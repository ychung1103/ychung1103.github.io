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3225" autoAdjust="0"/>
  </p:normalViewPr>
  <p:slideViewPr>
    <p:cSldViewPr snapToGrid="0">
      <p:cViewPr varScale="1">
        <p:scale>
          <a:sx n="59" d="100"/>
          <a:sy n="59" d="100"/>
        </p:scale>
        <p:origin x="9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2023/9/4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../../syllabus/CSC3150-2023-Fall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4568" y="1239698"/>
            <a:ext cx="10363200" cy="1470025"/>
          </a:xfrm>
        </p:spPr>
        <p:txBody>
          <a:bodyPr/>
          <a:lstStyle/>
          <a:p>
            <a:pPr algn="ctr"/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3150</a:t>
            </a:r>
            <a:r>
              <a:rPr lang="en-US" altLang="zh-TW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</a:t>
            </a: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 Systems</a:t>
            </a:r>
            <a:endParaRPr lang="zh-TW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86923"/>
            <a:ext cx="8534400" cy="2402395"/>
          </a:xfrm>
        </p:spPr>
        <p:txBody>
          <a:bodyPr/>
          <a:lstStyle/>
          <a:p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3200" dirty="0"/>
              <a:t>School of Data 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E74415-30E6-4BE5-9E20-77352570E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854" y="1090603"/>
            <a:ext cx="9673087" cy="5048940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Yeh-Ching Chung (ychung@cuhk.edu.cn)</a:t>
            </a:r>
          </a:p>
          <a:p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lang="en-US" altLang="zh-TW" sz="28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马浩天、洪世豪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、李乐乐</a:t>
            </a:r>
            <a:endParaRPr lang="en-US" altLang="zh-CN" sz="24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Lectures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Tuesday	 	 10:30 – 11:50	  TB 201                    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sday	 10:30 – 11:50	  TB 201	</a:t>
            </a:r>
          </a:p>
          <a:p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Tutorials                                                                                                                                              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announced by TAs</a:t>
            </a:r>
          </a:p>
          <a:p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Homepage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file"/>
              </a:rPr>
              <a:t>http://www.cs.nthu.edu.tw/~ychung/syllabus/CSC3150-2023-Fall.htm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322718" y="144466"/>
            <a:ext cx="10244869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4267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Information</a:t>
            </a:r>
          </a:p>
        </p:txBody>
      </p:sp>
    </p:spTree>
    <p:extLst>
      <p:ext uri="{BB962C8B-B14F-4D97-AF65-F5344CB8AC3E}">
        <p14:creationId xmlns:p14="http://schemas.microsoft.com/office/powerpoint/2010/main" val="3732571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718" y="144466"/>
            <a:ext cx="10244869" cy="692151"/>
          </a:xfrm>
        </p:spPr>
        <p:txBody>
          <a:bodyPr/>
          <a:lstStyle/>
          <a:p>
            <a:r>
              <a:rPr lang="en-US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528003" y="2015614"/>
            <a:ext cx="6133055" cy="2526889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(Textbook)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Operating System Concepts, 9th Edition (International Student Version), John Wiley &amp; Sons, Inc., 2014.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 err="1"/>
              <a:t>Silberschatz</a:t>
            </a:r>
            <a:r>
              <a:rPr lang="en-US" altLang="zh-CN" dirty="0"/>
              <a:t>, P. Galvin, and G. </a:t>
            </a:r>
            <a:r>
              <a:rPr lang="en-US" altLang="zh-CN" dirty="0" err="1"/>
              <a:t>Gangne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0EF60F-42D4-425C-B633-337B0FF8C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259" y="1329813"/>
            <a:ext cx="32004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69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3231" y="144466"/>
            <a:ext cx="10164356" cy="692151"/>
          </a:xfrm>
        </p:spPr>
        <p:txBody>
          <a:bodyPr/>
          <a:lstStyle/>
          <a:p>
            <a:r>
              <a:rPr lang="en-US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5341" y="1109273"/>
            <a:ext cx="9547123" cy="3667593"/>
          </a:xfrm>
        </p:spPr>
        <p:txBody>
          <a:bodyPr/>
          <a:lstStyle/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major components of an operating system</a:t>
            </a:r>
          </a:p>
          <a:p>
            <a:pPr lvl="1"/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</a:t>
            </a:r>
          </a:p>
          <a:p>
            <a:pPr lvl="1"/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</a:p>
          <a:p>
            <a:pPr lvl="1"/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</a:t>
            </a:r>
          </a:p>
          <a:p>
            <a:pPr lvl="1"/>
            <a:r>
              <a:rPr lang="en-US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management</a:t>
            </a:r>
          </a:p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multi-threaded programming</a:t>
            </a:r>
          </a:p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kernel programming</a:t>
            </a:r>
          </a:p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multiprocessor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61926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5722" y="144466"/>
            <a:ext cx="10221865" cy="692151"/>
          </a:xfrm>
        </p:spPr>
        <p:txBody>
          <a:bodyPr/>
          <a:lstStyle/>
          <a:p>
            <a:r>
              <a:rPr lang="en-US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4657" y="1075570"/>
            <a:ext cx="10097729" cy="4970463"/>
          </a:xfrm>
        </p:spPr>
        <p:txBody>
          <a:bodyPr>
            <a:noAutofit/>
          </a:bodyPr>
          <a:lstStyle/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and Threads </a:t>
            </a:r>
          </a:p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Multithreaded Programming  </a:t>
            </a:r>
          </a:p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</a:t>
            </a:r>
          </a:p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  </a:t>
            </a:r>
          </a:p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 Locks </a:t>
            </a:r>
          </a:p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Strategies </a:t>
            </a:r>
          </a:p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Virtual-Memory Management  </a:t>
            </a:r>
          </a:p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Systems  </a:t>
            </a:r>
          </a:p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File Systems </a:t>
            </a:r>
          </a:p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Mass-Storage Structure </a:t>
            </a:r>
          </a:p>
          <a:p>
            <a:r>
              <a:rPr lang="en-US" altLang="zh-CN" sz="2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Systems </a:t>
            </a:r>
          </a:p>
        </p:txBody>
      </p:sp>
    </p:spTree>
    <p:extLst>
      <p:ext uri="{BB962C8B-B14F-4D97-AF65-F5344CB8AC3E}">
        <p14:creationId xmlns:p14="http://schemas.microsoft.com/office/powerpoint/2010/main" val="232247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0702" y="144466"/>
            <a:ext cx="10336885" cy="692151"/>
          </a:xfrm>
        </p:spPr>
        <p:txBody>
          <a:bodyPr/>
          <a:lstStyle/>
          <a:p>
            <a:r>
              <a:rPr lang="en-US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864" y="1140542"/>
            <a:ext cx="10520517" cy="4802188"/>
          </a:xfrm>
        </p:spPr>
        <p:txBody>
          <a:bodyPr>
            <a:noAutofit/>
          </a:bodyPr>
          <a:lstStyle/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zh-TW" alt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</a:t>
            </a:r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(5%)</a:t>
            </a:r>
          </a:p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Projects (70%)</a:t>
            </a:r>
          </a:p>
          <a:p>
            <a:pPr lvl="1"/>
            <a:r>
              <a:rPr lang="en-US" altLang="zh-CN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Kernel-Mode Multi-Process Programming</a:t>
            </a:r>
          </a:p>
          <a:p>
            <a:pPr lvl="1"/>
            <a:r>
              <a:rPr lang="en-US" altLang="zh-CN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Multi-Thread Programming</a:t>
            </a:r>
          </a:p>
          <a:p>
            <a:pPr lvl="1"/>
            <a:r>
              <a:rPr lang="en-US" altLang="zh-CN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Management</a:t>
            </a:r>
          </a:p>
          <a:p>
            <a:pPr lvl="1"/>
            <a:r>
              <a:rPr lang="en-US" altLang="zh-CN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File-Systems</a:t>
            </a:r>
          </a:p>
          <a:p>
            <a:pPr lvl="1"/>
            <a:r>
              <a:rPr lang="en-US" altLang="zh-CN" sz="2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Systems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Exam (25%)</a:t>
            </a:r>
          </a:p>
          <a:p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need to apply for a leave for final exam, send email to me with supporting document beforehand</a:t>
            </a:r>
          </a:p>
        </p:txBody>
      </p:sp>
    </p:spTree>
    <p:extLst>
      <p:ext uri="{BB962C8B-B14F-4D97-AF65-F5344CB8AC3E}">
        <p14:creationId xmlns:p14="http://schemas.microsoft.com/office/powerpoint/2010/main" val="1557728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7736" y="144466"/>
            <a:ext cx="10129851" cy="692151"/>
          </a:xfrm>
        </p:spPr>
        <p:txBody>
          <a:bodyPr/>
          <a:lstStyle/>
          <a:p>
            <a:r>
              <a:rPr lang="en-US" altLang="zh-TW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6683" y="1160209"/>
            <a:ext cx="10215716" cy="3031782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Upon completing this course, students will be able to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Kernel of OS</a:t>
            </a:r>
          </a:p>
          <a:p>
            <a:pPr lvl="1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multi-thread programs</a:t>
            </a:r>
          </a:p>
          <a:p>
            <a:pPr lvl="1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memory management on GPU</a:t>
            </a:r>
          </a:p>
          <a:p>
            <a:pPr lvl="1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file management on GPU</a:t>
            </a:r>
          </a:p>
          <a:p>
            <a:pPr lvl="1"/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I/O operations on GPU</a:t>
            </a:r>
          </a:p>
        </p:txBody>
      </p:sp>
    </p:spTree>
    <p:extLst>
      <p:ext uri="{BB962C8B-B14F-4D97-AF65-F5344CB8AC3E}">
        <p14:creationId xmlns:p14="http://schemas.microsoft.com/office/powerpoint/2010/main" val="1303842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718" y="144466"/>
            <a:ext cx="10244869" cy="692151"/>
          </a:xfrm>
        </p:spPr>
        <p:txBody>
          <a:bodyPr/>
          <a:lstStyle/>
          <a:p>
            <a:r>
              <a:rPr lang="en-US" sz="42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8470" y="1045589"/>
            <a:ext cx="10323871" cy="4895851"/>
          </a:xfrm>
        </p:spPr>
        <p:txBody>
          <a:bodyPr>
            <a:normAutofit fontScale="92500"/>
          </a:bodyPr>
          <a:lstStyle/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Tolerance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Plagiarism, cheating, misconduct in test/exam will be reported to the School for handing.</a:t>
            </a:r>
          </a:p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Consequences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marks for the concerned assignments/test/exam/whole course, reviewable demerits, non-reviewable demerits, suspension of study, dismissal from University.</a:t>
            </a:r>
          </a:p>
          <a:p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Policy to Academic Honesty</a:t>
            </a:r>
          </a:p>
          <a:p>
            <a:pPr marL="609570" lvl="1" indent="0">
              <a:buNone/>
            </a:pPr>
            <a:r>
              <a:rPr lang="en-US" sz="26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http://www.cuhk.edu.cn/departsite/ar/en/Academic.html</a:t>
            </a:r>
          </a:p>
        </p:txBody>
      </p:sp>
    </p:spTree>
    <p:extLst>
      <p:ext uri="{BB962C8B-B14F-4D97-AF65-F5344CB8AC3E}">
        <p14:creationId xmlns:p14="http://schemas.microsoft.com/office/powerpoint/2010/main" val="3795938556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353</Words>
  <Application>Microsoft Office PowerPoint</Application>
  <PresentationFormat>宽屏</PresentationFormat>
  <Paragraphs>68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MS Sans Serif</vt:lpstr>
      <vt:lpstr>华文楷体</vt:lpstr>
      <vt:lpstr>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CSC3150 – Operating Systems</vt:lpstr>
      <vt:lpstr>PowerPoint 演示文稿</vt:lpstr>
      <vt:lpstr>Textbook</vt:lpstr>
      <vt:lpstr>Course Syllabus</vt:lpstr>
      <vt:lpstr>Course Topics</vt:lpstr>
      <vt:lpstr>Course Assessment</vt:lpstr>
      <vt:lpstr>Learning Outcomes</vt:lpstr>
      <vt:lpstr>Academic Honesty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Prof. Chung Yehching (SDS)</cp:lastModifiedBy>
  <cp:revision>58</cp:revision>
  <dcterms:created xsi:type="dcterms:W3CDTF">2020-07-15T11:13:39Z</dcterms:created>
  <dcterms:modified xsi:type="dcterms:W3CDTF">2023-09-03T23:33:19Z</dcterms:modified>
</cp:coreProperties>
</file>