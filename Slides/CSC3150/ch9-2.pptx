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4" r:id="rId1"/>
  </p:sldMasterIdLst>
  <p:notesMasterIdLst>
    <p:notesMasterId r:id="rId36"/>
  </p:notesMasterIdLst>
  <p:handoutMasterIdLst>
    <p:handoutMasterId r:id="rId37"/>
  </p:handoutMasterIdLst>
  <p:sldIdLst>
    <p:sldId id="331" r:id="rId2"/>
    <p:sldId id="371" r:id="rId3"/>
    <p:sldId id="372" r:id="rId4"/>
    <p:sldId id="373" r:id="rId5"/>
    <p:sldId id="374" r:id="rId6"/>
    <p:sldId id="375" r:id="rId7"/>
    <p:sldId id="376" r:id="rId8"/>
    <p:sldId id="378" r:id="rId9"/>
    <p:sldId id="379" r:id="rId10"/>
    <p:sldId id="380" r:id="rId11"/>
    <p:sldId id="381" r:id="rId12"/>
    <p:sldId id="382" r:id="rId13"/>
    <p:sldId id="383" r:id="rId14"/>
    <p:sldId id="384" r:id="rId15"/>
    <p:sldId id="385" r:id="rId16"/>
    <p:sldId id="386" r:id="rId17"/>
    <p:sldId id="401" r:id="rId18"/>
    <p:sldId id="431" r:id="rId19"/>
    <p:sldId id="432" r:id="rId20"/>
    <p:sldId id="433" r:id="rId21"/>
    <p:sldId id="434" r:id="rId22"/>
    <p:sldId id="435" r:id="rId23"/>
    <p:sldId id="436" r:id="rId24"/>
    <p:sldId id="437" r:id="rId25"/>
    <p:sldId id="438" r:id="rId26"/>
    <p:sldId id="439" r:id="rId27"/>
    <p:sldId id="440" r:id="rId28"/>
    <p:sldId id="441" r:id="rId29"/>
    <p:sldId id="442" r:id="rId30"/>
    <p:sldId id="443" r:id="rId31"/>
    <p:sldId id="444" r:id="rId32"/>
    <p:sldId id="445" r:id="rId33"/>
    <p:sldId id="446" r:id="rId34"/>
    <p:sldId id="395" r:id="rId35"/>
  </p:sldIdLst>
  <p:sldSz cx="9144000" cy="6858000" type="screen4x3"/>
  <p:notesSz cx="70104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16">
          <p15:clr>
            <a:srgbClr val="A4A3A4"/>
          </p15:clr>
        </p15:guide>
        <p15:guide id="2" pos="4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ECFF"/>
    <a:srgbClr val="FF0000"/>
    <a:srgbClr val="66CCFF"/>
    <a:srgbClr val="CCFFFF"/>
    <a:srgbClr val="F8F8F8"/>
    <a:srgbClr val="EAEAEA"/>
    <a:srgbClr val="CC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4271" autoAdjust="0"/>
    <p:restoredTop sz="94660"/>
  </p:normalViewPr>
  <p:slideViewPr>
    <p:cSldViewPr snapToGrid="0">
      <p:cViewPr>
        <p:scale>
          <a:sx n="50" d="100"/>
          <a:sy n="50" d="100"/>
        </p:scale>
        <p:origin x="1720" y="160"/>
      </p:cViewPr>
      <p:guideLst>
        <p:guide orient="horz" pos="816"/>
        <p:guide pos="4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-9836"/>
    </p:cViewPr>
  </p:sorterViewPr>
  <p:notesViewPr>
    <p:cSldViewPr snapToGrid="0">
      <p:cViewPr varScale="1">
        <p:scale>
          <a:sx n="65" d="100"/>
          <a:sy n="65" d="100"/>
        </p:scale>
        <p:origin x="3125" y="3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handoutMaster" Target="handoutMasters/handout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A241D02D-F0BE-479D-BFAE-28F6DABC062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3400" cy="442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261" tIns="44132" rIns="88261" bIns="44132" numCol="1" anchor="ctr" anchorCtr="0" compatLnSpc="1">
            <a:prstTxWarp prst="textNoShape">
              <a:avLst/>
            </a:prstTxWarp>
          </a:bodyPr>
          <a:lstStyle>
            <a:lvl1pPr defTabSz="883169">
              <a:defRPr sz="11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09A33344-A246-47EE-87AD-DC2B769C31C4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51288" y="0"/>
            <a:ext cx="3071812" cy="442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261" tIns="44132" rIns="88261" bIns="44132" numCol="1" anchor="ctr" anchorCtr="0" compatLnSpc="1">
            <a:prstTxWarp prst="textNoShape">
              <a:avLst/>
            </a:prstTxWarp>
          </a:bodyPr>
          <a:lstStyle>
            <a:lvl1pPr algn="r" defTabSz="883169">
              <a:defRPr sz="11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4" name="Rectangle 4">
            <a:extLst>
              <a:ext uri="{FF2B5EF4-FFF2-40B4-BE49-F238E27FC236}">
                <a16:creationId xmlns:a16="http://schemas.microsoft.com/office/drawing/2014/main" id="{AF886B7E-9DF3-450F-92F2-1A3BF26B8AC0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66188"/>
            <a:ext cx="3073400" cy="442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261" tIns="44132" rIns="88261" bIns="44132" numCol="1" anchor="b" anchorCtr="0" compatLnSpc="1">
            <a:prstTxWarp prst="textNoShape">
              <a:avLst/>
            </a:prstTxWarp>
          </a:bodyPr>
          <a:lstStyle>
            <a:lvl1pPr defTabSz="883169">
              <a:defRPr sz="11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5" name="Rectangle 5">
            <a:extLst>
              <a:ext uri="{FF2B5EF4-FFF2-40B4-BE49-F238E27FC236}">
                <a16:creationId xmlns:a16="http://schemas.microsoft.com/office/drawing/2014/main" id="{53339C26-84D6-4CAB-9ACB-F216D653813F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51288" y="8866188"/>
            <a:ext cx="3071812" cy="442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261" tIns="44132" rIns="88261" bIns="44132" numCol="1" anchor="b" anchorCtr="0" compatLnSpc="1">
            <a:prstTxWarp prst="textNoShape">
              <a:avLst/>
            </a:prstTxWarp>
          </a:bodyPr>
          <a:lstStyle>
            <a:lvl1pPr algn="r" defTabSz="882650">
              <a:defRPr sz="1100">
                <a:latin typeface="Helvetica" panose="020B0604020202020204" pitchFamily="34" charset="0"/>
              </a:defRPr>
            </a:lvl1pPr>
          </a:lstStyle>
          <a:p>
            <a:fld id="{DF7B4608-F3D0-4E52-ABA4-6F2681683C1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5345CDFB-7A76-4C4D-913D-3C7D6FE5DE2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6888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60" tIns="46580" rIns="93160" bIns="46580" numCol="1" anchor="ctr" anchorCtr="0" compatLnSpc="1">
            <a:prstTxWarp prst="textNoShape">
              <a:avLst/>
            </a:prstTxWarp>
          </a:bodyPr>
          <a:lstStyle>
            <a:lvl1pPr defTabSz="931168">
              <a:defRPr sz="1200">
                <a:latin typeface="Times New Roman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7FB24A69-0B86-44C0-95FA-F8D9A6931146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973513" y="0"/>
            <a:ext cx="3036887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60" tIns="46580" rIns="93160" bIns="46580" numCol="1" anchor="ctr" anchorCtr="0" compatLnSpc="1">
            <a:prstTxWarp prst="textNoShape">
              <a:avLst/>
            </a:prstTxWarp>
          </a:bodyPr>
          <a:lstStyle>
            <a:lvl1pPr algn="r" defTabSz="931168">
              <a:defRPr sz="1200">
                <a:latin typeface="Times New Roman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1684" name="Rectangle 4">
            <a:extLst>
              <a:ext uri="{FF2B5EF4-FFF2-40B4-BE49-F238E27FC236}">
                <a16:creationId xmlns:a16="http://schemas.microsoft.com/office/drawing/2014/main" id="{AA27146D-C92E-4EEF-9F79-56BA93AB219B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2688" y="698500"/>
            <a:ext cx="4646612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>
            <a:extLst>
              <a:ext uri="{FF2B5EF4-FFF2-40B4-BE49-F238E27FC236}">
                <a16:creationId xmlns:a16="http://schemas.microsoft.com/office/drawing/2014/main" id="{A01186F9-B596-4A19-9264-7D2B4FC636C4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5038" y="4416425"/>
            <a:ext cx="5140325" cy="4181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60" tIns="46580" rIns="93160" bIns="4658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150" name="Rectangle 6">
            <a:extLst>
              <a:ext uri="{FF2B5EF4-FFF2-40B4-BE49-F238E27FC236}">
                <a16:creationId xmlns:a16="http://schemas.microsoft.com/office/drawing/2014/main" id="{0C645014-0F43-4A0F-901D-B500E062F28B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2850"/>
            <a:ext cx="3036888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60" tIns="46580" rIns="93160" bIns="46580" numCol="1" anchor="b" anchorCtr="0" compatLnSpc="1">
            <a:prstTxWarp prst="textNoShape">
              <a:avLst/>
            </a:prstTxWarp>
          </a:bodyPr>
          <a:lstStyle>
            <a:lvl1pPr defTabSz="931168">
              <a:defRPr sz="1200">
                <a:latin typeface="Times New Roman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51" name="Rectangle 7">
            <a:extLst>
              <a:ext uri="{FF2B5EF4-FFF2-40B4-BE49-F238E27FC236}">
                <a16:creationId xmlns:a16="http://schemas.microsoft.com/office/drawing/2014/main" id="{A87C6AF3-49D0-4016-A1FB-7B03E0453DC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3513" y="8832850"/>
            <a:ext cx="3036887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60" tIns="46580" rIns="93160" bIns="46580" numCol="1" anchor="b" anchorCtr="0" compatLnSpc="1">
            <a:prstTxWarp prst="textNoShape">
              <a:avLst/>
            </a:prstTxWarp>
          </a:bodyPr>
          <a:lstStyle>
            <a:lvl1pPr algn="r" defTabSz="930275">
              <a:defRPr sz="1200">
                <a:latin typeface="Times New Roman" panose="02020603050405020304" pitchFamily="18" charset="0"/>
              </a:defRPr>
            </a:lvl1pPr>
          </a:lstStyle>
          <a:p>
            <a:fld id="{47794835-A72A-4AEF-B6EC-BD8CE85FBF47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>
            <a:extLst>
              <a:ext uri="{FF2B5EF4-FFF2-40B4-BE49-F238E27FC236}">
                <a16:creationId xmlns:a16="http://schemas.microsoft.com/office/drawing/2014/main" id="{99622B3D-0367-4444-9539-0A19B9C5C9B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D0F231A0-42E6-42C1-AA16-355CDC8B6E93}" type="slidenum">
              <a:rPr lang="en-US" altLang="en-US">
                <a:latin typeface="Helvetica" panose="020B0604020202020204" pitchFamily="34" charset="0"/>
              </a:rPr>
              <a:pPr/>
              <a:t>1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72707" name="Rectangle 2">
            <a:extLst>
              <a:ext uri="{FF2B5EF4-FFF2-40B4-BE49-F238E27FC236}">
                <a16:creationId xmlns:a16="http://schemas.microsoft.com/office/drawing/2014/main" id="{EA8275E6-FD6A-48F9-B73C-B9CBBABB92E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8" name="Rectangle 3">
            <a:extLst>
              <a:ext uri="{FF2B5EF4-FFF2-40B4-BE49-F238E27FC236}">
                <a16:creationId xmlns:a16="http://schemas.microsoft.com/office/drawing/2014/main" id="{0E929097-3E92-4823-A49C-65FB8759C7A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7">
            <a:extLst>
              <a:ext uri="{FF2B5EF4-FFF2-40B4-BE49-F238E27FC236}">
                <a16:creationId xmlns:a16="http://schemas.microsoft.com/office/drawing/2014/main" id="{C3F4BD51-7370-4471-9455-9FAA962FEC1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BD35ECC-3C35-45A9-90FF-173B28872470}" type="slidenum">
              <a:rPr lang="en-US" altLang="en-US">
                <a:latin typeface="Helvetica" panose="020B0604020202020204" pitchFamily="34" charset="0"/>
              </a:rPr>
              <a:pPr/>
              <a:t>2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02403" name="Rectangle 2">
            <a:extLst>
              <a:ext uri="{FF2B5EF4-FFF2-40B4-BE49-F238E27FC236}">
                <a16:creationId xmlns:a16="http://schemas.microsoft.com/office/drawing/2014/main" id="{0AB19387-36B0-44FF-A334-CD940F2A753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4" name="Rectangle 3">
            <a:extLst>
              <a:ext uri="{FF2B5EF4-FFF2-40B4-BE49-F238E27FC236}">
                <a16:creationId xmlns:a16="http://schemas.microsoft.com/office/drawing/2014/main" id="{35F188A5-8C67-46D5-8035-90BDFED9F5E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7">
            <a:extLst>
              <a:ext uri="{FF2B5EF4-FFF2-40B4-BE49-F238E27FC236}">
                <a16:creationId xmlns:a16="http://schemas.microsoft.com/office/drawing/2014/main" id="{C05E2778-289B-4FA5-A492-109BEB53309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E7FBAA6-8447-4B86-94DA-8EBECE675900}" type="slidenum">
              <a:rPr lang="en-US" altLang="en-US">
                <a:latin typeface="Helvetica" panose="020B0604020202020204" pitchFamily="34" charset="0"/>
              </a:rPr>
              <a:pPr/>
              <a:t>3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03427" name="Rectangle 2">
            <a:extLst>
              <a:ext uri="{FF2B5EF4-FFF2-40B4-BE49-F238E27FC236}">
                <a16:creationId xmlns:a16="http://schemas.microsoft.com/office/drawing/2014/main" id="{79229461-A223-439E-9F67-F96DEE523FE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428" name="Rectangle 3">
            <a:extLst>
              <a:ext uri="{FF2B5EF4-FFF2-40B4-BE49-F238E27FC236}">
                <a16:creationId xmlns:a16="http://schemas.microsoft.com/office/drawing/2014/main" id="{1408816B-F76B-4AC2-A2E1-9FCADC0E3E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7">
            <a:extLst>
              <a:ext uri="{FF2B5EF4-FFF2-40B4-BE49-F238E27FC236}">
                <a16:creationId xmlns:a16="http://schemas.microsoft.com/office/drawing/2014/main" id="{CC0926BF-5F58-45F3-886B-2FC15B7FF75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D489229-DE4E-445F-987B-9FB85B6EB635}" type="slidenum">
              <a:rPr lang="en-US" altLang="en-US">
                <a:latin typeface="Helvetica" panose="020B0604020202020204" pitchFamily="34" charset="0"/>
              </a:rPr>
              <a:pPr/>
              <a:t>4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04451" name="Rectangle 2">
            <a:extLst>
              <a:ext uri="{FF2B5EF4-FFF2-40B4-BE49-F238E27FC236}">
                <a16:creationId xmlns:a16="http://schemas.microsoft.com/office/drawing/2014/main" id="{77D4AAE1-3D09-4155-A61A-3F1F36C42C7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452" name="Rectangle 3">
            <a:extLst>
              <a:ext uri="{FF2B5EF4-FFF2-40B4-BE49-F238E27FC236}">
                <a16:creationId xmlns:a16="http://schemas.microsoft.com/office/drawing/2014/main" id="{86A985B6-3037-4C54-BA8E-73201FFC526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7">
            <a:extLst>
              <a:ext uri="{FF2B5EF4-FFF2-40B4-BE49-F238E27FC236}">
                <a16:creationId xmlns:a16="http://schemas.microsoft.com/office/drawing/2014/main" id="{E95F55ED-CF22-47BB-A4F1-B460B1D8B58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93E603D-49B1-4296-AFD2-423EB8C53B4D}" type="slidenum">
              <a:rPr lang="en-US" altLang="en-US">
                <a:latin typeface="Helvetica" panose="020B0604020202020204" pitchFamily="34" charset="0"/>
              </a:rPr>
              <a:pPr/>
              <a:t>5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05475" name="Rectangle 2">
            <a:extLst>
              <a:ext uri="{FF2B5EF4-FFF2-40B4-BE49-F238E27FC236}">
                <a16:creationId xmlns:a16="http://schemas.microsoft.com/office/drawing/2014/main" id="{9BC7AB09-93B9-4BA4-877E-3CCE3D14DAA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5476" name="Rectangle 3">
            <a:extLst>
              <a:ext uri="{FF2B5EF4-FFF2-40B4-BE49-F238E27FC236}">
                <a16:creationId xmlns:a16="http://schemas.microsoft.com/office/drawing/2014/main" id="{4F8C03A3-1A3A-401F-BD0A-A1C0DA492D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7">
            <a:extLst>
              <a:ext uri="{FF2B5EF4-FFF2-40B4-BE49-F238E27FC236}">
                <a16:creationId xmlns:a16="http://schemas.microsoft.com/office/drawing/2014/main" id="{12E9F2BA-6286-4675-A574-E6B57F2B8FF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9A63ADF-0873-41FA-9C34-062DC213BF4E}" type="slidenum">
              <a:rPr lang="en-US" altLang="en-US">
                <a:latin typeface="Helvetica" panose="020B0604020202020204" pitchFamily="34" charset="0"/>
              </a:rPr>
              <a:pPr/>
              <a:t>6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06499" name="Rectangle 2">
            <a:extLst>
              <a:ext uri="{FF2B5EF4-FFF2-40B4-BE49-F238E27FC236}">
                <a16:creationId xmlns:a16="http://schemas.microsoft.com/office/drawing/2014/main" id="{CB25B9E3-8879-4B53-9B9A-FE00C8F84C3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6500" name="Rectangle 3">
            <a:extLst>
              <a:ext uri="{FF2B5EF4-FFF2-40B4-BE49-F238E27FC236}">
                <a16:creationId xmlns:a16="http://schemas.microsoft.com/office/drawing/2014/main" id="{F12CBF22-8D18-428E-9818-515DCCEEC8D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7">
            <a:extLst>
              <a:ext uri="{FF2B5EF4-FFF2-40B4-BE49-F238E27FC236}">
                <a16:creationId xmlns:a16="http://schemas.microsoft.com/office/drawing/2014/main" id="{6044D9D1-4022-4B17-AC3A-FC63E3105A4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6553468A-38EB-46C6-BF85-948BB8C046E0}" type="slidenum">
              <a:rPr lang="en-US" altLang="en-US">
                <a:latin typeface="Helvetica" panose="020B0604020202020204" pitchFamily="34" charset="0"/>
              </a:rPr>
              <a:pPr/>
              <a:t>7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07523" name="Rectangle 2">
            <a:extLst>
              <a:ext uri="{FF2B5EF4-FFF2-40B4-BE49-F238E27FC236}">
                <a16:creationId xmlns:a16="http://schemas.microsoft.com/office/drawing/2014/main" id="{34DA4BF8-CC55-4E4C-B1AE-1BCAB50DA71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7524" name="Rectangle 3">
            <a:extLst>
              <a:ext uri="{FF2B5EF4-FFF2-40B4-BE49-F238E27FC236}">
                <a16:creationId xmlns:a16="http://schemas.microsoft.com/office/drawing/2014/main" id="{02ECD0A4-9571-447C-BBD7-4957F74449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7">
            <a:extLst>
              <a:ext uri="{FF2B5EF4-FFF2-40B4-BE49-F238E27FC236}">
                <a16:creationId xmlns:a16="http://schemas.microsoft.com/office/drawing/2014/main" id="{CA676750-B4D3-4F18-AA52-519F9E76915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6EE3CDB-421C-4E33-8E8E-873AD4598F3E}" type="slidenum">
              <a:rPr lang="en-US" altLang="en-US">
                <a:latin typeface="Helvetica" panose="020B0604020202020204" pitchFamily="34" charset="0"/>
              </a:rPr>
              <a:pPr/>
              <a:t>8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08547" name="Rectangle 2">
            <a:extLst>
              <a:ext uri="{FF2B5EF4-FFF2-40B4-BE49-F238E27FC236}">
                <a16:creationId xmlns:a16="http://schemas.microsoft.com/office/drawing/2014/main" id="{B9B86B8A-9592-4F2B-88CC-5725A5D3720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8548" name="Rectangle 3">
            <a:extLst>
              <a:ext uri="{FF2B5EF4-FFF2-40B4-BE49-F238E27FC236}">
                <a16:creationId xmlns:a16="http://schemas.microsoft.com/office/drawing/2014/main" id="{A6A5A5C3-6C82-4C1B-950D-A1B6687A43E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7">
            <a:extLst>
              <a:ext uri="{FF2B5EF4-FFF2-40B4-BE49-F238E27FC236}">
                <a16:creationId xmlns:a16="http://schemas.microsoft.com/office/drawing/2014/main" id="{7C44AEC8-02CE-442B-AD2A-963292252FB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C4EA03B-198F-4011-9BDC-983A5F1750D4}" type="slidenum">
              <a:rPr lang="en-US" altLang="en-US">
                <a:latin typeface="Helvetica" panose="020B0604020202020204" pitchFamily="34" charset="0"/>
              </a:rPr>
              <a:pPr/>
              <a:t>9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09571" name="Rectangle 2">
            <a:extLst>
              <a:ext uri="{FF2B5EF4-FFF2-40B4-BE49-F238E27FC236}">
                <a16:creationId xmlns:a16="http://schemas.microsoft.com/office/drawing/2014/main" id="{5B237BFB-5094-48A6-8D1D-812AB43C8FC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9572" name="Rectangle 3">
            <a:extLst>
              <a:ext uri="{FF2B5EF4-FFF2-40B4-BE49-F238E27FC236}">
                <a16:creationId xmlns:a16="http://schemas.microsoft.com/office/drawing/2014/main" id="{CDCBE579-7F53-441F-BC12-B153F1DDD59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7">
            <a:extLst>
              <a:ext uri="{FF2B5EF4-FFF2-40B4-BE49-F238E27FC236}">
                <a16:creationId xmlns:a16="http://schemas.microsoft.com/office/drawing/2014/main" id="{AEEB3116-0A89-4DB2-9F89-09786855641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73D6632-CA5F-4B56-8AD9-AB8805051578}" type="slidenum">
              <a:rPr lang="en-US" altLang="en-US">
                <a:latin typeface="Helvetica" panose="020B0604020202020204" pitchFamily="34" charset="0"/>
              </a:rPr>
              <a:pPr/>
              <a:t>11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10595" name="Rectangle 2">
            <a:extLst>
              <a:ext uri="{FF2B5EF4-FFF2-40B4-BE49-F238E27FC236}">
                <a16:creationId xmlns:a16="http://schemas.microsoft.com/office/drawing/2014/main" id="{1A4D3144-9169-4202-8CFC-05EBC659688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6" name="Rectangle 3">
            <a:extLst>
              <a:ext uri="{FF2B5EF4-FFF2-40B4-BE49-F238E27FC236}">
                <a16:creationId xmlns:a16="http://schemas.microsoft.com/office/drawing/2014/main" id="{F45851CC-2986-4769-9EDF-BD13E088F1C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7">
            <a:extLst>
              <a:ext uri="{FF2B5EF4-FFF2-40B4-BE49-F238E27FC236}">
                <a16:creationId xmlns:a16="http://schemas.microsoft.com/office/drawing/2014/main" id="{E9FDADC0-F5DF-4D1F-B8F6-B07400DF01A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A4E3610-9E09-4C5F-B265-434A74CEF86E}" type="slidenum">
              <a:rPr lang="en-US" altLang="en-US">
                <a:latin typeface="Helvetica" panose="020B0604020202020204" pitchFamily="34" charset="0"/>
              </a:rPr>
              <a:pPr/>
              <a:t>12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11619" name="Rectangle 2">
            <a:extLst>
              <a:ext uri="{FF2B5EF4-FFF2-40B4-BE49-F238E27FC236}">
                <a16:creationId xmlns:a16="http://schemas.microsoft.com/office/drawing/2014/main" id="{D4BE53D0-AA2F-4499-8CF1-022EEB9C582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1620" name="Rectangle 3">
            <a:extLst>
              <a:ext uri="{FF2B5EF4-FFF2-40B4-BE49-F238E27FC236}">
                <a16:creationId xmlns:a16="http://schemas.microsoft.com/office/drawing/2014/main" id="{1B8BC2EB-E345-4207-8D96-428E55C5D2B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7">
            <a:extLst>
              <a:ext uri="{FF2B5EF4-FFF2-40B4-BE49-F238E27FC236}">
                <a16:creationId xmlns:a16="http://schemas.microsoft.com/office/drawing/2014/main" id="{D38E2BCC-6763-4F93-9A27-415FB4345DA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D9B9FD1-100D-4C2E-9427-0CDF0A2FB98D}" type="slidenum">
              <a:rPr lang="en-US" altLang="en-US">
                <a:latin typeface="Helvetica" panose="020B0604020202020204" pitchFamily="34" charset="0"/>
              </a:rPr>
              <a:pPr/>
              <a:t>13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12643" name="Rectangle 2">
            <a:extLst>
              <a:ext uri="{FF2B5EF4-FFF2-40B4-BE49-F238E27FC236}">
                <a16:creationId xmlns:a16="http://schemas.microsoft.com/office/drawing/2014/main" id="{4627EDFF-B8C3-4BDD-9F08-8EF15D1B487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>
            <a:extLst>
              <a:ext uri="{FF2B5EF4-FFF2-40B4-BE49-F238E27FC236}">
                <a16:creationId xmlns:a16="http://schemas.microsoft.com/office/drawing/2014/main" id="{727F1191-666F-4ECF-896F-F12B93A3AAB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>
            <a:extLst>
              <a:ext uri="{FF2B5EF4-FFF2-40B4-BE49-F238E27FC236}">
                <a16:creationId xmlns:a16="http://schemas.microsoft.com/office/drawing/2014/main" id="{395AA5DD-A159-4BC8-B0B4-62C228F8A83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4A29CC0-F102-4AA1-A9A2-5E8696EDCEA1}" type="slidenum">
              <a:rPr lang="en-US" altLang="en-US">
                <a:latin typeface="Helvetica" panose="020B0604020202020204" pitchFamily="34" charset="0"/>
              </a:rPr>
              <a:pPr/>
              <a:t>14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13667" name="Rectangle 2">
            <a:extLst>
              <a:ext uri="{FF2B5EF4-FFF2-40B4-BE49-F238E27FC236}">
                <a16:creationId xmlns:a16="http://schemas.microsoft.com/office/drawing/2014/main" id="{72118A2F-2588-4308-98F3-4C540E01943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668" name="Rectangle 3">
            <a:extLst>
              <a:ext uri="{FF2B5EF4-FFF2-40B4-BE49-F238E27FC236}">
                <a16:creationId xmlns:a16="http://schemas.microsoft.com/office/drawing/2014/main" id="{D0D00539-4C19-4343-8F60-D0ECE1BCE74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7">
            <a:extLst>
              <a:ext uri="{FF2B5EF4-FFF2-40B4-BE49-F238E27FC236}">
                <a16:creationId xmlns:a16="http://schemas.microsoft.com/office/drawing/2014/main" id="{2869BB6A-A424-4A9F-8F08-9E5CED4A362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AD26438-1D7C-4B65-BD22-47AB5585AE9F}" type="slidenum">
              <a:rPr lang="en-US" altLang="en-US">
                <a:latin typeface="Helvetica" panose="020B0604020202020204" pitchFamily="34" charset="0"/>
              </a:rPr>
              <a:pPr/>
              <a:t>15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14691" name="Rectangle 2">
            <a:extLst>
              <a:ext uri="{FF2B5EF4-FFF2-40B4-BE49-F238E27FC236}">
                <a16:creationId xmlns:a16="http://schemas.microsoft.com/office/drawing/2014/main" id="{7C562C5D-B6F1-410C-9C15-862B61F47EF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92" name="Rectangle 3">
            <a:extLst>
              <a:ext uri="{FF2B5EF4-FFF2-40B4-BE49-F238E27FC236}">
                <a16:creationId xmlns:a16="http://schemas.microsoft.com/office/drawing/2014/main" id="{CCCFBF8B-BAA5-4791-B56F-89AE8DECAA8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7">
            <a:extLst>
              <a:ext uri="{FF2B5EF4-FFF2-40B4-BE49-F238E27FC236}">
                <a16:creationId xmlns:a16="http://schemas.microsoft.com/office/drawing/2014/main" id="{D0DE149E-B4E9-447D-A96F-52CED7627DA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66C1A27-5E0E-4519-B47D-CE7061E41505}" type="slidenum">
              <a:rPr lang="en-US" altLang="en-US">
                <a:latin typeface="Helvetica" panose="020B0604020202020204" pitchFamily="34" charset="0"/>
              </a:rPr>
              <a:pPr/>
              <a:t>16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15715" name="Rectangle 2">
            <a:extLst>
              <a:ext uri="{FF2B5EF4-FFF2-40B4-BE49-F238E27FC236}">
                <a16:creationId xmlns:a16="http://schemas.microsoft.com/office/drawing/2014/main" id="{7FFAF1B4-28CB-4198-8533-8A8CD940464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5716" name="Rectangle 3">
            <a:extLst>
              <a:ext uri="{FF2B5EF4-FFF2-40B4-BE49-F238E27FC236}">
                <a16:creationId xmlns:a16="http://schemas.microsoft.com/office/drawing/2014/main" id="{0C7A78A9-8BCC-4FDB-8409-FB8A22AB78B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7">
            <a:extLst>
              <a:ext uri="{FF2B5EF4-FFF2-40B4-BE49-F238E27FC236}">
                <a16:creationId xmlns:a16="http://schemas.microsoft.com/office/drawing/2014/main" id="{C0D01FE7-E886-40E8-92FA-8D1E3FB675E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6E6D4CE-7E51-45F9-9D38-C961FBDFB35D}" type="slidenum">
              <a:rPr lang="en-US" altLang="en-US">
                <a:latin typeface="Helvetica" panose="020B0604020202020204" pitchFamily="34" charset="0"/>
              </a:rPr>
              <a:pPr/>
              <a:t>17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16739" name="Rectangle 2">
            <a:extLst>
              <a:ext uri="{FF2B5EF4-FFF2-40B4-BE49-F238E27FC236}">
                <a16:creationId xmlns:a16="http://schemas.microsoft.com/office/drawing/2014/main" id="{FFE513B4-8EB5-4368-ADC7-E41FF4071A8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6740" name="Rectangle 3">
            <a:extLst>
              <a:ext uri="{FF2B5EF4-FFF2-40B4-BE49-F238E27FC236}">
                <a16:creationId xmlns:a16="http://schemas.microsoft.com/office/drawing/2014/main" id="{D2238889-0C7B-45C6-998F-D0BFA15F75B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7">
            <a:extLst>
              <a:ext uri="{FF2B5EF4-FFF2-40B4-BE49-F238E27FC236}">
                <a16:creationId xmlns:a16="http://schemas.microsoft.com/office/drawing/2014/main" id="{4C6EACAF-E6EA-457D-8641-E32A9D95C02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3CEC8C6-E810-4484-A297-26A2437CEBA7}" type="slidenum">
              <a:rPr lang="en-US" altLang="en-US">
                <a:latin typeface="Helvetica" panose="020B0604020202020204" pitchFamily="34" charset="0"/>
              </a:rPr>
              <a:pPr/>
              <a:t>18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17763" name="Rectangle 2">
            <a:extLst>
              <a:ext uri="{FF2B5EF4-FFF2-40B4-BE49-F238E27FC236}">
                <a16:creationId xmlns:a16="http://schemas.microsoft.com/office/drawing/2014/main" id="{F41D4B89-0756-4DD7-8336-2BFB3BDAC20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7764" name="Rectangle 3">
            <a:extLst>
              <a:ext uri="{FF2B5EF4-FFF2-40B4-BE49-F238E27FC236}">
                <a16:creationId xmlns:a16="http://schemas.microsoft.com/office/drawing/2014/main" id="{508A804A-2118-4ED2-BE3C-0C1214B971B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7">
            <a:extLst>
              <a:ext uri="{FF2B5EF4-FFF2-40B4-BE49-F238E27FC236}">
                <a16:creationId xmlns:a16="http://schemas.microsoft.com/office/drawing/2014/main" id="{8E9A843E-1C4B-4C88-B075-0559BA69AA6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D38E3A2B-1C0B-471A-A4D6-4233FF161C8C}" type="slidenum">
              <a:rPr lang="en-US" altLang="en-US">
                <a:latin typeface="Helvetica" panose="020B0604020202020204" pitchFamily="34" charset="0"/>
              </a:rPr>
              <a:pPr/>
              <a:t>19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18787" name="Rectangle 2">
            <a:extLst>
              <a:ext uri="{FF2B5EF4-FFF2-40B4-BE49-F238E27FC236}">
                <a16:creationId xmlns:a16="http://schemas.microsoft.com/office/drawing/2014/main" id="{008F5292-EF3C-4544-82EA-378A615937F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788" name="Rectangle 3">
            <a:extLst>
              <a:ext uri="{FF2B5EF4-FFF2-40B4-BE49-F238E27FC236}">
                <a16:creationId xmlns:a16="http://schemas.microsoft.com/office/drawing/2014/main" id="{1F80D565-56DF-403E-B659-3C94647E27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7">
            <a:extLst>
              <a:ext uri="{FF2B5EF4-FFF2-40B4-BE49-F238E27FC236}">
                <a16:creationId xmlns:a16="http://schemas.microsoft.com/office/drawing/2014/main" id="{E5E56C28-C60C-4E30-B37A-C45B0ABB017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F5C7750-47E1-458A-9989-9BA8D4448C94}" type="slidenum">
              <a:rPr lang="en-US" altLang="en-US">
                <a:latin typeface="Helvetica" panose="020B0604020202020204" pitchFamily="34" charset="0"/>
              </a:rPr>
              <a:pPr/>
              <a:t>20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19811" name="Rectangle 2">
            <a:extLst>
              <a:ext uri="{FF2B5EF4-FFF2-40B4-BE49-F238E27FC236}">
                <a16:creationId xmlns:a16="http://schemas.microsoft.com/office/drawing/2014/main" id="{316BCF08-E5F3-4982-863F-E1569520073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9812" name="Rectangle 3">
            <a:extLst>
              <a:ext uri="{FF2B5EF4-FFF2-40B4-BE49-F238E27FC236}">
                <a16:creationId xmlns:a16="http://schemas.microsoft.com/office/drawing/2014/main" id="{246B23B8-CBD0-4DC0-A03E-62ED08FCA81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7">
            <a:extLst>
              <a:ext uri="{FF2B5EF4-FFF2-40B4-BE49-F238E27FC236}">
                <a16:creationId xmlns:a16="http://schemas.microsoft.com/office/drawing/2014/main" id="{D3347AF9-CA54-42AC-9FA2-E17F9D18B90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A0C2A26-FBF5-46FA-899B-D75458F32531}" type="slidenum">
              <a:rPr lang="en-US" altLang="en-US">
                <a:latin typeface="Helvetica" panose="020B0604020202020204" pitchFamily="34" charset="0"/>
              </a:rPr>
              <a:pPr/>
              <a:t>24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20835" name="Rectangle 2">
            <a:extLst>
              <a:ext uri="{FF2B5EF4-FFF2-40B4-BE49-F238E27FC236}">
                <a16:creationId xmlns:a16="http://schemas.microsoft.com/office/drawing/2014/main" id="{62558D90-8CA8-4F16-A6C4-3F37608C450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0836" name="Rectangle 3">
            <a:extLst>
              <a:ext uri="{FF2B5EF4-FFF2-40B4-BE49-F238E27FC236}">
                <a16:creationId xmlns:a16="http://schemas.microsoft.com/office/drawing/2014/main" id="{87E4D024-6FA4-4D6B-903C-7C347FA170D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7">
            <a:extLst>
              <a:ext uri="{FF2B5EF4-FFF2-40B4-BE49-F238E27FC236}">
                <a16:creationId xmlns:a16="http://schemas.microsoft.com/office/drawing/2014/main" id="{12713C8E-F06D-48F7-9A44-14B868B44EB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AEE641A-9D92-4373-A5E0-4C11D51957E7}" type="slidenum">
              <a:rPr lang="en-US" altLang="en-US">
                <a:latin typeface="Helvetica" panose="020B0604020202020204" pitchFamily="34" charset="0"/>
              </a:rPr>
              <a:pPr/>
              <a:t>25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21859" name="Rectangle 2">
            <a:extLst>
              <a:ext uri="{FF2B5EF4-FFF2-40B4-BE49-F238E27FC236}">
                <a16:creationId xmlns:a16="http://schemas.microsoft.com/office/drawing/2014/main" id="{4E7ACE6D-059D-483A-A103-CE92675F2B3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1860" name="Rectangle 3">
            <a:extLst>
              <a:ext uri="{FF2B5EF4-FFF2-40B4-BE49-F238E27FC236}">
                <a16:creationId xmlns:a16="http://schemas.microsoft.com/office/drawing/2014/main" id="{9E07AD1A-894F-44C2-B8F0-559D0E99B6D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7">
            <a:extLst>
              <a:ext uri="{FF2B5EF4-FFF2-40B4-BE49-F238E27FC236}">
                <a16:creationId xmlns:a16="http://schemas.microsoft.com/office/drawing/2014/main" id="{9A2A9F0C-8B1F-4324-A783-5596BAC59F6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5959CA7-2AF4-41B1-8F12-DE232B007B07}" type="slidenum">
              <a:rPr lang="en-US" altLang="en-US">
                <a:latin typeface="Helvetica" panose="020B0604020202020204" pitchFamily="34" charset="0"/>
              </a:rPr>
              <a:pPr/>
              <a:t>26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22883" name="Rectangle 2">
            <a:extLst>
              <a:ext uri="{FF2B5EF4-FFF2-40B4-BE49-F238E27FC236}">
                <a16:creationId xmlns:a16="http://schemas.microsoft.com/office/drawing/2014/main" id="{A495CF2E-10C4-49A6-B353-620534988C9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884" name="Rectangle 3">
            <a:extLst>
              <a:ext uri="{FF2B5EF4-FFF2-40B4-BE49-F238E27FC236}">
                <a16:creationId xmlns:a16="http://schemas.microsoft.com/office/drawing/2014/main" id="{04D12019-D120-4BCE-9EFE-1883EE02D94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7">
            <a:extLst>
              <a:ext uri="{FF2B5EF4-FFF2-40B4-BE49-F238E27FC236}">
                <a16:creationId xmlns:a16="http://schemas.microsoft.com/office/drawing/2014/main" id="{53451A08-37D6-4065-ADF9-DCFC5E7F544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EF6A302-414C-4CF1-ABBB-AF2CB72D9427}" type="slidenum">
              <a:rPr lang="en-US" altLang="en-US">
                <a:latin typeface="Helvetica" panose="020B0604020202020204" pitchFamily="34" charset="0"/>
              </a:rPr>
              <a:pPr/>
              <a:t>27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23907" name="Rectangle 2">
            <a:extLst>
              <a:ext uri="{FF2B5EF4-FFF2-40B4-BE49-F238E27FC236}">
                <a16:creationId xmlns:a16="http://schemas.microsoft.com/office/drawing/2014/main" id="{D5FEAE45-D480-4553-9BB5-5A0507ABE53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3908" name="Rectangle 3">
            <a:extLst>
              <a:ext uri="{FF2B5EF4-FFF2-40B4-BE49-F238E27FC236}">
                <a16:creationId xmlns:a16="http://schemas.microsoft.com/office/drawing/2014/main" id="{7B30AC3E-C36C-4606-A8DA-4C89455DB7E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7">
            <a:extLst>
              <a:ext uri="{FF2B5EF4-FFF2-40B4-BE49-F238E27FC236}">
                <a16:creationId xmlns:a16="http://schemas.microsoft.com/office/drawing/2014/main" id="{F3964CCA-B0C6-4BC4-9C47-2A0B624ED58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D4AC478-933A-4CBB-A14C-170BD7B7A37D}" type="slidenum">
              <a:rPr lang="en-US" altLang="en-US">
                <a:latin typeface="Helvetica" panose="020B0604020202020204" pitchFamily="34" charset="0"/>
              </a:rPr>
              <a:pPr/>
              <a:t>28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24931" name="Rectangle 2">
            <a:extLst>
              <a:ext uri="{FF2B5EF4-FFF2-40B4-BE49-F238E27FC236}">
                <a16:creationId xmlns:a16="http://schemas.microsoft.com/office/drawing/2014/main" id="{5BA5CE0E-B27A-4856-9DE3-4E3B5F08553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2" name="Rectangle 3">
            <a:extLst>
              <a:ext uri="{FF2B5EF4-FFF2-40B4-BE49-F238E27FC236}">
                <a16:creationId xmlns:a16="http://schemas.microsoft.com/office/drawing/2014/main" id="{F3BEEA9A-3ADC-4256-823F-620A5A5D3EF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7">
            <a:extLst>
              <a:ext uri="{FF2B5EF4-FFF2-40B4-BE49-F238E27FC236}">
                <a16:creationId xmlns:a16="http://schemas.microsoft.com/office/drawing/2014/main" id="{B7F14923-ACFB-4915-B395-086C762B82E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6B647AF-E822-4E57-BBE1-148D84FF4D7D}" type="slidenum">
              <a:rPr lang="en-US" altLang="en-US">
                <a:latin typeface="Helvetica" panose="020B0604020202020204" pitchFamily="34" charset="0"/>
              </a:rPr>
              <a:pPr/>
              <a:t>29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25955" name="Rectangle 2">
            <a:extLst>
              <a:ext uri="{FF2B5EF4-FFF2-40B4-BE49-F238E27FC236}">
                <a16:creationId xmlns:a16="http://schemas.microsoft.com/office/drawing/2014/main" id="{87E30E3B-E975-4CB0-A0C9-8AAF2DFCC0B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5956" name="Rectangle 3">
            <a:extLst>
              <a:ext uri="{FF2B5EF4-FFF2-40B4-BE49-F238E27FC236}">
                <a16:creationId xmlns:a16="http://schemas.microsoft.com/office/drawing/2014/main" id="{5C53E0C4-D20D-4178-B4B6-479C700AF88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7">
            <a:extLst>
              <a:ext uri="{FF2B5EF4-FFF2-40B4-BE49-F238E27FC236}">
                <a16:creationId xmlns:a16="http://schemas.microsoft.com/office/drawing/2014/main" id="{C389213D-C1B2-4D5F-A81C-61550948760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CCD4250-8549-41EB-B8CE-11C2FE70C1AD}" type="slidenum">
              <a:rPr lang="en-US" altLang="en-US">
                <a:latin typeface="Helvetica" panose="020B0604020202020204" pitchFamily="34" charset="0"/>
              </a:rPr>
              <a:pPr/>
              <a:t>30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26979" name="Rectangle 2">
            <a:extLst>
              <a:ext uri="{FF2B5EF4-FFF2-40B4-BE49-F238E27FC236}">
                <a16:creationId xmlns:a16="http://schemas.microsoft.com/office/drawing/2014/main" id="{FE9DAFE2-DC1F-4D1E-B399-6B86FC7E2D2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6980" name="Rectangle 3">
            <a:extLst>
              <a:ext uri="{FF2B5EF4-FFF2-40B4-BE49-F238E27FC236}">
                <a16:creationId xmlns:a16="http://schemas.microsoft.com/office/drawing/2014/main" id="{091DFE67-CF76-4428-8F44-8818B6CA45C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7">
            <a:extLst>
              <a:ext uri="{FF2B5EF4-FFF2-40B4-BE49-F238E27FC236}">
                <a16:creationId xmlns:a16="http://schemas.microsoft.com/office/drawing/2014/main" id="{ED0B62DC-CB08-44D1-BC03-AEB34D5AEA0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6663A73F-90DC-456E-8045-F336DF30EDE6}" type="slidenum">
              <a:rPr lang="en-US" altLang="en-US">
                <a:latin typeface="Helvetica" panose="020B0604020202020204" pitchFamily="34" charset="0"/>
              </a:rPr>
              <a:pPr/>
              <a:t>31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28003" name="Rectangle 2">
            <a:extLst>
              <a:ext uri="{FF2B5EF4-FFF2-40B4-BE49-F238E27FC236}">
                <a16:creationId xmlns:a16="http://schemas.microsoft.com/office/drawing/2014/main" id="{0845853C-5FA1-4025-BED7-C0AB0146FBA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8004" name="Rectangle 3">
            <a:extLst>
              <a:ext uri="{FF2B5EF4-FFF2-40B4-BE49-F238E27FC236}">
                <a16:creationId xmlns:a16="http://schemas.microsoft.com/office/drawing/2014/main" id="{00CAEAE0-BD27-4E21-A6F6-851C82C8742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7">
            <a:extLst>
              <a:ext uri="{FF2B5EF4-FFF2-40B4-BE49-F238E27FC236}">
                <a16:creationId xmlns:a16="http://schemas.microsoft.com/office/drawing/2014/main" id="{CA637A56-6863-41EE-AA0A-373A6CE79C0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B5DB225-437D-47A1-AC86-C348FBB6B5C2}" type="slidenum">
              <a:rPr lang="en-US" altLang="en-US">
                <a:latin typeface="Helvetica" panose="020B0604020202020204" pitchFamily="34" charset="0"/>
              </a:rPr>
              <a:pPr/>
              <a:t>32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29027" name="Rectangle 2">
            <a:extLst>
              <a:ext uri="{FF2B5EF4-FFF2-40B4-BE49-F238E27FC236}">
                <a16:creationId xmlns:a16="http://schemas.microsoft.com/office/drawing/2014/main" id="{866B417B-93D6-4ED8-B9CC-B9C6B0EAE8B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9028" name="Rectangle 3">
            <a:extLst>
              <a:ext uri="{FF2B5EF4-FFF2-40B4-BE49-F238E27FC236}">
                <a16:creationId xmlns:a16="http://schemas.microsoft.com/office/drawing/2014/main" id="{CC7CAEC1-5261-4D7B-B4CB-0B9C19BF7C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7">
            <a:extLst>
              <a:ext uri="{FF2B5EF4-FFF2-40B4-BE49-F238E27FC236}">
                <a16:creationId xmlns:a16="http://schemas.microsoft.com/office/drawing/2014/main" id="{87E65574-C17F-4176-AEAD-E10057288D7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BDB658E-05DD-4628-B2EA-452E849C1C28}" type="slidenum">
              <a:rPr lang="en-US" altLang="en-US">
                <a:latin typeface="Helvetica" panose="020B0604020202020204" pitchFamily="34" charset="0"/>
              </a:rPr>
              <a:pPr/>
              <a:t>33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30051" name="Rectangle 2">
            <a:extLst>
              <a:ext uri="{FF2B5EF4-FFF2-40B4-BE49-F238E27FC236}">
                <a16:creationId xmlns:a16="http://schemas.microsoft.com/office/drawing/2014/main" id="{29E3D940-7858-42F4-BFF7-ADDBC0AA9F2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0052" name="Rectangle 3">
            <a:extLst>
              <a:ext uri="{FF2B5EF4-FFF2-40B4-BE49-F238E27FC236}">
                <a16:creationId xmlns:a16="http://schemas.microsoft.com/office/drawing/2014/main" id="{BACAC1CB-C347-4FF6-BB9C-CDBBAF17F72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7">
            <a:extLst>
              <a:ext uri="{FF2B5EF4-FFF2-40B4-BE49-F238E27FC236}">
                <a16:creationId xmlns:a16="http://schemas.microsoft.com/office/drawing/2014/main" id="{DF69C08F-D0B7-4A7F-B4BC-CA12D73A0F7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509B2EB-74E1-4827-890E-11429954D163}" type="slidenum">
              <a:rPr lang="en-US" altLang="en-US">
                <a:latin typeface="Helvetica" panose="020B0604020202020204" pitchFamily="34" charset="0"/>
              </a:rPr>
              <a:pPr/>
              <a:t>34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31075" name="Rectangle 2">
            <a:extLst>
              <a:ext uri="{FF2B5EF4-FFF2-40B4-BE49-F238E27FC236}">
                <a16:creationId xmlns:a16="http://schemas.microsoft.com/office/drawing/2014/main" id="{503BE3B8-8709-416F-955A-C1B867F7227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1076" name="Rectangle 3">
            <a:extLst>
              <a:ext uri="{FF2B5EF4-FFF2-40B4-BE49-F238E27FC236}">
                <a16:creationId xmlns:a16="http://schemas.microsoft.com/office/drawing/2014/main" id="{5E9933E8-7EB8-47B5-A34A-BA868C636AD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>
            <a:extLst>
              <a:ext uri="{FF2B5EF4-FFF2-40B4-BE49-F238E27FC236}">
                <a16:creationId xmlns:a16="http://schemas.microsoft.com/office/drawing/2014/main" id="{2CCE4291-D714-4279-B2A7-8F16FBBE1455}"/>
              </a:ext>
            </a:extLst>
          </p:cNvPr>
          <p:cNvGrpSpPr>
            <a:grpSpLocks/>
          </p:cNvGrpSpPr>
          <p:nvPr/>
        </p:nvGrpSpPr>
        <p:grpSpPr bwMode="auto">
          <a:xfrm>
            <a:off x="198438" y="2960688"/>
            <a:ext cx="8610600" cy="201612"/>
            <a:chOff x="125" y="1865"/>
            <a:chExt cx="5424" cy="127"/>
          </a:xfrm>
        </p:grpSpPr>
        <p:sp>
          <p:nvSpPr>
            <p:cNvPr id="4" name="Rectangle 4">
              <a:extLst>
                <a:ext uri="{FF2B5EF4-FFF2-40B4-BE49-F238E27FC236}">
                  <a16:creationId xmlns:a16="http://schemas.microsoft.com/office/drawing/2014/main" id="{67EC0B7F-4FC3-4478-9027-E8EE05E80D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5" name="Rectangle 5">
              <a:extLst>
                <a:ext uri="{FF2B5EF4-FFF2-40B4-BE49-F238E27FC236}">
                  <a16:creationId xmlns:a16="http://schemas.microsoft.com/office/drawing/2014/main" id="{D2D394CA-65D6-4B9E-8B3A-820F32DF20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3" y="1865"/>
              <a:ext cx="1808" cy="127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6" name="Rectangle 6">
              <a:extLst>
                <a:ext uri="{FF2B5EF4-FFF2-40B4-BE49-F238E27FC236}">
                  <a16:creationId xmlns:a16="http://schemas.microsoft.com/office/drawing/2014/main" id="{DB53706C-F40D-4391-BED3-927BEFA545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1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</p:grpSp>
      <p:sp>
        <p:nvSpPr>
          <p:cNvPr id="7" name="Text Box 7">
            <a:extLst>
              <a:ext uri="{FF2B5EF4-FFF2-40B4-BE49-F238E27FC236}">
                <a16:creationId xmlns:a16="http://schemas.microsoft.com/office/drawing/2014/main" id="{3DBF7E6E-01C9-4F8E-8169-2A534741B1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9700" y="6588125"/>
            <a:ext cx="2713038" cy="2444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336699"/>
                </a:solidFill>
                <a:latin typeface="Helvetica" pitchFamily="-84" charset="0"/>
              </a:rPr>
              <a:t>Silberschatz, Galvin and Gagne ©2018</a:t>
            </a:r>
          </a:p>
        </p:txBody>
      </p:sp>
      <p:sp>
        <p:nvSpPr>
          <p:cNvPr id="8" name="Text Box 8">
            <a:extLst>
              <a:ext uri="{FF2B5EF4-FFF2-40B4-BE49-F238E27FC236}">
                <a16:creationId xmlns:a16="http://schemas.microsoft.com/office/drawing/2014/main" id="{40A712DA-57B7-4C35-AF2D-585D6C4CA1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88" y="6613525"/>
            <a:ext cx="2730500" cy="2460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336699"/>
                </a:solidFill>
                <a:latin typeface="Helvetica" pitchFamily="-84" charset="0"/>
              </a:rPr>
              <a:t>Operating System Concepts – 10</a:t>
            </a:r>
            <a:r>
              <a:rPr lang="en-US" altLang="en-US" sz="1000" b="1" baseline="30000" dirty="0">
                <a:solidFill>
                  <a:srgbClr val="336699"/>
                </a:solidFill>
                <a:latin typeface="Helvetica" pitchFamily="-84" charset="0"/>
              </a:rPr>
              <a:t>th</a:t>
            </a:r>
            <a:r>
              <a:rPr lang="en-US" altLang="en-US" sz="1000" b="1" dirty="0">
                <a:solidFill>
                  <a:srgbClr val="336699"/>
                </a:solidFill>
                <a:latin typeface="Helvetica" pitchFamily="-84" charset="0"/>
              </a:rPr>
              <a:t> Edition</a:t>
            </a:r>
          </a:p>
        </p:txBody>
      </p:sp>
      <p:pic>
        <p:nvPicPr>
          <p:cNvPr id="9" name="Picture 9" descr="dino_4">
            <a:extLst>
              <a:ext uri="{FF2B5EF4-FFF2-40B4-BE49-F238E27FC236}">
                <a16:creationId xmlns:a16="http://schemas.microsoft.com/office/drawing/2014/main" id="{23FF6E01-B082-4987-9C4A-C0A440FA87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0738" y="4157663"/>
            <a:ext cx="2062162" cy="1593850"/>
          </a:xfrm>
          <a:prstGeom prst="rect">
            <a:avLst/>
          </a:prstGeom>
          <a:noFill/>
          <a:ln w="76200">
            <a:solidFill>
              <a:srgbClr val="3366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10">
            <a:extLst>
              <a:ext uri="{FF2B5EF4-FFF2-40B4-BE49-F238E27FC236}">
                <a16:creationId xmlns:a16="http://schemas.microsoft.com/office/drawing/2014/main" id="{F35C5DFA-BB79-4089-88B7-D92F5341E6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4213" y="4006850"/>
            <a:ext cx="2336800" cy="1887538"/>
          </a:xfrm>
          <a:prstGeom prst="rect">
            <a:avLst/>
          </a:prstGeom>
          <a:noFill/>
          <a:ln w="57150" cmpd="thinThick">
            <a:solidFill>
              <a:srgbClr val="66CCFF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525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685800"/>
            <a:ext cx="7772400" cy="2127250"/>
          </a:xfrm>
        </p:spPr>
        <p:txBody>
          <a:bodyPr/>
          <a:lstStyle>
            <a:lvl1pPr>
              <a:defRPr sz="43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884592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098480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975132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06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97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035694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557351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457589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42761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885204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569064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89334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91338" y="277813"/>
            <a:ext cx="2144712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281738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723325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ino_3">
            <a:extLst>
              <a:ext uri="{FF2B5EF4-FFF2-40B4-BE49-F238E27FC236}">
                <a16:creationId xmlns:a16="http://schemas.microsoft.com/office/drawing/2014/main" id="{1AB84DD3-4A46-4765-841C-BF9DFC0870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" y="0"/>
            <a:ext cx="1195388" cy="90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3">
            <a:extLst>
              <a:ext uri="{FF2B5EF4-FFF2-40B4-BE49-F238E27FC236}">
                <a16:creationId xmlns:a16="http://schemas.microsoft.com/office/drawing/2014/main" id="{8B8B9C40-FB55-4BC1-9678-A5A9E978A91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33853"/>
            <a:ext cx="8229600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title style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9E491697-DEDE-4F27-95FC-692C936D7A5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06450" y="1233488"/>
            <a:ext cx="7727950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E35AC41D-CD6D-4AA1-A267-3D1BBA2D38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itchFamily="18" charset="0"/>
            </a:endParaRPr>
          </a:p>
        </p:txBody>
      </p:sp>
      <p:sp>
        <p:nvSpPr>
          <p:cNvPr id="1030" name="Line 6">
            <a:extLst>
              <a:ext uri="{FF2B5EF4-FFF2-40B4-BE49-F238E27FC236}">
                <a16:creationId xmlns:a16="http://schemas.microsoft.com/office/drawing/2014/main" id="{82C41C68-24EF-44DE-8ADF-448757180CE8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860425"/>
            <a:ext cx="8077200" cy="0"/>
          </a:xfrm>
          <a:prstGeom prst="line">
            <a:avLst/>
          </a:prstGeom>
          <a:noFill/>
          <a:ln w="19050">
            <a:solidFill>
              <a:srgbClr val="336699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4DE0286C-F756-496E-ABEB-5613EE2364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86000"/>
            <a:ext cx="228600" cy="2286000"/>
          </a:xfrm>
          <a:prstGeom prst="rect">
            <a:avLst/>
          </a:prstGeom>
          <a:solidFill>
            <a:srgbClr val="99CCFF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itchFamily="18" charset="0"/>
            </a:endParaRPr>
          </a:p>
        </p:txBody>
      </p:sp>
      <p:sp>
        <p:nvSpPr>
          <p:cNvPr id="1032" name="Rectangle 8">
            <a:extLst>
              <a:ext uri="{FF2B5EF4-FFF2-40B4-BE49-F238E27FC236}">
                <a16:creationId xmlns:a16="http://schemas.microsoft.com/office/drawing/2014/main" id="{18630376-BF82-4C11-BC51-C4D2919A3E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itchFamily="18" charset="0"/>
            </a:endParaRPr>
          </a:p>
        </p:txBody>
      </p:sp>
      <p:sp>
        <p:nvSpPr>
          <p:cNvPr id="1033" name="Text Box 9">
            <a:extLst>
              <a:ext uri="{FF2B5EF4-FFF2-40B4-BE49-F238E27FC236}">
                <a16:creationId xmlns:a16="http://schemas.microsoft.com/office/drawing/2014/main" id="{7051F425-51BF-47D4-98B0-661C9EA674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6088" y="6613525"/>
            <a:ext cx="447675" cy="2460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1000" b="1">
                <a:solidFill>
                  <a:srgbClr val="006699"/>
                </a:solidFill>
                <a:latin typeface="Helvetica" panose="020B0604020202020204" pitchFamily="34" charset="0"/>
              </a:rPr>
              <a:t>9.</a:t>
            </a:r>
            <a:fld id="{A1B636A9-AB21-4ABC-8AA3-56D421424B49}" type="slidenum">
              <a:rPr lang="en-US" altLang="en-US" sz="1000" b="1">
                <a:solidFill>
                  <a:srgbClr val="006699"/>
                </a:solidFill>
                <a:latin typeface="Helvetica" panose="020B0604020202020204" pitchFamily="34" charset="0"/>
              </a:rPr>
              <a:pPr algn="ctr">
                <a:spcBef>
                  <a:spcPct val="50000"/>
                </a:spcBef>
              </a:pPr>
              <a:t>‹#›</a:t>
            </a:fld>
            <a:endParaRPr lang="en-US" altLang="en-US" sz="1000" b="1">
              <a:solidFill>
                <a:srgbClr val="006699"/>
              </a:solidFill>
              <a:latin typeface="Helvetica" panose="020B0604020202020204" pitchFamily="34" charset="0"/>
            </a:endParaRPr>
          </a:p>
        </p:txBody>
      </p:sp>
      <p:sp>
        <p:nvSpPr>
          <p:cNvPr id="1034" name="Text Box 10">
            <a:extLst>
              <a:ext uri="{FF2B5EF4-FFF2-40B4-BE49-F238E27FC236}">
                <a16:creationId xmlns:a16="http://schemas.microsoft.com/office/drawing/2014/main" id="{6623C3AB-13C0-4491-A41B-99C50D89DE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9700" y="6588125"/>
            <a:ext cx="2713038" cy="2444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6699"/>
                </a:solidFill>
                <a:latin typeface="Helvetica" pitchFamily="-84" charset="0"/>
              </a:rPr>
              <a:t>Silberschatz, Galvin and Gagne ©2018</a:t>
            </a:r>
          </a:p>
        </p:txBody>
      </p:sp>
      <p:sp>
        <p:nvSpPr>
          <p:cNvPr id="1035" name="Text Box 11">
            <a:extLst>
              <a:ext uri="{FF2B5EF4-FFF2-40B4-BE49-F238E27FC236}">
                <a16:creationId xmlns:a16="http://schemas.microsoft.com/office/drawing/2014/main" id="{8853500B-FBC1-47E1-B755-E9D8F229BA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738" y="6621463"/>
            <a:ext cx="2730500" cy="24606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6699"/>
                </a:solidFill>
                <a:latin typeface="Helvetica" pitchFamily="-84" charset="0"/>
              </a:rPr>
              <a:t>Operating System Concepts – 10</a:t>
            </a:r>
            <a:r>
              <a:rPr lang="en-US" altLang="en-US" sz="1000" b="1" baseline="30000" dirty="0">
                <a:solidFill>
                  <a:srgbClr val="006699"/>
                </a:solidFill>
                <a:latin typeface="Helvetica" pitchFamily="-84" charset="0"/>
              </a:rPr>
              <a:t>th</a:t>
            </a:r>
            <a:r>
              <a:rPr lang="en-US" altLang="en-US" sz="1000" b="1" dirty="0">
                <a:solidFill>
                  <a:srgbClr val="006699"/>
                </a:solidFill>
                <a:latin typeface="Helvetica" pitchFamily="-84" charset="0"/>
              </a:rPr>
              <a:t> Edition</a:t>
            </a:r>
          </a:p>
        </p:txBody>
      </p:sp>
      <p:pic>
        <p:nvPicPr>
          <p:cNvPr id="1036" name="Picture 12" descr="dino_6">
            <a:extLst>
              <a:ext uri="{FF2B5EF4-FFF2-40B4-BE49-F238E27FC236}">
                <a16:creationId xmlns:a16="http://schemas.microsoft.com/office/drawing/2014/main" id="{E96BDB3D-3FA1-40ED-87F9-5B98734506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3988" y="5849938"/>
            <a:ext cx="1284287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143" r:id="rId1"/>
    <p:sldLayoutId id="2147484133" r:id="rId2"/>
    <p:sldLayoutId id="2147484134" r:id="rId3"/>
    <p:sldLayoutId id="2147484135" r:id="rId4"/>
    <p:sldLayoutId id="2147484136" r:id="rId5"/>
    <p:sldLayoutId id="2147484137" r:id="rId6"/>
    <p:sldLayoutId id="2147484138" r:id="rId7"/>
    <p:sldLayoutId id="2147484139" r:id="rId8"/>
    <p:sldLayoutId id="2147484140" r:id="rId9"/>
    <p:sldLayoutId id="2147484141" r:id="rId10"/>
    <p:sldLayoutId id="2147484142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+mj-lt"/>
          <a:ea typeface="MS PGothic" pitchFamily="34" charset="-128"/>
          <a:cs typeface="ＭＳ Ｐゴシック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rgbClr val="993300"/>
        </a:buClr>
        <a:buSzPct val="110000"/>
        <a:buFont typeface="Wingdings" panose="05000000000000000000" pitchFamily="2" charset="2"/>
        <a:buChar char="§"/>
        <a:defRPr kumimoji="1">
          <a:solidFill>
            <a:schemeClr val="tx1"/>
          </a:solidFill>
          <a:latin typeface="+mn-lt"/>
          <a:ea typeface="MS PGothic" pitchFamily="34" charset="-128"/>
          <a:cs typeface="ＭＳ Ｐゴシック" charset="-128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rgbClr val="CC6600"/>
        </a:buClr>
        <a:buSzPct val="110000"/>
        <a:buFont typeface="Arial" panose="020B0604020202020204" pitchFamily="34" charset="0"/>
        <a:buChar char="•"/>
        <a:defRPr kumimoji="1">
          <a:solidFill>
            <a:schemeClr val="tx1"/>
          </a:solidFill>
          <a:latin typeface="+mn-lt"/>
          <a:ea typeface="MS PGothic" pitchFamily="34" charset="-128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009900"/>
        </a:buClr>
        <a:buSzPct val="75000"/>
        <a:buFont typeface="Webdings" panose="05030102010509060703" pitchFamily="18" charset="2"/>
        <a:buChar char="4"/>
        <a:defRPr kumimoji="1">
          <a:solidFill>
            <a:schemeClr val="tx1"/>
          </a:solidFill>
          <a:latin typeface="+mn-lt"/>
          <a:ea typeface="MS PGothic" pitchFamily="34" charset="-128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SzPct val="75000"/>
        <a:buChar char="–"/>
        <a:defRPr kumimoji="1">
          <a:solidFill>
            <a:schemeClr val="tx1"/>
          </a:solidFill>
          <a:latin typeface="+mn-lt"/>
          <a:ea typeface="MS PGothic" pitchFamily="34" charset="-128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itchFamily="34" charset="-128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8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079997BE-9BB1-4138-B224-8F7553DD5026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793750"/>
            <a:ext cx="7772400" cy="2128838"/>
          </a:xfrm>
        </p:spPr>
        <p:txBody>
          <a:bodyPr/>
          <a:lstStyle/>
          <a:p>
            <a:pPr eaLnBrk="1" hangingPunct="1"/>
            <a:r>
              <a:rPr lang="en-US" altLang="en-US"/>
              <a:t>Chapter 9:  Main Memory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050">
            <a:extLst>
              <a:ext uri="{FF2B5EF4-FFF2-40B4-BE49-F238E27FC236}">
                <a16:creationId xmlns:a16="http://schemas.microsoft.com/office/drawing/2014/main" id="{81EB7566-C4A8-46A0-8405-B237E98989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47880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Memory Protection</a:t>
            </a:r>
          </a:p>
        </p:txBody>
      </p:sp>
      <p:sp>
        <p:nvSpPr>
          <p:cNvPr id="37891" name="Rectangle 2051">
            <a:extLst>
              <a:ext uri="{FF2B5EF4-FFF2-40B4-BE49-F238E27FC236}">
                <a16:creationId xmlns:a16="http://schemas.microsoft.com/office/drawing/2014/main" id="{243E4155-B2C5-48A3-9386-D371D820EF9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0425" y="1157288"/>
            <a:ext cx="7651102" cy="4468812"/>
          </a:xfrm>
        </p:spPr>
        <p:txBody>
          <a:bodyPr/>
          <a:lstStyle/>
          <a:p>
            <a:r>
              <a:rPr lang="en-US" altLang="en-US" dirty="0"/>
              <a:t>Memory protection implemented by associating protection bit with each frame to indicate if read-only or read-write access is allowed</a:t>
            </a:r>
          </a:p>
          <a:p>
            <a:pPr lvl="1"/>
            <a:r>
              <a:rPr lang="en-US" altLang="en-US" dirty="0"/>
              <a:t>Can also add more bits to indicate page execute-only, and so on</a:t>
            </a:r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Valid-invalid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bit attached to each entry in the page table:</a:t>
            </a:r>
          </a:p>
          <a:p>
            <a:pPr lvl="1"/>
            <a:r>
              <a:rPr lang="ja-JP" altLang="en-US" dirty="0"/>
              <a:t>“</a:t>
            </a:r>
            <a:r>
              <a:rPr lang="en-US" altLang="ja-JP" dirty="0"/>
              <a:t>valid</a:t>
            </a:r>
            <a:r>
              <a:rPr lang="ja-JP" altLang="en-US" dirty="0"/>
              <a:t>”</a:t>
            </a:r>
            <a:r>
              <a:rPr lang="en-US" altLang="ja-JP" dirty="0"/>
              <a:t> indicates that the associated page is in the process</a:t>
            </a:r>
            <a:r>
              <a:rPr lang="ja-JP" altLang="en-US" dirty="0"/>
              <a:t>’</a:t>
            </a:r>
            <a:r>
              <a:rPr lang="en-US" altLang="ja-JP" dirty="0"/>
              <a:t> logical address space, and is thus a legal page</a:t>
            </a:r>
          </a:p>
          <a:p>
            <a:pPr lvl="1"/>
            <a:r>
              <a:rPr lang="ja-JP" altLang="en-US" dirty="0"/>
              <a:t>“</a:t>
            </a:r>
            <a:r>
              <a:rPr lang="en-US" altLang="ja-JP" dirty="0"/>
              <a:t>invalid</a:t>
            </a:r>
            <a:r>
              <a:rPr lang="ja-JP" altLang="en-US" dirty="0"/>
              <a:t>”</a:t>
            </a:r>
            <a:r>
              <a:rPr lang="en-US" altLang="ja-JP" dirty="0"/>
              <a:t> indicates that the page is not in the process</a:t>
            </a:r>
            <a:r>
              <a:rPr lang="ja-JP" altLang="en-US" dirty="0"/>
              <a:t>’</a:t>
            </a:r>
            <a:r>
              <a:rPr lang="en-US" altLang="ja-JP" dirty="0"/>
              <a:t> logical address space</a:t>
            </a:r>
          </a:p>
          <a:p>
            <a:pPr lvl="1"/>
            <a:r>
              <a:rPr lang="en-US" altLang="en-US" dirty="0"/>
              <a:t>Or use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page-table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length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register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PTLR</a:t>
            </a:r>
            <a:r>
              <a:rPr lang="en-US" altLang="en-US" dirty="0"/>
              <a:t>)</a:t>
            </a:r>
          </a:p>
          <a:p>
            <a:r>
              <a:rPr lang="en-US" altLang="en-US" dirty="0"/>
              <a:t>Any violations result in a trap to the kernel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6145B4E6-5DED-4B37-B9F1-D64E18F15ED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09127" y="-95603"/>
            <a:ext cx="8112611" cy="903288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Valid (v) or Invalid (i) Bit In A Page Table</a:t>
            </a:r>
          </a:p>
        </p:txBody>
      </p:sp>
      <p:pic>
        <p:nvPicPr>
          <p:cNvPr id="38915" name="Picture 5">
            <a:extLst>
              <a:ext uri="{FF2B5EF4-FFF2-40B4-BE49-F238E27FC236}">
                <a16:creationId xmlns:a16="http://schemas.microsoft.com/office/drawing/2014/main" id="{51286D0E-48B1-4A77-B77D-2A6859C884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2500" y="1252538"/>
            <a:ext cx="5099050" cy="442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B921CA97-CF77-4743-9E98-4A047BEE33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47880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Shared Pages</a:t>
            </a:r>
          </a:p>
        </p:txBody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D36A1277-493F-4EAE-9460-2793BEE1980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02433" y="1113421"/>
            <a:ext cx="7734788" cy="4483100"/>
          </a:xfrm>
        </p:spPr>
        <p:txBody>
          <a:bodyPr/>
          <a:lstStyle/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Shared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code</a:t>
            </a:r>
          </a:p>
          <a:p>
            <a:pPr lvl="1"/>
            <a:r>
              <a:rPr lang="en-US" altLang="en-US" dirty="0"/>
              <a:t>One copy of read-only 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reentrant</a:t>
            </a:r>
            <a:r>
              <a:rPr lang="en-US" altLang="en-US" dirty="0"/>
              <a:t>) code shared among processes (i.e., text editors, compilers, window systems)</a:t>
            </a:r>
          </a:p>
          <a:p>
            <a:pPr lvl="1"/>
            <a:r>
              <a:rPr lang="en-US" altLang="en-US" dirty="0"/>
              <a:t>Similar to multiple threads sharing the same process space</a:t>
            </a:r>
          </a:p>
          <a:p>
            <a:pPr lvl="1"/>
            <a:r>
              <a:rPr lang="en-US" altLang="en-US" dirty="0"/>
              <a:t>Also useful for interprocess communication if sharing of read-write pages is allowed</a:t>
            </a:r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Private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code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and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data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</a:p>
          <a:p>
            <a:pPr lvl="1"/>
            <a:r>
              <a:rPr lang="en-US" altLang="en-US" dirty="0"/>
              <a:t>Each process keeps a separate copy of the code and data</a:t>
            </a:r>
          </a:p>
          <a:p>
            <a:pPr lvl="1"/>
            <a:r>
              <a:rPr lang="en-US" altLang="en-US" dirty="0"/>
              <a:t>The pages for the private code and data can appear anywhere in the logical address space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5518330E-1EFB-4794-938C-DE2C8EE941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82663" y="245093"/>
            <a:ext cx="7704137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Shared Pages Example</a:t>
            </a:r>
            <a:endParaRPr lang="en-US" altLang="en-US" sz="2400" dirty="0"/>
          </a:p>
        </p:txBody>
      </p:sp>
      <p:pic>
        <p:nvPicPr>
          <p:cNvPr id="40963" name="Picture 5" descr="W:\os-book\OS10\slide-dir\os-figures\9_14.jpg">
            <a:extLst>
              <a:ext uri="{FF2B5EF4-FFF2-40B4-BE49-F238E27FC236}">
                <a16:creationId xmlns:a16="http://schemas.microsoft.com/office/drawing/2014/main" id="{8CF5A6BC-36FF-41D3-9A9A-0B6C47B071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0313" y="1212850"/>
            <a:ext cx="3973512" cy="433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E1523499-02A6-403C-B92E-2686134FCA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20700" y="247880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Structure of the Page Table</a:t>
            </a:r>
          </a:p>
        </p:txBody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861A38E1-D15D-4FD3-BA70-E6E5B690F31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11763" y="1227138"/>
            <a:ext cx="7697755" cy="4483100"/>
          </a:xfrm>
        </p:spPr>
        <p:txBody>
          <a:bodyPr/>
          <a:lstStyle/>
          <a:p>
            <a:r>
              <a:rPr lang="en-US" altLang="en-US" dirty="0"/>
              <a:t>Memory structures for paging can get huge using straight-forward methods</a:t>
            </a:r>
          </a:p>
          <a:p>
            <a:pPr lvl="1"/>
            <a:r>
              <a:rPr lang="en-US" altLang="en-US" dirty="0"/>
              <a:t>Consider a 32-bit logical address space as on modern computers</a:t>
            </a:r>
          </a:p>
          <a:p>
            <a:pPr lvl="1"/>
            <a:r>
              <a:rPr lang="en-US" altLang="en-US" dirty="0"/>
              <a:t>Page size of 4 KB (2</a:t>
            </a:r>
            <a:r>
              <a:rPr lang="en-US" altLang="en-US" baseline="30000" dirty="0"/>
              <a:t>12</a:t>
            </a:r>
            <a:r>
              <a:rPr lang="en-US" altLang="en-US" dirty="0"/>
              <a:t>)</a:t>
            </a:r>
          </a:p>
          <a:p>
            <a:pPr lvl="1"/>
            <a:r>
              <a:rPr lang="en-US" altLang="en-US" dirty="0"/>
              <a:t>Page table would have 1 million entries (2</a:t>
            </a:r>
            <a:r>
              <a:rPr lang="en-US" altLang="en-US" baseline="30000" dirty="0"/>
              <a:t>32</a:t>
            </a:r>
            <a:r>
              <a:rPr lang="en-US" altLang="en-US" dirty="0"/>
              <a:t> / 2</a:t>
            </a:r>
            <a:r>
              <a:rPr lang="en-US" altLang="en-US" baseline="30000" dirty="0"/>
              <a:t>12</a:t>
            </a:r>
            <a:r>
              <a:rPr lang="en-US" altLang="en-US" dirty="0"/>
              <a:t>)</a:t>
            </a:r>
          </a:p>
          <a:p>
            <a:pPr lvl="1"/>
            <a:r>
              <a:rPr lang="en-US" altLang="en-US" dirty="0"/>
              <a:t>If each entry is 4 bytes </a:t>
            </a:r>
            <a:r>
              <a:rPr lang="en-US" altLang="en-US" dirty="0">
                <a:sym typeface="Wingdings" panose="05000000000000000000" pitchFamily="2" charset="2"/>
              </a:rPr>
              <a:t></a:t>
            </a:r>
            <a:r>
              <a:rPr lang="en-US" altLang="en-US" dirty="0"/>
              <a:t> each process 4 MB of physical address space for the  page table alone</a:t>
            </a:r>
          </a:p>
          <a:p>
            <a:pPr lvl="2"/>
            <a:r>
              <a:rPr lang="en-US" altLang="en-US" dirty="0"/>
              <a:t>Don</a:t>
            </a:r>
            <a:r>
              <a:rPr lang="ja-JP" altLang="en-US" dirty="0"/>
              <a:t>’</a:t>
            </a:r>
            <a:r>
              <a:rPr lang="en-US" altLang="ja-JP" dirty="0"/>
              <a:t>t want to allocate that contiguously in main memory</a:t>
            </a:r>
          </a:p>
          <a:p>
            <a:pPr lvl="1"/>
            <a:r>
              <a:rPr lang="en-US" altLang="en-US" dirty="0"/>
              <a:t>One simple solution is to divide the page table into smaller units</a:t>
            </a:r>
          </a:p>
          <a:p>
            <a:pPr lvl="2"/>
            <a:r>
              <a:rPr lang="en-US" altLang="en-US" dirty="0"/>
              <a:t>Hierarchical Paging</a:t>
            </a:r>
          </a:p>
          <a:p>
            <a:pPr lvl="2"/>
            <a:r>
              <a:rPr lang="en-US" altLang="en-US" dirty="0"/>
              <a:t>Hashed Page Tables</a:t>
            </a:r>
          </a:p>
          <a:p>
            <a:pPr lvl="2"/>
            <a:r>
              <a:rPr lang="en-US" altLang="en-US" dirty="0"/>
              <a:t>Inverted Page Tables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E5ECC631-B67D-4C84-91B9-1CB22DA15ED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73075" y="232005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Hierarchical Page Tables</a:t>
            </a:r>
          </a:p>
        </p:txBody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9C6AC61F-C673-44E2-9D0D-2FBC263F82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9755" y="1131888"/>
            <a:ext cx="7489858" cy="1096962"/>
          </a:xfrm>
        </p:spPr>
        <p:txBody>
          <a:bodyPr/>
          <a:lstStyle/>
          <a:p>
            <a:r>
              <a:rPr lang="en-US" altLang="en-US" dirty="0"/>
              <a:t>Break up the logical address space into multiple page tables</a:t>
            </a:r>
          </a:p>
          <a:p>
            <a:r>
              <a:rPr lang="en-US" altLang="en-US" dirty="0"/>
              <a:t>A simple technique is a two-level page table</a:t>
            </a:r>
          </a:p>
          <a:p>
            <a:r>
              <a:rPr lang="en-US" altLang="en-US" dirty="0"/>
              <a:t>We then page the page table</a:t>
            </a:r>
          </a:p>
        </p:txBody>
      </p:sp>
      <p:pic>
        <p:nvPicPr>
          <p:cNvPr id="43012" name="Picture 4" descr="8">
            <a:extLst>
              <a:ext uri="{FF2B5EF4-FFF2-40B4-BE49-F238E27FC236}">
                <a16:creationId xmlns:a16="http://schemas.microsoft.com/office/drawing/2014/main" id="{68A9E96F-FF85-481A-9476-DF391FB2B7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1800" y="2376488"/>
            <a:ext cx="3578225" cy="378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1319ECB7-9550-4722-A785-B672C25C69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55675" y="236379"/>
            <a:ext cx="7762875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Two-Level Paging Example</a:t>
            </a:r>
          </a:p>
        </p:txBody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1EEF2C6C-3F02-4E7D-8B00-6261CF45E7F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49087" y="1085850"/>
            <a:ext cx="7679093" cy="5146675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A logical address (on 32-bit machine with 4K page size) is divided into:</a:t>
            </a:r>
          </a:p>
          <a:p>
            <a:pPr marL="627063" lvl="1">
              <a:lnSpc>
                <a:spcPct val="90000"/>
              </a:lnSpc>
            </a:pPr>
            <a:r>
              <a:rPr lang="en-US" altLang="en-US" dirty="0"/>
              <a:t>a page number consisting of 20 bits</a:t>
            </a:r>
          </a:p>
          <a:p>
            <a:pPr marL="627063" lvl="1">
              <a:lnSpc>
                <a:spcPct val="90000"/>
              </a:lnSpc>
            </a:pPr>
            <a:r>
              <a:rPr lang="en-US" altLang="en-US" dirty="0"/>
              <a:t>a page offset consisting of 12 bits</a:t>
            </a:r>
          </a:p>
          <a:p>
            <a:pPr marL="627063" lvl="1">
              <a:lnSpc>
                <a:spcPct val="90000"/>
              </a:lnSpc>
            </a:pPr>
            <a:endParaRPr lang="en-US" altLang="en-US" sz="800" dirty="0"/>
          </a:p>
          <a:p>
            <a:pPr>
              <a:lnSpc>
                <a:spcPct val="90000"/>
              </a:lnSpc>
            </a:pPr>
            <a:r>
              <a:rPr lang="en-US" altLang="en-US" dirty="0"/>
              <a:t>Since the page table is paged, the page number is further divided into:</a:t>
            </a:r>
          </a:p>
          <a:p>
            <a:pPr marL="627063" lvl="1">
              <a:lnSpc>
                <a:spcPct val="90000"/>
              </a:lnSpc>
            </a:pPr>
            <a:r>
              <a:rPr lang="en-US" altLang="en-US" dirty="0"/>
              <a:t>a 10-bit page number </a:t>
            </a:r>
          </a:p>
          <a:p>
            <a:pPr marL="627063" lvl="1">
              <a:lnSpc>
                <a:spcPct val="90000"/>
              </a:lnSpc>
            </a:pPr>
            <a:r>
              <a:rPr lang="en-US" altLang="en-US"/>
              <a:t>a 10-bit </a:t>
            </a:r>
            <a:r>
              <a:rPr lang="en-US" altLang="en-US" dirty="0"/>
              <a:t>page offset</a:t>
            </a:r>
          </a:p>
          <a:p>
            <a:pPr marL="627063" lvl="1">
              <a:lnSpc>
                <a:spcPct val="90000"/>
              </a:lnSpc>
            </a:pPr>
            <a:endParaRPr lang="en-US" altLang="en-US" sz="800" dirty="0"/>
          </a:p>
          <a:p>
            <a:pPr>
              <a:lnSpc>
                <a:spcPct val="90000"/>
              </a:lnSpc>
            </a:pPr>
            <a:r>
              <a:rPr lang="en-US" altLang="en-US" dirty="0"/>
              <a:t>Thus, a logical address is as follows:</a:t>
            </a:r>
            <a:br>
              <a:rPr lang="en-US" altLang="en-US" dirty="0"/>
            </a:br>
            <a:br>
              <a:rPr lang="en-US" altLang="en-US" sz="1600" dirty="0"/>
            </a:br>
            <a:br>
              <a:rPr lang="en-US" altLang="en-US" sz="1600" dirty="0"/>
            </a:br>
            <a:br>
              <a:rPr lang="en-US" altLang="en-US" sz="1600" dirty="0"/>
            </a:br>
            <a:br>
              <a:rPr lang="en-US" altLang="en-US" sz="1600" dirty="0"/>
            </a:br>
            <a:br>
              <a:rPr lang="en-US" altLang="en-US" sz="1600" dirty="0"/>
            </a:br>
            <a:endParaRPr lang="en-US" altLang="en-US" sz="1600" dirty="0"/>
          </a:p>
          <a:p>
            <a:pPr>
              <a:lnSpc>
                <a:spcPct val="90000"/>
              </a:lnSpc>
            </a:pPr>
            <a:r>
              <a:rPr lang="en-US" altLang="en-US" dirty="0"/>
              <a:t>where</a:t>
            </a:r>
            <a:r>
              <a:rPr lang="en-US" altLang="en-US" i="1" dirty="0"/>
              <a:t> p</a:t>
            </a:r>
            <a:r>
              <a:rPr lang="en-US" altLang="en-US" i="1" baseline="-25000" dirty="0"/>
              <a:t>1</a:t>
            </a:r>
            <a:r>
              <a:rPr lang="en-US" altLang="en-US" dirty="0"/>
              <a:t> is an index into the outer page table, and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2</a:t>
            </a:r>
            <a:r>
              <a:rPr lang="en-US" altLang="en-US" dirty="0"/>
              <a:t> is the displacement within the page of the inner page table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Known as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forward-mapped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page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table</a:t>
            </a:r>
          </a:p>
        </p:txBody>
      </p:sp>
      <p:pic>
        <p:nvPicPr>
          <p:cNvPr id="44036" name="Picture 5" descr="W:\os-book\OS10\slide-dir\os-figures\in-9_3.jpg">
            <a:extLst>
              <a:ext uri="{FF2B5EF4-FFF2-40B4-BE49-F238E27FC236}">
                <a16:creationId xmlns:a16="http://schemas.microsoft.com/office/drawing/2014/main" id="{E5597039-CFAE-4A07-A550-C966E8BFE7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3125" y="4032250"/>
            <a:ext cx="4090988" cy="88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1026">
            <a:extLst>
              <a:ext uri="{FF2B5EF4-FFF2-40B4-BE49-F238E27FC236}">
                <a16:creationId xmlns:a16="http://schemas.microsoft.com/office/drawing/2014/main" id="{C333A82E-F8D0-4475-A297-B096B84CAA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28713" y="236379"/>
            <a:ext cx="7558087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Address-Translation Scheme</a:t>
            </a:r>
            <a:endParaRPr lang="en-US" altLang="en-US" sz="2400" dirty="0"/>
          </a:p>
        </p:txBody>
      </p:sp>
      <p:pic>
        <p:nvPicPr>
          <p:cNvPr id="45059" name="Picture 1035">
            <a:extLst>
              <a:ext uri="{FF2B5EF4-FFF2-40B4-BE49-F238E27FC236}">
                <a16:creationId xmlns:a16="http://schemas.microsoft.com/office/drawing/2014/main" id="{13CF1B26-59FC-4992-8FE3-5FA6738A09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7013" y="1258888"/>
            <a:ext cx="6389687" cy="269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itle 1">
            <a:extLst>
              <a:ext uri="{FF2B5EF4-FFF2-40B4-BE49-F238E27FC236}">
                <a16:creationId xmlns:a16="http://schemas.microsoft.com/office/drawing/2014/main" id="{8A0137AD-9BFB-4AF6-88F4-0341356C95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6575" y="155805"/>
            <a:ext cx="8229600" cy="576262"/>
          </a:xfrm>
        </p:spPr>
        <p:txBody>
          <a:bodyPr/>
          <a:lstStyle/>
          <a:p>
            <a:r>
              <a:rPr lang="en-US" altLang="en-US" dirty="0"/>
              <a:t>64-bit Logical Address Space</a:t>
            </a:r>
          </a:p>
        </p:txBody>
      </p:sp>
      <p:sp>
        <p:nvSpPr>
          <p:cNvPr id="53251" name="Content Placeholder 2">
            <a:extLst>
              <a:ext uri="{FF2B5EF4-FFF2-40B4-BE49-F238E27FC236}">
                <a16:creationId xmlns:a16="http://schemas.microsoft.com/office/drawing/2014/main" id="{6995B49D-2FA5-4651-BAD7-7BD98CB71E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5685" y="1130300"/>
            <a:ext cx="7596512" cy="5087938"/>
          </a:xfrm>
        </p:spPr>
        <p:txBody>
          <a:bodyPr/>
          <a:lstStyle/>
          <a:p>
            <a:pPr>
              <a:defRPr/>
            </a:pPr>
            <a:r>
              <a:rPr lang="en-US" altLang="en-US" dirty="0"/>
              <a:t>Even two-level paging scheme not sufficient</a:t>
            </a:r>
          </a:p>
          <a:p>
            <a:pPr>
              <a:defRPr/>
            </a:pPr>
            <a:r>
              <a:rPr lang="en-US" altLang="en-US" dirty="0"/>
              <a:t>If page size is 4 KB (2</a:t>
            </a:r>
            <a:r>
              <a:rPr lang="en-US" altLang="en-US" baseline="30000" dirty="0"/>
              <a:t>12</a:t>
            </a:r>
            <a:r>
              <a:rPr lang="en-US" altLang="en-US" dirty="0"/>
              <a:t>)</a:t>
            </a:r>
          </a:p>
          <a:p>
            <a:pPr lvl="1">
              <a:defRPr/>
            </a:pPr>
            <a:r>
              <a:rPr lang="en-US" altLang="en-US" dirty="0"/>
              <a:t>Then page table has 2</a:t>
            </a:r>
            <a:r>
              <a:rPr lang="en-US" altLang="en-US" baseline="30000" dirty="0"/>
              <a:t>52</a:t>
            </a:r>
            <a:r>
              <a:rPr lang="en-US" altLang="en-US" dirty="0"/>
              <a:t> entries</a:t>
            </a:r>
          </a:p>
          <a:p>
            <a:pPr lvl="1">
              <a:defRPr/>
            </a:pPr>
            <a:r>
              <a:rPr lang="en-US" altLang="en-US" dirty="0"/>
              <a:t>If two level scheme, inner page tables could be 2</a:t>
            </a:r>
            <a:r>
              <a:rPr lang="en-US" altLang="en-US" baseline="30000" dirty="0"/>
              <a:t>10</a:t>
            </a:r>
            <a:r>
              <a:rPr lang="en-US" altLang="en-US" dirty="0"/>
              <a:t> 4-byte entries</a:t>
            </a:r>
          </a:p>
          <a:p>
            <a:pPr lvl="1">
              <a:defRPr/>
            </a:pPr>
            <a:r>
              <a:rPr lang="en-US" altLang="en-US" dirty="0"/>
              <a:t>Address would look like</a:t>
            </a:r>
          </a:p>
          <a:p>
            <a:pPr lvl="1">
              <a:defRPr/>
            </a:pPr>
            <a:endParaRPr lang="en-US" altLang="en-US" dirty="0"/>
          </a:p>
          <a:p>
            <a:pPr lvl="1">
              <a:defRPr/>
            </a:pPr>
            <a:endParaRPr lang="en-US" altLang="en-US" dirty="0"/>
          </a:p>
          <a:p>
            <a:pPr marL="457200" lvl="1" indent="0">
              <a:buFont typeface="Monotype Sorts" pitchFamily="-84" charset="2"/>
              <a:buNone/>
              <a:defRPr/>
            </a:pPr>
            <a:endParaRPr lang="en-US" altLang="en-US" dirty="0"/>
          </a:p>
          <a:p>
            <a:pPr lvl="1">
              <a:defRPr/>
            </a:pPr>
            <a:r>
              <a:rPr lang="en-US" altLang="en-US" dirty="0"/>
              <a:t>Outer page table has 2</a:t>
            </a:r>
            <a:r>
              <a:rPr lang="en-US" altLang="en-US" baseline="30000" dirty="0"/>
              <a:t>42</a:t>
            </a:r>
            <a:r>
              <a:rPr lang="en-US" altLang="en-US" dirty="0"/>
              <a:t> entries or 2</a:t>
            </a:r>
            <a:r>
              <a:rPr lang="en-US" altLang="en-US" baseline="30000" dirty="0"/>
              <a:t>44</a:t>
            </a:r>
            <a:r>
              <a:rPr lang="en-US" altLang="en-US" dirty="0"/>
              <a:t> bytes</a:t>
            </a:r>
          </a:p>
          <a:p>
            <a:pPr lvl="1">
              <a:defRPr/>
            </a:pPr>
            <a:r>
              <a:rPr lang="en-US" altLang="en-US" dirty="0"/>
              <a:t>One solution is to add a 2</a:t>
            </a:r>
            <a:r>
              <a:rPr lang="en-US" altLang="en-US" baseline="30000" dirty="0"/>
              <a:t>nd</a:t>
            </a:r>
            <a:r>
              <a:rPr lang="en-US" altLang="en-US" dirty="0"/>
              <a:t> outer page table</a:t>
            </a:r>
          </a:p>
          <a:p>
            <a:pPr lvl="1">
              <a:defRPr/>
            </a:pPr>
            <a:r>
              <a:rPr lang="en-US" altLang="en-US" dirty="0"/>
              <a:t>But in the following example the 2</a:t>
            </a:r>
            <a:r>
              <a:rPr lang="en-US" altLang="en-US" baseline="30000" dirty="0"/>
              <a:t>nd</a:t>
            </a:r>
            <a:r>
              <a:rPr lang="en-US" altLang="en-US" dirty="0"/>
              <a:t> outer page table is still 2</a:t>
            </a:r>
            <a:r>
              <a:rPr lang="en-US" altLang="en-US" baseline="30000" dirty="0"/>
              <a:t>34</a:t>
            </a:r>
            <a:r>
              <a:rPr lang="en-US" altLang="en-US" dirty="0"/>
              <a:t> bytes in size</a:t>
            </a:r>
          </a:p>
          <a:p>
            <a:pPr lvl="2">
              <a:defRPr/>
            </a:pPr>
            <a:r>
              <a:rPr lang="en-US" altLang="en-US" dirty="0"/>
              <a:t>And possibly 4 memory access to get to one physical memory location</a:t>
            </a:r>
          </a:p>
          <a:p>
            <a:pPr lvl="1">
              <a:defRPr/>
            </a:pPr>
            <a:endParaRPr lang="en-US" altLang="en-US" dirty="0"/>
          </a:p>
        </p:txBody>
      </p:sp>
      <p:pic>
        <p:nvPicPr>
          <p:cNvPr id="46084" name="Picture 5" descr="W:\os-book\OS10\slide-dir\os-figures\in-9_5.jpg">
            <a:extLst>
              <a:ext uri="{FF2B5EF4-FFF2-40B4-BE49-F238E27FC236}">
                <a16:creationId xmlns:a16="http://schemas.microsoft.com/office/drawing/2014/main" id="{F2F6A35A-E5D7-44DA-A8DD-7A4A4C0408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3188" y="3176588"/>
            <a:ext cx="3719512" cy="80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>
            <a:extLst>
              <a:ext uri="{FF2B5EF4-FFF2-40B4-BE49-F238E27FC236}">
                <a16:creationId xmlns:a16="http://schemas.microsoft.com/office/drawing/2014/main" id="{7E72B140-73C1-45D7-A700-AF2CED78575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65188" y="144075"/>
            <a:ext cx="782161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Three-level Paging Scheme</a:t>
            </a:r>
          </a:p>
        </p:txBody>
      </p:sp>
      <p:pic>
        <p:nvPicPr>
          <p:cNvPr id="47107" name="Picture 6">
            <a:extLst>
              <a:ext uri="{FF2B5EF4-FFF2-40B4-BE49-F238E27FC236}">
                <a16:creationId xmlns:a16="http://schemas.microsoft.com/office/drawing/2014/main" id="{7E3EC9BD-BFCB-4762-8CAD-CDA7B88568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4100" y="1293813"/>
            <a:ext cx="5241925" cy="116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7108" name="Picture 7">
            <a:extLst>
              <a:ext uri="{FF2B5EF4-FFF2-40B4-BE49-F238E27FC236}">
                <a16:creationId xmlns:a16="http://schemas.microsoft.com/office/drawing/2014/main" id="{0A0D3728-9A51-44F1-B179-28CC3F5523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1400" y="3130550"/>
            <a:ext cx="5486400" cy="1062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5861803E-D597-4AFE-86BA-0284614A63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46138" y="222674"/>
            <a:ext cx="784066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Hashed Page Tables</a:t>
            </a:r>
          </a:p>
        </p:txBody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48CD62E4-797E-49CD-97C9-0D732152E63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03288" y="1141413"/>
            <a:ext cx="7626350" cy="4722812"/>
          </a:xfrm>
        </p:spPr>
        <p:txBody>
          <a:bodyPr/>
          <a:lstStyle/>
          <a:p>
            <a:r>
              <a:rPr lang="en-US" altLang="en-US" dirty="0"/>
              <a:t>Common in address spaces &gt; 32 bits</a:t>
            </a:r>
          </a:p>
          <a:p>
            <a:r>
              <a:rPr lang="en-US" altLang="en-US" dirty="0"/>
              <a:t>The virtual page number is hashed into a page table</a:t>
            </a:r>
          </a:p>
          <a:p>
            <a:pPr lvl="1"/>
            <a:r>
              <a:rPr lang="en-US" altLang="en-US" dirty="0"/>
              <a:t>This page table contains a chain of elements hashing to the same location</a:t>
            </a:r>
          </a:p>
          <a:p>
            <a:r>
              <a:rPr lang="en-US" altLang="en-US" dirty="0"/>
              <a:t>Each element contains (1) the virtual page number (2) the value of the mapped page frame (3) a pointer to the next element</a:t>
            </a:r>
          </a:p>
          <a:p>
            <a:r>
              <a:rPr lang="en-US" altLang="en-US" dirty="0"/>
              <a:t>Virtual page numbers are compared in this chain searching for a match</a:t>
            </a:r>
          </a:p>
          <a:p>
            <a:pPr lvl="1"/>
            <a:r>
              <a:rPr lang="en-US" altLang="en-US" dirty="0"/>
              <a:t>If a match is found, the corresponding physical frame is extracted</a:t>
            </a:r>
          </a:p>
          <a:p>
            <a:r>
              <a:rPr lang="en-US" altLang="en-US" dirty="0"/>
              <a:t>Variation for 64-bit addresses is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clustered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page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tables</a:t>
            </a:r>
          </a:p>
          <a:p>
            <a:pPr lvl="1"/>
            <a:r>
              <a:rPr lang="en-US" altLang="en-US" dirty="0"/>
              <a:t>Similar to hashed but each entry refers to several pages (such as 16) rather than 1</a:t>
            </a:r>
          </a:p>
          <a:p>
            <a:pPr lvl="1"/>
            <a:r>
              <a:rPr lang="en-US" altLang="en-US" dirty="0"/>
              <a:t>Especially useful for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sparse</a:t>
            </a:r>
            <a:r>
              <a:rPr lang="en-US" altLang="en-US" dirty="0"/>
              <a:t> address spaces (where memory references are non-contiguous and scattered) 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>
            <a:extLst>
              <a:ext uri="{FF2B5EF4-FFF2-40B4-BE49-F238E27FC236}">
                <a16:creationId xmlns:a16="http://schemas.microsoft.com/office/drawing/2014/main" id="{4A6FA55B-1C89-4FAF-8777-9EF53CBB92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36379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Hashed Page Table</a:t>
            </a:r>
            <a:endParaRPr lang="en-US" altLang="en-US" sz="2400" dirty="0"/>
          </a:p>
        </p:txBody>
      </p:sp>
      <p:pic>
        <p:nvPicPr>
          <p:cNvPr id="49155" name="Picture 6">
            <a:extLst>
              <a:ext uri="{FF2B5EF4-FFF2-40B4-BE49-F238E27FC236}">
                <a16:creationId xmlns:a16="http://schemas.microsoft.com/office/drawing/2014/main" id="{D2F7DD6F-2A50-4270-B701-86EE15BF79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2888" y="1274763"/>
            <a:ext cx="6616700" cy="3819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>
            <a:extLst>
              <a:ext uri="{FF2B5EF4-FFF2-40B4-BE49-F238E27FC236}">
                <a16:creationId xmlns:a16="http://schemas.microsoft.com/office/drawing/2014/main" id="{CC2EE1F7-80AE-4AE9-B1C5-B0DAB9FC622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27048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Inverted Page Table</a:t>
            </a:r>
          </a:p>
        </p:txBody>
      </p:sp>
      <p:sp>
        <p:nvSpPr>
          <p:cNvPr id="50179" name="Rectangle 3">
            <a:extLst>
              <a:ext uri="{FF2B5EF4-FFF2-40B4-BE49-F238E27FC236}">
                <a16:creationId xmlns:a16="http://schemas.microsoft.com/office/drawing/2014/main" id="{A433C570-E431-49CB-92BC-66AFF909B51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9755" y="1152525"/>
            <a:ext cx="7697755" cy="4792663"/>
          </a:xfrm>
        </p:spPr>
        <p:txBody>
          <a:bodyPr/>
          <a:lstStyle/>
          <a:p>
            <a:r>
              <a:rPr lang="en-US" altLang="en-US" dirty="0"/>
              <a:t>Rather than each process having a page table and keeping track of all possible logical pages, track all physical pages</a:t>
            </a:r>
          </a:p>
          <a:p>
            <a:r>
              <a:rPr lang="en-US" altLang="en-US" dirty="0"/>
              <a:t>One entry for each real page of memory</a:t>
            </a:r>
          </a:p>
          <a:p>
            <a:r>
              <a:rPr lang="en-US" altLang="en-US" dirty="0"/>
              <a:t>Entry consists of the virtual address of the page stored in that real memory location, with information about the process that owns that page</a:t>
            </a:r>
          </a:p>
          <a:p>
            <a:r>
              <a:rPr lang="en-US" altLang="en-US" dirty="0"/>
              <a:t>Decreases memory needed to store each page table, but increases time needed to search the table when a page reference occurs</a:t>
            </a:r>
          </a:p>
          <a:p>
            <a:r>
              <a:rPr lang="en-US" altLang="en-US" dirty="0"/>
              <a:t>Use hash table to limit the search to one — or at most a few — page-table entries</a:t>
            </a:r>
          </a:p>
          <a:p>
            <a:pPr lvl="1"/>
            <a:r>
              <a:rPr lang="en-US" altLang="en-US" dirty="0"/>
              <a:t>TLB can accelerate access</a:t>
            </a:r>
          </a:p>
          <a:p>
            <a:r>
              <a:rPr lang="en-US" altLang="en-US" dirty="0"/>
              <a:t>But how to implement shared memory?</a:t>
            </a:r>
          </a:p>
          <a:p>
            <a:pPr lvl="1"/>
            <a:r>
              <a:rPr lang="en-US" altLang="en-US" dirty="0"/>
              <a:t>One mapping of a virtual address to the shared physical address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>
            <a:extLst>
              <a:ext uri="{FF2B5EF4-FFF2-40B4-BE49-F238E27FC236}">
                <a16:creationId xmlns:a16="http://schemas.microsoft.com/office/drawing/2014/main" id="{A9CA5047-53DC-42C0-8BA2-9A66CB1D12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58850" y="238549"/>
            <a:ext cx="779145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Inverted Page Table Architecture</a:t>
            </a:r>
            <a:endParaRPr lang="en-US" altLang="en-US" sz="2400" dirty="0"/>
          </a:p>
        </p:txBody>
      </p:sp>
      <p:pic>
        <p:nvPicPr>
          <p:cNvPr id="51203" name="Picture 6">
            <a:extLst>
              <a:ext uri="{FF2B5EF4-FFF2-40B4-BE49-F238E27FC236}">
                <a16:creationId xmlns:a16="http://schemas.microsoft.com/office/drawing/2014/main" id="{CD658555-7800-4FD5-8FAB-B83171CC6E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7675" y="1274763"/>
            <a:ext cx="6057900" cy="4189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>
            <a:extLst>
              <a:ext uri="{FF2B5EF4-FFF2-40B4-BE49-F238E27FC236}">
                <a16:creationId xmlns:a16="http://schemas.microsoft.com/office/drawing/2014/main" id="{7B640008-8A0F-4095-A1E5-C46DAA379D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30250" y="235762"/>
            <a:ext cx="795655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Oracle SPARC Solaris</a:t>
            </a:r>
          </a:p>
        </p:txBody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id="{5135B7B9-6301-4A12-B99C-26450427112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02433" y="1035050"/>
            <a:ext cx="7679094" cy="5062538"/>
          </a:xfrm>
        </p:spPr>
        <p:txBody>
          <a:bodyPr/>
          <a:lstStyle/>
          <a:p>
            <a:r>
              <a:rPr lang="en-US" altLang="en-US" dirty="0"/>
              <a:t>Consider modern, 64-bit operating system example with tightly integrated HW</a:t>
            </a:r>
          </a:p>
          <a:p>
            <a:pPr lvl="1"/>
            <a:r>
              <a:rPr lang="en-US" altLang="en-US" dirty="0"/>
              <a:t>Goals are efficiency, low overhead</a:t>
            </a:r>
          </a:p>
          <a:p>
            <a:r>
              <a:rPr lang="en-US" altLang="en-US" dirty="0"/>
              <a:t>Based on hashing, but more complex</a:t>
            </a:r>
          </a:p>
          <a:p>
            <a:r>
              <a:rPr lang="en-US" altLang="en-US" dirty="0"/>
              <a:t>Two hash tables</a:t>
            </a:r>
          </a:p>
          <a:p>
            <a:pPr lvl="1"/>
            <a:r>
              <a:rPr lang="en-US" altLang="en-US" dirty="0"/>
              <a:t>One kernel and one for all user processes</a:t>
            </a:r>
          </a:p>
          <a:p>
            <a:pPr lvl="1"/>
            <a:r>
              <a:rPr lang="en-US" altLang="en-US" dirty="0"/>
              <a:t>Each maps memory addresses from virtual to physical memory</a:t>
            </a:r>
          </a:p>
          <a:p>
            <a:pPr lvl="1"/>
            <a:r>
              <a:rPr lang="en-US" altLang="en-US" dirty="0"/>
              <a:t>Each entry represents a contiguous area of mapped virtual memory,</a:t>
            </a:r>
          </a:p>
          <a:p>
            <a:pPr lvl="2"/>
            <a:r>
              <a:rPr lang="en-US" altLang="en-US" dirty="0"/>
              <a:t>More efficient than having a separate hash-table entry for each page</a:t>
            </a:r>
          </a:p>
          <a:p>
            <a:pPr lvl="1"/>
            <a:r>
              <a:rPr lang="en-US" altLang="en-US" dirty="0"/>
              <a:t>Each entry has  base address and  span (indicating the number of pages the entry represents)</a:t>
            </a:r>
          </a:p>
          <a:p>
            <a:endParaRPr lang="en-US" alt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>
            <a:extLst>
              <a:ext uri="{FF2B5EF4-FFF2-40B4-BE49-F238E27FC236}">
                <a16:creationId xmlns:a16="http://schemas.microsoft.com/office/drawing/2014/main" id="{7894A6E0-2CAC-4979-BD85-249A83CF4CA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0" y="235762"/>
            <a:ext cx="795655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Oracle SPARC Solaris (Cont.)</a:t>
            </a:r>
          </a:p>
        </p:txBody>
      </p:sp>
      <p:sp>
        <p:nvSpPr>
          <p:cNvPr id="53251" name="Rectangle 3">
            <a:extLst>
              <a:ext uri="{FF2B5EF4-FFF2-40B4-BE49-F238E27FC236}">
                <a16:creationId xmlns:a16="http://schemas.microsoft.com/office/drawing/2014/main" id="{AACE2AFC-0A3F-4D7B-9F31-60AAF284E68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0425" y="1096963"/>
            <a:ext cx="7665876" cy="5062537"/>
          </a:xfrm>
        </p:spPr>
        <p:txBody>
          <a:bodyPr/>
          <a:lstStyle/>
          <a:p>
            <a:r>
              <a:rPr lang="en-US" altLang="en-US" dirty="0"/>
              <a:t>TLB holds translation table entries (TTEs) for fast hardware lookups</a:t>
            </a:r>
          </a:p>
          <a:p>
            <a:pPr lvl="1"/>
            <a:r>
              <a:rPr lang="en-US" altLang="en-US" dirty="0"/>
              <a:t>A cache of TTEs reside in a translation storage buffer (TSB)</a:t>
            </a:r>
          </a:p>
          <a:p>
            <a:pPr lvl="2"/>
            <a:r>
              <a:rPr lang="en-US" altLang="en-US" dirty="0"/>
              <a:t>Includes an entry per recently accessed page</a:t>
            </a:r>
          </a:p>
          <a:p>
            <a:r>
              <a:rPr lang="en-US" altLang="en-US" dirty="0"/>
              <a:t>Virtual address reference causes TLB search </a:t>
            </a:r>
          </a:p>
          <a:p>
            <a:pPr lvl="1"/>
            <a:r>
              <a:rPr lang="en-US" altLang="en-US" dirty="0"/>
              <a:t>If miss, hardware walks the in-memory TSB looking for the TTE corresponding to the address</a:t>
            </a:r>
          </a:p>
          <a:p>
            <a:pPr lvl="2"/>
            <a:r>
              <a:rPr lang="en-US" altLang="en-US" dirty="0"/>
              <a:t>If match found, the CPU copies the TSB entry into the TLB and translation completes</a:t>
            </a:r>
          </a:p>
          <a:p>
            <a:pPr lvl="2"/>
            <a:r>
              <a:rPr lang="en-US" altLang="en-US" dirty="0"/>
              <a:t>If no match found, kernel interrupted to search the hash table</a:t>
            </a:r>
          </a:p>
          <a:p>
            <a:pPr lvl="3"/>
            <a:r>
              <a:rPr lang="en-US" altLang="en-US" dirty="0"/>
              <a:t>The kernel then creates a TTE from the appropriate hash table and stores it in the TSB, Interrupt handler returns control to the MMU, which completes the address translation. </a:t>
            </a:r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>
            <a:extLst>
              <a:ext uri="{FF2B5EF4-FFF2-40B4-BE49-F238E27FC236}">
                <a16:creationId xmlns:a16="http://schemas.microsoft.com/office/drawing/2014/main" id="{20D2ACB3-978E-4C92-8147-5A9751FD508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88950" y="231035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Swapping</a:t>
            </a:r>
          </a:p>
        </p:txBody>
      </p:sp>
      <p:sp>
        <p:nvSpPr>
          <p:cNvPr id="54275" name="Rectangle 3">
            <a:extLst>
              <a:ext uri="{FF2B5EF4-FFF2-40B4-BE49-F238E27FC236}">
                <a16:creationId xmlns:a16="http://schemas.microsoft.com/office/drawing/2014/main" id="{70D0E06F-7484-4112-A8C2-84609CEC1DF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49086" y="1122363"/>
            <a:ext cx="7679094" cy="4396694"/>
          </a:xfrm>
        </p:spPr>
        <p:txBody>
          <a:bodyPr/>
          <a:lstStyle/>
          <a:p>
            <a:r>
              <a:rPr lang="en-US" altLang="en-US" dirty="0"/>
              <a:t>A process can be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swapped</a:t>
            </a:r>
            <a:r>
              <a:rPr lang="en-US" altLang="en-US" dirty="0"/>
              <a:t> temporarily out of memory to a backing store, and then brought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back</a:t>
            </a:r>
            <a:r>
              <a:rPr lang="en-US" altLang="en-US" dirty="0"/>
              <a:t> into memory for continued execution</a:t>
            </a:r>
          </a:p>
          <a:p>
            <a:pPr lvl="1"/>
            <a:r>
              <a:rPr lang="en-US" altLang="en-US" dirty="0"/>
              <a:t>Total physical memory space of processes can exceed physical memory</a:t>
            </a:r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Backing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store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fast disk large enough to accommodate copies of all memory images for all users; must provide direct access to these memory images</a:t>
            </a:r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Roll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out</a:t>
            </a:r>
            <a:r>
              <a:rPr lang="en-US" altLang="en-US" b="1" dirty="0">
                <a:solidFill>
                  <a:srgbClr val="3366FF"/>
                </a:solidFill>
              </a:rPr>
              <a:t>,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roll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in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swapping variant used for priority-based scheduling algorithms; lower-priority process is swapped out so higher-priority process can be loaded and executed</a:t>
            </a:r>
          </a:p>
          <a:p>
            <a:r>
              <a:rPr lang="en-US" altLang="en-US" dirty="0"/>
              <a:t>Major part of swap time is transfer time; total transfer time is directly proportional to the amount of memory swapped</a:t>
            </a:r>
          </a:p>
          <a:p>
            <a:r>
              <a:rPr lang="en-US" altLang="en-US" dirty="0"/>
              <a:t>System maintains a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ready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queue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of ready-to-run processes which have memory images on disk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>
            <a:extLst>
              <a:ext uri="{FF2B5EF4-FFF2-40B4-BE49-F238E27FC236}">
                <a16:creationId xmlns:a16="http://schemas.microsoft.com/office/drawing/2014/main" id="{4BA59C4B-F6E7-4D32-835B-148AD82608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88950" y="238549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Swapping (Cont.)</a:t>
            </a:r>
          </a:p>
        </p:txBody>
      </p:sp>
      <p:sp>
        <p:nvSpPr>
          <p:cNvPr id="55299" name="Rectangle 3">
            <a:extLst>
              <a:ext uri="{FF2B5EF4-FFF2-40B4-BE49-F238E27FC236}">
                <a16:creationId xmlns:a16="http://schemas.microsoft.com/office/drawing/2014/main" id="{4F0C41DA-0E38-48B2-8F80-9B1CA64B812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9754" y="1101725"/>
            <a:ext cx="7697755" cy="5067300"/>
          </a:xfrm>
        </p:spPr>
        <p:txBody>
          <a:bodyPr/>
          <a:lstStyle/>
          <a:p>
            <a:r>
              <a:rPr lang="en-US" altLang="en-US" dirty="0"/>
              <a:t>Does the swapped out process need to swap back in to same physical addresses?</a:t>
            </a:r>
          </a:p>
          <a:p>
            <a:r>
              <a:rPr lang="en-US" altLang="en-US" dirty="0"/>
              <a:t>Depends on address binding method</a:t>
            </a:r>
          </a:p>
          <a:p>
            <a:pPr lvl="1"/>
            <a:r>
              <a:rPr lang="en-US" altLang="en-US" dirty="0"/>
              <a:t>Plus consider pending I/O to / from process memory space</a:t>
            </a:r>
          </a:p>
          <a:p>
            <a:r>
              <a:rPr lang="en-US" altLang="en-US" dirty="0"/>
              <a:t>Modified versions of swapping are found on many systems (i.e., UNIX, Linux, and Windows)</a:t>
            </a:r>
          </a:p>
          <a:p>
            <a:pPr lvl="1"/>
            <a:r>
              <a:rPr lang="en-US" altLang="en-US" dirty="0"/>
              <a:t>Swapping normally disabled</a:t>
            </a:r>
          </a:p>
          <a:p>
            <a:pPr lvl="1"/>
            <a:r>
              <a:rPr lang="en-US" altLang="en-US" dirty="0"/>
              <a:t>Started if more than threshold amount of memory allocated</a:t>
            </a:r>
          </a:p>
          <a:p>
            <a:pPr lvl="1"/>
            <a:r>
              <a:rPr lang="en-US" altLang="en-US" dirty="0"/>
              <a:t>Disabled again once memory demand reduced below threshold</a:t>
            </a:r>
          </a:p>
          <a:p>
            <a:pPr>
              <a:buFont typeface="Monotype Sorts" pitchFamily="-84" charset="2"/>
              <a:buNone/>
            </a:pPr>
            <a:endParaRPr lang="en-US" alt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>
            <a:extLst>
              <a:ext uri="{FF2B5EF4-FFF2-40B4-BE49-F238E27FC236}">
                <a16:creationId xmlns:a16="http://schemas.microsoft.com/office/drawing/2014/main" id="{8421CF3F-82BB-4386-898B-2EEB6506DDD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17563" y="229218"/>
            <a:ext cx="7869237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Schematic View of Swapping</a:t>
            </a:r>
            <a:endParaRPr lang="en-US" altLang="en-US" sz="2400" dirty="0"/>
          </a:p>
        </p:txBody>
      </p:sp>
      <p:pic>
        <p:nvPicPr>
          <p:cNvPr id="56323" name="Picture 4" descr="8">
            <a:extLst>
              <a:ext uri="{FF2B5EF4-FFF2-40B4-BE49-F238E27FC236}">
                <a16:creationId xmlns:a16="http://schemas.microsoft.com/office/drawing/2014/main" id="{0F3A3C22-04AE-4A1C-8813-C9697C3F0F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1213" y="1400175"/>
            <a:ext cx="5099050" cy="3814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itle 1">
            <a:extLst>
              <a:ext uri="{FF2B5EF4-FFF2-40B4-BE49-F238E27FC236}">
                <a16:creationId xmlns:a16="http://schemas.microsoft.com/office/drawing/2014/main" id="{82EDC249-C4AD-41C4-880C-E8A3ACCA38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9950" y="241336"/>
            <a:ext cx="8037513" cy="576262"/>
          </a:xfrm>
        </p:spPr>
        <p:txBody>
          <a:bodyPr/>
          <a:lstStyle/>
          <a:p>
            <a:r>
              <a:rPr lang="en-US" altLang="en-US" sz="3000" dirty="0"/>
              <a:t>Context Switch Time including Swapping</a:t>
            </a:r>
          </a:p>
        </p:txBody>
      </p:sp>
      <p:sp>
        <p:nvSpPr>
          <p:cNvPr id="57347" name="Content Placeholder 2">
            <a:extLst>
              <a:ext uri="{FF2B5EF4-FFF2-40B4-BE49-F238E27FC236}">
                <a16:creationId xmlns:a16="http://schemas.microsoft.com/office/drawing/2014/main" id="{28066BB3-D576-4F4E-8D24-67AEA3D6A5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9950" y="1112838"/>
            <a:ext cx="7686221" cy="4754562"/>
          </a:xfrm>
        </p:spPr>
        <p:txBody>
          <a:bodyPr/>
          <a:lstStyle/>
          <a:p>
            <a:r>
              <a:rPr lang="en-US" altLang="en-US" dirty="0"/>
              <a:t>If next processes to be put on CPU is not in memory, need to swap out a process and swap in target process</a:t>
            </a:r>
          </a:p>
          <a:p>
            <a:r>
              <a:rPr lang="en-US" altLang="en-US" dirty="0"/>
              <a:t>Context switch time can then be very high</a:t>
            </a:r>
          </a:p>
          <a:p>
            <a:r>
              <a:rPr lang="en-US" altLang="en-US" dirty="0"/>
              <a:t>100MB process swapping to hard disk with transfer rate of 50MB/sec</a:t>
            </a:r>
          </a:p>
          <a:p>
            <a:pPr lvl="1"/>
            <a:r>
              <a:rPr lang="en-US" altLang="en-US" dirty="0"/>
              <a:t>Swap out time of 2000 </a:t>
            </a:r>
            <a:r>
              <a:rPr lang="en-US" altLang="en-US" dirty="0" err="1"/>
              <a:t>ms</a:t>
            </a:r>
            <a:endParaRPr lang="en-US" altLang="en-US" dirty="0"/>
          </a:p>
          <a:p>
            <a:pPr lvl="1"/>
            <a:r>
              <a:rPr lang="en-US" altLang="en-US" dirty="0"/>
              <a:t>Plus swap in of same sized process</a:t>
            </a:r>
          </a:p>
          <a:p>
            <a:pPr lvl="1"/>
            <a:r>
              <a:rPr lang="en-US" altLang="en-US" dirty="0"/>
              <a:t>Total context switch swapping component time of 4000ms (4 seconds)</a:t>
            </a:r>
          </a:p>
          <a:p>
            <a:r>
              <a:rPr lang="en-US" altLang="en-US" dirty="0"/>
              <a:t>Can reduce if reduce size of memory swapped – by knowing how much memory really being used</a:t>
            </a:r>
          </a:p>
          <a:p>
            <a:pPr lvl="1"/>
            <a:r>
              <a:rPr lang="en-US" altLang="en-US" dirty="0"/>
              <a:t>System calls to inform OS of memory use via </a:t>
            </a:r>
            <a:r>
              <a:rPr lang="en-US" alt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request_memory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US" altLang="en-US" dirty="0"/>
              <a:t>and </a:t>
            </a:r>
            <a:r>
              <a:rPr lang="en-US" alt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release_memory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Title 1">
            <a:extLst>
              <a:ext uri="{FF2B5EF4-FFF2-40B4-BE49-F238E27FC236}">
                <a16:creationId xmlns:a16="http://schemas.microsoft.com/office/drawing/2014/main" id="{BE6FCBF9-24F1-4406-894F-17942C5BC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6809" y="232005"/>
            <a:ext cx="7635875" cy="576262"/>
          </a:xfrm>
        </p:spPr>
        <p:txBody>
          <a:bodyPr/>
          <a:lstStyle/>
          <a:p>
            <a:r>
              <a:rPr lang="en-US" altLang="en-US" sz="2800" dirty="0"/>
              <a:t>Context Switch Time and Swapping (Cont.)</a:t>
            </a:r>
          </a:p>
        </p:txBody>
      </p:sp>
      <p:sp>
        <p:nvSpPr>
          <p:cNvPr id="58371" name="Content Placeholder 2">
            <a:extLst>
              <a:ext uri="{FF2B5EF4-FFF2-40B4-BE49-F238E27FC236}">
                <a16:creationId xmlns:a16="http://schemas.microsoft.com/office/drawing/2014/main" id="{24681AA8-7211-4633-A995-73D1EB5808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1094" y="1160463"/>
            <a:ext cx="7635875" cy="4754562"/>
          </a:xfrm>
        </p:spPr>
        <p:txBody>
          <a:bodyPr/>
          <a:lstStyle/>
          <a:p>
            <a:r>
              <a:rPr lang="en-US" altLang="en-US" dirty="0"/>
              <a:t>Other constraints as well on swapping</a:t>
            </a:r>
          </a:p>
          <a:p>
            <a:pPr lvl="1"/>
            <a:r>
              <a:rPr lang="en-US" altLang="en-US" dirty="0"/>
              <a:t>Pending I/O – can’t swap out as I/O would occur to wrong process</a:t>
            </a:r>
          </a:p>
          <a:p>
            <a:pPr lvl="1"/>
            <a:r>
              <a:rPr lang="en-US" altLang="en-US" dirty="0"/>
              <a:t>Or always transfer I/O to kernel space, then to I/O device</a:t>
            </a:r>
          </a:p>
          <a:p>
            <a:pPr lvl="2"/>
            <a:r>
              <a:rPr lang="en-US" altLang="en-US" dirty="0"/>
              <a:t>Known as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double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buffering</a:t>
            </a:r>
            <a:r>
              <a:rPr lang="en-US" altLang="en-US" dirty="0"/>
              <a:t>, adds overhead</a:t>
            </a:r>
          </a:p>
          <a:p>
            <a:r>
              <a:rPr lang="en-US" altLang="en-US" dirty="0"/>
              <a:t>Standard swapping not used in modern operating systems</a:t>
            </a:r>
          </a:p>
          <a:p>
            <a:pPr lvl="1"/>
            <a:r>
              <a:rPr lang="en-US" altLang="en-US" dirty="0"/>
              <a:t>But modified version common</a:t>
            </a:r>
          </a:p>
          <a:p>
            <a:pPr lvl="2"/>
            <a:r>
              <a:rPr lang="en-US" altLang="en-US" dirty="0"/>
              <a:t>Swap only when free memory extremely low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Title 1">
            <a:extLst>
              <a:ext uri="{FF2B5EF4-FFF2-40B4-BE49-F238E27FC236}">
                <a16:creationId xmlns:a16="http://schemas.microsoft.com/office/drawing/2014/main" id="{209CE51F-64DD-4B8D-BF31-A2E470ED93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8950" y="232005"/>
            <a:ext cx="8229600" cy="576262"/>
          </a:xfrm>
        </p:spPr>
        <p:txBody>
          <a:bodyPr/>
          <a:lstStyle/>
          <a:p>
            <a:r>
              <a:rPr lang="en-US" altLang="en-US" dirty="0"/>
              <a:t>Swapping on Mobile Systems</a:t>
            </a:r>
          </a:p>
        </p:txBody>
      </p:sp>
      <p:sp>
        <p:nvSpPr>
          <p:cNvPr id="59395" name="Content Placeholder 2">
            <a:extLst>
              <a:ext uri="{FF2B5EF4-FFF2-40B4-BE49-F238E27FC236}">
                <a16:creationId xmlns:a16="http://schemas.microsoft.com/office/drawing/2014/main" id="{76533EDA-BAFB-4F4B-AD8D-AB780E3CC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5101" y="1060450"/>
            <a:ext cx="7723187" cy="4935538"/>
          </a:xfrm>
        </p:spPr>
        <p:txBody>
          <a:bodyPr/>
          <a:lstStyle/>
          <a:p>
            <a:r>
              <a:rPr lang="en-US" altLang="en-US" dirty="0"/>
              <a:t>Not typically supported</a:t>
            </a:r>
          </a:p>
          <a:p>
            <a:pPr lvl="1"/>
            <a:r>
              <a:rPr lang="en-US" altLang="en-US" dirty="0"/>
              <a:t>Flash memory based</a:t>
            </a:r>
          </a:p>
          <a:p>
            <a:pPr lvl="2"/>
            <a:r>
              <a:rPr lang="en-US" altLang="en-US" dirty="0"/>
              <a:t>Small amount of space</a:t>
            </a:r>
          </a:p>
          <a:p>
            <a:pPr lvl="2"/>
            <a:r>
              <a:rPr lang="en-US" altLang="en-US" dirty="0"/>
              <a:t>Limited number of write cycles</a:t>
            </a:r>
          </a:p>
          <a:p>
            <a:pPr lvl="2"/>
            <a:r>
              <a:rPr lang="en-US" altLang="en-US" dirty="0"/>
              <a:t>Poor throughput between flash memory and CPU on mobile platform</a:t>
            </a:r>
          </a:p>
          <a:p>
            <a:r>
              <a:rPr lang="en-US" altLang="en-US" dirty="0"/>
              <a:t>Instead use other methods to free memory if low</a:t>
            </a:r>
          </a:p>
          <a:p>
            <a:pPr lvl="1"/>
            <a:r>
              <a:rPr lang="en-US" altLang="en-US" dirty="0"/>
              <a:t>iOS </a:t>
            </a:r>
            <a:r>
              <a:rPr lang="en-US" altLang="en-US" b="1" i="1" dirty="0"/>
              <a:t>asks</a:t>
            </a:r>
            <a:r>
              <a:rPr lang="en-US" altLang="en-US" dirty="0"/>
              <a:t> apps to voluntarily relinquish allocated memory</a:t>
            </a:r>
          </a:p>
          <a:p>
            <a:pPr lvl="2"/>
            <a:r>
              <a:rPr lang="en-US" altLang="en-US" dirty="0"/>
              <a:t>Read-only data thrown out and reloaded from flash if needed</a:t>
            </a:r>
          </a:p>
          <a:p>
            <a:pPr lvl="2"/>
            <a:r>
              <a:rPr lang="en-US" altLang="en-US" dirty="0"/>
              <a:t>Failure to free can result in termination</a:t>
            </a:r>
          </a:p>
          <a:p>
            <a:pPr lvl="1"/>
            <a:r>
              <a:rPr lang="en-US" altLang="en-US" dirty="0"/>
              <a:t>Android terminates apps if low free memory, but first writes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application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state</a:t>
            </a:r>
            <a:r>
              <a:rPr lang="en-US" altLang="en-US" dirty="0"/>
              <a:t> to flash for fast restart</a:t>
            </a:r>
          </a:p>
          <a:p>
            <a:pPr lvl="1"/>
            <a:r>
              <a:rPr lang="en-US" altLang="en-US" dirty="0"/>
              <a:t>Both OSes support paging as discussed below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>
            <a:extLst>
              <a:ext uri="{FF2B5EF4-FFF2-40B4-BE49-F238E27FC236}">
                <a16:creationId xmlns:a16="http://schemas.microsoft.com/office/drawing/2014/main" id="{924735D7-A004-488D-9911-97DF52D633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17563" y="238549"/>
            <a:ext cx="7869237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Swapping with Paging</a:t>
            </a:r>
            <a:endParaRPr lang="en-US" altLang="en-US" sz="2400" dirty="0"/>
          </a:p>
        </p:txBody>
      </p:sp>
      <p:pic>
        <p:nvPicPr>
          <p:cNvPr id="60419" name="Picture 2" descr="W:\os-book\OS10\slide-dir\os-figures\9_20.jpg">
            <a:extLst>
              <a:ext uri="{FF2B5EF4-FFF2-40B4-BE49-F238E27FC236}">
                <a16:creationId xmlns:a16="http://schemas.microsoft.com/office/drawing/2014/main" id="{D7C55644-50F2-4074-8699-2BE71EB4AA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9913" y="1295400"/>
            <a:ext cx="4875212" cy="454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>
            <a:extLst>
              <a:ext uri="{FF2B5EF4-FFF2-40B4-BE49-F238E27FC236}">
                <a16:creationId xmlns:a16="http://schemas.microsoft.com/office/drawing/2014/main" id="{2B652F6E-8935-4E03-8244-BD24D7F2BA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58416" y="226854"/>
            <a:ext cx="7876009" cy="576263"/>
          </a:xfrm>
        </p:spPr>
        <p:txBody>
          <a:bodyPr/>
          <a:lstStyle/>
          <a:p>
            <a:pPr eaLnBrk="1" hangingPunct="1"/>
            <a:r>
              <a:rPr lang="en-US" altLang="en-US" sz="2600" dirty="0"/>
              <a:t>Example: The Intel 32 and 64-bit Architectures</a:t>
            </a:r>
          </a:p>
        </p:txBody>
      </p:sp>
      <p:sp>
        <p:nvSpPr>
          <p:cNvPr id="61443" name="Rectangle 3">
            <a:extLst>
              <a:ext uri="{FF2B5EF4-FFF2-40B4-BE49-F238E27FC236}">
                <a16:creationId xmlns:a16="http://schemas.microsoft.com/office/drawing/2014/main" id="{241EA058-298F-4E9F-B388-B239FEEFE4A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0423" y="1233488"/>
            <a:ext cx="7669765" cy="4530725"/>
          </a:xfrm>
        </p:spPr>
        <p:txBody>
          <a:bodyPr/>
          <a:lstStyle/>
          <a:p>
            <a:r>
              <a:rPr lang="en-US" altLang="en-US" dirty="0"/>
              <a:t>Dominant industry chips</a:t>
            </a:r>
          </a:p>
          <a:p>
            <a:r>
              <a:rPr lang="en-US" altLang="en-US" dirty="0"/>
              <a:t>Pentium CPUs are 32-bit and called IA-32 architecture</a:t>
            </a:r>
          </a:p>
          <a:p>
            <a:r>
              <a:rPr lang="en-US" altLang="en-US" dirty="0"/>
              <a:t>Current Intel CPUs are 64-bit and called IA-64 architecture</a:t>
            </a:r>
          </a:p>
          <a:p>
            <a:r>
              <a:rPr lang="en-US" altLang="en-US" dirty="0"/>
              <a:t>Many variations in the chips, cover the main ideas here</a:t>
            </a:r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>
            <a:extLst>
              <a:ext uri="{FF2B5EF4-FFF2-40B4-BE49-F238E27FC236}">
                <a16:creationId xmlns:a16="http://schemas.microsoft.com/office/drawing/2014/main" id="{FDB4188C-D822-4667-96B6-5A34F27480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21721" y="232005"/>
            <a:ext cx="7607300" cy="576262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Example: The Intel IA-32 Architecture</a:t>
            </a:r>
          </a:p>
        </p:txBody>
      </p:sp>
      <p:sp>
        <p:nvSpPr>
          <p:cNvPr id="62467" name="Rectangle 3">
            <a:extLst>
              <a:ext uri="{FF2B5EF4-FFF2-40B4-BE49-F238E27FC236}">
                <a16:creationId xmlns:a16="http://schemas.microsoft.com/office/drawing/2014/main" id="{390E50A7-12CC-4711-932D-A49351A8648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19080" y="1339361"/>
            <a:ext cx="7735918" cy="4530725"/>
          </a:xfrm>
        </p:spPr>
        <p:txBody>
          <a:bodyPr/>
          <a:lstStyle/>
          <a:p>
            <a:r>
              <a:rPr lang="en-US" altLang="en-US" dirty="0"/>
              <a:t>Supports both segmentation and segmentation with paging</a:t>
            </a:r>
          </a:p>
          <a:p>
            <a:pPr lvl="1"/>
            <a:r>
              <a:rPr lang="en-US" altLang="en-US" dirty="0"/>
              <a:t>Each segment can be 4 GB</a:t>
            </a:r>
          </a:p>
          <a:p>
            <a:pPr lvl="1"/>
            <a:r>
              <a:rPr lang="en-US" altLang="en-US" dirty="0"/>
              <a:t>Up to 16 K segments per process</a:t>
            </a:r>
          </a:p>
          <a:p>
            <a:pPr lvl="1"/>
            <a:r>
              <a:rPr lang="en-US" altLang="en-US" dirty="0"/>
              <a:t>Divided into two partitions</a:t>
            </a:r>
          </a:p>
          <a:p>
            <a:pPr lvl="2"/>
            <a:r>
              <a:rPr lang="en-US" altLang="en-US" dirty="0"/>
              <a:t>First partition of up to 8 K segments are private to process (kept in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local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descriptor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table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LDT</a:t>
            </a:r>
            <a:r>
              <a:rPr lang="en-US" altLang="en-US" dirty="0"/>
              <a:t>))</a:t>
            </a:r>
          </a:p>
          <a:p>
            <a:pPr lvl="2"/>
            <a:r>
              <a:rPr lang="en-US" altLang="en-US" dirty="0"/>
              <a:t>Second partition of up to 8K segments shared among all processes (kept in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global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descriptor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table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GDT</a:t>
            </a:r>
            <a:r>
              <a:rPr lang="en-US" altLang="en-US" dirty="0"/>
              <a:t>))</a:t>
            </a:r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>
            <a:extLst>
              <a:ext uri="{FF2B5EF4-FFF2-40B4-BE49-F238E27FC236}">
                <a16:creationId xmlns:a16="http://schemas.microsoft.com/office/drawing/2014/main" id="{7961E1DC-399D-435D-8FAC-1A10240619C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86408" y="231649"/>
            <a:ext cx="8146467" cy="576263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Example: The Intel IA-32 Architecture (Cont.)</a:t>
            </a:r>
          </a:p>
        </p:txBody>
      </p:sp>
      <p:sp>
        <p:nvSpPr>
          <p:cNvPr id="61443" name="Rectangle 3">
            <a:extLst>
              <a:ext uri="{FF2B5EF4-FFF2-40B4-BE49-F238E27FC236}">
                <a16:creationId xmlns:a16="http://schemas.microsoft.com/office/drawing/2014/main" id="{9606FB1F-38F1-4099-94DE-A7FB2E327AF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21095" y="1323452"/>
            <a:ext cx="7679093" cy="4530725"/>
          </a:xfrm>
        </p:spPr>
        <p:txBody>
          <a:bodyPr/>
          <a:lstStyle/>
          <a:p>
            <a:pPr>
              <a:defRPr/>
            </a:pPr>
            <a:r>
              <a:rPr lang="en-US" altLang="en-US" dirty="0"/>
              <a:t>CPU generates logical address</a:t>
            </a:r>
          </a:p>
          <a:p>
            <a:pPr lvl="1">
              <a:defRPr/>
            </a:pPr>
            <a:r>
              <a:rPr lang="en-US" altLang="en-US" dirty="0"/>
              <a:t>Selector given to segmentation unit</a:t>
            </a:r>
          </a:p>
          <a:p>
            <a:pPr lvl="2">
              <a:defRPr/>
            </a:pPr>
            <a:r>
              <a:rPr lang="en-US" altLang="en-US" dirty="0"/>
              <a:t>Which produces linear addresses </a:t>
            </a:r>
          </a:p>
          <a:p>
            <a:pPr marL="857250" lvl="2" indent="0">
              <a:buFont typeface="Webdings" panose="05030102010509060703" pitchFamily="18" charset="2"/>
              <a:buNone/>
              <a:defRPr/>
            </a:pPr>
            <a:endParaRPr lang="en-US" altLang="en-US" dirty="0"/>
          </a:p>
          <a:p>
            <a:pPr lvl="2">
              <a:defRPr/>
            </a:pPr>
            <a:endParaRPr lang="en-US" altLang="en-US" dirty="0"/>
          </a:p>
          <a:p>
            <a:pPr lvl="1">
              <a:defRPr/>
            </a:pPr>
            <a:r>
              <a:rPr lang="en-US" altLang="en-US" dirty="0"/>
              <a:t>Linear address given to paging unit</a:t>
            </a:r>
          </a:p>
          <a:p>
            <a:pPr lvl="2">
              <a:defRPr/>
            </a:pPr>
            <a:r>
              <a:rPr lang="en-US" altLang="en-US" dirty="0"/>
              <a:t>Which generates physical address in main memory</a:t>
            </a:r>
          </a:p>
          <a:p>
            <a:pPr lvl="2">
              <a:defRPr/>
            </a:pPr>
            <a:r>
              <a:rPr lang="en-US" altLang="en-US" dirty="0"/>
              <a:t>Paging units form equivalent of MMU</a:t>
            </a:r>
          </a:p>
          <a:p>
            <a:pPr lvl="2">
              <a:defRPr/>
            </a:pPr>
            <a:r>
              <a:rPr lang="en-US" altLang="en-US" dirty="0"/>
              <a:t>Pages sizes can be 4 KB or 4 MB</a:t>
            </a:r>
          </a:p>
          <a:p>
            <a:pPr>
              <a:defRPr/>
            </a:pPr>
            <a:endParaRPr lang="en-US" altLang="en-US" dirty="0"/>
          </a:p>
        </p:txBody>
      </p:sp>
      <p:pic>
        <p:nvPicPr>
          <p:cNvPr id="63492" name="Picture 1" descr="Screen Shot 2013-01-04 at 12.24.50 PM.png">
            <a:extLst>
              <a:ext uri="{FF2B5EF4-FFF2-40B4-BE49-F238E27FC236}">
                <a16:creationId xmlns:a16="http://schemas.microsoft.com/office/drawing/2014/main" id="{1802C1BC-A147-4105-A498-ACB3034163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4463" y="2458776"/>
            <a:ext cx="2436812" cy="78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10FC880D-958B-4972-B907-A987920BA0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05296" y="188588"/>
            <a:ext cx="7670800" cy="619125"/>
          </a:xfrm>
        </p:spPr>
        <p:txBody>
          <a:bodyPr/>
          <a:lstStyle/>
          <a:p>
            <a:pPr eaLnBrk="1" hangingPunct="1"/>
            <a:r>
              <a:rPr lang="en-US" altLang="en-US" sz="2400" dirty="0"/>
              <a:t>Logical to Physical Address Translation in IA-32</a:t>
            </a:r>
          </a:p>
        </p:txBody>
      </p:sp>
      <p:pic>
        <p:nvPicPr>
          <p:cNvPr id="64515" name="Picture 4">
            <a:extLst>
              <a:ext uri="{FF2B5EF4-FFF2-40B4-BE49-F238E27FC236}">
                <a16:creationId xmlns:a16="http://schemas.microsoft.com/office/drawing/2014/main" id="{6B1B5BAA-DC9D-46F7-82BF-E599416FEE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8" t="35571" r="661" b="35571"/>
          <a:stretch>
            <a:fillRect/>
          </a:stretch>
        </p:blipFill>
        <p:spPr bwMode="auto">
          <a:xfrm>
            <a:off x="2049463" y="3084513"/>
            <a:ext cx="4595812" cy="1008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4516" name="Picture 5">
            <a:extLst>
              <a:ext uri="{FF2B5EF4-FFF2-40B4-BE49-F238E27FC236}">
                <a16:creationId xmlns:a16="http://schemas.microsoft.com/office/drawing/2014/main" id="{79C420AF-26CF-4190-AF70-4350F6539F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4213" y="1524000"/>
            <a:ext cx="6157912" cy="819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>
            <a:extLst>
              <a:ext uri="{FF2B5EF4-FFF2-40B4-BE49-F238E27FC236}">
                <a16:creationId xmlns:a16="http://schemas.microsoft.com/office/drawing/2014/main" id="{37E77F2B-0821-46A3-AC64-44DB6C3C6BC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95388" y="235762"/>
            <a:ext cx="749141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Intel IA-32 Segmentation</a:t>
            </a:r>
          </a:p>
        </p:txBody>
      </p:sp>
      <p:pic>
        <p:nvPicPr>
          <p:cNvPr id="65539" name="Picture 4" descr="8">
            <a:extLst>
              <a:ext uri="{FF2B5EF4-FFF2-40B4-BE49-F238E27FC236}">
                <a16:creationId xmlns:a16="http://schemas.microsoft.com/office/drawing/2014/main" id="{7D194F7E-28F0-4FDC-A111-00416AFA23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6425" y="1314450"/>
            <a:ext cx="6034088" cy="3703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>
            <a:extLst>
              <a:ext uri="{FF2B5EF4-FFF2-40B4-BE49-F238E27FC236}">
                <a16:creationId xmlns:a16="http://schemas.microsoft.com/office/drawing/2014/main" id="{5A802929-8C9E-4AD9-851A-726A5C7B0E0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17563" y="238549"/>
            <a:ext cx="7869237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Intel IA-32 Paging Architecture</a:t>
            </a:r>
          </a:p>
        </p:txBody>
      </p:sp>
      <p:pic>
        <p:nvPicPr>
          <p:cNvPr id="66563" name="Picture 4">
            <a:extLst>
              <a:ext uri="{FF2B5EF4-FFF2-40B4-BE49-F238E27FC236}">
                <a16:creationId xmlns:a16="http://schemas.microsoft.com/office/drawing/2014/main" id="{EA02C8D5-7EBE-42A0-8DC3-0C75C34F56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9500" y="1220788"/>
            <a:ext cx="4503738" cy="439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>
            <a:extLst>
              <a:ext uri="{FF2B5EF4-FFF2-40B4-BE49-F238E27FC236}">
                <a16:creationId xmlns:a16="http://schemas.microsoft.com/office/drawing/2014/main" id="{7DC08348-F45E-462A-893E-7E31B70ABFF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53909" y="232975"/>
            <a:ext cx="7869237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Intel IA-32 Page Address Extensions</a:t>
            </a:r>
          </a:p>
        </p:txBody>
      </p:sp>
      <p:pic>
        <p:nvPicPr>
          <p:cNvPr id="67587" name="Picture 1" descr="8_24.pdf">
            <a:extLst>
              <a:ext uri="{FF2B5EF4-FFF2-40B4-BE49-F238E27FC236}">
                <a16:creationId xmlns:a16="http://schemas.microsoft.com/office/drawing/2014/main" id="{6D2F7BE4-39DD-4438-B0C4-831E2E7E69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9603" y="3772613"/>
            <a:ext cx="6157912" cy="2630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7588" name="Rectangle 3">
            <a:extLst>
              <a:ext uri="{FF2B5EF4-FFF2-40B4-BE49-F238E27FC236}">
                <a16:creationId xmlns:a16="http://schemas.microsoft.com/office/drawing/2014/main" id="{D2FBD04E-0AD5-4B90-A5FE-1CCDF58FDC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6290" y="1108075"/>
            <a:ext cx="7869236" cy="190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4008" tIns="32004" rIns="64008" bIns="32004"/>
          <a:lstStyle>
            <a:lvl1pPr marL="488950" indent="-4889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1060450" indent="-407988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marL="285750" indent="-285750"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dirty="0">
                <a:latin typeface="Helvetica" panose="020B0604020202020204" pitchFamily="34" charset="0"/>
              </a:rPr>
              <a:t>32-bit address limits led Intel to create </a:t>
            </a:r>
            <a:r>
              <a:rPr kumimoji="1" lang="en-US" altLang="en-US" b="1" dirty="0">
                <a:solidFill>
                  <a:srgbClr val="006699"/>
                </a:solidFill>
                <a:latin typeface="+mj-lt"/>
              </a:rPr>
              <a:t>page</a:t>
            </a:r>
            <a:r>
              <a:rPr kumimoji="1" lang="en-US" altLang="en-US" b="1" dirty="0">
                <a:solidFill>
                  <a:srgbClr val="3366FF"/>
                </a:solidFill>
                <a:latin typeface="Helvetica" panose="020B0604020202020204" pitchFamily="34" charset="0"/>
              </a:rPr>
              <a:t> </a:t>
            </a:r>
            <a:r>
              <a:rPr kumimoji="1" lang="en-US" altLang="en-US" b="1" dirty="0">
                <a:solidFill>
                  <a:srgbClr val="006699"/>
                </a:solidFill>
                <a:latin typeface="+mj-lt"/>
              </a:rPr>
              <a:t>address</a:t>
            </a:r>
            <a:r>
              <a:rPr kumimoji="1" lang="en-US" altLang="en-US" b="1" dirty="0">
                <a:solidFill>
                  <a:srgbClr val="3366FF"/>
                </a:solidFill>
                <a:latin typeface="Helvetica" panose="020B0604020202020204" pitchFamily="34" charset="0"/>
              </a:rPr>
              <a:t> </a:t>
            </a:r>
            <a:r>
              <a:rPr kumimoji="1" lang="en-US" altLang="en-US" b="1" dirty="0">
                <a:solidFill>
                  <a:srgbClr val="006699"/>
                </a:solidFill>
                <a:latin typeface="+mj-lt"/>
              </a:rPr>
              <a:t>extension</a:t>
            </a:r>
            <a:r>
              <a:rPr kumimoji="1" lang="en-US" altLang="en-US" b="1" dirty="0">
                <a:solidFill>
                  <a:srgbClr val="3366FF"/>
                </a:solidFill>
                <a:latin typeface="Helvetica" panose="020B0604020202020204" pitchFamily="34" charset="0"/>
              </a:rPr>
              <a:t> </a:t>
            </a:r>
            <a:r>
              <a:rPr kumimoji="1" lang="en-US" altLang="en-US" dirty="0">
                <a:latin typeface="Helvetica" panose="020B0604020202020204" pitchFamily="34" charset="0"/>
              </a:rPr>
              <a:t>(</a:t>
            </a:r>
            <a:r>
              <a:rPr kumimoji="1" lang="en-US" altLang="en-US" b="1" dirty="0">
                <a:solidFill>
                  <a:srgbClr val="006699"/>
                </a:solidFill>
                <a:latin typeface="+mj-lt"/>
              </a:rPr>
              <a:t>PAE</a:t>
            </a:r>
            <a:r>
              <a:rPr kumimoji="1" lang="en-US" altLang="en-US" dirty="0">
                <a:latin typeface="Helvetica" panose="020B0604020202020204" pitchFamily="34" charset="0"/>
              </a:rPr>
              <a:t>), allowing 32-bit apps access to more than 4GB of memory space</a:t>
            </a:r>
          </a:p>
          <a:p>
            <a:pPr lvl="1">
              <a:spcBef>
                <a:spcPct val="35000"/>
              </a:spcBef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</a:pPr>
            <a:r>
              <a:rPr kumimoji="1" lang="en-US" altLang="en-US" dirty="0">
                <a:latin typeface="Helvetica" panose="020B0604020202020204" pitchFamily="34" charset="0"/>
              </a:rPr>
              <a:t>Paging went to a 3-level scheme</a:t>
            </a:r>
          </a:p>
          <a:p>
            <a:pPr lvl="1">
              <a:spcBef>
                <a:spcPct val="35000"/>
              </a:spcBef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</a:pPr>
            <a:r>
              <a:rPr kumimoji="1" lang="en-US" altLang="en-US" dirty="0">
                <a:latin typeface="Helvetica" panose="020B0604020202020204" pitchFamily="34" charset="0"/>
              </a:rPr>
              <a:t>Top two bits refer to a </a:t>
            </a:r>
            <a:r>
              <a:rPr kumimoji="1" lang="en-US" altLang="en-US" b="1" dirty="0">
                <a:solidFill>
                  <a:srgbClr val="006699"/>
                </a:solidFill>
                <a:latin typeface="+mj-lt"/>
              </a:rPr>
              <a:t>page</a:t>
            </a:r>
            <a:r>
              <a:rPr kumimoji="1" lang="en-US" altLang="en-US" b="1" dirty="0">
                <a:solidFill>
                  <a:srgbClr val="3366FF"/>
                </a:solidFill>
                <a:latin typeface="Helvetica" panose="020B0604020202020204" pitchFamily="34" charset="0"/>
              </a:rPr>
              <a:t> </a:t>
            </a:r>
            <a:r>
              <a:rPr kumimoji="1" lang="en-US" altLang="en-US" b="1" dirty="0">
                <a:solidFill>
                  <a:srgbClr val="006699"/>
                </a:solidFill>
                <a:latin typeface="+mj-lt"/>
              </a:rPr>
              <a:t>directory</a:t>
            </a:r>
            <a:r>
              <a:rPr kumimoji="1" lang="en-US" altLang="en-US" b="1" dirty="0">
                <a:solidFill>
                  <a:srgbClr val="3366FF"/>
                </a:solidFill>
                <a:latin typeface="Helvetica" panose="020B0604020202020204" pitchFamily="34" charset="0"/>
              </a:rPr>
              <a:t> </a:t>
            </a:r>
            <a:r>
              <a:rPr kumimoji="1" lang="en-US" altLang="en-US" b="1" dirty="0">
                <a:solidFill>
                  <a:srgbClr val="006699"/>
                </a:solidFill>
                <a:latin typeface="+mj-lt"/>
              </a:rPr>
              <a:t>pointer</a:t>
            </a:r>
            <a:r>
              <a:rPr kumimoji="1" lang="en-US" altLang="en-US" b="1" dirty="0">
                <a:solidFill>
                  <a:srgbClr val="3366FF"/>
                </a:solidFill>
                <a:latin typeface="Helvetica" panose="020B0604020202020204" pitchFamily="34" charset="0"/>
              </a:rPr>
              <a:t> </a:t>
            </a:r>
            <a:r>
              <a:rPr kumimoji="1" lang="en-US" altLang="en-US" b="1" dirty="0">
                <a:solidFill>
                  <a:srgbClr val="006699"/>
                </a:solidFill>
                <a:latin typeface="+mj-lt"/>
              </a:rPr>
              <a:t>table</a:t>
            </a:r>
          </a:p>
          <a:p>
            <a:pPr lvl="1">
              <a:spcBef>
                <a:spcPct val="35000"/>
              </a:spcBef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</a:pPr>
            <a:r>
              <a:rPr kumimoji="1" lang="en-US" altLang="en-US" dirty="0">
                <a:latin typeface="Helvetica" panose="020B0604020202020204" pitchFamily="34" charset="0"/>
              </a:rPr>
              <a:t>Page-directory and page-table entries moved to 64-bits in size</a:t>
            </a:r>
          </a:p>
          <a:p>
            <a:pPr lvl="1">
              <a:spcBef>
                <a:spcPct val="35000"/>
              </a:spcBef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</a:pPr>
            <a:r>
              <a:rPr kumimoji="1" lang="en-US" altLang="en-US" dirty="0">
                <a:latin typeface="Helvetica" panose="020B0604020202020204" pitchFamily="34" charset="0"/>
              </a:rPr>
              <a:t>Net effect is increasing address space to 36 bits – 64GB of physical memory</a:t>
            </a:r>
          </a:p>
          <a:p>
            <a:pPr lvl="1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</a:pPr>
            <a:endParaRPr kumimoji="1" lang="en-US" altLang="en-US" b="1" dirty="0">
              <a:solidFill>
                <a:srgbClr val="3366FF"/>
              </a:solidFill>
              <a:latin typeface="Helvetica" panose="020B0604020202020204" pitchFamily="34" charset="0"/>
            </a:endParaRPr>
          </a:p>
          <a:p>
            <a: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</a:pPr>
            <a:endParaRPr kumimoji="1" lang="en-US" altLang="en-US" dirty="0">
              <a:latin typeface="Helvetica" panose="020B0604020202020204" pitchFamily="34" charset="0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>
            <a:extLst>
              <a:ext uri="{FF2B5EF4-FFF2-40B4-BE49-F238E27FC236}">
                <a16:creationId xmlns:a16="http://schemas.microsoft.com/office/drawing/2014/main" id="{58E4418B-4D1F-4C2F-86CA-BEEA5DC9AF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81661" y="245093"/>
            <a:ext cx="7869237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Intel x86-64</a:t>
            </a:r>
          </a:p>
        </p:txBody>
      </p:sp>
      <p:sp>
        <p:nvSpPr>
          <p:cNvPr id="68611" name="Rectangle 3">
            <a:extLst>
              <a:ext uri="{FF2B5EF4-FFF2-40B4-BE49-F238E27FC236}">
                <a16:creationId xmlns:a16="http://schemas.microsoft.com/office/drawing/2014/main" id="{879EF759-8E97-43E4-B675-04E06FE8DC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9086" y="1122363"/>
            <a:ext cx="7632927" cy="275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4008" tIns="32004" rIns="64008" bIns="32004"/>
          <a:lstStyle>
            <a:lvl1pPr marL="488950" indent="-4889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1060450" indent="-407988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dirty="0">
                <a:latin typeface="Helvetica" panose="020B0604020202020204" pitchFamily="34" charset="0"/>
              </a:rPr>
              <a:t>Current generation Intel x86 architecture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dirty="0">
                <a:latin typeface="Helvetica" panose="020B0604020202020204" pitchFamily="34" charset="0"/>
              </a:rPr>
              <a:t>64 bits is ginormous (&gt; 16 exabytes)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dirty="0">
                <a:latin typeface="Helvetica" panose="020B0604020202020204" pitchFamily="34" charset="0"/>
              </a:rPr>
              <a:t>In practice only implement 48 bit addressing</a:t>
            </a:r>
          </a:p>
          <a:p>
            <a:pPr lvl="1">
              <a:spcBef>
                <a:spcPct val="35000"/>
              </a:spcBef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</a:pPr>
            <a:r>
              <a:rPr kumimoji="1" lang="en-US" altLang="en-US" dirty="0">
                <a:latin typeface="Helvetica" panose="020B0604020202020204" pitchFamily="34" charset="0"/>
              </a:rPr>
              <a:t>Page sizes of 4 KB, 2 MB, 1 GB</a:t>
            </a:r>
          </a:p>
          <a:p>
            <a:pPr lvl="1">
              <a:spcBef>
                <a:spcPct val="35000"/>
              </a:spcBef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</a:pPr>
            <a:r>
              <a:rPr kumimoji="1" lang="en-US" altLang="en-US" dirty="0">
                <a:latin typeface="Helvetica" panose="020B0604020202020204" pitchFamily="34" charset="0"/>
              </a:rPr>
              <a:t>Four levels of paging hierarchy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dirty="0">
                <a:latin typeface="Helvetica" panose="020B0604020202020204" pitchFamily="34" charset="0"/>
              </a:rPr>
              <a:t>Can also use PAE so virtual addresses are 48 bits and physical addresses are 52 bits</a:t>
            </a:r>
          </a:p>
        </p:txBody>
      </p:sp>
      <p:pic>
        <p:nvPicPr>
          <p:cNvPr id="68612" name="Picture 2" descr="8_25.pdf">
            <a:extLst>
              <a:ext uri="{FF2B5EF4-FFF2-40B4-BE49-F238E27FC236}">
                <a16:creationId xmlns:a16="http://schemas.microsoft.com/office/drawing/2014/main" id="{BDCE453A-1476-4754-9D6F-16790CEC81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0938" y="4108450"/>
            <a:ext cx="7283450" cy="73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>
            <a:extLst>
              <a:ext uri="{FF2B5EF4-FFF2-40B4-BE49-F238E27FC236}">
                <a16:creationId xmlns:a16="http://schemas.microsoft.com/office/drawing/2014/main" id="{E9E9CEB5-71D0-4017-B08A-E02B75FA055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3438" y="238549"/>
            <a:ext cx="7869237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Example: ARM Architecture</a:t>
            </a:r>
          </a:p>
        </p:txBody>
      </p:sp>
      <p:sp>
        <p:nvSpPr>
          <p:cNvPr id="69635" name="Rectangle 3">
            <a:extLst>
              <a:ext uri="{FF2B5EF4-FFF2-40B4-BE49-F238E27FC236}">
                <a16:creationId xmlns:a16="http://schemas.microsoft.com/office/drawing/2014/main" id="{50CE6398-8797-4635-8426-2FD70A2B2E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5110" y="1169988"/>
            <a:ext cx="3522728" cy="5141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4008" tIns="32004" rIns="64008" bIns="32004"/>
          <a:lstStyle>
            <a:lvl1pPr marL="488950" indent="-4889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1060450" indent="-407988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1600" dirty="0">
                <a:latin typeface="Helvetica" panose="020B0604020202020204" pitchFamily="34" charset="0"/>
              </a:rPr>
              <a:t>Dominant mobile platform chip (Apple iOS and Google Android devices for example)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1600" dirty="0">
                <a:latin typeface="Helvetica" panose="020B0604020202020204" pitchFamily="34" charset="0"/>
              </a:rPr>
              <a:t>Modern, energy efficient, 32-bit CPU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1600" dirty="0">
                <a:latin typeface="Helvetica" panose="020B0604020202020204" pitchFamily="34" charset="0"/>
              </a:rPr>
              <a:t>4 KB and 16 KB pages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1600" dirty="0">
                <a:latin typeface="Helvetica" panose="020B0604020202020204" pitchFamily="34" charset="0"/>
              </a:rPr>
              <a:t>1 MB and 16 MB pages (termed </a:t>
            </a:r>
            <a:r>
              <a:rPr kumimoji="1" lang="en-US" altLang="en-US" b="1" dirty="0">
                <a:solidFill>
                  <a:srgbClr val="006699"/>
                </a:solidFill>
                <a:latin typeface="+mj-lt"/>
              </a:rPr>
              <a:t>sections</a:t>
            </a:r>
            <a:r>
              <a:rPr kumimoji="1" lang="en-US" altLang="en-US" sz="1600" dirty="0">
                <a:latin typeface="Helvetica" panose="020B0604020202020204" pitchFamily="34" charset="0"/>
              </a:rPr>
              <a:t>)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1600" dirty="0">
                <a:latin typeface="Helvetica" panose="020B0604020202020204" pitchFamily="34" charset="0"/>
              </a:rPr>
              <a:t>One-level paging for sections, two-level for smaller pages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1600" dirty="0">
                <a:latin typeface="Helvetica" panose="020B0604020202020204" pitchFamily="34" charset="0"/>
              </a:rPr>
              <a:t>Two levels of TLBs</a:t>
            </a:r>
          </a:p>
          <a:p>
            <a:pPr marL="938212" lvl="1" indent="-285750">
              <a:spcBef>
                <a:spcPct val="35000"/>
              </a:spcBef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</a:pPr>
            <a:r>
              <a:rPr kumimoji="1" lang="en-US" altLang="en-US" sz="1600" dirty="0">
                <a:latin typeface="Helvetica" panose="020B0604020202020204" pitchFamily="34" charset="0"/>
              </a:rPr>
              <a:t>Outer level has two micro TLBs (one data, one instruction)</a:t>
            </a:r>
          </a:p>
          <a:p>
            <a:pPr marL="938212" lvl="1" indent="-285750">
              <a:spcBef>
                <a:spcPct val="35000"/>
              </a:spcBef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</a:pPr>
            <a:r>
              <a:rPr kumimoji="1" lang="en-US" altLang="en-US" sz="1600" dirty="0">
                <a:latin typeface="Helvetica" panose="020B0604020202020204" pitchFamily="34" charset="0"/>
              </a:rPr>
              <a:t>Inner is single main TLB</a:t>
            </a:r>
          </a:p>
          <a:p>
            <a:pPr marL="938212" lvl="1" indent="-285750">
              <a:spcBef>
                <a:spcPct val="35000"/>
              </a:spcBef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</a:pPr>
            <a:r>
              <a:rPr kumimoji="1" lang="en-US" altLang="en-US" sz="1600" dirty="0">
                <a:latin typeface="Helvetica" panose="020B0604020202020204" pitchFamily="34" charset="0"/>
              </a:rPr>
              <a:t>First inner is checked, on miss outers are checked, and on miss page table walk performed by CPU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</a:pPr>
            <a:endParaRPr kumimoji="1" lang="en-US" altLang="en-US" sz="1600" dirty="0">
              <a:latin typeface="Helvetica" panose="020B0604020202020204" pitchFamily="34" charset="0"/>
            </a:endParaRPr>
          </a:p>
        </p:txBody>
      </p:sp>
      <p:pic>
        <p:nvPicPr>
          <p:cNvPr id="69636" name="Picture 1" descr="8_26.pdf">
            <a:extLst>
              <a:ext uri="{FF2B5EF4-FFF2-40B4-BE49-F238E27FC236}">
                <a16:creationId xmlns:a16="http://schemas.microsoft.com/office/drawing/2014/main" id="{3DED2F29-124C-4CCE-957C-91AC27FE80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0400" y="1576388"/>
            <a:ext cx="4100513" cy="299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>
            <a:extLst>
              <a:ext uri="{FF2B5EF4-FFF2-40B4-BE49-F238E27FC236}">
                <a16:creationId xmlns:a16="http://schemas.microsoft.com/office/drawing/2014/main" id="{10ABA6F6-3348-45EF-9241-C55F4F2E5F83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End of Chapter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s-8">
  <a:themeElements>
    <a:clrScheme name="os-8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os-8">
      <a:majorFont>
        <a:latin typeface="Arial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lnDef>
  </a:objectDefaults>
  <a:extraClrSchemeLst>
    <a:extraClrScheme>
      <a:clrScheme name="os-8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OS8</Template>
  <TotalTime>12869</TotalTime>
  <Words>1874</Words>
  <Application>Microsoft Office PowerPoint</Application>
  <PresentationFormat>全屏显示(4:3)</PresentationFormat>
  <Paragraphs>226</Paragraphs>
  <Slides>34</Slides>
  <Notes>30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34</vt:i4>
      </vt:variant>
    </vt:vector>
  </HeadingPairs>
  <TitlesOfParts>
    <vt:vector size="43" baseType="lpstr">
      <vt:lpstr>Monotype Sorts</vt:lpstr>
      <vt:lpstr>Arial</vt:lpstr>
      <vt:lpstr>Courier New</vt:lpstr>
      <vt:lpstr>Helvetica</vt:lpstr>
      <vt:lpstr>Times New Roman</vt:lpstr>
      <vt:lpstr>Verdana</vt:lpstr>
      <vt:lpstr>Webdings</vt:lpstr>
      <vt:lpstr>Wingdings</vt:lpstr>
      <vt:lpstr>os-8</vt:lpstr>
      <vt:lpstr>Chapter 9:  Main Memory</vt:lpstr>
      <vt:lpstr>Memory Protection</vt:lpstr>
      <vt:lpstr>Valid (v) or Invalid (i) Bit In A Page Table</vt:lpstr>
      <vt:lpstr>Shared Pages</vt:lpstr>
      <vt:lpstr>Shared Pages Example</vt:lpstr>
      <vt:lpstr>Structure of the Page Table</vt:lpstr>
      <vt:lpstr>Hierarchical Page Tables</vt:lpstr>
      <vt:lpstr>Two-Level Paging Example</vt:lpstr>
      <vt:lpstr>Address-Translation Scheme</vt:lpstr>
      <vt:lpstr>64-bit Logical Address Space</vt:lpstr>
      <vt:lpstr>Three-level Paging Scheme</vt:lpstr>
      <vt:lpstr>Hashed Page Tables</vt:lpstr>
      <vt:lpstr>Hashed Page Table</vt:lpstr>
      <vt:lpstr>Inverted Page Table</vt:lpstr>
      <vt:lpstr>Inverted Page Table Architecture</vt:lpstr>
      <vt:lpstr>Oracle SPARC Solaris</vt:lpstr>
      <vt:lpstr>Oracle SPARC Solaris (Cont.)</vt:lpstr>
      <vt:lpstr>Swapping</vt:lpstr>
      <vt:lpstr>Swapping (Cont.)</vt:lpstr>
      <vt:lpstr>Schematic View of Swapping</vt:lpstr>
      <vt:lpstr>Context Switch Time including Swapping</vt:lpstr>
      <vt:lpstr>Context Switch Time and Swapping (Cont.)</vt:lpstr>
      <vt:lpstr>Swapping on Mobile Systems</vt:lpstr>
      <vt:lpstr>Swapping with Paging</vt:lpstr>
      <vt:lpstr>Example: The Intel 32 and 64-bit Architectures</vt:lpstr>
      <vt:lpstr>Example: The Intel IA-32 Architecture</vt:lpstr>
      <vt:lpstr>Example: The Intel IA-32 Architecture (Cont.)</vt:lpstr>
      <vt:lpstr>Logical to Physical Address Translation in IA-32</vt:lpstr>
      <vt:lpstr>Intel IA-32 Segmentation</vt:lpstr>
      <vt:lpstr>Intel IA-32 Paging Architecture</vt:lpstr>
      <vt:lpstr>Intel IA-32 Page Address Extensions</vt:lpstr>
      <vt:lpstr>Intel x86-64</vt:lpstr>
      <vt:lpstr>Example: ARM Architecture</vt:lpstr>
      <vt:lpstr>End of Chapter 9</vt:lpstr>
    </vt:vector>
  </TitlesOfParts>
  <Company>Lucent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2.01</dc:title>
  <dc:creator>Lucent End User</dc:creator>
  <cp:lastModifiedBy>Yeh-Ching Chung</cp:lastModifiedBy>
  <cp:revision>351</cp:revision>
  <cp:lastPrinted>2013-09-30T19:34:56Z</cp:lastPrinted>
  <dcterms:created xsi:type="dcterms:W3CDTF">2011-01-13T23:43:38Z</dcterms:created>
  <dcterms:modified xsi:type="dcterms:W3CDTF">2025-09-09T05:30:18Z</dcterms:modified>
</cp:coreProperties>
</file>