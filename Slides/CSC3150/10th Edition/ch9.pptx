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9"/>
  </p:notesMasterIdLst>
  <p:handoutMasterIdLst>
    <p:handoutMasterId r:id="rId70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353" r:id="rId23"/>
    <p:sldId id="360" r:id="rId24"/>
    <p:sldId id="361" r:id="rId25"/>
    <p:sldId id="362" r:id="rId26"/>
    <p:sldId id="363" r:id="rId27"/>
    <p:sldId id="419" r:id="rId28"/>
    <p:sldId id="365" r:id="rId29"/>
    <p:sldId id="366" r:id="rId30"/>
    <p:sldId id="367" r:id="rId31"/>
    <p:sldId id="400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386" r:id="rId50"/>
    <p:sldId id="401" r:id="rId51"/>
    <p:sldId id="431" r:id="rId52"/>
    <p:sldId id="432" r:id="rId53"/>
    <p:sldId id="433" r:id="rId54"/>
    <p:sldId id="434" r:id="rId55"/>
    <p:sldId id="435" r:id="rId56"/>
    <p:sldId id="436" r:id="rId57"/>
    <p:sldId id="437" r:id="rId58"/>
    <p:sldId id="438" r:id="rId59"/>
    <p:sldId id="439" r:id="rId60"/>
    <p:sldId id="440" r:id="rId61"/>
    <p:sldId id="441" r:id="rId62"/>
    <p:sldId id="442" r:id="rId63"/>
    <p:sldId id="443" r:id="rId64"/>
    <p:sldId id="444" r:id="rId65"/>
    <p:sldId id="445" r:id="rId66"/>
    <p:sldId id="446" r:id="rId67"/>
    <p:sldId id="395" r:id="rId6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5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W:\os-book\OS10\slide-dir\os-figures\9_07.jpg">
            <a:extLst>
              <a:ext uri="{FF2B5EF4-FFF2-40B4-BE49-F238E27FC236}">
                <a16:creationId xmlns:a16="http://schemas.microsoft.com/office/drawing/2014/main" id="{E557DF44-5D01-03F4-BA9F-2AA7F82E5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/>
          <a:stretch/>
        </p:blipFill>
        <p:spPr bwMode="auto">
          <a:xfrm>
            <a:off x="4918996" y="4720182"/>
            <a:ext cx="906234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3314247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  <p:pic>
        <p:nvPicPr>
          <p:cNvPr id="3" name="Picture 5" descr="W:\os-book\OS10\slide-dir\os-figures\9_07.jpg">
            <a:extLst>
              <a:ext uri="{FF2B5EF4-FFF2-40B4-BE49-F238E27FC236}">
                <a16:creationId xmlns:a16="http://schemas.microsoft.com/office/drawing/2014/main" id="{0A5CC7C1-ECB3-E083-FDE1-47B401A2B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/>
          <a:stretch/>
        </p:blipFill>
        <p:spPr bwMode="auto">
          <a:xfrm>
            <a:off x="3318769" y="4711090"/>
            <a:ext cx="906234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os-book\OS10\slide-dir\os-figures\9_07.jpg">
            <a:extLst>
              <a:ext uri="{FF2B5EF4-FFF2-40B4-BE49-F238E27FC236}">
                <a16:creationId xmlns:a16="http://schemas.microsoft.com/office/drawing/2014/main" id="{6D613981-C480-45EF-2C27-BEE224DBC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1" t="53540" r="17094" b="35231"/>
          <a:stretch/>
        </p:blipFill>
        <p:spPr bwMode="auto">
          <a:xfrm>
            <a:off x="4408714" y="5441486"/>
            <a:ext cx="326571" cy="16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W:\os-book\OS10\slide-dir\os-figures\9_07.jpg">
            <a:extLst>
              <a:ext uri="{FF2B5EF4-FFF2-40B4-BE49-F238E27FC236}">
                <a16:creationId xmlns:a16="http://schemas.microsoft.com/office/drawing/2014/main" id="{346E039F-A759-AC21-C9D8-C9D0A5F32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91" t="27722" r="577" b="66679"/>
          <a:stretch/>
        </p:blipFill>
        <p:spPr bwMode="auto">
          <a:xfrm>
            <a:off x="4997900" y="5573393"/>
            <a:ext cx="824818" cy="580961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 descr="W:\os-book\OS10\slide-dir\os-figures\9_07.jpg">
            <a:extLst>
              <a:ext uri="{FF2B5EF4-FFF2-40B4-BE49-F238E27FC236}">
                <a16:creationId xmlns:a16="http://schemas.microsoft.com/office/drawing/2014/main" id="{4F787DF2-A6FD-AFEC-7691-C72D49BCA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 t="79749"/>
          <a:stretch/>
        </p:blipFill>
        <p:spPr bwMode="auto">
          <a:xfrm>
            <a:off x="4918996" y="5342941"/>
            <a:ext cx="906234" cy="2944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W:\os-book\OS10\slide-dir\os-figures\9_07.jpg">
            <a:extLst>
              <a:ext uri="{FF2B5EF4-FFF2-40B4-BE49-F238E27FC236}">
                <a16:creationId xmlns:a16="http://schemas.microsoft.com/office/drawing/2014/main" id="{D095C8A6-848A-061F-CCFC-5EFF1D4397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80" t="37948" b="43518"/>
          <a:stretch/>
        </p:blipFill>
        <p:spPr bwMode="auto">
          <a:xfrm>
            <a:off x="4984016" y="5010430"/>
            <a:ext cx="838701" cy="2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4396694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12868</TotalTime>
  <Words>3851</Words>
  <Application>Microsoft Office PowerPoint</Application>
  <PresentationFormat>全屏显示(4:3)</PresentationFormat>
  <Paragraphs>487</Paragraphs>
  <Slides>67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7" baseType="lpstr">
      <vt:lpstr>Helvetica</vt:lpstr>
      <vt:lpstr>Monotype Sorts</vt:lpstr>
      <vt:lpstr>Arial</vt:lpstr>
      <vt:lpstr>Courier New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 鍾葉青）</cp:lastModifiedBy>
  <cp:revision>349</cp:revision>
  <cp:lastPrinted>2013-09-30T19:34:56Z</cp:lastPrinted>
  <dcterms:created xsi:type="dcterms:W3CDTF">2011-01-13T23:43:38Z</dcterms:created>
  <dcterms:modified xsi:type="dcterms:W3CDTF">2024-11-07T02:17:29Z</dcterms:modified>
</cp:coreProperties>
</file>