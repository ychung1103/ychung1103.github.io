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6" r:id="rId2"/>
    <p:sldId id="352" r:id="rId3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528" y="41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2020/2/11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2020/2/11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062" y="4681942"/>
            <a:ext cx="2030503" cy="40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26534"/>
            <a:ext cx="7772400" cy="1102519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CSC3050 – Computer Architecture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Science and Engineering</a:t>
            </a:r>
          </a:p>
          <a:p>
            <a:r>
              <a:rPr lang="en-US" altLang="zh-TW" sz="2400" dirty="0"/>
              <a:t>Chinese University of Hong Kong, Shenzhen</a:t>
            </a:r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4125" y="900224"/>
            <a:ext cx="7254815" cy="3381154"/>
          </a:xfrm>
        </p:spPr>
        <p:txBody>
          <a:bodyPr>
            <a:normAutofit fontScale="85000" lnSpcReduction="10000"/>
          </a:bodyPr>
          <a:lstStyle/>
          <a:p>
            <a:r>
              <a:rPr lang="en-US" altLang="zh-CN" b="1" dirty="0"/>
              <a:t>Scenario 1</a:t>
            </a:r>
            <a:endParaRPr lang="zh-CN" altLang="zh-CN" dirty="0"/>
          </a:p>
          <a:p>
            <a:pPr lvl="1"/>
            <a:r>
              <a:rPr lang="en-US" altLang="zh-CN" dirty="0"/>
              <a:t>If the campus is re-open before week 7 (8 March), the original assessment scheme will remain unchanged</a:t>
            </a:r>
            <a:endParaRPr lang="zh-CN" altLang="zh-CN" dirty="0"/>
          </a:p>
          <a:p>
            <a:endParaRPr lang="en-US" altLang="zh-CN" dirty="0"/>
          </a:p>
          <a:p>
            <a:r>
              <a:rPr lang="en-US" altLang="zh-CN" b="1" dirty="0"/>
              <a:t>Scenario 2</a:t>
            </a:r>
            <a:endParaRPr lang="zh-CN" altLang="zh-CN" dirty="0"/>
          </a:p>
          <a:p>
            <a:pPr lvl="1"/>
            <a:r>
              <a:rPr lang="en-US" altLang="zh-CN" dirty="0"/>
              <a:t>If the campus will remain closed until the end of this semester, we will make the following changes</a:t>
            </a:r>
          </a:p>
          <a:p>
            <a:pPr lvl="2"/>
            <a:r>
              <a:rPr lang="en-US" altLang="zh-CN" dirty="0"/>
              <a:t>The final exam will be an open-book online exam</a:t>
            </a:r>
          </a:p>
          <a:p>
            <a:pPr lvl="2"/>
            <a:r>
              <a:rPr lang="en-US" altLang="zh-CN" dirty="0"/>
              <a:t>The assessment items would be 70% for programming assignments</a:t>
            </a:r>
            <a:r>
              <a:rPr lang="zh-CN" altLang="en-US"/>
              <a:t> </a:t>
            </a:r>
            <a:r>
              <a:rPr lang="en-US" altLang="zh-CN"/>
              <a:t>and </a:t>
            </a:r>
            <a:r>
              <a:rPr lang="en-US" altLang="zh-CN" dirty="0"/>
              <a:t>30% for final examination, no class participation part</a:t>
            </a:r>
            <a:endParaRPr lang="zh-CN" altLang="zh-CN" dirty="0"/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971107" y="108349"/>
            <a:ext cx="770458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sz="3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Assessment Policy Change</a:t>
            </a:r>
          </a:p>
        </p:txBody>
      </p:sp>
    </p:spTree>
    <p:extLst>
      <p:ext uri="{BB962C8B-B14F-4D97-AF65-F5344CB8AC3E}">
        <p14:creationId xmlns:p14="http://schemas.microsoft.com/office/powerpoint/2010/main" val="4104089237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2429</TotalTime>
  <Words>96</Words>
  <Application>Microsoft Office PowerPoint</Application>
  <PresentationFormat>全屏显示(16:9)</PresentationFormat>
  <Paragraphs>13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MS Sans Serif</vt:lpstr>
      <vt:lpstr>Arial</vt:lpstr>
      <vt:lpstr>Calibri</vt:lpstr>
      <vt:lpstr>Times New Roman</vt:lpstr>
      <vt:lpstr>Wingdings</vt:lpstr>
      <vt:lpstr>NTHU UniCloud</vt:lpstr>
      <vt:lpstr>CSC3050 – Computer Architecture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 鍾葉青）</cp:lastModifiedBy>
  <cp:revision>253</cp:revision>
  <dcterms:created xsi:type="dcterms:W3CDTF">2015-06-05T07:23:35Z</dcterms:created>
  <dcterms:modified xsi:type="dcterms:W3CDTF">2020-02-11T06:47:41Z</dcterms:modified>
</cp:coreProperties>
</file>