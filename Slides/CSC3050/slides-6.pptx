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9"/>
  </p:notesMasterIdLst>
  <p:handoutMasterIdLst>
    <p:handoutMasterId r:id="rId140"/>
  </p:handoutMasterIdLst>
  <p:sldIdLst>
    <p:sldId id="256" r:id="rId2"/>
    <p:sldId id="257" r:id="rId3"/>
    <p:sldId id="522" r:id="rId4"/>
    <p:sldId id="523" r:id="rId5"/>
    <p:sldId id="524" r:id="rId6"/>
    <p:sldId id="294" r:id="rId7"/>
    <p:sldId id="525" r:id="rId8"/>
    <p:sldId id="526" r:id="rId9"/>
    <p:sldId id="527" r:id="rId10"/>
    <p:sldId id="528" r:id="rId11"/>
    <p:sldId id="293" r:id="rId12"/>
    <p:sldId id="481" r:id="rId13"/>
    <p:sldId id="297" r:id="rId14"/>
    <p:sldId id="298" r:id="rId15"/>
    <p:sldId id="299" r:id="rId16"/>
    <p:sldId id="300" r:id="rId17"/>
    <p:sldId id="301" r:id="rId18"/>
    <p:sldId id="302" r:id="rId19"/>
    <p:sldId id="303" r:id="rId20"/>
    <p:sldId id="304" r:id="rId21"/>
    <p:sldId id="305" r:id="rId22"/>
    <p:sldId id="306" r:id="rId23"/>
    <p:sldId id="307" r:id="rId24"/>
    <p:sldId id="308" r:id="rId25"/>
    <p:sldId id="309" r:id="rId26"/>
    <p:sldId id="310" r:id="rId27"/>
    <p:sldId id="312" r:id="rId28"/>
    <p:sldId id="313" r:id="rId29"/>
    <p:sldId id="314" r:id="rId30"/>
    <p:sldId id="316" r:id="rId31"/>
    <p:sldId id="317" r:id="rId32"/>
    <p:sldId id="318" r:id="rId33"/>
    <p:sldId id="319" r:id="rId34"/>
    <p:sldId id="320" r:id="rId35"/>
    <p:sldId id="321" r:id="rId36"/>
    <p:sldId id="322" r:id="rId37"/>
    <p:sldId id="470" r:id="rId38"/>
    <p:sldId id="324" r:id="rId39"/>
    <p:sldId id="325" r:id="rId40"/>
    <p:sldId id="326" r:id="rId41"/>
    <p:sldId id="327" r:id="rId42"/>
    <p:sldId id="390" r:id="rId43"/>
    <p:sldId id="328" r:id="rId44"/>
    <p:sldId id="329" r:id="rId45"/>
    <p:sldId id="330" r:id="rId46"/>
    <p:sldId id="331" r:id="rId47"/>
    <p:sldId id="332" r:id="rId48"/>
    <p:sldId id="333" r:id="rId49"/>
    <p:sldId id="334" r:id="rId50"/>
    <p:sldId id="335" r:id="rId51"/>
    <p:sldId id="336" r:id="rId52"/>
    <p:sldId id="337" r:id="rId53"/>
    <p:sldId id="338" r:id="rId54"/>
    <p:sldId id="339" r:id="rId55"/>
    <p:sldId id="478" r:id="rId56"/>
    <p:sldId id="529" r:id="rId57"/>
    <p:sldId id="530" r:id="rId58"/>
    <p:sldId id="342" r:id="rId59"/>
    <p:sldId id="457" r:id="rId60"/>
    <p:sldId id="531" r:id="rId61"/>
    <p:sldId id="344" r:id="rId62"/>
    <p:sldId id="345" r:id="rId63"/>
    <p:sldId id="346" r:id="rId64"/>
    <p:sldId id="480" r:id="rId65"/>
    <p:sldId id="347" r:id="rId66"/>
    <p:sldId id="348" r:id="rId67"/>
    <p:sldId id="396" r:id="rId68"/>
    <p:sldId id="473" r:id="rId69"/>
    <p:sldId id="532" r:id="rId70"/>
    <p:sldId id="349" r:id="rId71"/>
    <p:sldId id="350" r:id="rId72"/>
    <p:sldId id="455" r:id="rId73"/>
    <p:sldId id="352" r:id="rId74"/>
    <p:sldId id="354" r:id="rId75"/>
    <p:sldId id="355" r:id="rId76"/>
    <p:sldId id="356" r:id="rId77"/>
    <p:sldId id="357" r:id="rId78"/>
    <p:sldId id="474" r:id="rId79"/>
    <p:sldId id="358" r:id="rId80"/>
    <p:sldId id="398" r:id="rId81"/>
    <p:sldId id="410" r:id="rId82"/>
    <p:sldId id="360" r:id="rId83"/>
    <p:sldId id="362" r:id="rId84"/>
    <p:sldId id="363" r:id="rId85"/>
    <p:sldId id="364" r:id="rId86"/>
    <p:sldId id="365" r:id="rId87"/>
    <p:sldId id="366" r:id="rId88"/>
    <p:sldId id="367" r:id="rId89"/>
    <p:sldId id="475" r:id="rId90"/>
    <p:sldId id="387" r:id="rId91"/>
    <p:sldId id="369" r:id="rId92"/>
    <p:sldId id="370" r:id="rId93"/>
    <p:sldId id="372" r:id="rId94"/>
    <p:sldId id="373" r:id="rId95"/>
    <p:sldId id="374" r:id="rId96"/>
    <p:sldId id="413" r:id="rId97"/>
    <p:sldId id="460" r:id="rId98"/>
    <p:sldId id="371" r:id="rId99"/>
    <p:sldId id="476" r:id="rId100"/>
    <p:sldId id="412" r:id="rId101"/>
    <p:sldId id="417" r:id="rId102"/>
    <p:sldId id="418" r:id="rId103"/>
    <p:sldId id="419" r:id="rId104"/>
    <p:sldId id="420" r:id="rId105"/>
    <p:sldId id="421" r:id="rId106"/>
    <p:sldId id="423" r:id="rId107"/>
    <p:sldId id="424" r:id="rId108"/>
    <p:sldId id="425" r:id="rId109"/>
    <p:sldId id="426" r:id="rId110"/>
    <p:sldId id="427" r:id="rId111"/>
    <p:sldId id="477" r:id="rId112"/>
    <p:sldId id="428" r:id="rId113"/>
    <p:sldId id="429" r:id="rId114"/>
    <p:sldId id="430" r:id="rId115"/>
    <p:sldId id="431" r:id="rId116"/>
    <p:sldId id="463" r:id="rId117"/>
    <p:sldId id="433" r:id="rId118"/>
    <p:sldId id="434" r:id="rId119"/>
    <p:sldId id="435" r:id="rId120"/>
    <p:sldId id="436" r:id="rId121"/>
    <p:sldId id="437" r:id="rId122"/>
    <p:sldId id="438" r:id="rId123"/>
    <p:sldId id="439" r:id="rId124"/>
    <p:sldId id="461" r:id="rId125"/>
    <p:sldId id="462" r:id="rId126"/>
    <p:sldId id="440" r:id="rId127"/>
    <p:sldId id="464" r:id="rId128"/>
    <p:sldId id="441" r:id="rId129"/>
    <p:sldId id="442" r:id="rId130"/>
    <p:sldId id="443" r:id="rId131"/>
    <p:sldId id="445" r:id="rId132"/>
    <p:sldId id="446" r:id="rId133"/>
    <p:sldId id="447" r:id="rId134"/>
    <p:sldId id="448" r:id="rId135"/>
    <p:sldId id="451" r:id="rId136"/>
    <p:sldId id="452" r:id="rId137"/>
    <p:sldId id="453" r:id="rId138"/>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3300"/>
    <a:srgbClr val="FF0000"/>
    <a:srgbClr val="E6E6E6"/>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42" autoAdjust="0"/>
    <p:restoredTop sz="92932" autoAdjust="0"/>
  </p:normalViewPr>
  <p:slideViewPr>
    <p:cSldViewPr snapToGrid="0">
      <p:cViewPr varScale="1">
        <p:scale>
          <a:sx n="69" d="100"/>
          <a:sy n="69" d="100"/>
        </p:scale>
        <p:origin x="720" y="34"/>
      </p:cViewPr>
      <p:guideLst>
        <p:guide orient="horz" pos="2160"/>
        <p:guide pos="2880"/>
        <p:guide orient="horz" pos="162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35811"/>
    </p:cViewPr>
  </p:sorterViewPr>
  <p:notesViewPr>
    <p:cSldViewPr snapToGrid="0">
      <p:cViewPr varScale="1">
        <p:scale>
          <a:sx n="37" d="100"/>
          <a:sy n="37" d="100"/>
        </p:scale>
        <p:origin x="1975" y="41"/>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2019/4/17</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2019/4/17</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8F89F67B-FD65-457F-8884-24E24A0B0399}"/>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Here are the timing diagrams showing the differences between the single cycle, multiple cycle, and pipeline implementations.</a:t>
            </a:r>
          </a:p>
          <a:p>
            <a:r>
              <a:rPr lang="en-US" altLang="zh-TW"/>
              <a:t>For example, in the pipeline implementation, we can finish executing the Load, Store, and R-type instruction sequence in seven cycles.</a:t>
            </a:r>
          </a:p>
          <a:p>
            <a:r>
              <a:rPr lang="en-US" altLang="zh-TW"/>
              <a:t>In the multiple clock cycle implementation, however, we cannot start executing the store until Cycle 6 because we must wait for the load instruction to  complete.</a:t>
            </a:r>
          </a:p>
          <a:p>
            <a:r>
              <a:rPr lang="en-US" altLang="zh-TW"/>
              <a:t>Similarly, we cannot start the execution of the R-type instruction until the store instruction has completed its execution in Cycle 9.</a:t>
            </a:r>
          </a:p>
          <a:p>
            <a:r>
              <a:rPr lang="en-US" altLang="zh-TW"/>
              <a:t>In the Single Cycle implementation, the cycle time is set to accommodate the longest instruction, the Load instruction.</a:t>
            </a:r>
          </a:p>
          <a:p>
            <a:r>
              <a:rPr lang="en-US" altLang="zh-TW"/>
              <a:t>Consequently, the cycle time for the Single Cycle implementation can be five times longer than the multiple cycle implementation.</a:t>
            </a:r>
          </a:p>
          <a:p>
            <a:r>
              <a:rPr lang="en-US" altLang="zh-TW"/>
              <a:t>But may be more importantly, since the cycle time has to be long enough for the load instruction, it is too long for the store instruction so the last part of the cycle here is wasted.</a:t>
            </a:r>
          </a:p>
          <a:p>
            <a:endParaRPr lang="en-US" altLang="zh-TW"/>
          </a:p>
          <a:p>
            <a:r>
              <a:rPr lang="en-US" altLang="zh-TW"/>
              <a:t>+2 = 77 min. (X:57)</a:t>
            </a:r>
          </a:p>
        </p:txBody>
      </p:sp>
      <p:sp>
        <p:nvSpPr>
          <p:cNvPr id="154627" name="Rectangle 3">
            <a:extLst>
              <a:ext uri="{FF2B5EF4-FFF2-40B4-BE49-F238E27FC236}">
                <a16:creationId xmlns:a16="http://schemas.microsoft.com/office/drawing/2014/main" id="{1A71163C-9F6D-4CD2-B720-71ADE51D0548}"/>
              </a:ext>
            </a:extLst>
          </p:cNvPr>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203382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53363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6B5E4007-22C2-4C08-B44C-4F7F5086B7F7}"/>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153603" name="Rectangle 3">
            <a:extLst>
              <a:ext uri="{FF2B5EF4-FFF2-40B4-BE49-F238E27FC236}">
                <a16:creationId xmlns:a16="http://schemas.microsoft.com/office/drawing/2014/main" id="{F7451B0C-E863-4168-ACAC-9F77B6A46124}"/>
              </a:ext>
            </a:extLst>
          </p:cNvPr>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B13C10D5-F9DF-4698-B658-C38D825D583A}"/>
              </a:ext>
            </a:extLst>
          </p:cNvPr>
          <p:cNvSpPr>
            <a:spLocks noGrp="1" noRot="1" noChangeAspect="1" noChangeArrowheads="1" noTextEdit="1"/>
          </p:cNvSpPr>
          <p:nvPr>
            <p:ph type="sldImg"/>
          </p:nvPr>
        </p:nvSpPr>
        <p:spPr>
          <a:xfrm>
            <a:off x="2719388" y="441325"/>
            <a:ext cx="4491037" cy="2527300"/>
          </a:xfrm>
          <a:noFill/>
          <a:ln cap="flat">
            <a:solidFill>
              <a:schemeClr val="tx1"/>
            </a:solidFill>
          </a:ln>
        </p:spPr>
      </p:sp>
      <p:sp>
        <p:nvSpPr>
          <p:cNvPr id="157699" name="Rectangle 3">
            <a:extLst>
              <a:ext uri="{FF2B5EF4-FFF2-40B4-BE49-F238E27FC236}">
                <a16:creationId xmlns:a16="http://schemas.microsoft.com/office/drawing/2014/main" id="{B20B224A-5F38-4EA3-AB54-822B00D55E96}"/>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AF0533F4-2B0E-4193-9E80-06A3FEFD97EF}"/>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158723" name="Rectangle 3">
            <a:extLst>
              <a:ext uri="{FF2B5EF4-FFF2-40B4-BE49-F238E27FC236}">
                <a16:creationId xmlns:a16="http://schemas.microsoft.com/office/drawing/2014/main" id="{C4D72801-1475-4396-9F20-9953921C409D}"/>
              </a:ext>
            </a:extLst>
          </p:cNvPr>
          <p:cNvSpPr>
            <a:spLocks noGrp="1" noRot="1" noChangeAspect="1" noChangeArrowheads="1" noTextEdit="1"/>
          </p:cNvSpPr>
          <p:nvPr>
            <p:ph type="sldImg"/>
          </p:nvPr>
        </p:nvSpPr>
        <p:spPr>
          <a:xfrm>
            <a:off x="2700338" y="515938"/>
            <a:ext cx="4506912" cy="2535237"/>
          </a:xfrm>
          <a:noFill/>
          <a:ln cap="flat">
            <a:solidFill>
              <a:schemeClr val="tx1"/>
            </a:solid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ADFF8BDC-B373-4FF7-969E-ABAC73A82DB2}"/>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As shown here, each of these five steps will take one clock cycle to complete.</a:t>
            </a:r>
          </a:p>
          <a:p>
            <a:r>
              <a:rPr lang="en-US" altLang="zh-TW"/>
              <a:t>And in pipeline terminology, each step is referred to as one stage of the pipeline.</a:t>
            </a:r>
          </a:p>
          <a:p>
            <a:endParaRPr lang="en-US" altLang="zh-TW"/>
          </a:p>
          <a:p>
            <a:r>
              <a:rPr lang="en-US" altLang="zh-TW"/>
              <a:t>+1 = 8 min. (X:48)</a:t>
            </a:r>
          </a:p>
        </p:txBody>
      </p:sp>
      <p:sp>
        <p:nvSpPr>
          <p:cNvPr id="159747" name="Rectangle 3">
            <a:extLst>
              <a:ext uri="{FF2B5EF4-FFF2-40B4-BE49-F238E27FC236}">
                <a16:creationId xmlns:a16="http://schemas.microsoft.com/office/drawing/2014/main" id="{333D748A-EBC6-406E-87D5-E8F25951D419}"/>
              </a:ext>
            </a:extLst>
          </p:cNvPr>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00A7AF56-6EBA-46D1-80C7-8C1BC395B232}"/>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For the load instructions, the five independent functional units in the pipeline datapath are:</a:t>
            </a:r>
          </a:p>
          <a:p>
            <a:r>
              <a:rPr lang="en-US" altLang="zh-TW"/>
              <a:t>(a) Instruction Memory for the Ifetch stage.</a:t>
            </a:r>
          </a:p>
          <a:p>
            <a:r>
              <a:rPr lang="en-US" altLang="zh-TW"/>
              <a:t>(b) Register File Read ports for the Reg/Decode stage.</a:t>
            </a:r>
          </a:p>
          <a:p>
            <a:r>
              <a:rPr lang="en-US" altLang="zh-TW"/>
              <a:t>(c) ALU for the Exec stage.  (d) Data memory for the Mem stage.</a:t>
            </a:r>
          </a:p>
          <a:p>
            <a:r>
              <a:rPr lang="en-US" altLang="zh-TW"/>
              <a:t>(e) And finally Register File write port for the Write Back stage.</a:t>
            </a:r>
          </a:p>
          <a:p>
            <a:r>
              <a:rPr lang="en-US" altLang="zh-TW"/>
              <a:t>Notice that I have treat Register File read and write ports as separate functional units because the register file we have allows us to read and write at the same time.</a:t>
            </a:r>
          </a:p>
          <a:p>
            <a:r>
              <a:rPr lang="en-US" altLang="zh-TW"/>
              <a:t>Notice that as soon as the 1st load finishes its Ifetch stage, it no longer needs the Instruction Memory. Consequently, the 2nd load can start using the Instruction Memory (2nd Ifetch).</a:t>
            </a:r>
          </a:p>
          <a:p>
            <a:r>
              <a:rPr lang="en-US" altLang="zh-TW"/>
              <a:t>Furthermore, since each functional unit is only used ONCE per instruction, we will not have any conflict down the pipeline (Exec-Ifet, Mem-Exec, Wr-Mem) either.</a:t>
            </a:r>
          </a:p>
          <a:p>
            <a:r>
              <a:rPr lang="en-US" altLang="zh-TW"/>
              <a:t>I will show you the interaction between instructions in the pipelined datapath later.  But for now, I want to point out the performance advantages of pipelining.</a:t>
            </a:r>
          </a:p>
          <a:p>
            <a:r>
              <a:rPr lang="en-US" altLang="zh-TW"/>
              <a:t>If these 3 load instructions are to be executed by the  multiple cycle processor, it will take 15 cycles. But with pipelining, it only takes 7 cycles. This (7 cycles), however, is not the best way to look at the performance advantages of pipelining.</a:t>
            </a:r>
          </a:p>
          <a:p>
            <a:r>
              <a:rPr lang="en-US" altLang="zh-TW"/>
              <a:t>A better way to look at this is that  we have one instruction enters the pipeline every cycle so we will have one instruction coming out of the pipeline (Wr stages) every cycle.</a:t>
            </a:r>
          </a:p>
          <a:p>
            <a:r>
              <a:rPr lang="en-US" altLang="zh-TW"/>
              <a:t>Consequently, the ffective?(or average) number of cycles per instruction is now ONE even though it takes a total of 5 cycles to complete each instruction.</a:t>
            </a:r>
          </a:p>
          <a:p>
            <a:endParaRPr lang="en-US" altLang="zh-TW"/>
          </a:p>
          <a:p>
            <a:r>
              <a:rPr lang="en-US" altLang="zh-TW"/>
              <a:t>+3 = 14 min. (X:54)</a:t>
            </a:r>
          </a:p>
        </p:txBody>
      </p:sp>
      <p:sp>
        <p:nvSpPr>
          <p:cNvPr id="160771" name="Rectangle 3">
            <a:extLst>
              <a:ext uri="{FF2B5EF4-FFF2-40B4-BE49-F238E27FC236}">
                <a16:creationId xmlns:a16="http://schemas.microsoft.com/office/drawing/2014/main" id="{2D24CB00-56D3-4A62-AC9F-D155A8C757F3}"/>
              </a:ext>
            </a:extLst>
          </p:cNvPr>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4EB48C8D-6EDA-4472-A170-3160AD8E19FA}"/>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Well, so far so good. Let take a look at the R-type instructions.</a:t>
            </a:r>
          </a:p>
          <a:p>
            <a:r>
              <a:rPr lang="en-US" altLang="zh-TW"/>
              <a:t>The R-type instruction does NOT access data memory so it only takes four clock cycles, or in our new pipeline terminology, four stages to complete.</a:t>
            </a:r>
          </a:p>
          <a:p>
            <a:r>
              <a:rPr lang="en-US" altLang="zh-TW"/>
              <a:t>The Ifetch and Reg/Dec stages are identical to the Load instructions.  Well they have to be because at this point, we do not know we have a R-type instruction yet.</a:t>
            </a:r>
          </a:p>
          <a:p>
            <a:r>
              <a:rPr lang="en-US" altLang="zh-TW"/>
              <a:t>Instead of calculating the effective address during the Exec stage, the R-type instruction will use the ALU to operate on the register operands.</a:t>
            </a:r>
          </a:p>
          <a:p>
            <a:r>
              <a:rPr lang="en-US" altLang="zh-TW"/>
              <a:t>The result of this ALU operation is written back to the register file during the Wr back stage.</a:t>
            </a:r>
          </a:p>
          <a:p>
            <a:endParaRPr lang="en-US" altLang="zh-TW"/>
          </a:p>
          <a:p>
            <a:r>
              <a:rPr lang="en-US" altLang="zh-TW"/>
              <a:t>+1 = 15 min. (55)</a:t>
            </a:r>
          </a:p>
        </p:txBody>
      </p:sp>
      <p:sp>
        <p:nvSpPr>
          <p:cNvPr id="161795" name="Rectangle 3">
            <a:extLst>
              <a:ext uri="{FF2B5EF4-FFF2-40B4-BE49-F238E27FC236}">
                <a16:creationId xmlns:a16="http://schemas.microsoft.com/office/drawing/2014/main" id="{F63D5C15-E4E8-4E72-9348-8E9F0BD64BC4}"/>
              </a:ext>
            </a:extLst>
          </p:cNvPr>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59CBB848-A786-4D6E-ACF7-BA4C61D7C237}"/>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What happened if we try to pipeline the R-type instructions with the Load instructions?</a:t>
            </a:r>
          </a:p>
          <a:p>
            <a:r>
              <a:rPr lang="en-US" altLang="zh-TW"/>
              <a:t>Well, we have a problem here!!!</a:t>
            </a:r>
          </a:p>
          <a:p>
            <a:r>
              <a:rPr lang="en-US" altLang="zh-TW"/>
              <a:t>We end up having two instructions trying to write to the register file at the same time!</a:t>
            </a:r>
          </a:p>
          <a:p>
            <a:r>
              <a:rPr lang="en-US" altLang="zh-TW"/>
              <a:t>Why do we have this problem (the write ubble??</a:t>
            </a:r>
          </a:p>
          <a:p>
            <a:r>
              <a:rPr lang="en-US" altLang="zh-TW"/>
              <a:t>Well, the reason for this problem is that there is something I have not yet told you.</a:t>
            </a:r>
          </a:p>
          <a:p>
            <a:endParaRPr lang="en-US" altLang="zh-TW"/>
          </a:p>
          <a:p>
            <a:r>
              <a:rPr lang="en-US" altLang="zh-TW"/>
              <a:t>+1 = 16 min. (X:56)</a:t>
            </a:r>
          </a:p>
        </p:txBody>
      </p:sp>
      <p:sp>
        <p:nvSpPr>
          <p:cNvPr id="162819" name="Rectangle 3">
            <a:extLst>
              <a:ext uri="{FF2B5EF4-FFF2-40B4-BE49-F238E27FC236}">
                <a16:creationId xmlns:a16="http://schemas.microsoft.com/office/drawing/2014/main" id="{828B69E0-805C-41D8-AFCA-D96DA8B113DA}"/>
              </a:ext>
            </a:extLst>
          </p:cNvPr>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9774E6B0-60BA-4CA2-917A-FA581B5F82B5}"/>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I already told you that  in order for pipeline to work perfectly, each functional unit can ONLY be used once per instruction.</a:t>
            </a:r>
          </a:p>
          <a:p>
            <a:r>
              <a:rPr lang="en-US" altLang="zh-TW"/>
              <a:t>What I have not told you is that this (1st bullet) is a necessary but NOT sufficient condition for pipeline to work.</a:t>
            </a:r>
          </a:p>
          <a:p>
            <a:r>
              <a:rPr lang="en-US" altLang="zh-TW"/>
              <a:t>The other condition to prevent pipeline hiccup is that each functional unit must be used at the same stage for all instructions.</a:t>
            </a:r>
          </a:p>
          <a:p>
            <a:r>
              <a:rPr lang="en-US" altLang="zh-TW"/>
              <a:t>For example here, the load instruction uses the Register File Wr port during its 5th stage but the R-type instruction right now will use the Register File port during its 4th stage.</a:t>
            </a:r>
          </a:p>
          <a:p>
            <a:r>
              <a:rPr lang="en-US" altLang="zh-TW"/>
              <a:t>This (5 versus 4) is what caused our problem.  How do we solve it?  We have 2 solutions.</a:t>
            </a:r>
          </a:p>
          <a:p>
            <a:endParaRPr lang="en-US" altLang="zh-TW"/>
          </a:p>
          <a:p>
            <a:r>
              <a:rPr lang="en-US" altLang="zh-TW"/>
              <a:t>+1 = 17 min. (X:57)</a:t>
            </a:r>
          </a:p>
        </p:txBody>
      </p:sp>
      <p:sp>
        <p:nvSpPr>
          <p:cNvPr id="163843" name="Rectangle 3">
            <a:extLst>
              <a:ext uri="{FF2B5EF4-FFF2-40B4-BE49-F238E27FC236}">
                <a16:creationId xmlns:a16="http://schemas.microsoft.com/office/drawing/2014/main" id="{C9A9F5B1-AEA5-410C-97F2-448854A58A9F}"/>
              </a:ext>
            </a:extLst>
          </p:cNvPr>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a:extLst>
              <a:ext uri="{FF2B5EF4-FFF2-40B4-BE49-F238E27FC236}">
                <a16:creationId xmlns:a16="http://schemas.microsoft.com/office/drawing/2014/main" id="{C954F52F-10B7-4117-8A72-60D56887A3AA}"/>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Well one thing we can do is to add a op?stage to the R-type instruction pipeline to delay its register file write by one cycle.</a:t>
            </a:r>
          </a:p>
          <a:p>
            <a:r>
              <a:rPr lang="en-US" altLang="zh-TW"/>
              <a:t>Now the R-type instruction ALSO uses the register file witer port at its 5th stage so we eliminate the write conflict with the load instruction.</a:t>
            </a:r>
          </a:p>
          <a:p>
            <a:r>
              <a:rPr lang="en-US" altLang="zh-TW"/>
              <a:t>This is a much simpler solution as far as the control logic is concerned. As far as performance is concerned, we also gets back to having one instruction completes per cycle.</a:t>
            </a:r>
          </a:p>
          <a:p>
            <a:r>
              <a:rPr lang="en-US" altLang="zh-TW"/>
              <a:t>This is kind of like promoting socialism: by making each individual R-type instruction takes 5 cycles instead of 4 cycles to finish, our overall performance is actually better off.</a:t>
            </a:r>
          </a:p>
          <a:p>
            <a:r>
              <a:rPr lang="en-US" altLang="zh-TW"/>
              <a:t>The reason for this higher performance is that we end up having  a more efficient pipeline.</a:t>
            </a:r>
          </a:p>
          <a:p>
            <a:endParaRPr lang="en-US" altLang="zh-TW"/>
          </a:p>
          <a:p>
            <a:r>
              <a:rPr lang="en-US" altLang="zh-TW"/>
              <a:t>+1 = 20 min. (Y:00) </a:t>
            </a:r>
          </a:p>
        </p:txBody>
      </p:sp>
      <p:sp>
        <p:nvSpPr>
          <p:cNvPr id="164867" name="Rectangle 3">
            <a:extLst>
              <a:ext uri="{FF2B5EF4-FFF2-40B4-BE49-F238E27FC236}">
                <a16:creationId xmlns:a16="http://schemas.microsoft.com/office/drawing/2014/main" id="{64BCB87F-BF41-4DB3-BEAF-A6754796C740}"/>
              </a:ext>
            </a:extLst>
          </p:cNvPr>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5A929E3A-DB15-4C10-9E93-70530FF4DD3C}"/>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Let continue our lecture by looking at the store instruction.</a:t>
            </a:r>
          </a:p>
          <a:p>
            <a:r>
              <a:rPr lang="en-US" altLang="zh-TW"/>
              <a:t>Once again, the Ifetch and Reg/Decode stages are the same as all other instructions.</a:t>
            </a:r>
          </a:p>
          <a:p>
            <a:r>
              <a:rPr lang="en-US" altLang="zh-TW"/>
              <a:t>The Exec stage of the store instruction  calculates the memory address.</a:t>
            </a:r>
          </a:p>
          <a:p>
            <a:r>
              <a:rPr lang="en-US" altLang="zh-TW"/>
              <a:t>Once the address is calculated, the store instruction will write the data it read from the register file back at the Reg/Decode stage into the data memory  during the Mem stage.</a:t>
            </a:r>
          </a:p>
          <a:p>
            <a:r>
              <a:rPr lang="en-US" altLang="zh-TW"/>
              <a:t>Notice that unlike the load instruction which takes five cycles to accomplish its task, the Store instruction only takes four cycles or  four pipe stages.</a:t>
            </a:r>
          </a:p>
          <a:p>
            <a:r>
              <a:rPr lang="en-US" altLang="zh-TW"/>
              <a:t>In order to keep our pipeline diagram looks more uniform, however, we will keep the Wr stage for the store instruction in the pipeline diagram.</a:t>
            </a:r>
          </a:p>
          <a:p>
            <a:r>
              <a:rPr lang="en-US" altLang="zh-TW"/>
              <a:t>But keep in mind that as far as the pipelined control and pipelined datapath are concerned, the store instruction requires NOTHING to be done once it finishes its Mem stage.</a:t>
            </a:r>
          </a:p>
          <a:p>
            <a:endParaRPr lang="en-US" altLang="zh-TW"/>
          </a:p>
          <a:p>
            <a:r>
              <a:rPr lang="en-US" altLang="zh-TW"/>
              <a:t>+2 = 27 min. (Y:07)</a:t>
            </a:r>
          </a:p>
          <a:p>
            <a:endParaRPr lang="zh-TW" altLang="en-US"/>
          </a:p>
        </p:txBody>
      </p:sp>
      <p:sp>
        <p:nvSpPr>
          <p:cNvPr id="165891" name="Rectangle 3">
            <a:extLst>
              <a:ext uri="{FF2B5EF4-FFF2-40B4-BE49-F238E27FC236}">
                <a16:creationId xmlns:a16="http://schemas.microsoft.com/office/drawing/2014/main" id="{6174A9EA-1458-4F50-B777-5AC410F145B0}"/>
              </a:ext>
            </a:extLst>
          </p:cNvPr>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05924A3C-83B0-439F-A140-D7E269F0A60E}"/>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Well similar to the store instruction, the branch instruction only consists of four pipe stages.</a:t>
            </a:r>
          </a:p>
          <a:p>
            <a:r>
              <a:rPr lang="en-US" altLang="zh-TW"/>
              <a:t>Ifetch and Reg/decode are the same as all other instructions because we do not know what instruction we have at this point.  We have not finish decoding the instruction yet.</a:t>
            </a:r>
          </a:p>
          <a:p>
            <a:r>
              <a:rPr lang="en-US" altLang="zh-TW"/>
              <a:t>During the Execute stage of the pipeline, the BEQ instruction will use the ALU to compare the two register operands it fetched during the Reg/Dec stage.</a:t>
            </a:r>
          </a:p>
          <a:p>
            <a:r>
              <a:rPr lang="en-US" altLang="zh-TW"/>
              <a:t>At the same time, a separate adder is used to calculate the branch target address.</a:t>
            </a:r>
          </a:p>
          <a:p>
            <a:r>
              <a:rPr lang="en-US" altLang="zh-TW"/>
              <a:t>If the registers we compared during the Execute stage (point to the last bullet) have the same value, the branch is taken.</a:t>
            </a:r>
          </a:p>
          <a:p>
            <a:r>
              <a:rPr lang="en-US" altLang="zh-TW"/>
              <a:t>That is, the branch target address we calculated earlier (last bullet) will be written into the Program Counter.</a:t>
            </a:r>
          </a:p>
          <a:p>
            <a:r>
              <a:rPr lang="en-US" altLang="zh-TW"/>
              <a:t>Once again, similar to the Store instruction, the BEQ instruction will require NEITHER  the pipelined control nor  the pipelined datapath to do ANY thing once it finishes its Mem stage.</a:t>
            </a:r>
          </a:p>
          <a:p>
            <a:r>
              <a:rPr lang="en-US" altLang="zh-TW"/>
              <a:t>With all these talk about pipelined datapath and pipelined control, let take a look at how the pipelined  datapath looks like.</a:t>
            </a:r>
          </a:p>
          <a:p>
            <a:endParaRPr lang="en-US" altLang="zh-TW"/>
          </a:p>
          <a:p>
            <a:r>
              <a:rPr lang="en-US" altLang="zh-TW"/>
              <a:t>+2 = 29 min. (Y:09)</a:t>
            </a:r>
          </a:p>
          <a:p>
            <a:endParaRPr lang="en-US" altLang="zh-TW"/>
          </a:p>
          <a:p>
            <a:r>
              <a:rPr lang="en-US" altLang="zh-TW"/>
              <a:t>  </a:t>
            </a:r>
          </a:p>
        </p:txBody>
      </p:sp>
      <p:sp>
        <p:nvSpPr>
          <p:cNvPr id="166915" name="Rectangle 3">
            <a:extLst>
              <a:ext uri="{FF2B5EF4-FFF2-40B4-BE49-F238E27FC236}">
                <a16:creationId xmlns:a16="http://schemas.microsoft.com/office/drawing/2014/main" id="{B5C0CA0C-F47F-474D-9597-CB48711B1745}"/>
              </a:ext>
            </a:extLst>
          </p:cNvPr>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C041327E-98F3-4672-A692-382B8A5CDBF4}"/>
              </a:ext>
            </a:extLst>
          </p:cNvPr>
          <p:cNvSpPr>
            <a:spLocks noGrp="1" noRot="1" noChangeAspect="1" noChangeArrowheads="1" noTextEdit="1"/>
          </p:cNvSpPr>
          <p:nvPr>
            <p:ph type="sldImg"/>
          </p:nvPr>
        </p:nvSpPr>
        <p:spPr>
          <a:xfrm>
            <a:off x="2700338" y="515938"/>
            <a:ext cx="4506912" cy="2535237"/>
          </a:xfrm>
          <a:noFill/>
          <a:ln cap="flat">
            <a:solidFill>
              <a:schemeClr val="tx1"/>
            </a:solidFill>
          </a:ln>
        </p:spPr>
      </p:sp>
      <p:sp>
        <p:nvSpPr>
          <p:cNvPr id="167939" name="Rectangle 3">
            <a:extLst>
              <a:ext uri="{FF2B5EF4-FFF2-40B4-BE49-F238E27FC236}">
                <a16:creationId xmlns:a16="http://schemas.microsoft.com/office/drawing/2014/main" id="{FCC17AA2-60FE-4556-83B2-D87E1159AB57}"/>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A50965F1-29E9-4DF3-A667-9731B21F33D9}"/>
              </a:ext>
            </a:extLst>
          </p:cNvPr>
          <p:cNvSpPr>
            <a:spLocks noGrp="1" noRot="1" noChangeAspect="1" noChangeArrowheads="1" noTextEdit="1"/>
          </p:cNvSpPr>
          <p:nvPr>
            <p:ph type="sldImg"/>
          </p:nvPr>
        </p:nvSpPr>
        <p:spPr>
          <a:xfrm>
            <a:off x="2690813" y="509588"/>
            <a:ext cx="4527550" cy="2547937"/>
          </a:xfrm>
          <a:solidFill>
            <a:srgbClr val="FFFFFF"/>
          </a:solidFill>
          <a:ln/>
        </p:spPr>
      </p:sp>
      <p:sp>
        <p:nvSpPr>
          <p:cNvPr id="168963" name="Rectangle 3">
            <a:extLst>
              <a:ext uri="{FF2B5EF4-FFF2-40B4-BE49-F238E27FC236}">
                <a16:creationId xmlns:a16="http://schemas.microsoft.com/office/drawing/2014/main" id="{F5EED3CA-69DA-424C-82B9-D49BEB159610}"/>
              </a:ext>
            </a:extLst>
          </p:cNvPr>
          <p:cNvSpPr>
            <a:spLocks noGrp="1" noChangeArrowheads="1"/>
          </p:cNvSpPr>
          <p:nvPr>
            <p:ph type="body" idx="1"/>
          </p:nvPr>
        </p:nvSpPr>
        <p:spPr>
          <a:xfrm>
            <a:off x="1320800" y="3227388"/>
            <a:ext cx="7264400" cy="3057525"/>
          </a:xfrm>
          <a:solidFill>
            <a:srgbClr val="FFFFFF"/>
          </a:solidFill>
          <a:ln w="12700">
            <a:solidFill>
              <a:srgbClr val="000000"/>
            </a:solidFill>
            <a:miter lim="800000"/>
            <a:headEnd/>
            <a:tailEnd/>
          </a:ln>
        </p:spPr>
        <p:txBody>
          <a:bodyPr/>
          <a:lstStyle/>
          <a:p>
            <a:endParaRPr lang="zh-TW"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4D896985-0E79-44C6-9FD7-7064307B09A0}"/>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169987" name="Rectangle 3">
            <a:extLst>
              <a:ext uri="{FF2B5EF4-FFF2-40B4-BE49-F238E27FC236}">
                <a16:creationId xmlns:a16="http://schemas.microsoft.com/office/drawing/2014/main" id="{2E13C869-AF39-4779-BFFC-1EA71D173A71}"/>
              </a:ext>
            </a:extLst>
          </p:cNvPr>
          <p:cNvSpPr>
            <a:spLocks noGrp="1" noRot="1" noChangeAspect="1" noChangeArrowheads="1" noTextEdit="1"/>
          </p:cNvSpPr>
          <p:nvPr>
            <p:ph type="sldImg"/>
          </p:nvPr>
        </p:nvSpPr>
        <p:spPr>
          <a:xfrm>
            <a:off x="2700338" y="515938"/>
            <a:ext cx="4506912" cy="2535237"/>
          </a:xfrm>
          <a:noFill/>
          <a:ln cap="flat">
            <a:solidFill>
              <a:schemeClr val="tx1"/>
            </a:solid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a:extLst>
              <a:ext uri="{FF2B5EF4-FFF2-40B4-BE49-F238E27FC236}">
                <a16:creationId xmlns:a16="http://schemas.microsoft.com/office/drawing/2014/main" id="{905C34B8-2446-491B-82B0-7DCB5233F830}"/>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The main control here is identical to the one in the single cycle processor. It generate all the control signals necessary for a given instruction during that instruction Reg/Decode stage.</a:t>
            </a:r>
          </a:p>
          <a:p>
            <a:r>
              <a:rPr lang="en-US" altLang="zh-TW"/>
              <a:t>All these control signals will be saved in the ID/Exec pipeline register at the end of the Reg/Decode cycle.</a:t>
            </a:r>
          </a:p>
          <a:p>
            <a:r>
              <a:rPr lang="en-US" altLang="zh-TW"/>
              <a:t>The control signals for the Exec stage (ALUSrc, ... etc.) come from the output of the ID/Exec  register.  That is they are delayed ONE cycle from the cycle they are generated.</a:t>
            </a:r>
          </a:p>
          <a:p>
            <a:r>
              <a:rPr lang="en-US" altLang="zh-TW"/>
              <a:t>The rest of the control signals that are not used during the Exec stage is passed down the pipeline and saved in the Exec/Mem register.</a:t>
            </a:r>
          </a:p>
          <a:p>
            <a:r>
              <a:rPr lang="en-US" altLang="zh-TW"/>
              <a:t>The control signals for the Mem stage (MemWr, Branch) come from the output of the Exec/Mem  register.  That is they are delayed two cycles from the cycle they are generated.</a:t>
            </a:r>
          </a:p>
          <a:p>
            <a:r>
              <a:rPr lang="en-US" altLang="zh-TW"/>
              <a:t>Finally, the control signals for the Wr stage (MemtoReg &amp; RegWr) come from the output of the Exec/Wr register: they are delayed three cycles from the cycle they are generated.</a:t>
            </a:r>
          </a:p>
          <a:p>
            <a:endParaRPr lang="en-US" altLang="zh-TW"/>
          </a:p>
          <a:p>
            <a:r>
              <a:rPr lang="en-US" altLang="zh-TW"/>
              <a:t>+2 = 45 min. (Y:45)</a:t>
            </a:r>
          </a:p>
          <a:p>
            <a:endParaRPr lang="zh-TW" altLang="en-US"/>
          </a:p>
        </p:txBody>
      </p:sp>
      <p:sp>
        <p:nvSpPr>
          <p:cNvPr id="171011" name="Rectangle 3">
            <a:extLst>
              <a:ext uri="{FF2B5EF4-FFF2-40B4-BE49-F238E27FC236}">
                <a16:creationId xmlns:a16="http://schemas.microsoft.com/office/drawing/2014/main" id="{8EEC323E-6230-4701-B52C-FEB3CCB0EB7E}"/>
              </a:ext>
            </a:extLst>
          </p:cNvPr>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3AC1B784-4760-4F7F-93A5-AFF2579CB2E2}"/>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172035" name="Rectangle 3">
            <a:extLst>
              <a:ext uri="{FF2B5EF4-FFF2-40B4-BE49-F238E27FC236}">
                <a16:creationId xmlns:a16="http://schemas.microsoft.com/office/drawing/2014/main" id="{09609CFE-8333-457D-BACD-497C4C344DF6}"/>
              </a:ext>
            </a:extLst>
          </p:cNvPr>
          <p:cNvSpPr>
            <a:spLocks noGrp="1" noRot="1" noChangeAspect="1" noChangeArrowheads="1" noTextEdit="1"/>
          </p:cNvSpPr>
          <p:nvPr>
            <p:ph type="sldImg"/>
          </p:nvPr>
        </p:nvSpPr>
        <p:spPr>
          <a:xfrm>
            <a:off x="2700338" y="515938"/>
            <a:ext cx="4506912" cy="2535237"/>
          </a:xfrm>
          <a:noFill/>
          <a:ln cap="flat">
            <a:solidFill>
              <a:schemeClr val="tx1"/>
            </a:solid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36D12C6F-B230-4554-985B-AADFBB89B5F9}"/>
              </a:ext>
            </a:extLst>
          </p:cNvPr>
          <p:cNvSpPr>
            <a:spLocks noGrp="1" noRot="1" noChangeAspect="1" noChangeArrowheads="1" noTextEdit="1"/>
          </p:cNvSpPr>
          <p:nvPr>
            <p:ph type="sldImg"/>
          </p:nvPr>
        </p:nvSpPr>
        <p:spPr>
          <a:xfrm>
            <a:off x="2719388" y="441325"/>
            <a:ext cx="4491037" cy="2527300"/>
          </a:xfrm>
          <a:noFill/>
          <a:ln cap="flat">
            <a:solidFill>
              <a:schemeClr val="tx1"/>
            </a:solidFill>
          </a:ln>
        </p:spPr>
      </p:sp>
      <p:sp>
        <p:nvSpPr>
          <p:cNvPr id="173059" name="Rectangle 3">
            <a:extLst>
              <a:ext uri="{FF2B5EF4-FFF2-40B4-BE49-F238E27FC236}">
                <a16:creationId xmlns:a16="http://schemas.microsoft.com/office/drawing/2014/main" id="{7FB65E4D-7747-4D59-BB5E-6E5D584E6685}"/>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F032C903-4AE3-4CCA-B463-56D321AE1E30}"/>
              </a:ext>
            </a:extLst>
          </p:cNvPr>
          <p:cNvSpPr>
            <a:spLocks noGrp="1" noRot="1" noChangeAspect="1" noChangeArrowheads="1" noTextEdit="1"/>
          </p:cNvSpPr>
          <p:nvPr>
            <p:ph type="sldImg"/>
          </p:nvPr>
        </p:nvSpPr>
        <p:spPr>
          <a:xfrm>
            <a:off x="2719388" y="441325"/>
            <a:ext cx="4491037" cy="2527300"/>
          </a:xfrm>
          <a:noFill/>
          <a:ln cap="flat">
            <a:solidFill>
              <a:schemeClr val="tx1"/>
            </a:solidFill>
          </a:ln>
        </p:spPr>
      </p:sp>
      <p:sp>
        <p:nvSpPr>
          <p:cNvPr id="174083" name="Rectangle 3">
            <a:extLst>
              <a:ext uri="{FF2B5EF4-FFF2-40B4-BE49-F238E27FC236}">
                <a16:creationId xmlns:a16="http://schemas.microsoft.com/office/drawing/2014/main" id="{FF24FA1A-CCFE-4D48-AA6D-3AABE434AC44}"/>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DD865973-26B7-4510-95CA-7F17FFDE446C}"/>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176131" name="Rectangle 3">
            <a:extLst>
              <a:ext uri="{FF2B5EF4-FFF2-40B4-BE49-F238E27FC236}">
                <a16:creationId xmlns:a16="http://schemas.microsoft.com/office/drawing/2014/main" id="{FF28D460-64F8-44D2-91C8-A5B965663F00}"/>
              </a:ext>
            </a:extLst>
          </p:cNvPr>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A6FABAE1-625B-4B12-BA22-645A67B2C4F4}"/>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dirty="0"/>
          </a:p>
        </p:txBody>
      </p:sp>
      <p:sp>
        <p:nvSpPr>
          <p:cNvPr id="178179" name="Rectangle 3">
            <a:extLst>
              <a:ext uri="{FF2B5EF4-FFF2-40B4-BE49-F238E27FC236}">
                <a16:creationId xmlns:a16="http://schemas.microsoft.com/office/drawing/2014/main" id="{BD930905-B4C7-4FC1-BE13-4812CBF8E3F2}"/>
              </a:ext>
            </a:extLst>
          </p:cNvPr>
          <p:cNvSpPr>
            <a:spLocks noGrp="1" noRot="1" noChangeAspect="1" noChangeArrowheads="1" noTextEdit="1"/>
          </p:cNvSpPr>
          <p:nvPr>
            <p:ph type="sldImg"/>
          </p:nvPr>
        </p:nvSpPr>
        <p:spPr>
          <a:xfrm>
            <a:off x="2706688" y="436563"/>
            <a:ext cx="4511675" cy="2538412"/>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878543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a:extLst>
              <a:ext uri="{FF2B5EF4-FFF2-40B4-BE49-F238E27FC236}">
                <a16:creationId xmlns:a16="http://schemas.microsoft.com/office/drawing/2014/main" id="{8EF6B0F4-81A0-4804-9BCA-A25CBE21076F}"/>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endParaRPr lang="zh-TW" altLang="en-US"/>
          </a:p>
        </p:txBody>
      </p:sp>
      <p:sp>
        <p:nvSpPr>
          <p:cNvPr id="179203" name="Rectangle 3">
            <a:extLst>
              <a:ext uri="{FF2B5EF4-FFF2-40B4-BE49-F238E27FC236}">
                <a16:creationId xmlns:a16="http://schemas.microsoft.com/office/drawing/2014/main" id="{F1BB93EB-D4B7-49A1-A29F-1D5CEC0EBED8}"/>
              </a:ext>
            </a:extLst>
          </p:cNvPr>
          <p:cNvSpPr>
            <a:spLocks noGrp="1" noRot="1" noChangeAspect="1" noChangeArrowheads="1" noTextEdit="1"/>
          </p:cNvSpPr>
          <p:nvPr>
            <p:ph type="sldImg"/>
          </p:nvPr>
        </p:nvSpPr>
        <p:spPr>
          <a:xfrm>
            <a:off x="2700338" y="514350"/>
            <a:ext cx="4511675" cy="2538413"/>
          </a:xfrm>
          <a:noFill/>
          <a:ln cap="flat">
            <a:solidFill>
              <a:schemeClr val="tx1"/>
            </a:solid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54D9E660-CBA3-4E1D-973F-2FE3FA73C033}"/>
              </a:ext>
            </a:extLst>
          </p:cNvPr>
          <p:cNvSpPr>
            <a:spLocks noGrp="1" noRot="1" noChangeAspect="1" noChangeArrowheads="1" noTextEdit="1"/>
          </p:cNvSpPr>
          <p:nvPr>
            <p:ph type="sldImg"/>
          </p:nvPr>
        </p:nvSpPr>
        <p:spPr>
          <a:xfrm>
            <a:off x="2690813" y="509588"/>
            <a:ext cx="4527550" cy="2547937"/>
          </a:xfrm>
          <a:noFill/>
          <a:ln cap="flat">
            <a:solidFill>
              <a:schemeClr val="tx1"/>
            </a:solidFill>
            <a:prstDash val="sysDot"/>
          </a:ln>
        </p:spPr>
      </p:sp>
      <p:sp>
        <p:nvSpPr>
          <p:cNvPr id="180227" name="Rectangle 3">
            <a:extLst>
              <a:ext uri="{FF2B5EF4-FFF2-40B4-BE49-F238E27FC236}">
                <a16:creationId xmlns:a16="http://schemas.microsoft.com/office/drawing/2014/main" id="{5130ADFC-4431-4FEF-B88B-63EA1B9E17BC}"/>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a:extLst>
              <a:ext uri="{FF2B5EF4-FFF2-40B4-BE49-F238E27FC236}">
                <a16:creationId xmlns:a16="http://schemas.microsoft.com/office/drawing/2014/main" id="{EA260F31-9A07-4842-80AF-D66607ED6F44}"/>
              </a:ext>
            </a:extLst>
          </p:cNvPr>
          <p:cNvSpPr>
            <a:spLocks noGrp="1" noRot="1" noChangeAspect="1" noChangeArrowheads="1" noTextEdit="1"/>
          </p:cNvSpPr>
          <p:nvPr>
            <p:ph type="sldImg"/>
          </p:nvPr>
        </p:nvSpPr>
        <p:spPr>
          <a:xfrm>
            <a:off x="2719388" y="441325"/>
            <a:ext cx="4491037" cy="2527300"/>
          </a:xfrm>
          <a:noFill/>
          <a:ln cap="flat">
            <a:solidFill>
              <a:schemeClr val="tx1"/>
            </a:solidFill>
          </a:ln>
        </p:spPr>
      </p:sp>
      <p:sp>
        <p:nvSpPr>
          <p:cNvPr id="181251" name="Rectangle 3">
            <a:extLst>
              <a:ext uri="{FF2B5EF4-FFF2-40B4-BE49-F238E27FC236}">
                <a16:creationId xmlns:a16="http://schemas.microsoft.com/office/drawing/2014/main" id="{87AA3049-9318-4488-8218-4F0B7107FD22}"/>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86BC2480-5EF4-4F3B-ACE6-3F96A57C51FF}"/>
              </a:ext>
            </a:extLst>
          </p:cNvPr>
          <p:cNvSpPr>
            <a:spLocks noGrp="1" noRot="1" noChangeAspect="1" noChangeArrowheads="1" noTextEdit="1"/>
          </p:cNvSpPr>
          <p:nvPr>
            <p:ph type="sldImg"/>
          </p:nvPr>
        </p:nvSpPr>
        <p:spPr>
          <a:xfrm>
            <a:off x="2719388" y="441325"/>
            <a:ext cx="4491037" cy="2527300"/>
          </a:xfrm>
          <a:noFill/>
          <a:ln cap="flat">
            <a:solidFill>
              <a:schemeClr val="tx1"/>
            </a:solidFill>
          </a:ln>
        </p:spPr>
      </p:sp>
      <p:sp>
        <p:nvSpPr>
          <p:cNvPr id="182275" name="Rectangle 3">
            <a:extLst>
              <a:ext uri="{FF2B5EF4-FFF2-40B4-BE49-F238E27FC236}">
                <a16:creationId xmlns:a16="http://schemas.microsoft.com/office/drawing/2014/main" id="{E0FDD20F-6230-4EE6-AA82-2D2BF612AE39}"/>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9FA6AC9E-29DE-4A94-8BAC-6E260871B4A1}"/>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endParaRPr lang="zh-TW" altLang="en-US"/>
          </a:p>
        </p:txBody>
      </p:sp>
      <p:sp>
        <p:nvSpPr>
          <p:cNvPr id="183299" name="Rectangle 3">
            <a:extLst>
              <a:ext uri="{FF2B5EF4-FFF2-40B4-BE49-F238E27FC236}">
                <a16:creationId xmlns:a16="http://schemas.microsoft.com/office/drawing/2014/main" id="{54DE0451-B2A0-4AA8-8970-AD9303284E01}"/>
              </a:ext>
            </a:extLst>
          </p:cNvPr>
          <p:cNvSpPr>
            <a:spLocks noGrp="1" noRot="1" noChangeAspect="1" noChangeArrowheads="1" noTextEdit="1"/>
          </p:cNvSpPr>
          <p:nvPr>
            <p:ph type="sldImg"/>
          </p:nvPr>
        </p:nvSpPr>
        <p:spPr>
          <a:xfrm>
            <a:off x="2700338" y="514350"/>
            <a:ext cx="4511675" cy="2538413"/>
          </a:xfrm>
          <a:noFill/>
          <a:ln cap="flat">
            <a:solidFill>
              <a:schemeClr val="tx1"/>
            </a:solid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a:extLst>
              <a:ext uri="{FF2B5EF4-FFF2-40B4-BE49-F238E27FC236}">
                <a16:creationId xmlns:a16="http://schemas.microsoft.com/office/drawing/2014/main" id="{23652751-4585-459C-BBB6-17C93446EB83}"/>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endParaRPr lang="zh-TW" altLang="en-US"/>
          </a:p>
        </p:txBody>
      </p:sp>
      <p:sp>
        <p:nvSpPr>
          <p:cNvPr id="184323" name="Rectangle 3">
            <a:extLst>
              <a:ext uri="{FF2B5EF4-FFF2-40B4-BE49-F238E27FC236}">
                <a16:creationId xmlns:a16="http://schemas.microsoft.com/office/drawing/2014/main" id="{619A18DE-9FFC-437D-BA67-EAF09CED951A}"/>
              </a:ext>
            </a:extLst>
          </p:cNvPr>
          <p:cNvSpPr>
            <a:spLocks noGrp="1" noRot="1" noChangeAspect="1" noChangeArrowheads="1" noTextEdit="1"/>
          </p:cNvSpPr>
          <p:nvPr>
            <p:ph type="sldImg"/>
          </p:nvPr>
        </p:nvSpPr>
        <p:spPr>
          <a:xfrm>
            <a:off x="2700338" y="514350"/>
            <a:ext cx="4511675" cy="2538413"/>
          </a:xfrm>
          <a:noFill/>
          <a:ln cap="flat">
            <a:solidFill>
              <a:schemeClr val="tx1"/>
            </a:solid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575A7484-9E94-4A0D-827A-4BBD823264F4}"/>
              </a:ext>
            </a:extLst>
          </p:cNvPr>
          <p:cNvSpPr>
            <a:spLocks noGrp="1" noRot="1" noChangeAspect="1" noChangeArrowheads="1" noTextEdit="1"/>
          </p:cNvSpPr>
          <p:nvPr>
            <p:ph type="sldImg"/>
          </p:nvPr>
        </p:nvSpPr>
        <p:spPr>
          <a:xfrm>
            <a:off x="2687638" y="509588"/>
            <a:ext cx="4532312" cy="2549525"/>
          </a:xfrm>
          <a:ln/>
        </p:spPr>
      </p:sp>
      <p:sp>
        <p:nvSpPr>
          <p:cNvPr id="188419" name="Rectangle 3">
            <a:extLst>
              <a:ext uri="{FF2B5EF4-FFF2-40B4-BE49-F238E27FC236}">
                <a16:creationId xmlns:a16="http://schemas.microsoft.com/office/drawing/2014/main" id="{9373E225-DA73-473E-96F0-7FE74B464E25}"/>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a:extLst>
              <a:ext uri="{FF2B5EF4-FFF2-40B4-BE49-F238E27FC236}">
                <a16:creationId xmlns:a16="http://schemas.microsoft.com/office/drawing/2014/main" id="{07C8D9FE-5FAE-4C80-895F-99A4EC4276F4}"/>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endParaRPr lang="zh-TW" altLang="en-US"/>
          </a:p>
        </p:txBody>
      </p:sp>
      <p:sp>
        <p:nvSpPr>
          <p:cNvPr id="189443" name="Rectangle 3">
            <a:extLst>
              <a:ext uri="{FF2B5EF4-FFF2-40B4-BE49-F238E27FC236}">
                <a16:creationId xmlns:a16="http://schemas.microsoft.com/office/drawing/2014/main" id="{A8D266D5-B78F-49ED-B3C3-2949BF1B6500}"/>
              </a:ext>
            </a:extLst>
          </p:cNvPr>
          <p:cNvSpPr>
            <a:spLocks noGrp="1" noRot="1" noChangeAspect="1" noChangeArrowheads="1" noTextEdit="1"/>
          </p:cNvSpPr>
          <p:nvPr>
            <p:ph type="sldImg"/>
          </p:nvPr>
        </p:nvSpPr>
        <p:spPr>
          <a:xfrm>
            <a:off x="2700338" y="514350"/>
            <a:ext cx="4511675" cy="2538413"/>
          </a:xfrm>
          <a:noFill/>
          <a:ln cap="flat">
            <a:solidFill>
              <a:schemeClr val="tx1"/>
            </a:solid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a:extLst>
              <a:ext uri="{FF2B5EF4-FFF2-40B4-BE49-F238E27FC236}">
                <a16:creationId xmlns:a16="http://schemas.microsoft.com/office/drawing/2014/main" id="{03E09932-55F7-4E11-AE66-68B795698523}"/>
              </a:ext>
            </a:extLst>
          </p:cNvPr>
          <p:cNvSpPr>
            <a:spLocks noGrp="1" noRot="1" noChangeAspect="1" noChangeArrowheads="1" noTextEdit="1"/>
          </p:cNvSpPr>
          <p:nvPr>
            <p:ph type="sldImg"/>
          </p:nvPr>
        </p:nvSpPr>
        <p:spPr>
          <a:xfrm>
            <a:off x="2700338" y="515938"/>
            <a:ext cx="4506912" cy="2535237"/>
          </a:xfrm>
          <a:noFill/>
          <a:ln cap="flat">
            <a:solidFill>
              <a:schemeClr val="tx1"/>
            </a:solidFill>
          </a:ln>
        </p:spPr>
      </p:sp>
      <p:sp>
        <p:nvSpPr>
          <p:cNvPr id="190467" name="Rectangle 3">
            <a:extLst>
              <a:ext uri="{FF2B5EF4-FFF2-40B4-BE49-F238E27FC236}">
                <a16:creationId xmlns:a16="http://schemas.microsoft.com/office/drawing/2014/main" id="{64267D66-1728-4DF6-B42D-4AA4CEB34A78}"/>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a:extLst>
              <a:ext uri="{FF2B5EF4-FFF2-40B4-BE49-F238E27FC236}">
                <a16:creationId xmlns:a16="http://schemas.microsoft.com/office/drawing/2014/main" id="{7FC76E8C-8BB9-426C-81DC-57DF5A66C5C5}"/>
              </a:ext>
            </a:extLst>
          </p:cNvPr>
          <p:cNvSpPr>
            <a:spLocks noGrp="1" noRot="1" noChangeAspect="1" noChangeArrowheads="1" noTextEdit="1"/>
          </p:cNvSpPr>
          <p:nvPr>
            <p:ph type="sldImg"/>
          </p:nvPr>
        </p:nvSpPr>
        <p:spPr>
          <a:xfrm>
            <a:off x="2700338" y="515938"/>
            <a:ext cx="4506912" cy="2535237"/>
          </a:xfrm>
          <a:ln cap="flat">
            <a:solidFill>
              <a:schemeClr val="tx1"/>
            </a:solidFill>
          </a:ln>
        </p:spPr>
      </p:sp>
      <p:sp>
        <p:nvSpPr>
          <p:cNvPr id="191491" name="Rectangle 3">
            <a:extLst>
              <a:ext uri="{FF2B5EF4-FFF2-40B4-BE49-F238E27FC236}">
                <a16:creationId xmlns:a16="http://schemas.microsoft.com/office/drawing/2014/main" id="{26D2952E-2D2E-4460-92D3-E9B830065E7A}"/>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6CCB8857-52BF-4B8D-8465-8BCBF57AA32A}"/>
              </a:ext>
            </a:extLst>
          </p:cNvPr>
          <p:cNvSpPr>
            <a:spLocks noGrp="1" noRot="1" noChangeAspect="1" noChangeArrowheads="1" noTextEdit="1"/>
          </p:cNvSpPr>
          <p:nvPr>
            <p:ph type="sldImg"/>
          </p:nvPr>
        </p:nvSpPr>
        <p:spPr>
          <a:xfrm>
            <a:off x="2700338" y="515938"/>
            <a:ext cx="4506912" cy="2535237"/>
          </a:xfrm>
          <a:ln cap="flat">
            <a:solidFill>
              <a:schemeClr val="tx1"/>
            </a:solidFill>
          </a:ln>
        </p:spPr>
      </p:sp>
      <p:sp>
        <p:nvSpPr>
          <p:cNvPr id="192515" name="Rectangle 3">
            <a:extLst>
              <a:ext uri="{FF2B5EF4-FFF2-40B4-BE49-F238E27FC236}">
                <a16:creationId xmlns:a16="http://schemas.microsoft.com/office/drawing/2014/main" id="{845D264B-CE21-4DD0-872A-4F6F627D671F}"/>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a:extLst>
              <a:ext uri="{FF2B5EF4-FFF2-40B4-BE49-F238E27FC236}">
                <a16:creationId xmlns:a16="http://schemas.microsoft.com/office/drawing/2014/main" id="{F2AA7D66-5A5F-4FE7-9413-C00C282B1C0A}"/>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endParaRPr lang="zh-TW" altLang="en-US"/>
          </a:p>
        </p:txBody>
      </p:sp>
      <p:sp>
        <p:nvSpPr>
          <p:cNvPr id="193539" name="Rectangle 3">
            <a:extLst>
              <a:ext uri="{FF2B5EF4-FFF2-40B4-BE49-F238E27FC236}">
                <a16:creationId xmlns:a16="http://schemas.microsoft.com/office/drawing/2014/main" id="{5B796DAC-7C72-459B-9D35-EC9EB8AB86CA}"/>
              </a:ext>
            </a:extLst>
          </p:cNvPr>
          <p:cNvSpPr>
            <a:spLocks noGrp="1" noRot="1" noChangeAspect="1" noChangeArrowheads="1" noTextEdit="1"/>
          </p:cNvSpPr>
          <p:nvPr>
            <p:ph type="sldImg"/>
          </p:nvPr>
        </p:nvSpPr>
        <p:spPr>
          <a:xfrm>
            <a:off x="2700338" y="514350"/>
            <a:ext cx="4511675" cy="2538413"/>
          </a:xfrm>
          <a:noFill/>
          <a:ln cap="flat">
            <a:solidFill>
              <a:schemeClr val="tx1"/>
            </a:solid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a:extLst>
              <a:ext uri="{FF2B5EF4-FFF2-40B4-BE49-F238E27FC236}">
                <a16:creationId xmlns:a16="http://schemas.microsoft.com/office/drawing/2014/main" id="{059CE0F6-8508-4D94-9C83-EB4871203994}"/>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194563" name="Rectangle 3">
            <a:extLst>
              <a:ext uri="{FF2B5EF4-FFF2-40B4-BE49-F238E27FC236}">
                <a16:creationId xmlns:a16="http://schemas.microsoft.com/office/drawing/2014/main" id="{EBB4B642-DCF4-4808-8C72-077FFCE35438}"/>
              </a:ext>
            </a:extLst>
          </p:cNvPr>
          <p:cNvSpPr>
            <a:spLocks noGrp="1" noRot="1" noChangeAspect="1" noChangeArrowheads="1" noTextEdit="1"/>
          </p:cNvSpPr>
          <p:nvPr>
            <p:ph type="sldImg"/>
          </p:nvPr>
        </p:nvSpPr>
        <p:spPr>
          <a:xfrm>
            <a:off x="2700338" y="515938"/>
            <a:ext cx="4506912" cy="2535237"/>
          </a:xfrm>
          <a:noFill/>
          <a:ln cap="flat">
            <a:solidFill>
              <a:schemeClr val="tx1"/>
            </a:solid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a:extLst>
              <a:ext uri="{FF2B5EF4-FFF2-40B4-BE49-F238E27FC236}">
                <a16:creationId xmlns:a16="http://schemas.microsoft.com/office/drawing/2014/main" id="{9967657C-7633-4530-9027-7E00A054C1D2}"/>
              </a:ext>
            </a:extLst>
          </p:cNvPr>
          <p:cNvSpPr>
            <a:spLocks noGrp="1" noRot="1" noChangeAspect="1" noChangeArrowheads="1" noTextEdit="1"/>
          </p:cNvSpPr>
          <p:nvPr>
            <p:ph type="sldImg"/>
          </p:nvPr>
        </p:nvSpPr>
        <p:spPr>
          <a:xfrm>
            <a:off x="2687638" y="509588"/>
            <a:ext cx="4532312" cy="2549525"/>
          </a:xfrm>
          <a:ln/>
        </p:spPr>
      </p:sp>
      <p:sp>
        <p:nvSpPr>
          <p:cNvPr id="195587" name="Rectangle 3">
            <a:extLst>
              <a:ext uri="{FF2B5EF4-FFF2-40B4-BE49-F238E27FC236}">
                <a16:creationId xmlns:a16="http://schemas.microsoft.com/office/drawing/2014/main" id="{C9F1A0E8-F62C-4495-ABE9-05BB5CFB0F96}"/>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1E7527D2-B500-49AA-BB9A-783CA224159A}"/>
              </a:ext>
            </a:extLst>
          </p:cNvPr>
          <p:cNvSpPr>
            <a:spLocks noGrp="1" noRot="1" noChangeAspect="1" noChangeArrowheads="1" noTextEdit="1"/>
          </p:cNvSpPr>
          <p:nvPr>
            <p:ph type="sldImg"/>
          </p:nvPr>
        </p:nvSpPr>
        <p:spPr>
          <a:xfrm>
            <a:off x="2687638" y="509588"/>
            <a:ext cx="4532312" cy="2549525"/>
          </a:xfrm>
          <a:ln/>
        </p:spPr>
      </p:sp>
      <p:sp>
        <p:nvSpPr>
          <p:cNvPr id="196611" name="Rectangle 3">
            <a:extLst>
              <a:ext uri="{FF2B5EF4-FFF2-40B4-BE49-F238E27FC236}">
                <a16:creationId xmlns:a16="http://schemas.microsoft.com/office/drawing/2014/main" id="{C09EAC71-8292-4ED5-A08A-C2A6C462E9A6}"/>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F9B3778D-C893-4F1A-9B83-B9070B758793}"/>
              </a:ext>
            </a:extLst>
          </p:cNvPr>
          <p:cNvSpPr>
            <a:spLocks noGrp="1" noRot="1" noChangeAspect="1" noChangeArrowheads="1" noTextEdit="1"/>
          </p:cNvSpPr>
          <p:nvPr>
            <p:ph type="sldImg"/>
          </p:nvPr>
        </p:nvSpPr>
        <p:spPr>
          <a:xfrm>
            <a:off x="2719388" y="441325"/>
            <a:ext cx="4491037" cy="2527300"/>
          </a:xfrm>
          <a:noFill/>
          <a:ln cap="flat">
            <a:solidFill>
              <a:schemeClr val="tx1"/>
            </a:solidFill>
          </a:ln>
        </p:spPr>
      </p:sp>
      <p:sp>
        <p:nvSpPr>
          <p:cNvPr id="197635" name="Rectangle 3">
            <a:extLst>
              <a:ext uri="{FF2B5EF4-FFF2-40B4-BE49-F238E27FC236}">
                <a16:creationId xmlns:a16="http://schemas.microsoft.com/office/drawing/2014/main" id="{E7826CD4-F5ED-407C-BFEE-CFABBBEBC96D}"/>
              </a:ext>
            </a:extLst>
          </p:cNvPr>
          <p:cNvSpPr>
            <a:spLocks noGrp="1" noChangeArrowheads="1"/>
          </p:cNvSpPr>
          <p:nvPr>
            <p:ph type="body" idx="1"/>
          </p:nvPr>
        </p:nvSpPr>
        <p:spPr>
          <a:xfrm>
            <a:off x="742950" y="3227388"/>
            <a:ext cx="8537575"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F700DAB3-B1EF-4A15-90FC-0F2F4AB71AB5}"/>
              </a:ext>
            </a:extLst>
          </p:cNvPr>
          <p:cNvSpPr>
            <a:spLocks noGrp="1" noRot="1" noChangeAspect="1" noChangeArrowheads="1" noTextEdit="1"/>
          </p:cNvSpPr>
          <p:nvPr>
            <p:ph type="sldImg"/>
          </p:nvPr>
        </p:nvSpPr>
        <p:spPr>
          <a:xfrm>
            <a:off x="2687638" y="509588"/>
            <a:ext cx="4532312" cy="2549525"/>
          </a:xfrm>
          <a:ln/>
        </p:spPr>
      </p:sp>
      <p:sp>
        <p:nvSpPr>
          <p:cNvPr id="198659" name="Rectangle 3">
            <a:extLst>
              <a:ext uri="{FF2B5EF4-FFF2-40B4-BE49-F238E27FC236}">
                <a16:creationId xmlns:a16="http://schemas.microsoft.com/office/drawing/2014/main" id="{A9DAE5F9-81C8-4498-BD91-E4890A8AFF6B}"/>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a:extLst>
              <a:ext uri="{FF2B5EF4-FFF2-40B4-BE49-F238E27FC236}">
                <a16:creationId xmlns:a16="http://schemas.microsoft.com/office/drawing/2014/main" id="{E4B4A82C-77BE-4CCD-9991-6C34147C90AE}"/>
              </a:ext>
            </a:extLst>
          </p:cNvPr>
          <p:cNvSpPr>
            <a:spLocks noGrp="1" noRot="1" noChangeAspect="1" noChangeArrowheads="1" noTextEdit="1"/>
          </p:cNvSpPr>
          <p:nvPr>
            <p:ph type="sldImg"/>
          </p:nvPr>
        </p:nvSpPr>
        <p:spPr>
          <a:xfrm>
            <a:off x="2687638" y="509588"/>
            <a:ext cx="4532312" cy="2549525"/>
          </a:xfrm>
          <a:ln/>
        </p:spPr>
      </p:sp>
      <p:sp>
        <p:nvSpPr>
          <p:cNvPr id="199683" name="Rectangle 3">
            <a:extLst>
              <a:ext uri="{FF2B5EF4-FFF2-40B4-BE49-F238E27FC236}">
                <a16:creationId xmlns:a16="http://schemas.microsoft.com/office/drawing/2014/main" id="{6D6D72C5-5A4E-4763-984D-5E4239D05D04}"/>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54791FC4-C708-4875-A62B-FFF87E9B213D}"/>
              </a:ext>
            </a:extLst>
          </p:cNvPr>
          <p:cNvSpPr>
            <a:spLocks noGrp="1" noRot="1" noChangeAspect="1" noChangeArrowheads="1" noTextEdit="1"/>
          </p:cNvSpPr>
          <p:nvPr>
            <p:ph type="sldImg"/>
          </p:nvPr>
        </p:nvSpPr>
        <p:spPr>
          <a:xfrm>
            <a:off x="2687638" y="509588"/>
            <a:ext cx="4532312" cy="2549525"/>
          </a:xfrm>
          <a:ln/>
        </p:spPr>
      </p:sp>
      <p:sp>
        <p:nvSpPr>
          <p:cNvPr id="200707" name="Rectangle 3">
            <a:extLst>
              <a:ext uri="{FF2B5EF4-FFF2-40B4-BE49-F238E27FC236}">
                <a16:creationId xmlns:a16="http://schemas.microsoft.com/office/drawing/2014/main" id="{26EBFB3F-0C28-4E9B-B489-629B17DD2179}"/>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a:extLst>
              <a:ext uri="{FF2B5EF4-FFF2-40B4-BE49-F238E27FC236}">
                <a16:creationId xmlns:a16="http://schemas.microsoft.com/office/drawing/2014/main" id="{A67DFABD-7BFA-4A13-B082-9BD5A3BE1171}"/>
              </a:ext>
            </a:extLst>
          </p:cNvPr>
          <p:cNvSpPr>
            <a:spLocks noGrp="1" noRot="1" noChangeAspect="1" noChangeArrowheads="1" noTextEdit="1"/>
          </p:cNvSpPr>
          <p:nvPr>
            <p:ph type="sldImg"/>
          </p:nvPr>
        </p:nvSpPr>
        <p:spPr>
          <a:xfrm>
            <a:off x="2687638" y="509588"/>
            <a:ext cx="4532312" cy="2549525"/>
          </a:xfrm>
          <a:ln/>
        </p:spPr>
      </p:sp>
      <p:sp>
        <p:nvSpPr>
          <p:cNvPr id="201731" name="Rectangle 3">
            <a:extLst>
              <a:ext uri="{FF2B5EF4-FFF2-40B4-BE49-F238E27FC236}">
                <a16:creationId xmlns:a16="http://schemas.microsoft.com/office/drawing/2014/main" id="{57965BFE-98DE-4AFF-B982-5A5539A70C09}"/>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F3C9120D-493F-46B2-BDF9-E05BBC442259}"/>
              </a:ext>
            </a:extLst>
          </p:cNvPr>
          <p:cNvSpPr>
            <a:spLocks noGrp="1" noRot="1" noChangeAspect="1" noChangeArrowheads="1" noTextEdit="1"/>
          </p:cNvSpPr>
          <p:nvPr>
            <p:ph type="sldImg"/>
          </p:nvPr>
        </p:nvSpPr>
        <p:spPr>
          <a:xfrm>
            <a:off x="2687638" y="509588"/>
            <a:ext cx="4532312" cy="2549525"/>
          </a:xfrm>
          <a:ln/>
        </p:spPr>
      </p:sp>
      <p:sp>
        <p:nvSpPr>
          <p:cNvPr id="202755" name="Rectangle 3">
            <a:extLst>
              <a:ext uri="{FF2B5EF4-FFF2-40B4-BE49-F238E27FC236}">
                <a16:creationId xmlns:a16="http://schemas.microsoft.com/office/drawing/2014/main" id="{84269C1B-91FF-4128-8094-0D62FC679149}"/>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82BF73DF-A9ED-4931-8CDE-A5D7768B20A2}"/>
              </a:ext>
            </a:extLst>
          </p:cNvPr>
          <p:cNvSpPr>
            <a:spLocks noGrp="1" noRot="1" noChangeAspect="1" noChangeArrowheads="1" noTextEdit="1"/>
          </p:cNvSpPr>
          <p:nvPr>
            <p:ph type="sldImg"/>
          </p:nvPr>
        </p:nvSpPr>
        <p:spPr>
          <a:xfrm>
            <a:off x="2687638" y="509588"/>
            <a:ext cx="4532312" cy="2549525"/>
          </a:xfrm>
          <a:ln/>
        </p:spPr>
      </p:sp>
      <p:sp>
        <p:nvSpPr>
          <p:cNvPr id="203779" name="Rectangle 3">
            <a:extLst>
              <a:ext uri="{FF2B5EF4-FFF2-40B4-BE49-F238E27FC236}">
                <a16:creationId xmlns:a16="http://schemas.microsoft.com/office/drawing/2014/main" id="{1E110D7D-159A-4499-AFF7-E97FC858B219}"/>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a:extLst>
              <a:ext uri="{FF2B5EF4-FFF2-40B4-BE49-F238E27FC236}">
                <a16:creationId xmlns:a16="http://schemas.microsoft.com/office/drawing/2014/main" id="{15DF0771-4F69-4534-8FB8-25205E7D7C86}"/>
              </a:ext>
            </a:extLst>
          </p:cNvPr>
          <p:cNvSpPr>
            <a:spLocks noGrp="1" noRot="1" noChangeAspect="1" noChangeArrowheads="1" noTextEdit="1"/>
          </p:cNvSpPr>
          <p:nvPr>
            <p:ph type="sldImg"/>
          </p:nvPr>
        </p:nvSpPr>
        <p:spPr>
          <a:xfrm>
            <a:off x="2687638" y="509588"/>
            <a:ext cx="4532312" cy="2549525"/>
          </a:xfrm>
          <a:ln/>
        </p:spPr>
      </p:sp>
      <p:sp>
        <p:nvSpPr>
          <p:cNvPr id="204803" name="Rectangle 3">
            <a:extLst>
              <a:ext uri="{FF2B5EF4-FFF2-40B4-BE49-F238E27FC236}">
                <a16:creationId xmlns:a16="http://schemas.microsoft.com/office/drawing/2014/main" id="{41E3839E-7640-45B4-9385-7FFDF14520A0}"/>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a:extLst>
              <a:ext uri="{FF2B5EF4-FFF2-40B4-BE49-F238E27FC236}">
                <a16:creationId xmlns:a16="http://schemas.microsoft.com/office/drawing/2014/main" id="{38FB79AB-0A21-4478-A4E8-B1E81C088C76}"/>
              </a:ext>
            </a:extLst>
          </p:cNvPr>
          <p:cNvSpPr>
            <a:spLocks noGrp="1" noRot="1" noChangeAspect="1" noChangeArrowheads="1" noTextEdit="1"/>
          </p:cNvSpPr>
          <p:nvPr>
            <p:ph type="sldImg"/>
          </p:nvPr>
        </p:nvSpPr>
        <p:spPr>
          <a:xfrm>
            <a:off x="2687638" y="509588"/>
            <a:ext cx="4532312" cy="2549525"/>
          </a:xfrm>
          <a:ln/>
        </p:spPr>
      </p:sp>
      <p:sp>
        <p:nvSpPr>
          <p:cNvPr id="205827" name="Rectangle 3">
            <a:extLst>
              <a:ext uri="{FF2B5EF4-FFF2-40B4-BE49-F238E27FC236}">
                <a16:creationId xmlns:a16="http://schemas.microsoft.com/office/drawing/2014/main" id="{7105BDA8-4109-427F-A8B5-3D65D7F65BA0}"/>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a:extLst>
              <a:ext uri="{FF2B5EF4-FFF2-40B4-BE49-F238E27FC236}">
                <a16:creationId xmlns:a16="http://schemas.microsoft.com/office/drawing/2014/main" id="{3AEB8067-82BF-4781-AD25-15B7162ABDF0}"/>
              </a:ext>
            </a:extLst>
          </p:cNvPr>
          <p:cNvSpPr>
            <a:spLocks noGrp="1" noRot="1" noChangeAspect="1" noChangeArrowheads="1" noTextEdit="1"/>
          </p:cNvSpPr>
          <p:nvPr>
            <p:ph type="sldImg"/>
          </p:nvPr>
        </p:nvSpPr>
        <p:spPr>
          <a:xfrm>
            <a:off x="2687638" y="509588"/>
            <a:ext cx="4532312" cy="2549525"/>
          </a:xfrm>
          <a:ln/>
        </p:spPr>
      </p:sp>
      <p:sp>
        <p:nvSpPr>
          <p:cNvPr id="206851" name="Rectangle 3">
            <a:extLst>
              <a:ext uri="{FF2B5EF4-FFF2-40B4-BE49-F238E27FC236}">
                <a16:creationId xmlns:a16="http://schemas.microsoft.com/office/drawing/2014/main" id="{2B1EFC53-99C8-4166-BFD4-B3EC4C0869BA}"/>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a:extLst>
              <a:ext uri="{FF2B5EF4-FFF2-40B4-BE49-F238E27FC236}">
                <a16:creationId xmlns:a16="http://schemas.microsoft.com/office/drawing/2014/main" id="{63AB2ADF-7E18-4403-9051-244FF68BD9D4}"/>
              </a:ext>
            </a:extLst>
          </p:cNvPr>
          <p:cNvSpPr>
            <a:spLocks noGrp="1" noRot="1" noChangeAspect="1" noChangeArrowheads="1" noTextEdit="1"/>
          </p:cNvSpPr>
          <p:nvPr>
            <p:ph type="sldImg"/>
          </p:nvPr>
        </p:nvSpPr>
        <p:spPr>
          <a:xfrm>
            <a:off x="2687638" y="509588"/>
            <a:ext cx="4532312" cy="2549525"/>
          </a:xfrm>
          <a:ln/>
        </p:spPr>
      </p:sp>
      <p:sp>
        <p:nvSpPr>
          <p:cNvPr id="207875" name="Rectangle 3">
            <a:extLst>
              <a:ext uri="{FF2B5EF4-FFF2-40B4-BE49-F238E27FC236}">
                <a16:creationId xmlns:a16="http://schemas.microsoft.com/office/drawing/2014/main" id="{1A373A0F-6142-4B74-8082-71E0470020C3}"/>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a:extLst>
              <a:ext uri="{FF2B5EF4-FFF2-40B4-BE49-F238E27FC236}">
                <a16:creationId xmlns:a16="http://schemas.microsoft.com/office/drawing/2014/main" id="{662CC044-868F-4A2F-A927-5842D24375F2}"/>
              </a:ext>
            </a:extLst>
          </p:cNvPr>
          <p:cNvSpPr>
            <a:spLocks noGrp="1" noRot="1" noChangeAspect="1" noChangeArrowheads="1" noTextEdit="1"/>
          </p:cNvSpPr>
          <p:nvPr>
            <p:ph type="sldImg"/>
          </p:nvPr>
        </p:nvSpPr>
        <p:spPr>
          <a:xfrm>
            <a:off x="2687638" y="509588"/>
            <a:ext cx="4532312" cy="2549525"/>
          </a:xfrm>
          <a:ln/>
        </p:spPr>
      </p:sp>
      <p:sp>
        <p:nvSpPr>
          <p:cNvPr id="208899" name="Rectangle 3">
            <a:extLst>
              <a:ext uri="{FF2B5EF4-FFF2-40B4-BE49-F238E27FC236}">
                <a16:creationId xmlns:a16="http://schemas.microsoft.com/office/drawing/2014/main" id="{464674A4-B62B-48B6-941F-6A2B0FA89829}"/>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a:extLst>
              <a:ext uri="{FF2B5EF4-FFF2-40B4-BE49-F238E27FC236}">
                <a16:creationId xmlns:a16="http://schemas.microsoft.com/office/drawing/2014/main" id="{D2A27AAA-81C8-4E66-AB03-C56CC5B02CF9}"/>
              </a:ext>
            </a:extLst>
          </p:cNvPr>
          <p:cNvSpPr>
            <a:spLocks noGrp="1" noRot="1" noChangeAspect="1" noChangeArrowheads="1" noTextEdit="1"/>
          </p:cNvSpPr>
          <p:nvPr>
            <p:ph type="sldImg"/>
          </p:nvPr>
        </p:nvSpPr>
        <p:spPr>
          <a:xfrm>
            <a:off x="2687638" y="509588"/>
            <a:ext cx="4532312" cy="2549525"/>
          </a:xfrm>
          <a:ln/>
        </p:spPr>
      </p:sp>
      <p:sp>
        <p:nvSpPr>
          <p:cNvPr id="209923" name="Rectangle 3">
            <a:extLst>
              <a:ext uri="{FF2B5EF4-FFF2-40B4-BE49-F238E27FC236}">
                <a16:creationId xmlns:a16="http://schemas.microsoft.com/office/drawing/2014/main" id="{24F0F5BC-1FA4-4BF9-B17A-6D077B6701F7}"/>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a:extLst>
              <a:ext uri="{FF2B5EF4-FFF2-40B4-BE49-F238E27FC236}">
                <a16:creationId xmlns:a16="http://schemas.microsoft.com/office/drawing/2014/main" id="{DEEA3872-B526-40EC-AD28-451E0ADF356E}"/>
              </a:ext>
            </a:extLst>
          </p:cNvPr>
          <p:cNvSpPr>
            <a:spLocks noGrp="1" noRot="1" noChangeAspect="1" noChangeArrowheads="1" noTextEdit="1"/>
          </p:cNvSpPr>
          <p:nvPr>
            <p:ph type="sldImg"/>
          </p:nvPr>
        </p:nvSpPr>
        <p:spPr>
          <a:xfrm>
            <a:off x="2687638" y="509588"/>
            <a:ext cx="4532312" cy="2549525"/>
          </a:xfrm>
          <a:ln/>
        </p:spPr>
      </p:sp>
      <p:sp>
        <p:nvSpPr>
          <p:cNvPr id="210947" name="Rectangle 3">
            <a:extLst>
              <a:ext uri="{FF2B5EF4-FFF2-40B4-BE49-F238E27FC236}">
                <a16:creationId xmlns:a16="http://schemas.microsoft.com/office/drawing/2014/main" id="{EDA40D6D-C292-4E72-BBEF-CFF80DD46C67}"/>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a:extLst>
              <a:ext uri="{FF2B5EF4-FFF2-40B4-BE49-F238E27FC236}">
                <a16:creationId xmlns:a16="http://schemas.microsoft.com/office/drawing/2014/main" id="{966FB375-A097-4D6C-A5C7-14A3924D02A9}"/>
              </a:ext>
            </a:extLst>
          </p:cNvPr>
          <p:cNvSpPr>
            <a:spLocks noGrp="1" noRot="1" noChangeAspect="1" noChangeArrowheads="1" noTextEdit="1"/>
          </p:cNvSpPr>
          <p:nvPr>
            <p:ph type="sldImg"/>
          </p:nvPr>
        </p:nvSpPr>
        <p:spPr>
          <a:xfrm>
            <a:off x="2687638" y="509588"/>
            <a:ext cx="4532312" cy="2549525"/>
          </a:xfrm>
          <a:ln/>
        </p:spPr>
      </p:sp>
      <p:sp>
        <p:nvSpPr>
          <p:cNvPr id="211971" name="Rectangle 3">
            <a:extLst>
              <a:ext uri="{FF2B5EF4-FFF2-40B4-BE49-F238E27FC236}">
                <a16:creationId xmlns:a16="http://schemas.microsoft.com/office/drawing/2014/main" id="{FA1A2D08-11E5-4BE3-8C1F-5B2185FF77C1}"/>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5AF7464F-0869-4368-A1A9-AE526747A44C}"/>
              </a:ext>
            </a:extLst>
          </p:cNvPr>
          <p:cNvSpPr>
            <a:spLocks noGrp="1" noRot="1" noChangeAspect="1" noChangeArrowheads="1" noTextEdit="1"/>
          </p:cNvSpPr>
          <p:nvPr>
            <p:ph type="sldImg"/>
          </p:nvPr>
        </p:nvSpPr>
        <p:spPr>
          <a:xfrm>
            <a:off x="2687638" y="509588"/>
            <a:ext cx="4532312" cy="2549525"/>
          </a:xfrm>
          <a:ln/>
        </p:spPr>
      </p:sp>
      <p:sp>
        <p:nvSpPr>
          <p:cNvPr id="212995" name="Rectangle 3">
            <a:extLst>
              <a:ext uri="{FF2B5EF4-FFF2-40B4-BE49-F238E27FC236}">
                <a16:creationId xmlns:a16="http://schemas.microsoft.com/office/drawing/2014/main" id="{CCD251D3-91B4-407D-9894-5A1F5ECAE577}"/>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a:extLst>
              <a:ext uri="{FF2B5EF4-FFF2-40B4-BE49-F238E27FC236}">
                <a16:creationId xmlns:a16="http://schemas.microsoft.com/office/drawing/2014/main" id="{E8C93A8E-8F31-4593-BA7E-739FF0C3223E}"/>
              </a:ext>
            </a:extLst>
          </p:cNvPr>
          <p:cNvSpPr>
            <a:spLocks noGrp="1" noRot="1" noChangeAspect="1" noChangeArrowheads="1" noTextEdit="1"/>
          </p:cNvSpPr>
          <p:nvPr>
            <p:ph type="sldImg"/>
          </p:nvPr>
        </p:nvSpPr>
        <p:spPr>
          <a:xfrm>
            <a:off x="2687638" y="509588"/>
            <a:ext cx="4532312" cy="2549525"/>
          </a:xfrm>
          <a:ln/>
        </p:spPr>
      </p:sp>
      <p:sp>
        <p:nvSpPr>
          <p:cNvPr id="214019" name="Rectangle 3">
            <a:extLst>
              <a:ext uri="{FF2B5EF4-FFF2-40B4-BE49-F238E27FC236}">
                <a16:creationId xmlns:a16="http://schemas.microsoft.com/office/drawing/2014/main" id="{C5F62A93-A428-47BD-8748-506B89BEF87E}"/>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25F87CF5-C716-466D-A21F-E8617C16887B}"/>
              </a:ext>
            </a:extLst>
          </p:cNvPr>
          <p:cNvSpPr>
            <a:spLocks noGrp="1" noRot="1" noChangeAspect="1" noChangeArrowheads="1" noTextEdit="1"/>
          </p:cNvSpPr>
          <p:nvPr>
            <p:ph type="sldImg"/>
          </p:nvPr>
        </p:nvSpPr>
        <p:spPr>
          <a:xfrm>
            <a:off x="2687638" y="509588"/>
            <a:ext cx="4532312" cy="2549525"/>
          </a:xfrm>
          <a:ln/>
        </p:spPr>
      </p:sp>
      <p:sp>
        <p:nvSpPr>
          <p:cNvPr id="215043" name="Rectangle 3">
            <a:extLst>
              <a:ext uri="{FF2B5EF4-FFF2-40B4-BE49-F238E27FC236}">
                <a16:creationId xmlns:a16="http://schemas.microsoft.com/office/drawing/2014/main" id="{2392032B-025D-4FD1-A493-242527348719}"/>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a:extLst>
              <a:ext uri="{FF2B5EF4-FFF2-40B4-BE49-F238E27FC236}">
                <a16:creationId xmlns:a16="http://schemas.microsoft.com/office/drawing/2014/main" id="{65A17B10-C3AD-430A-AEBB-D089CE169378}"/>
              </a:ext>
            </a:extLst>
          </p:cNvPr>
          <p:cNvSpPr>
            <a:spLocks noGrp="1" noRot="1" noChangeAspect="1" noChangeArrowheads="1" noTextEdit="1"/>
          </p:cNvSpPr>
          <p:nvPr>
            <p:ph type="sldImg"/>
          </p:nvPr>
        </p:nvSpPr>
        <p:spPr>
          <a:xfrm>
            <a:off x="2687638" y="509588"/>
            <a:ext cx="4532312" cy="2549525"/>
          </a:xfrm>
          <a:ln/>
        </p:spPr>
      </p:sp>
      <p:sp>
        <p:nvSpPr>
          <p:cNvPr id="216067" name="Rectangle 3">
            <a:extLst>
              <a:ext uri="{FF2B5EF4-FFF2-40B4-BE49-F238E27FC236}">
                <a16:creationId xmlns:a16="http://schemas.microsoft.com/office/drawing/2014/main" id="{C5280F25-468A-4AC6-9139-2BB7DC5764D3}"/>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a:extLst>
              <a:ext uri="{FF2B5EF4-FFF2-40B4-BE49-F238E27FC236}">
                <a16:creationId xmlns:a16="http://schemas.microsoft.com/office/drawing/2014/main" id="{05E64606-DD65-4D31-8CA6-146DCACCD796}"/>
              </a:ext>
            </a:extLst>
          </p:cNvPr>
          <p:cNvSpPr>
            <a:spLocks noGrp="1" noRot="1" noChangeAspect="1" noChangeArrowheads="1" noTextEdit="1"/>
          </p:cNvSpPr>
          <p:nvPr>
            <p:ph type="sldImg"/>
          </p:nvPr>
        </p:nvSpPr>
        <p:spPr>
          <a:xfrm>
            <a:off x="2687638" y="509588"/>
            <a:ext cx="4532312" cy="2549525"/>
          </a:xfrm>
          <a:ln/>
        </p:spPr>
      </p:sp>
      <p:sp>
        <p:nvSpPr>
          <p:cNvPr id="217091" name="Rectangle 3">
            <a:extLst>
              <a:ext uri="{FF2B5EF4-FFF2-40B4-BE49-F238E27FC236}">
                <a16:creationId xmlns:a16="http://schemas.microsoft.com/office/drawing/2014/main" id="{BF52C963-4BB2-44F1-908E-44D2EEA65717}"/>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a:extLst>
              <a:ext uri="{FF2B5EF4-FFF2-40B4-BE49-F238E27FC236}">
                <a16:creationId xmlns:a16="http://schemas.microsoft.com/office/drawing/2014/main" id="{DC69F9AC-2111-423A-B7AA-C943ED85F752}"/>
              </a:ext>
            </a:extLst>
          </p:cNvPr>
          <p:cNvSpPr>
            <a:spLocks noGrp="1" noRot="1" noChangeAspect="1" noChangeArrowheads="1" noTextEdit="1"/>
          </p:cNvSpPr>
          <p:nvPr>
            <p:ph type="sldImg"/>
          </p:nvPr>
        </p:nvSpPr>
        <p:spPr>
          <a:xfrm>
            <a:off x="2687638" y="509588"/>
            <a:ext cx="4532312" cy="2549525"/>
          </a:xfrm>
          <a:ln/>
        </p:spPr>
      </p:sp>
      <p:sp>
        <p:nvSpPr>
          <p:cNvPr id="219139" name="Rectangle 3">
            <a:extLst>
              <a:ext uri="{FF2B5EF4-FFF2-40B4-BE49-F238E27FC236}">
                <a16:creationId xmlns:a16="http://schemas.microsoft.com/office/drawing/2014/main" id="{17A516F2-5FF6-4B4C-ACE0-F4427BEEE5F4}"/>
              </a:ext>
            </a:extLst>
          </p:cNvPr>
          <p:cNvSpPr>
            <a:spLocks noGrp="1" noChangeArrowheads="1"/>
          </p:cNvSpPr>
          <p:nvPr>
            <p:ph type="body" idx="1"/>
          </p:nvPr>
        </p:nvSpPr>
        <p:spPr>
          <a:xfrm>
            <a:off x="1320800" y="3227388"/>
            <a:ext cx="7264400" cy="3057525"/>
          </a:xfrm>
        </p:spPr>
        <p:txBody>
          <a:bodyPr/>
          <a:lstStyle/>
          <a:p>
            <a:pPr>
              <a:defRPr/>
            </a:pPr>
            <a:r>
              <a:rPr lang="en-US" altLang="zh-TW" dirty="0"/>
              <a:t>Hardware required: (beyond hazard detection)</a:t>
            </a:r>
          </a:p>
          <a:p>
            <a:pPr marL="228600" indent="-228600">
              <a:buFontTx/>
              <a:buAutoNum type="arabicPeriod"/>
              <a:defRPr/>
            </a:pPr>
            <a:r>
              <a:rPr lang="en-US" altLang="zh-TW" dirty="0"/>
              <a:t>Register file with 4 read ports and two write ports (one r-type and one load instructions)</a:t>
            </a:r>
          </a:p>
          <a:p>
            <a:pPr marL="228600" indent="-228600">
              <a:buFontTx/>
              <a:buAutoNum type="arabicPeriod"/>
              <a:defRPr/>
            </a:pPr>
            <a:r>
              <a:rPr lang="en-US" altLang="zh-TW" dirty="0"/>
              <a:t>One more ALU to compute </a:t>
            </a:r>
            <a:r>
              <a:rPr lang="en-US" altLang="zh-TW"/>
              <a:t>load/store address</a:t>
            </a:r>
            <a:endParaRPr lang="en-US" altLang="zh-TW" dirty="0"/>
          </a:p>
          <a:p>
            <a:pPr>
              <a:defRPr/>
            </a:pPr>
            <a:endParaRPr lang="zh-TW"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a:extLst>
              <a:ext uri="{FF2B5EF4-FFF2-40B4-BE49-F238E27FC236}">
                <a16:creationId xmlns:a16="http://schemas.microsoft.com/office/drawing/2014/main" id="{80B642E7-F5AD-439E-AE65-2842C1068F0E}"/>
              </a:ext>
            </a:extLst>
          </p:cNvPr>
          <p:cNvSpPr>
            <a:spLocks noGrp="1" noRot="1" noChangeAspect="1" noChangeArrowheads="1" noTextEdit="1"/>
          </p:cNvSpPr>
          <p:nvPr>
            <p:ph type="sldImg"/>
          </p:nvPr>
        </p:nvSpPr>
        <p:spPr>
          <a:xfrm>
            <a:off x="2687638" y="509588"/>
            <a:ext cx="4532312" cy="2549525"/>
          </a:xfrm>
          <a:ln/>
        </p:spPr>
      </p:sp>
      <p:sp>
        <p:nvSpPr>
          <p:cNvPr id="219139" name="Rectangle 3">
            <a:extLst>
              <a:ext uri="{FF2B5EF4-FFF2-40B4-BE49-F238E27FC236}">
                <a16:creationId xmlns:a16="http://schemas.microsoft.com/office/drawing/2014/main" id="{3FF14A35-0C19-474A-B7A0-FC9F3DA14280}"/>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a:extLst>
              <a:ext uri="{FF2B5EF4-FFF2-40B4-BE49-F238E27FC236}">
                <a16:creationId xmlns:a16="http://schemas.microsoft.com/office/drawing/2014/main" id="{F32F2528-302F-4222-8D28-02F03DD91CF0}"/>
              </a:ext>
            </a:extLst>
          </p:cNvPr>
          <p:cNvSpPr>
            <a:spLocks noGrp="1" noRot="1" noChangeAspect="1" noChangeArrowheads="1" noTextEdit="1"/>
          </p:cNvSpPr>
          <p:nvPr>
            <p:ph type="sldImg"/>
          </p:nvPr>
        </p:nvSpPr>
        <p:spPr>
          <a:xfrm>
            <a:off x="2687638" y="509588"/>
            <a:ext cx="4532312" cy="2549525"/>
          </a:xfrm>
          <a:ln/>
        </p:spPr>
      </p:sp>
      <p:sp>
        <p:nvSpPr>
          <p:cNvPr id="220163" name="Rectangle 3">
            <a:extLst>
              <a:ext uri="{FF2B5EF4-FFF2-40B4-BE49-F238E27FC236}">
                <a16:creationId xmlns:a16="http://schemas.microsoft.com/office/drawing/2014/main" id="{172F90F1-8F19-4484-8D4A-5107C5AFE0E1}"/>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a:extLst>
              <a:ext uri="{FF2B5EF4-FFF2-40B4-BE49-F238E27FC236}">
                <a16:creationId xmlns:a16="http://schemas.microsoft.com/office/drawing/2014/main" id="{D1C99E1A-5D0E-4C20-8144-A9A06377E9A7}"/>
              </a:ext>
            </a:extLst>
          </p:cNvPr>
          <p:cNvSpPr>
            <a:spLocks noGrp="1" noRot="1" noChangeAspect="1" noChangeArrowheads="1" noTextEdit="1"/>
          </p:cNvSpPr>
          <p:nvPr>
            <p:ph type="sldImg"/>
          </p:nvPr>
        </p:nvSpPr>
        <p:spPr>
          <a:xfrm>
            <a:off x="2687638" y="509588"/>
            <a:ext cx="4532312" cy="2549525"/>
          </a:xfrm>
          <a:ln/>
        </p:spPr>
      </p:sp>
      <p:sp>
        <p:nvSpPr>
          <p:cNvPr id="221187" name="Rectangle 3">
            <a:extLst>
              <a:ext uri="{FF2B5EF4-FFF2-40B4-BE49-F238E27FC236}">
                <a16:creationId xmlns:a16="http://schemas.microsoft.com/office/drawing/2014/main" id="{9E86C43A-6C6D-4181-816D-F925142F644B}"/>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a:extLst>
              <a:ext uri="{FF2B5EF4-FFF2-40B4-BE49-F238E27FC236}">
                <a16:creationId xmlns:a16="http://schemas.microsoft.com/office/drawing/2014/main" id="{5C311265-E3DE-422C-A4B4-DF327FF78CE2}"/>
              </a:ext>
            </a:extLst>
          </p:cNvPr>
          <p:cNvSpPr>
            <a:spLocks noGrp="1" noRot="1" noChangeAspect="1" noChangeArrowheads="1" noTextEdit="1"/>
          </p:cNvSpPr>
          <p:nvPr>
            <p:ph type="sldImg"/>
          </p:nvPr>
        </p:nvSpPr>
        <p:spPr>
          <a:xfrm>
            <a:off x="2687638" y="509588"/>
            <a:ext cx="4532312" cy="2549525"/>
          </a:xfrm>
          <a:ln/>
        </p:spPr>
      </p:sp>
      <p:sp>
        <p:nvSpPr>
          <p:cNvPr id="222211" name="Rectangle 3">
            <a:extLst>
              <a:ext uri="{FF2B5EF4-FFF2-40B4-BE49-F238E27FC236}">
                <a16:creationId xmlns:a16="http://schemas.microsoft.com/office/drawing/2014/main" id="{59B50B66-1FA1-4FE6-86E2-DE608DF890AA}"/>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a:extLst>
              <a:ext uri="{FF2B5EF4-FFF2-40B4-BE49-F238E27FC236}">
                <a16:creationId xmlns:a16="http://schemas.microsoft.com/office/drawing/2014/main" id="{84C5F5E9-C4BF-41C6-90BB-40E81B2AF392}"/>
              </a:ext>
            </a:extLst>
          </p:cNvPr>
          <p:cNvSpPr>
            <a:spLocks noGrp="1" noRot="1" noChangeAspect="1" noChangeArrowheads="1" noTextEdit="1"/>
          </p:cNvSpPr>
          <p:nvPr>
            <p:ph type="sldImg"/>
          </p:nvPr>
        </p:nvSpPr>
        <p:spPr>
          <a:xfrm>
            <a:off x="2687638" y="509588"/>
            <a:ext cx="4532312" cy="2549525"/>
          </a:xfrm>
          <a:ln/>
        </p:spPr>
      </p:sp>
      <p:sp>
        <p:nvSpPr>
          <p:cNvPr id="223235" name="Rectangle 3">
            <a:extLst>
              <a:ext uri="{FF2B5EF4-FFF2-40B4-BE49-F238E27FC236}">
                <a16:creationId xmlns:a16="http://schemas.microsoft.com/office/drawing/2014/main" id="{59E4506F-CE04-4C0E-969C-A7D5DDA61045}"/>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a:extLst>
              <a:ext uri="{FF2B5EF4-FFF2-40B4-BE49-F238E27FC236}">
                <a16:creationId xmlns:a16="http://schemas.microsoft.com/office/drawing/2014/main" id="{96E06FDD-9424-403F-ABA0-41CFCF2BD01A}"/>
              </a:ext>
            </a:extLst>
          </p:cNvPr>
          <p:cNvSpPr>
            <a:spLocks noGrp="1" noRot="1" noChangeAspect="1" noChangeArrowheads="1" noTextEdit="1"/>
          </p:cNvSpPr>
          <p:nvPr>
            <p:ph type="sldImg"/>
          </p:nvPr>
        </p:nvSpPr>
        <p:spPr>
          <a:xfrm>
            <a:off x="2687638" y="509588"/>
            <a:ext cx="4532312" cy="2549525"/>
          </a:xfrm>
          <a:ln/>
        </p:spPr>
      </p:sp>
      <p:sp>
        <p:nvSpPr>
          <p:cNvPr id="224259" name="Rectangle 3">
            <a:extLst>
              <a:ext uri="{FF2B5EF4-FFF2-40B4-BE49-F238E27FC236}">
                <a16:creationId xmlns:a16="http://schemas.microsoft.com/office/drawing/2014/main" id="{0FBFC87F-AFC6-4E4D-88D6-638F8ACBF8D8}"/>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a:extLst>
              <a:ext uri="{FF2B5EF4-FFF2-40B4-BE49-F238E27FC236}">
                <a16:creationId xmlns:a16="http://schemas.microsoft.com/office/drawing/2014/main" id="{8A5EFBBA-BAA5-45B2-A859-45F088DFCC6F}"/>
              </a:ext>
            </a:extLst>
          </p:cNvPr>
          <p:cNvSpPr>
            <a:spLocks noGrp="1" noRot="1" noChangeAspect="1" noChangeArrowheads="1" noTextEdit="1"/>
          </p:cNvSpPr>
          <p:nvPr>
            <p:ph type="sldImg"/>
          </p:nvPr>
        </p:nvSpPr>
        <p:spPr>
          <a:xfrm>
            <a:off x="2687638" y="509588"/>
            <a:ext cx="4532312" cy="2549525"/>
          </a:xfrm>
          <a:ln/>
        </p:spPr>
      </p:sp>
      <p:sp>
        <p:nvSpPr>
          <p:cNvPr id="225283" name="Rectangle 3">
            <a:extLst>
              <a:ext uri="{FF2B5EF4-FFF2-40B4-BE49-F238E27FC236}">
                <a16:creationId xmlns:a16="http://schemas.microsoft.com/office/drawing/2014/main" id="{1CD4A78C-6AE0-4CD4-B1C4-80B830E17E90}"/>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B93E6F8D-3B76-4760-888C-B5C6B52E627A}"/>
              </a:ext>
            </a:extLst>
          </p:cNvPr>
          <p:cNvSpPr>
            <a:spLocks noGrp="1" noRot="1" noChangeAspect="1" noChangeArrowheads="1" noTextEdit="1"/>
          </p:cNvSpPr>
          <p:nvPr>
            <p:ph type="sldImg"/>
          </p:nvPr>
        </p:nvSpPr>
        <p:spPr>
          <a:xfrm>
            <a:off x="2687638" y="509588"/>
            <a:ext cx="4532312" cy="2549525"/>
          </a:xfrm>
          <a:ln/>
        </p:spPr>
      </p:sp>
      <p:sp>
        <p:nvSpPr>
          <p:cNvPr id="226307" name="Rectangle 3">
            <a:extLst>
              <a:ext uri="{FF2B5EF4-FFF2-40B4-BE49-F238E27FC236}">
                <a16:creationId xmlns:a16="http://schemas.microsoft.com/office/drawing/2014/main" id="{406082AB-A676-41D5-9BE2-3DDAC3200115}"/>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2CACCB31-02B7-4697-AC4C-B7EE02FAB875}"/>
              </a:ext>
            </a:extLst>
          </p:cNvPr>
          <p:cNvSpPr>
            <a:spLocks noGrp="1" noRot="1" noChangeAspect="1" noChangeArrowheads="1" noTextEdit="1"/>
          </p:cNvSpPr>
          <p:nvPr>
            <p:ph type="sldImg"/>
          </p:nvPr>
        </p:nvSpPr>
        <p:spPr>
          <a:xfrm>
            <a:off x="2687638" y="509588"/>
            <a:ext cx="4532312" cy="2549525"/>
          </a:xfrm>
          <a:ln/>
        </p:spPr>
      </p:sp>
      <p:sp>
        <p:nvSpPr>
          <p:cNvPr id="227331" name="Rectangle 3">
            <a:extLst>
              <a:ext uri="{FF2B5EF4-FFF2-40B4-BE49-F238E27FC236}">
                <a16:creationId xmlns:a16="http://schemas.microsoft.com/office/drawing/2014/main" id="{42305306-3664-432A-BF63-17E5CD6E251C}"/>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a:extLst>
              <a:ext uri="{FF2B5EF4-FFF2-40B4-BE49-F238E27FC236}">
                <a16:creationId xmlns:a16="http://schemas.microsoft.com/office/drawing/2014/main" id="{1BB23B41-3731-43E3-A70B-3401975FB320}"/>
              </a:ext>
            </a:extLst>
          </p:cNvPr>
          <p:cNvSpPr>
            <a:spLocks noGrp="1" noRot="1" noChangeAspect="1" noChangeArrowheads="1" noTextEdit="1"/>
          </p:cNvSpPr>
          <p:nvPr>
            <p:ph type="sldImg"/>
          </p:nvPr>
        </p:nvSpPr>
        <p:spPr>
          <a:xfrm>
            <a:off x="2687638" y="509588"/>
            <a:ext cx="4532312" cy="2549525"/>
          </a:xfrm>
          <a:ln/>
        </p:spPr>
      </p:sp>
      <p:sp>
        <p:nvSpPr>
          <p:cNvPr id="228355" name="Rectangle 3">
            <a:extLst>
              <a:ext uri="{FF2B5EF4-FFF2-40B4-BE49-F238E27FC236}">
                <a16:creationId xmlns:a16="http://schemas.microsoft.com/office/drawing/2014/main" id="{22E90D60-1FC4-4BE9-9506-09EAF28D12D5}"/>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a:extLst>
              <a:ext uri="{FF2B5EF4-FFF2-40B4-BE49-F238E27FC236}">
                <a16:creationId xmlns:a16="http://schemas.microsoft.com/office/drawing/2014/main" id="{06883261-617F-42CD-B98F-ACCF49468DF0}"/>
              </a:ext>
            </a:extLst>
          </p:cNvPr>
          <p:cNvSpPr>
            <a:spLocks noGrp="1" noRot="1" noChangeAspect="1" noChangeArrowheads="1" noTextEdit="1"/>
          </p:cNvSpPr>
          <p:nvPr>
            <p:ph type="sldImg"/>
          </p:nvPr>
        </p:nvSpPr>
        <p:spPr>
          <a:xfrm>
            <a:off x="2687638" y="509588"/>
            <a:ext cx="4532312" cy="2549525"/>
          </a:xfrm>
          <a:ln/>
        </p:spPr>
      </p:sp>
      <p:sp>
        <p:nvSpPr>
          <p:cNvPr id="229379" name="Rectangle 3">
            <a:extLst>
              <a:ext uri="{FF2B5EF4-FFF2-40B4-BE49-F238E27FC236}">
                <a16:creationId xmlns:a16="http://schemas.microsoft.com/office/drawing/2014/main" id="{D16B1E57-D8DC-4646-A348-6217DACB2BCF}"/>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a:extLst>
              <a:ext uri="{FF2B5EF4-FFF2-40B4-BE49-F238E27FC236}">
                <a16:creationId xmlns:a16="http://schemas.microsoft.com/office/drawing/2014/main" id="{778704F7-3C18-4198-A69C-915F14106499}"/>
              </a:ext>
            </a:extLst>
          </p:cNvPr>
          <p:cNvSpPr>
            <a:spLocks noGrp="1" noRot="1" noChangeAspect="1" noChangeArrowheads="1" noTextEdit="1"/>
          </p:cNvSpPr>
          <p:nvPr>
            <p:ph type="sldImg"/>
          </p:nvPr>
        </p:nvSpPr>
        <p:spPr>
          <a:xfrm>
            <a:off x="2687638" y="509588"/>
            <a:ext cx="4532312" cy="2549525"/>
          </a:xfrm>
          <a:ln/>
        </p:spPr>
      </p:sp>
      <p:sp>
        <p:nvSpPr>
          <p:cNvPr id="230403" name="Rectangle 3">
            <a:extLst>
              <a:ext uri="{FF2B5EF4-FFF2-40B4-BE49-F238E27FC236}">
                <a16:creationId xmlns:a16="http://schemas.microsoft.com/office/drawing/2014/main" id="{36C7655E-B1CF-4F8E-B9AB-4AE9F8EC2C1A}"/>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7F811B62-1FD0-4380-A977-C98DA94EAF24}"/>
              </a:ext>
            </a:extLst>
          </p:cNvPr>
          <p:cNvSpPr>
            <a:spLocks noGrp="1" noRot="1" noChangeAspect="1" noChangeArrowheads="1" noTextEdit="1"/>
          </p:cNvSpPr>
          <p:nvPr>
            <p:ph type="sldImg"/>
          </p:nvPr>
        </p:nvSpPr>
        <p:spPr>
          <a:xfrm>
            <a:off x="2687638" y="509588"/>
            <a:ext cx="4532312" cy="2549525"/>
          </a:xfrm>
          <a:ln/>
        </p:spPr>
      </p:sp>
      <p:sp>
        <p:nvSpPr>
          <p:cNvPr id="231427" name="Rectangle 3">
            <a:extLst>
              <a:ext uri="{FF2B5EF4-FFF2-40B4-BE49-F238E27FC236}">
                <a16:creationId xmlns:a16="http://schemas.microsoft.com/office/drawing/2014/main" id="{F9C95F26-7C83-4160-91A2-2CF1148BDCE6}"/>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a:extLst>
              <a:ext uri="{FF2B5EF4-FFF2-40B4-BE49-F238E27FC236}">
                <a16:creationId xmlns:a16="http://schemas.microsoft.com/office/drawing/2014/main" id="{E8F8DB4E-05C8-4343-B42B-17FCBBD9CCAC}"/>
              </a:ext>
            </a:extLst>
          </p:cNvPr>
          <p:cNvSpPr>
            <a:spLocks noGrp="1" noRot="1" noChangeAspect="1" noChangeArrowheads="1" noTextEdit="1"/>
          </p:cNvSpPr>
          <p:nvPr>
            <p:ph type="sldImg"/>
          </p:nvPr>
        </p:nvSpPr>
        <p:spPr>
          <a:xfrm>
            <a:off x="2687638" y="509588"/>
            <a:ext cx="4532312" cy="2549525"/>
          </a:xfrm>
          <a:ln/>
        </p:spPr>
      </p:sp>
      <p:sp>
        <p:nvSpPr>
          <p:cNvPr id="232451" name="Rectangle 3">
            <a:extLst>
              <a:ext uri="{FF2B5EF4-FFF2-40B4-BE49-F238E27FC236}">
                <a16:creationId xmlns:a16="http://schemas.microsoft.com/office/drawing/2014/main" id="{2F53D982-42C0-408B-8F72-152A44B1ECF3}"/>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a:extLst>
              <a:ext uri="{FF2B5EF4-FFF2-40B4-BE49-F238E27FC236}">
                <a16:creationId xmlns:a16="http://schemas.microsoft.com/office/drawing/2014/main" id="{D3C6AD92-030D-4D73-935D-888F17691B35}"/>
              </a:ext>
            </a:extLst>
          </p:cNvPr>
          <p:cNvSpPr>
            <a:spLocks noGrp="1" noRot="1" noChangeAspect="1" noChangeArrowheads="1" noTextEdit="1"/>
          </p:cNvSpPr>
          <p:nvPr>
            <p:ph type="sldImg"/>
          </p:nvPr>
        </p:nvSpPr>
        <p:spPr>
          <a:xfrm>
            <a:off x="2687638" y="509588"/>
            <a:ext cx="4532312" cy="2549525"/>
          </a:xfrm>
          <a:ln/>
        </p:spPr>
      </p:sp>
      <p:sp>
        <p:nvSpPr>
          <p:cNvPr id="233475" name="Rectangle 3">
            <a:extLst>
              <a:ext uri="{FF2B5EF4-FFF2-40B4-BE49-F238E27FC236}">
                <a16:creationId xmlns:a16="http://schemas.microsoft.com/office/drawing/2014/main" id="{A85C56EE-FC1A-4508-9661-DE55E9F8E697}"/>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a:extLst>
              <a:ext uri="{FF2B5EF4-FFF2-40B4-BE49-F238E27FC236}">
                <a16:creationId xmlns:a16="http://schemas.microsoft.com/office/drawing/2014/main" id="{C3D50726-C4F1-4F80-B475-F58282C9CE87}"/>
              </a:ext>
            </a:extLst>
          </p:cNvPr>
          <p:cNvSpPr>
            <a:spLocks noGrp="1" noRot="1" noChangeAspect="1" noChangeArrowheads="1" noTextEdit="1"/>
          </p:cNvSpPr>
          <p:nvPr>
            <p:ph type="sldImg"/>
          </p:nvPr>
        </p:nvSpPr>
        <p:spPr>
          <a:xfrm>
            <a:off x="2687638" y="509588"/>
            <a:ext cx="4532312" cy="2549525"/>
          </a:xfrm>
          <a:ln/>
        </p:spPr>
      </p:sp>
      <p:sp>
        <p:nvSpPr>
          <p:cNvPr id="234499" name="Rectangle 3">
            <a:extLst>
              <a:ext uri="{FF2B5EF4-FFF2-40B4-BE49-F238E27FC236}">
                <a16:creationId xmlns:a16="http://schemas.microsoft.com/office/drawing/2014/main" id="{1EC61F77-923C-4612-BCB8-27C50EE8F1A8}"/>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a:extLst>
              <a:ext uri="{FF2B5EF4-FFF2-40B4-BE49-F238E27FC236}">
                <a16:creationId xmlns:a16="http://schemas.microsoft.com/office/drawing/2014/main" id="{63E5D89A-735F-425E-85DB-387EA8E81EBF}"/>
              </a:ext>
            </a:extLst>
          </p:cNvPr>
          <p:cNvSpPr>
            <a:spLocks noGrp="1" noRot="1" noChangeAspect="1" noChangeArrowheads="1" noTextEdit="1"/>
          </p:cNvSpPr>
          <p:nvPr>
            <p:ph type="sldImg"/>
          </p:nvPr>
        </p:nvSpPr>
        <p:spPr>
          <a:xfrm>
            <a:off x="2687638" y="509588"/>
            <a:ext cx="4532312" cy="2549525"/>
          </a:xfrm>
          <a:ln/>
        </p:spPr>
      </p:sp>
      <p:sp>
        <p:nvSpPr>
          <p:cNvPr id="235523" name="Rectangle 3">
            <a:extLst>
              <a:ext uri="{FF2B5EF4-FFF2-40B4-BE49-F238E27FC236}">
                <a16:creationId xmlns:a16="http://schemas.microsoft.com/office/drawing/2014/main" id="{CCF0518F-F7B2-4ADE-999C-40D531F3982C}"/>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972589" y="108349"/>
            <a:ext cx="7703101" cy="519113"/>
          </a:xfrm>
        </p:spPr>
        <p:txBody>
          <a:bodyPr/>
          <a:lstStyle>
            <a:lvl1pPr>
              <a:defRPr sz="3200"/>
            </a:lvl1pPr>
          </a:lstStyle>
          <a:p>
            <a:r>
              <a:rPr lang="en-US" altLang="zh-TW" dirty="0"/>
              <a:t>Click to edit Master title style</a:t>
            </a:r>
            <a:endParaRPr lang="zh-TW" altLang="en-US" dirty="0"/>
          </a:p>
        </p:txBody>
      </p:sp>
      <p:sp>
        <p:nvSpPr>
          <p:cNvPr id="3" name="內容版面配置區 2"/>
          <p:cNvSpPr>
            <a:spLocks noGrp="1"/>
          </p:cNvSpPr>
          <p:nvPr>
            <p:ph idx="1"/>
          </p:nvPr>
        </p:nvSpPr>
        <p:spPr/>
        <p:txBody>
          <a:bodyPr/>
          <a:lstStyle>
            <a:lvl1pPr>
              <a:defRPr sz="2400"/>
            </a:lvl1pPr>
            <a:lvl2pPr>
              <a:defRPr sz="2000"/>
            </a:lvl2pPr>
            <a:lvl3pPr>
              <a:defRPr sz="1800">
                <a:latin typeface="Calibri" pitchFamily="34" charset="0"/>
                <a:ea typeface="標楷體" pitchFamily="65" charset="-120"/>
                <a:cs typeface="Calibri" pitchFamily="34" charset="0"/>
              </a:defRPr>
            </a:lvl3pPr>
            <a:lvl4pPr>
              <a:defRPr sz="1600">
                <a:latin typeface="Calibri" pitchFamily="34" charset="0"/>
                <a:ea typeface="標楷體" pitchFamily="65" charset="-120"/>
                <a:cs typeface="Calibri" pitchFamily="34" charset="0"/>
              </a:defRPr>
            </a:lvl4pPr>
            <a:lvl5pPr>
              <a:defRPr sz="14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2B0033DF-76F2-466D-8A96-CBCBC2BA94B9}"/>
              </a:ext>
            </a:extLst>
          </p:cNvPr>
          <p:cNvSpPr>
            <a:spLocks noGrp="1"/>
          </p:cNvSpPr>
          <p:nvPr>
            <p:ph type="sldNum" sz="quarter" idx="10"/>
          </p:nvPr>
        </p:nvSpPr>
        <p:spPr/>
        <p:txBody>
          <a:body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51544268"/>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 name="灯片编号占位符 6">
            <a:extLst>
              <a:ext uri="{FF2B5EF4-FFF2-40B4-BE49-F238E27FC236}">
                <a16:creationId xmlns:a16="http://schemas.microsoft.com/office/drawing/2014/main" id="{5E0F0F8D-5C4A-4F8B-9C0A-F1FD34EF9508}"/>
              </a:ext>
            </a:extLst>
          </p:cNvPr>
          <p:cNvSpPr>
            <a:spLocks noGrp="1"/>
          </p:cNvSpPr>
          <p:nvPr>
            <p:ph type="sldNum" sz="quarter" idx="10"/>
          </p:nvPr>
        </p:nvSpPr>
        <p:spPr/>
        <p:txBody>
          <a:body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51222825"/>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311274805"/>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4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69773209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65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7114255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66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647786273"/>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67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481349840"/>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8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93628875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69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074140322"/>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70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90726610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71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711506180"/>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72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47289864"/>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73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468037150"/>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74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259240124"/>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75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830262441"/>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76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529781245"/>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77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908905176"/>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78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197088597"/>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79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579269963"/>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80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4069774859"/>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1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507170308"/>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82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479027056"/>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83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631354482"/>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84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093689169"/>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85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302537565"/>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86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743503006"/>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87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190043736"/>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88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501229476"/>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89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388064056"/>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90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4061222917"/>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91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603101223"/>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92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397771564"/>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93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912944697"/>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94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904659296"/>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95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259786443"/>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96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241444842"/>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97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882464139"/>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98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672086235"/>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99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760365611"/>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00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124648257"/>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01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959936702"/>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02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995089504"/>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03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041930891"/>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04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739451083"/>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05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20024406"/>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06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679439607"/>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07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592547025"/>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08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699421587"/>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09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300043527"/>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110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032102039"/>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11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306618433"/>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12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538281294"/>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13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530958493"/>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14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703133725"/>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115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346418065"/>
      </p:ext>
    </p:extLst>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16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48501939"/>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17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676526535"/>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18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4136506436"/>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19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24002668"/>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120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556810727"/>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121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551730944"/>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22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818308188"/>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23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931895360"/>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24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871095757"/>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25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527931524"/>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26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87187558"/>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27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710454618"/>
      </p:ext>
    </p:extLst>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28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099816099"/>
      </p:ext>
    </p:extLst>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29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150794902"/>
      </p:ext>
    </p:extLst>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30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478154987"/>
      </p:ext>
    </p:extLst>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31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688383523"/>
      </p:ext>
    </p:extLst>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132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1385629629"/>
      </p:ext>
    </p:extLst>
  </p:cSld>
  <p:clrMapOvr>
    <a:masterClrMapping/>
  </p:clrMapOv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133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63861362"/>
      </p:ext>
    </p:extLst>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134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2954512071"/>
      </p:ext>
    </p:extLst>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35_標題及物件">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5708172-06D0-4FB2-B892-FE0290010994}"/>
              </a:ext>
            </a:extLst>
          </p:cNvPr>
          <p:cNvSpPr/>
          <p:nvPr userDrawn="1"/>
        </p:nvSpPr>
        <p:spPr bwMode="auto">
          <a:xfrm>
            <a:off x="0" y="0"/>
            <a:ext cx="9144000" cy="728663"/>
          </a:xfrm>
          <a:prstGeom prst="rect">
            <a:avLst/>
          </a:prstGeom>
          <a:solidFill>
            <a:srgbClr val="49BFD7"/>
          </a:solidFill>
          <a:ln w="12700" cap="flat" cmpd="sng" algn="ctr">
            <a:noFill/>
            <a:prstDash val="solid"/>
            <a:round/>
            <a:headEnd type="none" w="med" len="med"/>
            <a:tailEnd type="none" w="med" len="med"/>
          </a:ln>
          <a:effectLst/>
          <a:extLst/>
        </p:spPr>
        <p:txBody>
          <a:bodyPr/>
          <a:lstStyle/>
          <a:p>
            <a:pPr>
              <a:defRPr/>
            </a:pPr>
            <a:endParaRPr lang="zh-TW" altLang="en-US" sz="1350" dirty="0">
              <a:ln>
                <a:solidFill>
                  <a:srgbClr val="00CC00"/>
                </a:solidFill>
              </a:ln>
            </a:endParaRPr>
          </a:p>
        </p:txBody>
      </p:sp>
      <p:sp>
        <p:nvSpPr>
          <p:cNvPr id="2" name="標題 1"/>
          <p:cNvSpPr>
            <a:spLocks noGrp="1"/>
          </p:cNvSpPr>
          <p:nvPr>
            <p:ph type="title"/>
          </p:nvPr>
        </p:nvSpPr>
        <p:spPr>
          <a:xfrm>
            <a:off x="662987" y="31279"/>
            <a:ext cx="7772400" cy="676275"/>
          </a:xfrm>
        </p:spPr>
        <p:txBody>
          <a:bodyPr/>
          <a:lstStyle>
            <a:lvl1pPr>
              <a:defRPr>
                <a:solidFill>
                  <a:srgbClr val="FFFFFF"/>
                </a:solidFill>
              </a:defRPr>
            </a:lvl1pPr>
          </a:lstStyle>
          <a:p>
            <a:r>
              <a:rPr lang="zh-TW" altLang="en-US" dirty="0"/>
              <a:t>按一下以編輯母片標題樣式</a:t>
            </a:r>
          </a:p>
        </p:txBody>
      </p:sp>
      <p:sp>
        <p:nvSpPr>
          <p:cNvPr id="4" name="日期版面配置區 6">
            <a:extLst>
              <a:ext uri="{FF2B5EF4-FFF2-40B4-BE49-F238E27FC236}">
                <a16:creationId xmlns:a16="http://schemas.microsoft.com/office/drawing/2014/main" id="{E42FA3AD-7445-485D-B00D-D9E1033B29AD}"/>
              </a:ext>
            </a:extLst>
          </p:cNvPr>
          <p:cNvSpPr>
            <a:spLocks noGrp="1"/>
          </p:cNvSpPr>
          <p:nvPr>
            <p:ph type="dt" sz="half" idx="10"/>
          </p:nvPr>
        </p:nvSpPr>
        <p:spPr/>
        <p:txBody>
          <a:bodyPr/>
          <a:lstStyle>
            <a:lvl1pPr>
              <a:defRPr/>
            </a:lvl1pPr>
          </a:lstStyle>
          <a:p>
            <a:pPr>
              <a:defRPr/>
            </a:pPr>
            <a:endParaRPr lang="en-US" altLang="zh-TW"/>
          </a:p>
        </p:txBody>
      </p:sp>
      <p:sp>
        <p:nvSpPr>
          <p:cNvPr id="5" name="頁尾版面配置區 7">
            <a:extLst>
              <a:ext uri="{FF2B5EF4-FFF2-40B4-BE49-F238E27FC236}">
                <a16:creationId xmlns:a16="http://schemas.microsoft.com/office/drawing/2014/main" id="{9059CC32-98D4-4AC9-911C-ABCF0E3EF3DB}"/>
              </a:ext>
            </a:extLst>
          </p:cNvPr>
          <p:cNvSpPr>
            <a:spLocks noGrp="1"/>
          </p:cNvSpPr>
          <p:nvPr>
            <p:ph type="ftr" sz="quarter" idx="11"/>
          </p:nvPr>
        </p:nvSpPr>
        <p:spPr/>
        <p:txBody>
          <a:bodyPr/>
          <a:lstStyle>
            <a:lvl1pPr>
              <a:defRPr/>
            </a:lvl1pPr>
          </a:lstStyle>
          <a:p>
            <a:pPr>
              <a:defRPr/>
            </a:pPr>
            <a:r>
              <a:rPr lang="en-US" altLang="zh-TW"/>
              <a:t>Pipelining-1</a:t>
            </a:r>
          </a:p>
        </p:txBody>
      </p:sp>
      <p:sp>
        <p:nvSpPr>
          <p:cNvPr id="6" name="投影片編號版面配置區 8">
            <a:extLst>
              <a:ext uri="{FF2B5EF4-FFF2-40B4-BE49-F238E27FC236}">
                <a16:creationId xmlns:a16="http://schemas.microsoft.com/office/drawing/2014/main" id="{F314EFF0-4A84-43D5-B933-2CBAF5B49B7B}"/>
              </a:ext>
            </a:extLst>
          </p:cNvPr>
          <p:cNvSpPr>
            <a:spLocks noGrp="1"/>
          </p:cNvSpPr>
          <p:nvPr>
            <p:ph type="sldNum" sz="quarter" idx="12"/>
          </p:nvPr>
        </p:nvSpPr>
        <p:spPr/>
        <p:txBody>
          <a:bodyPr/>
          <a:lstStyle>
            <a:lvl1pPr>
              <a:defRPr/>
            </a:lvl1pPr>
          </a:lstStyle>
          <a:p>
            <a:fld id="{59B3D44B-66F2-4E94-A4CD-8FEAFFC75E42}" type="slidenum">
              <a:rPr lang="zh-TW" altLang="en-US"/>
              <a:pPr/>
              <a:t>‹#›</a:t>
            </a:fld>
            <a:endParaRPr lang="en-US" altLang="zh-TW"/>
          </a:p>
        </p:txBody>
      </p:sp>
    </p:spTree>
    <p:extLst>
      <p:ext uri="{BB962C8B-B14F-4D97-AF65-F5344CB8AC3E}">
        <p14:creationId xmlns:p14="http://schemas.microsoft.com/office/powerpoint/2010/main" val="3588629646"/>
      </p:ext>
    </p:extLst>
  </p:cSld>
  <p:clrMapOvr>
    <a:masterClrMapping/>
  </p:clrMapOv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6" Type="http://schemas.openxmlformats.org/officeDocument/2006/relationships/slideLayout" Target="../slideLayouts/slideLayout76.xml"/><Relationship Id="rId84" Type="http://schemas.openxmlformats.org/officeDocument/2006/relationships/slideLayout" Target="../slideLayouts/slideLayout84.xml"/><Relationship Id="rId89"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87" Type="http://schemas.openxmlformats.org/officeDocument/2006/relationships/slideLayout" Target="../slideLayouts/slideLayout87.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90" Type="http://schemas.openxmlformats.org/officeDocument/2006/relationships/image" Target="../media/image1.png"/><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93" Type="http://schemas.openxmlformats.org/officeDocument/2006/relationships/image" Target="../media/image4.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90"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91">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92"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pic>
        <p:nvPicPr>
          <p:cNvPr id="13" name="圖片 12"/>
          <p:cNvPicPr>
            <a:picLocks noChangeAspect="1"/>
          </p:cNvPicPr>
          <p:nvPr userDrawn="1"/>
        </p:nvPicPr>
        <p:blipFill>
          <a:blip r:embed="rId93" cstate="print">
            <a:extLst>
              <a:ext uri="{28A0092B-C50C-407E-A947-70E740481C1C}">
                <a14:useLocalDpi xmlns:a14="http://schemas.microsoft.com/office/drawing/2010/main" val="0"/>
              </a:ext>
            </a:extLst>
          </a:blip>
          <a:stretch>
            <a:fillRect/>
          </a:stretch>
        </p:blipFill>
        <p:spPr>
          <a:xfrm>
            <a:off x="788062" y="4681942"/>
            <a:ext cx="2030503" cy="400434"/>
          </a:xfrm>
          <a:prstGeom prst="rect">
            <a:avLst/>
          </a:prstGeom>
        </p:spPr>
      </p:pic>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7" r:id="rId15"/>
    <p:sldLayoutId id="2147483678" r:id="rId16"/>
    <p:sldLayoutId id="2147483737" r:id="rId17"/>
    <p:sldLayoutId id="2147483738" r:id="rId18"/>
    <p:sldLayoutId id="2147483739" r:id="rId19"/>
    <p:sldLayoutId id="2147483740" r:id="rId20"/>
    <p:sldLayoutId id="2147483741" r:id="rId21"/>
    <p:sldLayoutId id="2147483742" r:id="rId22"/>
    <p:sldLayoutId id="2147483743" r:id="rId23"/>
    <p:sldLayoutId id="2147483744" r:id="rId24"/>
    <p:sldLayoutId id="2147483745" r:id="rId25"/>
    <p:sldLayoutId id="2147483746" r:id="rId26"/>
    <p:sldLayoutId id="2147483747" r:id="rId27"/>
    <p:sldLayoutId id="2147483748" r:id="rId28"/>
    <p:sldLayoutId id="2147483749" r:id="rId29"/>
    <p:sldLayoutId id="2147483750" r:id="rId30"/>
    <p:sldLayoutId id="2147483751" r:id="rId31"/>
    <p:sldLayoutId id="2147483752" r:id="rId32"/>
    <p:sldLayoutId id="2147483753" r:id="rId33"/>
    <p:sldLayoutId id="2147483754" r:id="rId34"/>
    <p:sldLayoutId id="2147483755" r:id="rId35"/>
    <p:sldLayoutId id="2147483756" r:id="rId36"/>
    <p:sldLayoutId id="2147483757" r:id="rId37"/>
    <p:sldLayoutId id="2147483758" r:id="rId38"/>
    <p:sldLayoutId id="2147483759" r:id="rId39"/>
    <p:sldLayoutId id="2147483760" r:id="rId40"/>
    <p:sldLayoutId id="2147483761" r:id="rId41"/>
    <p:sldLayoutId id="2147483762" r:id="rId42"/>
    <p:sldLayoutId id="2147483763" r:id="rId43"/>
    <p:sldLayoutId id="2147483764" r:id="rId44"/>
    <p:sldLayoutId id="2147483765" r:id="rId45"/>
    <p:sldLayoutId id="2147483766" r:id="rId46"/>
    <p:sldLayoutId id="2147483767" r:id="rId47"/>
    <p:sldLayoutId id="2147483768" r:id="rId48"/>
    <p:sldLayoutId id="2147483769" r:id="rId49"/>
    <p:sldLayoutId id="2147483770" r:id="rId50"/>
    <p:sldLayoutId id="2147483771" r:id="rId51"/>
    <p:sldLayoutId id="2147483772" r:id="rId52"/>
    <p:sldLayoutId id="2147483773" r:id="rId53"/>
    <p:sldLayoutId id="2147483774" r:id="rId54"/>
    <p:sldLayoutId id="2147483775" r:id="rId55"/>
    <p:sldLayoutId id="2147483776" r:id="rId56"/>
    <p:sldLayoutId id="2147483777" r:id="rId57"/>
    <p:sldLayoutId id="2147483778" r:id="rId58"/>
    <p:sldLayoutId id="2147483779" r:id="rId59"/>
    <p:sldLayoutId id="2147483780" r:id="rId60"/>
    <p:sldLayoutId id="2147483781" r:id="rId61"/>
    <p:sldLayoutId id="2147483782" r:id="rId62"/>
    <p:sldLayoutId id="2147483783" r:id="rId63"/>
    <p:sldLayoutId id="2147483784" r:id="rId64"/>
    <p:sldLayoutId id="2147483785" r:id="rId65"/>
    <p:sldLayoutId id="2147483786" r:id="rId66"/>
    <p:sldLayoutId id="2147483787" r:id="rId67"/>
    <p:sldLayoutId id="2147483788" r:id="rId68"/>
    <p:sldLayoutId id="2147483789" r:id="rId69"/>
    <p:sldLayoutId id="2147483790" r:id="rId70"/>
    <p:sldLayoutId id="2147483791" r:id="rId71"/>
    <p:sldLayoutId id="2147483792" r:id="rId72"/>
    <p:sldLayoutId id="2147483793" r:id="rId73"/>
    <p:sldLayoutId id="2147483794" r:id="rId74"/>
    <p:sldLayoutId id="2147483795" r:id="rId75"/>
    <p:sldLayoutId id="2147483796" r:id="rId76"/>
    <p:sldLayoutId id="2147483797" r:id="rId77"/>
    <p:sldLayoutId id="2147483798" r:id="rId78"/>
    <p:sldLayoutId id="2147483799" r:id="rId79"/>
    <p:sldLayoutId id="2147483800" r:id="rId80"/>
    <p:sldLayoutId id="2147483801" r:id="rId81"/>
    <p:sldLayoutId id="2147483802" r:id="rId82"/>
    <p:sldLayoutId id="2147483803" r:id="rId83"/>
    <p:sldLayoutId id="2147483804" r:id="rId84"/>
    <p:sldLayoutId id="2147483805" r:id="rId85"/>
    <p:sldLayoutId id="2147483806" r:id="rId86"/>
    <p:sldLayoutId id="2147483807" r:id="rId87"/>
    <p:sldLayoutId id="2147483808" r:id="rId88"/>
  </p:sldLayoutIdLst>
  <p:hf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microsoft.com/office/2007/relationships/hdphoto" Target="../media/hdphoto2.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19.emf"/><Relationship Id="rId4" Type="http://schemas.openxmlformats.org/officeDocument/2006/relationships/oleObject" Target="../embeddings/oleObject2.bin"/></Relationships>
</file>

<file path=ppt/slides/_rels/slide4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microsoft.com/office/2007/relationships/hdphoto" Target="../media/hdphoto3.wdp"/></Relationships>
</file>

<file path=ppt/slides/_rels/slide10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microsoft.com/office/2007/relationships/hdphoto" Target="../media/hdphoto4.wdp"/></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26534"/>
            <a:ext cx="7772400" cy="1102519"/>
          </a:xfrm>
        </p:spPr>
        <p:txBody>
          <a:bodyPr/>
          <a:lstStyle/>
          <a:p>
            <a:pPr algn="ctr"/>
            <a:r>
              <a:rPr lang="en-US" altLang="zh-TW" sz="3600" dirty="0">
                <a:effectLst>
                  <a:outerShdw blurRad="38100" dist="38100" dir="2700000" algn="tl">
                    <a:srgbClr val="000000">
                      <a:alpha val="43137"/>
                    </a:srgbClr>
                  </a:outerShdw>
                </a:effectLst>
              </a:rPr>
              <a:t>CSC3050 – Computer Architecture</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Science and Engineering</a:t>
            </a:r>
          </a:p>
          <a:p>
            <a:r>
              <a:rPr lang="en-US" altLang="zh-TW" sz="2400" dirty="0"/>
              <a:t>Chinese University of Hong Kong, Shenzhen</a:t>
            </a:r>
          </a:p>
        </p:txBody>
      </p:sp>
      <p:sp>
        <p:nvSpPr>
          <p:cNvPr id="5" name="Slide Number Placeholder 4"/>
          <p:cNvSpPr>
            <a:spLocks noGrp="1"/>
          </p:cNvSpPr>
          <p:nvPr>
            <p:ph type="sldNum" sz="quarter" idx="10"/>
          </p:nvPr>
        </p:nvSpPr>
        <p:spPr/>
        <p:txBody>
          <a:bodyPr/>
          <a:lstStyle/>
          <a:p>
            <a:fld id="{D9B6BDF2-6896-4B98-8776-C18582F63BA5}" type="slidenum">
              <a:rPr lang="zh-TW" altLang="en-US" smtClean="0"/>
              <a:pPr/>
              <a:t>1</a:t>
            </a:fld>
            <a:endParaRPr lang="zh-TW" altLang="en-US"/>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6345" y="108349"/>
            <a:ext cx="7719345" cy="519113"/>
          </a:xfrm>
        </p:spPr>
        <p:txBody>
          <a:bodyPr/>
          <a:lstStyle/>
          <a:p>
            <a:r>
              <a:rPr lang="en-US" dirty="0"/>
              <a:t>Outline</a:t>
            </a:r>
          </a:p>
        </p:txBody>
      </p:sp>
      <p:sp>
        <p:nvSpPr>
          <p:cNvPr id="6" name="Slide Number Placeholder 5"/>
          <p:cNvSpPr>
            <a:spLocks noGrp="1"/>
          </p:cNvSpPr>
          <p:nvPr>
            <p:ph type="sldNum" sz="quarter" idx="10"/>
          </p:nvPr>
        </p:nvSpPr>
        <p:spPr/>
        <p:txBody>
          <a:bodyPr/>
          <a:lstStyle/>
          <a:p>
            <a:fld id="{D9B6BDF2-6896-4B98-8776-C18582F63BA5}" type="slidenum">
              <a:rPr lang="zh-TW" altLang="en-US" smtClean="0"/>
              <a:pPr/>
              <a:t>2</a:t>
            </a:fld>
            <a:endParaRPr lang="zh-TW" altLang="en-US"/>
          </a:p>
        </p:txBody>
      </p:sp>
      <p:sp>
        <p:nvSpPr>
          <p:cNvPr id="10" name="Rectangle 3">
            <a:extLst>
              <a:ext uri="{FF2B5EF4-FFF2-40B4-BE49-F238E27FC236}">
                <a16:creationId xmlns:a16="http://schemas.microsoft.com/office/drawing/2014/main" id="{AD393D75-EFE0-4FBA-BD66-735B172567D2}"/>
              </a:ext>
            </a:extLst>
          </p:cNvPr>
          <p:cNvSpPr txBox="1">
            <a:spLocks noChangeArrowheads="1"/>
          </p:cNvSpPr>
          <p:nvPr/>
        </p:nvSpPr>
        <p:spPr bwMode="auto">
          <a:xfrm>
            <a:off x="952675" y="862785"/>
            <a:ext cx="7327259" cy="362532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a:spcBef>
                <a:spcPts val="0"/>
              </a:spcBef>
              <a:spcAft>
                <a:spcPts val="300"/>
              </a:spcAft>
            </a:pPr>
            <a:r>
              <a:rPr lang="en-US" altLang="zh-TW" sz="2000" kern="0" dirty="0">
                <a:solidFill>
                  <a:srgbClr val="FF0000"/>
                </a:solidFill>
              </a:rPr>
              <a:t>An overview of pipelining</a:t>
            </a:r>
          </a:p>
          <a:p>
            <a:pPr>
              <a:spcBef>
                <a:spcPts val="0"/>
              </a:spcBef>
              <a:spcAft>
                <a:spcPts val="300"/>
              </a:spcAft>
            </a:pPr>
            <a:r>
              <a:rPr lang="en-US" altLang="zh-TW" sz="2000" kern="0" dirty="0"/>
              <a:t>A pipelined </a:t>
            </a:r>
            <a:r>
              <a:rPr lang="en-US" altLang="zh-TW" sz="2000" kern="0" dirty="0" err="1"/>
              <a:t>datapath</a:t>
            </a:r>
            <a:endParaRPr lang="en-US" altLang="zh-TW" sz="2000" kern="0" dirty="0"/>
          </a:p>
          <a:p>
            <a:pPr>
              <a:spcBef>
                <a:spcPts val="0"/>
              </a:spcBef>
              <a:spcAft>
                <a:spcPts val="300"/>
              </a:spcAft>
            </a:pPr>
            <a:r>
              <a:rPr lang="en-US" altLang="zh-TW" sz="2000" kern="0" dirty="0"/>
              <a:t>Pipelined control</a:t>
            </a:r>
          </a:p>
          <a:p>
            <a:pPr>
              <a:spcBef>
                <a:spcPts val="0"/>
              </a:spcBef>
              <a:spcAft>
                <a:spcPts val="300"/>
              </a:spcAft>
            </a:pPr>
            <a:r>
              <a:rPr lang="en-US" altLang="zh-CN" sz="2000" kern="0" dirty="0"/>
              <a:t>Hazards:</a:t>
            </a:r>
            <a:r>
              <a:rPr lang="zh-CN" altLang="en-US" sz="2000" kern="0" dirty="0"/>
              <a:t> </a:t>
            </a:r>
            <a:r>
              <a:rPr lang="en-US" altLang="zh-CN" sz="2000" kern="0" dirty="0"/>
              <a:t>types of hazard</a:t>
            </a:r>
          </a:p>
          <a:p>
            <a:pPr>
              <a:spcBef>
                <a:spcPts val="0"/>
              </a:spcBef>
              <a:spcAft>
                <a:spcPts val="300"/>
              </a:spcAft>
            </a:pPr>
            <a:r>
              <a:rPr lang="en-US" altLang="zh-TW" sz="2000" kern="0" dirty="0"/>
              <a:t>Handling data hazards</a:t>
            </a:r>
          </a:p>
          <a:p>
            <a:pPr lvl="1">
              <a:spcBef>
                <a:spcPts val="0"/>
              </a:spcBef>
              <a:spcAft>
                <a:spcPts val="300"/>
              </a:spcAft>
            </a:pPr>
            <a:r>
              <a:rPr lang="en-US" altLang="zh-CN" sz="1600" kern="0" dirty="0"/>
              <a:t>Inserting</a:t>
            </a:r>
            <a:r>
              <a:rPr lang="zh-CN" altLang="en-US" sz="1600" kern="0" dirty="0"/>
              <a:t> </a:t>
            </a:r>
            <a:r>
              <a:rPr lang="en-US" altLang="zh-CN" sz="1600" kern="0" dirty="0"/>
              <a:t>NOP</a:t>
            </a:r>
            <a:r>
              <a:rPr lang="zh-CN" altLang="en-US" sz="1600" kern="0" dirty="0"/>
              <a:t>（</a:t>
            </a:r>
            <a:r>
              <a:rPr lang="en-US" altLang="zh-CN" sz="1600" kern="0" dirty="0"/>
              <a:t>software</a:t>
            </a:r>
            <a:r>
              <a:rPr lang="zh-CN" altLang="en-US" sz="1600" kern="0" dirty="0"/>
              <a:t>）</a:t>
            </a:r>
            <a:endParaRPr lang="en-US" altLang="zh-TW" sz="1600" kern="0" dirty="0"/>
          </a:p>
          <a:p>
            <a:pPr lvl="1">
              <a:spcBef>
                <a:spcPts val="0"/>
              </a:spcBef>
              <a:spcAft>
                <a:spcPts val="300"/>
              </a:spcAft>
            </a:pPr>
            <a:r>
              <a:rPr lang="en-US" altLang="zh-CN" sz="1600" kern="0" dirty="0"/>
              <a:t>F</a:t>
            </a:r>
            <a:r>
              <a:rPr lang="en-US" altLang="zh-TW" sz="1600" kern="0" dirty="0"/>
              <a:t>orwarding</a:t>
            </a:r>
            <a:r>
              <a:rPr lang="en-US" altLang="zh-CN" sz="1600" kern="0" dirty="0"/>
              <a:t>,</a:t>
            </a:r>
            <a:r>
              <a:rPr lang="zh-CN" altLang="en-US" sz="1600" kern="0" dirty="0"/>
              <a:t> </a:t>
            </a:r>
            <a:r>
              <a:rPr lang="en-US" altLang="zh-TW" sz="1600" kern="0" dirty="0"/>
              <a:t>R-Type-use</a:t>
            </a:r>
            <a:r>
              <a:rPr lang="zh-CN" altLang="en-US" sz="1600" kern="0" dirty="0"/>
              <a:t>（</a:t>
            </a:r>
            <a:r>
              <a:rPr lang="en-US" altLang="zh-CN" sz="1600" kern="0" dirty="0"/>
              <a:t>hardware)</a:t>
            </a:r>
            <a:endParaRPr lang="en-US" altLang="zh-TW" sz="1600" kern="0" dirty="0"/>
          </a:p>
          <a:p>
            <a:pPr lvl="1">
              <a:spcBef>
                <a:spcPts val="0"/>
              </a:spcBef>
              <a:spcAft>
                <a:spcPts val="300"/>
              </a:spcAft>
            </a:pPr>
            <a:r>
              <a:rPr lang="en-US" altLang="zh-CN" sz="1600" kern="0" dirty="0"/>
              <a:t>S</a:t>
            </a:r>
            <a:r>
              <a:rPr lang="en-US" altLang="zh-TW" sz="1600" kern="0" dirty="0"/>
              <a:t>talls</a:t>
            </a:r>
            <a:r>
              <a:rPr lang="en-US" altLang="zh-CN" sz="1600" kern="0" dirty="0"/>
              <a:t>,</a:t>
            </a:r>
            <a:r>
              <a:rPr lang="zh-CN" altLang="en-US" sz="1600" kern="0" dirty="0"/>
              <a:t> </a:t>
            </a:r>
            <a:r>
              <a:rPr lang="en-US" altLang="zh-CN" sz="1600" kern="0" dirty="0"/>
              <a:t>load-use</a:t>
            </a:r>
            <a:r>
              <a:rPr lang="zh-CN" altLang="en-US" sz="1600" kern="0" dirty="0"/>
              <a:t> </a:t>
            </a:r>
            <a:r>
              <a:rPr lang="en-US" altLang="zh-CN" sz="1600" kern="0" dirty="0"/>
              <a:t>(hardware)</a:t>
            </a:r>
            <a:endParaRPr lang="en-US" altLang="zh-TW" sz="1600" kern="0" dirty="0"/>
          </a:p>
          <a:p>
            <a:pPr>
              <a:spcBef>
                <a:spcPts val="0"/>
              </a:spcBef>
              <a:spcAft>
                <a:spcPts val="300"/>
              </a:spcAft>
            </a:pPr>
            <a:r>
              <a:rPr lang="en-US" altLang="zh-CN" sz="2000" kern="0" dirty="0"/>
              <a:t>Handling</a:t>
            </a:r>
            <a:r>
              <a:rPr lang="zh-CN" altLang="en-US" sz="2000" kern="0" dirty="0"/>
              <a:t> </a:t>
            </a:r>
            <a:r>
              <a:rPr lang="en-US" altLang="zh-CN" sz="2000" kern="0" dirty="0"/>
              <a:t>b</a:t>
            </a:r>
            <a:r>
              <a:rPr lang="en-US" altLang="zh-TW" sz="2000" kern="0" dirty="0"/>
              <a:t>ranch hazards</a:t>
            </a:r>
          </a:p>
          <a:p>
            <a:pPr>
              <a:spcBef>
                <a:spcPts val="0"/>
              </a:spcBef>
              <a:spcAft>
                <a:spcPts val="300"/>
              </a:spcAft>
            </a:pPr>
            <a:r>
              <a:rPr lang="en-US" altLang="zh-TW" sz="2000" kern="0" dirty="0"/>
              <a:t>Exceptions</a:t>
            </a:r>
          </a:p>
          <a:p>
            <a:pPr>
              <a:spcBef>
                <a:spcPts val="0"/>
              </a:spcBef>
              <a:spcAft>
                <a:spcPts val="300"/>
              </a:spcAft>
            </a:pPr>
            <a:r>
              <a:rPr lang="en-US" altLang="zh-TW" sz="2000" kern="0" dirty="0"/>
              <a:t>Superscalar and dynamic pipelining</a:t>
            </a:r>
          </a:p>
        </p:txBody>
      </p:sp>
    </p:spTree>
    <p:extLst>
      <p:ext uri="{BB962C8B-B14F-4D97-AF65-F5344CB8AC3E}">
        <p14:creationId xmlns:p14="http://schemas.microsoft.com/office/powerpoint/2010/main" val="2411513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Single-Cycle </a:t>
            </a:r>
            <a:r>
              <a:rPr lang="en-US" altLang="zh-CN" sz="2800" dirty="0"/>
              <a:t>A</a:t>
            </a:r>
            <a:r>
              <a:rPr lang="en-US" sz="2800" dirty="0"/>
              <a:t>dvantages &amp; </a:t>
            </a:r>
            <a:r>
              <a:rPr lang="en-US" altLang="zh-CN" sz="2800" dirty="0"/>
              <a:t>Disa</a:t>
            </a:r>
            <a:r>
              <a:rPr lang="en-US" sz="2800" dirty="0"/>
              <a:t>dvantages</a:t>
            </a:r>
          </a:p>
        </p:txBody>
      </p:sp>
      <p:sp>
        <p:nvSpPr>
          <p:cNvPr id="3" name="Content Placeholder 2"/>
          <p:cNvSpPr>
            <a:spLocks noGrp="1"/>
          </p:cNvSpPr>
          <p:nvPr>
            <p:ph idx="1"/>
          </p:nvPr>
        </p:nvSpPr>
        <p:spPr>
          <a:xfrm>
            <a:off x="620785" y="844153"/>
            <a:ext cx="7977931" cy="3671888"/>
          </a:xfrm>
        </p:spPr>
        <p:txBody>
          <a:bodyPr>
            <a:noAutofit/>
          </a:bodyPr>
          <a:lstStyle/>
          <a:p>
            <a:r>
              <a:rPr lang="en-US" sz="2000" dirty="0"/>
              <a:t>Uses the clock cycle inefficiently – the clock cycle must be timed to accommodate the </a:t>
            </a:r>
            <a:r>
              <a:rPr lang="en-US" sz="2000" b="1" dirty="0">
                <a:solidFill>
                  <a:schemeClr val="accent1"/>
                </a:solidFill>
              </a:rPr>
              <a:t>slowest</a:t>
            </a:r>
            <a:r>
              <a:rPr lang="en-US" sz="2000" dirty="0">
                <a:solidFill>
                  <a:schemeClr val="accent1"/>
                </a:solidFill>
              </a:rPr>
              <a:t> </a:t>
            </a:r>
            <a:r>
              <a:rPr lang="en-US" sz="2000" dirty="0"/>
              <a:t>instruction</a:t>
            </a:r>
          </a:p>
          <a:p>
            <a:pPr lvl="1"/>
            <a:r>
              <a:rPr lang="en-US" sz="1600" dirty="0"/>
              <a:t>Especially problematic for more complex instructions, e.g., floating-point multiplication</a:t>
            </a:r>
          </a:p>
          <a:p>
            <a:endParaRPr lang="en-US" sz="2000" dirty="0"/>
          </a:p>
          <a:p>
            <a:endParaRPr lang="en-US" sz="2000" dirty="0"/>
          </a:p>
          <a:p>
            <a:endParaRPr lang="en-US" sz="2000" dirty="0"/>
          </a:p>
          <a:p>
            <a:endParaRPr lang="en-US" sz="2000" dirty="0"/>
          </a:p>
          <a:p>
            <a:r>
              <a:rPr lang="en-US" sz="2000" dirty="0"/>
              <a:t>May be wasteful of area since some functional units (e.g., adders) must be duplicated since they can not be shared during a clock cycle</a:t>
            </a:r>
          </a:p>
          <a:p>
            <a:r>
              <a:rPr lang="en-US" sz="2000" dirty="0"/>
              <a:t>But it is simple and easy to understand</a:t>
            </a:r>
          </a:p>
        </p:txBody>
      </p:sp>
      <p:grpSp>
        <p:nvGrpSpPr>
          <p:cNvPr id="38" name="Group 37"/>
          <p:cNvGrpSpPr/>
          <p:nvPr/>
        </p:nvGrpSpPr>
        <p:grpSpPr>
          <a:xfrm>
            <a:off x="1408894" y="2063664"/>
            <a:ext cx="6326213" cy="1017581"/>
            <a:chOff x="97049" y="2966613"/>
            <a:chExt cx="8434951" cy="1356774"/>
          </a:xfrm>
        </p:grpSpPr>
        <p:sp>
          <p:nvSpPr>
            <p:cNvPr id="8" name="Rectangle 7"/>
            <p:cNvSpPr/>
            <p:nvPr/>
          </p:nvSpPr>
          <p:spPr>
            <a:xfrm>
              <a:off x="972000" y="3963387"/>
              <a:ext cx="3600000" cy="36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err="1">
                  <a:solidFill>
                    <a:sysClr val="windowText" lastClr="000000"/>
                  </a:solidFill>
                </a:rPr>
                <a:t>lw</a:t>
              </a:r>
              <a:endParaRPr lang="en-US" sz="1350" dirty="0">
                <a:solidFill>
                  <a:sysClr val="windowText" lastClr="000000"/>
                </a:solidFill>
              </a:endParaRPr>
            </a:p>
          </p:txBody>
        </p:sp>
        <p:sp>
          <p:nvSpPr>
            <p:cNvPr id="9" name="Rectangle 8"/>
            <p:cNvSpPr/>
            <p:nvPr/>
          </p:nvSpPr>
          <p:spPr>
            <a:xfrm>
              <a:off x="4572000" y="3963387"/>
              <a:ext cx="2700000" cy="36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err="1">
                  <a:solidFill>
                    <a:sysClr val="windowText" lastClr="000000"/>
                  </a:solidFill>
                </a:rPr>
                <a:t>sw</a:t>
              </a:r>
              <a:endParaRPr lang="en-US" sz="1350" dirty="0">
                <a:solidFill>
                  <a:sysClr val="windowText" lastClr="000000"/>
                </a:solidFill>
              </a:endParaRPr>
            </a:p>
          </p:txBody>
        </p:sp>
        <p:sp>
          <p:nvSpPr>
            <p:cNvPr id="12" name="Rectangle 11"/>
            <p:cNvSpPr/>
            <p:nvPr/>
          </p:nvSpPr>
          <p:spPr>
            <a:xfrm>
              <a:off x="2088000" y="2966613"/>
              <a:ext cx="1368000" cy="360000"/>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solidFill>
                    <a:sysClr val="windowText" lastClr="000000"/>
                  </a:solidFill>
                </a:rPr>
                <a:t>Cycle 1</a:t>
              </a:r>
              <a:endParaRPr lang="en-US" sz="1350" dirty="0">
                <a:solidFill>
                  <a:sysClr val="windowText" lastClr="000000"/>
                </a:solidFill>
              </a:endParaRPr>
            </a:p>
          </p:txBody>
        </p:sp>
        <p:sp>
          <p:nvSpPr>
            <p:cNvPr id="13" name="Rectangle 12"/>
            <p:cNvSpPr/>
            <p:nvPr/>
          </p:nvSpPr>
          <p:spPr>
            <a:xfrm>
              <a:off x="7272000" y="3963387"/>
              <a:ext cx="900000" cy="36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rgbClr val="FF0000"/>
                  </a:solidFill>
                </a:rPr>
                <a:t>waste</a:t>
              </a:r>
            </a:p>
          </p:txBody>
        </p:sp>
        <p:cxnSp>
          <p:nvCxnSpPr>
            <p:cNvPr id="15" name="Straight Connector 14"/>
            <p:cNvCxnSpPr/>
            <p:nvPr/>
          </p:nvCxnSpPr>
          <p:spPr>
            <a:xfrm>
              <a:off x="972000" y="3558372"/>
              <a:ext cx="0" cy="252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972000" y="3810372"/>
              <a:ext cx="18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772000" y="3558372"/>
              <a:ext cx="0" cy="252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2772000" y="3561368"/>
              <a:ext cx="18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572000" y="3558372"/>
              <a:ext cx="0" cy="252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4572000" y="3810372"/>
              <a:ext cx="18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372000" y="3558372"/>
              <a:ext cx="0" cy="252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6372000" y="3561368"/>
              <a:ext cx="18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8172000" y="3558372"/>
              <a:ext cx="0" cy="252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8352000" y="3630372"/>
              <a:ext cx="0" cy="3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a:off x="792000" y="3386481"/>
              <a:ext cx="0" cy="3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972000" y="3269616"/>
              <a:ext cx="0" cy="25200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4572000" y="3269616"/>
              <a:ext cx="0" cy="25200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8172000" y="3269616"/>
              <a:ext cx="0" cy="25200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4572000" y="3395616"/>
              <a:ext cx="3600000" cy="0"/>
            </a:xfrm>
            <a:prstGeom prst="line">
              <a:avLst/>
            </a:prstGeom>
            <a:ln w="1905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972000" y="3395616"/>
              <a:ext cx="3600000" cy="0"/>
            </a:xfrm>
            <a:prstGeom prst="line">
              <a:avLst/>
            </a:prstGeom>
            <a:ln w="1905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5687999" y="2966613"/>
              <a:ext cx="1368000" cy="360000"/>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ysClr val="windowText" lastClr="000000"/>
                  </a:solidFill>
                </a:rPr>
                <a:t>Cycle 2</a:t>
              </a:r>
            </a:p>
          </p:txBody>
        </p:sp>
        <p:sp>
          <p:nvSpPr>
            <p:cNvPr id="37" name="Rectangle 36"/>
            <p:cNvSpPr/>
            <p:nvPr/>
          </p:nvSpPr>
          <p:spPr>
            <a:xfrm>
              <a:off x="97049" y="3504372"/>
              <a:ext cx="531601" cy="360000"/>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err="1">
                  <a:solidFill>
                    <a:sysClr val="windowText" lastClr="000000"/>
                  </a:solidFill>
                </a:rPr>
                <a:t>Clk</a:t>
              </a:r>
              <a:endParaRPr lang="en-US" sz="1350" dirty="0">
                <a:solidFill>
                  <a:sysClr val="windowText" lastClr="000000"/>
                </a:solidFill>
              </a:endParaRPr>
            </a:p>
          </p:txBody>
        </p:sp>
      </p:grpSp>
      <p:sp>
        <p:nvSpPr>
          <p:cNvPr id="6" name="灯片编号占位符 5">
            <a:extLst>
              <a:ext uri="{FF2B5EF4-FFF2-40B4-BE49-F238E27FC236}">
                <a16:creationId xmlns:a16="http://schemas.microsoft.com/office/drawing/2014/main" id="{3C32BC96-29A3-4A0D-9BF6-F5093EA58E04}"/>
              </a:ext>
            </a:extLst>
          </p:cNvPr>
          <p:cNvSpPr>
            <a:spLocks noGrp="1"/>
          </p:cNvSpPr>
          <p:nvPr>
            <p:ph type="sldNum" sz="quarter" idx="10"/>
          </p:nvPr>
        </p:nvSpPr>
        <p:spPr/>
        <p:txBody>
          <a:bodyPr/>
          <a:lstStyle/>
          <a:p>
            <a:fld id="{D9B6BDF2-6896-4B98-8776-C18582F63BA5}" type="slidenum">
              <a:rPr lang="zh-TW" altLang="en-US" smtClean="0"/>
              <a:pPr/>
              <a:t>3</a:t>
            </a:fld>
            <a:endParaRPr lang="zh-TW" altLang="en-US"/>
          </a:p>
        </p:txBody>
      </p:sp>
    </p:spTree>
    <p:extLst>
      <p:ext uri="{BB962C8B-B14F-4D97-AF65-F5344CB8AC3E}">
        <p14:creationId xmlns:p14="http://schemas.microsoft.com/office/powerpoint/2010/main" val="1799210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Pipelining Analogy</a:t>
            </a:r>
          </a:p>
        </p:txBody>
      </p:sp>
      <p:sp>
        <p:nvSpPr>
          <p:cNvPr id="3" name="Content Placeholder 2"/>
          <p:cNvSpPr>
            <a:spLocks noGrp="1"/>
          </p:cNvSpPr>
          <p:nvPr>
            <p:ph idx="1"/>
          </p:nvPr>
        </p:nvSpPr>
        <p:spPr>
          <a:xfrm>
            <a:off x="62753" y="1077235"/>
            <a:ext cx="4984376" cy="3163071"/>
          </a:xfrm>
        </p:spPr>
        <p:txBody>
          <a:bodyPr>
            <a:normAutofit/>
          </a:bodyPr>
          <a:lstStyle/>
          <a:p>
            <a:r>
              <a:rPr lang="en-US" sz="2000" dirty="0"/>
              <a:t>Pipelined laundry: overlapping execution</a:t>
            </a:r>
          </a:p>
          <a:p>
            <a:pPr lvl="1"/>
            <a:r>
              <a:rPr lang="en-US" sz="1600" dirty="0"/>
              <a:t>Parallelism improves performance</a:t>
            </a:r>
          </a:p>
          <a:p>
            <a:pPr lvl="1"/>
            <a:r>
              <a:rPr lang="en-US" sz="1600" dirty="0"/>
              <a:t>4-load speedup</a:t>
            </a:r>
            <a:br>
              <a:rPr lang="en-US" sz="1600" dirty="0"/>
            </a:br>
            <a:r>
              <a:rPr lang="en-US" sz="1600" dirty="0"/>
              <a:t>= 8/3.5 </a:t>
            </a:r>
            <a:br>
              <a:rPr lang="en-US" sz="1600" dirty="0"/>
            </a:br>
            <a:r>
              <a:rPr lang="en-US" sz="1600" dirty="0"/>
              <a:t>= 2.3</a:t>
            </a:r>
          </a:p>
          <a:p>
            <a:pPr lvl="1"/>
            <a:r>
              <a:rPr lang="en-US" sz="1600" dirty="0"/>
              <a:t>20-load speedup</a:t>
            </a:r>
            <a:br>
              <a:rPr lang="en-US" sz="1600" dirty="0"/>
            </a:br>
            <a:r>
              <a:rPr lang="en-US" sz="1600" dirty="0"/>
              <a:t>= 40/11.5</a:t>
            </a:r>
            <a:br>
              <a:rPr lang="en-US" sz="1600" dirty="0"/>
            </a:br>
            <a:r>
              <a:rPr lang="en-US" sz="1600" dirty="0"/>
              <a:t>= 3.478</a:t>
            </a:r>
          </a:p>
          <a:p>
            <a:r>
              <a:rPr lang="en-US" sz="2000" dirty="0"/>
              <a:t>Under ideal conditions</a:t>
            </a:r>
          </a:p>
          <a:p>
            <a:pPr lvl="1"/>
            <a:r>
              <a:rPr lang="en-US" sz="1600" dirty="0"/>
              <a:t>The speedup from pipelining ≈ The number of pipe stages</a:t>
            </a:r>
          </a:p>
        </p:txBody>
      </p:sp>
      <p:pic>
        <p:nvPicPr>
          <p:cNvPr id="10" name="Picture 9"/>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941049" y="1089967"/>
            <a:ext cx="3864355" cy="3154862"/>
          </a:xfrm>
          <a:prstGeom prst="rect">
            <a:avLst/>
          </a:prstGeom>
        </p:spPr>
      </p:pic>
      <p:sp>
        <p:nvSpPr>
          <p:cNvPr id="6" name="灯片编号占位符 5">
            <a:extLst>
              <a:ext uri="{FF2B5EF4-FFF2-40B4-BE49-F238E27FC236}">
                <a16:creationId xmlns:a16="http://schemas.microsoft.com/office/drawing/2014/main" id="{D5933FF4-95F1-4FF6-9F9E-BB8E7CE217D3}"/>
              </a:ext>
            </a:extLst>
          </p:cNvPr>
          <p:cNvSpPr>
            <a:spLocks noGrp="1"/>
          </p:cNvSpPr>
          <p:nvPr>
            <p:ph type="sldNum" sz="quarter" idx="10"/>
          </p:nvPr>
        </p:nvSpPr>
        <p:spPr/>
        <p:txBody>
          <a:bodyPr/>
          <a:lstStyle/>
          <a:p>
            <a:fld id="{D9B6BDF2-6896-4B98-8776-C18582F63BA5}" type="slidenum">
              <a:rPr lang="zh-TW" altLang="en-US" smtClean="0"/>
              <a:pPr/>
              <a:t>4</a:t>
            </a:fld>
            <a:endParaRPr lang="zh-TW" altLang="en-US"/>
          </a:p>
        </p:txBody>
      </p:sp>
    </p:spTree>
    <p:extLst>
      <p:ext uri="{BB962C8B-B14F-4D97-AF65-F5344CB8AC3E}">
        <p14:creationId xmlns:p14="http://schemas.microsoft.com/office/powerpoint/2010/main" val="680426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Five Stages of Load Instruction</a:t>
            </a:r>
          </a:p>
        </p:txBody>
      </p:sp>
      <p:sp>
        <p:nvSpPr>
          <p:cNvPr id="3" name="Content Placeholder 2"/>
          <p:cNvSpPr>
            <a:spLocks noGrp="1"/>
          </p:cNvSpPr>
          <p:nvPr>
            <p:ph idx="1"/>
          </p:nvPr>
        </p:nvSpPr>
        <p:spPr>
          <a:xfrm>
            <a:off x="998290" y="844153"/>
            <a:ext cx="7688510" cy="3671888"/>
          </a:xfrm>
        </p:spPr>
        <p:txBody>
          <a:bodyPr>
            <a:normAutofit/>
          </a:bodyPr>
          <a:lstStyle/>
          <a:p>
            <a:r>
              <a:rPr lang="en-US" dirty="0"/>
              <a:t>Five stages, one step per stage</a:t>
            </a:r>
          </a:p>
          <a:p>
            <a:pPr marL="385763" indent="-385763">
              <a:buFont typeface="+mj-lt"/>
              <a:buAutoNum type="arabicPeriod"/>
            </a:pPr>
            <a:r>
              <a:rPr lang="en-US" b="1" dirty="0">
                <a:solidFill>
                  <a:schemeClr val="accent1"/>
                </a:solidFill>
              </a:rPr>
              <a:t>IF</a:t>
            </a:r>
            <a:r>
              <a:rPr lang="en-US" dirty="0"/>
              <a:t>: Instruction fetch from (instruction) memory</a:t>
            </a:r>
          </a:p>
          <a:p>
            <a:pPr marL="385763" indent="-385763">
              <a:buFont typeface="+mj-lt"/>
              <a:buAutoNum type="arabicPeriod"/>
            </a:pPr>
            <a:r>
              <a:rPr lang="en-US" b="1" dirty="0">
                <a:solidFill>
                  <a:schemeClr val="accent1"/>
                </a:solidFill>
              </a:rPr>
              <a:t>ID</a:t>
            </a:r>
            <a:r>
              <a:rPr lang="en-US" dirty="0"/>
              <a:t>: Instruction decode &amp; register read</a:t>
            </a:r>
          </a:p>
          <a:p>
            <a:pPr marL="385763" indent="-385763">
              <a:buFont typeface="+mj-lt"/>
              <a:buAutoNum type="arabicPeriod"/>
            </a:pPr>
            <a:r>
              <a:rPr lang="en-US" b="1" dirty="0">
                <a:solidFill>
                  <a:schemeClr val="accent1"/>
                </a:solidFill>
              </a:rPr>
              <a:t>EX</a:t>
            </a:r>
            <a:r>
              <a:rPr lang="en-US" dirty="0"/>
              <a:t>: Execute operation or calculate address</a:t>
            </a:r>
          </a:p>
          <a:p>
            <a:pPr marL="385763" indent="-385763">
              <a:buFont typeface="+mj-lt"/>
              <a:buAutoNum type="arabicPeriod"/>
            </a:pPr>
            <a:r>
              <a:rPr lang="en-US" b="1" dirty="0">
                <a:solidFill>
                  <a:schemeClr val="accent1"/>
                </a:solidFill>
              </a:rPr>
              <a:t>MEM</a:t>
            </a:r>
            <a:r>
              <a:rPr lang="en-US" dirty="0"/>
              <a:t>: Access (data) memory operand</a:t>
            </a:r>
          </a:p>
          <a:p>
            <a:pPr marL="385763" indent="-385763">
              <a:buFont typeface="+mj-lt"/>
              <a:buAutoNum type="arabicPeriod"/>
            </a:pPr>
            <a:r>
              <a:rPr lang="en-US" b="1" dirty="0">
                <a:solidFill>
                  <a:schemeClr val="accent1"/>
                </a:solidFill>
              </a:rPr>
              <a:t>WB</a:t>
            </a:r>
            <a:r>
              <a:rPr lang="en-US" dirty="0"/>
              <a:t>: Write result back to register</a:t>
            </a:r>
          </a:p>
        </p:txBody>
      </p:sp>
      <p:sp>
        <p:nvSpPr>
          <p:cNvPr id="6" name="灯片编号占位符 5">
            <a:extLst>
              <a:ext uri="{FF2B5EF4-FFF2-40B4-BE49-F238E27FC236}">
                <a16:creationId xmlns:a16="http://schemas.microsoft.com/office/drawing/2014/main" id="{9B59125B-B9E3-4345-A468-3A39AF2FD348}"/>
              </a:ext>
            </a:extLst>
          </p:cNvPr>
          <p:cNvSpPr>
            <a:spLocks noGrp="1"/>
          </p:cNvSpPr>
          <p:nvPr>
            <p:ph type="sldNum" sz="quarter" idx="10"/>
          </p:nvPr>
        </p:nvSpPr>
        <p:spPr/>
        <p:txBody>
          <a:bodyPr/>
          <a:lstStyle/>
          <a:p>
            <a:fld id="{D9B6BDF2-6896-4B98-8776-C18582F63BA5}" type="slidenum">
              <a:rPr lang="zh-TW" altLang="en-US" smtClean="0"/>
              <a:pPr/>
              <a:t>5</a:t>
            </a:fld>
            <a:endParaRPr lang="zh-TW" altLang="en-US"/>
          </a:p>
        </p:txBody>
      </p:sp>
    </p:spTree>
    <p:extLst>
      <p:ext uri="{BB962C8B-B14F-4D97-AF65-F5344CB8AC3E}">
        <p14:creationId xmlns:p14="http://schemas.microsoft.com/office/powerpoint/2010/main" val="1410008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68D704B4-47FF-461B-9D5C-54FDE3CF0C1A}"/>
              </a:ext>
            </a:extLst>
          </p:cNvPr>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r>
              <a:rPr lang="en-US" altLang="zh-TW" dirty="0"/>
              <a:t>Single Cycle </a:t>
            </a:r>
            <a:r>
              <a:rPr lang="en-US" altLang="zh-CN" dirty="0"/>
              <a:t>VS</a:t>
            </a:r>
            <a:r>
              <a:rPr lang="en-US" altLang="zh-TW" dirty="0"/>
              <a:t> Pipeline</a:t>
            </a:r>
          </a:p>
        </p:txBody>
      </p:sp>
      <p:sp>
        <p:nvSpPr>
          <p:cNvPr id="12391" name="投影片編號版面配置區 1">
            <a:extLst>
              <a:ext uri="{FF2B5EF4-FFF2-40B4-BE49-F238E27FC236}">
                <a16:creationId xmlns:a16="http://schemas.microsoft.com/office/drawing/2014/main" id="{FABC3490-4AEB-4ABE-9A95-9B276E9C5C7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36329314-654F-4A11-9E31-00624A12D80F}"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6</a:t>
            </a:fld>
            <a:endParaRPr lang="en-US" altLang="zh-TW" sz="1050" b="0" dirty="0">
              <a:solidFill>
                <a:schemeClr val="bg1"/>
              </a:solidFill>
              <a:latin typeface="Arial" panose="020B0604020202020204" pitchFamily="34" charset="0"/>
              <a:ea typeface="新細明體" panose="02020500000000000000" pitchFamily="18" charset="-120"/>
            </a:endParaRPr>
          </a:p>
        </p:txBody>
      </p:sp>
      <p:sp>
        <p:nvSpPr>
          <p:cNvPr id="12291" name="Rectangle 3">
            <a:extLst>
              <a:ext uri="{FF2B5EF4-FFF2-40B4-BE49-F238E27FC236}">
                <a16:creationId xmlns:a16="http://schemas.microsoft.com/office/drawing/2014/main" id="{E36B9928-4BC4-4EE2-9F7E-49835D71AD68}"/>
              </a:ext>
            </a:extLst>
          </p:cNvPr>
          <p:cNvSpPr>
            <a:spLocks noChangeArrowheads="1"/>
          </p:cNvSpPr>
          <p:nvPr/>
        </p:nvSpPr>
        <p:spPr bwMode="auto">
          <a:xfrm>
            <a:off x="1029891" y="2547938"/>
            <a:ext cx="37830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Clk</a:t>
            </a:r>
          </a:p>
        </p:txBody>
      </p:sp>
      <p:sp>
        <p:nvSpPr>
          <p:cNvPr id="12292" name="Line 4">
            <a:extLst>
              <a:ext uri="{FF2B5EF4-FFF2-40B4-BE49-F238E27FC236}">
                <a16:creationId xmlns:a16="http://schemas.microsoft.com/office/drawing/2014/main" id="{66FA443B-AF83-49D1-9431-3B2992BE0CE9}"/>
              </a:ext>
            </a:extLst>
          </p:cNvPr>
          <p:cNvSpPr>
            <a:spLocks noChangeShapeType="1"/>
          </p:cNvSpPr>
          <p:nvPr/>
        </p:nvSpPr>
        <p:spPr bwMode="auto">
          <a:xfrm>
            <a:off x="1476375" y="271105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293" name="Line 5">
            <a:extLst>
              <a:ext uri="{FF2B5EF4-FFF2-40B4-BE49-F238E27FC236}">
                <a16:creationId xmlns:a16="http://schemas.microsoft.com/office/drawing/2014/main" id="{0D23A9D0-2AC4-4D0E-9792-E01379713A06}"/>
              </a:ext>
            </a:extLst>
          </p:cNvPr>
          <p:cNvSpPr>
            <a:spLocks noChangeShapeType="1"/>
          </p:cNvSpPr>
          <p:nvPr/>
        </p:nvSpPr>
        <p:spPr bwMode="auto">
          <a:xfrm>
            <a:off x="1476375"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294" name="Line 6">
            <a:extLst>
              <a:ext uri="{FF2B5EF4-FFF2-40B4-BE49-F238E27FC236}">
                <a16:creationId xmlns:a16="http://schemas.microsoft.com/office/drawing/2014/main" id="{8802BEC2-1029-48B3-B1C8-BD9DA179F1BE}"/>
              </a:ext>
            </a:extLst>
          </p:cNvPr>
          <p:cNvSpPr>
            <a:spLocks noChangeShapeType="1"/>
          </p:cNvSpPr>
          <p:nvPr/>
        </p:nvSpPr>
        <p:spPr bwMode="auto">
          <a:xfrm flipV="1">
            <a:off x="1785938"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295" name="Line 7">
            <a:extLst>
              <a:ext uri="{FF2B5EF4-FFF2-40B4-BE49-F238E27FC236}">
                <a16:creationId xmlns:a16="http://schemas.microsoft.com/office/drawing/2014/main" id="{40BE4DA2-0FF6-42B5-8B39-5F788B742040}"/>
              </a:ext>
            </a:extLst>
          </p:cNvPr>
          <p:cNvSpPr>
            <a:spLocks noChangeShapeType="1"/>
          </p:cNvSpPr>
          <p:nvPr/>
        </p:nvSpPr>
        <p:spPr bwMode="auto">
          <a:xfrm>
            <a:off x="1785937" y="253960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296" name="Line 8">
            <a:extLst>
              <a:ext uri="{FF2B5EF4-FFF2-40B4-BE49-F238E27FC236}">
                <a16:creationId xmlns:a16="http://schemas.microsoft.com/office/drawing/2014/main" id="{8FC29A93-1CD7-45A5-97FA-AC26873499E3}"/>
              </a:ext>
            </a:extLst>
          </p:cNvPr>
          <p:cNvSpPr>
            <a:spLocks noChangeShapeType="1"/>
          </p:cNvSpPr>
          <p:nvPr/>
        </p:nvSpPr>
        <p:spPr bwMode="auto">
          <a:xfrm>
            <a:off x="2095500"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297" name="Line 9">
            <a:extLst>
              <a:ext uri="{FF2B5EF4-FFF2-40B4-BE49-F238E27FC236}">
                <a16:creationId xmlns:a16="http://schemas.microsoft.com/office/drawing/2014/main" id="{AB25AF5C-4311-4C84-8CA9-5A4848DDC025}"/>
              </a:ext>
            </a:extLst>
          </p:cNvPr>
          <p:cNvSpPr>
            <a:spLocks noChangeShapeType="1"/>
          </p:cNvSpPr>
          <p:nvPr/>
        </p:nvSpPr>
        <p:spPr bwMode="auto">
          <a:xfrm>
            <a:off x="1166812" y="253960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298" name="Line 10">
            <a:extLst>
              <a:ext uri="{FF2B5EF4-FFF2-40B4-BE49-F238E27FC236}">
                <a16:creationId xmlns:a16="http://schemas.microsoft.com/office/drawing/2014/main" id="{365B6A9A-0CC3-4108-AF0A-B54E06507E85}"/>
              </a:ext>
            </a:extLst>
          </p:cNvPr>
          <p:cNvSpPr>
            <a:spLocks noChangeShapeType="1"/>
          </p:cNvSpPr>
          <p:nvPr/>
        </p:nvSpPr>
        <p:spPr bwMode="auto">
          <a:xfrm flipV="1">
            <a:off x="1476375" y="1396604"/>
            <a:ext cx="0" cy="11430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299" name="Rectangle 11">
            <a:extLst>
              <a:ext uri="{FF2B5EF4-FFF2-40B4-BE49-F238E27FC236}">
                <a16:creationId xmlns:a16="http://schemas.microsoft.com/office/drawing/2014/main" id="{E3A170F8-406D-4331-8116-419EC0A62F2C}"/>
              </a:ext>
            </a:extLst>
          </p:cNvPr>
          <p:cNvSpPr>
            <a:spLocks noChangeArrowheads="1"/>
          </p:cNvSpPr>
          <p:nvPr/>
        </p:nvSpPr>
        <p:spPr bwMode="auto">
          <a:xfrm>
            <a:off x="1463279" y="226218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1</a:t>
            </a:r>
          </a:p>
        </p:txBody>
      </p:sp>
      <p:sp>
        <p:nvSpPr>
          <p:cNvPr id="12300" name="Line 29">
            <a:extLst>
              <a:ext uri="{FF2B5EF4-FFF2-40B4-BE49-F238E27FC236}">
                <a16:creationId xmlns:a16="http://schemas.microsoft.com/office/drawing/2014/main" id="{CA4FE789-E11A-424A-B51B-57E25F6CA86E}"/>
              </a:ext>
            </a:extLst>
          </p:cNvPr>
          <p:cNvSpPr>
            <a:spLocks noChangeShapeType="1"/>
          </p:cNvSpPr>
          <p:nvPr/>
        </p:nvSpPr>
        <p:spPr bwMode="auto">
          <a:xfrm>
            <a:off x="2095500" y="271105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01" name="Line 30">
            <a:extLst>
              <a:ext uri="{FF2B5EF4-FFF2-40B4-BE49-F238E27FC236}">
                <a16:creationId xmlns:a16="http://schemas.microsoft.com/office/drawing/2014/main" id="{C0F8CD2F-D846-4018-9D36-B57F0973A96C}"/>
              </a:ext>
            </a:extLst>
          </p:cNvPr>
          <p:cNvSpPr>
            <a:spLocks noChangeShapeType="1"/>
          </p:cNvSpPr>
          <p:nvPr/>
        </p:nvSpPr>
        <p:spPr bwMode="auto">
          <a:xfrm flipV="1">
            <a:off x="2405063"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02" name="Line 31">
            <a:extLst>
              <a:ext uri="{FF2B5EF4-FFF2-40B4-BE49-F238E27FC236}">
                <a16:creationId xmlns:a16="http://schemas.microsoft.com/office/drawing/2014/main" id="{166B7484-966E-4651-92AC-A440C6D1FC4A}"/>
              </a:ext>
            </a:extLst>
          </p:cNvPr>
          <p:cNvSpPr>
            <a:spLocks noChangeShapeType="1"/>
          </p:cNvSpPr>
          <p:nvPr/>
        </p:nvSpPr>
        <p:spPr bwMode="auto">
          <a:xfrm>
            <a:off x="2405062" y="253960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03" name="Line 32">
            <a:extLst>
              <a:ext uri="{FF2B5EF4-FFF2-40B4-BE49-F238E27FC236}">
                <a16:creationId xmlns:a16="http://schemas.microsoft.com/office/drawing/2014/main" id="{BCE62FB5-90BC-4E83-89EC-CA7EBBBF2980}"/>
              </a:ext>
            </a:extLst>
          </p:cNvPr>
          <p:cNvSpPr>
            <a:spLocks noChangeShapeType="1"/>
          </p:cNvSpPr>
          <p:nvPr/>
        </p:nvSpPr>
        <p:spPr bwMode="auto">
          <a:xfrm>
            <a:off x="2714625"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04" name="Line 33">
            <a:extLst>
              <a:ext uri="{FF2B5EF4-FFF2-40B4-BE49-F238E27FC236}">
                <a16:creationId xmlns:a16="http://schemas.microsoft.com/office/drawing/2014/main" id="{31CC148C-FBE8-4A74-BF65-E2DE197EECD8}"/>
              </a:ext>
            </a:extLst>
          </p:cNvPr>
          <p:cNvSpPr>
            <a:spLocks noChangeShapeType="1"/>
          </p:cNvSpPr>
          <p:nvPr/>
        </p:nvSpPr>
        <p:spPr bwMode="auto">
          <a:xfrm flipV="1">
            <a:off x="2095500" y="22538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05" name="Rectangle 34">
            <a:extLst>
              <a:ext uri="{FF2B5EF4-FFF2-40B4-BE49-F238E27FC236}">
                <a16:creationId xmlns:a16="http://schemas.microsoft.com/office/drawing/2014/main" id="{EFE94EC3-8C14-4C3D-B554-FABC0C609899}"/>
              </a:ext>
            </a:extLst>
          </p:cNvPr>
          <p:cNvSpPr>
            <a:spLocks noChangeArrowheads="1"/>
          </p:cNvSpPr>
          <p:nvPr/>
        </p:nvSpPr>
        <p:spPr bwMode="auto">
          <a:xfrm>
            <a:off x="2082404" y="226218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2</a:t>
            </a:r>
          </a:p>
        </p:txBody>
      </p:sp>
      <p:sp>
        <p:nvSpPr>
          <p:cNvPr id="12306" name="Line 35">
            <a:extLst>
              <a:ext uri="{FF2B5EF4-FFF2-40B4-BE49-F238E27FC236}">
                <a16:creationId xmlns:a16="http://schemas.microsoft.com/office/drawing/2014/main" id="{2AA34203-E0CE-434F-8DE5-4F3FFD8BF8F8}"/>
              </a:ext>
            </a:extLst>
          </p:cNvPr>
          <p:cNvSpPr>
            <a:spLocks noChangeShapeType="1"/>
          </p:cNvSpPr>
          <p:nvPr/>
        </p:nvSpPr>
        <p:spPr bwMode="auto">
          <a:xfrm>
            <a:off x="2714625" y="271105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07" name="Line 36">
            <a:extLst>
              <a:ext uri="{FF2B5EF4-FFF2-40B4-BE49-F238E27FC236}">
                <a16:creationId xmlns:a16="http://schemas.microsoft.com/office/drawing/2014/main" id="{7DB98C91-7DCB-4FE8-93DF-38D9EA9BC3DA}"/>
              </a:ext>
            </a:extLst>
          </p:cNvPr>
          <p:cNvSpPr>
            <a:spLocks noChangeShapeType="1"/>
          </p:cNvSpPr>
          <p:nvPr/>
        </p:nvSpPr>
        <p:spPr bwMode="auto">
          <a:xfrm flipV="1">
            <a:off x="3024188"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08" name="Line 37">
            <a:extLst>
              <a:ext uri="{FF2B5EF4-FFF2-40B4-BE49-F238E27FC236}">
                <a16:creationId xmlns:a16="http://schemas.microsoft.com/office/drawing/2014/main" id="{DC53012E-2FD8-4162-B1DF-4CD6124EE3DF}"/>
              </a:ext>
            </a:extLst>
          </p:cNvPr>
          <p:cNvSpPr>
            <a:spLocks noChangeShapeType="1"/>
          </p:cNvSpPr>
          <p:nvPr/>
        </p:nvSpPr>
        <p:spPr bwMode="auto">
          <a:xfrm>
            <a:off x="3024187" y="253960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09" name="Line 38">
            <a:extLst>
              <a:ext uri="{FF2B5EF4-FFF2-40B4-BE49-F238E27FC236}">
                <a16:creationId xmlns:a16="http://schemas.microsoft.com/office/drawing/2014/main" id="{7A84FDAE-26A3-402A-86AB-4DA5C708452E}"/>
              </a:ext>
            </a:extLst>
          </p:cNvPr>
          <p:cNvSpPr>
            <a:spLocks noChangeShapeType="1"/>
          </p:cNvSpPr>
          <p:nvPr/>
        </p:nvSpPr>
        <p:spPr bwMode="auto">
          <a:xfrm>
            <a:off x="3333750"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10" name="Line 39">
            <a:extLst>
              <a:ext uri="{FF2B5EF4-FFF2-40B4-BE49-F238E27FC236}">
                <a16:creationId xmlns:a16="http://schemas.microsoft.com/office/drawing/2014/main" id="{B26A1F28-AEF1-4212-AC90-BA62F7E5E786}"/>
              </a:ext>
            </a:extLst>
          </p:cNvPr>
          <p:cNvSpPr>
            <a:spLocks noChangeShapeType="1"/>
          </p:cNvSpPr>
          <p:nvPr/>
        </p:nvSpPr>
        <p:spPr bwMode="auto">
          <a:xfrm flipV="1">
            <a:off x="2714625" y="22538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11" name="Rectangle 40">
            <a:extLst>
              <a:ext uri="{FF2B5EF4-FFF2-40B4-BE49-F238E27FC236}">
                <a16:creationId xmlns:a16="http://schemas.microsoft.com/office/drawing/2014/main" id="{28E850FC-0283-4F42-AAD2-9B1C78AEDA4C}"/>
              </a:ext>
            </a:extLst>
          </p:cNvPr>
          <p:cNvSpPr>
            <a:spLocks noChangeArrowheads="1"/>
          </p:cNvSpPr>
          <p:nvPr/>
        </p:nvSpPr>
        <p:spPr bwMode="auto">
          <a:xfrm>
            <a:off x="2701529" y="226218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3</a:t>
            </a:r>
          </a:p>
        </p:txBody>
      </p:sp>
      <p:sp>
        <p:nvSpPr>
          <p:cNvPr id="12312" name="Line 41">
            <a:extLst>
              <a:ext uri="{FF2B5EF4-FFF2-40B4-BE49-F238E27FC236}">
                <a16:creationId xmlns:a16="http://schemas.microsoft.com/office/drawing/2014/main" id="{BCD2D3DA-E736-41AC-A3AD-D0647DDBFAD5}"/>
              </a:ext>
            </a:extLst>
          </p:cNvPr>
          <p:cNvSpPr>
            <a:spLocks noChangeShapeType="1"/>
          </p:cNvSpPr>
          <p:nvPr/>
        </p:nvSpPr>
        <p:spPr bwMode="auto">
          <a:xfrm>
            <a:off x="3333750" y="271105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13" name="Line 42">
            <a:extLst>
              <a:ext uri="{FF2B5EF4-FFF2-40B4-BE49-F238E27FC236}">
                <a16:creationId xmlns:a16="http://schemas.microsoft.com/office/drawing/2014/main" id="{C582CA69-45F5-41EC-87A5-912659AFA493}"/>
              </a:ext>
            </a:extLst>
          </p:cNvPr>
          <p:cNvSpPr>
            <a:spLocks noChangeShapeType="1"/>
          </p:cNvSpPr>
          <p:nvPr/>
        </p:nvSpPr>
        <p:spPr bwMode="auto">
          <a:xfrm flipV="1">
            <a:off x="3643313"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14" name="Line 43">
            <a:extLst>
              <a:ext uri="{FF2B5EF4-FFF2-40B4-BE49-F238E27FC236}">
                <a16:creationId xmlns:a16="http://schemas.microsoft.com/office/drawing/2014/main" id="{CB767261-8624-45A8-AFC8-1D7C98CA22A5}"/>
              </a:ext>
            </a:extLst>
          </p:cNvPr>
          <p:cNvSpPr>
            <a:spLocks noChangeShapeType="1"/>
          </p:cNvSpPr>
          <p:nvPr/>
        </p:nvSpPr>
        <p:spPr bwMode="auto">
          <a:xfrm>
            <a:off x="3643312" y="253960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15" name="Line 44">
            <a:extLst>
              <a:ext uri="{FF2B5EF4-FFF2-40B4-BE49-F238E27FC236}">
                <a16:creationId xmlns:a16="http://schemas.microsoft.com/office/drawing/2014/main" id="{84E54BA5-4E3B-44AA-925D-959C3A3E985B}"/>
              </a:ext>
            </a:extLst>
          </p:cNvPr>
          <p:cNvSpPr>
            <a:spLocks noChangeShapeType="1"/>
          </p:cNvSpPr>
          <p:nvPr/>
        </p:nvSpPr>
        <p:spPr bwMode="auto">
          <a:xfrm>
            <a:off x="3952875"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16" name="Line 45">
            <a:extLst>
              <a:ext uri="{FF2B5EF4-FFF2-40B4-BE49-F238E27FC236}">
                <a16:creationId xmlns:a16="http://schemas.microsoft.com/office/drawing/2014/main" id="{60984F87-949E-468B-9E99-49A8B181E0F1}"/>
              </a:ext>
            </a:extLst>
          </p:cNvPr>
          <p:cNvSpPr>
            <a:spLocks noChangeShapeType="1"/>
          </p:cNvSpPr>
          <p:nvPr/>
        </p:nvSpPr>
        <p:spPr bwMode="auto">
          <a:xfrm flipV="1">
            <a:off x="3333750" y="22538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17" name="Rectangle 46">
            <a:extLst>
              <a:ext uri="{FF2B5EF4-FFF2-40B4-BE49-F238E27FC236}">
                <a16:creationId xmlns:a16="http://schemas.microsoft.com/office/drawing/2014/main" id="{EC86A659-D379-4DE3-A868-40D98E403C3F}"/>
              </a:ext>
            </a:extLst>
          </p:cNvPr>
          <p:cNvSpPr>
            <a:spLocks noChangeArrowheads="1"/>
          </p:cNvSpPr>
          <p:nvPr/>
        </p:nvSpPr>
        <p:spPr bwMode="auto">
          <a:xfrm>
            <a:off x="3320654" y="226218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4</a:t>
            </a:r>
          </a:p>
        </p:txBody>
      </p:sp>
      <p:sp>
        <p:nvSpPr>
          <p:cNvPr id="12318" name="Line 47">
            <a:extLst>
              <a:ext uri="{FF2B5EF4-FFF2-40B4-BE49-F238E27FC236}">
                <a16:creationId xmlns:a16="http://schemas.microsoft.com/office/drawing/2014/main" id="{AD313C00-2D59-47C7-979D-B0016A43E049}"/>
              </a:ext>
            </a:extLst>
          </p:cNvPr>
          <p:cNvSpPr>
            <a:spLocks noChangeShapeType="1"/>
          </p:cNvSpPr>
          <p:nvPr/>
        </p:nvSpPr>
        <p:spPr bwMode="auto">
          <a:xfrm>
            <a:off x="3952875" y="271105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19" name="Line 48">
            <a:extLst>
              <a:ext uri="{FF2B5EF4-FFF2-40B4-BE49-F238E27FC236}">
                <a16:creationId xmlns:a16="http://schemas.microsoft.com/office/drawing/2014/main" id="{73CE489B-8C79-41A9-BCF1-1A33705BC4F2}"/>
              </a:ext>
            </a:extLst>
          </p:cNvPr>
          <p:cNvSpPr>
            <a:spLocks noChangeShapeType="1"/>
          </p:cNvSpPr>
          <p:nvPr/>
        </p:nvSpPr>
        <p:spPr bwMode="auto">
          <a:xfrm flipV="1">
            <a:off x="4262438"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20" name="Line 49">
            <a:extLst>
              <a:ext uri="{FF2B5EF4-FFF2-40B4-BE49-F238E27FC236}">
                <a16:creationId xmlns:a16="http://schemas.microsoft.com/office/drawing/2014/main" id="{BC98E08F-8572-4DEA-B6B1-5BE31EBF3223}"/>
              </a:ext>
            </a:extLst>
          </p:cNvPr>
          <p:cNvSpPr>
            <a:spLocks noChangeShapeType="1"/>
          </p:cNvSpPr>
          <p:nvPr/>
        </p:nvSpPr>
        <p:spPr bwMode="auto">
          <a:xfrm>
            <a:off x="4262437" y="253960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21" name="Line 50">
            <a:extLst>
              <a:ext uri="{FF2B5EF4-FFF2-40B4-BE49-F238E27FC236}">
                <a16:creationId xmlns:a16="http://schemas.microsoft.com/office/drawing/2014/main" id="{DFC98783-F2C9-441B-871A-2DA668E4F90D}"/>
              </a:ext>
            </a:extLst>
          </p:cNvPr>
          <p:cNvSpPr>
            <a:spLocks noChangeShapeType="1"/>
          </p:cNvSpPr>
          <p:nvPr/>
        </p:nvSpPr>
        <p:spPr bwMode="auto">
          <a:xfrm>
            <a:off x="4572000"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22" name="Line 51">
            <a:extLst>
              <a:ext uri="{FF2B5EF4-FFF2-40B4-BE49-F238E27FC236}">
                <a16:creationId xmlns:a16="http://schemas.microsoft.com/office/drawing/2014/main" id="{B6762811-FE9B-413F-8B53-A63AF2A6C981}"/>
              </a:ext>
            </a:extLst>
          </p:cNvPr>
          <p:cNvSpPr>
            <a:spLocks noChangeShapeType="1"/>
          </p:cNvSpPr>
          <p:nvPr/>
        </p:nvSpPr>
        <p:spPr bwMode="auto">
          <a:xfrm flipV="1">
            <a:off x="3952875" y="22538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23" name="Rectangle 52">
            <a:extLst>
              <a:ext uri="{FF2B5EF4-FFF2-40B4-BE49-F238E27FC236}">
                <a16:creationId xmlns:a16="http://schemas.microsoft.com/office/drawing/2014/main" id="{5CCBA834-3884-4EA2-BDF4-A9F82812842E}"/>
              </a:ext>
            </a:extLst>
          </p:cNvPr>
          <p:cNvSpPr>
            <a:spLocks noChangeArrowheads="1"/>
          </p:cNvSpPr>
          <p:nvPr/>
        </p:nvSpPr>
        <p:spPr bwMode="auto">
          <a:xfrm>
            <a:off x="3939779" y="226218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5</a:t>
            </a:r>
          </a:p>
        </p:txBody>
      </p:sp>
      <p:sp>
        <p:nvSpPr>
          <p:cNvPr id="12324" name="Line 53">
            <a:extLst>
              <a:ext uri="{FF2B5EF4-FFF2-40B4-BE49-F238E27FC236}">
                <a16:creationId xmlns:a16="http://schemas.microsoft.com/office/drawing/2014/main" id="{E01CACBE-D24F-43EE-AF72-8C269187A625}"/>
              </a:ext>
            </a:extLst>
          </p:cNvPr>
          <p:cNvSpPr>
            <a:spLocks noChangeShapeType="1"/>
          </p:cNvSpPr>
          <p:nvPr/>
        </p:nvSpPr>
        <p:spPr bwMode="auto">
          <a:xfrm>
            <a:off x="4572000" y="271105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25" name="Line 54">
            <a:extLst>
              <a:ext uri="{FF2B5EF4-FFF2-40B4-BE49-F238E27FC236}">
                <a16:creationId xmlns:a16="http://schemas.microsoft.com/office/drawing/2014/main" id="{49314140-277B-4D91-ADC1-302EA9A4A7D7}"/>
              </a:ext>
            </a:extLst>
          </p:cNvPr>
          <p:cNvSpPr>
            <a:spLocks noChangeShapeType="1"/>
          </p:cNvSpPr>
          <p:nvPr/>
        </p:nvSpPr>
        <p:spPr bwMode="auto">
          <a:xfrm flipV="1">
            <a:off x="4881563"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26" name="Line 55">
            <a:extLst>
              <a:ext uri="{FF2B5EF4-FFF2-40B4-BE49-F238E27FC236}">
                <a16:creationId xmlns:a16="http://schemas.microsoft.com/office/drawing/2014/main" id="{DCECEE13-26C5-41D6-A035-4AA459E2D71B}"/>
              </a:ext>
            </a:extLst>
          </p:cNvPr>
          <p:cNvSpPr>
            <a:spLocks noChangeShapeType="1"/>
          </p:cNvSpPr>
          <p:nvPr/>
        </p:nvSpPr>
        <p:spPr bwMode="auto">
          <a:xfrm>
            <a:off x="4881562" y="253960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27" name="Line 56">
            <a:extLst>
              <a:ext uri="{FF2B5EF4-FFF2-40B4-BE49-F238E27FC236}">
                <a16:creationId xmlns:a16="http://schemas.microsoft.com/office/drawing/2014/main" id="{346F8393-5927-4CC3-AF71-44A4CDB8B1EB}"/>
              </a:ext>
            </a:extLst>
          </p:cNvPr>
          <p:cNvSpPr>
            <a:spLocks noChangeShapeType="1"/>
          </p:cNvSpPr>
          <p:nvPr/>
        </p:nvSpPr>
        <p:spPr bwMode="auto">
          <a:xfrm>
            <a:off x="5191125"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28" name="Rectangle 57">
            <a:extLst>
              <a:ext uri="{FF2B5EF4-FFF2-40B4-BE49-F238E27FC236}">
                <a16:creationId xmlns:a16="http://schemas.microsoft.com/office/drawing/2014/main" id="{0CFED309-4ABC-49E3-9FB3-32551BF4A42E}"/>
              </a:ext>
            </a:extLst>
          </p:cNvPr>
          <p:cNvSpPr>
            <a:spLocks noChangeArrowheads="1"/>
          </p:cNvSpPr>
          <p:nvPr/>
        </p:nvSpPr>
        <p:spPr bwMode="auto">
          <a:xfrm>
            <a:off x="4558904" y="226218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6</a:t>
            </a:r>
          </a:p>
        </p:txBody>
      </p:sp>
      <p:sp>
        <p:nvSpPr>
          <p:cNvPr id="12329" name="Line 58">
            <a:extLst>
              <a:ext uri="{FF2B5EF4-FFF2-40B4-BE49-F238E27FC236}">
                <a16:creationId xmlns:a16="http://schemas.microsoft.com/office/drawing/2014/main" id="{09AEC2F1-F2AF-411F-B239-7604484525B7}"/>
              </a:ext>
            </a:extLst>
          </p:cNvPr>
          <p:cNvSpPr>
            <a:spLocks noChangeShapeType="1"/>
          </p:cNvSpPr>
          <p:nvPr/>
        </p:nvSpPr>
        <p:spPr bwMode="auto">
          <a:xfrm>
            <a:off x="5191125" y="271105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30" name="Line 59">
            <a:extLst>
              <a:ext uri="{FF2B5EF4-FFF2-40B4-BE49-F238E27FC236}">
                <a16:creationId xmlns:a16="http://schemas.microsoft.com/office/drawing/2014/main" id="{CA8AC08A-5DB4-450E-99EB-46DAAA029AC3}"/>
              </a:ext>
            </a:extLst>
          </p:cNvPr>
          <p:cNvSpPr>
            <a:spLocks noChangeShapeType="1"/>
          </p:cNvSpPr>
          <p:nvPr/>
        </p:nvSpPr>
        <p:spPr bwMode="auto">
          <a:xfrm flipV="1">
            <a:off x="5500688"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31" name="Line 60">
            <a:extLst>
              <a:ext uri="{FF2B5EF4-FFF2-40B4-BE49-F238E27FC236}">
                <a16:creationId xmlns:a16="http://schemas.microsoft.com/office/drawing/2014/main" id="{558BBF10-8CEE-4E31-989E-2AC739D76B28}"/>
              </a:ext>
            </a:extLst>
          </p:cNvPr>
          <p:cNvSpPr>
            <a:spLocks noChangeShapeType="1"/>
          </p:cNvSpPr>
          <p:nvPr/>
        </p:nvSpPr>
        <p:spPr bwMode="auto">
          <a:xfrm>
            <a:off x="5500687" y="253960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32" name="Line 61">
            <a:extLst>
              <a:ext uri="{FF2B5EF4-FFF2-40B4-BE49-F238E27FC236}">
                <a16:creationId xmlns:a16="http://schemas.microsoft.com/office/drawing/2014/main" id="{4D014BC9-64B2-4B4C-80A2-2A8CD93FC85C}"/>
              </a:ext>
            </a:extLst>
          </p:cNvPr>
          <p:cNvSpPr>
            <a:spLocks noChangeShapeType="1"/>
          </p:cNvSpPr>
          <p:nvPr/>
        </p:nvSpPr>
        <p:spPr bwMode="auto">
          <a:xfrm>
            <a:off x="5810250"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33" name="Line 62">
            <a:extLst>
              <a:ext uri="{FF2B5EF4-FFF2-40B4-BE49-F238E27FC236}">
                <a16:creationId xmlns:a16="http://schemas.microsoft.com/office/drawing/2014/main" id="{CB8899F7-C08B-40E1-B79D-2591E9CA5B28}"/>
              </a:ext>
            </a:extLst>
          </p:cNvPr>
          <p:cNvSpPr>
            <a:spLocks noChangeShapeType="1"/>
          </p:cNvSpPr>
          <p:nvPr/>
        </p:nvSpPr>
        <p:spPr bwMode="auto">
          <a:xfrm flipV="1">
            <a:off x="5191125" y="22538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34" name="Rectangle 63">
            <a:extLst>
              <a:ext uri="{FF2B5EF4-FFF2-40B4-BE49-F238E27FC236}">
                <a16:creationId xmlns:a16="http://schemas.microsoft.com/office/drawing/2014/main" id="{024E5552-63B3-4179-A4AB-E6410713D6C0}"/>
              </a:ext>
            </a:extLst>
          </p:cNvPr>
          <p:cNvSpPr>
            <a:spLocks noChangeArrowheads="1"/>
          </p:cNvSpPr>
          <p:nvPr/>
        </p:nvSpPr>
        <p:spPr bwMode="auto">
          <a:xfrm>
            <a:off x="5178029" y="226218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7</a:t>
            </a:r>
          </a:p>
        </p:txBody>
      </p:sp>
      <p:sp>
        <p:nvSpPr>
          <p:cNvPr id="12335" name="Line 64">
            <a:extLst>
              <a:ext uri="{FF2B5EF4-FFF2-40B4-BE49-F238E27FC236}">
                <a16:creationId xmlns:a16="http://schemas.microsoft.com/office/drawing/2014/main" id="{B6D16CFE-1934-4989-97D5-57A59508058B}"/>
              </a:ext>
            </a:extLst>
          </p:cNvPr>
          <p:cNvSpPr>
            <a:spLocks noChangeShapeType="1"/>
          </p:cNvSpPr>
          <p:nvPr/>
        </p:nvSpPr>
        <p:spPr bwMode="auto">
          <a:xfrm>
            <a:off x="5810250" y="271105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36" name="Line 65">
            <a:extLst>
              <a:ext uri="{FF2B5EF4-FFF2-40B4-BE49-F238E27FC236}">
                <a16:creationId xmlns:a16="http://schemas.microsoft.com/office/drawing/2014/main" id="{CE7C8E94-6B27-4D4B-A3BB-74B91C30D14B}"/>
              </a:ext>
            </a:extLst>
          </p:cNvPr>
          <p:cNvSpPr>
            <a:spLocks noChangeShapeType="1"/>
          </p:cNvSpPr>
          <p:nvPr/>
        </p:nvSpPr>
        <p:spPr bwMode="auto">
          <a:xfrm flipV="1">
            <a:off x="6119813"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37" name="Line 66">
            <a:extLst>
              <a:ext uri="{FF2B5EF4-FFF2-40B4-BE49-F238E27FC236}">
                <a16:creationId xmlns:a16="http://schemas.microsoft.com/office/drawing/2014/main" id="{68DC4C19-AC3C-4359-B2A7-B9CCAC6334FB}"/>
              </a:ext>
            </a:extLst>
          </p:cNvPr>
          <p:cNvSpPr>
            <a:spLocks noChangeShapeType="1"/>
          </p:cNvSpPr>
          <p:nvPr/>
        </p:nvSpPr>
        <p:spPr bwMode="auto">
          <a:xfrm>
            <a:off x="6119812" y="253960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38" name="Line 67">
            <a:extLst>
              <a:ext uri="{FF2B5EF4-FFF2-40B4-BE49-F238E27FC236}">
                <a16:creationId xmlns:a16="http://schemas.microsoft.com/office/drawing/2014/main" id="{1273CF95-65B7-4D33-83EF-54B24C5F11E6}"/>
              </a:ext>
            </a:extLst>
          </p:cNvPr>
          <p:cNvSpPr>
            <a:spLocks noChangeShapeType="1"/>
          </p:cNvSpPr>
          <p:nvPr/>
        </p:nvSpPr>
        <p:spPr bwMode="auto">
          <a:xfrm>
            <a:off x="6429375"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39" name="Line 68">
            <a:extLst>
              <a:ext uri="{FF2B5EF4-FFF2-40B4-BE49-F238E27FC236}">
                <a16:creationId xmlns:a16="http://schemas.microsoft.com/office/drawing/2014/main" id="{97CEB0E8-BF5D-431B-9BF8-4944FC7BEDFA}"/>
              </a:ext>
            </a:extLst>
          </p:cNvPr>
          <p:cNvSpPr>
            <a:spLocks noChangeShapeType="1"/>
          </p:cNvSpPr>
          <p:nvPr/>
        </p:nvSpPr>
        <p:spPr bwMode="auto">
          <a:xfrm flipV="1">
            <a:off x="5810250" y="22538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40" name="Rectangle 69">
            <a:extLst>
              <a:ext uri="{FF2B5EF4-FFF2-40B4-BE49-F238E27FC236}">
                <a16:creationId xmlns:a16="http://schemas.microsoft.com/office/drawing/2014/main" id="{23CEDD24-52DF-46CC-B6C9-108E3A103072}"/>
              </a:ext>
            </a:extLst>
          </p:cNvPr>
          <p:cNvSpPr>
            <a:spLocks noChangeArrowheads="1"/>
          </p:cNvSpPr>
          <p:nvPr/>
        </p:nvSpPr>
        <p:spPr bwMode="auto">
          <a:xfrm>
            <a:off x="5797154" y="226218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8</a:t>
            </a:r>
          </a:p>
        </p:txBody>
      </p:sp>
      <p:sp>
        <p:nvSpPr>
          <p:cNvPr id="12341" name="Line 70">
            <a:extLst>
              <a:ext uri="{FF2B5EF4-FFF2-40B4-BE49-F238E27FC236}">
                <a16:creationId xmlns:a16="http://schemas.microsoft.com/office/drawing/2014/main" id="{95BAE698-AC1E-415E-974A-FF6D4156B881}"/>
              </a:ext>
            </a:extLst>
          </p:cNvPr>
          <p:cNvSpPr>
            <a:spLocks noChangeShapeType="1"/>
          </p:cNvSpPr>
          <p:nvPr/>
        </p:nvSpPr>
        <p:spPr bwMode="auto">
          <a:xfrm>
            <a:off x="6429375" y="271105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42" name="Line 71">
            <a:extLst>
              <a:ext uri="{FF2B5EF4-FFF2-40B4-BE49-F238E27FC236}">
                <a16:creationId xmlns:a16="http://schemas.microsoft.com/office/drawing/2014/main" id="{D4132A66-DDFB-45F5-AE7E-05444E9C0983}"/>
              </a:ext>
            </a:extLst>
          </p:cNvPr>
          <p:cNvSpPr>
            <a:spLocks noChangeShapeType="1"/>
          </p:cNvSpPr>
          <p:nvPr/>
        </p:nvSpPr>
        <p:spPr bwMode="auto">
          <a:xfrm flipV="1">
            <a:off x="6738938"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43" name="Line 72">
            <a:extLst>
              <a:ext uri="{FF2B5EF4-FFF2-40B4-BE49-F238E27FC236}">
                <a16:creationId xmlns:a16="http://schemas.microsoft.com/office/drawing/2014/main" id="{30DCD329-DA62-4B8C-92C2-45908A212069}"/>
              </a:ext>
            </a:extLst>
          </p:cNvPr>
          <p:cNvSpPr>
            <a:spLocks noChangeShapeType="1"/>
          </p:cNvSpPr>
          <p:nvPr/>
        </p:nvSpPr>
        <p:spPr bwMode="auto">
          <a:xfrm>
            <a:off x="6738937" y="253960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44" name="Line 73">
            <a:extLst>
              <a:ext uri="{FF2B5EF4-FFF2-40B4-BE49-F238E27FC236}">
                <a16:creationId xmlns:a16="http://schemas.microsoft.com/office/drawing/2014/main" id="{34C69646-6D69-4926-9A9C-E28A8A3162FB}"/>
              </a:ext>
            </a:extLst>
          </p:cNvPr>
          <p:cNvSpPr>
            <a:spLocks noChangeShapeType="1"/>
          </p:cNvSpPr>
          <p:nvPr/>
        </p:nvSpPr>
        <p:spPr bwMode="auto">
          <a:xfrm>
            <a:off x="7048500"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45" name="Line 74">
            <a:extLst>
              <a:ext uri="{FF2B5EF4-FFF2-40B4-BE49-F238E27FC236}">
                <a16:creationId xmlns:a16="http://schemas.microsoft.com/office/drawing/2014/main" id="{10B2A16F-3693-4DE5-8786-0352C95C952F}"/>
              </a:ext>
            </a:extLst>
          </p:cNvPr>
          <p:cNvSpPr>
            <a:spLocks noChangeShapeType="1"/>
          </p:cNvSpPr>
          <p:nvPr/>
        </p:nvSpPr>
        <p:spPr bwMode="auto">
          <a:xfrm flipV="1">
            <a:off x="6429375" y="22538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46" name="Rectangle 75">
            <a:extLst>
              <a:ext uri="{FF2B5EF4-FFF2-40B4-BE49-F238E27FC236}">
                <a16:creationId xmlns:a16="http://schemas.microsoft.com/office/drawing/2014/main" id="{CCAFDCF9-429B-41A1-A452-52679E44E9C3}"/>
              </a:ext>
            </a:extLst>
          </p:cNvPr>
          <p:cNvSpPr>
            <a:spLocks noChangeArrowheads="1"/>
          </p:cNvSpPr>
          <p:nvPr/>
        </p:nvSpPr>
        <p:spPr bwMode="auto">
          <a:xfrm>
            <a:off x="6416279" y="226218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9</a:t>
            </a:r>
          </a:p>
        </p:txBody>
      </p:sp>
      <p:sp>
        <p:nvSpPr>
          <p:cNvPr id="12347" name="Line 76">
            <a:extLst>
              <a:ext uri="{FF2B5EF4-FFF2-40B4-BE49-F238E27FC236}">
                <a16:creationId xmlns:a16="http://schemas.microsoft.com/office/drawing/2014/main" id="{551497D2-07DF-40B2-83F6-F01298BD67B6}"/>
              </a:ext>
            </a:extLst>
          </p:cNvPr>
          <p:cNvSpPr>
            <a:spLocks noChangeShapeType="1"/>
          </p:cNvSpPr>
          <p:nvPr/>
        </p:nvSpPr>
        <p:spPr bwMode="auto">
          <a:xfrm>
            <a:off x="7048500" y="271105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48" name="Line 77">
            <a:extLst>
              <a:ext uri="{FF2B5EF4-FFF2-40B4-BE49-F238E27FC236}">
                <a16:creationId xmlns:a16="http://schemas.microsoft.com/office/drawing/2014/main" id="{170EB0AA-BFA8-4325-80ED-0C365957E785}"/>
              </a:ext>
            </a:extLst>
          </p:cNvPr>
          <p:cNvSpPr>
            <a:spLocks noChangeShapeType="1"/>
          </p:cNvSpPr>
          <p:nvPr/>
        </p:nvSpPr>
        <p:spPr bwMode="auto">
          <a:xfrm flipV="1">
            <a:off x="7358063"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49" name="Line 78">
            <a:extLst>
              <a:ext uri="{FF2B5EF4-FFF2-40B4-BE49-F238E27FC236}">
                <a16:creationId xmlns:a16="http://schemas.microsoft.com/office/drawing/2014/main" id="{098A123B-8778-4765-B92E-63A827834E07}"/>
              </a:ext>
            </a:extLst>
          </p:cNvPr>
          <p:cNvSpPr>
            <a:spLocks noChangeShapeType="1"/>
          </p:cNvSpPr>
          <p:nvPr/>
        </p:nvSpPr>
        <p:spPr bwMode="auto">
          <a:xfrm>
            <a:off x="7358062" y="253960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50" name="Line 79">
            <a:extLst>
              <a:ext uri="{FF2B5EF4-FFF2-40B4-BE49-F238E27FC236}">
                <a16:creationId xmlns:a16="http://schemas.microsoft.com/office/drawing/2014/main" id="{54BAFF85-EC44-4371-B96B-2BC4DA11E0F2}"/>
              </a:ext>
            </a:extLst>
          </p:cNvPr>
          <p:cNvSpPr>
            <a:spLocks noChangeShapeType="1"/>
          </p:cNvSpPr>
          <p:nvPr/>
        </p:nvSpPr>
        <p:spPr bwMode="auto">
          <a:xfrm>
            <a:off x="7667625" y="2539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51" name="Line 80">
            <a:extLst>
              <a:ext uri="{FF2B5EF4-FFF2-40B4-BE49-F238E27FC236}">
                <a16:creationId xmlns:a16="http://schemas.microsoft.com/office/drawing/2014/main" id="{5FA73C7F-698E-447E-8E3E-09111365C946}"/>
              </a:ext>
            </a:extLst>
          </p:cNvPr>
          <p:cNvSpPr>
            <a:spLocks noChangeShapeType="1"/>
          </p:cNvSpPr>
          <p:nvPr/>
        </p:nvSpPr>
        <p:spPr bwMode="auto">
          <a:xfrm flipV="1">
            <a:off x="7048500" y="22538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52" name="Rectangle 81">
            <a:extLst>
              <a:ext uri="{FF2B5EF4-FFF2-40B4-BE49-F238E27FC236}">
                <a16:creationId xmlns:a16="http://schemas.microsoft.com/office/drawing/2014/main" id="{1AC997C4-D242-4D52-8F61-9F6989F02D87}"/>
              </a:ext>
            </a:extLst>
          </p:cNvPr>
          <p:cNvSpPr>
            <a:spLocks noChangeArrowheads="1"/>
          </p:cNvSpPr>
          <p:nvPr/>
        </p:nvSpPr>
        <p:spPr bwMode="auto">
          <a:xfrm>
            <a:off x="6973492" y="2262188"/>
            <a:ext cx="700512"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10</a:t>
            </a:r>
          </a:p>
        </p:txBody>
      </p:sp>
      <p:sp>
        <p:nvSpPr>
          <p:cNvPr id="12353" name="Line 82">
            <a:extLst>
              <a:ext uri="{FF2B5EF4-FFF2-40B4-BE49-F238E27FC236}">
                <a16:creationId xmlns:a16="http://schemas.microsoft.com/office/drawing/2014/main" id="{0C2D2E3B-B59A-4DA9-AF8F-F925C643E3E0}"/>
              </a:ext>
            </a:extLst>
          </p:cNvPr>
          <p:cNvSpPr>
            <a:spLocks noChangeShapeType="1"/>
          </p:cNvSpPr>
          <p:nvPr/>
        </p:nvSpPr>
        <p:spPr bwMode="auto">
          <a:xfrm>
            <a:off x="7667625" y="271105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54" name="Rectangle 83">
            <a:extLst>
              <a:ext uri="{FF2B5EF4-FFF2-40B4-BE49-F238E27FC236}">
                <a16:creationId xmlns:a16="http://schemas.microsoft.com/office/drawing/2014/main" id="{D5E85707-88D3-44D7-97DE-952FF3FE09E2}"/>
              </a:ext>
            </a:extLst>
          </p:cNvPr>
          <p:cNvSpPr>
            <a:spLocks noChangeArrowheads="1"/>
          </p:cNvSpPr>
          <p:nvPr/>
        </p:nvSpPr>
        <p:spPr bwMode="auto">
          <a:xfrm>
            <a:off x="985645" y="3323956"/>
            <a:ext cx="48090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Load</a:t>
            </a:r>
          </a:p>
        </p:txBody>
      </p:sp>
      <p:sp>
        <p:nvSpPr>
          <p:cNvPr id="12355" name="Line 114">
            <a:extLst>
              <a:ext uri="{FF2B5EF4-FFF2-40B4-BE49-F238E27FC236}">
                <a16:creationId xmlns:a16="http://schemas.microsoft.com/office/drawing/2014/main" id="{414C461A-2CF1-4E9A-BB94-B69B8E45E607}"/>
              </a:ext>
            </a:extLst>
          </p:cNvPr>
          <p:cNvSpPr>
            <a:spLocks noChangeShapeType="1"/>
          </p:cNvSpPr>
          <p:nvPr/>
        </p:nvSpPr>
        <p:spPr bwMode="auto">
          <a:xfrm flipV="1">
            <a:off x="4564626" y="2711054"/>
            <a:ext cx="7374" cy="489346"/>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56" name="Rectangle 115">
            <a:extLst>
              <a:ext uri="{FF2B5EF4-FFF2-40B4-BE49-F238E27FC236}">
                <a16:creationId xmlns:a16="http://schemas.microsoft.com/office/drawing/2014/main" id="{10F05A10-6E4E-44D6-AC5B-F65870BCABB1}"/>
              </a:ext>
            </a:extLst>
          </p:cNvPr>
          <p:cNvSpPr>
            <a:spLocks noChangeArrowheads="1"/>
          </p:cNvSpPr>
          <p:nvPr/>
        </p:nvSpPr>
        <p:spPr bwMode="auto">
          <a:xfrm>
            <a:off x="978272" y="3156194"/>
            <a:ext cx="181299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Pipeline Implementation</a:t>
            </a:r>
          </a:p>
        </p:txBody>
      </p:sp>
      <p:sp>
        <p:nvSpPr>
          <p:cNvPr id="12357" name="Line 133">
            <a:extLst>
              <a:ext uri="{FF2B5EF4-FFF2-40B4-BE49-F238E27FC236}">
                <a16:creationId xmlns:a16="http://schemas.microsoft.com/office/drawing/2014/main" id="{1EC6001E-4E77-4EEE-B6EC-1AEA82BCB873}"/>
              </a:ext>
            </a:extLst>
          </p:cNvPr>
          <p:cNvSpPr>
            <a:spLocks noChangeShapeType="1"/>
          </p:cNvSpPr>
          <p:nvPr/>
        </p:nvSpPr>
        <p:spPr bwMode="auto">
          <a:xfrm flipH="1" flipV="1">
            <a:off x="1476375" y="2711053"/>
            <a:ext cx="5838" cy="459849"/>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58" name="Line 136">
            <a:extLst>
              <a:ext uri="{FF2B5EF4-FFF2-40B4-BE49-F238E27FC236}">
                <a16:creationId xmlns:a16="http://schemas.microsoft.com/office/drawing/2014/main" id="{7A8719FD-3A82-4DD1-99D3-C7C6073C6799}"/>
              </a:ext>
            </a:extLst>
          </p:cNvPr>
          <p:cNvSpPr>
            <a:spLocks noChangeShapeType="1"/>
          </p:cNvSpPr>
          <p:nvPr/>
        </p:nvSpPr>
        <p:spPr bwMode="auto">
          <a:xfrm>
            <a:off x="1166812" y="111085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59" name="Line 137">
            <a:extLst>
              <a:ext uri="{FF2B5EF4-FFF2-40B4-BE49-F238E27FC236}">
                <a16:creationId xmlns:a16="http://schemas.microsoft.com/office/drawing/2014/main" id="{415AC7B8-EBE1-456B-B43B-BB7257989AC1}"/>
              </a:ext>
            </a:extLst>
          </p:cNvPr>
          <p:cNvSpPr>
            <a:spLocks noChangeShapeType="1"/>
          </p:cNvSpPr>
          <p:nvPr/>
        </p:nvSpPr>
        <p:spPr bwMode="auto">
          <a:xfrm>
            <a:off x="1476375" y="111085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60" name="Line 138">
            <a:extLst>
              <a:ext uri="{FF2B5EF4-FFF2-40B4-BE49-F238E27FC236}">
                <a16:creationId xmlns:a16="http://schemas.microsoft.com/office/drawing/2014/main" id="{B63CADAB-653C-4FD2-92AA-0C346A98954E}"/>
              </a:ext>
            </a:extLst>
          </p:cNvPr>
          <p:cNvSpPr>
            <a:spLocks noChangeShapeType="1"/>
          </p:cNvSpPr>
          <p:nvPr/>
        </p:nvSpPr>
        <p:spPr bwMode="auto">
          <a:xfrm flipV="1">
            <a:off x="7042355" y="2711054"/>
            <a:ext cx="6145" cy="54834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61" name="Line 139">
            <a:extLst>
              <a:ext uri="{FF2B5EF4-FFF2-40B4-BE49-F238E27FC236}">
                <a16:creationId xmlns:a16="http://schemas.microsoft.com/office/drawing/2014/main" id="{36B7AB93-6BC8-4861-97C9-D85F170D3F1A}"/>
              </a:ext>
            </a:extLst>
          </p:cNvPr>
          <p:cNvSpPr>
            <a:spLocks noChangeShapeType="1"/>
          </p:cNvSpPr>
          <p:nvPr/>
        </p:nvSpPr>
        <p:spPr bwMode="auto">
          <a:xfrm flipV="1">
            <a:off x="4572000" y="1910954"/>
            <a:ext cx="0" cy="6286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62" name="Line 140">
            <a:extLst>
              <a:ext uri="{FF2B5EF4-FFF2-40B4-BE49-F238E27FC236}">
                <a16:creationId xmlns:a16="http://schemas.microsoft.com/office/drawing/2014/main" id="{E8E03CFB-47C8-4A51-88A7-1E6B96845646}"/>
              </a:ext>
            </a:extLst>
          </p:cNvPr>
          <p:cNvSpPr>
            <a:spLocks noChangeShapeType="1"/>
          </p:cNvSpPr>
          <p:nvPr/>
        </p:nvSpPr>
        <p:spPr bwMode="auto">
          <a:xfrm>
            <a:off x="4386263" y="111085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63" name="Line 141">
            <a:extLst>
              <a:ext uri="{FF2B5EF4-FFF2-40B4-BE49-F238E27FC236}">
                <a16:creationId xmlns:a16="http://schemas.microsoft.com/office/drawing/2014/main" id="{330CCCD1-B8AA-4A91-B5BC-BE3F387A4846}"/>
              </a:ext>
            </a:extLst>
          </p:cNvPr>
          <p:cNvSpPr>
            <a:spLocks noChangeShapeType="1"/>
          </p:cNvSpPr>
          <p:nvPr/>
        </p:nvSpPr>
        <p:spPr bwMode="auto">
          <a:xfrm flipV="1">
            <a:off x="7419975" y="1339454"/>
            <a:ext cx="0" cy="11430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64" name="Line 142">
            <a:extLst>
              <a:ext uri="{FF2B5EF4-FFF2-40B4-BE49-F238E27FC236}">
                <a16:creationId xmlns:a16="http://schemas.microsoft.com/office/drawing/2014/main" id="{4C81439A-94B6-4B53-8E85-7648F6942E31}"/>
              </a:ext>
            </a:extLst>
          </p:cNvPr>
          <p:cNvSpPr>
            <a:spLocks noChangeShapeType="1"/>
          </p:cNvSpPr>
          <p:nvPr/>
        </p:nvSpPr>
        <p:spPr bwMode="auto">
          <a:xfrm>
            <a:off x="7419975" y="111085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65" name="Line 143">
            <a:extLst>
              <a:ext uri="{FF2B5EF4-FFF2-40B4-BE49-F238E27FC236}">
                <a16:creationId xmlns:a16="http://schemas.microsoft.com/office/drawing/2014/main" id="{32C25A03-4E28-41A1-9BE8-6743AB3AA645}"/>
              </a:ext>
            </a:extLst>
          </p:cNvPr>
          <p:cNvSpPr>
            <a:spLocks noChangeShapeType="1"/>
          </p:cNvSpPr>
          <p:nvPr/>
        </p:nvSpPr>
        <p:spPr bwMode="auto">
          <a:xfrm>
            <a:off x="1476375" y="1282304"/>
            <a:ext cx="15478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66" name="Line 144">
            <a:extLst>
              <a:ext uri="{FF2B5EF4-FFF2-40B4-BE49-F238E27FC236}">
                <a16:creationId xmlns:a16="http://schemas.microsoft.com/office/drawing/2014/main" id="{EA6E046F-AD63-4844-AF99-A50997B552CD}"/>
              </a:ext>
            </a:extLst>
          </p:cNvPr>
          <p:cNvSpPr>
            <a:spLocks noChangeShapeType="1"/>
          </p:cNvSpPr>
          <p:nvPr/>
        </p:nvSpPr>
        <p:spPr bwMode="auto">
          <a:xfrm>
            <a:off x="3024188" y="1110854"/>
            <a:ext cx="13620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67" name="Line 145">
            <a:extLst>
              <a:ext uri="{FF2B5EF4-FFF2-40B4-BE49-F238E27FC236}">
                <a16:creationId xmlns:a16="http://schemas.microsoft.com/office/drawing/2014/main" id="{54950AB3-0596-4A2E-AF20-45C9CB17A743}"/>
              </a:ext>
            </a:extLst>
          </p:cNvPr>
          <p:cNvSpPr>
            <a:spLocks noChangeShapeType="1"/>
          </p:cNvSpPr>
          <p:nvPr/>
        </p:nvSpPr>
        <p:spPr bwMode="auto">
          <a:xfrm>
            <a:off x="3024188" y="111085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68" name="Line 146">
            <a:extLst>
              <a:ext uri="{FF2B5EF4-FFF2-40B4-BE49-F238E27FC236}">
                <a16:creationId xmlns:a16="http://schemas.microsoft.com/office/drawing/2014/main" id="{4C3AAA0D-3FBF-41C6-915A-0740E41615B4}"/>
              </a:ext>
            </a:extLst>
          </p:cNvPr>
          <p:cNvSpPr>
            <a:spLocks noChangeShapeType="1"/>
          </p:cNvSpPr>
          <p:nvPr/>
        </p:nvSpPr>
        <p:spPr bwMode="auto">
          <a:xfrm>
            <a:off x="4386262" y="1282304"/>
            <a:ext cx="15478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69" name="Line 147">
            <a:extLst>
              <a:ext uri="{FF2B5EF4-FFF2-40B4-BE49-F238E27FC236}">
                <a16:creationId xmlns:a16="http://schemas.microsoft.com/office/drawing/2014/main" id="{78FB54AA-0E5B-4B2C-A7B0-CF6164331EF8}"/>
              </a:ext>
            </a:extLst>
          </p:cNvPr>
          <p:cNvSpPr>
            <a:spLocks noChangeShapeType="1"/>
          </p:cNvSpPr>
          <p:nvPr/>
        </p:nvSpPr>
        <p:spPr bwMode="auto">
          <a:xfrm>
            <a:off x="5934075" y="1110854"/>
            <a:ext cx="148590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70" name="Line 148">
            <a:extLst>
              <a:ext uri="{FF2B5EF4-FFF2-40B4-BE49-F238E27FC236}">
                <a16:creationId xmlns:a16="http://schemas.microsoft.com/office/drawing/2014/main" id="{5281F30A-B45C-41B7-8F1E-5BE370DFAEA7}"/>
              </a:ext>
            </a:extLst>
          </p:cNvPr>
          <p:cNvSpPr>
            <a:spLocks noChangeShapeType="1"/>
          </p:cNvSpPr>
          <p:nvPr/>
        </p:nvSpPr>
        <p:spPr bwMode="auto">
          <a:xfrm>
            <a:off x="5934075" y="111085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71" name="Line 149">
            <a:extLst>
              <a:ext uri="{FF2B5EF4-FFF2-40B4-BE49-F238E27FC236}">
                <a16:creationId xmlns:a16="http://schemas.microsoft.com/office/drawing/2014/main" id="{D226B034-3CC1-40B6-B3F5-29D19D8D1C5D}"/>
              </a:ext>
            </a:extLst>
          </p:cNvPr>
          <p:cNvSpPr>
            <a:spLocks noChangeShapeType="1"/>
          </p:cNvSpPr>
          <p:nvPr/>
        </p:nvSpPr>
        <p:spPr bwMode="auto">
          <a:xfrm>
            <a:off x="7481887" y="128230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72" name="Rectangle 150">
            <a:extLst>
              <a:ext uri="{FF2B5EF4-FFF2-40B4-BE49-F238E27FC236}">
                <a16:creationId xmlns:a16="http://schemas.microsoft.com/office/drawing/2014/main" id="{CFDE29B5-E446-4730-89E0-B8CA779A24B0}"/>
              </a:ext>
            </a:extLst>
          </p:cNvPr>
          <p:cNvSpPr>
            <a:spLocks noChangeArrowheads="1"/>
          </p:cNvSpPr>
          <p:nvPr/>
        </p:nvSpPr>
        <p:spPr bwMode="auto">
          <a:xfrm>
            <a:off x="1091804" y="1119188"/>
            <a:ext cx="37830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Clk</a:t>
            </a:r>
          </a:p>
        </p:txBody>
      </p:sp>
      <p:sp>
        <p:nvSpPr>
          <p:cNvPr id="12373" name="Rectangle 151">
            <a:extLst>
              <a:ext uri="{FF2B5EF4-FFF2-40B4-BE49-F238E27FC236}">
                <a16:creationId xmlns:a16="http://schemas.microsoft.com/office/drawing/2014/main" id="{F32A60C8-B92F-4B6D-BCA5-691DB8ADD0BA}"/>
              </a:ext>
            </a:extLst>
          </p:cNvPr>
          <p:cNvSpPr>
            <a:spLocks noChangeArrowheads="1"/>
          </p:cNvSpPr>
          <p:nvPr/>
        </p:nvSpPr>
        <p:spPr bwMode="auto">
          <a:xfrm>
            <a:off x="1091804" y="1404938"/>
            <a:ext cx="209031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Single Cycle Implementation:</a:t>
            </a:r>
          </a:p>
        </p:txBody>
      </p:sp>
      <p:sp>
        <p:nvSpPr>
          <p:cNvPr id="12374" name="Rectangle 152">
            <a:extLst>
              <a:ext uri="{FF2B5EF4-FFF2-40B4-BE49-F238E27FC236}">
                <a16:creationId xmlns:a16="http://schemas.microsoft.com/office/drawing/2014/main" id="{38A972AC-0115-44E7-AA00-68D8B0DAA6D4}"/>
              </a:ext>
            </a:extLst>
          </p:cNvPr>
          <p:cNvSpPr>
            <a:spLocks noChangeArrowheads="1"/>
          </p:cNvSpPr>
          <p:nvPr/>
        </p:nvSpPr>
        <p:spPr bwMode="auto">
          <a:xfrm>
            <a:off x="1487092" y="1691879"/>
            <a:ext cx="2888456" cy="2095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375" name="Rectangle 153">
            <a:extLst>
              <a:ext uri="{FF2B5EF4-FFF2-40B4-BE49-F238E27FC236}">
                <a16:creationId xmlns:a16="http://schemas.microsoft.com/office/drawing/2014/main" id="{E9E1EA26-BBBF-4941-96A7-94597AF9A46C}"/>
              </a:ext>
            </a:extLst>
          </p:cNvPr>
          <p:cNvSpPr>
            <a:spLocks noChangeArrowheads="1"/>
          </p:cNvSpPr>
          <p:nvPr/>
        </p:nvSpPr>
        <p:spPr bwMode="auto">
          <a:xfrm>
            <a:off x="4396979" y="1691879"/>
            <a:ext cx="3012281" cy="2095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376" name="Rectangle 154">
            <a:extLst>
              <a:ext uri="{FF2B5EF4-FFF2-40B4-BE49-F238E27FC236}">
                <a16:creationId xmlns:a16="http://schemas.microsoft.com/office/drawing/2014/main" id="{4AF18F00-4028-4AF5-B6D4-633C204170AC}"/>
              </a:ext>
            </a:extLst>
          </p:cNvPr>
          <p:cNvSpPr>
            <a:spLocks noChangeArrowheads="1"/>
          </p:cNvSpPr>
          <p:nvPr/>
        </p:nvSpPr>
        <p:spPr bwMode="auto">
          <a:xfrm>
            <a:off x="2577704" y="1690688"/>
            <a:ext cx="48090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Load</a:t>
            </a:r>
          </a:p>
        </p:txBody>
      </p:sp>
      <p:sp>
        <p:nvSpPr>
          <p:cNvPr id="12377" name="Rectangle 155">
            <a:extLst>
              <a:ext uri="{FF2B5EF4-FFF2-40B4-BE49-F238E27FC236}">
                <a16:creationId xmlns:a16="http://schemas.microsoft.com/office/drawing/2014/main" id="{13C7CA50-9B52-477C-86ED-848C0E816482}"/>
              </a:ext>
            </a:extLst>
          </p:cNvPr>
          <p:cNvSpPr>
            <a:spLocks noChangeArrowheads="1"/>
          </p:cNvSpPr>
          <p:nvPr/>
        </p:nvSpPr>
        <p:spPr bwMode="auto">
          <a:xfrm>
            <a:off x="5673329" y="1690688"/>
            <a:ext cx="48776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Store</a:t>
            </a:r>
          </a:p>
        </p:txBody>
      </p:sp>
      <p:sp>
        <p:nvSpPr>
          <p:cNvPr id="12378" name="Line 156">
            <a:extLst>
              <a:ext uri="{FF2B5EF4-FFF2-40B4-BE49-F238E27FC236}">
                <a16:creationId xmlns:a16="http://schemas.microsoft.com/office/drawing/2014/main" id="{B4DA0B08-758C-4B4C-8EC1-30A84F125BB1}"/>
              </a:ext>
            </a:extLst>
          </p:cNvPr>
          <p:cNvSpPr>
            <a:spLocks noChangeShapeType="1"/>
          </p:cNvSpPr>
          <p:nvPr/>
        </p:nvSpPr>
        <p:spPr bwMode="auto">
          <a:xfrm flipV="1">
            <a:off x="6862763" y="16823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79" name="Rectangle 157">
            <a:extLst>
              <a:ext uri="{FF2B5EF4-FFF2-40B4-BE49-F238E27FC236}">
                <a16:creationId xmlns:a16="http://schemas.microsoft.com/office/drawing/2014/main" id="{C871BA34-2CCC-428F-887F-F97E63E46621}"/>
              </a:ext>
            </a:extLst>
          </p:cNvPr>
          <p:cNvSpPr>
            <a:spLocks noChangeArrowheads="1"/>
          </p:cNvSpPr>
          <p:nvPr/>
        </p:nvSpPr>
        <p:spPr bwMode="auto">
          <a:xfrm>
            <a:off x="6849666" y="1690688"/>
            <a:ext cx="5413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Waste</a:t>
            </a:r>
          </a:p>
        </p:txBody>
      </p:sp>
      <p:grpSp>
        <p:nvGrpSpPr>
          <p:cNvPr id="12380" name="Group 189">
            <a:extLst>
              <a:ext uri="{FF2B5EF4-FFF2-40B4-BE49-F238E27FC236}">
                <a16:creationId xmlns:a16="http://schemas.microsoft.com/office/drawing/2014/main" id="{33EB1DA4-7196-47F7-9D02-708FE6C6E8D6}"/>
              </a:ext>
            </a:extLst>
          </p:cNvPr>
          <p:cNvGrpSpPr>
            <a:grpSpLocks/>
          </p:cNvGrpSpPr>
          <p:nvPr/>
        </p:nvGrpSpPr>
        <p:grpSpPr bwMode="auto">
          <a:xfrm>
            <a:off x="1435473" y="3501629"/>
            <a:ext cx="4374356" cy="962026"/>
            <a:chOff x="529" y="3253"/>
            <a:chExt cx="3674" cy="808"/>
          </a:xfrm>
        </p:grpSpPr>
        <p:grpSp>
          <p:nvGrpSpPr>
            <p:cNvPr id="12392" name="Group 84">
              <a:extLst>
                <a:ext uri="{FF2B5EF4-FFF2-40B4-BE49-F238E27FC236}">
                  <a16:creationId xmlns:a16="http://schemas.microsoft.com/office/drawing/2014/main" id="{A657C8E7-23AF-4C33-91D2-1BA6AE75C689}"/>
                </a:ext>
              </a:extLst>
            </p:cNvPr>
            <p:cNvGrpSpPr>
              <a:grpSpLocks/>
            </p:cNvGrpSpPr>
            <p:nvPr/>
          </p:nvGrpSpPr>
          <p:grpSpPr bwMode="auto">
            <a:xfrm>
              <a:off x="529" y="3253"/>
              <a:ext cx="2582" cy="232"/>
              <a:chOff x="488" y="3253"/>
              <a:chExt cx="2384" cy="232"/>
            </a:xfrm>
          </p:grpSpPr>
          <p:grpSp>
            <p:nvGrpSpPr>
              <p:cNvPr id="12429" name="Group 85">
                <a:extLst>
                  <a:ext uri="{FF2B5EF4-FFF2-40B4-BE49-F238E27FC236}">
                    <a16:creationId xmlns:a16="http://schemas.microsoft.com/office/drawing/2014/main" id="{0A9554FB-0223-4731-A18B-B205CB6907DB}"/>
                  </a:ext>
                </a:extLst>
              </p:cNvPr>
              <p:cNvGrpSpPr>
                <a:grpSpLocks/>
              </p:cNvGrpSpPr>
              <p:nvPr/>
            </p:nvGrpSpPr>
            <p:grpSpPr bwMode="auto">
              <a:xfrm>
                <a:off x="488" y="3259"/>
                <a:ext cx="464" cy="214"/>
                <a:chOff x="488" y="3259"/>
                <a:chExt cx="464" cy="214"/>
              </a:xfrm>
            </p:grpSpPr>
            <p:sp>
              <p:nvSpPr>
                <p:cNvPr id="12442" name="Rectangle 86">
                  <a:extLst>
                    <a:ext uri="{FF2B5EF4-FFF2-40B4-BE49-F238E27FC236}">
                      <a16:creationId xmlns:a16="http://schemas.microsoft.com/office/drawing/2014/main" id="{2D8F0CF2-EA32-4E17-B9D7-127CBD139BBF}"/>
                    </a:ext>
                  </a:extLst>
                </p:cNvPr>
                <p:cNvSpPr>
                  <a:spLocks noChangeArrowheads="1"/>
                </p:cNvSpPr>
                <p:nvPr/>
              </p:nvSpPr>
              <p:spPr bwMode="auto">
                <a:xfrm>
                  <a:off x="488" y="327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443" name="Rectangle 87">
                  <a:extLst>
                    <a:ext uri="{FF2B5EF4-FFF2-40B4-BE49-F238E27FC236}">
                      <a16:creationId xmlns:a16="http://schemas.microsoft.com/office/drawing/2014/main" id="{17DADFFE-BCDE-410D-95C8-1EDA6E28936D}"/>
                    </a:ext>
                  </a:extLst>
                </p:cNvPr>
                <p:cNvSpPr>
                  <a:spLocks noChangeArrowheads="1"/>
                </p:cNvSpPr>
                <p:nvPr/>
              </p:nvSpPr>
              <p:spPr bwMode="auto">
                <a:xfrm>
                  <a:off x="598" y="3259"/>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CN" sz="1200" dirty="0">
                      <a:latin typeface="Times New Roman" panose="02020603050405020304" pitchFamily="18" charset="0"/>
                      <a:ea typeface="新細明體" panose="02020500000000000000" pitchFamily="18" charset="-120"/>
                    </a:rPr>
                    <a:t>IF</a:t>
                  </a:r>
                  <a:endParaRPr kumimoji="1" lang="en-US" altLang="zh-TW" sz="1200" dirty="0">
                    <a:latin typeface="Times New Roman" panose="02020603050405020304" pitchFamily="18" charset="0"/>
                    <a:ea typeface="新細明體" panose="02020500000000000000" pitchFamily="18" charset="-120"/>
                  </a:endParaRPr>
                </a:p>
              </p:txBody>
            </p:sp>
          </p:grpSp>
          <p:grpSp>
            <p:nvGrpSpPr>
              <p:cNvPr id="12430" name="Group 88">
                <a:extLst>
                  <a:ext uri="{FF2B5EF4-FFF2-40B4-BE49-F238E27FC236}">
                    <a16:creationId xmlns:a16="http://schemas.microsoft.com/office/drawing/2014/main" id="{59551C4E-7785-4268-9D66-63E1D29A8F96}"/>
                  </a:ext>
                </a:extLst>
              </p:cNvPr>
              <p:cNvGrpSpPr>
                <a:grpSpLocks/>
              </p:cNvGrpSpPr>
              <p:nvPr/>
            </p:nvGrpSpPr>
            <p:grpSpPr bwMode="auto">
              <a:xfrm>
                <a:off x="968" y="3265"/>
                <a:ext cx="464" cy="214"/>
                <a:chOff x="968" y="3265"/>
                <a:chExt cx="464" cy="214"/>
              </a:xfrm>
            </p:grpSpPr>
            <p:sp>
              <p:nvSpPr>
                <p:cNvPr id="12440" name="Rectangle 89">
                  <a:extLst>
                    <a:ext uri="{FF2B5EF4-FFF2-40B4-BE49-F238E27FC236}">
                      <a16:creationId xmlns:a16="http://schemas.microsoft.com/office/drawing/2014/main" id="{7048AD37-96D5-45E1-8CC0-0469A16A2A4F}"/>
                    </a:ext>
                  </a:extLst>
                </p:cNvPr>
                <p:cNvSpPr>
                  <a:spLocks noChangeArrowheads="1"/>
                </p:cNvSpPr>
                <p:nvPr/>
              </p:nvSpPr>
              <p:spPr bwMode="auto">
                <a:xfrm>
                  <a:off x="968" y="327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441" name="Rectangle 90">
                  <a:extLst>
                    <a:ext uri="{FF2B5EF4-FFF2-40B4-BE49-F238E27FC236}">
                      <a16:creationId xmlns:a16="http://schemas.microsoft.com/office/drawing/2014/main" id="{15CE4683-448D-47C6-BC37-49D55D6BA09B}"/>
                    </a:ext>
                  </a:extLst>
                </p:cNvPr>
                <p:cNvSpPr>
                  <a:spLocks noChangeArrowheads="1"/>
                </p:cNvSpPr>
                <p:nvPr/>
              </p:nvSpPr>
              <p:spPr bwMode="auto">
                <a:xfrm>
                  <a:off x="1046" y="3265"/>
                  <a:ext cx="24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ID</a:t>
                  </a:r>
                </a:p>
              </p:txBody>
            </p:sp>
          </p:grpSp>
          <p:grpSp>
            <p:nvGrpSpPr>
              <p:cNvPr id="12431" name="Group 91">
                <a:extLst>
                  <a:ext uri="{FF2B5EF4-FFF2-40B4-BE49-F238E27FC236}">
                    <a16:creationId xmlns:a16="http://schemas.microsoft.com/office/drawing/2014/main" id="{4464EB37-C0C0-4777-83FE-CCBD98EE50D3}"/>
                  </a:ext>
                </a:extLst>
              </p:cNvPr>
              <p:cNvGrpSpPr>
                <a:grpSpLocks/>
              </p:cNvGrpSpPr>
              <p:nvPr/>
            </p:nvGrpSpPr>
            <p:grpSpPr bwMode="auto">
              <a:xfrm>
                <a:off x="1448" y="3253"/>
                <a:ext cx="464" cy="214"/>
                <a:chOff x="1448" y="3253"/>
                <a:chExt cx="464" cy="214"/>
              </a:xfrm>
            </p:grpSpPr>
            <p:sp>
              <p:nvSpPr>
                <p:cNvPr id="12438" name="Rectangle 92">
                  <a:extLst>
                    <a:ext uri="{FF2B5EF4-FFF2-40B4-BE49-F238E27FC236}">
                      <a16:creationId xmlns:a16="http://schemas.microsoft.com/office/drawing/2014/main" id="{B35E0AC2-5348-4970-929F-8185910FBA3D}"/>
                    </a:ext>
                  </a:extLst>
                </p:cNvPr>
                <p:cNvSpPr>
                  <a:spLocks noChangeArrowheads="1"/>
                </p:cNvSpPr>
                <p:nvPr/>
              </p:nvSpPr>
              <p:spPr bwMode="auto">
                <a:xfrm>
                  <a:off x="1448" y="327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439" name="Rectangle 93">
                  <a:extLst>
                    <a:ext uri="{FF2B5EF4-FFF2-40B4-BE49-F238E27FC236}">
                      <a16:creationId xmlns:a16="http://schemas.microsoft.com/office/drawing/2014/main" id="{6CA266FE-54AE-416A-9B89-495883DED0E5}"/>
                    </a:ext>
                  </a:extLst>
                </p:cNvPr>
                <p:cNvSpPr>
                  <a:spLocks noChangeArrowheads="1"/>
                </p:cNvSpPr>
                <p:nvPr/>
              </p:nvSpPr>
              <p:spPr bwMode="auto">
                <a:xfrm>
                  <a:off x="1547" y="3253"/>
                  <a:ext cx="27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EX</a:t>
                  </a:r>
                </a:p>
              </p:txBody>
            </p:sp>
          </p:grpSp>
          <p:grpSp>
            <p:nvGrpSpPr>
              <p:cNvPr id="12432" name="Group 94">
                <a:extLst>
                  <a:ext uri="{FF2B5EF4-FFF2-40B4-BE49-F238E27FC236}">
                    <a16:creationId xmlns:a16="http://schemas.microsoft.com/office/drawing/2014/main" id="{EFFE9F94-720B-4064-89F1-ADDA7F75DBFD}"/>
                  </a:ext>
                </a:extLst>
              </p:cNvPr>
              <p:cNvGrpSpPr>
                <a:grpSpLocks/>
              </p:cNvGrpSpPr>
              <p:nvPr/>
            </p:nvGrpSpPr>
            <p:grpSpPr bwMode="auto">
              <a:xfrm>
                <a:off x="1928" y="3271"/>
                <a:ext cx="464" cy="214"/>
                <a:chOff x="1928" y="3271"/>
                <a:chExt cx="464" cy="214"/>
              </a:xfrm>
            </p:grpSpPr>
            <p:sp>
              <p:nvSpPr>
                <p:cNvPr id="12436" name="Rectangle 95">
                  <a:extLst>
                    <a:ext uri="{FF2B5EF4-FFF2-40B4-BE49-F238E27FC236}">
                      <a16:creationId xmlns:a16="http://schemas.microsoft.com/office/drawing/2014/main" id="{63A7998E-163E-458C-82C2-44AE4DCD3490}"/>
                    </a:ext>
                  </a:extLst>
                </p:cNvPr>
                <p:cNvSpPr>
                  <a:spLocks noChangeArrowheads="1"/>
                </p:cNvSpPr>
                <p:nvPr/>
              </p:nvSpPr>
              <p:spPr bwMode="auto">
                <a:xfrm>
                  <a:off x="1928" y="327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437" name="Rectangle 96">
                  <a:extLst>
                    <a:ext uri="{FF2B5EF4-FFF2-40B4-BE49-F238E27FC236}">
                      <a16:creationId xmlns:a16="http://schemas.microsoft.com/office/drawing/2014/main" id="{1936B8FB-0902-48A9-A83C-DE03001BF8C0}"/>
                    </a:ext>
                  </a:extLst>
                </p:cNvPr>
                <p:cNvSpPr>
                  <a:spLocks noChangeArrowheads="1"/>
                </p:cNvSpPr>
                <p:nvPr/>
              </p:nvSpPr>
              <p:spPr bwMode="auto">
                <a:xfrm>
                  <a:off x="1958" y="3271"/>
                  <a:ext cx="41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MEM</a:t>
                  </a:r>
                </a:p>
              </p:txBody>
            </p:sp>
          </p:grpSp>
          <p:grpSp>
            <p:nvGrpSpPr>
              <p:cNvPr id="12433" name="Group 97">
                <a:extLst>
                  <a:ext uri="{FF2B5EF4-FFF2-40B4-BE49-F238E27FC236}">
                    <a16:creationId xmlns:a16="http://schemas.microsoft.com/office/drawing/2014/main" id="{EF3BCE66-A8B9-41F6-924B-1771D0F9BA9B}"/>
                  </a:ext>
                </a:extLst>
              </p:cNvPr>
              <p:cNvGrpSpPr>
                <a:grpSpLocks/>
              </p:cNvGrpSpPr>
              <p:nvPr/>
            </p:nvGrpSpPr>
            <p:grpSpPr bwMode="auto">
              <a:xfrm>
                <a:off x="2408" y="3253"/>
                <a:ext cx="464" cy="214"/>
                <a:chOff x="2408" y="3253"/>
                <a:chExt cx="464" cy="214"/>
              </a:xfrm>
            </p:grpSpPr>
            <p:sp>
              <p:nvSpPr>
                <p:cNvPr id="12434" name="Rectangle 98">
                  <a:extLst>
                    <a:ext uri="{FF2B5EF4-FFF2-40B4-BE49-F238E27FC236}">
                      <a16:creationId xmlns:a16="http://schemas.microsoft.com/office/drawing/2014/main" id="{F1774EA9-4F62-491F-BEB3-F5B3A844CB10}"/>
                    </a:ext>
                  </a:extLst>
                </p:cNvPr>
                <p:cNvSpPr>
                  <a:spLocks noChangeArrowheads="1"/>
                </p:cNvSpPr>
                <p:nvPr/>
              </p:nvSpPr>
              <p:spPr bwMode="auto">
                <a:xfrm>
                  <a:off x="2408" y="3272"/>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435" name="Rectangle 99">
                  <a:extLst>
                    <a:ext uri="{FF2B5EF4-FFF2-40B4-BE49-F238E27FC236}">
                      <a16:creationId xmlns:a16="http://schemas.microsoft.com/office/drawing/2014/main" id="{FAA42A15-05E7-42D5-8DD9-043DFD700143}"/>
                    </a:ext>
                  </a:extLst>
                </p:cNvPr>
                <p:cNvSpPr>
                  <a:spLocks noChangeArrowheads="1"/>
                </p:cNvSpPr>
                <p:nvPr/>
              </p:nvSpPr>
              <p:spPr bwMode="auto">
                <a:xfrm>
                  <a:off x="2486" y="3253"/>
                  <a:ext cx="30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WB</a:t>
                  </a:r>
                </a:p>
              </p:txBody>
            </p:sp>
          </p:grpSp>
        </p:grpSp>
        <p:grpSp>
          <p:nvGrpSpPr>
            <p:cNvPr id="12393" name="Group 116">
              <a:extLst>
                <a:ext uri="{FF2B5EF4-FFF2-40B4-BE49-F238E27FC236}">
                  <a16:creationId xmlns:a16="http://schemas.microsoft.com/office/drawing/2014/main" id="{1D846F77-754B-4F1A-B60D-E946BFC30488}"/>
                </a:ext>
              </a:extLst>
            </p:cNvPr>
            <p:cNvGrpSpPr>
              <a:grpSpLocks/>
            </p:cNvGrpSpPr>
            <p:nvPr/>
          </p:nvGrpSpPr>
          <p:grpSpPr bwMode="auto">
            <a:xfrm>
              <a:off x="1049" y="3540"/>
              <a:ext cx="2582" cy="221"/>
              <a:chOff x="968" y="3540"/>
              <a:chExt cx="2384" cy="221"/>
            </a:xfrm>
          </p:grpSpPr>
          <p:grpSp>
            <p:nvGrpSpPr>
              <p:cNvPr id="12414" name="Group 117">
                <a:extLst>
                  <a:ext uri="{FF2B5EF4-FFF2-40B4-BE49-F238E27FC236}">
                    <a16:creationId xmlns:a16="http://schemas.microsoft.com/office/drawing/2014/main" id="{F011F4C4-28D0-47F2-AD8F-A3AA52945D1D}"/>
                  </a:ext>
                </a:extLst>
              </p:cNvPr>
              <p:cNvGrpSpPr>
                <a:grpSpLocks/>
              </p:cNvGrpSpPr>
              <p:nvPr/>
            </p:nvGrpSpPr>
            <p:grpSpPr bwMode="auto">
              <a:xfrm>
                <a:off x="968" y="3540"/>
                <a:ext cx="464" cy="214"/>
                <a:chOff x="968" y="3540"/>
                <a:chExt cx="464" cy="214"/>
              </a:xfrm>
            </p:grpSpPr>
            <p:sp>
              <p:nvSpPr>
                <p:cNvPr id="12427" name="Rectangle 118">
                  <a:extLst>
                    <a:ext uri="{FF2B5EF4-FFF2-40B4-BE49-F238E27FC236}">
                      <a16:creationId xmlns:a16="http://schemas.microsoft.com/office/drawing/2014/main" id="{B89604AA-998E-4873-A1A1-AB4105D1D1B1}"/>
                    </a:ext>
                  </a:extLst>
                </p:cNvPr>
                <p:cNvSpPr>
                  <a:spLocks noChangeArrowheads="1"/>
                </p:cNvSpPr>
                <p:nvPr/>
              </p:nvSpPr>
              <p:spPr bwMode="auto">
                <a:xfrm>
                  <a:off x="968" y="3560"/>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428" name="Rectangle 119">
                  <a:extLst>
                    <a:ext uri="{FF2B5EF4-FFF2-40B4-BE49-F238E27FC236}">
                      <a16:creationId xmlns:a16="http://schemas.microsoft.com/office/drawing/2014/main" id="{AA2E25B4-0A21-4B6F-B31D-50DFA8CFFA72}"/>
                    </a:ext>
                  </a:extLst>
                </p:cNvPr>
                <p:cNvSpPr>
                  <a:spLocks noChangeArrowheads="1"/>
                </p:cNvSpPr>
                <p:nvPr/>
              </p:nvSpPr>
              <p:spPr bwMode="auto">
                <a:xfrm>
                  <a:off x="1091" y="3540"/>
                  <a:ext cx="29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IF</a:t>
                  </a:r>
                </a:p>
              </p:txBody>
            </p:sp>
          </p:grpSp>
          <p:grpSp>
            <p:nvGrpSpPr>
              <p:cNvPr id="12415" name="Group 120">
                <a:extLst>
                  <a:ext uri="{FF2B5EF4-FFF2-40B4-BE49-F238E27FC236}">
                    <a16:creationId xmlns:a16="http://schemas.microsoft.com/office/drawing/2014/main" id="{585661D2-4864-4FDD-A376-C58CA92ADC29}"/>
                  </a:ext>
                </a:extLst>
              </p:cNvPr>
              <p:cNvGrpSpPr>
                <a:grpSpLocks/>
              </p:cNvGrpSpPr>
              <p:nvPr/>
            </p:nvGrpSpPr>
            <p:grpSpPr bwMode="auto">
              <a:xfrm>
                <a:off x="1448" y="3547"/>
                <a:ext cx="464" cy="214"/>
                <a:chOff x="1448" y="3547"/>
                <a:chExt cx="464" cy="214"/>
              </a:xfrm>
            </p:grpSpPr>
            <p:sp>
              <p:nvSpPr>
                <p:cNvPr id="12425" name="Rectangle 121">
                  <a:extLst>
                    <a:ext uri="{FF2B5EF4-FFF2-40B4-BE49-F238E27FC236}">
                      <a16:creationId xmlns:a16="http://schemas.microsoft.com/office/drawing/2014/main" id="{10773B90-5369-435D-8039-6258162FF8B9}"/>
                    </a:ext>
                  </a:extLst>
                </p:cNvPr>
                <p:cNvSpPr>
                  <a:spLocks noChangeArrowheads="1"/>
                </p:cNvSpPr>
                <p:nvPr/>
              </p:nvSpPr>
              <p:spPr bwMode="auto">
                <a:xfrm>
                  <a:off x="1448" y="3560"/>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426" name="Rectangle 122">
                  <a:extLst>
                    <a:ext uri="{FF2B5EF4-FFF2-40B4-BE49-F238E27FC236}">
                      <a16:creationId xmlns:a16="http://schemas.microsoft.com/office/drawing/2014/main" id="{B55C5C72-5649-4F40-8AE6-2E69659E9F65}"/>
                    </a:ext>
                  </a:extLst>
                </p:cNvPr>
                <p:cNvSpPr>
                  <a:spLocks noChangeArrowheads="1"/>
                </p:cNvSpPr>
                <p:nvPr/>
              </p:nvSpPr>
              <p:spPr bwMode="auto">
                <a:xfrm>
                  <a:off x="1556" y="3547"/>
                  <a:ext cx="24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ID</a:t>
                  </a:r>
                </a:p>
              </p:txBody>
            </p:sp>
          </p:grpSp>
          <p:grpSp>
            <p:nvGrpSpPr>
              <p:cNvPr id="12416" name="Group 123">
                <a:extLst>
                  <a:ext uri="{FF2B5EF4-FFF2-40B4-BE49-F238E27FC236}">
                    <a16:creationId xmlns:a16="http://schemas.microsoft.com/office/drawing/2014/main" id="{61E5CB7B-7F6A-4234-A2D3-D5882BA5878E}"/>
                  </a:ext>
                </a:extLst>
              </p:cNvPr>
              <p:cNvGrpSpPr>
                <a:grpSpLocks/>
              </p:cNvGrpSpPr>
              <p:nvPr/>
            </p:nvGrpSpPr>
            <p:grpSpPr bwMode="auto">
              <a:xfrm>
                <a:off x="1928" y="3545"/>
                <a:ext cx="464" cy="214"/>
                <a:chOff x="1928" y="3545"/>
                <a:chExt cx="464" cy="214"/>
              </a:xfrm>
            </p:grpSpPr>
            <p:sp>
              <p:nvSpPr>
                <p:cNvPr id="12423" name="Rectangle 124">
                  <a:extLst>
                    <a:ext uri="{FF2B5EF4-FFF2-40B4-BE49-F238E27FC236}">
                      <a16:creationId xmlns:a16="http://schemas.microsoft.com/office/drawing/2014/main" id="{9C96C31D-125F-422C-B894-C31CCF631A9E}"/>
                    </a:ext>
                  </a:extLst>
                </p:cNvPr>
                <p:cNvSpPr>
                  <a:spLocks noChangeArrowheads="1"/>
                </p:cNvSpPr>
                <p:nvPr/>
              </p:nvSpPr>
              <p:spPr bwMode="auto">
                <a:xfrm>
                  <a:off x="1928" y="3560"/>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424" name="Rectangle 125">
                  <a:extLst>
                    <a:ext uri="{FF2B5EF4-FFF2-40B4-BE49-F238E27FC236}">
                      <a16:creationId xmlns:a16="http://schemas.microsoft.com/office/drawing/2014/main" id="{509C470F-1E20-495A-9E60-5C321C124C34}"/>
                    </a:ext>
                  </a:extLst>
                </p:cNvPr>
                <p:cNvSpPr>
                  <a:spLocks noChangeArrowheads="1"/>
                </p:cNvSpPr>
                <p:nvPr/>
              </p:nvSpPr>
              <p:spPr bwMode="auto">
                <a:xfrm>
                  <a:off x="2027" y="3545"/>
                  <a:ext cx="3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EX</a:t>
                  </a:r>
                </a:p>
              </p:txBody>
            </p:sp>
          </p:grpSp>
          <p:grpSp>
            <p:nvGrpSpPr>
              <p:cNvPr id="12417" name="Group 126">
                <a:extLst>
                  <a:ext uri="{FF2B5EF4-FFF2-40B4-BE49-F238E27FC236}">
                    <a16:creationId xmlns:a16="http://schemas.microsoft.com/office/drawing/2014/main" id="{6703D971-88D6-4FDB-861D-6A7B30A82557}"/>
                  </a:ext>
                </a:extLst>
              </p:cNvPr>
              <p:cNvGrpSpPr>
                <a:grpSpLocks/>
              </p:cNvGrpSpPr>
              <p:nvPr/>
            </p:nvGrpSpPr>
            <p:grpSpPr bwMode="auto">
              <a:xfrm>
                <a:off x="2408" y="3547"/>
                <a:ext cx="464" cy="214"/>
                <a:chOff x="2408" y="3547"/>
                <a:chExt cx="464" cy="214"/>
              </a:xfrm>
            </p:grpSpPr>
            <p:sp>
              <p:nvSpPr>
                <p:cNvPr id="12421" name="Rectangle 127">
                  <a:extLst>
                    <a:ext uri="{FF2B5EF4-FFF2-40B4-BE49-F238E27FC236}">
                      <a16:creationId xmlns:a16="http://schemas.microsoft.com/office/drawing/2014/main" id="{C0B6FE7C-C58B-4EF0-A37C-20547618592B}"/>
                    </a:ext>
                  </a:extLst>
                </p:cNvPr>
                <p:cNvSpPr>
                  <a:spLocks noChangeArrowheads="1"/>
                </p:cNvSpPr>
                <p:nvPr/>
              </p:nvSpPr>
              <p:spPr bwMode="auto">
                <a:xfrm>
                  <a:off x="2408" y="3560"/>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422" name="Rectangle 128">
                  <a:extLst>
                    <a:ext uri="{FF2B5EF4-FFF2-40B4-BE49-F238E27FC236}">
                      <a16:creationId xmlns:a16="http://schemas.microsoft.com/office/drawing/2014/main" id="{34D5C8C1-590A-41D5-9D56-EFD3409FC460}"/>
                    </a:ext>
                  </a:extLst>
                </p:cNvPr>
                <p:cNvSpPr>
                  <a:spLocks noChangeArrowheads="1"/>
                </p:cNvSpPr>
                <p:nvPr/>
              </p:nvSpPr>
              <p:spPr bwMode="auto">
                <a:xfrm>
                  <a:off x="2438" y="3547"/>
                  <a:ext cx="41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MEM</a:t>
                  </a:r>
                </a:p>
              </p:txBody>
            </p:sp>
          </p:grpSp>
          <p:grpSp>
            <p:nvGrpSpPr>
              <p:cNvPr id="12418" name="Group 129">
                <a:extLst>
                  <a:ext uri="{FF2B5EF4-FFF2-40B4-BE49-F238E27FC236}">
                    <a16:creationId xmlns:a16="http://schemas.microsoft.com/office/drawing/2014/main" id="{4B3EE7DE-A875-4B10-AA09-E842A2445C6E}"/>
                  </a:ext>
                </a:extLst>
              </p:cNvPr>
              <p:cNvGrpSpPr>
                <a:grpSpLocks/>
              </p:cNvGrpSpPr>
              <p:nvPr/>
            </p:nvGrpSpPr>
            <p:grpSpPr bwMode="auto">
              <a:xfrm>
                <a:off x="2888" y="3547"/>
                <a:ext cx="464" cy="214"/>
                <a:chOff x="2888" y="3547"/>
                <a:chExt cx="464" cy="214"/>
              </a:xfrm>
            </p:grpSpPr>
            <p:sp>
              <p:nvSpPr>
                <p:cNvPr id="12419" name="Rectangle 130">
                  <a:extLst>
                    <a:ext uri="{FF2B5EF4-FFF2-40B4-BE49-F238E27FC236}">
                      <a16:creationId xmlns:a16="http://schemas.microsoft.com/office/drawing/2014/main" id="{786D13BE-1B9E-4CCA-A48E-008DC245FF89}"/>
                    </a:ext>
                  </a:extLst>
                </p:cNvPr>
                <p:cNvSpPr>
                  <a:spLocks noChangeArrowheads="1"/>
                </p:cNvSpPr>
                <p:nvPr/>
              </p:nvSpPr>
              <p:spPr bwMode="auto">
                <a:xfrm>
                  <a:off x="2888" y="3560"/>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420" name="Rectangle 131">
                  <a:extLst>
                    <a:ext uri="{FF2B5EF4-FFF2-40B4-BE49-F238E27FC236}">
                      <a16:creationId xmlns:a16="http://schemas.microsoft.com/office/drawing/2014/main" id="{534B1911-9E8D-4FDE-AE61-95995E216A5A}"/>
                    </a:ext>
                  </a:extLst>
                </p:cNvPr>
                <p:cNvSpPr>
                  <a:spLocks noChangeArrowheads="1"/>
                </p:cNvSpPr>
                <p:nvPr/>
              </p:nvSpPr>
              <p:spPr bwMode="auto">
                <a:xfrm>
                  <a:off x="2966" y="3547"/>
                  <a:ext cx="30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WB</a:t>
                  </a:r>
                </a:p>
              </p:txBody>
            </p:sp>
          </p:grpSp>
        </p:grpSp>
        <p:sp>
          <p:nvSpPr>
            <p:cNvPr id="12394" name="Rectangle 132">
              <a:extLst>
                <a:ext uri="{FF2B5EF4-FFF2-40B4-BE49-F238E27FC236}">
                  <a16:creationId xmlns:a16="http://schemas.microsoft.com/office/drawing/2014/main" id="{72BB061D-DCE9-4F85-A49B-AC8A30AC39A1}"/>
                </a:ext>
              </a:extLst>
            </p:cNvPr>
            <p:cNvSpPr>
              <a:spLocks noChangeArrowheads="1"/>
            </p:cNvSpPr>
            <p:nvPr/>
          </p:nvSpPr>
          <p:spPr bwMode="auto">
            <a:xfrm>
              <a:off x="665" y="3559"/>
              <a:ext cx="41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Store</a:t>
              </a:r>
            </a:p>
          </p:txBody>
        </p:sp>
        <p:grpSp>
          <p:nvGrpSpPr>
            <p:cNvPr id="12397" name="Group 162">
              <a:extLst>
                <a:ext uri="{FF2B5EF4-FFF2-40B4-BE49-F238E27FC236}">
                  <a16:creationId xmlns:a16="http://schemas.microsoft.com/office/drawing/2014/main" id="{064791A5-2FE2-4DE4-BF32-99CD48CFD908}"/>
                </a:ext>
              </a:extLst>
            </p:cNvPr>
            <p:cNvGrpSpPr>
              <a:grpSpLocks/>
            </p:cNvGrpSpPr>
            <p:nvPr/>
          </p:nvGrpSpPr>
          <p:grpSpPr bwMode="auto">
            <a:xfrm>
              <a:off x="1621" y="3829"/>
              <a:ext cx="2582" cy="232"/>
              <a:chOff x="1496" y="3829"/>
              <a:chExt cx="2384" cy="232"/>
            </a:xfrm>
          </p:grpSpPr>
          <p:grpSp>
            <p:nvGrpSpPr>
              <p:cNvPr id="12399" name="Group 163">
                <a:extLst>
                  <a:ext uri="{FF2B5EF4-FFF2-40B4-BE49-F238E27FC236}">
                    <a16:creationId xmlns:a16="http://schemas.microsoft.com/office/drawing/2014/main" id="{4412E1E7-5CA5-480A-AA18-04981E824FC8}"/>
                  </a:ext>
                </a:extLst>
              </p:cNvPr>
              <p:cNvGrpSpPr>
                <a:grpSpLocks/>
              </p:cNvGrpSpPr>
              <p:nvPr/>
            </p:nvGrpSpPr>
            <p:grpSpPr bwMode="auto">
              <a:xfrm>
                <a:off x="1496" y="3829"/>
                <a:ext cx="464" cy="214"/>
                <a:chOff x="1496" y="3829"/>
                <a:chExt cx="464" cy="214"/>
              </a:xfrm>
            </p:grpSpPr>
            <p:sp>
              <p:nvSpPr>
                <p:cNvPr id="12412" name="Rectangle 164">
                  <a:extLst>
                    <a:ext uri="{FF2B5EF4-FFF2-40B4-BE49-F238E27FC236}">
                      <a16:creationId xmlns:a16="http://schemas.microsoft.com/office/drawing/2014/main" id="{BC4A2298-B33A-400D-B6FD-A6372492D240}"/>
                    </a:ext>
                  </a:extLst>
                </p:cNvPr>
                <p:cNvSpPr>
                  <a:spLocks noChangeArrowheads="1"/>
                </p:cNvSpPr>
                <p:nvPr/>
              </p:nvSpPr>
              <p:spPr bwMode="auto">
                <a:xfrm>
                  <a:off x="1496" y="3848"/>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413" name="Rectangle 165">
                  <a:extLst>
                    <a:ext uri="{FF2B5EF4-FFF2-40B4-BE49-F238E27FC236}">
                      <a16:creationId xmlns:a16="http://schemas.microsoft.com/office/drawing/2014/main" id="{7369BAF9-6A2A-46AF-8CB3-F30320D4A73B}"/>
                    </a:ext>
                  </a:extLst>
                </p:cNvPr>
                <p:cNvSpPr>
                  <a:spLocks noChangeArrowheads="1"/>
                </p:cNvSpPr>
                <p:nvPr/>
              </p:nvSpPr>
              <p:spPr bwMode="auto">
                <a:xfrm>
                  <a:off x="1609" y="3829"/>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IF</a:t>
                  </a:r>
                </a:p>
              </p:txBody>
            </p:sp>
          </p:grpSp>
          <p:grpSp>
            <p:nvGrpSpPr>
              <p:cNvPr id="12400" name="Group 166">
                <a:extLst>
                  <a:ext uri="{FF2B5EF4-FFF2-40B4-BE49-F238E27FC236}">
                    <a16:creationId xmlns:a16="http://schemas.microsoft.com/office/drawing/2014/main" id="{490122A9-BC3A-424C-8E26-482D427DB12E}"/>
                  </a:ext>
                </a:extLst>
              </p:cNvPr>
              <p:cNvGrpSpPr>
                <a:grpSpLocks/>
              </p:cNvGrpSpPr>
              <p:nvPr/>
            </p:nvGrpSpPr>
            <p:grpSpPr bwMode="auto">
              <a:xfrm>
                <a:off x="1976" y="3829"/>
                <a:ext cx="464" cy="214"/>
                <a:chOff x="1976" y="3829"/>
                <a:chExt cx="464" cy="214"/>
              </a:xfrm>
            </p:grpSpPr>
            <p:sp>
              <p:nvSpPr>
                <p:cNvPr id="12410" name="Rectangle 167">
                  <a:extLst>
                    <a:ext uri="{FF2B5EF4-FFF2-40B4-BE49-F238E27FC236}">
                      <a16:creationId xmlns:a16="http://schemas.microsoft.com/office/drawing/2014/main" id="{C1F04E3F-855C-4C3F-8898-CF56DF76CDE5}"/>
                    </a:ext>
                  </a:extLst>
                </p:cNvPr>
                <p:cNvSpPr>
                  <a:spLocks noChangeArrowheads="1"/>
                </p:cNvSpPr>
                <p:nvPr/>
              </p:nvSpPr>
              <p:spPr bwMode="auto">
                <a:xfrm>
                  <a:off x="1976" y="3848"/>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411" name="Rectangle 168">
                  <a:extLst>
                    <a:ext uri="{FF2B5EF4-FFF2-40B4-BE49-F238E27FC236}">
                      <a16:creationId xmlns:a16="http://schemas.microsoft.com/office/drawing/2014/main" id="{1D6DB504-2A06-4143-8BFE-9959088F2186}"/>
                    </a:ext>
                  </a:extLst>
                </p:cNvPr>
                <p:cNvSpPr>
                  <a:spLocks noChangeArrowheads="1"/>
                </p:cNvSpPr>
                <p:nvPr/>
              </p:nvSpPr>
              <p:spPr bwMode="auto">
                <a:xfrm>
                  <a:off x="2054" y="3829"/>
                  <a:ext cx="26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ID</a:t>
                  </a:r>
                </a:p>
              </p:txBody>
            </p:sp>
          </p:grpSp>
          <p:grpSp>
            <p:nvGrpSpPr>
              <p:cNvPr id="12401" name="Group 169">
                <a:extLst>
                  <a:ext uri="{FF2B5EF4-FFF2-40B4-BE49-F238E27FC236}">
                    <a16:creationId xmlns:a16="http://schemas.microsoft.com/office/drawing/2014/main" id="{A6225556-EAC7-4563-AD44-DF62CBAB6571}"/>
                  </a:ext>
                </a:extLst>
              </p:cNvPr>
              <p:cNvGrpSpPr>
                <a:grpSpLocks/>
              </p:cNvGrpSpPr>
              <p:nvPr/>
            </p:nvGrpSpPr>
            <p:grpSpPr bwMode="auto">
              <a:xfrm>
                <a:off x="2456" y="3829"/>
                <a:ext cx="464" cy="214"/>
                <a:chOff x="2456" y="3829"/>
                <a:chExt cx="464" cy="214"/>
              </a:xfrm>
            </p:grpSpPr>
            <p:sp>
              <p:nvSpPr>
                <p:cNvPr id="12408" name="Rectangle 170">
                  <a:extLst>
                    <a:ext uri="{FF2B5EF4-FFF2-40B4-BE49-F238E27FC236}">
                      <a16:creationId xmlns:a16="http://schemas.microsoft.com/office/drawing/2014/main" id="{06ADA68E-6EDA-4BDC-AB91-D79926E79A34}"/>
                    </a:ext>
                  </a:extLst>
                </p:cNvPr>
                <p:cNvSpPr>
                  <a:spLocks noChangeArrowheads="1"/>
                </p:cNvSpPr>
                <p:nvPr/>
              </p:nvSpPr>
              <p:spPr bwMode="auto">
                <a:xfrm>
                  <a:off x="2456" y="3848"/>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409" name="Rectangle 171">
                  <a:extLst>
                    <a:ext uri="{FF2B5EF4-FFF2-40B4-BE49-F238E27FC236}">
                      <a16:creationId xmlns:a16="http://schemas.microsoft.com/office/drawing/2014/main" id="{EB56B8C3-46D3-43C9-A916-2CDAD133BD83}"/>
                    </a:ext>
                  </a:extLst>
                </p:cNvPr>
                <p:cNvSpPr>
                  <a:spLocks noChangeArrowheads="1"/>
                </p:cNvSpPr>
                <p:nvPr/>
              </p:nvSpPr>
              <p:spPr bwMode="auto">
                <a:xfrm>
                  <a:off x="2533" y="3829"/>
                  <a:ext cx="27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EX</a:t>
                  </a:r>
                </a:p>
              </p:txBody>
            </p:sp>
          </p:grpSp>
          <p:grpSp>
            <p:nvGrpSpPr>
              <p:cNvPr id="12402" name="Group 172">
                <a:extLst>
                  <a:ext uri="{FF2B5EF4-FFF2-40B4-BE49-F238E27FC236}">
                    <a16:creationId xmlns:a16="http://schemas.microsoft.com/office/drawing/2014/main" id="{F78C694E-F756-48A9-A0A8-640B120AA431}"/>
                  </a:ext>
                </a:extLst>
              </p:cNvPr>
              <p:cNvGrpSpPr>
                <a:grpSpLocks/>
              </p:cNvGrpSpPr>
              <p:nvPr/>
            </p:nvGrpSpPr>
            <p:grpSpPr bwMode="auto">
              <a:xfrm>
                <a:off x="2936" y="3847"/>
                <a:ext cx="464" cy="214"/>
                <a:chOff x="2936" y="3847"/>
                <a:chExt cx="464" cy="214"/>
              </a:xfrm>
            </p:grpSpPr>
            <p:sp>
              <p:nvSpPr>
                <p:cNvPr id="12406" name="Rectangle 173">
                  <a:extLst>
                    <a:ext uri="{FF2B5EF4-FFF2-40B4-BE49-F238E27FC236}">
                      <a16:creationId xmlns:a16="http://schemas.microsoft.com/office/drawing/2014/main" id="{F2AF950A-93ED-455E-9574-C407442EFBCA}"/>
                    </a:ext>
                  </a:extLst>
                </p:cNvPr>
                <p:cNvSpPr>
                  <a:spLocks noChangeArrowheads="1"/>
                </p:cNvSpPr>
                <p:nvPr/>
              </p:nvSpPr>
              <p:spPr bwMode="auto">
                <a:xfrm>
                  <a:off x="2936" y="3848"/>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407" name="Rectangle 174">
                  <a:extLst>
                    <a:ext uri="{FF2B5EF4-FFF2-40B4-BE49-F238E27FC236}">
                      <a16:creationId xmlns:a16="http://schemas.microsoft.com/office/drawing/2014/main" id="{CBEBA070-3A95-46C2-83A3-7A96C0DB95DE}"/>
                    </a:ext>
                  </a:extLst>
                </p:cNvPr>
                <p:cNvSpPr>
                  <a:spLocks noChangeArrowheads="1"/>
                </p:cNvSpPr>
                <p:nvPr/>
              </p:nvSpPr>
              <p:spPr bwMode="auto">
                <a:xfrm>
                  <a:off x="2966" y="3847"/>
                  <a:ext cx="41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MEM</a:t>
                  </a:r>
                </a:p>
              </p:txBody>
            </p:sp>
          </p:grpSp>
          <p:grpSp>
            <p:nvGrpSpPr>
              <p:cNvPr id="12403" name="Group 175">
                <a:extLst>
                  <a:ext uri="{FF2B5EF4-FFF2-40B4-BE49-F238E27FC236}">
                    <a16:creationId xmlns:a16="http://schemas.microsoft.com/office/drawing/2014/main" id="{3C1F3196-1343-4396-812F-DA921975622C}"/>
                  </a:ext>
                </a:extLst>
              </p:cNvPr>
              <p:cNvGrpSpPr>
                <a:grpSpLocks/>
              </p:cNvGrpSpPr>
              <p:nvPr/>
            </p:nvGrpSpPr>
            <p:grpSpPr bwMode="auto">
              <a:xfrm>
                <a:off x="3416" y="3847"/>
                <a:ext cx="464" cy="214"/>
                <a:chOff x="3416" y="3847"/>
                <a:chExt cx="464" cy="214"/>
              </a:xfrm>
            </p:grpSpPr>
            <p:sp>
              <p:nvSpPr>
                <p:cNvPr id="12404" name="Rectangle 176">
                  <a:extLst>
                    <a:ext uri="{FF2B5EF4-FFF2-40B4-BE49-F238E27FC236}">
                      <a16:creationId xmlns:a16="http://schemas.microsoft.com/office/drawing/2014/main" id="{25715C7F-4EFF-46D9-AA40-372B0E9AE420}"/>
                    </a:ext>
                  </a:extLst>
                </p:cNvPr>
                <p:cNvSpPr>
                  <a:spLocks noChangeArrowheads="1"/>
                </p:cNvSpPr>
                <p:nvPr/>
              </p:nvSpPr>
              <p:spPr bwMode="auto">
                <a:xfrm>
                  <a:off x="3416" y="3848"/>
                  <a:ext cx="46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2405" name="Rectangle 177">
                  <a:extLst>
                    <a:ext uri="{FF2B5EF4-FFF2-40B4-BE49-F238E27FC236}">
                      <a16:creationId xmlns:a16="http://schemas.microsoft.com/office/drawing/2014/main" id="{7774FAA0-01B1-492C-AED0-431376AFA4D2}"/>
                    </a:ext>
                  </a:extLst>
                </p:cNvPr>
                <p:cNvSpPr>
                  <a:spLocks noChangeArrowheads="1"/>
                </p:cNvSpPr>
                <p:nvPr/>
              </p:nvSpPr>
              <p:spPr bwMode="auto">
                <a:xfrm>
                  <a:off x="3494" y="3847"/>
                  <a:ext cx="30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WB</a:t>
                  </a:r>
                </a:p>
              </p:txBody>
            </p:sp>
          </p:grpSp>
        </p:grpSp>
        <p:sp>
          <p:nvSpPr>
            <p:cNvPr id="12398" name="Rectangle 178">
              <a:extLst>
                <a:ext uri="{FF2B5EF4-FFF2-40B4-BE49-F238E27FC236}">
                  <a16:creationId xmlns:a16="http://schemas.microsoft.com/office/drawing/2014/main" id="{CC576BE1-99EF-45A9-A4E0-7813BB96BE9C}"/>
                </a:ext>
              </a:extLst>
            </p:cNvPr>
            <p:cNvSpPr>
              <a:spLocks noChangeArrowheads="1"/>
            </p:cNvSpPr>
            <p:nvPr/>
          </p:nvSpPr>
          <p:spPr bwMode="auto">
            <a:xfrm>
              <a:off x="1133" y="3847"/>
              <a:ext cx="49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R-type</a:t>
              </a:r>
            </a:p>
          </p:txBody>
        </p:sp>
      </p:grpSp>
      <p:sp>
        <p:nvSpPr>
          <p:cNvPr id="12381" name="Line 179">
            <a:extLst>
              <a:ext uri="{FF2B5EF4-FFF2-40B4-BE49-F238E27FC236}">
                <a16:creationId xmlns:a16="http://schemas.microsoft.com/office/drawing/2014/main" id="{340B0077-C11F-47AA-9FBB-903084016340}"/>
              </a:ext>
            </a:extLst>
          </p:cNvPr>
          <p:cNvSpPr>
            <a:spLocks noChangeShapeType="1"/>
          </p:cNvSpPr>
          <p:nvPr/>
        </p:nvSpPr>
        <p:spPr bwMode="auto">
          <a:xfrm flipV="1">
            <a:off x="1476375" y="8822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82" name="Rectangle 180">
            <a:extLst>
              <a:ext uri="{FF2B5EF4-FFF2-40B4-BE49-F238E27FC236}">
                <a16:creationId xmlns:a16="http://schemas.microsoft.com/office/drawing/2014/main" id="{860F61B8-A40E-437F-A734-0502C17B097D}"/>
              </a:ext>
            </a:extLst>
          </p:cNvPr>
          <p:cNvSpPr>
            <a:spLocks noChangeArrowheads="1"/>
          </p:cNvSpPr>
          <p:nvPr/>
        </p:nvSpPr>
        <p:spPr bwMode="auto">
          <a:xfrm>
            <a:off x="2701529" y="89058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1</a:t>
            </a:r>
          </a:p>
        </p:txBody>
      </p:sp>
      <p:sp>
        <p:nvSpPr>
          <p:cNvPr id="12383" name="Line 181">
            <a:extLst>
              <a:ext uri="{FF2B5EF4-FFF2-40B4-BE49-F238E27FC236}">
                <a16:creationId xmlns:a16="http://schemas.microsoft.com/office/drawing/2014/main" id="{22446BB9-D397-4657-89C0-01832A20BD68}"/>
              </a:ext>
            </a:extLst>
          </p:cNvPr>
          <p:cNvSpPr>
            <a:spLocks noChangeShapeType="1"/>
          </p:cNvSpPr>
          <p:nvPr/>
        </p:nvSpPr>
        <p:spPr bwMode="auto">
          <a:xfrm flipV="1">
            <a:off x="4386263" y="8822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84" name="Line 182">
            <a:extLst>
              <a:ext uri="{FF2B5EF4-FFF2-40B4-BE49-F238E27FC236}">
                <a16:creationId xmlns:a16="http://schemas.microsoft.com/office/drawing/2014/main" id="{01B4F7AD-FAF7-4C3D-8F1A-3835B41D34D3}"/>
              </a:ext>
            </a:extLst>
          </p:cNvPr>
          <p:cNvSpPr>
            <a:spLocks noChangeShapeType="1"/>
          </p:cNvSpPr>
          <p:nvPr/>
        </p:nvSpPr>
        <p:spPr bwMode="auto">
          <a:xfrm flipV="1">
            <a:off x="7419975" y="8822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85" name="Rectangle 183">
            <a:extLst>
              <a:ext uri="{FF2B5EF4-FFF2-40B4-BE49-F238E27FC236}">
                <a16:creationId xmlns:a16="http://schemas.microsoft.com/office/drawing/2014/main" id="{8CE403A3-FB87-43B1-A714-A2FB354B6F1C}"/>
              </a:ext>
            </a:extLst>
          </p:cNvPr>
          <p:cNvSpPr>
            <a:spLocks noChangeArrowheads="1"/>
          </p:cNvSpPr>
          <p:nvPr/>
        </p:nvSpPr>
        <p:spPr bwMode="auto">
          <a:xfrm>
            <a:off x="5611417" y="89058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2</a:t>
            </a:r>
          </a:p>
        </p:txBody>
      </p:sp>
      <p:sp>
        <p:nvSpPr>
          <p:cNvPr id="12386" name="Line 184">
            <a:extLst>
              <a:ext uri="{FF2B5EF4-FFF2-40B4-BE49-F238E27FC236}">
                <a16:creationId xmlns:a16="http://schemas.microsoft.com/office/drawing/2014/main" id="{AE9E0E52-D707-4EF3-B27D-ED29846D880C}"/>
              </a:ext>
            </a:extLst>
          </p:cNvPr>
          <p:cNvSpPr>
            <a:spLocks noChangeShapeType="1"/>
          </p:cNvSpPr>
          <p:nvPr/>
        </p:nvSpPr>
        <p:spPr bwMode="auto">
          <a:xfrm>
            <a:off x="1476375" y="996554"/>
            <a:ext cx="1176338"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87" name="Line 185">
            <a:extLst>
              <a:ext uri="{FF2B5EF4-FFF2-40B4-BE49-F238E27FC236}">
                <a16:creationId xmlns:a16="http://schemas.microsoft.com/office/drawing/2014/main" id="{BF0276BB-E6AB-4EF2-836C-4BB96E9FC9DC}"/>
              </a:ext>
            </a:extLst>
          </p:cNvPr>
          <p:cNvSpPr>
            <a:spLocks noChangeShapeType="1"/>
          </p:cNvSpPr>
          <p:nvPr/>
        </p:nvSpPr>
        <p:spPr bwMode="auto">
          <a:xfrm>
            <a:off x="4386262" y="996554"/>
            <a:ext cx="1176338"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88" name="Line 186">
            <a:extLst>
              <a:ext uri="{FF2B5EF4-FFF2-40B4-BE49-F238E27FC236}">
                <a16:creationId xmlns:a16="http://schemas.microsoft.com/office/drawing/2014/main" id="{92E3593A-CED1-4F61-9D93-9467D15B4E67}"/>
              </a:ext>
            </a:extLst>
          </p:cNvPr>
          <p:cNvSpPr>
            <a:spLocks noChangeShapeType="1"/>
          </p:cNvSpPr>
          <p:nvPr/>
        </p:nvSpPr>
        <p:spPr bwMode="auto">
          <a:xfrm flipH="1">
            <a:off x="6243637" y="996554"/>
            <a:ext cx="1176338"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89" name="Line 187">
            <a:extLst>
              <a:ext uri="{FF2B5EF4-FFF2-40B4-BE49-F238E27FC236}">
                <a16:creationId xmlns:a16="http://schemas.microsoft.com/office/drawing/2014/main" id="{39559D9D-5BCB-499F-B585-7A5CACC1FB77}"/>
              </a:ext>
            </a:extLst>
          </p:cNvPr>
          <p:cNvSpPr>
            <a:spLocks noChangeShapeType="1"/>
          </p:cNvSpPr>
          <p:nvPr/>
        </p:nvSpPr>
        <p:spPr bwMode="auto">
          <a:xfrm flipH="1">
            <a:off x="3395663" y="996554"/>
            <a:ext cx="866775"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2390" name="Line 188">
            <a:extLst>
              <a:ext uri="{FF2B5EF4-FFF2-40B4-BE49-F238E27FC236}">
                <a16:creationId xmlns:a16="http://schemas.microsoft.com/office/drawing/2014/main" id="{8B350392-1A2F-4DD1-8B88-179EEF28FAD9}"/>
              </a:ext>
            </a:extLst>
          </p:cNvPr>
          <p:cNvSpPr>
            <a:spLocks noChangeShapeType="1"/>
          </p:cNvSpPr>
          <p:nvPr/>
        </p:nvSpPr>
        <p:spPr bwMode="auto">
          <a:xfrm flipV="1">
            <a:off x="4386263" y="1110854"/>
            <a:ext cx="0" cy="11430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panose="020F0502020204030204" pitchFamily="34" charset="0"/>
              </a:rPr>
              <a:t>Pipeline Performance (1)</a:t>
            </a:r>
          </a:p>
        </p:txBody>
      </p:sp>
      <p:sp>
        <p:nvSpPr>
          <p:cNvPr id="3" name="Content Placeholder 2"/>
          <p:cNvSpPr>
            <a:spLocks noGrp="1"/>
          </p:cNvSpPr>
          <p:nvPr>
            <p:ph idx="1"/>
          </p:nvPr>
        </p:nvSpPr>
        <p:spPr>
          <a:xfrm>
            <a:off x="889232" y="844153"/>
            <a:ext cx="7797567" cy="1739656"/>
          </a:xfrm>
        </p:spPr>
        <p:txBody>
          <a:bodyPr/>
          <a:lstStyle/>
          <a:p>
            <a:r>
              <a:rPr lang="en-US" dirty="0"/>
              <a:t>Assume time for stages is</a:t>
            </a:r>
          </a:p>
          <a:p>
            <a:pPr lvl="1"/>
            <a:r>
              <a:rPr lang="en-US" dirty="0"/>
              <a:t>100 ns for register read or write</a:t>
            </a:r>
          </a:p>
          <a:p>
            <a:pPr lvl="1"/>
            <a:r>
              <a:rPr lang="en-US" dirty="0"/>
              <a:t>200 ns for other stages</a:t>
            </a:r>
          </a:p>
          <a:p>
            <a:r>
              <a:rPr lang="en-US" dirty="0"/>
              <a:t>Compare pipelined </a:t>
            </a:r>
            <a:r>
              <a:rPr lang="en-US" dirty="0" err="1"/>
              <a:t>datapath</a:t>
            </a:r>
            <a:r>
              <a:rPr lang="en-US" dirty="0"/>
              <a:t> with single-cycle </a:t>
            </a:r>
            <a:r>
              <a:rPr lang="en-US" dirty="0" err="1"/>
              <a:t>datapath</a:t>
            </a:r>
            <a:endParaRPr lang="en-US" dirty="0"/>
          </a:p>
        </p:txBody>
      </p:sp>
      <p:graphicFrame>
        <p:nvGraphicFramePr>
          <p:cNvPr id="6" name="Table 5"/>
          <p:cNvGraphicFramePr>
            <a:graphicFrameLocks noGrp="1"/>
          </p:cNvGraphicFramePr>
          <p:nvPr>
            <p:extLst/>
          </p:nvPr>
        </p:nvGraphicFramePr>
        <p:xfrm>
          <a:off x="1294978" y="2696081"/>
          <a:ext cx="6498393" cy="1766862"/>
        </p:xfrm>
        <a:graphic>
          <a:graphicData uri="http://schemas.openxmlformats.org/drawingml/2006/table">
            <a:tbl>
              <a:tblPr firstRow="1" bandRow="1">
                <a:tableStyleId>{5C22544A-7EE6-4342-B048-85BDC9FD1C3A}</a:tableStyleId>
              </a:tblPr>
              <a:tblGrid>
                <a:gridCol w="1115446">
                  <a:extLst>
                    <a:ext uri="{9D8B030D-6E8A-4147-A177-3AD203B41FA5}">
                      <a16:colId xmlns:a16="http://schemas.microsoft.com/office/drawing/2014/main" val="20000"/>
                    </a:ext>
                  </a:extLst>
                </a:gridCol>
                <a:gridCol w="572024">
                  <a:extLst>
                    <a:ext uri="{9D8B030D-6E8A-4147-A177-3AD203B41FA5}">
                      <a16:colId xmlns:a16="http://schemas.microsoft.com/office/drawing/2014/main" val="20001"/>
                    </a:ext>
                  </a:extLst>
                </a:gridCol>
                <a:gridCol w="1033202">
                  <a:extLst>
                    <a:ext uri="{9D8B030D-6E8A-4147-A177-3AD203B41FA5}">
                      <a16:colId xmlns:a16="http://schemas.microsoft.com/office/drawing/2014/main" val="20002"/>
                    </a:ext>
                  </a:extLst>
                </a:gridCol>
                <a:gridCol w="871764">
                  <a:extLst>
                    <a:ext uri="{9D8B030D-6E8A-4147-A177-3AD203B41FA5}">
                      <a16:colId xmlns:a16="http://schemas.microsoft.com/office/drawing/2014/main" val="20003"/>
                    </a:ext>
                  </a:extLst>
                </a:gridCol>
                <a:gridCol w="1288778">
                  <a:extLst>
                    <a:ext uri="{9D8B030D-6E8A-4147-A177-3AD203B41FA5}">
                      <a16:colId xmlns:a16="http://schemas.microsoft.com/office/drawing/2014/main" val="20004"/>
                    </a:ext>
                  </a:extLst>
                </a:gridCol>
                <a:gridCol w="1001042">
                  <a:extLst>
                    <a:ext uri="{9D8B030D-6E8A-4147-A177-3AD203B41FA5}">
                      <a16:colId xmlns:a16="http://schemas.microsoft.com/office/drawing/2014/main" val="20005"/>
                    </a:ext>
                  </a:extLst>
                </a:gridCol>
                <a:gridCol w="616137">
                  <a:extLst>
                    <a:ext uri="{9D8B030D-6E8A-4147-A177-3AD203B41FA5}">
                      <a16:colId xmlns:a16="http://schemas.microsoft.com/office/drawing/2014/main" val="20006"/>
                    </a:ext>
                  </a:extLst>
                </a:gridCol>
              </a:tblGrid>
              <a:tr h="467114">
                <a:tc>
                  <a:txBody>
                    <a:bodyPr/>
                    <a:lstStyle/>
                    <a:p>
                      <a:pPr algn="ctr"/>
                      <a:r>
                        <a:rPr lang="en-US" sz="1400" dirty="0"/>
                        <a:t>Instruction</a:t>
                      </a:r>
                    </a:p>
                  </a:txBody>
                  <a:tcPr marL="68580" marR="68580" marT="34290" marB="34290" anchor="ctr"/>
                </a:tc>
                <a:tc>
                  <a:txBody>
                    <a:bodyPr/>
                    <a:lstStyle/>
                    <a:p>
                      <a:pPr algn="ctr"/>
                      <a:r>
                        <a:rPr lang="en-US" sz="1400" dirty="0"/>
                        <a:t>IF</a:t>
                      </a:r>
                    </a:p>
                  </a:txBody>
                  <a:tcPr marL="68580" marR="68580" marT="34290" marB="34290" anchor="ctr"/>
                </a:tc>
                <a:tc>
                  <a:txBody>
                    <a:bodyPr/>
                    <a:lstStyle/>
                    <a:p>
                      <a:pPr algn="ctr"/>
                      <a:r>
                        <a:rPr lang="en-US" sz="1400" dirty="0" err="1"/>
                        <a:t>Reg</a:t>
                      </a:r>
                      <a:r>
                        <a:rPr lang="en-US" sz="1400" baseline="0" dirty="0"/>
                        <a:t> Read</a:t>
                      </a:r>
                      <a:endParaRPr lang="en-US" sz="1400" dirty="0"/>
                    </a:p>
                  </a:txBody>
                  <a:tcPr marL="68580" marR="68580" marT="34290" marB="34290" anchor="ctr"/>
                </a:tc>
                <a:tc>
                  <a:txBody>
                    <a:bodyPr/>
                    <a:lstStyle/>
                    <a:p>
                      <a:pPr algn="ctr"/>
                      <a:r>
                        <a:rPr lang="en-US" sz="1400" dirty="0"/>
                        <a:t>ALU</a:t>
                      </a:r>
                      <a:r>
                        <a:rPr lang="en-US" sz="1400" baseline="0" dirty="0"/>
                        <a:t> Op</a:t>
                      </a:r>
                      <a:endParaRPr lang="en-US" sz="1400" dirty="0"/>
                    </a:p>
                  </a:txBody>
                  <a:tcPr marL="68580" marR="68580" marT="34290" marB="34290" anchor="ctr"/>
                </a:tc>
                <a:tc>
                  <a:txBody>
                    <a:bodyPr/>
                    <a:lstStyle/>
                    <a:p>
                      <a:pPr algn="ctr"/>
                      <a:r>
                        <a:rPr lang="en-US" sz="1400" dirty="0"/>
                        <a:t>Mem Access</a:t>
                      </a:r>
                    </a:p>
                  </a:txBody>
                  <a:tcPr marL="68580" marR="68580" marT="34290" marB="34290" anchor="ctr"/>
                </a:tc>
                <a:tc>
                  <a:txBody>
                    <a:bodyPr/>
                    <a:lstStyle/>
                    <a:p>
                      <a:pPr algn="ctr"/>
                      <a:r>
                        <a:rPr lang="en-US" sz="1400" dirty="0" err="1"/>
                        <a:t>Reg</a:t>
                      </a:r>
                      <a:r>
                        <a:rPr lang="en-US" sz="1400" dirty="0"/>
                        <a:t> Write</a:t>
                      </a:r>
                    </a:p>
                  </a:txBody>
                  <a:tcPr marL="68580" marR="68580" marT="34290" marB="34290" anchor="ctr"/>
                </a:tc>
                <a:tc>
                  <a:txBody>
                    <a:bodyPr/>
                    <a:lstStyle/>
                    <a:p>
                      <a:pPr algn="ctr"/>
                      <a:r>
                        <a:rPr lang="en-US" sz="1400" dirty="0"/>
                        <a:t>Total</a:t>
                      </a:r>
                    </a:p>
                  </a:txBody>
                  <a:tcPr marL="68580" marR="68580" marT="34290" marB="34290" anchor="ctr"/>
                </a:tc>
                <a:extLst>
                  <a:ext uri="{0D108BD9-81ED-4DB2-BD59-A6C34878D82A}">
                    <a16:rowId xmlns:a16="http://schemas.microsoft.com/office/drawing/2014/main" val="10000"/>
                  </a:ext>
                </a:extLst>
              </a:tr>
              <a:tr h="324937">
                <a:tc>
                  <a:txBody>
                    <a:bodyPr/>
                    <a:lstStyle/>
                    <a:p>
                      <a:pPr algn="ctr"/>
                      <a:r>
                        <a:rPr lang="en-US" sz="1400" dirty="0" err="1"/>
                        <a:t>lw</a:t>
                      </a:r>
                      <a:endParaRPr lang="en-US" sz="1400" dirty="0"/>
                    </a:p>
                  </a:txBody>
                  <a:tcPr marL="68580" marR="68580" marT="34290" marB="34290" anchor="ctr"/>
                </a:tc>
                <a:tc>
                  <a:txBody>
                    <a:bodyPr/>
                    <a:lstStyle/>
                    <a:p>
                      <a:pPr algn="ctr"/>
                      <a:r>
                        <a:rPr lang="en-US" sz="1400" dirty="0"/>
                        <a:t>200</a:t>
                      </a:r>
                    </a:p>
                  </a:txBody>
                  <a:tcPr marL="68580" marR="68580" marT="34290" marB="34290" anchor="ctr"/>
                </a:tc>
                <a:tc>
                  <a:txBody>
                    <a:bodyPr/>
                    <a:lstStyle/>
                    <a:p>
                      <a:pPr algn="ctr"/>
                      <a:r>
                        <a:rPr lang="en-US" sz="1400" dirty="0"/>
                        <a:t>100</a:t>
                      </a:r>
                    </a:p>
                  </a:txBody>
                  <a:tcPr marL="68580" marR="68580" marT="34290" marB="34290" anchor="ctr"/>
                </a:tc>
                <a:tc>
                  <a:txBody>
                    <a:bodyPr/>
                    <a:lstStyle/>
                    <a:p>
                      <a:pPr algn="ctr"/>
                      <a:r>
                        <a:rPr lang="en-US" sz="1400" dirty="0"/>
                        <a:t>200</a:t>
                      </a:r>
                    </a:p>
                  </a:txBody>
                  <a:tcPr marL="68580" marR="68580" marT="34290" marB="34290" anchor="ctr"/>
                </a:tc>
                <a:tc>
                  <a:txBody>
                    <a:bodyPr/>
                    <a:lstStyle/>
                    <a:p>
                      <a:pPr algn="ctr"/>
                      <a:r>
                        <a:rPr lang="en-US" sz="1400" dirty="0"/>
                        <a:t>200</a:t>
                      </a:r>
                    </a:p>
                  </a:txBody>
                  <a:tcPr marL="68580" marR="68580" marT="34290" marB="34290" anchor="ctr"/>
                </a:tc>
                <a:tc>
                  <a:txBody>
                    <a:bodyPr/>
                    <a:lstStyle/>
                    <a:p>
                      <a:pPr algn="ctr"/>
                      <a:r>
                        <a:rPr lang="en-US" sz="1400" dirty="0"/>
                        <a:t>100</a:t>
                      </a:r>
                    </a:p>
                  </a:txBody>
                  <a:tcPr marL="68580" marR="68580" marT="34290" marB="34290" anchor="ctr"/>
                </a:tc>
                <a:tc>
                  <a:txBody>
                    <a:bodyPr/>
                    <a:lstStyle/>
                    <a:p>
                      <a:pPr algn="ctr"/>
                      <a:r>
                        <a:rPr lang="en-US" sz="1400" b="1" dirty="0">
                          <a:solidFill>
                            <a:srgbClr val="FF0000"/>
                          </a:solidFill>
                        </a:rPr>
                        <a:t>800</a:t>
                      </a:r>
                    </a:p>
                  </a:txBody>
                  <a:tcPr marL="68580" marR="68580" marT="34290" marB="34290" anchor="ctr"/>
                </a:tc>
                <a:extLst>
                  <a:ext uri="{0D108BD9-81ED-4DB2-BD59-A6C34878D82A}">
                    <a16:rowId xmlns:a16="http://schemas.microsoft.com/office/drawing/2014/main" val="10001"/>
                  </a:ext>
                </a:extLst>
              </a:tr>
              <a:tr h="324937">
                <a:tc>
                  <a:txBody>
                    <a:bodyPr/>
                    <a:lstStyle/>
                    <a:p>
                      <a:pPr algn="ctr"/>
                      <a:r>
                        <a:rPr lang="en-US" sz="1400" dirty="0" err="1"/>
                        <a:t>sw</a:t>
                      </a:r>
                      <a:endParaRPr lang="en-US" sz="1400" dirty="0"/>
                    </a:p>
                  </a:txBody>
                  <a:tcPr marL="68580" marR="68580" marT="34290" marB="34290" anchor="ctr"/>
                </a:tc>
                <a:tc>
                  <a:txBody>
                    <a:bodyPr/>
                    <a:lstStyle/>
                    <a:p>
                      <a:pPr algn="ctr"/>
                      <a:r>
                        <a:rPr lang="en-US" sz="1400" dirty="0"/>
                        <a:t>200</a:t>
                      </a:r>
                    </a:p>
                  </a:txBody>
                  <a:tcPr marL="68580" marR="68580" marT="34290" marB="34290" anchor="ctr"/>
                </a:tc>
                <a:tc>
                  <a:txBody>
                    <a:bodyPr/>
                    <a:lstStyle/>
                    <a:p>
                      <a:pPr algn="ctr"/>
                      <a:r>
                        <a:rPr lang="en-US" sz="1400" dirty="0"/>
                        <a:t>100</a:t>
                      </a:r>
                    </a:p>
                  </a:txBody>
                  <a:tcPr marL="68580" marR="68580" marT="34290" marB="34290" anchor="ctr"/>
                </a:tc>
                <a:tc>
                  <a:txBody>
                    <a:bodyPr/>
                    <a:lstStyle/>
                    <a:p>
                      <a:pPr algn="ctr"/>
                      <a:r>
                        <a:rPr lang="en-US" sz="1400" dirty="0"/>
                        <a:t>200</a:t>
                      </a:r>
                    </a:p>
                  </a:txBody>
                  <a:tcPr marL="68580" marR="68580" marT="34290" marB="34290" anchor="ctr"/>
                </a:tc>
                <a:tc>
                  <a:txBody>
                    <a:bodyPr/>
                    <a:lstStyle/>
                    <a:p>
                      <a:pPr algn="ctr"/>
                      <a:r>
                        <a:rPr lang="en-US" sz="1400" dirty="0"/>
                        <a:t>200</a:t>
                      </a:r>
                    </a:p>
                  </a:txBody>
                  <a:tcPr marL="68580" marR="68580" marT="34290" marB="34290" anchor="ctr"/>
                </a:tc>
                <a:tc>
                  <a:txBody>
                    <a:bodyPr/>
                    <a:lstStyle/>
                    <a:p>
                      <a:pPr algn="ctr"/>
                      <a:endParaRPr lang="en-US" sz="1400" dirty="0"/>
                    </a:p>
                  </a:txBody>
                  <a:tcPr marL="68580" marR="68580" marT="34290" marB="34290" anchor="ctr"/>
                </a:tc>
                <a:tc>
                  <a:txBody>
                    <a:bodyPr/>
                    <a:lstStyle/>
                    <a:p>
                      <a:pPr algn="ctr"/>
                      <a:r>
                        <a:rPr lang="en-US" sz="1400" dirty="0"/>
                        <a:t>700</a:t>
                      </a:r>
                    </a:p>
                  </a:txBody>
                  <a:tcPr marL="68580" marR="68580" marT="34290" marB="34290" anchor="ctr"/>
                </a:tc>
                <a:extLst>
                  <a:ext uri="{0D108BD9-81ED-4DB2-BD59-A6C34878D82A}">
                    <a16:rowId xmlns:a16="http://schemas.microsoft.com/office/drawing/2014/main" val="10002"/>
                  </a:ext>
                </a:extLst>
              </a:tr>
              <a:tr h="324937">
                <a:tc>
                  <a:txBody>
                    <a:bodyPr/>
                    <a:lstStyle/>
                    <a:p>
                      <a:pPr algn="ctr"/>
                      <a:r>
                        <a:rPr lang="en-US" sz="1400" dirty="0"/>
                        <a:t>R-format</a:t>
                      </a:r>
                    </a:p>
                  </a:txBody>
                  <a:tcPr marL="68580" marR="68580" marT="34290" marB="34290" anchor="ctr"/>
                </a:tc>
                <a:tc>
                  <a:txBody>
                    <a:bodyPr/>
                    <a:lstStyle/>
                    <a:p>
                      <a:pPr algn="ctr"/>
                      <a:r>
                        <a:rPr lang="en-US" sz="1400" dirty="0"/>
                        <a:t>200</a:t>
                      </a:r>
                    </a:p>
                  </a:txBody>
                  <a:tcPr marL="68580" marR="68580" marT="34290" marB="34290" anchor="ctr"/>
                </a:tc>
                <a:tc>
                  <a:txBody>
                    <a:bodyPr/>
                    <a:lstStyle/>
                    <a:p>
                      <a:pPr algn="ctr"/>
                      <a:r>
                        <a:rPr lang="en-US" sz="1400" dirty="0"/>
                        <a:t>100</a:t>
                      </a:r>
                    </a:p>
                  </a:txBody>
                  <a:tcPr marL="68580" marR="68580" marT="34290" marB="34290" anchor="ctr"/>
                </a:tc>
                <a:tc>
                  <a:txBody>
                    <a:bodyPr/>
                    <a:lstStyle/>
                    <a:p>
                      <a:pPr algn="ctr"/>
                      <a:r>
                        <a:rPr lang="en-US" sz="1400" dirty="0"/>
                        <a:t>200</a:t>
                      </a:r>
                    </a:p>
                  </a:txBody>
                  <a:tcPr marL="68580" marR="68580" marT="34290" marB="34290" anchor="ctr"/>
                </a:tc>
                <a:tc>
                  <a:txBody>
                    <a:bodyPr/>
                    <a:lstStyle/>
                    <a:p>
                      <a:pPr algn="ctr"/>
                      <a:endParaRPr lang="en-US" sz="1400" dirty="0"/>
                    </a:p>
                  </a:txBody>
                  <a:tcPr marL="68580" marR="68580" marT="34290" marB="34290" anchor="ctr"/>
                </a:tc>
                <a:tc>
                  <a:txBody>
                    <a:bodyPr/>
                    <a:lstStyle/>
                    <a:p>
                      <a:pPr algn="ctr"/>
                      <a:r>
                        <a:rPr lang="en-US" sz="1400" dirty="0"/>
                        <a:t>100</a:t>
                      </a:r>
                    </a:p>
                  </a:txBody>
                  <a:tcPr marL="68580" marR="68580" marT="34290" marB="34290" anchor="ctr"/>
                </a:tc>
                <a:tc>
                  <a:txBody>
                    <a:bodyPr/>
                    <a:lstStyle/>
                    <a:p>
                      <a:pPr algn="ctr"/>
                      <a:r>
                        <a:rPr lang="en-US" sz="1400" dirty="0"/>
                        <a:t>600</a:t>
                      </a:r>
                    </a:p>
                  </a:txBody>
                  <a:tcPr marL="68580" marR="68580" marT="34290" marB="34290" anchor="ctr"/>
                </a:tc>
                <a:extLst>
                  <a:ext uri="{0D108BD9-81ED-4DB2-BD59-A6C34878D82A}">
                    <a16:rowId xmlns:a16="http://schemas.microsoft.com/office/drawing/2014/main" val="10003"/>
                  </a:ext>
                </a:extLst>
              </a:tr>
              <a:tr h="324937">
                <a:tc>
                  <a:txBody>
                    <a:bodyPr/>
                    <a:lstStyle/>
                    <a:p>
                      <a:pPr algn="ctr"/>
                      <a:r>
                        <a:rPr lang="en-US" sz="1400" dirty="0" err="1"/>
                        <a:t>beq</a:t>
                      </a:r>
                      <a:endParaRPr lang="en-US" sz="1400" dirty="0"/>
                    </a:p>
                  </a:txBody>
                  <a:tcPr marL="68580" marR="68580" marT="34290" marB="34290" anchor="ctr"/>
                </a:tc>
                <a:tc>
                  <a:txBody>
                    <a:bodyPr/>
                    <a:lstStyle/>
                    <a:p>
                      <a:pPr algn="ctr"/>
                      <a:r>
                        <a:rPr lang="en-US" sz="1400" dirty="0"/>
                        <a:t>200</a:t>
                      </a:r>
                    </a:p>
                  </a:txBody>
                  <a:tcPr marL="68580" marR="68580" marT="34290" marB="34290" anchor="ctr"/>
                </a:tc>
                <a:tc>
                  <a:txBody>
                    <a:bodyPr/>
                    <a:lstStyle/>
                    <a:p>
                      <a:pPr algn="ctr"/>
                      <a:r>
                        <a:rPr lang="en-US" sz="1400" dirty="0"/>
                        <a:t>100</a:t>
                      </a:r>
                    </a:p>
                  </a:txBody>
                  <a:tcPr marL="68580" marR="68580" marT="34290" marB="34290" anchor="ctr"/>
                </a:tc>
                <a:tc>
                  <a:txBody>
                    <a:bodyPr/>
                    <a:lstStyle/>
                    <a:p>
                      <a:pPr algn="ctr"/>
                      <a:r>
                        <a:rPr lang="en-US" sz="1400" dirty="0"/>
                        <a:t>200</a:t>
                      </a:r>
                    </a:p>
                  </a:txBody>
                  <a:tcPr marL="68580" marR="68580" marT="34290" marB="34290" anchor="ctr"/>
                </a:tc>
                <a:tc>
                  <a:txBody>
                    <a:bodyPr/>
                    <a:lstStyle/>
                    <a:p>
                      <a:pPr algn="ctr"/>
                      <a:endParaRPr lang="en-US" sz="1400" dirty="0"/>
                    </a:p>
                  </a:txBody>
                  <a:tcPr marL="68580" marR="68580" marT="34290" marB="34290" anchor="ctr"/>
                </a:tc>
                <a:tc>
                  <a:txBody>
                    <a:bodyPr/>
                    <a:lstStyle/>
                    <a:p>
                      <a:pPr algn="ctr"/>
                      <a:endParaRPr lang="en-US" sz="1400" dirty="0"/>
                    </a:p>
                  </a:txBody>
                  <a:tcPr marL="68580" marR="68580" marT="34290" marB="34290" anchor="ctr"/>
                </a:tc>
                <a:tc>
                  <a:txBody>
                    <a:bodyPr/>
                    <a:lstStyle/>
                    <a:p>
                      <a:pPr algn="ctr"/>
                      <a:r>
                        <a:rPr lang="en-US" sz="1400" dirty="0"/>
                        <a:t>500</a:t>
                      </a:r>
                    </a:p>
                  </a:txBody>
                  <a:tcPr marL="68580" marR="68580" marT="34290" marB="34290" anchor="ctr"/>
                </a:tc>
                <a:extLst>
                  <a:ext uri="{0D108BD9-81ED-4DB2-BD59-A6C34878D82A}">
                    <a16:rowId xmlns:a16="http://schemas.microsoft.com/office/drawing/2014/main" val="10004"/>
                  </a:ext>
                </a:extLst>
              </a:tr>
            </a:tbl>
          </a:graphicData>
        </a:graphic>
      </p:graphicFrame>
      <p:sp>
        <p:nvSpPr>
          <p:cNvPr id="7" name="灯片编号占位符 6">
            <a:extLst>
              <a:ext uri="{FF2B5EF4-FFF2-40B4-BE49-F238E27FC236}">
                <a16:creationId xmlns:a16="http://schemas.microsoft.com/office/drawing/2014/main" id="{1A483D99-E0AB-48EA-ABF6-44DEDAED1DDA}"/>
              </a:ext>
            </a:extLst>
          </p:cNvPr>
          <p:cNvSpPr>
            <a:spLocks noGrp="1"/>
          </p:cNvSpPr>
          <p:nvPr>
            <p:ph type="sldNum" sz="quarter" idx="10"/>
          </p:nvPr>
        </p:nvSpPr>
        <p:spPr/>
        <p:txBody>
          <a:bodyPr/>
          <a:lstStyle/>
          <a:p>
            <a:fld id="{D9B6BDF2-6896-4B98-8776-C18582F63BA5}" type="slidenum">
              <a:rPr lang="zh-TW" altLang="en-US" smtClean="0"/>
              <a:pPr/>
              <a:t>7</a:t>
            </a:fld>
            <a:endParaRPr lang="zh-TW" altLang="en-US"/>
          </a:p>
        </p:txBody>
      </p:sp>
    </p:spTree>
    <p:extLst>
      <p:ext uri="{BB962C8B-B14F-4D97-AF65-F5344CB8AC3E}">
        <p14:creationId xmlns:p14="http://schemas.microsoft.com/office/powerpoint/2010/main" val="1074496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1790945" y="804437"/>
            <a:ext cx="5480433" cy="3803421"/>
          </a:xfrm>
          <a:prstGeom prst="rect">
            <a:avLst/>
          </a:prstGeom>
        </p:spPr>
      </p:pic>
      <p:sp>
        <p:nvSpPr>
          <p:cNvPr id="2" name="Title 1"/>
          <p:cNvSpPr>
            <a:spLocks noGrp="1"/>
          </p:cNvSpPr>
          <p:nvPr>
            <p:ph type="title"/>
          </p:nvPr>
        </p:nvSpPr>
        <p:spPr/>
        <p:txBody>
          <a:bodyPr/>
          <a:lstStyle/>
          <a:p>
            <a:r>
              <a:rPr lang="en-US" dirty="0"/>
              <a:t>Pipeline Performance (2)</a:t>
            </a:r>
          </a:p>
        </p:txBody>
      </p:sp>
      <p:sp>
        <p:nvSpPr>
          <p:cNvPr id="3" name="灯片编号占位符 2">
            <a:extLst>
              <a:ext uri="{FF2B5EF4-FFF2-40B4-BE49-F238E27FC236}">
                <a16:creationId xmlns:a16="http://schemas.microsoft.com/office/drawing/2014/main" id="{E2487C52-CE91-46DD-B580-2C2F435DBB72}"/>
              </a:ext>
            </a:extLst>
          </p:cNvPr>
          <p:cNvSpPr>
            <a:spLocks noGrp="1"/>
          </p:cNvSpPr>
          <p:nvPr>
            <p:ph type="sldNum" sz="quarter" idx="10"/>
          </p:nvPr>
        </p:nvSpPr>
        <p:spPr/>
        <p:txBody>
          <a:bodyPr/>
          <a:lstStyle/>
          <a:p>
            <a:fld id="{D9B6BDF2-6896-4B98-8776-C18582F63BA5}" type="slidenum">
              <a:rPr lang="zh-TW" altLang="en-US" smtClean="0"/>
              <a:pPr/>
              <a:t>8</a:t>
            </a:fld>
            <a:endParaRPr lang="zh-TW" altLang="en-US"/>
          </a:p>
        </p:txBody>
      </p:sp>
    </p:spTree>
    <p:extLst>
      <p:ext uri="{BB962C8B-B14F-4D97-AF65-F5344CB8AC3E}">
        <p14:creationId xmlns:p14="http://schemas.microsoft.com/office/powerpoint/2010/main" val="876880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Pipeline Speedup</a:t>
            </a:r>
          </a:p>
        </p:txBody>
      </p:sp>
      <p:sp>
        <p:nvSpPr>
          <p:cNvPr id="3" name="Content Placeholder 2"/>
          <p:cNvSpPr>
            <a:spLocks noGrp="1"/>
          </p:cNvSpPr>
          <p:nvPr>
            <p:ph idx="1"/>
          </p:nvPr>
        </p:nvSpPr>
        <p:spPr>
          <a:xfrm>
            <a:off x="998290" y="844153"/>
            <a:ext cx="7688510" cy="3671888"/>
          </a:xfrm>
        </p:spPr>
        <p:txBody>
          <a:bodyPr>
            <a:normAutofit/>
          </a:bodyPr>
          <a:lstStyle/>
          <a:p>
            <a:r>
              <a:rPr lang="en-US" dirty="0"/>
              <a:t>If all stages are balanced, i.e., all take the same time</a:t>
            </a:r>
          </a:p>
          <a:p>
            <a:endParaRPr lang="en-US" dirty="0"/>
          </a:p>
          <a:p>
            <a:endParaRPr lang="en-US" dirty="0"/>
          </a:p>
          <a:p>
            <a:endParaRPr lang="en-US" dirty="0"/>
          </a:p>
          <a:p>
            <a:r>
              <a:rPr lang="en-US" dirty="0"/>
              <a:t>If not balanced, speedup is less</a:t>
            </a:r>
          </a:p>
          <a:p>
            <a:r>
              <a:rPr lang="en-US" dirty="0"/>
              <a:t>Speedup due to increased </a:t>
            </a:r>
            <a:r>
              <a:rPr lang="en-US" b="1" dirty="0">
                <a:solidFill>
                  <a:srgbClr val="FF0000"/>
                </a:solidFill>
              </a:rPr>
              <a:t>throughput</a:t>
            </a:r>
          </a:p>
          <a:p>
            <a:pPr lvl="1"/>
            <a:r>
              <a:rPr lang="en-US" b="1" dirty="0">
                <a:solidFill>
                  <a:srgbClr val="FF0000"/>
                </a:solidFill>
              </a:rPr>
              <a:t>Latency</a:t>
            </a:r>
            <a:r>
              <a:rPr lang="en-US" dirty="0">
                <a:solidFill>
                  <a:srgbClr val="FF0000"/>
                </a:solidFill>
              </a:rPr>
              <a:t> </a:t>
            </a:r>
            <a:r>
              <a:rPr lang="en-US" dirty="0"/>
              <a:t>(time for each instruction) does not decrease</a:t>
            </a:r>
          </a:p>
        </p:txBody>
      </p:sp>
      <p:graphicFrame>
        <p:nvGraphicFramePr>
          <p:cNvPr id="10" name="Table 9"/>
          <p:cNvGraphicFramePr>
            <a:graphicFrameLocks noGrp="1"/>
          </p:cNvGraphicFramePr>
          <p:nvPr>
            <p:extLst/>
          </p:nvPr>
        </p:nvGraphicFramePr>
        <p:xfrm>
          <a:off x="1013012" y="1559859"/>
          <a:ext cx="6840070" cy="977074"/>
        </p:xfrm>
        <a:graphic>
          <a:graphicData uri="http://schemas.openxmlformats.org/drawingml/2006/table">
            <a:tbl>
              <a:tblPr firstRow="1" bandRow="1">
                <a:tableStyleId>{5940675A-B579-460E-94D1-54222C63F5DA}</a:tableStyleId>
              </a:tblPr>
              <a:tblGrid>
                <a:gridCol w="3402851">
                  <a:extLst>
                    <a:ext uri="{9D8B030D-6E8A-4147-A177-3AD203B41FA5}">
                      <a16:colId xmlns:a16="http://schemas.microsoft.com/office/drawing/2014/main" val="20000"/>
                    </a:ext>
                  </a:extLst>
                </a:gridCol>
                <a:gridCol w="3437219">
                  <a:extLst>
                    <a:ext uri="{9D8B030D-6E8A-4147-A177-3AD203B41FA5}">
                      <a16:colId xmlns:a16="http://schemas.microsoft.com/office/drawing/2014/main" val="20001"/>
                    </a:ext>
                  </a:extLst>
                </a:gridCol>
              </a:tblGrid>
              <a:tr h="488537">
                <a:tc rowSpan="2">
                  <a:txBody>
                    <a:bodyPr/>
                    <a:lstStyle/>
                    <a:p>
                      <a:pPr algn="ctr"/>
                      <a:r>
                        <a:rPr lang="en-US" sz="1600" dirty="0"/>
                        <a:t>Time between </a:t>
                      </a:r>
                      <a:r>
                        <a:rPr lang="en-US" sz="1600" dirty="0" err="1"/>
                        <a:t>instructions</a:t>
                      </a:r>
                      <a:r>
                        <a:rPr lang="en-US" sz="1600" baseline="-25000" dirty="0" err="1"/>
                        <a:t>pipelined</a:t>
                      </a:r>
                      <a:r>
                        <a:rPr lang="en-US" sz="1600" baseline="0" dirty="0"/>
                        <a:t> =</a:t>
                      </a:r>
                    </a:p>
                  </a:txBody>
                  <a:tcPr marL="68580" marR="68580"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Time between </a:t>
                      </a:r>
                      <a:r>
                        <a:rPr lang="en-US" sz="1600" dirty="0" err="1"/>
                        <a:t>instructions</a:t>
                      </a:r>
                      <a:r>
                        <a:rPr lang="en-US" sz="1600" baseline="-25000" dirty="0" err="1"/>
                        <a:t>nonpipelined</a:t>
                      </a:r>
                      <a:endParaRPr lang="en-US" sz="1600" baseline="-25000" dirty="0"/>
                    </a:p>
                  </a:txBody>
                  <a:tcPr marL="68580" marR="68580" marT="34290" marB="3429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88537">
                <a:tc vMerge="1">
                  <a:txBody>
                    <a:bodyPr/>
                    <a:lstStyle/>
                    <a:p>
                      <a:endParaRPr lang="en-US" dirty="0"/>
                    </a:p>
                  </a:txBody>
                  <a:tcPr/>
                </a:tc>
                <a:tc>
                  <a:txBody>
                    <a:bodyPr/>
                    <a:lstStyle/>
                    <a:p>
                      <a:pPr algn="ctr"/>
                      <a:r>
                        <a:rPr lang="en-US" sz="1600" dirty="0"/>
                        <a:t>Number of pipeline stages</a:t>
                      </a:r>
                    </a:p>
                  </a:txBody>
                  <a:tcPr marL="68580" marR="68580" marT="34290" marB="34290" anchor="ctr">
                    <a:lnL w="12700" cmpd="sng">
                      <a:noFill/>
                    </a:lnL>
                    <a:lnR w="12700" cmpd="sng">
                      <a:noFill/>
                    </a:lnR>
                    <a:lnT w="285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6" name="灯片编号占位符 5">
            <a:extLst>
              <a:ext uri="{FF2B5EF4-FFF2-40B4-BE49-F238E27FC236}">
                <a16:creationId xmlns:a16="http://schemas.microsoft.com/office/drawing/2014/main" id="{4D76C7C0-529A-49C3-958B-F831390B9FE6}"/>
              </a:ext>
            </a:extLst>
          </p:cNvPr>
          <p:cNvSpPr>
            <a:spLocks noGrp="1"/>
          </p:cNvSpPr>
          <p:nvPr>
            <p:ph type="sldNum" sz="quarter" idx="10"/>
          </p:nvPr>
        </p:nvSpPr>
        <p:spPr/>
        <p:txBody>
          <a:bodyPr/>
          <a:lstStyle/>
          <a:p>
            <a:fld id="{D9B6BDF2-6896-4B98-8776-C18582F63BA5}" type="slidenum">
              <a:rPr lang="zh-TW" altLang="en-US" smtClean="0"/>
              <a:pPr/>
              <a:t>9</a:t>
            </a:fld>
            <a:endParaRPr lang="zh-TW" altLang="en-US"/>
          </a:p>
        </p:txBody>
      </p:sp>
    </p:spTree>
    <p:extLst>
      <p:ext uri="{BB962C8B-B14F-4D97-AF65-F5344CB8AC3E}">
        <p14:creationId xmlns:p14="http://schemas.microsoft.com/office/powerpoint/2010/main" val="2935723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Pipeline and ISA Design</a:t>
            </a:r>
          </a:p>
        </p:txBody>
      </p:sp>
      <p:sp>
        <p:nvSpPr>
          <p:cNvPr id="3" name="Content Placeholder 2"/>
          <p:cNvSpPr>
            <a:spLocks noGrp="1"/>
          </p:cNvSpPr>
          <p:nvPr>
            <p:ph idx="1"/>
          </p:nvPr>
        </p:nvSpPr>
        <p:spPr>
          <a:xfrm>
            <a:off x="1040234" y="844153"/>
            <a:ext cx="7646565" cy="3671888"/>
          </a:xfrm>
        </p:spPr>
        <p:txBody>
          <a:bodyPr>
            <a:normAutofit/>
          </a:bodyPr>
          <a:lstStyle/>
          <a:p>
            <a:r>
              <a:rPr lang="en-US" dirty="0"/>
              <a:t>MIPS ISA designed for pipelining</a:t>
            </a:r>
          </a:p>
          <a:p>
            <a:pPr lvl="1"/>
            <a:r>
              <a:rPr lang="en-US" dirty="0"/>
              <a:t>All </a:t>
            </a:r>
            <a:r>
              <a:rPr lang="en-US" b="1" dirty="0">
                <a:solidFill>
                  <a:srgbClr val="FF0000"/>
                </a:solidFill>
              </a:rPr>
              <a:t>instructions</a:t>
            </a:r>
            <a:r>
              <a:rPr lang="en-US" dirty="0">
                <a:solidFill>
                  <a:schemeClr val="accent1"/>
                </a:solidFill>
              </a:rPr>
              <a:t> </a:t>
            </a:r>
            <a:r>
              <a:rPr lang="en-US" dirty="0"/>
              <a:t>are </a:t>
            </a:r>
            <a:r>
              <a:rPr lang="en-US" b="1" dirty="0">
                <a:solidFill>
                  <a:srgbClr val="FF0000"/>
                </a:solidFill>
              </a:rPr>
              <a:t>32-bits</a:t>
            </a:r>
          </a:p>
          <a:p>
            <a:pPr lvl="2"/>
            <a:r>
              <a:rPr lang="en-US" dirty="0"/>
              <a:t>Easier to fetch and decode in one cycle</a:t>
            </a:r>
          </a:p>
          <a:p>
            <a:pPr lvl="2"/>
            <a:r>
              <a:rPr lang="en-US" dirty="0"/>
              <a:t>c.f. x86: 1- to 17-byte instructions</a:t>
            </a:r>
          </a:p>
          <a:p>
            <a:pPr lvl="1"/>
            <a:r>
              <a:rPr lang="en-US" dirty="0"/>
              <a:t>Few and </a:t>
            </a:r>
            <a:r>
              <a:rPr lang="en-US" b="1" dirty="0">
                <a:solidFill>
                  <a:srgbClr val="FF0000"/>
                </a:solidFill>
              </a:rPr>
              <a:t>regular</a:t>
            </a:r>
            <a:r>
              <a:rPr lang="en-US" dirty="0">
                <a:solidFill>
                  <a:schemeClr val="accent1"/>
                </a:solidFill>
              </a:rPr>
              <a:t> </a:t>
            </a:r>
            <a:r>
              <a:rPr lang="en-US" dirty="0"/>
              <a:t>instruction </a:t>
            </a:r>
            <a:r>
              <a:rPr lang="en-US" b="1" dirty="0">
                <a:solidFill>
                  <a:srgbClr val="FF0000"/>
                </a:solidFill>
              </a:rPr>
              <a:t>formats</a:t>
            </a:r>
          </a:p>
          <a:p>
            <a:pPr lvl="2"/>
            <a:r>
              <a:rPr lang="en-US" dirty="0"/>
              <a:t>Can decode and read registers in one step</a:t>
            </a:r>
          </a:p>
          <a:p>
            <a:pPr lvl="1"/>
            <a:r>
              <a:rPr lang="en-US" dirty="0"/>
              <a:t>Load/store addressing</a:t>
            </a:r>
          </a:p>
          <a:p>
            <a:pPr lvl="2"/>
            <a:r>
              <a:rPr lang="en-US" dirty="0"/>
              <a:t>Can </a:t>
            </a:r>
            <a:r>
              <a:rPr lang="en-US" b="1" dirty="0">
                <a:solidFill>
                  <a:srgbClr val="FF0000"/>
                </a:solidFill>
              </a:rPr>
              <a:t>calculate address</a:t>
            </a:r>
            <a:r>
              <a:rPr lang="en-US" dirty="0">
                <a:solidFill>
                  <a:srgbClr val="FF0000"/>
                </a:solidFill>
              </a:rPr>
              <a:t> </a:t>
            </a:r>
            <a:r>
              <a:rPr lang="en-US" dirty="0"/>
              <a:t>in the 3rd stage, </a:t>
            </a:r>
            <a:r>
              <a:rPr lang="en-US" b="1" dirty="0">
                <a:solidFill>
                  <a:srgbClr val="FF0000"/>
                </a:solidFill>
              </a:rPr>
              <a:t>access memory</a:t>
            </a:r>
            <a:r>
              <a:rPr lang="en-US" dirty="0">
                <a:solidFill>
                  <a:srgbClr val="FF0000"/>
                </a:solidFill>
              </a:rPr>
              <a:t> </a:t>
            </a:r>
            <a:r>
              <a:rPr lang="en-US" dirty="0"/>
              <a:t>in the 4th stage</a:t>
            </a:r>
          </a:p>
          <a:p>
            <a:pPr lvl="1"/>
            <a:r>
              <a:rPr lang="en-US" dirty="0"/>
              <a:t>Alignment of </a:t>
            </a:r>
            <a:r>
              <a:rPr lang="en-US" b="1" dirty="0">
                <a:solidFill>
                  <a:srgbClr val="FF0000"/>
                </a:solidFill>
              </a:rPr>
              <a:t>memory operands</a:t>
            </a:r>
          </a:p>
          <a:p>
            <a:pPr lvl="2"/>
            <a:r>
              <a:rPr lang="en-US" dirty="0"/>
              <a:t>Memory access takes only one cycle</a:t>
            </a:r>
          </a:p>
        </p:txBody>
      </p:sp>
      <p:sp>
        <p:nvSpPr>
          <p:cNvPr id="6" name="灯片编号占位符 5">
            <a:extLst>
              <a:ext uri="{FF2B5EF4-FFF2-40B4-BE49-F238E27FC236}">
                <a16:creationId xmlns:a16="http://schemas.microsoft.com/office/drawing/2014/main" id="{A32B3DA6-A97E-49F5-B82D-900992363155}"/>
              </a:ext>
            </a:extLst>
          </p:cNvPr>
          <p:cNvSpPr>
            <a:spLocks noGrp="1"/>
          </p:cNvSpPr>
          <p:nvPr>
            <p:ph type="sldNum" sz="quarter" idx="10"/>
          </p:nvPr>
        </p:nvSpPr>
        <p:spPr/>
        <p:txBody>
          <a:bodyPr/>
          <a:lstStyle/>
          <a:p>
            <a:fld id="{D9B6BDF2-6896-4B98-8776-C18582F63BA5}" type="slidenum">
              <a:rPr lang="zh-TW" altLang="en-US" smtClean="0"/>
              <a:pPr/>
              <a:t>10</a:t>
            </a:fld>
            <a:endParaRPr lang="zh-TW" altLang="en-US"/>
          </a:p>
        </p:txBody>
      </p:sp>
    </p:spTree>
    <p:extLst>
      <p:ext uri="{BB962C8B-B14F-4D97-AF65-F5344CB8AC3E}">
        <p14:creationId xmlns:p14="http://schemas.microsoft.com/office/powerpoint/2010/main" val="1650701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050C5AD-006F-4E86-AD2D-04A6F27EEF45}"/>
              </a:ext>
            </a:extLst>
          </p:cNvPr>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r>
              <a:rPr lang="en-US" altLang="zh-TW" dirty="0"/>
              <a:t>Pipeline Lessons</a:t>
            </a:r>
          </a:p>
        </p:txBody>
      </p:sp>
      <p:sp>
        <p:nvSpPr>
          <p:cNvPr id="353283" name="Rectangle 3">
            <a:extLst>
              <a:ext uri="{FF2B5EF4-FFF2-40B4-BE49-F238E27FC236}">
                <a16:creationId xmlns:a16="http://schemas.microsoft.com/office/drawing/2014/main" id="{96785EDE-E8BF-4E86-8F63-30DB134B68D7}"/>
              </a:ext>
            </a:extLst>
          </p:cNvPr>
          <p:cNvSpPr>
            <a:spLocks noGrp="1" noChangeArrowheads="1"/>
          </p:cNvSpPr>
          <p:nvPr>
            <p:ph idx="1"/>
          </p:nvPr>
        </p:nvSpPr>
        <p:spPr>
          <a:xfrm>
            <a:off x="851647" y="974895"/>
            <a:ext cx="7555531" cy="3301269"/>
          </a:xfrm>
          <a:noFill/>
        </p:spPr>
        <p:txBody>
          <a:bodyPr vert="horz" wrap="square" lIns="69056" tIns="34529" rIns="69056" bIns="34529" numCol="1" anchor="t" anchorCtr="0" compatLnSpc="1">
            <a:prstTxWarp prst="textNoShape">
              <a:avLst/>
            </a:prstTxWarp>
          </a:bodyPr>
          <a:lstStyle/>
          <a:p>
            <a:pPr marL="360363" indent="-360363">
              <a:lnSpc>
                <a:spcPct val="80000"/>
              </a:lnSpc>
            </a:pPr>
            <a:r>
              <a:rPr lang="en-US" altLang="zh-TW" dirty="0"/>
              <a:t>Does not help </a:t>
            </a:r>
            <a:r>
              <a:rPr lang="en-US" altLang="zh-TW" dirty="0">
                <a:solidFill>
                  <a:srgbClr val="FF0000"/>
                </a:solidFill>
              </a:rPr>
              <a:t>latency</a:t>
            </a:r>
            <a:r>
              <a:rPr lang="en-US" altLang="zh-TW" dirty="0"/>
              <a:t> of single task, but </a:t>
            </a:r>
            <a:r>
              <a:rPr lang="en-US" altLang="zh-TW" dirty="0">
                <a:solidFill>
                  <a:srgbClr val="FF0000"/>
                </a:solidFill>
              </a:rPr>
              <a:t>throughput</a:t>
            </a:r>
            <a:r>
              <a:rPr lang="en-US" altLang="zh-TW" dirty="0"/>
              <a:t> of entire</a:t>
            </a:r>
          </a:p>
          <a:p>
            <a:pPr marL="360363" indent="-360363">
              <a:lnSpc>
                <a:spcPct val="80000"/>
              </a:lnSpc>
            </a:pPr>
            <a:r>
              <a:rPr lang="en-US" altLang="zh-TW" dirty="0"/>
              <a:t>Pipeline rate limited by </a:t>
            </a:r>
            <a:r>
              <a:rPr lang="en-US" altLang="zh-TW" dirty="0">
                <a:solidFill>
                  <a:srgbClr val="FF0000"/>
                </a:solidFill>
              </a:rPr>
              <a:t>slowest</a:t>
            </a:r>
            <a:r>
              <a:rPr lang="en-US" altLang="zh-TW" dirty="0"/>
              <a:t> stage</a:t>
            </a:r>
            <a:endParaRPr lang="en-US" altLang="zh-TW" dirty="0">
              <a:solidFill>
                <a:srgbClr val="008000"/>
              </a:solidFill>
            </a:endParaRPr>
          </a:p>
          <a:p>
            <a:pPr marL="360363" indent="-360363">
              <a:lnSpc>
                <a:spcPct val="80000"/>
              </a:lnSpc>
            </a:pPr>
            <a:r>
              <a:rPr lang="en-US" altLang="zh-TW" dirty="0">
                <a:solidFill>
                  <a:srgbClr val="FF0000"/>
                </a:solidFill>
              </a:rPr>
              <a:t>Multiple</a:t>
            </a:r>
            <a:r>
              <a:rPr lang="en-US" altLang="zh-TW" dirty="0"/>
              <a:t> tasks working at the same time using different resources</a:t>
            </a:r>
          </a:p>
          <a:p>
            <a:pPr marL="360363" indent="-360363">
              <a:lnSpc>
                <a:spcPct val="80000"/>
              </a:lnSpc>
            </a:pPr>
            <a:r>
              <a:rPr lang="en-US" altLang="zh-TW" dirty="0"/>
              <a:t>Potential speedup = </a:t>
            </a:r>
            <a:r>
              <a:rPr lang="en-US" altLang="zh-TW" dirty="0">
                <a:solidFill>
                  <a:srgbClr val="FF0000"/>
                </a:solidFill>
              </a:rPr>
              <a:t>Number pipeline stages</a:t>
            </a:r>
          </a:p>
          <a:p>
            <a:pPr marL="360363" indent="-360363">
              <a:lnSpc>
                <a:spcPct val="80000"/>
              </a:lnSpc>
            </a:pPr>
            <a:r>
              <a:rPr lang="en-US" altLang="zh-TW" dirty="0"/>
              <a:t>Unbalanced stage length; time to </a:t>
            </a:r>
            <a:r>
              <a:rPr lang="en-US" altLang="zh-TW" dirty="0">
                <a:solidFill>
                  <a:schemeClr val="hlink"/>
                </a:solidFill>
              </a:rPr>
              <a:t>“</a:t>
            </a:r>
            <a:r>
              <a:rPr lang="en-US" altLang="zh-TW" dirty="0">
                <a:solidFill>
                  <a:srgbClr val="FF0000"/>
                </a:solidFill>
              </a:rPr>
              <a:t>fill</a:t>
            </a:r>
            <a:r>
              <a:rPr lang="en-US" altLang="zh-TW" dirty="0">
                <a:solidFill>
                  <a:schemeClr val="hlink"/>
                </a:solidFill>
              </a:rPr>
              <a:t>”</a:t>
            </a:r>
            <a:r>
              <a:rPr lang="en-US" altLang="zh-TW" dirty="0"/>
              <a:t> &amp; </a:t>
            </a:r>
            <a:r>
              <a:rPr lang="en-US" altLang="zh-TW" dirty="0">
                <a:solidFill>
                  <a:schemeClr val="hlink"/>
                </a:solidFill>
              </a:rPr>
              <a:t>“</a:t>
            </a:r>
            <a:r>
              <a:rPr lang="en-US" altLang="zh-TW" dirty="0">
                <a:solidFill>
                  <a:srgbClr val="FF0000"/>
                </a:solidFill>
              </a:rPr>
              <a:t>drain</a:t>
            </a:r>
            <a:r>
              <a:rPr lang="en-US" altLang="zh-TW" dirty="0">
                <a:solidFill>
                  <a:schemeClr val="hlink"/>
                </a:solidFill>
              </a:rPr>
              <a:t>”</a:t>
            </a:r>
            <a:r>
              <a:rPr lang="en-US" altLang="zh-TW" dirty="0"/>
              <a:t> the pipeline  reduce speedup</a:t>
            </a:r>
          </a:p>
          <a:p>
            <a:pPr marL="360363" indent="-360363">
              <a:lnSpc>
                <a:spcPct val="80000"/>
              </a:lnSpc>
            </a:pPr>
            <a:r>
              <a:rPr lang="en-US" altLang="zh-TW" dirty="0"/>
              <a:t>Stall for dependences</a:t>
            </a:r>
          </a:p>
        </p:txBody>
      </p:sp>
      <p:sp>
        <p:nvSpPr>
          <p:cNvPr id="11283" name="投影片編號版面配置區 1">
            <a:extLst>
              <a:ext uri="{FF2B5EF4-FFF2-40B4-BE49-F238E27FC236}">
                <a16:creationId xmlns:a16="http://schemas.microsoft.com/office/drawing/2014/main" id="{FE5DBB48-3763-45B3-A84B-80F8F9A2E7C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3B372B80-DEA1-4621-B194-1DB2F08AB0C3}"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11</a:t>
            </a:fld>
            <a:endParaRPr lang="en-US" altLang="zh-TW" sz="1050" b="0" dirty="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6345" y="108349"/>
            <a:ext cx="7719345" cy="519113"/>
          </a:xfrm>
        </p:spPr>
        <p:txBody>
          <a:bodyPr/>
          <a:lstStyle/>
          <a:p>
            <a:r>
              <a:rPr lang="en-US" dirty="0"/>
              <a:t>Outline</a:t>
            </a:r>
          </a:p>
        </p:txBody>
      </p:sp>
      <p:sp>
        <p:nvSpPr>
          <p:cNvPr id="6" name="Slide Number Placeholder 5"/>
          <p:cNvSpPr>
            <a:spLocks noGrp="1"/>
          </p:cNvSpPr>
          <p:nvPr>
            <p:ph type="sldNum" sz="quarter" idx="10"/>
          </p:nvPr>
        </p:nvSpPr>
        <p:spPr/>
        <p:txBody>
          <a:bodyPr/>
          <a:lstStyle/>
          <a:p>
            <a:fld id="{D9B6BDF2-6896-4B98-8776-C18582F63BA5}" type="slidenum">
              <a:rPr lang="zh-TW" altLang="en-US" smtClean="0"/>
              <a:pPr/>
              <a:t>12</a:t>
            </a:fld>
            <a:endParaRPr lang="zh-TW" altLang="en-US"/>
          </a:p>
        </p:txBody>
      </p:sp>
      <p:sp>
        <p:nvSpPr>
          <p:cNvPr id="10" name="Rectangle 3">
            <a:extLst>
              <a:ext uri="{FF2B5EF4-FFF2-40B4-BE49-F238E27FC236}">
                <a16:creationId xmlns:a16="http://schemas.microsoft.com/office/drawing/2014/main" id="{AD393D75-EFE0-4FBA-BD66-735B172567D2}"/>
              </a:ext>
            </a:extLst>
          </p:cNvPr>
          <p:cNvSpPr txBox="1">
            <a:spLocks noChangeArrowheads="1"/>
          </p:cNvSpPr>
          <p:nvPr/>
        </p:nvSpPr>
        <p:spPr bwMode="auto">
          <a:xfrm>
            <a:off x="952675" y="862785"/>
            <a:ext cx="7327259" cy="362532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a:spcBef>
                <a:spcPts val="0"/>
              </a:spcBef>
              <a:spcAft>
                <a:spcPts val="300"/>
              </a:spcAft>
            </a:pPr>
            <a:r>
              <a:rPr lang="en-US" altLang="zh-TW" sz="2000" kern="0" dirty="0"/>
              <a:t>An overview of pipelining</a:t>
            </a:r>
          </a:p>
          <a:p>
            <a:pPr>
              <a:spcBef>
                <a:spcPts val="0"/>
              </a:spcBef>
              <a:spcAft>
                <a:spcPts val="300"/>
              </a:spcAft>
            </a:pPr>
            <a:r>
              <a:rPr lang="en-US" altLang="zh-TW" sz="2000" kern="0" dirty="0">
                <a:solidFill>
                  <a:srgbClr val="FF0000"/>
                </a:solidFill>
              </a:rPr>
              <a:t>A pipelined </a:t>
            </a:r>
            <a:r>
              <a:rPr lang="en-US" altLang="zh-TW" sz="2000" kern="0" dirty="0" err="1">
                <a:solidFill>
                  <a:srgbClr val="FF0000"/>
                </a:solidFill>
              </a:rPr>
              <a:t>datapath</a:t>
            </a:r>
            <a:endParaRPr lang="en-US" altLang="zh-TW" sz="2000" kern="0" dirty="0">
              <a:solidFill>
                <a:srgbClr val="FF0000"/>
              </a:solidFill>
            </a:endParaRPr>
          </a:p>
          <a:p>
            <a:pPr>
              <a:spcBef>
                <a:spcPts val="0"/>
              </a:spcBef>
              <a:spcAft>
                <a:spcPts val="300"/>
              </a:spcAft>
            </a:pPr>
            <a:r>
              <a:rPr lang="en-US" altLang="zh-TW" sz="2000" kern="0" dirty="0"/>
              <a:t>Pipelined control</a:t>
            </a:r>
          </a:p>
          <a:p>
            <a:pPr>
              <a:spcBef>
                <a:spcPts val="0"/>
              </a:spcBef>
              <a:spcAft>
                <a:spcPts val="300"/>
              </a:spcAft>
            </a:pPr>
            <a:r>
              <a:rPr lang="en-US" altLang="zh-CN" sz="2000" kern="0" dirty="0"/>
              <a:t>Hazards:</a:t>
            </a:r>
            <a:r>
              <a:rPr lang="zh-CN" altLang="en-US" sz="2000" kern="0" dirty="0"/>
              <a:t> </a:t>
            </a:r>
            <a:r>
              <a:rPr lang="en-US" altLang="zh-CN" sz="2000" kern="0" dirty="0"/>
              <a:t>types of hazard</a:t>
            </a:r>
          </a:p>
          <a:p>
            <a:pPr>
              <a:spcBef>
                <a:spcPts val="0"/>
              </a:spcBef>
              <a:spcAft>
                <a:spcPts val="300"/>
              </a:spcAft>
            </a:pPr>
            <a:r>
              <a:rPr lang="en-US" altLang="zh-TW" sz="2000" kern="0" dirty="0"/>
              <a:t>Handling data hazards</a:t>
            </a:r>
          </a:p>
          <a:p>
            <a:pPr lvl="1">
              <a:spcBef>
                <a:spcPts val="0"/>
              </a:spcBef>
              <a:spcAft>
                <a:spcPts val="300"/>
              </a:spcAft>
            </a:pPr>
            <a:r>
              <a:rPr lang="en-US" altLang="zh-CN" sz="1600" kern="0" dirty="0"/>
              <a:t>Inserting</a:t>
            </a:r>
            <a:r>
              <a:rPr lang="zh-CN" altLang="en-US" sz="1600" kern="0" dirty="0"/>
              <a:t> </a:t>
            </a:r>
            <a:r>
              <a:rPr lang="en-US" altLang="zh-CN" sz="1600" kern="0" dirty="0"/>
              <a:t>NOP</a:t>
            </a:r>
            <a:r>
              <a:rPr lang="zh-CN" altLang="en-US" sz="1600" kern="0" dirty="0"/>
              <a:t>（</a:t>
            </a:r>
            <a:r>
              <a:rPr lang="en-US" altLang="zh-CN" sz="1600" kern="0" dirty="0"/>
              <a:t>software</a:t>
            </a:r>
            <a:r>
              <a:rPr lang="zh-CN" altLang="en-US" sz="1600" kern="0" dirty="0"/>
              <a:t>）</a:t>
            </a:r>
            <a:endParaRPr lang="en-US" altLang="zh-TW" sz="1600" kern="0" dirty="0"/>
          </a:p>
          <a:p>
            <a:pPr lvl="1">
              <a:spcBef>
                <a:spcPts val="0"/>
              </a:spcBef>
              <a:spcAft>
                <a:spcPts val="300"/>
              </a:spcAft>
            </a:pPr>
            <a:r>
              <a:rPr lang="en-US" altLang="zh-CN" sz="1600" kern="0" dirty="0"/>
              <a:t>F</a:t>
            </a:r>
            <a:r>
              <a:rPr lang="en-US" altLang="zh-TW" sz="1600" kern="0" dirty="0"/>
              <a:t>orwarding</a:t>
            </a:r>
            <a:r>
              <a:rPr lang="en-US" altLang="zh-CN" sz="1600" kern="0" dirty="0"/>
              <a:t>,</a:t>
            </a:r>
            <a:r>
              <a:rPr lang="zh-CN" altLang="en-US" sz="1600" kern="0" dirty="0"/>
              <a:t> </a:t>
            </a:r>
            <a:r>
              <a:rPr lang="en-US" altLang="zh-TW" sz="1600" kern="0" dirty="0"/>
              <a:t>R-Type-use</a:t>
            </a:r>
            <a:r>
              <a:rPr lang="zh-CN" altLang="en-US" sz="1600" kern="0" dirty="0"/>
              <a:t>（</a:t>
            </a:r>
            <a:r>
              <a:rPr lang="en-US" altLang="zh-CN" sz="1600" kern="0" dirty="0"/>
              <a:t>hardware)</a:t>
            </a:r>
            <a:endParaRPr lang="en-US" altLang="zh-TW" sz="1600" kern="0" dirty="0"/>
          </a:p>
          <a:p>
            <a:pPr lvl="1">
              <a:spcBef>
                <a:spcPts val="0"/>
              </a:spcBef>
              <a:spcAft>
                <a:spcPts val="300"/>
              </a:spcAft>
            </a:pPr>
            <a:r>
              <a:rPr lang="en-US" altLang="zh-CN" sz="1600" kern="0" dirty="0"/>
              <a:t>S</a:t>
            </a:r>
            <a:r>
              <a:rPr lang="en-US" altLang="zh-TW" sz="1600" kern="0" dirty="0"/>
              <a:t>talls</a:t>
            </a:r>
            <a:r>
              <a:rPr lang="en-US" altLang="zh-CN" sz="1600" kern="0" dirty="0"/>
              <a:t>,</a:t>
            </a:r>
            <a:r>
              <a:rPr lang="zh-CN" altLang="en-US" sz="1600" kern="0" dirty="0"/>
              <a:t> </a:t>
            </a:r>
            <a:r>
              <a:rPr lang="en-US" altLang="zh-CN" sz="1600" kern="0" dirty="0"/>
              <a:t>load-use</a:t>
            </a:r>
            <a:r>
              <a:rPr lang="zh-CN" altLang="en-US" sz="1600" kern="0" dirty="0"/>
              <a:t> </a:t>
            </a:r>
            <a:r>
              <a:rPr lang="en-US" altLang="zh-CN" sz="1600" kern="0" dirty="0"/>
              <a:t>(hardware)</a:t>
            </a:r>
            <a:endParaRPr lang="en-US" altLang="zh-TW" sz="1600" kern="0" dirty="0"/>
          </a:p>
          <a:p>
            <a:pPr>
              <a:spcBef>
                <a:spcPts val="0"/>
              </a:spcBef>
              <a:spcAft>
                <a:spcPts val="300"/>
              </a:spcAft>
            </a:pPr>
            <a:r>
              <a:rPr lang="en-US" altLang="zh-CN" sz="2000" kern="0" dirty="0"/>
              <a:t>Handling</a:t>
            </a:r>
            <a:r>
              <a:rPr lang="zh-CN" altLang="en-US" sz="2000" kern="0" dirty="0"/>
              <a:t> </a:t>
            </a:r>
            <a:r>
              <a:rPr lang="en-US" altLang="zh-CN" sz="2000" kern="0" dirty="0"/>
              <a:t>b</a:t>
            </a:r>
            <a:r>
              <a:rPr lang="en-US" altLang="zh-TW" sz="2000" kern="0" dirty="0"/>
              <a:t>ranch hazards</a:t>
            </a:r>
          </a:p>
          <a:p>
            <a:pPr>
              <a:spcBef>
                <a:spcPts val="0"/>
              </a:spcBef>
              <a:spcAft>
                <a:spcPts val="300"/>
              </a:spcAft>
            </a:pPr>
            <a:r>
              <a:rPr lang="en-US" altLang="zh-TW" sz="2000" kern="0" dirty="0"/>
              <a:t>Exceptions</a:t>
            </a:r>
          </a:p>
          <a:p>
            <a:pPr>
              <a:spcBef>
                <a:spcPts val="0"/>
              </a:spcBef>
              <a:spcAft>
                <a:spcPts val="300"/>
              </a:spcAft>
            </a:pPr>
            <a:r>
              <a:rPr lang="en-US" altLang="zh-TW" sz="2000" kern="0" dirty="0"/>
              <a:t>Superscalar and dynamic pipelining</a:t>
            </a:r>
          </a:p>
        </p:txBody>
      </p:sp>
    </p:spTree>
    <p:extLst>
      <p:ext uri="{BB962C8B-B14F-4D97-AF65-F5344CB8AC3E}">
        <p14:creationId xmlns:p14="http://schemas.microsoft.com/office/powerpoint/2010/main" val="4129765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FF4672F1-B4EC-48C8-8F60-0727F553F08C}"/>
              </a:ext>
            </a:extLst>
          </p:cNvPr>
          <p:cNvSpPr>
            <a:spLocks noGrp="1" noChangeArrowheads="1"/>
          </p:cNvSpPr>
          <p:nvPr>
            <p:ph type="title"/>
          </p:nvPr>
        </p:nvSpPr>
        <p:spPr/>
        <p:txBody>
          <a:bodyPr/>
          <a:lstStyle/>
          <a:p>
            <a:r>
              <a:rPr lang="en-US" altLang="zh-TW" dirty="0"/>
              <a:t>Design a Pipelined Processor</a:t>
            </a:r>
          </a:p>
        </p:txBody>
      </p:sp>
      <p:sp>
        <p:nvSpPr>
          <p:cNvPr id="16387" name="Rectangle 3">
            <a:extLst>
              <a:ext uri="{FF2B5EF4-FFF2-40B4-BE49-F238E27FC236}">
                <a16:creationId xmlns:a16="http://schemas.microsoft.com/office/drawing/2014/main" id="{7E850085-C598-4085-BFDE-38671F982051}"/>
              </a:ext>
            </a:extLst>
          </p:cNvPr>
          <p:cNvSpPr>
            <a:spLocks noGrp="1" noChangeArrowheads="1"/>
          </p:cNvSpPr>
          <p:nvPr>
            <p:ph idx="1"/>
          </p:nvPr>
        </p:nvSpPr>
        <p:spPr>
          <a:xfrm>
            <a:off x="995082" y="815789"/>
            <a:ext cx="7315634" cy="3626510"/>
          </a:xfrm>
        </p:spPr>
        <p:txBody>
          <a:bodyPr/>
          <a:lstStyle/>
          <a:p>
            <a:pPr marL="214313" indent="-214313"/>
            <a:r>
              <a:rPr lang="en-US" altLang="zh-TW" sz="2000" dirty="0"/>
              <a:t>Examine the </a:t>
            </a:r>
            <a:r>
              <a:rPr lang="en-US" altLang="zh-TW" sz="2000" dirty="0" err="1"/>
              <a:t>datapath</a:t>
            </a:r>
            <a:r>
              <a:rPr lang="en-US" altLang="zh-TW" sz="2000" dirty="0"/>
              <a:t> and control diagram</a:t>
            </a:r>
          </a:p>
          <a:p>
            <a:pPr marL="528638" lvl="1" indent="-171450"/>
            <a:r>
              <a:rPr lang="en-US" altLang="zh-TW" sz="1800" dirty="0"/>
              <a:t>Starting with single cycle </a:t>
            </a:r>
            <a:r>
              <a:rPr lang="en-US" altLang="zh-TW" sz="1800" dirty="0" err="1"/>
              <a:t>datapath</a:t>
            </a:r>
            <a:endParaRPr lang="en-US" altLang="zh-TW" sz="1800" dirty="0"/>
          </a:p>
          <a:p>
            <a:pPr marL="528638" lvl="1" indent="-171450"/>
            <a:r>
              <a:rPr lang="en-US" altLang="zh-TW" sz="1800" dirty="0"/>
              <a:t>Single cycle control?</a:t>
            </a:r>
          </a:p>
          <a:p>
            <a:pPr marL="214313" indent="-214313"/>
            <a:r>
              <a:rPr lang="en-US" altLang="zh-TW" sz="2000" dirty="0"/>
              <a:t>Partition </a:t>
            </a:r>
            <a:r>
              <a:rPr lang="en-US" altLang="zh-TW" sz="2000" dirty="0" err="1"/>
              <a:t>datapath</a:t>
            </a:r>
            <a:r>
              <a:rPr lang="en-US" altLang="zh-TW" sz="2000" dirty="0"/>
              <a:t> into stages:</a:t>
            </a:r>
          </a:p>
          <a:p>
            <a:pPr marL="528638" lvl="1" indent="-171450"/>
            <a:r>
              <a:rPr lang="en-US" altLang="zh-TW" sz="1800" dirty="0"/>
              <a:t>IF (instruction fetch), ID (instruction decode and register file read), EX (execution or address calculation), MEM (data memory access), WB (write back)</a:t>
            </a:r>
          </a:p>
          <a:p>
            <a:pPr marL="214313" indent="-214313"/>
            <a:r>
              <a:rPr lang="en-US" altLang="zh-TW" sz="2000" dirty="0"/>
              <a:t>Associate resources with stages</a:t>
            </a:r>
          </a:p>
          <a:p>
            <a:pPr marL="214313" indent="-214313"/>
            <a:r>
              <a:rPr lang="en-US" altLang="zh-TW" sz="2000" dirty="0"/>
              <a:t>Ensure that flows do not conflict, or figure out how to resolve</a:t>
            </a:r>
          </a:p>
          <a:p>
            <a:pPr marL="214313" indent="-214313"/>
            <a:r>
              <a:rPr lang="en-US" altLang="zh-TW" sz="2000" dirty="0"/>
              <a:t>Assert control in appropriate stage</a:t>
            </a:r>
          </a:p>
        </p:txBody>
      </p:sp>
      <p:sp>
        <p:nvSpPr>
          <p:cNvPr id="16388" name="投影片編號版面配置區 1">
            <a:extLst>
              <a:ext uri="{FF2B5EF4-FFF2-40B4-BE49-F238E27FC236}">
                <a16:creationId xmlns:a16="http://schemas.microsoft.com/office/drawing/2014/main" id="{3347DF30-6069-4D4F-B847-BC0F506F785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92AF9D10-798F-4B1B-833B-ADB8FC43B925}"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13</a:t>
            </a:fld>
            <a:endParaRPr lang="en-US" altLang="zh-TW" sz="1050" b="0" dirty="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AFE917E-FC89-4285-A6B2-FB0A5259929A}"/>
              </a:ext>
            </a:extLst>
          </p:cNvPr>
          <p:cNvSpPr>
            <a:spLocks noChangeArrowheads="1"/>
          </p:cNvSpPr>
          <p:nvPr/>
        </p:nvSpPr>
        <p:spPr bwMode="auto">
          <a:xfrm>
            <a:off x="1040606" y="234554"/>
            <a:ext cx="1291829" cy="35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7411" name="Rectangle 3">
            <a:extLst>
              <a:ext uri="{FF2B5EF4-FFF2-40B4-BE49-F238E27FC236}">
                <a16:creationId xmlns:a16="http://schemas.microsoft.com/office/drawing/2014/main" id="{A78DF82B-8FBC-4D7D-A91B-05D3C6FDFAC6}"/>
              </a:ext>
            </a:extLst>
          </p:cNvPr>
          <p:cNvSpPr>
            <a:spLocks noGrp="1" noChangeArrowheads="1"/>
          </p:cNvSpPr>
          <p:nvPr>
            <p:ph type="title"/>
          </p:nvPr>
        </p:nvSpPr>
        <p:spPr>
          <a:xfrm>
            <a:off x="929147" y="108349"/>
            <a:ext cx="7746543" cy="519113"/>
          </a:xfrm>
          <a:noFill/>
        </p:spPr>
        <p:txBody>
          <a:bodyPr vert="horz" wrap="square" lIns="69056" tIns="34529" rIns="69056" bIns="34529" numCol="1" anchor="ctr" anchorCtr="0" compatLnSpc="1">
            <a:prstTxWarp prst="textNoShape">
              <a:avLst/>
            </a:prstTxWarp>
          </a:bodyPr>
          <a:lstStyle/>
          <a:p>
            <a:r>
              <a:rPr lang="en-US" altLang="zh-TW" dirty="0"/>
              <a:t>Multi-Execution Steps</a:t>
            </a:r>
          </a:p>
        </p:txBody>
      </p:sp>
      <p:sp>
        <p:nvSpPr>
          <p:cNvPr id="17414" name="投影片編號版面配置區 1">
            <a:extLst>
              <a:ext uri="{FF2B5EF4-FFF2-40B4-BE49-F238E27FC236}">
                <a16:creationId xmlns:a16="http://schemas.microsoft.com/office/drawing/2014/main" id="{735B0A13-8645-47AC-99FE-3B6212F0D68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56BA7846-E7C8-4B20-9769-B7D572D229D4}"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14</a:t>
            </a:fld>
            <a:endParaRPr lang="en-US" altLang="zh-TW" sz="1050" b="0">
              <a:solidFill>
                <a:schemeClr val="bg1"/>
              </a:solidFill>
              <a:latin typeface="Arial" panose="020B0604020202020204" pitchFamily="34" charset="0"/>
              <a:ea typeface="新細明體" panose="02020500000000000000" pitchFamily="18" charset="-120"/>
            </a:endParaRPr>
          </a:p>
        </p:txBody>
      </p:sp>
      <p:graphicFrame>
        <p:nvGraphicFramePr>
          <p:cNvPr id="17412" name="Object 4">
            <a:extLst>
              <a:ext uri="{FF2B5EF4-FFF2-40B4-BE49-F238E27FC236}">
                <a16:creationId xmlns:a16="http://schemas.microsoft.com/office/drawing/2014/main" id="{BAD10DBE-B56E-4EAC-A52C-D392498375F6}"/>
              </a:ext>
            </a:extLst>
          </p:cNvPr>
          <p:cNvGraphicFramePr>
            <a:graphicFrameLocks/>
          </p:cNvGraphicFramePr>
          <p:nvPr>
            <p:extLst>
              <p:ext uri="{D42A27DB-BD31-4B8C-83A1-F6EECF244321}">
                <p14:modId xmlns:p14="http://schemas.microsoft.com/office/powerpoint/2010/main" val="1216003004"/>
              </p:ext>
            </p:extLst>
          </p:nvPr>
        </p:nvGraphicFramePr>
        <p:xfrm>
          <a:off x="796412" y="980767"/>
          <a:ext cx="7669161" cy="2912807"/>
        </p:xfrm>
        <a:graphic>
          <a:graphicData uri="http://schemas.openxmlformats.org/presentationml/2006/ole">
            <mc:AlternateContent xmlns:mc="http://schemas.openxmlformats.org/markup-compatibility/2006">
              <mc:Choice xmlns:v="urn:schemas-microsoft-com:vml" Requires="v">
                <p:oleObj spid="_x0000_s1086" name="Worksheet" r:id="rId4" imgW="8403670" imgH="2868240" progId="Excel.Sheet.8">
                  <p:embed/>
                </p:oleObj>
              </mc:Choice>
              <mc:Fallback>
                <p:oleObj name="Worksheet" r:id="rId4" imgW="8403670" imgH="2868240" progId="Excel.Sheet.8">
                  <p:embed/>
                  <p:pic>
                    <p:nvPicPr>
                      <p:cNvPr id="17412" name="Object 4">
                        <a:extLst>
                          <a:ext uri="{FF2B5EF4-FFF2-40B4-BE49-F238E27FC236}">
                            <a16:creationId xmlns:a16="http://schemas.microsoft.com/office/drawing/2014/main" id="{BAD10DBE-B56E-4EAC-A52C-D392498375F6}"/>
                          </a:ext>
                        </a:extLst>
                      </p:cNvPr>
                      <p:cNvPicPr>
                        <a:picLocks noChangeArrowheads="1"/>
                      </p:cNvPicPr>
                      <p:nvPr/>
                    </p:nvPicPr>
                    <p:blipFill>
                      <a:blip r:embed="rId5"/>
                      <a:srcRect/>
                      <a:stretch>
                        <a:fillRect/>
                      </a:stretch>
                    </p:blipFill>
                    <p:spPr bwMode="auto">
                      <a:xfrm>
                        <a:off x="796412" y="980767"/>
                        <a:ext cx="7669161" cy="2912807"/>
                      </a:xfrm>
                      <a:prstGeom prst="rect">
                        <a:avLst/>
                      </a:prstGeom>
                      <a:noFill/>
                      <a:ln>
                        <a:noFill/>
                      </a:ln>
                      <a:effectLst/>
                    </p:spPr>
                  </p:pic>
                </p:oleObj>
              </mc:Fallback>
            </mc:AlternateContent>
          </a:graphicData>
        </a:graphic>
      </p:graphicFrame>
      <p:sp>
        <p:nvSpPr>
          <p:cNvPr id="364549" name="Rectangle 5">
            <a:extLst>
              <a:ext uri="{FF2B5EF4-FFF2-40B4-BE49-F238E27FC236}">
                <a16:creationId xmlns:a16="http://schemas.microsoft.com/office/drawing/2014/main" id="{724EA6A4-7D2A-4A3F-8477-4F2010FE0EBC}"/>
              </a:ext>
            </a:extLst>
          </p:cNvPr>
          <p:cNvSpPr>
            <a:spLocks noChangeArrowheads="1"/>
          </p:cNvSpPr>
          <p:nvPr/>
        </p:nvSpPr>
        <p:spPr bwMode="auto">
          <a:xfrm>
            <a:off x="2461598" y="4119870"/>
            <a:ext cx="5031826"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i="1" dirty="0">
                <a:solidFill>
                  <a:srgbClr val="FF0000"/>
                </a:solidFill>
                <a:ea typeface="新細明體" panose="02020500000000000000" pitchFamily="18" charset="-120"/>
              </a:rPr>
              <a:t>But, use single-cycle </a:t>
            </a:r>
            <a:r>
              <a:rPr kumimoji="1" lang="en-US" altLang="zh-TW" i="1" dirty="0" err="1">
                <a:solidFill>
                  <a:srgbClr val="FF0000"/>
                </a:solidFill>
                <a:ea typeface="新細明體" panose="02020500000000000000" pitchFamily="18" charset="-120"/>
              </a:rPr>
              <a:t>datapath</a:t>
            </a:r>
            <a:r>
              <a:rPr kumimoji="1" lang="en-US" altLang="zh-TW" i="1" dirty="0">
                <a:solidFill>
                  <a:srgbClr val="FF0000"/>
                </a:solidFill>
                <a:ea typeface="新細明體" panose="02020500000000000000" pitchFamily="18" charset="-120"/>
              </a:rPr>
              <a:t> ...</a:t>
            </a:r>
          </a:p>
        </p:txBody>
      </p:sp>
    </p:spTree>
  </p:cSld>
  <p:clrMapOvr>
    <a:masterClrMapping/>
  </p:clrMapOvr>
  <p:transition advTm="200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4F4EB33-D6B5-4F73-97CC-DB6FBA0947D8}"/>
              </a:ext>
            </a:extLst>
          </p:cNvPr>
          <p:cNvSpPr>
            <a:spLocks noGrp="1" noChangeArrowheads="1"/>
          </p:cNvSpPr>
          <p:nvPr>
            <p:ph type="title"/>
          </p:nvPr>
        </p:nvSpPr>
        <p:spPr>
          <a:noFill/>
        </p:spPr>
        <p:txBody>
          <a:bodyPr/>
          <a:lstStyle/>
          <a:p>
            <a:r>
              <a:rPr lang="en-US" altLang="zh-TW" dirty="0"/>
              <a:t>Split Single-cycle Datapath</a:t>
            </a:r>
          </a:p>
        </p:txBody>
      </p:sp>
      <p:sp>
        <p:nvSpPr>
          <p:cNvPr id="18435" name="Rectangle 3">
            <a:extLst>
              <a:ext uri="{FF2B5EF4-FFF2-40B4-BE49-F238E27FC236}">
                <a16:creationId xmlns:a16="http://schemas.microsoft.com/office/drawing/2014/main" id="{D9F81767-A6F5-47EE-9B07-7AF671E9BB6A}"/>
              </a:ext>
            </a:extLst>
          </p:cNvPr>
          <p:cNvSpPr>
            <a:spLocks noGrp="1" noChangeArrowheads="1"/>
          </p:cNvSpPr>
          <p:nvPr>
            <p:ph idx="1"/>
          </p:nvPr>
        </p:nvSpPr>
        <p:spPr>
          <a:xfrm>
            <a:off x="2027905" y="4195916"/>
            <a:ext cx="5058695" cy="339213"/>
          </a:xfrm>
          <a:noFill/>
        </p:spPr>
        <p:txBody>
          <a:bodyPr/>
          <a:lstStyle/>
          <a:p>
            <a:pPr>
              <a:lnSpc>
                <a:spcPct val="80000"/>
              </a:lnSpc>
              <a:buFont typeface="Wingdings" panose="05000000000000000000" pitchFamily="2" charset="2"/>
              <a:buNone/>
            </a:pPr>
            <a:r>
              <a:rPr lang="en-US" altLang="zh-TW" sz="1950" dirty="0"/>
              <a:t>What to add to split the </a:t>
            </a:r>
            <a:r>
              <a:rPr lang="en-US" altLang="zh-TW" sz="1950" dirty="0" err="1"/>
              <a:t>datapath</a:t>
            </a:r>
            <a:r>
              <a:rPr lang="en-US" altLang="zh-TW" sz="1950" dirty="0"/>
              <a:t> into stages?</a:t>
            </a:r>
            <a:endParaRPr lang="en-US" altLang="zh-TW" sz="2100" dirty="0">
              <a:latin typeface="Times New Roman" panose="02020603050405020304" pitchFamily="18" charset="0"/>
            </a:endParaRPr>
          </a:p>
        </p:txBody>
      </p:sp>
      <p:sp>
        <p:nvSpPr>
          <p:cNvPr id="18438" name="投影片編號版面配置區 1">
            <a:extLst>
              <a:ext uri="{FF2B5EF4-FFF2-40B4-BE49-F238E27FC236}">
                <a16:creationId xmlns:a16="http://schemas.microsoft.com/office/drawing/2014/main" id="{CD9B36AB-CD34-4C7A-83C0-94359E4D1AF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AF606440-8207-4B57-828A-7CAC53FCB83C}" type="slidenum">
              <a:rPr lang="zh-TW" altLang="en-US" sz="1050" b="0">
                <a:latin typeface="Arial" panose="020B0604020202020204" pitchFamily="34" charset="0"/>
                <a:ea typeface="新細明體" panose="02020500000000000000" pitchFamily="18" charset="-120"/>
              </a:rPr>
              <a:pPr>
                <a:lnSpc>
                  <a:spcPct val="100000"/>
                </a:lnSpc>
                <a:spcBef>
                  <a:spcPct val="0"/>
                </a:spcBef>
                <a:buClrTx/>
                <a:buSzTx/>
                <a:buFontTx/>
                <a:buNone/>
              </a:pPr>
              <a:t>15</a:t>
            </a:fld>
            <a:endParaRPr lang="en-US" altLang="zh-TW" sz="1050" b="0">
              <a:latin typeface="Arial" panose="020B0604020202020204" pitchFamily="34" charset="0"/>
              <a:ea typeface="新細明體" panose="02020500000000000000" pitchFamily="18" charset="-120"/>
            </a:endParaRPr>
          </a:p>
        </p:txBody>
      </p:sp>
      <p:grpSp>
        <p:nvGrpSpPr>
          <p:cNvPr id="2" name="组合 1">
            <a:extLst>
              <a:ext uri="{FF2B5EF4-FFF2-40B4-BE49-F238E27FC236}">
                <a16:creationId xmlns:a16="http://schemas.microsoft.com/office/drawing/2014/main" id="{B45F786D-3A5C-43D5-A254-9D92B6004805}"/>
              </a:ext>
            </a:extLst>
          </p:cNvPr>
          <p:cNvGrpSpPr/>
          <p:nvPr/>
        </p:nvGrpSpPr>
        <p:grpSpPr>
          <a:xfrm>
            <a:off x="1362844" y="870155"/>
            <a:ext cx="6290072" cy="3200400"/>
            <a:chOff x="1414463" y="1143000"/>
            <a:chExt cx="6290072" cy="3200400"/>
          </a:xfrm>
        </p:grpSpPr>
        <p:pic>
          <p:nvPicPr>
            <p:cNvPr id="18436" name="Picture 4">
              <a:extLst>
                <a:ext uri="{FF2B5EF4-FFF2-40B4-BE49-F238E27FC236}">
                  <a16:creationId xmlns:a16="http://schemas.microsoft.com/office/drawing/2014/main" id="{CDAF58FD-667E-4334-BE83-B92A88206476}"/>
                </a:ext>
              </a:extLst>
            </p:cNvPr>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4463" y="1143000"/>
              <a:ext cx="619125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18437" name="Group 11">
              <a:extLst>
                <a:ext uri="{FF2B5EF4-FFF2-40B4-BE49-F238E27FC236}">
                  <a16:creationId xmlns:a16="http://schemas.microsoft.com/office/drawing/2014/main" id="{4ED28BF3-E526-4A75-A498-4D9DB70BA6F6}"/>
                </a:ext>
              </a:extLst>
            </p:cNvPr>
            <p:cNvGrpSpPr>
              <a:grpSpLocks/>
            </p:cNvGrpSpPr>
            <p:nvPr/>
          </p:nvGrpSpPr>
          <p:grpSpPr bwMode="auto">
            <a:xfrm>
              <a:off x="5928122" y="1533525"/>
              <a:ext cx="1776413" cy="1739504"/>
              <a:chOff x="4259" y="1288"/>
              <a:chExt cx="1492" cy="1461"/>
            </a:xfrm>
          </p:grpSpPr>
          <p:sp>
            <p:nvSpPr>
              <p:cNvPr id="18439" name="AutoShape 7">
                <a:extLst>
                  <a:ext uri="{FF2B5EF4-FFF2-40B4-BE49-F238E27FC236}">
                    <a16:creationId xmlns:a16="http://schemas.microsoft.com/office/drawing/2014/main" id="{E2CF835C-0A2D-45B6-9DF4-5E0DBE52695F}"/>
                  </a:ext>
                </a:extLst>
              </p:cNvPr>
              <p:cNvSpPr>
                <a:spLocks noChangeArrowheads="1"/>
              </p:cNvSpPr>
              <p:nvPr/>
            </p:nvSpPr>
            <p:spPr bwMode="auto">
              <a:xfrm>
                <a:off x="4773" y="1288"/>
                <a:ext cx="978" cy="472"/>
              </a:xfrm>
              <a:prstGeom prst="roundRect">
                <a:avLst>
                  <a:gd name="adj" fmla="val 28819"/>
                </a:avLst>
              </a:prstGeom>
              <a:solidFill>
                <a:schemeClr val="bg1"/>
              </a:solidFill>
              <a:ln w="38100">
                <a:solidFill>
                  <a:schemeClr val="accent2"/>
                </a:solidFill>
                <a:round/>
                <a:headEnd/>
                <a:tailEnd/>
              </a:ln>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650">
                    <a:solidFill>
                      <a:schemeClr val="accent2"/>
                    </a:solidFill>
                    <a:ea typeface="新細明體" panose="02020500000000000000" pitchFamily="18" charset="-120"/>
                  </a:rPr>
                  <a:t>Feedback</a:t>
                </a:r>
              </a:p>
              <a:p>
                <a:pPr algn="ctr">
                  <a:lnSpc>
                    <a:spcPct val="100000"/>
                  </a:lnSpc>
                  <a:spcBef>
                    <a:spcPct val="0"/>
                  </a:spcBef>
                  <a:buClrTx/>
                  <a:buSzTx/>
                  <a:buFontTx/>
                  <a:buNone/>
                </a:pPr>
                <a:r>
                  <a:rPr lang="en-US" altLang="zh-TW" sz="1650">
                    <a:solidFill>
                      <a:schemeClr val="accent2"/>
                    </a:solidFill>
                    <a:ea typeface="新細明體" panose="02020500000000000000" pitchFamily="18" charset="-120"/>
                  </a:rPr>
                  <a:t>Path</a:t>
                </a:r>
                <a:endParaRPr lang="zh-TW" altLang="en-US" sz="1800" b="0">
                  <a:solidFill>
                    <a:schemeClr val="accent2"/>
                  </a:solidFill>
                  <a:latin typeface="Times New Roman" panose="02020603050405020304" pitchFamily="18" charset="0"/>
                  <a:ea typeface="新細明體" panose="02020500000000000000" pitchFamily="18" charset="-120"/>
                </a:endParaRPr>
              </a:p>
            </p:txBody>
          </p:sp>
          <p:sp>
            <p:nvSpPr>
              <p:cNvPr id="18440" name="Line 9">
                <a:extLst>
                  <a:ext uri="{FF2B5EF4-FFF2-40B4-BE49-F238E27FC236}">
                    <a16:creationId xmlns:a16="http://schemas.microsoft.com/office/drawing/2014/main" id="{87D34846-0377-4645-B990-7D1579E1CB99}"/>
                  </a:ext>
                </a:extLst>
              </p:cNvPr>
              <p:cNvSpPr>
                <a:spLocks noChangeShapeType="1"/>
              </p:cNvSpPr>
              <p:nvPr/>
            </p:nvSpPr>
            <p:spPr bwMode="auto">
              <a:xfrm flipH="1">
                <a:off x="4259" y="1536"/>
                <a:ext cx="524" cy="236"/>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8441" name="Line 10">
                <a:extLst>
                  <a:ext uri="{FF2B5EF4-FFF2-40B4-BE49-F238E27FC236}">
                    <a16:creationId xmlns:a16="http://schemas.microsoft.com/office/drawing/2014/main" id="{EFAA405C-6FDE-491B-87E6-A1070D5E5361}"/>
                  </a:ext>
                </a:extLst>
              </p:cNvPr>
              <p:cNvSpPr>
                <a:spLocks noChangeShapeType="1"/>
              </p:cNvSpPr>
              <p:nvPr/>
            </p:nvSpPr>
            <p:spPr bwMode="auto">
              <a:xfrm flipH="1">
                <a:off x="5271" y="1763"/>
                <a:ext cx="184" cy="986"/>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6DA65571-0606-468E-9D2C-2DF6905455A8}"/>
              </a:ext>
            </a:extLst>
          </p:cNvPr>
          <p:cNvGrpSpPr/>
          <p:nvPr/>
        </p:nvGrpSpPr>
        <p:grpSpPr>
          <a:xfrm>
            <a:off x="1535369" y="1363074"/>
            <a:ext cx="6191250" cy="3200400"/>
            <a:chOff x="1476375" y="950119"/>
            <a:chExt cx="6191250" cy="3200400"/>
          </a:xfrm>
        </p:grpSpPr>
        <p:pic>
          <p:nvPicPr>
            <p:cNvPr id="19458" name="Picture 2">
              <a:extLst>
                <a:ext uri="{FF2B5EF4-FFF2-40B4-BE49-F238E27FC236}">
                  <a16:creationId xmlns:a16="http://schemas.microsoft.com/office/drawing/2014/main" id="{041BEBF1-0B9C-4329-BD27-9F55FBF61E3B}"/>
                </a:ext>
              </a:extLst>
            </p:cNvPr>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6375" y="950119"/>
              <a:ext cx="619125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9459" name="Text Box 3">
              <a:extLst>
                <a:ext uri="{FF2B5EF4-FFF2-40B4-BE49-F238E27FC236}">
                  <a16:creationId xmlns:a16="http://schemas.microsoft.com/office/drawing/2014/main" id="{53B979D6-CFAA-433D-A8D7-00405E8C260C}"/>
                </a:ext>
              </a:extLst>
            </p:cNvPr>
            <p:cNvSpPr txBox="1">
              <a:spLocks noChangeArrowheads="1"/>
            </p:cNvSpPr>
            <p:nvPr/>
          </p:nvSpPr>
          <p:spPr bwMode="auto">
            <a:xfrm>
              <a:off x="4249341" y="997744"/>
              <a:ext cx="31053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800">
                  <a:solidFill>
                    <a:schemeClr val="accent2"/>
                  </a:solidFill>
                  <a:ea typeface="新細明體" panose="02020500000000000000" pitchFamily="18" charset="-120"/>
                </a:rPr>
                <a:t>Pipeline registers (latches)</a:t>
              </a:r>
              <a:endParaRPr kumimoji="1" lang="en-US" altLang="zh-TW" sz="1350" b="0">
                <a:latin typeface="Arial" panose="020B0604020202020204" pitchFamily="34" charset="0"/>
                <a:ea typeface="新細明體" panose="02020500000000000000" pitchFamily="18" charset="-120"/>
              </a:endParaRPr>
            </a:p>
          </p:txBody>
        </p:sp>
        <p:sp>
          <p:nvSpPr>
            <p:cNvPr id="19460" name="Line 4">
              <a:extLst>
                <a:ext uri="{FF2B5EF4-FFF2-40B4-BE49-F238E27FC236}">
                  <a16:creationId xmlns:a16="http://schemas.microsoft.com/office/drawing/2014/main" id="{578A2A07-4112-4052-9B11-8A21FF404D42}"/>
                </a:ext>
              </a:extLst>
            </p:cNvPr>
            <p:cNvSpPr>
              <a:spLocks noChangeShapeType="1"/>
            </p:cNvSpPr>
            <p:nvPr/>
          </p:nvSpPr>
          <p:spPr bwMode="auto">
            <a:xfrm flipH="1">
              <a:off x="3024188" y="1257300"/>
              <a:ext cx="1238250" cy="514350"/>
            </a:xfrm>
            <a:prstGeom prst="line">
              <a:avLst/>
            </a:prstGeom>
            <a:noFill/>
            <a:ln w="28575">
              <a:solidFill>
                <a:schemeClr val="accent2"/>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9461" name="Line 5">
              <a:extLst>
                <a:ext uri="{FF2B5EF4-FFF2-40B4-BE49-F238E27FC236}">
                  <a16:creationId xmlns:a16="http://schemas.microsoft.com/office/drawing/2014/main" id="{6B6A2BC5-F5F7-4A88-A07B-DEAFC7DD9479}"/>
                </a:ext>
              </a:extLst>
            </p:cNvPr>
            <p:cNvSpPr>
              <a:spLocks noChangeShapeType="1"/>
            </p:cNvSpPr>
            <p:nvPr/>
          </p:nvSpPr>
          <p:spPr bwMode="auto">
            <a:xfrm flipH="1">
              <a:off x="4510088" y="1314450"/>
              <a:ext cx="619125" cy="400050"/>
            </a:xfrm>
            <a:prstGeom prst="line">
              <a:avLst/>
            </a:prstGeom>
            <a:noFill/>
            <a:ln w="28575">
              <a:solidFill>
                <a:schemeClr val="accent2"/>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9462" name="Line 6">
              <a:extLst>
                <a:ext uri="{FF2B5EF4-FFF2-40B4-BE49-F238E27FC236}">
                  <a16:creationId xmlns:a16="http://schemas.microsoft.com/office/drawing/2014/main" id="{80A8FFAD-936C-4D2B-B7FE-1BD1309418BF}"/>
                </a:ext>
              </a:extLst>
            </p:cNvPr>
            <p:cNvSpPr>
              <a:spLocks noChangeShapeType="1"/>
            </p:cNvSpPr>
            <p:nvPr/>
          </p:nvSpPr>
          <p:spPr bwMode="auto">
            <a:xfrm flipH="1">
              <a:off x="5934075" y="1314450"/>
              <a:ext cx="61913" cy="400050"/>
            </a:xfrm>
            <a:prstGeom prst="line">
              <a:avLst/>
            </a:prstGeom>
            <a:noFill/>
            <a:ln w="28575">
              <a:solidFill>
                <a:schemeClr val="accent2"/>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19463" name="Line 7">
              <a:extLst>
                <a:ext uri="{FF2B5EF4-FFF2-40B4-BE49-F238E27FC236}">
                  <a16:creationId xmlns:a16="http://schemas.microsoft.com/office/drawing/2014/main" id="{8443ED10-664D-4A81-9DDC-35E1B5A55BE6}"/>
                </a:ext>
              </a:extLst>
            </p:cNvPr>
            <p:cNvSpPr>
              <a:spLocks noChangeShapeType="1"/>
            </p:cNvSpPr>
            <p:nvPr/>
          </p:nvSpPr>
          <p:spPr bwMode="auto">
            <a:xfrm>
              <a:off x="6862763" y="1314450"/>
              <a:ext cx="247650" cy="400050"/>
            </a:xfrm>
            <a:prstGeom prst="line">
              <a:avLst/>
            </a:prstGeom>
            <a:noFill/>
            <a:ln w="28575">
              <a:solidFill>
                <a:schemeClr val="accent2"/>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19464" name="Rectangle 8">
            <a:extLst>
              <a:ext uri="{FF2B5EF4-FFF2-40B4-BE49-F238E27FC236}">
                <a16:creationId xmlns:a16="http://schemas.microsoft.com/office/drawing/2014/main" id="{79EFE8A4-023C-4A36-BD5E-CE875177505F}"/>
              </a:ext>
            </a:extLst>
          </p:cNvPr>
          <p:cNvSpPr>
            <a:spLocks noGrp="1" noChangeArrowheads="1"/>
          </p:cNvSpPr>
          <p:nvPr>
            <p:ph type="title"/>
          </p:nvPr>
        </p:nvSpPr>
        <p:spPr/>
        <p:txBody>
          <a:bodyPr/>
          <a:lstStyle/>
          <a:p>
            <a:r>
              <a:rPr lang="en-US" altLang="zh-TW"/>
              <a:t>Add Pipeline Registers</a:t>
            </a:r>
          </a:p>
        </p:txBody>
      </p:sp>
      <p:sp>
        <p:nvSpPr>
          <p:cNvPr id="19465" name="Rectangle 9">
            <a:extLst>
              <a:ext uri="{FF2B5EF4-FFF2-40B4-BE49-F238E27FC236}">
                <a16:creationId xmlns:a16="http://schemas.microsoft.com/office/drawing/2014/main" id="{7EBF45BC-E085-4B92-84D6-D3C00E6E85FD}"/>
              </a:ext>
            </a:extLst>
          </p:cNvPr>
          <p:cNvSpPr>
            <a:spLocks noGrp="1" noChangeArrowheads="1"/>
          </p:cNvSpPr>
          <p:nvPr>
            <p:ph idx="1"/>
          </p:nvPr>
        </p:nvSpPr>
        <p:spPr>
          <a:xfrm>
            <a:off x="1010264" y="836778"/>
            <a:ext cx="7698658" cy="475828"/>
          </a:xfrm>
        </p:spPr>
        <p:txBody>
          <a:bodyPr/>
          <a:lstStyle/>
          <a:p>
            <a:r>
              <a:rPr lang="en-US" altLang="zh-TW" sz="2000" dirty="0"/>
              <a:t>Use registers between stages to carry data and control</a:t>
            </a:r>
          </a:p>
        </p:txBody>
      </p:sp>
      <p:sp>
        <p:nvSpPr>
          <p:cNvPr id="19466" name="投影片編號版面配置區 1">
            <a:extLst>
              <a:ext uri="{FF2B5EF4-FFF2-40B4-BE49-F238E27FC236}">
                <a16:creationId xmlns:a16="http://schemas.microsoft.com/office/drawing/2014/main" id="{8CC1EC41-72AD-490F-86F9-05A8AB90CBF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48CF2378-37AB-41FE-A785-4873084DF537}"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16</a:t>
            </a:fld>
            <a:endParaRPr lang="en-US" altLang="zh-TW" sz="1050" b="0" dirty="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4" name="Rectangle 59">
            <a:extLst>
              <a:ext uri="{FF2B5EF4-FFF2-40B4-BE49-F238E27FC236}">
                <a16:creationId xmlns:a16="http://schemas.microsoft.com/office/drawing/2014/main" id="{93593005-4934-49F5-AD9C-567E9586956D}"/>
              </a:ext>
            </a:extLst>
          </p:cNvPr>
          <p:cNvSpPr>
            <a:spLocks noGrp="1" noChangeArrowheads="1"/>
          </p:cNvSpPr>
          <p:nvPr>
            <p:ph type="title"/>
          </p:nvPr>
        </p:nvSpPr>
        <p:spPr/>
        <p:txBody>
          <a:bodyPr/>
          <a:lstStyle/>
          <a:p>
            <a:r>
              <a:rPr lang="en-US" altLang="zh-TW" dirty="0"/>
              <a:t>Consider </a:t>
            </a:r>
            <a:r>
              <a:rPr lang="en-US" altLang="zh-TW" dirty="0">
                <a:latin typeface="Courier New" panose="02070309020205020404" pitchFamily="49" charset="0"/>
              </a:rPr>
              <a:t>load</a:t>
            </a:r>
            <a:endParaRPr lang="en-US" altLang="zh-TW" dirty="0"/>
          </a:p>
        </p:txBody>
      </p:sp>
      <p:sp>
        <p:nvSpPr>
          <p:cNvPr id="20482" name="Rectangle 2">
            <a:extLst>
              <a:ext uri="{FF2B5EF4-FFF2-40B4-BE49-F238E27FC236}">
                <a16:creationId xmlns:a16="http://schemas.microsoft.com/office/drawing/2014/main" id="{E2FB8A89-E8A1-4207-A0AD-7E94E91BB106}"/>
              </a:ext>
            </a:extLst>
          </p:cNvPr>
          <p:cNvSpPr>
            <a:spLocks noGrp="1" noChangeArrowheads="1"/>
          </p:cNvSpPr>
          <p:nvPr>
            <p:ph idx="1"/>
          </p:nvPr>
        </p:nvSpPr>
        <p:spPr>
          <a:xfrm>
            <a:off x="1034866" y="832751"/>
            <a:ext cx="7401211" cy="2507758"/>
          </a:xfrm>
        </p:spPr>
        <p:txBody>
          <a:bodyPr/>
          <a:lstStyle/>
          <a:p>
            <a:r>
              <a:rPr lang="en-US" altLang="zh-TW" sz="2000" dirty="0"/>
              <a:t>IF: Instruction Fetch</a:t>
            </a:r>
          </a:p>
          <a:p>
            <a:pPr lvl="1"/>
            <a:r>
              <a:rPr lang="en-US" altLang="zh-TW" sz="1800" dirty="0"/>
              <a:t>Fetch the instruction from the Instruction Memory</a:t>
            </a:r>
          </a:p>
          <a:p>
            <a:r>
              <a:rPr lang="en-US" altLang="zh-TW" sz="2000" dirty="0"/>
              <a:t>ID: Instruction Decode</a:t>
            </a:r>
          </a:p>
          <a:p>
            <a:pPr lvl="1"/>
            <a:r>
              <a:rPr lang="en-US" altLang="zh-TW" sz="1800" dirty="0"/>
              <a:t>Registers fetch and instruction decode</a:t>
            </a:r>
          </a:p>
          <a:p>
            <a:r>
              <a:rPr lang="en-US" altLang="zh-TW" sz="2000" dirty="0"/>
              <a:t>EX: Calculate the memory address</a:t>
            </a:r>
          </a:p>
          <a:p>
            <a:r>
              <a:rPr lang="en-US" altLang="zh-TW" sz="2000" dirty="0"/>
              <a:t>MEM: Read the data from the Data Memory</a:t>
            </a:r>
          </a:p>
          <a:p>
            <a:r>
              <a:rPr lang="en-US" altLang="zh-TW" sz="2000" dirty="0"/>
              <a:t>WB: Write the data back to the register file</a:t>
            </a:r>
          </a:p>
        </p:txBody>
      </p:sp>
      <p:sp>
        <p:nvSpPr>
          <p:cNvPr id="20505" name="投影片編號版面配置區 1">
            <a:extLst>
              <a:ext uri="{FF2B5EF4-FFF2-40B4-BE49-F238E27FC236}">
                <a16:creationId xmlns:a16="http://schemas.microsoft.com/office/drawing/2014/main" id="{F0E5E5E0-2A5E-4651-B07A-51258AC3D59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7307CDF3-A4EE-4216-A893-099EAD78989F}"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17</a:t>
            </a:fld>
            <a:endParaRPr lang="en-US" altLang="zh-TW" sz="1050" b="0">
              <a:solidFill>
                <a:schemeClr val="bg1"/>
              </a:solidFill>
              <a:latin typeface="Arial" panose="020B0604020202020204" pitchFamily="34" charset="0"/>
              <a:ea typeface="新細明體" panose="02020500000000000000" pitchFamily="18" charset="-120"/>
            </a:endParaRPr>
          </a:p>
        </p:txBody>
      </p:sp>
      <p:grpSp>
        <p:nvGrpSpPr>
          <p:cNvPr id="2" name="组合 1">
            <a:extLst>
              <a:ext uri="{FF2B5EF4-FFF2-40B4-BE49-F238E27FC236}">
                <a16:creationId xmlns:a16="http://schemas.microsoft.com/office/drawing/2014/main" id="{0FC8E561-74EB-4900-91D5-5C54434DE4B0}"/>
              </a:ext>
            </a:extLst>
          </p:cNvPr>
          <p:cNvGrpSpPr/>
          <p:nvPr/>
        </p:nvGrpSpPr>
        <p:grpSpPr>
          <a:xfrm>
            <a:off x="2546647" y="3629358"/>
            <a:ext cx="4223147" cy="891780"/>
            <a:chOff x="2281238" y="1110854"/>
            <a:chExt cx="4223147" cy="891780"/>
          </a:xfrm>
        </p:grpSpPr>
        <p:grpSp>
          <p:nvGrpSpPr>
            <p:cNvPr id="20483" name="Group 3">
              <a:extLst>
                <a:ext uri="{FF2B5EF4-FFF2-40B4-BE49-F238E27FC236}">
                  <a16:creationId xmlns:a16="http://schemas.microsoft.com/office/drawing/2014/main" id="{C24501F6-F35F-4AEC-865E-261C8BA91371}"/>
                </a:ext>
              </a:extLst>
            </p:cNvPr>
            <p:cNvGrpSpPr>
              <a:grpSpLocks/>
            </p:cNvGrpSpPr>
            <p:nvPr/>
          </p:nvGrpSpPr>
          <p:grpSpPr bwMode="auto">
            <a:xfrm>
              <a:off x="2727722" y="1396604"/>
              <a:ext cx="681038" cy="171450"/>
              <a:chOff x="1536" y="1008"/>
              <a:chExt cx="528" cy="144"/>
            </a:xfrm>
          </p:grpSpPr>
          <p:sp>
            <p:nvSpPr>
              <p:cNvPr id="20537" name="Line 4">
                <a:extLst>
                  <a:ext uri="{FF2B5EF4-FFF2-40B4-BE49-F238E27FC236}">
                    <a16:creationId xmlns:a16="http://schemas.microsoft.com/office/drawing/2014/main" id="{16BF41C9-AB24-4D11-A874-0272584A35B9}"/>
                  </a:ext>
                </a:extLst>
              </p:cNvPr>
              <p:cNvSpPr>
                <a:spLocks noChangeShapeType="1"/>
              </p:cNvSpPr>
              <p:nvPr/>
            </p:nvSpPr>
            <p:spPr bwMode="auto">
              <a:xfrm>
                <a:off x="1536"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538" name="Line 5">
                <a:extLst>
                  <a:ext uri="{FF2B5EF4-FFF2-40B4-BE49-F238E27FC236}">
                    <a16:creationId xmlns:a16="http://schemas.microsoft.com/office/drawing/2014/main" id="{4A152A7D-26C1-4C76-885F-4739D06EA75D}"/>
                  </a:ext>
                </a:extLst>
              </p:cNvPr>
              <p:cNvSpPr>
                <a:spLocks noChangeShapeType="1"/>
              </p:cNvSpPr>
              <p:nvPr/>
            </p:nvSpPr>
            <p:spPr bwMode="auto">
              <a:xfrm>
                <a:off x="1536"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539" name="Line 6">
                <a:extLst>
                  <a:ext uri="{FF2B5EF4-FFF2-40B4-BE49-F238E27FC236}">
                    <a16:creationId xmlns:a16="http://schemas.microsoft.com/office/drawing/2014/main" id="{2C3FBEFC-65E6-4B28-8204-934C13317D3B}"/>
                  </a:ext>
                </a:extLst>
              </p:cNvPr>
              <p:cNvSpPr>
                <a:spLocks noChangeShapeType="1"/>
              </p:cNvSpPr>
              <p:nvPr/>
            </p:nvSpPr>
            <p:spPr bwMode="auto">
              <a:xfrm flipV="1">
                <a:off x="1824"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540" name="Line 7">
                <a:extLst>
                  <a:ext uri="{FF2B5EF4-FFF2-40B4-BE49-F238E27FC236}">
                    <a16:creationId xmlns:a16="http://schemas.microsoft.com/office/drawing/2014/main" id="{93B7888B-65C5-49EC-9A5A-2C431597A2E8}"/>
                  </a:ext>
                </a:extLst>
              </p:cNvPr>
              <p:cNvSpPr>
                <a:spLocks noChangeShapeType="1"/>
              </p:cNvSpPr>
              <p:nvPr/>
            </p:nvSpPr>
            <p:spPr bwMode="auto">
              <a:xfrm>
                <a:off x="1824"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0484" name="Group 8">
              <a:extLst>
                <a:ext uri="{FF2B5EF4-FFF2-40B4-BE49-F238E27FC236}">
                  <a16:creationId xmlns:a16="http://schemas.microsoft.com/office/drawing/2014/main" id="{1BB07F10-C32A-47E1-A6FC-205933498054}"/>
                </a:ext>
              </a:extLst>
            </p:cNvPr>
            <p:cNvGrpSpPr>
              <a:grpSpLocks/>
            </p:cNvGrpSpPr>
            <p:nvPr/>
          </p:nvGrpSpPr>
          <p:grpSpPr bwMode="auto">
            <a:xfrm>
              <a:off x="3408760" y="1396604"/>
              <a:ext cx="681038" cy="171450"/>
              <a:chOff x="2064" y="1008"/>
              <a:chExt cx="528" cy="144"/>
            </a:xfrm>
          </p:grpSpPr>
          <p:sp>
            <p:nvSpPr>
              <p:cNvPr id="20533" name="Line 9">
                <a:extLst>
                  <a:ext uri="{FF2B5EF4-FFF2-40B4-BE49-F238E27FC236}">
                    <a16:creationId xmlns:a16="http://schemas.microsoft.com/office/drawing/2014/main" id="{A9578D7D-0497-4365-B772-8AB72680CAF9}"/>
                  </a:ext>
                </a:extLst>
              </p:cNvPr>
              <p:cNvSpPr>
                <a:spLocks noChangeShapeType="1"/>
              </p:cNvSpPr>
              <p:nvPr/>
            </p:nvSpPr>
            <p:spPr bwMode="auto">
              <a:xfrm>
                <a:off x="2064"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534" name="Line 10">
                <a:extLst>
                  <a:ext uri="{FF2B5EF4-FFF2-40B4-BE49-F238E27FC236}">
                    <a16:creationId xmlns:a16="http://schemas.microsoft.com/office/drawing/2014/main" id="{5ABC258A-E9C0-48D0-B772-1987DC3F4558}"/>
                  </a:ext>
                </a:extLst>
              </p:cNvPr>
              <p:cNvSpPr>
                <a:spLocks noChangeShapeType="1"/>
              </p:cNvSpPr>
              <p:nvPr/>
            </p:nvSpPr>
            <p:spPr bwMode="auto">
              <a:xfrm>
                <a:off x="2064"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535" name="Line 11">
                <a:extLst>
                  <a:ext uri="{FF2B5EF4-FFF2-40B4-BE49-F238E27FC236}">
                    <a16:creationId xmlns:a16="http://schemas.microsoft.com/office/drawing/2014/main" id="{1394A60A-D8D6-4F43-851B-5F1DC908DFD8}"/>
                  </a:ext>
                </a:extLst>
              </p:cNvPr>
              <p:cNvSpPr>
                <a:spLocks noChangeShapeType="1"/>
              </p:cNvSpPr>
              <p:nvPr/>
            </p:nvSpPr>
            <p:spPr bwMode="auto">
              <a:xfrm flipV="1">
                <a:off x="2352"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536" name="Line 12">
                <a:extLst>
                  <a:ext uri="{FF2B5EF4-FFF2-40B4-BE49-F238E27FC236}">
                    <a16:creationId xmlns:a16="http://schemas.microsoft.com/office/drawing/2014/main" id="{70FB2E36-3A9A-41EA-9050-EDE1D42F75AE}"/>
                  </a:ext>
                </a:extLst>
              </p:cNvPr>
              <p:cNvSpPr>
                <a:spLocks noChangeShapeType="1"/>
              </p:cNvSpPr>
              <p:nvPr/>
            </p:nvSpPr>
            <p:spPr bwMode="auto">
              <a:xfrm>
                <a:off x="2352"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0485" name="Group 13">
              <a:extLst>
                <a:ext uri="{FF2B5EF4-FFF2-40B4-BE49-F238E27FC236}">
                  <a16:creationId xmlns:a16="http://schemas.microsoft.com/office/drawing/2014/main" id="{06140C73-5D10-4303-AA36-777FB06F838B}"/>
                </a:ext>
              </a:extLst>
            </p:cNvPr>
            <p:cNvGrpSpPr>
              <a:grpSpLocks/>
            </p:cNvGrpSpPr>
            <p:nvPr/>
          </p:nvGrpSpPr>
          <p:grpSpPr bwMode="auto">
            <a:xfrm>
              <a:off x="4089797" y="1396604"/>
              <a:ext cx="681038" cy="171450"/>
              <a:chOff x="2592" y="1008"/>
              <a:chExt cx="528" cy="144"/>
            </a:xfrm>
          </p:grpSpPr>
          <p:sp>
            <p:nvSpPr>
              <p:cNvPr id="20529" name="Line 14">
                <a:extLst>
                  <a:ext uri="{FF2B5EF4-FFF2-40B4-BE49-F238E27FC236}">
                    <a16:creationId xmlns:a16="http://schemas.microsoft.com/office/drawing/2014/main" id="{EB272923-E629-4535-BC18-ED3DB9BBE96C}"/>
                  </a:ext>
                </a:extLst>
              </p:cNvPr>
              <p:cNvSpPr>
                <a:spLocks noChangeShapeType="1"/>
              </p:cNvSpPr>
              <p:nvPr/>
            </p:nvSpPr>
            <p:spPr bwMode="auto">
              <a:xfrm>
                <a:off x="2592"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530" name="Line 15">
                <a:extLst>
                  <a:ext uri="{FF2B5EF4-FFF2-40B4-BE49-F238E27FC236}">
                    <a16:creationId xmlns:a16="http://schemas.microsoft.com/office/drawing/2014/main" id="{88FB0409-EC92-454F-9921-FC910BA9D2A4}"/>
                  </a:ext>
                </a:extLst>
              </p:cNvPr>
              <p:cNvSpPr>
                <a:spLocks noChangeShapeType="1"/>
              </p:cNvSpPr>
              <p:nvPr/>
            </p:nvSpPr>
            <p:spPr bwMode="auto">
              <a:xfrm>
                <a:off x="2592"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531" name="Line 16">
                <a:extLst>
                  <a:ext uri="{FF2B5EF4-FFF2-40B4-BE49-F238E27FC236}">
                    <a16:creationId xmlns:a16="http://schemas.microsoft.com/office/drawing/2014/main" id="{62B8C388-2E58-402F-A465-01F778152E47}"/>
                  </a:ext>
                </a:extLst>
              </p:cNvPr>
              <p:cNvSpPr>
                <a:spLocks noChangeShapeType="1"/>
              </p:cNvSpPr>
              <p:nvPr/>
            </p:nvSpPr>
            <p:spPr bwMode="auto">
              <a:xfrm flipV="1">
                <a:off x="2880"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532" name="Line 17">
                <a:extLst>
                  <a:ext uri="{FF2B5EF4-FFF2-40B4-BE49-F238E27FC236}">
                    <a16:creationId xmlns:a16="http://schemas.microsoft.com/office/drawing/2014/main" id="{48217D72-CC39-450F-96F4-153D358DB652}"/>
                  </a:ext>
                </a:extLst>
              </p:cNvPr>
              <p:cNvSpPr>
                <a:spLocks noChangeShapeType="1"/>
              </p:cNvSpPr>
              <p:nvPr/>
            </p:nvSpPr>
            <p:spPr bwMode="auto">
              <a:xfrm>
                <a:off x="2880"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0486" name="Group 18">
              <a:extLst>
                <a:ext uri="{FF2B5EF4-FFF2-40B4-BE49-F238E27FC236}">
                  <a16:creationId xmlns:a16="http://schemas.microsoft.com/office/drawing/2014/main" id="{9328A1B2-50F3-4727-806A-715B2701F569}"/>
                </a:ext>
              </a:extLst>
            </p:cNvPr>
            <p:cNvGrpSpPr>
              <a:grpSpLocks/>
            </p:cNvGrpSpPr>
            <p:nvPr/>
          </p:nvGrpSpPr>
          <p:grpSpPr bwMode="auto">
            <a:xfrm>
              <a:off x="4770835" y="1396604"/>
              <a:ext cx="681038" cy="171450"/>
              <a:chOff x="3120" y="1008"/>
              <a:chExt cx="528" cy="144"/>
            </a:xfrm>
          </p:grpSpPr>
          <p:sp>
            <p:nvSpPr>
              <p:cNvPr id="20525" name="Line 19">
                <a:extLst>
                  <a:ext uri="{FF2B5EF4-FFF2-40B4-BE49-F238E27FC236}">
                    <a16:creationId xmlns:a16="http://schemas.microsoft.com/office/drawing/2014/main" id="{60C8546C-EE72-4C92-B2DC-CA0A098E0FDB}"/>
                  </a:ext>
                </a:extLst>
              </p:cNvPr>
              <p:cNvSpPr>
                <a:spLocks noChangeShapeType="1"/>
              </p:cNvSpPr>
              <p:nvPr/>
            </p:nvSpPr>
            <p:spPr bwMode="auto">
              <a:xfrm>
                <a:off x="3120"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526" name="Line 20">
                <a:extLst>
                  <a:ext uri="{FF2B5EF4-FFF2-40B4-BE49-F238E27FC236}">
                    <a16:creationId xmlns:a16="http://schemas.microsoft.com/office/drawing/2014/main" id="{376F2AA6-992E-4422-8ED3-2FC50102C7DB}"/>
                  </a:ext>
                </a:extLst>
              </p:cNvPr>
              <p:cNvSpPr>
                <a:spLocks noChangeShapeType="1"/>
              </p:cNvSpPr>
              <p:nvPr/>
            </p:nvSpPr>
            <p:spPr bwMode="auto">
              <a:xfrm>
                <a:off x="3120"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527" name="Line 21">
                <a:extLst>
                  <a:ext uri="{FF2B5EF4-FFF2-40B4-BE49-F238E27FC236}">
                    <a16:creationId xmlns:a16="http://schemas.microsoft.com/office/drawing/2014/main" id="{311E0EBE-85C1-4D3B-88C1-593B32A966E1}"/>
                  </a:ext>
                </a:extLst>
              </p:cNvPr>
              <p:cNvSpPr>
                <a:spLocks noChangeShapeType="1"/>
              </p:cNvSpPr>
              <p:nvPr/>
            </p:nvSpPr>
            <p:spPr bwMode="auto">
              <a:xfrm flipV="1">
                <a:off x="3408"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528" name="Line 22">
                <a:extLst>
                  <a:ext uri="{FF2B5EF4-FFF2-40B4-BE49-F238E27FC236}">
                    <a16:creationId xmlns:a16="http://schemas.microsoft.com/office/drawing/2014/main" id="{6922BA63-B68D-4F57-B279-960BA4646B19}"/>
                  </a:ext>
                </a:extLst>
              </p:cNvPr>
              <p:cNvSpPr>
                <a:spLocks noChangeShapeType="1"/>
              </p:cNvSpPr>
              <p:nvPr/>
            </p:nvSpPr>
            <p:spPr bwMode="auto">
              <a:xfrm>
                <a:off x="3408"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0487" name="Group 23">
              <a:extLst>
                <a:ext uri="{FF2B5EF4-FFF2-40B4-BE49-F238E27FC236}">
                  <a16:creationId xmlns:a16="http://schemas.microsoft.com/office/drawing/2014/main" id="{5C09387B-B307-4469-B5CC-B0F03AD2BE64}"/>
                </a:ext>
              </a:extLst>
            </p:cNvPr>
            <p:cNvGrpSpPr>
              <a:grpSpLocks/>
            </p:cNvGrpSpPr>
            <p:nvPr/>
          </p:nvGrpSpPr>
          <p:grpSpPr bwMode="auto">
            <a:xfrm>
              <a:off x="5451872" y="1396604"/>
              <a:ext cx="681038" cy="171450"/>
              <a:chOff x="3648" y="1008"/>
              <a:chExt cx="528" cy="144"/>
            </a:xfrm>
          </p:grpSpPr>
          <p:sp>
            <p:nvSpPr>
              <p:cNvPr id="20521" name="Line 24">
                <a:extLst>
                  <a:ext uri="{FF2B5EF4-FFF2-40B4-BE49-F238E27FC236}">
                    <a16:creationId xmlns:a16="http://schemas.microsoft.com/office/drawing/2014/main" id="{3356FA11-8094-4DA9-A90B-33AE9C562C7F}"/>
                  </a:ext>
                </a:extLst>
              </p:cNvPr>
              <p:cNvSpPr>
                <a:spLocks noChangeShapeType="1"/>
              </p:cNvSpPr>
              <p:nvPr/>
            </p:nvSpPr>
            <p:spPr bwMode="auto">
              <a:xfrm>
                <a:off x="3648"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522" name="Line 25">
                <a:extLst>
                  <a:ext uri="{FF2B5EF4-FFF2-40B4-BE49-F238E27FC236}">
                    <a16:creationId xmlns:a16="http://schemas.microsoft.com/office/drawing/2014/main" id="{6A19E0DF-F7D0-49EE-8533-74454C25C365}"/>
                  </a:ext>
                </a:extLst>
              </p:cNvPr>
              <p:cNvSpPr>
                <a:spLocks noChangeShapeType="1"/>
              </p:cNvSpPr>
              <p:nvPr/>
            </p:nvSpPr>
            <p:spPr bwMode="auto">
              <a:xfrm>
                <a:off x="3648"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523" name="Line 26">
                <a:extLst>
                  <a:ext uri="{FF2B5EF4-FFF2-40B4-BE49-F238E27FC236}">
                    <a16:creationId xmlns:a16="http://schemas.microsoft.com/office/drawing/2014/main" id="{2B683F06-DB2B-4DEB-80CB-118E9306165F}"/>
                  </a:ext>
                </a:extLst>
              </p:cNvPr>
              <p:cNvSpPr>
                <a:spLocks noChangeShapeType="1"/>
              </p:cNvSpPr>
              <p:nvPr/>
            </p:nvSpPr>
            <p:spPr bwMode="auto">
              <a:xfrm flipV="1">
                <a:off x="3936"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524" name="Line 27">
                <a:extLst>
                  <a:ext uri="{FF2B5EF4-FFF2-40B4-BE49-F238E27FC236}">
                    <a16:creationId xmlns:a16="http://schemas.microsoft.com/office/drawing/2014/main" id="{F454605A-4C01-4E82-8F73-E70363529FDD}"/>
                  </a:ext>
                </a:extLst>
              </p:cNvPr>
              <p:cNvSpPr>
                <a:spLocks noChangeShapeType="1"/>
              </p:cNvSpPr>
              <p:nvPr/>
            </p:nvSpPr>
            <p:spPr bwMode="auto">
              <a:xfrm>
                <a:off x="3936"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20488" name="Line 28">
              <a:extLst>
                <a:ext uri="{FF2B5EF4-FFF2-40B4-BE49-F238E27FC236}">
                  <a16:creationId xmlns:a16="http://schemas.microsoft.com/office/drawing/2014/main" id="{FB51049C-27B0-4877-97B8-B88A941FBC22}"/>
                </a:ext>
              </a:extLst>
            </p:cNvPr>
            <p:cNvSpPr>
              <a:spLocks noChangeShapeType="1"/>
            </p:cNvSpPr>
            <p:nvPr/>
          </p:nvSpPr>
          <p:spPr bwMode="auto">
            <a:xfrm>
              <a:off x="6132910" y="1568054"/>
              <a:ext cx="3714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489" name="Line 29">
              <a:extLst>
                <a:ext uri="{FF2B5EF4-FFF2-40B4-BE49-F238E27FC236}">
                  <a16:creationId xmlns:a16="http://schemas.microsoft.com/office/drawing/2014/main" id="{C42941AB-E63C-4367-AE98-D6C0FCE24D83}"/>
                </a:ext>
              </a:extLst>
            </p:cNvPr>
            <p:cNvSpPr>
              <a:spLocks noChangeShapeType="1"/>
            </p:cNvSpPr>
            <p:nvPr/>
          </p:nvSpPr>
          <p:spPr bwMode="auto">
            <a:xfrm>
              <a:off x="6132910" y="139660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490" name="Line 30">
              <a:extLst>
                <a:ext uri="{FF2B5EF4-FFF2-40B4-BE49-F238E27FC236}">
                  <a16:creationId xmlns:a16="http://schemas.microsoft.com/office/drawing/2014/main" id="{FA5691C1-5938-42C6-B305-2E50F45E25C5}"/>
                </a:ext>
              </a:extLst>
            </p:cNvPr>
            <p:cNvSpPr>
              <a:spLocks noChangeShapeType="1"/>
            </p:cNvSpPr>
            <p:nvPr/>
          </p:nvSpPr>
          <p:spPr bwMode="auto">
            <a:xfrm>
              <a:off x="2418160" y="139660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491" name="Line 31">
              <a:extLst>
                <a:ext uri="{FF2B5EF4-FFF2-40B4-BE49-F238E27FC236}">
                  <a16:creationId xmlns:a16="http://schemas.microsoft.com/office/drawing/2014/main" id="{1AF9318F-1E59-421F-B4DE-7180E3D6ABF8}"/>
                </a:ext>
              </a:extLst>
            </p:cNvPr>
            <p:cNvSpPr>
              <a:spLocks noChangeShapeType="1"/>
            </p:cNvSpPr>
            <p:nvPr/>
          </p:nvSpPr>
          <p:spPr bwMode="auto">
            <a:xfrm flipV="1">
              <a:off x="2727722" y="11108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492" name="Line 32">
              <a:extLst>
                <a:ext uri="{FF2B5EF4-FFF2-40B4-BE49-F238E27FC236}">
                  <a16:creationId xmlns:a16="http://schemas.microsoft.com/office/drawing/2014/main" id="{9AC2FED9-624F-4F0E-ABDE-C1D4875D4C75}"/>
                </a:ext>
              </a:extLst>
            </p:cNvPr>
            <p:cNvSpPr>
              <a:spLocks noChangeShapeType="1"/>
            </p:cNvSpPr>
            <p:nvPr/>
          </p:nvSpPr>
          <p:spPr bwMode="auto">
            <a:xfrm flipV="1">
              <a:off x="3408760" y="11108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493" name="Rectangle 33">
              <a:extLst>
                <a:ext uri="{FF2B5EF4-FFF2-40B4-BE49-F238E27FC236}">
                  <a16:creationId xmlns:a16="http://schemas.microsoft.com/office/drawing/2014/main" id="{3470A6CE-9D08-47DE-A206-7CFEB5C438B0}"/>
                </a:ext>
              </a:extLst>
            </p:cNvPr>
            <p:cNvSpPr>
              <a:spLocks noChangeArrowheads="1"/>
            </p:cNvSpPr>
            <p:nvPr/>
          </p:nvSpPr>
          <p:spPr bwMode="auto">
            <a:xfrm>
              <a:off x="2776538" y="111918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1</a:t>
              </a:r>
            </a:p>
          </p:txBody>
        </p:sp>
        <p:sp>
          <p:nvSpPr>
            <p:cNvPr id="20494" name="Rectangle 34">
              <a:extLst>
                <a:ext uri="{FF2B5EF4-FFF2-40B4-BE49-F238E27FC236}">
                  <a16:creationId xmlns:a16="http://schemas.microsoft.com/office/drawing/2014/main" id="{2DBF45AD-81CE-45D8-86EF-16B97B7FB13B}"/>
                </a:ext>
              </a:extLst>
            </p:cNvPr>
            <p:cNvSpPr>
              <a:spLocks noChangeArrowheads="1"/>
            </p:cNvSpPr>
            <p:nvPr/>
          </p:nvSpPr>
          <p:spPr bwMode="auto">
            <a:xfrm>
              <a:off x="3395663" y="111918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2</a:t>
              </a:r>
            </a:p>
          </p:txBody>
        </p:sp>
        <p:sp>
          <p:nvSpPr>
            <p:cNvPr id="20495" name="Line 35">
              <a:extLst>
                <a:ext uri="{FF2B5EF4-FFF2-40B4-BE49-F238E27FC236}">
                  <a16:creationId xmlns:a16="http://schemas.microsoft.com/office/drawing/2014/main" id="{C6119356-EBBD-4D89-B2B8-057C340E9CFC}"/>
                </a:ext>
              </a:extLst>
            </p:cNvPr>
            <p:cNvSpPr>
              <a:spLocks noChangeShapeType="1"/>
            </p:cNvSpPr>
            <p:nvPr/>
          </p:nvSpPr>
          <p:spPr bwMode="auto">
            <a:xfrm flipV="1">
              <a:off x="4089797" y="11108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496" name="Line 36">
              <a:extLst>
                <a:ext uri="{FF2B5EF4-FFF2-40B4-BE49-F238E27FC236}">
                  <a16:creationId xmlns:a16="http://schemas.microsoft.com/office/drawing/2014/main" id="{E51DFBEA-FEFF-48F0-9EA7-DCA440AB8774}"/>
                </a:ext>
              </a:extLst>
            </p:cNvPr>
            <p:cNvSpPr>
              <a:spLocks noChangeShapeType="1"/>
            </p:cNvSpPr>
            <p:nvPr/>
          </p:nvSpPr>
          <p:spPr bwMode="auto">
            <a:xfrm flipV="1">
              <a:off x="4770835" y="11108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497" name="Line 37">
              <a:extLst>
                <a:ext uri="{FF2B5EF4-FFF2-40B4-BE49-F238E27FC236}">
                  <a16:creationId xmlns:a16="http://schemas.microsoft.com/office/drawing/2014/main" id="{565D291C-11DC-4884-A0C8-91B72B0CEB78}"/>
                </a:ext>
              </a:extLst>
            </p:cNvPr>
            <p:cNvSpPr>
              <a:spLocks noChangeShapeType="1"/>
            </p:cNvSpPr>
            <p:nvPr/>
          </p:nvSpPr>
          <p:spPr bwMode="auto">
            <a:xfrm flipV="1">
              <a:off x="5451872" y="11108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498" name="Line 38">
              <a:extLst>
                <a:ext uri="{FF2B5EF4-FFF2-40B4-BE49-F238E27FC236}">
                  <a16:creationId xmlns:a16="http://schemas.microsoft.com/office/drawing/2014/main" id="{52429BE3-C441-44E3-8A19-F44B9896455B}"/>
                </a:ext>
              </a:extLst>
            </p:cNvPr>
            <p:cNvSpPr>
              <a:spLocks noChangeShapeType="1"/>
            </p:cNvSpPr>
            <p:nvPr/>
          </p:nvSpPr>
          <p:spPr bwMode="auto">
            <a:xfrm flipV="1">
              <a:off x="6132910" y="111085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0499" name="Rectangle 39">
              <a:extLst>
                <a:ext uri="{FF2B5EF4-FFF2-40B4-BE49-F238E27FC236}">
                  <a16:creationId xmlns:a16="http://schemas.microsoft.com/office/drawing/2014/main" id="{7DD27743-40B9-4203-8620-AB8DB55B7198}"/>
                </a:ext>
              </a:extLst>
            </p:cNvPr>
            <p:cNvSpPr>
              <a:spLocks noChangeArrowheads="1"/>
            </p:cNvSpPr>
            <p:nvPr/>
          </p:nvSpPr>
          <p:spPr bwMode="auto">
            <a:xfrm>
              <a:off x="4138613" y="111918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3</a:t>
              </a:r>
            </a:p>
          </p:txBody>
        </p:sp>
        <p:sp>
          <p:nvSpPr>
            <p:cNvPr id="20500" name="Rectangle 40">
              <a:extLst>
                <a:ext uri="{FF2B5EF4-FFF2-40B4-BE49-F238E27FC236}">
                  <a16:creationId xmlns:a16="http://schemas.microsoft.com/office/drawing/2014/main" id="{500EC272-E558-41FD-B8FD-8FECD5B37957}"/>
                </a:ext>
              </a:extLst>
            </p:cNvPr>
            <p:cNvSpPr>
              <a:spLocks noChangeArrowheads="1"/>
            </p:cNvSpPr>
            <p:nvPr/>
          </p:nvSpPr>
          <p:spPr bwMode="auto">
            <a:xfrm>
              <a:off x="4757738" y="111918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4</a:t>
              </a:r>
            </a:p>
          </p:txBody>
        </p:sp>
        <p:sp>
          <p:nvSpPr>
            <p:cNvPr id="20501" name="Rectangle 41">
              <a:extLst>
                <a:ext uri="{FF2B5EF4-FFF2-40B4-BE49-F238E27FC236}">
                  <a16:creationId xmlns:a16="http://schemas.microsoft.com/office/drawing/2014/main" id="{0D41D32E-2B05-4D08-B9C3-E069D9A988DB}"/>
                </a:ext>
              </a:extLst>
            </p:cNvPr>
            <p:cNvSpPr>
              <a:spLocks noChangeArrowheads="1"/>
            </p:cNvSpPr>
            <p:nvPr/>
          </p:nvSpPr>
          <p:spPr bwMode="auto">
            <a:xfrm>
              <a:off x="5438776" y="111918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5</a:t>
              </a:r>
            </a:p>
          </p:txBody>
        </p:sp>
        <p:grpSp>
          <p:nvGrpSpPr>
            <p:cNvPr id="20502" name="Group 42">
              <a:extLst>
                <a:ext uri="{FF2B5EF4-FFF2-40B4-BE49-F238E27FC236}">
                  <a16:creationId xmlns:a16="http://schemas.microsoft.com/office/drawing/2014/main" id="{E96BCA65-8CDB-407B-8740-86CF12346B94}"/>
                </a:ext>
              </a:extLst>
            </p:cNvPr>
            <p:cNvGrpSpPr>
              <a:grpSpLocks/>
            </p:cNvGrpSpPr>
            <p:nvPr/>
          </p:nvGrpSpPr>
          <p:grpSpPr bwMode="auto">
            <a:xfrm>
              <a:off x="2738438" y="1747840"/>
              <a:ext cx="3383756" cy="254794"/>
              <a:chOff x="1544" y="1303"/>
              <a:chExt cx="2624" cy="214"/>
            </a:xfrm>
          </p:grpSpPr>
          <p:grpSp>
            <p:nvGrpSpPr>
              <p:cNvPr id="20506" name="Group 43">
                <a:extLst>
                  <a:ext uri="{FF2B5EF4-FFF2-40B4-BE49-F238E27FC236}">
                    <a16:creationId xmlns:a16="http://schemas.microsoft.com/office/drawing/2014/main" id="{D032ED58-0CA2-40C6-973B-6E379A4A6F12}"/>
                  </a:ext>
                </a:extLst>
              </p:cNvPr>
              <p:cNvGrpSpPr>
                <a:grpSpLocks/>
              </p:cNvGrpSpPr>
              <p:nvPr/>
            </p:nvGrpSpPr>
            <p:grpSpPr bwMode="auto">
              <a:xfrm>
                <a:off x="1544" y="1303"/>
                <a:ext cx="512" cy="214"/>
                <a:chOff x="1544" y="1303"/>
                <a:chExt cx="512" cy="214"/>
              </a:xfrm>
            </p:grpSpPr>
            <p:sp>
              <p:nvSpPr>
                <p:cNvPr id="20519" name="Rectangle 44">
                  <a:extLst>
                    <a:ext uri="{FF2B5EF4-FFF2-40B4-BE49-F238E27FC236}">
                      <a16:creationId xmlns:a16="http://schemas.microsoft.com/office/drawing/2014/main" id="{9B560A58-D6D9-4744-82AC-3719489FBE1B}"/>
                    </a:ext>
                  </a:extLst>
                </p:cNvPr>
                <p:cNvSpPr>
                  <a:spLocks noChangeArrowheads="1"/>
                </p:cNvSpPr>
                <p:nvPr/>
              </p:nvSpPr>
              <p:spPr bwMode="auto">
                <a:xfrm>
                  <a:off x="1544"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520" name="Rectangle 45">
                  <a:extLst>
                    <a:ext uri="{FF2B5EF4-FFF2-40B4-BE49-F238E27FC236}">
                      <a16:creationId xmlns:a16="http://schemas.microsoft.com/office/drawing/2014/main" id="{ABA7E4E3-29A3-4176-B5B3-5C2120D77FAD}"/>
                    </a:ext>
                  </a:extLst>
                </p:cNvPr>
                <p:cNvSpPr>
                  <a:spLocks noChangeArrowheads="1"/>
                </p:cNvSpPr>
                <p:nvPr/>
              </p:nvSpPr>
              <p:spPr bwMode="auto">
                <a:xfrm>
                  <a:off x="1584" y="1303"/>
                  <a:ext cx="40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Ifetch</a:t>
                  </a:r>
                </a:p>
              </p:txBody>
            </p:sp>
          </p:grpSp>
          <p:grpSp>
            <p:nvGrpSpPr>
              <p:cNvPr id="20507" name="Group 46">
                <a:extLst>
                  <a:ext uri="{FF2B5EF4-FFF2-40B4-BE49-F238E27FC236}">
                    <a16:creationId xmlns:a16="http://schemas.microsoft.com/office/drawing/2014/main" id="{B551DE7D-5318-4744-8C55-92F4EC2FDEB2}"/>
                  </a:ext>
                </a:extLst>
              </p:cNvPr>
              <p:cNvGrpSpPr>
                <a:grpSpLocks/>
              </p:cNvGrpSpPr>
              <p:nvPr/>
            </p:nvGrpSpPr>
            <p:grpSpPr bwMode="auto">
              <a:xfrm>
                <a:off x="2054" y="1303"/>
                <a:ext cx="533" cy="214"/>
                <a:chOff x="2054" y="1303"/>
                <a:chExt cx="533" cy="214"/>
              </a:xfrm>
            </p:grpSpPr>
            <p:sp>
              <p:nvSpPr>
                <p:cNvPr id="20517" name="Rectangle 47">
                  <a:extLst>
                    <a:ext uri="{FF2B5EF4-FFF2-40B4-BE49-F238E27FC236}">
                      <a16:creationId xmlns:a16="http://schemas.microsoft.com/office/drawing/2014/main" id="{1E65A4DB-BD9C-4300-9FD4-D93AB59E2223}"/>
                    </a:ext>
                  </a:extLst>
                </p:cNvPr>
                <p:cNvSpPr>
                  <a:spLocks noChangeArrowheads="1"/>
                </p:cNvSpPr>
                <p:nvPr/>
              </p:nvSpPr>
              <p:spPr bwMode="auto">
                <a:xfrm>
                  <a:off x="2072"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518" name="Rectangle 48">
                  <a:extLst>
                    <a:ext uri="{FF2B5EF4-FFF2-40B4-BE49-F238E27FC236}">
                      <a16:creationId xmlns:a16="http://schemas.microsoft.com/office/drawing/2014/main" id="{64DA71CB-AB6B-42F8-AB0F-E061AE807B2C}"/>
                    </a:ext>
                  </a:extLst>
                </p:cNvPr>
                <p:cNvSpPr>
                  <a:spLocks noChangeArrowheads="1"/>
                </p:cNvSpPr>
                <p:nvPr/>
              </p:nvSpPr>
              <p:spPr bwMode="auto">
                <a:xfrm>
                  <a:off x="2054" y="1303"/>
                  <a:ext cx="5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Reg/Dec</a:t>
                  </a:r>
                </a:p>
              </p:txBody>
            </p:sp>
          </p:grpSp>
          <p:grpSp>
            <p:nvGrpSpPr>
              <p:cNvPr id="20508" name="Group 49">
                <a:extLst>
                  <a:ext uri="{FF2B5EF4-FFF2-40B4-BE49-F238E27FC236}">
                    <a16:creationId xmlns:a16="http://schemas.microsoft.com/office/drawing/2014/main" id="{9473B5D3-DD36-4442-9832-2746E27B46C4}"/>
                  </a:ext>
                </a:extLst>
              </p:cNvPr>
              <p:cNvGrpSpPr>
                <a:grpSpLocks/>
              </p:cNvGrpSpPr>
              <p:nvPr/>
            </p:nvGrpSpPr>
            <p:grpSpPr bwMode="auto">
              <a:xfrm>
                <a:off x="2600" y="1303"/>
                <a:ext cx="512" cy="214"/>
                <a:chOff x="2600" y="1303"/>
                <a:chExt cx="512" cy="214"/>
              </a:xfrm>
            </p:grpSpPr>
            <p:sp>
              <p:nvSpPr>
                <p:cNvPr id="20515" name="Rectangle 50">
                  <a:extLst>
                    <a:ext uri="{FF2B5EF4-FFF2-40B4-BE49-F238E27FC236}">
                      <a16:creationId xmlns:a16="http://schemas.microsoft.com/office/drawing/2014/main" id="{31C95130-2E52-4AD4-8206-356E144B3903}"/>
                    </a:ext>
                  </a:extLst>
                </p:cNvPr>
                <p:cNvSpPr>
                  <a:spLocks noChangeArrowheads="1"/>
                </p:cNvSpPr>
                <p:nvPr/>
              </p:nvSpPr>
              <p:spPr bwMode="auto">
                <a:xfrm>
                  <a:off x="2600"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516" name="Rectangle 51">
                  <a:extLst>
                    <a:ext uri="{FF2B5EF4-FFF2-40B4-BE49-F238E27FC236}">
                      <a16:creationId xmlns:a16="http://schemas.microsoft.com/office/drawing/2014/main" id="{95C197FA-58E3-4691-8AD0-BD8375FB7474}"/>
                    </a:ext>
                  </a:extLst>
                </p:cNvPr>
                <p:cNvSpPr>
                  <a:spLocks noChangeArrowheads="1"/>
                </p:cNvSpPr>
                <p:nvPr/>
              </p:nvSpPr>
              <p:spPr bwMode="auto">
                <a:xfrm>
                  <a:off x="2678" y="1303"/>
                  <a:ext cx="35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Exec</a:t>
                  </a:r>
                </a:p>
              </p:txBody>
            </p:sp>
          </p:grpSp>
          <p:grpSp>
            <p:nvGrpSpPr>
              <p:cNvPr id="20509" name="Group 52">
                <a:extLst>
                  <a:ext uri="{FF2B5EF4-FFF2-40B4-BE49-F238E27FC236}">
                    <a16:creationId xmlns:a16="http://schemas.microsoft.com/office/drawing/2014/main" id="{ED3EB337-5CA7-4AB8-AA50-B69A01FB801B}"/>
                  </a:ext>
                </a:extLst>
              </p:cNvPr>
              <p:cNvGrpSpPr>
                <a:grpSpLocks/>
              </p:cNvGrpSpPr>
              <p:nvPr/>
            </p:nvGrpSpPr>
            <p:grpSpPr bwMode="auto">
              <a:xfrm>
                <a:off x="3128" y="1303"/>
                <a:ext cx="512" cy="214"/>
                <a:chOff x="3128" y="1303"/>
                <a:chExt cx="512" cy="214"/>
              </a:xfrm>
            </p:grpSpPr>
            <p:sp>
              <p:nvSpPr>
                <p:cNvPr id="20513" name="Rectangle 53">
                  <a:extLst>
                    <a:ext uri="{FF2B5EF4-FFF2-40B4-BE49-F238E27FC236}">
                      <a16:creationId xmlns:a16="http://schemas.microsoft.com/office/drawing/2014/main" id="{2EBFB354-2B31-4698-8DE3-F121D6FC02E3}"/>
                    </a:ext>
                  </a:extLst>
                </p:cNvPr>
                <p:cNvSpPr>
                  <a:spLocks noChangeArrowheads="1"/>
                </p:cNvSpPr>
                <p:nvPr/>
              </p:nvSpPr>
              <p:spPr bwMode="auto">
                <a:xfrm>
                  <a:off x="3128"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514" name="Rectangle 54">
                  <a:extLst>
                    <a:ext uri="{FF2B5EF4-FFF2-40B4-BE49-F238E27FC236}">
                      <a16:creationId xmlns:a16="http://schemas.microsoft.com/office/drawing/2014/main" id="{28333F4E-FC84-4079-AE11-95832BCDCFE3}"/>
                    </a:ext>
                  </a:extLst>
                </p:cNvPr>
                <p:cNvSpPr>
                  <a:spLocks noChangeArrowheads="1"/>
                </p:cNvSpPr>
                <p:nvPr/>
              </p:nvSpPr>
              <p:spPr bwMode="auto">
                <a:xfrm>
                  <a:off x="3206" y="1303"/>
                  <a:ext cx="3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grpSp>
          <p:grpSp>
            <p:nvGrpSpPr>
              <p:cNvPr id="20510" name="Group 55">
                <a:extLst>
                  <a:ext uri="{FF2B5EF4-FFF2-40B4-BE49-F238E27FC236}">
                    <a16:creationId xmlns:a16="http://schemas.microsoft.com/office/drawing/2014/main" id="{35686034-89F6-4133-93EE-4441DC24AD97}"/>
                  </a:ext>
                </a:extLst>
              </p:cNvPr>
              <p:cNvGrpSpPr>
                <a:grpSpLocks/>
              </p:cNvGrpSpPr>
              <p:nvPr/>
            </p:nvGrpSpPr>
            <p:grpSpPr bwMode="auto">
              <a:xfrm>
                <a:off x="3656" y="1303"/>
                <a:ext cx="512" cy="214"/>
                <a:chOff x="3656" y="1303"/>
                <a:chExt cx="512" cy="214"/>
              </a:xfrm>
            </p:grpSpPr>
            <p:sp>
              <p:nvSpPr>
                <p:cNvPr id="20511" name="Rectangle 56">
                  <a:extLst>
                    <a:ext uri="{FF2B5EF4-FFF2-40B4-BE49-F238E27FC236}">
                      <a16:creationId xmlns:a16="http://schemas.microsoft.com/office/drawing/2014/main" id="{C2DA6C89-2BA2-473D-9FE9-397EEB68A137}"/>
                    </a:ext>
                  </a:extLst>
                </p:cNvPr>
                <p:cNvSpPr>
                  <a:spLocks noChangeArrowheads="1"/>
                </p:cNvSpPr>
                <p:nvPr/>
              </p:nvSpPr>
              <p:spPr bwMode="auto">
                <a:xfrm>
                  <a:off x="3656"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512" name="Rectangle 57">
                  <a:extLst>
                    <a:ext uri="{FF2B5EF4-FFF2-40B4-BE49-F238E27FC236}">
                      <a16:creationId xmlns:a16="http://schemas.microsoft.com/office/drawing/2014/main" id="{05301AEE-E844-4837-905C-6192C61C2DB6}"/>
                    </a:ext>
                  </a:extLst>
                </p:cNvPr>
                <p:cNvSpPr>
                  <a:spLocks noChangeArrowheads="1"/>
                </p:cNvSpPr>
                <p:nvPr/>
              </p:nvSpPr>
              <p:spPr bwMode="auto">
                <a:xfrm>
                  <a:off x="3734" y="1303"/>
                  <a:ext cx="27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Wr</a:t>
                  </a:r>
                </a:p>
              </p:txBody>
            </p:sp>
          </p:grpSp>
        </p:grpSp>
        <p:sp>
          <p:nvSpPr>
            <p:cNvPr id="20503" name="Rectangle 58">
              <a:extLst>
                <a:ext uri="{FF2B5EF4-FFF2-40B4-BE49-F238E27FC236}">
                  <a16:creationId xmlns:a16="http://schemas.microsoft.com/office/drawing/2014/main" id="{260E0358-298F-49B6-8447-0598401A564A}"/>
                </a:ext>
              </a:extLst>
            </p:cNvPr>
            <p:cNvSpPr>
              <a:spLocks noChangeArrowheads="1"/>
            </p:cNvSpPr>
            <p:nvPr/>
          </p:nvSpPr>
          <p:spPr bwMode="auto">
            <a:xfrm>
              <a:off x="2281238" y="1747838"/>
              <a:ext cx="48090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Load</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B6C8AAA-0909-4CE9-BE7A-D8F0766B0D15}"/>
              </a:ext>
            </a:extLst>
          </p:cNvPr>
          <p:cNvGrpSpPr/>
          <p:nvPr/>
        </p:nvGrpSpPr>
        <p:grpSpPr>
          <a:xfrm>
            <a:off x="1656389" y="2939538"/>
            <a:ext cx="5770959" cy="1577581"/>
            <a:chOff x="1649016" y="1000125"/>
            <a:chExt cx="5770959" cy="1577581"/>
          </a:xfrm>
        </p:grpSpPr>
        <p:sp>
          <p:nvSpPr>
            <p:cNvPr id="21506" name="Rectangle 2">
              <a:extLst>
                <a:ext uri="{FF2B5EF4-FFF2-40B4-BE49-F238E27FC236}">
                  <a16:creationId xmlns:a16="http://schemas.microsoft.com/office/drawing/2014/main" id="{76014C44-2047-4111-A71E-9A23290F0BCD}"/>
                </a:ext>
              </a:extLst>
            </p:cNvPr>
            <p:cNvSpPr>
              <a:spLocks noChangeArrowheads="1"/>
            </p:cNvSpPr>
            <p:nvPr/>
          </p:nvSpPr>
          <p:spPr bwMode="auto">
            <a:xfrm>
              <a:off x="1649016" y="1294210"/>
              <a:ext cx="52418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Clock</a:t>
              </a:r>
            </a:p>
          </p:txBody>
        </p:sp>
        <p:grpSp>
          <p:nvGrpSpPr>
            <p:cNvPr id="21507" name="Group 3">
              <a:extLst>
                <a:ext uri="{FF2B5EF4-FFF2-40B4-BE49-F238E27FC236}">
                  <a16:creationId xmlns:a16="http://schemas.microsoft.com/office/drawing/2014/main" id="{684E13ED-ECBE-482A-80E7-B0FC4A1A572B}"/>
                </a:ext>
              </a:extLst>
            </p:cNvPr>
            <p:cNvGrpSpPr>
              <a:grpSpLocks/>
            </p:cNvGrpSpPr>
            <p:nvPr/>
          </p:nvGrpSpPr>
          <p:grpSpPr bwMode="auto">
            <a:xfrm>
              <a:off x="2281237" y="1285875"/>
              <a:ext cx="681038" cy="171450"/>
              <a:chOff x="1104" y="1008"/>
              <a:chExt cx="528" cy="144"/>
            </a:xfrm>
          </p:grpSpPr>
          <p:sp>
            <p:nvSpPr>
              <p:cNvPr id="21613" name="Line 4">
                <a:extLst>
                  <a:ext uri="{FF2B5EF4-FFF2-40B4-BE49-F238E27FC236}">
                    <a16:creationId xmlns:a16="http://schemas.microsoft.com/office/drawing/2014/main" id="{2D868DC0-9E59-44D4-A6DA-CE53FE3A561B}"/>
                  </a:ext>
                </a:extLst>
              </p:cNvPr>
              <p:cNvSpPr>
                <a:spLocks noChangeShapeType="1"/>
              </p:cNvSpPr>
              <p:nvPr/>
            </p:nvSpPr>
            <p:spPr bwMode="auto">
              <a:xfrm>
                <a:off x="1104"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614" name="Line 5">
                <a:extLst>
                  <a:ext uri="{FF2B5EF4-FFF2-40B4-BE49-F238E27FC236}">
                    <a16:creationId xmlns:a16="http://schemas.microsoft.com/office/drawing/2014/main" id="{016141E8-DE5C-4FB3-A2BF-C584E231DC3B}"/>
                  </a:ext>
                </a:extLst>
              </p:cNvPr>
              <p:cNvSpPr>
                <a:spLocks noChangeShapeType="1"/>
              </p:cNvSpPr>
              <p:nvPr/>
            </p:nvSpPr>
            <p:spPr bwMode="auto">
              <a:xfrm>
                <a:off x="1104"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615" name="Line 6">
                <a:extLst>
                  <a:ext uri="{FF2B5EF4-FFF2-40B4-BE49-F238E27FC236}">
                    <a16:creationId xmlns:a16="http://schemas.microsoft.com/office/drawing/2014/main" id="{9E201647-12C7-40EE-A328-2512F4DFF5BA}"/>
                  </a:ext>
                </a:extLst>
              </p:cNvPr>
              <p:cNvSpPr>
                <a:spLocks noChangeShapeType="1"/>
              </p:cNvSpPr>
              <p:nvPr/>
            </p:nvSpPr>
            <p:spPr bwMode="auto">
              <a:xfrm flipV="1">
                <a:off x="1392"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616" name="Line 7">
                <a:extLst>
                  <a:ext uri="{FF2B5EF4-FFF2-40B4-BE49-F238E27FC236}">
                    <a16:creationId xmlns:a16="http://schemas.microsoft.com/office/drawing/2014/main" id="{2103D603-8483-4F09-9FC8-0CDDFF02D716}"/>
                  </a:ext>
                </a:extLst>
              </p:cNvPr>
              <p:cNvSpPr>
                <a:spLocks noChangeShapeType="1"/>
              </p:cNvSpPr>
              <p:nvPr/>
            </p:nvSpPr>
            <p:spPr bwMode="auto">
              <a:xfrm>
                <a:off x="1392"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1508" name="Group 8">
              <a:extLst>
                <a:ext uri="{FF2B5EF4-FFF2-40B4-BE49-F238E27FC236}">
                  <a16:creationId xmlns:a16="http://schemas.microsoft.com/office/drawing/2014/main" id="{97FE1F37-0EBF-4417-AEFC-D70BD3EACD8F}"/>
                </a:ext>
              </a:extLst>
            </p:cNvPr>
            <p:cNvGrpSpPr>
              <a:grpSpLocks/>
            </p:cNvGrpSpPr>
            <p:nvPr/>
          </p:nvGrpSpPr>
          <p:grpSpPr bwMode="auto">
            <a:xfrm>
              <a:off x="2962275" y="1285875"/>
              <a:ext cx="681038" cy="171450"/>
              <a:chOff x="1632" y="1008"/>
              <a:chExt cx="528" cy="144"/>
            </a:xfrm>
          </p:grpSpPr>
          <p:sp>
            <p:nvSpPr>
              <p:cNvPr id="21609" name="Line 9">
                <a:extLst>
                  <a:ext uri="{FF2B5EF4-FFF2-40B4-BE49-F238E27FC236}">
                    <a16:creationId xmlns:a16="http://schemas.microsoft.com/office/drawing/2014/main" id="{8CEFE6E8-F6E5-4A4D-9F1A-257F30FD75F4}"/>
                  </a:ext>
                </a:extLst>
              </p:cNvPr>
              <p:cNvSpPr>
                <a:spLocks noChangeShapeType="1"/>
              </p:cNvSpPr>
              <p:nvPr/>
            </p:nvSpPr>
            <p:spPr bwMode="auto">
              <a:xfrm>
                <a:off x="1632"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610" name="Line 10">
                <a:extLst>
                  <a:ext uri="{FF2B5EF4-FFF2-40B4-BE49-F238E27FC236}">
                    <a16:creationId xmlns:a16="http://schemas.microsoft.com/office/drawing/2014/main" id="{E23688A0-F2F3-409F-AA7F-F9DAB4D6FE96}"/>
                  </a:ext>
                </a:extLst>
              </p:cNvPr>
              <p:cNvSpPr>
                <a:spLocks noChangeShapeType="1"/>
              </p:cNvSpPr>
              <p:nvPr/>
            </p:nvSpPr>
            <p:spPr bwMode="auto">
              <a:xfrm>
                <a:off x="1632"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611" name="Line 11">
                <a:extLst>
                  <a:ext uri="{FF2B5EF4-FFF2-40B4-BE49-F238E27FC236}">
                    <a16:creationId xmlns:a16="http://schemas.microsoft.com/office/drawing/2014/main" id="{932AB9B5-14FA-4D07-A6A3-26113DA5D70A}"/>
                  </a:ext>
                </a:extLst>
              </p:cNvPr>
              <p:cNvSpPr>
                <a:spLocks noChangeShapeType="1"/>
              </p:cNvSpPr>
              <p:nvPr/>
            </p:nvSpPr>
            <p:spPr bwMode="auto">
              <a:xfrm flipV="1">
                <a:off x="1920"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612" name="Line 12">
                <a:extLst>
                  <a:ext uri="{FF2B5EF4-FFF2-40B4-BE49-F238E27FC236}">
                    <a16:creationId xmlns:a16="http://schemas.microsoft.com/office/drawing/2014/main" id="{F869BBFC-95E8-4AE1-A2BF-3193AF94A00A}"/>
                  </a:ext>
                </a:extLst>
              </p:cNvPr>
              <p:cNvSpPr>
                <a:spLocks noChangeShapeType="1"/>
              </p:cNvSpPr>
              <p:nvPr/>
            </p:nvSpPr>
            <p:spPr bwMode="auto">
              <a:xfrm>
                <a:off x="1920"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1509" name="Group 13">
              <a:extLst>
                <a:ext uri="{FF2B5EF4-FFF2-40B4-BE49-F238E27FC236}">
                  <a16:creationId xmlns:a16="http://schemas.microsoft.com/office/drawing/2014/main" id="{F753E7A8-08F1-4464-8F57-7322E6C75D4A}"/>
                </a:ext>
              </a:extLst>
            </p:cNvPr>
            <p:cNvGrpSpPr>
              <a:grpSpLocks/>
            </p:cNvGrpSpPr>
            <p:nvPr/>
          </p:nvGrpSpPr>
          <p:grpSpPr bwMode="auto">
            <a:xfrm>
              <a:off x="3643312" y="1285875"/>
              <a:ext cx="681038" cy="171450"/>
              <a:chOff x="2160" y="1008"/>
              <a:chExt cx="528" cy="144"/>
            </a:xfrm>
          </p:grpSpPr>
          <p:sp>
            <p:nvSpPr>
              <p:cNvPr id="21605" name="Line 14">
                <a:extLst>
                  <a:ext uri="{FF2B5EF4-FFF2-40B4-BE49-F238E27FC236}">
                    <a16:creationId xmlns:a16="http://schemas.microsoft.com/office/drawing/2014/main" id="{D4DD79B3-AC63-4798-857E-46669AD22359}"/>
                  </a:ext>
                </a:extLst>
              </p:cNvPr>
              <p:cNvSpPr>
                <a:spLocks noChangeShapeType="1"/>
              </p:cNvSpPr>
              <p:nvPr/>
            </p:nvSpPr>
            <p:spPr bwMode="auto">
              <a:xfrm>
                <a:off x="2160"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606" name="Line 15">
                <a:extLst>
                  <a:ext uri="{FF2B5EF4-FFF2-40B4-BE49-F238E27FC236}">
                    <a16:creationId xmlns:a16="http://schemas.microsoft.com/office/drawing/2014/main" id="{B4B56CDC-E5CF-4D03-9DE3-D355185D1187}"/>
                  </a:ext>
                </a:extLst>
              </p:cNvPr>
              <p:cNvSpPr>
                <a:spLocks noChangeShapeType="1"/>
              </p:cNvSpPr>
              <p:nvPr/>
            </p:nvSpPr>
            <p:spPr bwMode="auto">
              <a:xfrm>
                <a:off x="2160"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607" name="Line 16">
                <a:extLst>
                  <a:ext uri="{FF2B5EF4-FFF2-40B4-BE49-F238E27FC236}">
                    <a16:creationId xmlns:a16="http://schemas.microsoft.com/office/drawing/2014/main" id="{59C8A906-379A-4D4C-BFC3-3307E2BD5CB7}"/>
                  </a:ext>
                </a:extLst>
              </p:cNvPr>
              <p:cNvSpPr>
                <a:spLocks noChangeShapeType="1"/>
              </p:cNvSpPr>
              <p:nvPr/>
            </p:nvSpPr>
            <p:spPr bwMode="auto">
              <a:xfrm flipV="1">
                <a:off x="2448"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608" name="Line 17">
                <a:extLst>
                  <a:ext uri="{FF2B5EF4-FFF2-40B4-BE49-F238E27FC236}">
                    <a16:creationId xmlns:a16="http://schemas.microsoft.com/office/drawing/2014/main" id="{5305A393-F6BA-48CA-87F4-36AB71FDB8F6}"/>
                  </a:ext>
                </a:extLst>
              </p:cNvPr>
              <p:cNvSpPr>
                <a:spLocks noChangeShapeType="1"/>
              </p:cNvSpPr>
              <p:nvPr/>
            </p:nvSpPr>
            <p:spPr bwMode="auto">
              <a:xfrm>
                <a:off x="2448"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1510" name="Group 18">
              <a:extLst>
                <a:ext uri="{FF2B5EF4-FFF2-40B4-BE49-F238E27FC236}">
                  <a16:creationId xmlns:a16="http://schemas.microsoft.com/office/drawing/2014/main" id="{931D29DB-38D1-4558-A387-E10F7D6AD9BC}"/>
                </a:ext>
              </a:extLst>
            </p:cNvPr>
            <p:cNvGrpSpPr>
              <a:grpSpLocks/>
            </p:cNvGrpSpPr>
            <p:nvPr/>
          </p:nvGrpSpPr>
          <p:grpSpPr bwMode="auto">
            <a:xfrm>
              <a:off x="4324350" y="1285875"/>
              <a:ext cx="681038" cy="171450"/>
              <a:chOff x="2688" y="1008"/>
              <a:chExt cx="528" cy="144"/>
            </a:xfrm>
          </p:grpSpPr>
          <p:sp>
            <p:nvSpPr>
              <p:cNvPr id="21601" name="Line 19">
                <a:extLst>
                  <a:ext uri="{FF2B5EF4-FFF2-40B4-BE49-F238E27FC236}">
                    <a16:creationId xmlns:a16="http://schemas.microsoft.com/office/drawing/2014/main" id="{E129C79C-3E15-41C5-BA24-D96239D61081}"/>
                  </a:ext>
                </a:extLst>
              </p:cNvPr>
              <p:cNvSpPr>
                <a:spLocks noChangeShapeType="1"/>
              </p:cNvSpPr>
              <p:nvPr/>
            </p:nvSpPr>
            <p:spPr bwMode="auto">
              <a:xfrm>
                <a:off x="2688"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602" name="Line 20">
                <a:extLst>
                  <a:ext uri="{FF2B5EF4-FFF2-40B4-BE49-F238E27FC236}">
                    <a16:creationId xmlns:a16="http://schemas.microsoft.com/office/drawing/2014/main" id="{532E8137-281E-4324-B71A-56FF6742B5D8}"/>
                  </a:ext>
                </a:extLst>
              </p:cNvPr>
              <p:cNvSpPr>
                <a:spLocks noChangeShapeType="1"/>
              </p:cNvSpPr>
              <p:nvPr/>
            </p:nvSpPr>
            <p:spPr bwMode="auto">
              <a:xfrm>
                <a:off x="2688"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603" name="Line 21">
                <a:extLst>
                  <a:ext uri="{FF2B5EF4-FFF2-40B4-BE49-F238E27FC236}">
                    <a16:creationId xmlns:a16="http://schemas.microsoft.com/office/drawing/2014/main" id="{5EAFA34B-1769-4B3D-851B-825FCB7EF0D1}"/>
                  </a:ext>
                </a:extLst>
              </p:cNvPr>
              <p:cNvSpPr>
                <a:spLocks noChangeShapeType="1"/>
              </p:cNvSpPr>
              <p:nvPr/>
            </p:nvSpPr>
            <p:spPr bwMode="auto">
              <a:xfrm flipV="1">
                <a:off x="2976"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604" name="Line 22">
                <a:extLst>
                  <a:ext uri="{FF2B5EF4-FFF2-40B4-BE49-F238E27FC236}">
                    <a16:creationId xmlns:a16="http://schemas.microsoft.com/office/drawing/2014/main" id="{B1B8752D-F3C4-4B29-B660-AE08D100C729}"/>
                  </a:ext>
                </a:extLst>
              </p:cNvPr>
              <p:cNvSpPr>
                <a:spLocks noChangeShapeType="1"/>
              </p:cNvSpPr>
              <p:nvPr/>
            </p:nvSpPr>
            <p:spPr bwMode="auto">
              <a:xfrm>
                <a:off x="2976"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1511" name="Group 23">
              <a:extLst>
                <a:ext uri="{FF2B5EF4-FFF2-40B4-BE49-F238E27FC236}">
                  <a16:creationId xmlns:a16="http://schemas.microsoft.com/office/drawing/2014/main" id="{B07C49BD-7C7F-4C10-8029-05DA1614FBE9}"/>
                </a:ext>
              </a:extLst>
            </p:cNvPr>
            <p:cNvGrpSpPr>
              <a:grpSpLocks/>
            </p:cNvGrpSpPr>
            <p:nvPr/>
          </p:nvGrpSpPr>
          <p:grpSpPr bwMode="auto">
            <a:xfrm>
              <a:off x="5005387" y="1285875"/>
              <a:ext cx="681038" cy="171450"/>
              <a:chOff x="3216" y="1008"/>
              <a:chExt cx="528" cy="144"/>
            </a:xfrm>
          </p:grpSpPr>
          <p:sp>
            <p:nvSpPr>
              <p:cNvPr id="21597" name="Line 24">
                <a:extLst>
                  <a:ext uri="{FF2B5EF4-FFF2-40B4-BE49-F238E27FC236}">
                    <a16:creationId xmlns:a16="http://schemas.microsoft.com/office/drawing/2014/main" id="{F0850FC6-A548-43B3-9A0E-D72F144E3888}"/>
                  </a:ext>
                </a:extLst>
              </p:cNvPr>
              <p:cNvSpPr>
                <a:spLocks noChangeShapeType="1"/>
              </p:cNvSpPr>
              <p:nvPr/>
            </p:nvSpPr>
            <p:spPr bwMode="auto">
              <a:xfrm>
                <a:off x="3216"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98" name="Line 25">
                <a:extLst>
                  <a:ext uri="{FF2B5EF4-FFF2-40B4-BE49-F238E27FC236}">
                    <a16:creationId xmlns:a16="http://schemas.microsoft.com/office/drawing/2014/main" id="{9C12FE25-E369-4671-989A-A8D0065601FD}"/>
                  </a:ext>
                </a:extLst>
              </p:cNvPr>
              <p:cNvSpPr>
                <a:spLocks noChangeShapeType="1"/>
              </p:cNvSpPr>
              <p:nvPr/>
            </p:nvSpPr>
            <p:spPr bwMode="auto">
              <a:xfrm>
                <a:off x="3216"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99" name="Line 26">
                <a:extLst>
                  <a:ext uri="{FF2B5EF4-FFF2-40B4-BE49-F238E27FC236}">
                    <a16:creationId xmlns:a16="http://schemas.microsoft.com/office/drawing/2014/main" id="{34ECBC41-8C50-4720-9D22-C5EA304FD3A7}"/>
                  </a:ext>
                </a:extLst>
              </p:cNvPr>
              <p:cNvSpPr>
                <a:spLocks noChangeShapeType="1"/>
              </p:cNvSpPr>
              <p:nvPr/>
            </p:nvSpPr>
            <p:spPr bwMode="auto">
              <a:xfrm flipV="1">
                <a:off x="3504"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600" name="Line 27">
                <a:extLst>
                  <a:ext uri="{FF2B5EF4-FFF2-40B4-BE49-F238E27FC236}">
                    <a16:creationId xmlns:a16="http://schemas.microsoft.com/office/drawing/2014/main" id="{DB94369A-B923-4956-9730-3B6A0F3358F3}"/>
                  </a:ext>
                </a:extLst>
              </p:cNvPr>
              <p:cNvSpPr>
                <a:spLocks noChangeShapeType="1"/>
              </p:cNvSpPr>
              <p:nvPr/>
            </p:nvSpPr>
            <p:spPr bwMode="auto">
              <a:xfrm>
                <a:off x="3504"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1512" name="Group 28">
              <a:extLst>
                <a:ext uri="{FF2B5EF4-FFF2-40B4-BE49-F238E27FC236}">
                  <a16:creationId xmlns:a16="http://schemas.microsoft.com/office/drawing/2014/main" id="{10B59D4A-E272-4799-89B6-640E28EC525F}"/>
                </a:ext>
              </a:extLst>
            </p:cNvPr>
            <p:cNvGrpSpPr>
              <a:grpSpLocks/>
            </p:cNvGrpSpPr>
            <p:nvPr/>
          </p:nvGrpSpPr>
          <p:grpSpPr bwMode="auto">
            <a:xfrm>
              <a:off x="5686425" y="1285875"/>
              <a:ext cx="681038" cy="171450"/>
              <a:chOff x="3744" y="1008"/>
              <a:chExt cx="528" cy="144"/>
            </a:xfrm>
          </p:grpSpPr>
          <p:sp>
            <p:nvSpPr>
              <p:cNvPr id="21593" name="Line 29">
                <a:extLst>
                  <a:ext uri="{FF2B5EF4-FFF2-40B4-BE49-F238E27FC236}">
                    <a16:creationId xmlns:a16="http://schemas.microsoft.com/office/drawing/2014/main" id="{C20D0820-9CBE-41A9-BF56-AF991D212777}"/>
                  </a:ext>
                </a:extLst>
              </p:cNvPr>
              <p:cNvSpPr>
                <a:spLocks noChangeShapeType="1"/>
              </p:cNvSpPr>
              <p:nvPr/>
            </p:nvSpPr>
            <p:spPr bwMode="auto">
              <a:xfrm>
                <a:off x="3744"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94" name="Line 30">
                <a:extLst>
                  <a:ext uri="{FF2B5EF4-FFF2-40B4-BE49-F238E27FC236}">
                    <a16:creationId xmlns:a16="http://schemas.microsoft.com/office/drawing/2014/main" id="{854A0627-103A-485B-8B70-61E4221E75DD}"/>
                  </a:ext>
                </a:extLst>
              </p:cNvPr>
              <p:cNvSpPr>
                <a:spLocks noChangeShapeType="1"/>
              </p:cNvSpPr>
              <p:nvPr/>
            </p:nvSpPr>
            <p:spPr bwMode="auto">
              <a:xfrm>
                <a:off x="3744"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95" name="Line 31">
                <a:extLst>
                  <a:ext uri="{FF2B5EF4-FFF2-40B4-BE49-F238E27FC236}">
                    <a16:creationId xmlns:a16="http://schemas.microsoft.com/office/drawing/2014/main" id="{F85A19DC-2667-49BA-9226-FA22CB029C74}"/>
                  </a:ext>
                </a:extLst>
              </p:cNvPr>
              <p:cNvSpPr>
                <a:spLocks noChangeShapeType="1"/>
              </p:cNvSpPr>
              <p:nvPr/>
            </p:nvSpPr>
            <p:spPr bwMode="auto">
              <a:xfrm flipV="1">
                <a:off x="4032"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96" name="Line 32">
                <a:extLst>
                  <a:ext uri="{FF2B5EF4-FFF2-40B4-BE49-F238E27FC236}">
                    <a16:creationId xmlns:a16="http://schemas.microsoft.com/office/drawing/2014/main" id="{86B20EEE-0980-4921-8E99-7BADD17D3922}"/>
                  </a:ext>
                </a:extLst>
              </p:cNvPr>
              <p:cNvSpPr>
                <a:spLocks noChangeShapeType="1"/>
              </p:cNvSpPr>
              <p:nvPr/>
            </p:nvSpPr>
            <p:spPr bwMode="auto">
              <a:xfrm>
                <a:off x="4032"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1513" name="Group 33">
              <a:extLst>
                <a:ext uri="{FF2B5EF4-FFF2-40B4-BE49-F238E27FC236}">
                  <a16:creationId xmlns:a16="http://schemas.microsoft.com/office/drawing/2014/main" id="{42ADF23F-CE75-4C80-B3C9-1B91322DCF02}"/>
                </a:ext>
              </a:extLst>
            </p:cNvPr>
            <p:cNvGrpSpPr>
              <a:grpSpLocks/>
            </p:cNvGrpSpPr>
            <p:nvPr/>
          </p:nvGrpSpPr>
          <p:grpSpPr bwMode="auto">
            <a:xfrm>
              <a:off x="6367462" y="1285875"/>
              <a:ext cx="681038" cy="171450"/>
              <a:chOff x="4272" y="1008"/>
              <a:chExt cx="528" cy="144"/>
            </a:xfrm>
          </p:grpSpPr>
          <p:sp>
            <p:nvSpPr>
              <p:cNvPr id="21589" name="Line 34">
                <a:extLst>
                  <a:ext uri="{FF2B5EF4-FFF2-40B4-BE49-F238E27FC236}">
                    <a16:creationId xmlns:a16="http://schemas.microsoft.com/office/drawing/2014/main" id="{19A64AEC-C436-42C2-864A-3099076C5EF1}"/>
                  </a:ext>
                </a:extLst>
              </p:cNvPr>
              <p:cNvSpPr>
                <a:spLocks noChangeShapeType="1"/>
              </p:cNvSpPr>
              <p:nvPr/>
            </p:nvSpPr>
            <p:spPr bwMode="auto">
              <a:xfrm>
                <a:off x="4272"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90" name="Line 35">
                <a:extLst>
                  <a:ext uri="{FF2B5EF4-FFF2-40B4-BE49-F238E27FC236}">
                    <a16:creationId xmlns:a16="http://schemas.microsoft.com/office/drawing/2014/main" id="{7647C518-363D-4720-861A-E435C96F45B8}"/>
                  </a:ext>
                </a:extLst>
              </p:cNvPr>
              <p:cNvSpPr>
                <a:spLocks noChangeShapeType="1"/>
              </p:cNvSpPr>
              <p:nvPr/>
            </p:nvSpPr>
            <p:spPr bwMode="auto">
              <a:xfrm>
                <a:off x="4272"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91" name="Line 36">
                <a:extLst>
                  <a:ext uri="{FF2B5EF4-FFF2-40B4-BE49-F238E27FC236}">
                    <a16:creationId xmlns:a16="http://schemas.microsoft.com/office/drawing/2014/main" id="{0EFAADB3-3FE3-494F-8255-8F78DB878D7D}"/>
                  </a:ext>
                </a:extLst>
              </p:cNvPr>
              <p:cNvSpPr>
                <a:spLocks noChangeShapeType="1"/>
              </p:cNvSpPr>
              <p:nvPr/>
            </p:nvSpPr>
            <p:spPr bwMode="auto">
              <a:xfrm flipV="1">
                <a:off x="4560"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92" name="Line 37">
                <a:extLst>
                  <a:ext uri="{FF2B5EF4-FFF2-40B4-BE49-F238E27FC236}">
                    <a16:creationId xmlns:a16="http://schemas.microsoft.com/office/drawing/2014/main" id="{DFC35EAC-3068-4548-9F52-D06C512F775E}"/>
                  </a:ext>
                </a:extLst>
              </p:cNvPr>
              <p:cNvSpPr>
                <a:spLocks noChangeShapeType="1"/>
              </p:cNvSpPr>
              <p:nvPr/>
            </p:nvSpPr>
            <p:spPr bwMode="auto">
              <a:xfrm>
                <a:off x="4560"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21514" name="Line 38">
              <a:extLst>
                <a:ext uri="{FF2B5EF4-FFF2-40B4-BE49-F238E27FC236}">
                  <a16:creationId xmlns:a16="http://schemas.microsoft.com/office/drawing/2014/main" id="{90258311-6298-4D14-9E7E-D49622D2DD89}"/>
                </a:ext>
              </a:extLst>
            </p:cNvPr>
            <p:cNvSpPr>
              <a:spLocks noChangeShapeType="1"/>
            </p:cNvSpPr>
            <p:nvPr/>
          </p:nvSpPr>
          <p:spPr bwMode="auto">
            <a:xfrm>
              <a:off x="7048500" y="1457325"/>
              <a:ext cx="3714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15" name="Line 39">
              <a:extLst>
                <a:ext uri="{FF2B5EF4-FFF2-40B4-BE49-F238E27FC236}">
                  <a16:creationId xmlns:a16="http://schemas.microsoft.com/office/drawing/2014/main" id="{7DF3EED7-84E9-49FB-86C8-E136C1575A9C}"/>
                </a:ext>
              </a:extLst>
            </p:cNvPr>
            <p:cNvSpPr>
              <a:spLocks noChangeShapeType="1"/>
            </p:cNvSpPr>
            <p:nvPr/>
          </p:nvSpPr>
          <p:spPr bwMode="auto">
            <a:xfrm>
              <a:off x="7048500" y="1285875"/>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16" name="Line 40">
              <a:extLst>
                <a:ext uri="{FF2B5EF4-FFF2-40B4-BE49-F238E27FC236}">
                  <a16:creationId xmlns:a16="http://schemas.microsoft.com/office/drawing/2014/main" id="{3B658496-C9BF-45B6-B77E-F4A21226DC10}"/>
                </a:ext>
              </a:extLst>
            </p:cNvPr>
            <p:cNvSpPr>
              <a:spLocks noChangeShapeType="1"/>
            </p:cNvSpPr>
            <p:nvPr/>
          </p:nvSpPr>
          <p:spPr bwMode="auto">
            <a:xfrm>
              <a:off x="1971675" y="1285875"/>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17" name="Line 41">
              <a:extLst>
                <a:ext uri="{FF2B5EF4-FFF2-40B4-BE49-F238E27FC236}">
                  <a16:creationId xmlns:a16="http://schemas.microsoft.com/office/drawing/2014/main" id="{4F0EB800-71C9-4BFC-85AE-78D4CCDC7BEB}"/>
                </a:ext>
              </a:extLst>
            </p:cNvPr>
            <p:cNvSpPr>
              <a:spLocks noChangeShapeType="1"/>
            </p:cNvSpPr>
            <p:nvPr/>
          </p:nvSpPr>
          <p:spPr bwMode="auto">
            <a:xfrm flipV="1">
              <a:off x="2281238" y="1000125"/>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18" name="Line 42">
              <a:extLst>
                <a:ext uri="{FF2B5EF4-FFF2-40B4-BE49-F238E27FC236}">
                  <a16:creationId xmlns:a16="http://schemas.microsoft.com/office/drawing/2014/main" id="{4DE3A562-3B6B-4381-B6F1-485C7565B9D6}"/>
                </a:ext>
              </a:extLst>
            </p:cNvPr>
            <p:cNvSpPr>
              <a:spLocks noChangeShapeType="1"/>
            </p:cNvSpPr>
            <p:nvPr/>
          </p:nvSpPr>
          <p:spPr bwMode="auto">
            <a:xfrm flipV="1">
              <a:off x="2962275" y="1000125"/>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19" name="Rectangle 43">
              <a:extLst>
                <a:ext uri="{FF2B5EF4-FFF2-40B4-BE49-F238E27FC236}">
                  <a16:creationId xmlns:a16="http://schemas.microsoft.com/office/drawing/2014/main" id="{05BA7BEA-C427-49B4-AD72-16493345A5BE}"/>
                </a:ext>
              </a:extLst>
            </p:cNvPr>
            <p:cNvSpPr>
              <a:spLocks noChangeArrowheads="1"/>
            </p:cNvSpPr>
            <p:nvPr/>
          </p:nvSpPr>
          <p:spPr bwMode="auto">
            <a:xfrm>
              <a:off x="2330054" y="1008460"/>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1</a:t>
              </a:r>
            </a:p>
          </p:txBody>
        </p:sp>
        <p:sp>
          <p:nvSpPr>
            <p:cNvPr id="21520" name="Rectangle 44">
              <a:extLst>
                <a:ext uri="{FF2B5EF4-FFF2-40B4-BE49-F238E27FC236}">
                  <a16:creationId xmlns:a16="http://schemas.microsoft.com/office/drawing/2014/main" id="{802D29ED-B811-48F7-95DE-1DD3C766E3A4}"/>
                </a:ext>
              </a:extLst>
            </p:cNvPr>
            <p:cNvSpPr>
              <a:spLocks noChangeArrowheads="1"/>
            </p:cNvSpPr>
            <p:nvPr/>
          </p:nvSpPr>
          <p:spPr bwMode="auto">
            <a:xfrm>
              <a:off x="2949179" y="1008460"/>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2</a:t>
              </a:r>
            </a:p>
          </p:txBody>
        </p:sp>
        <p:sp>
          <p:nvSpPr>
            <p:cNvPr id="21521" name="Line 45">
              <a:extLst>
                <a:ext uri="{FF2B5EF4-FFF2-40B4-BE49-F238E27FC236}">
                  <a16:creationId xmlns:a16="http://schemas.microsoft.com/office/drawing/2014/main" id="{6F0EA5BE-0A50-4E92-81C0-EE385655612D}"/>
                </a:ext>
              </a:extLst>
            </p:cNvPr>
            <p:cNvSpPr>
              <a:spLocks noChangeShapeType="1"/>
            </p:cNvSpPr>
            <p:nvPr/>
          </p:nvSpPr>
          <p:spPr bwMode="auto">
            <a:xfrm flipV="1">
              <a:off x="3643313" y="1000125"/>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22" name="Line 46">
              <a:extLst>
                <a:ext uri="{FF2B5EF4-FFF2-40B4-BE49-F238E27FC236}">
                  <a16:creationId xmlns:a16="http://schemas.microsoft.com/office/drawing/2014/main" id="{2F4FE7AF-6740-4313-9EEE-E44E57FF6D1C}"/>
                </a:ext>
              </a:extLst>
            </p:cNvPr>
            <p:cNvSpPr>
              <a:spLocks noChangeShapeType="1"/>
            </p:cNvSpPr>
            <p:nvPr/>
          </p:nvSpPr>
          <p:spPr bwMode="auto">
            <a:xfrm flipV="1">
              <a:off x="4324350" y="1000125"/>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23" name="Line 47">
              <a:extLst>
                <a:ext uri="{FF2B5EF4-FFF2-40B4-BE49-F238E27FC236}">
                  <a16:creationId xmlns:a16="http://schemas.microsoft.com/office/drawing/2014/main" id="{3D1A81A0-E360-4337-8E7D-D2D5EF096CE1}"/>
                </a:ext>
              </a:extLst>
            </p:cNvPr>
            <p:cNvSpPr>
              <a:spLocks noChangeShapeType="1"/>
            </p:cNvSpPr>
            <p:nvPr/>
          </p:nvSpPr>
          <p:spPr bwMode="auto">
            <a:xfrm flipV="1">
              <a:off x="5005388" y="1000125"/>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24" name="Line 48">
              <a:extLst>
                <a:ext uri="{FF2B5EF4-FFF2-40B4-BE49-F238E27FC236}">
                  <a16:creationId xmlns:a16="http://schemas.microsoft.com/office/drawing/2014/main" id="{6EC48FBF-A1B1-4BB2-B033-072D6CB2F101}"/>
                </a:ext>
              </a:extLst>
            </p:cNvPr>
            <p:cNvSpPr>
              <a:spLocks noChangeShapeType="1"/>
            </p:cNvSpPr>
            <p:nvPr/>
          </p:nvSpPr>
          <p:spPr bwMode="auto">
            <a:xfrm flipV="1">
              <a:off x="5686425" y="1000125"/>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25" name="Line 49">
              <a:extLst>
                <a:ext uri="{FF2B5EF4-FFF2-40B4-BE49-F238E27FC236}">
                  <a16:creationId xmlns:a16="http://schemas.microsoft.com/office/drawing/2014/main" id="{5C806631-391F-467D-B73D-7D4470D577B1}"/>
                </a:ext>
              </a:extLst>
            </p:cNvPr>
            <p:cNvSpPr>
              <a:spLocks noChangeShapeType="1"/>
            </p:cNvSpPr>
            <p:nvPr/>
          </p:nvSpPr>
          <p:spPr bwMode="auto">
            <a:xfrm flipV="1">
              <a:off x="6367463" y="1000125"/>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26" name="Line 50">
              <a:extLst>
                <a:ext uri="{FF2B5EF4-FFF2-40B4-BE49-F238E27FC236}">
                  <a16:creationId xmlns:a16="http://schemas.microsoft.com/office/drawing/2014/main" id="{19852884-200A-4448-A7A6-9C109FF9DEF7}"/>
                </a:ext>
              </a:extLst>
            </p:cNvPr>
            <p:cNvSpPr>
              <a:spLocks noChangeShapeType="1"/>
            </p:cNvSpPr>
            <p:nvPr/>
          </p:nvSpPr>
          <p:spPr bwMode="auto">
            <a:xfrm flipV="1">
              <a:off x="7048500" y="1000125"/>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27" name="Rectangle 51">
              <a:extLst>
                <a:ext uri="{FF2B5EF4-FFF2-40B4-BE49-F238E27FC236}">
                  <a16:creationId xmlns:a16="http://schemas.microsoft.com/office/drawing/2014/main" id="{EC49DBC8-CBB2-4610-82EA-5CE065656E2A}"/>
                </a:ext>
              </a:extLst>
            </p:cNvPr>
            <p:cNvSpPr>
              <a:spLocks noChangeArrowheads="1"/>
            </p:cNvSpPr>
            <p:nvPr/>
          </p:nvSpPr>
          <p:spPr bwMode="auto">
            <a:xfrm>
              <a:off x="3692129" y="1008460"/>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3</a:t>
              </a:r>
            </a:p>
          </p:txBody>
        </p:sp>
        <p:sp>
          <p:nvSpPr>
            <p:cNvPr id="21528" name="Rectangle 52">
              <a:extLst>
                <a:ext uri="{FF2B5EF4-FFF2-40B4-BE49-F238E27FC236}">
                  <a16:creationId xmlns:a16="http://schemas.microsoft.com/office/drawing/2014/main" id="{46E44621-49B0-498B-9E6A-B7FDB6F5AFD7}"/>
                </a:ext>
              </a:extLst>
            </p:cNvPr>
            <p:cNvSpPr>
              <a:spLocks noChangeArrowheads="1"/>
            </p:cNvSpPr>
            <p:nvPr/>
          </p:nvSpPr>
          <p:spPr bwMode="auto">
            <a:xfrm>
              <a:off x="4311254" y="1008460"/>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4</a:t>
              </a:r>
            </a:p>
          </p:txBody>
        </p:sp>
        <p:sp>
          <p:nvSpPr>
            <p:cNvPr id="21529" name="Rectangle 53">
              <a:extLst>
                <a:ext uri="{FF2B5EF4-FFF2-40B4-BE49-F238E27FC236}">
                  <a16:creationId xmlns:a16="http://schemas.microsoft.com/office/drawing/2014/main" id="{F330A5FB-36EE-4F7A-9896-9803C0759CAA}"/>
                </a:ext>
              </a:extLst>
            </p:cNvPr>
            <p:cNvSpPr>
              <a:spLocks noChangeArrowheads="1"/>
            </p:cNvSpPr>
            <p:nvPr/>
          </p:nvSpPr>
          <p:spPr bwMode="auto">
            <a:xfrm>
              <a:off x="4992292" y="1008460"/>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5</a:t>
              </a:r>
            </a:p>
          </p:txBody>
        </p:sp>
        <p:sp>
          <p:nvSpPr>
            <p:cNvPr id="21530" name="Rectangle 54">
              <a:extLst>
                <a:ext uri="{FF2B5EF4-FFF2-40B4-BE49-F238E27FC236}">
                  <a16:creationId xmlns:a16="http://schemas.microsoft.com/office/drawing/2014/main" id="{B1C2281D-AD16-4E1C-A36C-0BDBC72A73EE}"/>
                </a:ext>
              </a:extLst>
            </p:cNvPr>
            <p:cNvSpPr>
              <a:spLocks noChangeArrowheads="1"/>
            </p:cNvSpPr>
            <p:nvPr/>
          </p:nvSpPr>
          <p:spPr bwMode="auto">
            <a:xfrm>
              <a:off x="5673329" y="1008460"/>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6</a:t>
              </a:r>
            </a:p>
          </p:txBody>
        </p:sp>
        <p:sp>
          <p:nvSpPr>
            <p:cNvPr id="21531" name="Rectangle 55">
              <a:extLst>
                <a:ext uri="{FF2B5EF4-FFF2-40B4-BE49-F238E27FC236}">
                  <a16:creationId xmlns:a16="http://schemas.microsoft.com/office/drawing/2014/main" id="{8030A3AE-0819-44F9-883E-55BA1882029A}"/>
                </a:ext>
              </a:extLst>
            </p:cNvPr>
            <p:cNvSpPr>
              <a:spLocks noChangeArrowheads="1"/>
            </p:cNvSpPr>
            <p:nvPr/>
          </p:nvSpPr>
          <p:spPr bwMode="auto">
            <a:xfrm>
              <a:off x="6354367" y="1008460"/>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7</a:t>
              </a:r>
            </a:p>
          </p:txBody>
        </p:sp>
        <p:grpSp>
          <p:nvGrpSpPr>
            <p:cNvPr id="21532" name="Group 56">
              <a:extLst>
                <a:ext uri="{FF2B5EF4-FFF2-40B4-BE49-F238E27FC236}">
                  <a16:creationId xmlns:a16="http://schemas.microsoft.com/office/drawing/2014/main" id="{FAEF09B3-D825-4934-B282-6D068E207D1E}"/>
                </a:ext>
              </a:extLst>
            </p:cNvPr>
            <p:cNvGrpSpPr>
              <a:grpSpLocks/>
            </p:cNvGrpSpPr>
            <p:nvPr/>
          </p:nvGrpSpPr>
          <p:grpSpPr bwMode="auto">
            <a:xfrm>
              <a:off x="1772841" y="1637112"/>
              <a:ext cx="3902869" cy="254794"/>
              <a:chOff x="710" y="1303"/>
              <a:chExt cx="3026" cy="214"/>
            </a:xfrm>
          </p:grpSpPr>
          <p:grpSp>
            <p:nvGrpSpPr>
              <p:cNvPr id="21572" name="Group 57">
                <a:extLst>
                  <a:ext uri="{FF2B5EF4-FFF2-40B4-BE49-F238E27FC236}">
                    <a16:creationId xmlns:a16="http://schemas.microsoft.com/office/drawing/2014/main" id="{A047C7F7-B775-4C80-80F7-B455E4BD824F}"/>
                  </a:ext>
                </a:extLst>
              </p:cNvPr>
              <p:cNvGrpSpPr>
                <a:grpSpLocks/>
              </p:cNvGrpSpPr>
              <p:nvPr/>
            </p:nvGrpSpPr>
            <p:grpSpPr bwMode="auto">
              <a:xfrm>
                <a:off x="1112" y="1303"/>
                <a:ext cx="2624" cy="214"/>
                <a:chOff x="1112" y="1303"/>
                <a:chExt cx="2624" cy="214"/>
              </a:xfrm>
            </p:grpSpPr>
            <p:grpSp>
              <p:nvGrpSpPr>
                <p:cNvPr id="21574" name="Group 58">
                  <a:extLst>
                    <a:ext uri="{FF2B5EF4-FFF2-40B4-BE49-F238E27FC236}">
                      <a16:creationId xmlns:a16="http://schemas.microsoft.com/office/drawing/2014/main" id="{1AFAA88D-47F0-4528-865E-6F25CEDC5955}"/>
                    </a:ext>
                  </a:extLst>
                </p:cNvPr>
                <p:cNvGrpSpPr>
                  <a:grpSpLocks/>
                </p:cNvGrpSpPr>
                <p:nvPr/>
              </p:nvGrpSpPr>
              <p:grpSpPr bwMode="auto">
                <a:xfrm>
                  <a:off x="1112" y="1303"/>
                  <a:ext cx="512" cy="214"/>
                  <a:chOff x="1112" y="1303"/>
                  <a:chExt cx="512" cy="214"/>
                </a:xfrm>
              </p:grpSpPr>
              <p:sp>
                <p:nvSpPr>
                  <p:cNvPr id="21587" name="Rectangle 59">
                    <a:extLst>
                      <a:ext uri="{FF2B5EF4-FFF2-40B4-BE49-F238E27FC236}">
                        <a16:creationId xmlns:a16="http://schemas.microsoft.com/office/drawing/2014/main" id="{22F5CDFA-22FE-443D-BA56-5016AC6F8748}"/>
                      </a:ext>
                    </a:extLst>
                  </p:cNvPr>
                  <p:cNvSpPr>
                    <a:spLocks noChangeArrowheads="1"/>
                  </p:cNvSpPr>
                  <p:nvPr/>
                </p:nvSpPr>
                <p:spPr bwMode="auto">
                  <a:xfrm>
                    <a:off x="1112"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88" name="Rectangle 60">
                    <a:extLst>
                      <a:ext uri="{FF2B5EF4-FFF2-40B4-BE49-F238E27FC236}">
                        <a16:creationId xmlns:a16="http://schemas.microsoft.com/office/drawing/2014/main" id="{B42623B1-AD36-413B-999F-B41743977165}"/>
                      </a:ext>
                    </a:extLst>
                  </p:cNvPr>
                  <p:cNvSpPr>
                    <a:spLocks noChangeArrowheads="1"/>
                  </p:cNvSpPr>
                  <p:nvPr/>
                </p:nvSpPr>
                <p:spPr bwMode="auto">
                  <a:xfrm>
                    <a:off x="1151" y="1303"/>
                    <a:ext cx="40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Ifetch</a:t>
                    </a:r>
                  </a:p>
                </p:txBody>
              </p:sp>
            </p:grpSp>
            <p:grpSp>
              <p:nvGrpSpPr>
                <p:cNvPr id="21575" name="Group 61">
                  <a:extLst>
                    <a:ext uri="{FF2B5EF4-FFF2-40B4-BE49-F238E27FC236}">
                      <a16:creationId xmlns:a16="http://schemas.microsoft.com/office/drawing/2014/main" id="{876B323D-45B9-44CB-8694-C03D73ACA2DB}"/>
                    </a:ext>
                  </a:extLst>
                </p:cNvPr>
                <p:cNvGrpSpPr>
                  <a:grpSpLocks/>
                </p:cNvGrpSpPr>
                <p:nvPr/>
              </p:nvGrpSpPr>
              <p:grpSpPr bwMode="auto">
                <a:xfrm>
                  <a:off x="1622" y="1303"/>
                  <a:ext cx="533" cy="214"/>
                  <a:chOff x="1622" y="1303"/>
                  <a:chExt cx="533" cy="214"/>
                </a:xfrm>
              </p:grpSpPr>
              <p:sp>
                <p:nvSpPr>
                  <p:cNvPr id="21585" name="Rectangle 62">
                    <a:extLst>
                      <a:ext uri="{FF2B5EF4-FFF2-40B4-BE49-F238E27FC236}">
                        <a16:creationId xmlns:a16="http://schemas.microsoft.com/office/drawing/2014/main" id="{D2541972-D17F-40E5-A055-4A5D2BEE8A15}"/>
                      </a:ext>
                    </a:extLst>
                  </p:cNvPr>
                  <p:cNvSpPr>
                    <a:spLocks noChangeArrowheads="1"/>
                  </p:cNvSpPr>
                  <p:nvPr/>
                </p:nvSpPr>
                <p:spPr bwMode="auto">
                  <a:xfrm>
                    <a:off x="1640"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86" name="Rectangle 63">
                    <a:extLst>
                      <a:ext uri="{FF2B5EF4-FFF2-40B4-BE49-F238E27FC236}">
                        <a16:creationId xmlns:a16="http://schemas.microsoft.com/office/drawing/2014/main" id="{E140606D-9148-44AB-B53A-2DAC62DBB3D6}"/>
                      </a:ext>
                    </a:extLst>
                  </p:cNvPr>
                  <p:cNvSpPr>
                    <a:spLocks noChangeArrowheads="1"/>
                  </p:cNvSpPr>
                  <p:nvPr/>
                </p:nvSpPr>
                <p:spPr bwMode="auto">
                  <a:xfrm>
                    <a:off x="1622" y="1303"/>
                    <a:ext cx="5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Reg/Dec</a:t>
                    </a:r>
                  </a:p>
                </p:txBody>
              </p:sp>
            </p:grpSp>
            <p:grpSp>
              <p:nvGrpSpPr>
                <p:cNvPr id="21576" name="Group 64">
                  <a:extLst>
                    <a:ext uri="{FF2B5EF4-FFF2-40B4-BE49-F238E27FC236}">
                      <a16:creationId xmlns:a16="http://schemas.microsoft.com/office/drawing/2014/main" id="{02D60B4F-EC3F-4D18-9638-2F52E5B988EC}"/>
                    </a:ext>
                  </a:extLst>
                </p:cNvPr>
                <p:cNvGrpSpPr>
                  <a:grpSpLocks/>
                </p:cNvGrpSpPr>
                <p:nvPr/>
              </p:nvGrpSpPr>
              <p:grpSpPr bwMode="auto">
                <a:xfrm>
                  <a:off x="2168" y="1303"/>
                  <a:ext cx="512" cy="214"/>
                  <a:chOff x="2168" y="1303"/>
                  <a:chExt cx="512" cy="214"/>
                </a:xfrm>
              </p:grpSpPr>
              <p:sp>
                <p:nvSpPr>
                  <p:cNvPr id="21583" name="Rectangle 65">
                    <a:extLst>
                      <a:ext uri="{FF2B5EF4-FFF2-40B4-BE49-F238E27FC236}">
                        <a16:creationId xmlns:a16="http://schemas.microsoft.com/office/drawing/2014/main" id="{E816BB08-5698-477D-ABB4-61CB0A31506D}"/>
                      </a:ext>
                    </a:extLst>
                  </p:cNvPr>
                  <p:cNvSpPr>
                    <a:spLocks noChangeArrowheads="1"/>
                  </p:cNvSpPr>
                  <p:nvPr/>
                </p:nvSpPr>
                <p:spPr bwMode="auto">
                  <a:xfrm>
                    <a:off x="2168"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84" name="Rectangle 66">
                    <a:extLst>
                      <a:ext uri="{FF2B5EF4-FFF2-40B4-BE49-F238E27FC236}">
                        <a16:creationId xmlns:a16="http://schemas.microsoft.com/office/drawing/2014/main" id="{1A9F567B-E25C-4A5F-ACBA-3604AA8A55CD}"/>
                      </a:ext>
                    </a:extLst>
                  </p:cNvPr>
                  <p:cNvSpPr>
                    <a:spLocks noChangeArrowheads="1"/>
                  </p:cNvSpPr>
                  <p:nvPr/>
                </p:nvSpPr>
                <p:spPr bwMode="auto">
                  <a:xfrm>
                    <a:off x="2246" y="1303"/>
                    <a:ext cx="35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Exec</a:t>
                    </a:r>
                  </a:p>
                </p:txBody>
              </p:sp>
            </p:grpSp>
            <p:grpSp>
              <p:nvGrpSpPr>
                <p:cNvPr id="21577" name="Group 67">
                  <a:extLst>
                    <a:ext uri="{FF2B5EF4-FFF2-40B4-BE49-F238E27FC236}">
                      <a16:creationId xmlns:a16="http://schemas.microsoft.com/office/drawing/2014/main" id="{5E495268-DE04-473A-A8AB-1F6C336E86C4}"/>
                    </a:ext>
                  </a:extLst>
                </p:cNvPr>
                <p:cNvGrpSpPr>
                  <a:grpSpLocks/>
                </p:cNvGrpSpPr>
                <p:nvPr/>
              </p:nvGrpSpPr>
              <p:grpSpPr bwMode="auto">
                <a:xfrm>
                  <a:off x="2696" y="1303"/>
                  <a:ext cx="512" cy="214"/>
                  <a:chOff x="2696" y="1303"/>
                  <a:chExt cx="512" cy="214"/>
                </a:xfrm>
              </p:grpSpPr>
              <p:sp>
                <p:nvSpPr>
                  <p:cNvPr id="21581" name="Rectangle 68">
                    <a:extLst>
                      <a:ext uri="{FF2B5EF4-FFF2-40B4-BE49-F238E27FC236}">
                        <a16:creationId xmlns:a16="http://schemas.microsoft.com/office/drawing/2014/main" id="{27D227AD-71BC-4A49-860A-646930795A25}"/>
                      </a:ext>
                    </a:extLst>
                  </p:cNvPr>
                  <p:cNvSpPr>
                    <a:spLocks noChangeArrowheads="1"/>
                  </p:cNvSpPr>
                  <p:nvPr/>
                </p:nvSpPr>
                <p:spPr bwMode="auto">
                  <a:xfrm>
                    <a:off x="2696"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82" name="Rectangle 69">
                    <a:extLst>
                      <a:ext uri="{FF2B5EF4-FFF2-40B4-BE49-F238E27FC236}">
                        <a16:creationId xmlns:a16="http://schemas.microsoft.com/office/drawing/2014/main" id="{5439960B-A106-4EA9-AF3F-47901743333D}"/>
                      </a:ext>
                    </a:extLst>
                  </p:cNvPr>
                  <p:cNvSpPr>
                    <a:spLocks noChangeArrowheads="1"/>
                  </p:cNvSpPr>
                  <p:nvPr/>
                </p:nvSpPr>
                <p:spPr bwMode="auto">
                  <a:xfrm>
                    <a:off x="2774" y="1303"/>
                    <a:ext cx="3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grpSp>
            <p:grpSp>
              <p:nvGrpSpPr>
                <p:cNvPr id="21578" name="Group 70">
                  <a:extLst>
                    <a:ext uri="{FF2B5EF4-FFF2-40B4-BE49-F238E27FC236}">
                      <a16:creationId xmlns:a16="http://schemas.microsoft.com/office/drawing/2014/main" id="{F7D51E16-17AC-4393-B341-A23B340BE0FE}"/>
                    </a:ext>
                  </a:extLst>
                </p:cNvPr>
                <p:cNvGrpSpPr>
                  <a:grpSpLocks/>
                </p:cNvGrpSpPr>
                <p:nvPr/>
              </p:nvGrpSpPr>
              <p:grpSpPr bwMode="auto">
                <a:xfrm>
                  <a:off x="3224" y="1303"/>
                  <a:ext cx="512" cy="214"/>
                  <a:chOff x="3224" y="1303"/>
                  <a:chExt cx="512" cy="214"/>
                </a:xfrm>
              </p:grpSpPr>
              <p:sp>
                <p:nvSpPr>
                  <p:cNvPr id="21579" name="Rectangle 71">
                    <a:extLst>
                      <a:ext uri="{FF2B5EF4-FFF2-40B4-BE49-F238E27FC236}">
                        <a16:creationId xmlns:a16="http://schemas.microsoft.com/office/drawing/2014/main" id="{D6CC0C4A-5C64-4783-B7D2-8A680AE15268}"/>
                      </a:ext>
                    </a:extLst>
                  </p:cNvPr>
                  <p:cNvSpPr>
                    <a:spLocks noChangeArrowheads="1"/>
                  </p:cNvSpPr>
                  <p:nvPr/>
                </p:nvSpPr>
                <p:spPr bwMode="auto">
                  <a:xfrm>
                    <a:off x="3224"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80" name="Rectangle 72">
                    <a:extLst>
                      <a:ext uri="{FF2B5EF4-FFF2-40B4-BE49-F238E27FC236}">
                        <a16:creationId xmlns:a16="http://schemas.microsoft.com/office/drawing/2014/main" id="{BA07A375-D786-4A47-A5A3-2708DB9450DE}"/>
                      </a:ext>
                    </a:extLst>
                  </p:cNvPr>
                  <p:cNvSpPr>
                    <a:spLocks noChangeArrowheads="1"/>
                  </p:cNvSpPr>
                  <p:nvPr/>
                </p:nvSpPr>
                <p:spPr bwMode="auto">
                  <a:xfrm>
                    <a:off x="3302" y="1303"/>
                    <a:ext cx="27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Wr</a:t>
                    </a:r>
                  </a:p>
                </p:txBody>
              </p:sp>
            </p:grpSp>
          </p:grpSp>
          <p:sp>
            <p:nvSpPr>
              <p:cNvPr id="21573" name="Rectangle 73">
                <a:extLst>
                  <a:ext uri="{FF2B5EF4-FFF2-40B4-BE49-F238E27FC236}">
                    <a16:creationId xmlns:a16="http://schemas.microsoft.com/office/drawing/2014/main" id="{ACBF8354-C01A-4D1E-95F8-2F42A55290CA}"/>
                  </a:ext>
                </a:extLst>
              </p:cNvPr>
              <p:cNvSpPr>
                <a:spLocks noChangeArrowheads="1"/>
              </p:cNvSpPr>
              <p:nvPr/>
            </p:nvSpPr>
            <p:spPr bwMode="auto">
              <a:xfrm>
                <a:off x="710" y="1303"/>
                <a:ext cx="40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1</a:t>
                </a:r>
                <a:r>
                  <a:rPr kumimoji="1" lang="en-US" altLang="zh-TW" sz="1200">
                    <a:latin typeface="Times New Roman" panose="02020603050405020304" pitchFamily="18" charset="0"/>
                    <a:ea typeface="新細明體" panose="02020500000000000000" pitchFamily="18" charset="-120"/>
                  </a:rPr>
                  <a:t>st lw</a:t>
                </a:r>
              </a:p>
            </p:txBody>
          </p:sp>
        </p:grpSp>
        <p:grpSp>
          <p:nvGrpSpPr>
            <p:cNvPr id="21533" name="Group 74">
              <a:extLst>
                <a:ext uri="{FF2B5EF4-FFF2-40B4-BE49-F238E27FC236}">
                  <a16:creationId xmlns:a16="http://schemas.microsoft.com/office/drawing/2014/main" id="{AC5A5746-7714-4271-8A1D-2BDA68E399FF}"/>
                </a:ext>
              </a:extLst>
            </p:cNvPr>
            <p:cNvGrpSpPr>
              <a:grpSpLocks/>
            </p:cNvGrpSpPr>
            <p:nvPr/>
          </p:nvGrpSpPr>
          <p:grpSpPr bwMode="auto">
            <a:xfrm>
              <a:off x="2972992" y="1980011"/>
              <a:ext cx="3383756" cy="254794"/>
              <a:chOff x="1640" y="1591"/>
              <a:chExt cx="2624" cy="214"/>
            </a:xfrm>
          </p:grpSpPr>
          <p:grpSp>
            <p:nvGrpSpPr>
              <p:cNvPr id="21557" name="Group 75">
                <a:extLst>
                  <a:ext uri="{FF2B5EF4-FFF2-40B4-BE49-F238E27FC236}">
                    <a16:creationId xmlns:a16="http://schemas.microsoft.com/office/drawing/2014/main" id="{F90B0D75-03D0-4975-98F0-D7B9D31E0B12}"/>
                  </a:ext>
                </a:extLst>
              </p:cNvPr>
              <p:cNvGrpSpPr>
                <a:grpSpLocks/>
              </p:cNvGrpSpPr>
              <p:nvPr/>
            </p:nvGrpSpPr>
            <p:grpSpPr bwMode="auto">
              <a:xfrm>
                <a:off x="1640" y="1591"/>
                <a:ext cx="512" cy="214"/>
                <a:chOff x="1640" y="1591"/>
                <a:chExt cx="512" cy="214"/>
              </a:xfrm>
            </p:grpSpPr>
            <p:sp>
              <p:nvSpPr>
                <p:cNvPr id="21570" name="Rectangle 76">
                  <a:extLst>
                    <a:ext uri="{FF2B5EF4-FFF2-40B4-BE49-F238E27FC236}">
                      <a16:creationId xmlns:a16="http://schemas.microsoft.com/office/drawing/2014/main" id="{5D4B8A8F-BE82-40DE-8514-5C68F5346BF1}"/>
                    </a:ext>
                  </a:extLst>
                </p:cNvPr>
                <p:cNvSpPr>
                  <a:spLocks noChangeArrowheads="1"/>
                </p:cNvSpPr>
                <p:nvPr/>
              </p:nvSpPr>
              <p:spPr bwMode="auto">
                <a:xfrm>
                  <a:off x="1640"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71" name="Rectangle 77">
                  <a:extLst>
                    <a:ext uri="{FF2B5EF4-FFF2-40B4-BE49-F238E27FC236}">
                      <a16:creationId xmlns:a16="http://schemas.microsoft.com/office/drawing/2014/main" id="{6B461868-28F6-4B4C-8A9F-B78D047C4A28}"/>
                    </a:ext>
                  </a:extLst>
                </p:cNvPr>
                <p:cNvSpPr>
                  <a:spLocks noChangeArrowheads="1"/>
                </p:cNvSpPr>
                <p:nvPr/>
              </p:nvSpPr>
              <p:spPr bwMode="auto">
                <a:xfrm>
                  <a:off x="1680" y="1591"/>
                  <a:ext cx="40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Ifetch</a:t>
                  </a:r>
                </a:p>
              </p:txBody>
            </p:sp>
          </p:grpSp>
          <p:grpSp>
            <p:nvGrpSpPr>
              <p:cNvPr id="21558" name="Group 78">
                <a:extLst>
                  <a:ext uri="{FF2B5EF4-FFF2-40B4-BE49-F238E27FC236}">
                    <a16:creationId xmlns:a16="http://schemas.microsoft.com/office/drawing/2014/main" id="{0A4D54EC-61B6-4423-92A8-2500A08384DA}"/>
                  </a:ext>
                </a:extLst>
              </p:cNvPr>
              <p:cNvGrpSpPr>
                <a:grpSpLocks/>
              </p:cNvGrpSpPr>
              <p:nvPr/>
            </p:nvGrpSpPr>
            <p:grpSpPr bwMode="auto">
              <a:xfrm>
                <a:off x="2150" y="1591"/>
                <a:ext cx="533" cy="214"/>
                <a:chOff x="2150" y="1591"/>
                <a:chExt cx="533" cy="214"/>
              </a:xfrm>
            </p:grpSpPr>
            <p:sp>
              <p:nvSpPr>
                <p:cNvPr id="21568" name="Rectangle 79">
                  <a:extLst>
                    <a:ext uri="{FF2B5EF4-FFF2-40B4-BE49-F238E27FC236}">
                      <a16:creationId xmlns:a16="http://schemas.microsoft.com/office/drawing/2014/main" id="{26AD9836-88FC-4AF1-A3A6-253A74757AA6}"/>
                    </a:ext>
                  </a:extLst>
                </p:cNvPr>
                <p:cNvSpPr>
                  <a:spLocks noChangeArrowheads="1"/>
                </p:cNvSpPr>
                <p:nvPr/>
              </p:nvSpPr>
              <p:spPr bwMode="auto">
                <a:xfrm>
                  <a:off x="2168"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69" name="Rectangle 80">
                  <a:extLst>
                    <a:ext uri="{FF2B5EF4-FFF2-40B4-BE49-F238E27FC236}">
                      <a16:creationId xmlns:a16="http://schemas.microsoft.com/office/drawing/2014/main" id="{A26A74EB-47EA-4032-8496-AAB800900DD8}"/>
                    </a:ext>
                  </a:extLst>
                </p:cNvPr>
                <p:cNvSpPr>
                  <a:spLocks noChangeArrowheads="1"/>
                </p:cNvSpPr>
                <p:nvPr/>
              </p:nvSpPr>
              <p:spPr bwMode="auto">
                <a:xfrm>
                  <a:off x="2150" y="1591"/>
                  <a:ext cx="5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Reg/Dec</a:t>
                  </a:r>
                </a:p>
              </p:txBody>
            </p:sp>
          </p:grpSp>
          <p:grpSp>
            <p:nvGrpSpPr>
              <p:cNvPr id="21559" name="Group 81">
                <a:extLst>
                  <a:ext uri="{FF2B5EF4-FFF2-40B4-BE49-F238E27FC236}">
                    <a16:creationId xmlns:a16="http://schemas.microsoft.com/office/drawing/2014/main" id="{4B6B8F8E-1932-473F-8B45-99BDDB15490F}"/>
                  </a:ext>
                </a:extLst>
              </p:cNvPr>
              <p:cNvGrpSpPr>
                <a:grpSpLocks/>
              </p:cNvGrpSpPr>
              <p:nvPr/>
            </p:nvGrpSpPr>
            <p:grpSpPr bwMode="auto">
              <a:xfrm>
                <a:off x="2696" y="1591"/>
                <a:ext cx="512" cy="214"/>
                <a:chOff x="2696" y="1591"/>
                <a:chExt cx="512" cy="214"/>
              </a:xfrm>
            </p:grpSpPr>
            <p:sp>
              <p:nvSpPr>
                <p:cNvPr id="21566" name="Rectangle 82">
                  <a:extLst>
                    <a:ext uri="{FF2B5EF4-FFF2-40B4-BE49-F238E27FC236}">
                      <a16:creationId xmlns:a16="http://schemas.microsoft.com/office/drawing/2014/main" id="{F7719410-27AB-47D2-AE9D-0906BFB7E793}"/>
                    </a:ext>
                  </a:extLst>
                </p:cNvPr>
                <p:cNvSpPr>
                  <a:spLocks noChangeArrowheads="1"/>
                </p:cNvSpPr>
                <p:nvPr/>
              </p:nvSpPr>
              <p:spPr bwMode="auto">
                <a:xfrm>
                  <a:off x="2696"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67" name="Rectangle 83">
                  <a:extLst>
                    <a:ext uri="{FF2B5EF4-FFF2-40B4-BE49-F238E27FC236}">
                      <a16:creationId xmlns:a16="http://schemas.microsoft.com/office/drawing/2014/main" id="{99118E67-37B3-4384-B8FF-12308F88CA47}"/>
                    </a:ext>
                  </a:extLst>
                </p:cNvPr>
                <p:cNvSpPr>
                  <a:spLocks noChangeArrowheads="1"/>
                </p:cNvSpPr>
                <p:nvPr/>
              </p:nvSpPr>
              <p:spPr bwMode="auto">
                <a:xfrm>
                  <a:off x="2774" y="1591"/>
                  <a:ext cx="35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Exec</a:t>
                  </a:r>
                </a:p>
              </p:txBody>
            </p:sp>
          </p:grpSp>
          <p:grpSp>
            <p:nvGrpSpPr>
              <p:cNvPr id="21560" name="Group 84">
                <a:extLst>
                  <a:ext uri="{FF2B5EF4-FFF2-40B4-BE49-F238E27FC236}">
                    <a16:creationId xmlns:a16="http://schemas.microsoft.com/office/drawing/2014/main" id="{DEF206C9-E0B9-46CF-A3CE-67AF49042482}"/>
                  </a:ext>
                </a:extLst>
              </p:cNvPr>
              <p:cNvGrpSpPr>
                <a:grpSpLocks/>
              </p:cNvGrpSpPr>
              <p:nvPr/>
            </p:nvGrpSpPr>
            <p:grpSpPr bwMode="auto">
              <a:xfrm>
                <a:off x="3224" y="1591"/>
                <a:ext cx="512" cy="214"/>
                <a:chOff x="3224" y="1591"/>
                <a:chExt cx="512" cy="214"/>
              </a:xfrm>
            </p:grpSpPr>
            <p:sp>
              <p:nvSpPr>
                <p:cNvPr id="21564" name="Rectangle 85">
                  <a:extLst>
                    <a:ext uri="{FF2B5EF4-FFF2-40B4-BE49-F238E27FC236}">
                      <a16:creationId xmlns:a16="http://schemas.microsoft.com/office/drawing/2014/main" id="{E8D9077E-CDFB-478D-8C89-B7B305238626}"/>
                    </a:ext>
                  </a:extLst>
                </p:cNvPr>
                <p:cNvSpPr>
                  <a:spLocks noChangeArrowheads="1"/>
                </p:cNvSpPr>
                <p:nvPr/>
              </p:nvSpPr>
              <p:spPr bwMode="auto">
                <a:xfrm>
                  <a:off x="3224"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65" name="Rectangle 86">
                  <a:extLst>
                    <a:ext uri="{FF2B5EF4-FFF2-40B4-BE49-F238E27FC236}">
                      <a16:creationId xmlns:a16="http://schemas.microsoft.com/office/drawing/2014/main" id="{467508DC-9D67-4942-B0C7-02F9BCB189AF}"/>
                    </a:ext>
                  </a:extLst>
                </p:cNvPr>
                <p:cNvSpPr>
                  <a:spLocks noChangeArrowheads="1"/>
                </p:cNvSpPr>
                <p:nvPr/>
              </p:nvSpPr>
              <p:spPr bwMode="auto">
                <a:xfrm>
                  <a:off x="3302" y="1591"/>
                  <a:ext cx="3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grpSp>
          <p:grpSp>
            <p:nvGrpSpPr>
              <p:cNvPr id="21561" name="Group 87">
                <a:extLst>
                  <a:ext uri="{FF2B5EF4-FFF2-40B4-BE49-F238E27FC236}">
                    <a16:creationId xmlns:a16="http://schemas.microsoft.com/office/drawing/2014/main" id="{1D8669B8-64D4-43E0-98DE-B0B23233E019}"/>
                  </a:ext>
                </a:extLst>
              </p:cNvPr>
              <p:cNvGrpSpPr>
                <a:grpSpLocks/>
              </p:cNvGrpSpPr>
              <p:nvPr/>
            </p:nvGrpSpPr>
            <p:grpSpPr bwMode="auto">
              <a:xfrm>
                <a:off x="3752" y="1591"/>
                <a:ext cx="512" cy="214"/>
                <a:chOff x="3752" y="1591"/>
                <a:chExt cx="512" cy="214"/>
              </a:xfrm>
            </p:grpSpPr>
            <p:sp>
              <p:nvSpPr>
                <p:cNvPr id="21562" name="Rectangle 88">
                  <a:extLst>
                    <a:ext uri="{FF2B5EF4-FFF2-40B4-BE49-F238E27FC236}">
                      <a16:creationId xmlns:a16="http://schemas.microsoft.com/office/drawing/2014/main" id="{F03E05DE-F31D-4558-8643-83B0DB4270B9}"/>
                    </a:ext>
                  </a:extLst>
                </p:cNvPr>
                <p:cNvSpPr>
                  <a:spLocks noChangeArrowheads="1"/>
                </p:cNvSpPr>
                <p:nvPr/>
              </p:nvSpPr>
              <p:spPr bwMode="auto">
                <a:xfrm>
                  <a:off x="3752"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63" name="Rectangle 89">
                  <a:extLst>
                    <a:ext uri="{FF2B5EF4-FFF2-40B4-BE49-F238E27FC236}">
                      <a16:creationId xmlns:a16="http://schemas.microsoft.com/office/drawing/2014/main" id="{D2ADB191-B343-4F17-AD8E-AF9283B2266C}"/>
                    </a:ext>
                  </a:extLst>
                </p:cNvPr>
                <p:cNvSpPr>
                  <a:spLocks noChangeArrowheads="1"/>
                </p:cNvSpPr>
                <p:nvPr/>
              </p:nvSpPr>
              <p:spPr bwMode="auto">
                <a:xfrm>
                  <a:off x="3830" y="1591"/>
                  <a:ext cx="27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Wr</a:t>
                  </a:r>
                </a:p>
              </p:txBody>
            </p:sp>
          </p:grpSp>
        </p:grpSp>
        <p:sp>
          <p:nvSpPr>
            <p:cNvPr id="21534" name="Rectangle 90">
              <a:extLst>
                <a:ext uri="{FF2B5EF4-FFF2-40B4-BE49-F238E27FC236}">
                  <a16:creationId xmlns:a16="http://schemas.microsoft.com/office/drawing/2014/main" id="{C371EC13-1F3A-4D33-932B-C3B6CEF09DC4}"/>
                </a:ext>
              </a:extLst>
            </p:cNvPr>
            <p:cNvSpPr>
              <a:spLocks noChangeArrowheads="1"/>
            </p:cNvSpPr>
            <p:nvPr/>
          </p:nvSpPr>
          <p:spPr bwMode="auto">
            <a:xfrm>
              <a:off x="2391967" y="1980010"/>
              <a:ext cx="578684"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2</a:t>
              </a:r>
              <a:r>
                <a:rPr kumimoji="1" lang="en-US" altLang="zh-TW" sz="1200">
                  <a:latin typeface="Times New Roman" panose="02020603050405020304" pitchFamily="18" charset="0"/>
                  <a:ea typeface="新細明體" panose="02020500000000000000" pitchFamily="18" charset="-120"/>
                </a:rPr>
                <a:t>nd lw</a:t>
              </a:r>
            </a:p>
          </p:txBody>
        </p:sp>
        <p:grpSp>
          <p:nvGrpSpPr>
            <p:cNvPr id="21535" name="Group 91">
              <a:extLst>
                <a:ext uri="{FF2B5EF4-FFF2-40B4-BE49-F238E27FC236}">
                  <a16:creationId xmlns:a16="http://schemas.microsoft.com/office/drawing/2014/main" id="{D470E76E-3357-4AD1-AC12-77B029BC2FE0}"/>
                </a:ext>
              </a:extLst>
            </p:cNvPr>
            <p:cNvGrpSpPr>
              <a:grpSpLocks/>
            </p:cNvGrpSpPr>
            <p:nvPr/>
          </p:nvGrpSpPr>
          <p:grpSpPr bwMode="auto">
            <a:xfrm>
              <a:off x="3654029" y="2322912"/>
              <a:ext cx="3383756" cy="254794"/>
              <a:chOff x="2168" y="1879"/>
              <a:chExt cx="2624" cy="214"/>
            </a:xfrm>
          </p:grpSpPr>
          <p:grpSp>
            <p:nvGrpSpPr>
              <p:cNvPr id="21542" name="Group 92">
                <a:extLst>
                  <a:ext uri="{FF2B5EF4-FFF2-40B4-BE49-F238E27FC236}">
                    <a16:creationId xmlns:a16="http://schemas.microsoft.com/office/drawing/2014/main" id="{A10D3BC9-5E26-4B75-BD8F-738FB24A2665}"/>
                  </a:ext>
                </a:extLst>
              </p:cNvPr>
              <p:cNvGrpSpPr>
                <a:grpSpLocks/>
              </p:cNvGrpSpPr>
              <p:nvPr/>
            </p:nvGrpSpPr>
            <p:grpSpPr bwMode="auto">
              <a:xfrm>
                <a:off x="2168" y="1879"/>
                <a:ext cx="512" cy="214"/>
                <a:chOff x="2168" y="1879"/>
                <a:chExt cx="512" cy="214"/>
              </a:xfrm>
            </p:grpSpPr>
            <p:sp>
              <p:nvSpPr>
                <p:cNvPr id="21555" name="Rectangle 93">
                  <a:extLst>
                    <a:ext uri="{FF2B5EF4-FFF2-40B4-BE49-F238E27FC236}">
                      <a16:creationId xmlns:a16="http://schemas.microsoft.com/office/drawing/2014/main" id="{259F317B-14EF-493B-8628-34389023F160}"/>
                    </a:ext>
                  </a:extLst>
                </p:cNvPr>
                <p:cNvSpPr>
                  <a:spLocks noChangeArrowheads="1"/>
                </p:cNvSpPr>
                <p:nvPr/>
              </p:nvSpPr>
              <p:spPr bwMode="auto">
                <a:xfrm>
                  <a:off x="2168" y="188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56" name="Rectangle 94">
                  <a:extLst>
                    <a:ext uri="{FF2B5EF4-FFF2-40B4-BE49-F238E27FC236}">
                      <a16:creationId xmlns:a16="http://schemas.microsoft.com/office/drawing/2014/main" id="{4F84300A-C133-4748-A880-093D67890E6B}"/>
                    </a:ext>
                  </a:extLst>
                </p:cNvPr>
                <p:cNvSpPr>
                  <a:spLocks noChangeArrowheads="1"/>
                </p:cNvSpPr>
                <p:nvPr/>
              </p:nvSpPr>
              <p:spPr bwMode="auto">
                <a:xfrm>
                  <a:off x="2208" y="1879"/>
                  <a:ext cx="40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Ifetch</a:t>
                  </a:r>
                </a:p>
              </p:txBody>
            </p:sp>
          </p:grpSp>
          <p:grpSp>
            <p:nvGrpSpPr>
              <p:cNvPr id="21543" name="Group 95">
                <a:extLst>
                  <a:ext uri="{FF2B5EF4-FFF2-40B4-BE49-F238E27FC236}">
                    <a16:creationId xmlns:a16="http://schemas.microsoft.com/office/drawing/2014/main" id="{2F9825C9-3C83-44CF-BEA0-9C43456E1B46}"/>
                  </a:ext>
                </a:extLst>
              </p:cNvPr>
              <p:cNvGrpSpPr>
                <a:grpSpLocks/>
              </p:cNvGrpSpPr>
              <p:nvPr/>
            </p:nvGrpSpPr>
            <p:grpSpPr bwMode="auto">
              <a:xfrm>
                <a:off x="2678" y="1879"/>
                <a:ext cx="533" cy="214"/>
                <a:chOff x="2678" y="1879"/>
                <a:chExt cx="533" cy="214"/>
              </a:xfrm>
            </p:grpSpPr>
            <p:sp>
              <p:nvSpPr>
                <p:cNvPr id="21553" name="Rectangle 96">
                  <a:extLst>
                    <a:ext uri="{FF2B5EF4-FFF2-40B4-BE49-F238E27FC236}">
                      <a16:creationId xmlns:a16="http://schemas.microsoft.com/office/drawing/2014/main" id="{E9A7207F-2010-440C-9371-52EF8EF22ED6}"/>
                    </a:ext>
                  </a:extLst>
                </p:cNvPr>
                <p:cNvSpPr>
                  <a:spLocks noChangeArrowheads="1"/>
                </p:cNvSpPr>
                <p:nvPr/>
              </p:nvSpPr>
              <p:spPr bwMode="auto">
                <a:xfrm>
                  <a:off x="2696" y="188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54" name="Rectangle 97">
                  <a:extLst>
                    <a:ext uri="{FF2B5EF4-FFF2-40B4-BE49-F238E27FC236}">
                      <a16:creationId xmlns:a16="http://schemas.microsoft.com/office/drawing/2014/main" id="{C34249AA-0936-44CC-8F72-734AB5864B95}"/>
                    </a:ext>
                  </a:extLst>
                </p:cNvPr>
                <p:cNvSpPr>
                  <a:spLocks noChangeArrowheads="1"/>
                </p:cNvSpPr>
                <p:nvPr/>
              </p:nvSpPr>
              <p:spPr bwMode="auto">
                <a:xfrm>
                  <a:off x="2678" y="1879"/>
                  <a:ext cx="5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Reg/Dec</a:t>
                  </a:r>
                </a:p>
              </p:txBody>
            </p:sp>
          </p:grpSp>
          <p:grpSp>
            <p:nvGrpSpPr>
              <p:cNvPr id="21544" name="Group 98">
                <a:extLst>
                  <a:ext uri="{FF2B5EF4-FFF2-40B4-BE49-F238E27FC236}">
                    <a16:creationId xmlns:a16="http://schemas.microsoft.com/office/drawing/2014/main" id="{AA861D60-3F01-4639-ACAD-745582292F5A}"/>
                  </a:ext>
                </a:extLst>
              </p:cNvPr>
              <p:cNvGrpSpPr>
                <a:grpSpLocks/>
              </p:cNvGrpSpPr>
              <p:nvPr/>
            </p:nvGrpSpPr>
            <p:grpSpPr bwMode="auto">
              <a:xfrm>
                <a:off x="3224" y="1879"/>
                <a:ext cx="512" cy="214"/>
                <a:chOff x="3224" y="1879"/>
                <a:chExt cx="512" cy="214"/>
              </a:xfrm>
            </p:grpSpPr>
            <p:sp>
              <p:nvSpPr>
                <p:cNvPr id="21551" name="Rectangle 99">
                  <a:extLst>
                    <a:ext uri="{FF2B5EF4-FFF2-40B4-BE49-F238E27FC236}">
                      <a16:creationId xmlns:a16="http://schemas.microsoft.com/office/drawing/2014/main" id="{9D9697D0-285F-4FA8-B056-44832410BC0A}"/>
                    </a:ext>
                  </a:extLst>
                </p:cNvPr>
                <p:cNvSpPr>
                  <a:spLocks noChangeArrowheads="1"/>
                </p:cNvSpPr>
                <p:nvPr/>
              </p:nvSpPr>
              <p:spPr bwMode="auto">
                <a:xfrm>
                  <a:off x="3224" y="188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52" name="Rectangle 100">
                  <a:extLst>
                    <a:ext uri="{FF2B5EF4-FFF2-40B4-BE49-F238E27FC236}">
                      <a16:creationId xmlns:a16="http://schemas.microsoft.com/office/drawing/2014/main" id="{78C2AFA4-D4B0-4853-B28B-2A125C4878F3}"/>
                    </a:ext>
                  </a:extLst>
                </p:cNvPr>
                <p:cNvSpPr>
                  <a:spLocks noChangeArrowheads="1"/>
                </p:cNvSpPr>
                <p:nvPr/>
              </p:nvSpPr>
              <p:spPr bwMode="auto">
                <a:xfrm>
                  <a:off x="3302" y="1879"/>
                  <a:ext cx="35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Exec</a:t>
                  </a:r>
                </a:p>
              </p:txBody>
            </p:sp>
          </p:grpSp>
          <p:grpSp>
            <p:nvGrpSpPr>
              <p:cNvPr id="21545" name="Group 101">
                <a:extLst>
                  <a:ext uri="{FF2B5EF4-FFF2-40B4-BE49-F238E27FC236}">
                    <a16:creationId xmlns:a16="http://schemas.microsoft.com/office/drawing/2014/main" id="{3998957A-AC69-4921-9908-BCD8E039A1C1}"/>
                  </a:ext>
                </a:extLst>
              </p:cNvPr>
              <p:cNvGrpSpPr>
                <a:grpSpLocks/>
              </p:cNvGrpSpPr>
              <p:nvPr/>
            </p:nvGrpSpPr>
            <p:grpSpPr bwMode="auto">
              <a:xfrm>
                <a:off x="3752" y="1879"/>
                <a:ext cx="512" cy="214"/>
                <a:chOff x="3752" y="1879"/>
                <a:chExt cx="512" cy="214"/>
              </a:xfrm>
            </p:grpSpPr>
            <p:sp>
              <p:nvSpPr>
                <p:cNvPr id="21549" name="Rectangle 102">
                  <a:extLst>
                    <a:ext uri="{FF2B5EF4-FFF2-40B4-BE49-F238E27FC236}">
                      <a16:creationId xmlns:a16="http://schemas.microsoft.com/office/drawing/2014/main" id="{60D335C4-9776-41FA-91F2-447DFE2FB7B5}"/>
                    </a:ext>
                  </a:extLst>
                </p:cNvPr>
                <p:cNvSpPr>
                  <a:spLocks noChangeArrowheads="1"/>
                </p:cNvSpPr>
                <p:nvPr/>
              </p:nvSpPr>
              <p:spPr bwMode="auto">
                <a:xfrm>
                  <a:off x="3752" y="188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50" name="Rectangle 103">
                  <a:extLst>
                    <a:ext uri="{FF2B5EF4-FFF2-40B4-BE49-F238E27FC236}">
                      <a16:creationId xmlns:a16="http://schemas.microsoft.com/office/drawing/2014/main" id="{7982738E-3C7B-4D3B-A6B1-526EED10FB3C}"/>
                    </a:ext>
                  </a:extLst>
                </p:cNvPr>
                <p:cNvSpPr>
                  <a:spLocks noChangeArrowheads="1"/>
                </p:cNvSpPr>
                <p:nvPr/>
              </p:nvSpPr>
              <p:spPr bwMode="auto">
                <a:xfrm>
                  <a:off x="3830" y="1879"/>
                  <a:ext cx="3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grpSp>
          <p:grpSp>
            <p:nvGrpSpPr>
              <p:cNvPr id="21546" name="Group 104">
                <a:extLst>
                  <a:ext uri="{FF2B5EF4-FFF2-40B4-BE49-F238E27FC236}">
                    <a16:creationId xmlns:a16="http://schemas.microsoft.com/office/drawing/2014/main" id="{95E25843-3999-4865-884C-1F81596D5A04}"/>
                  </a:ext>
                </a:extLst>
              </p:cNvPr>
              <p:cNvGrpSpPr>
                <a:grpSpLocks/>
              </p:cNvGrpSpPr>
              <p:nvPr/>
            </p:nvGrpSpPr>
            <p:grpSpPr bwMode="auto">
              <a:xfrm>
                <a:off x="4280" y="1879"/>
                <a:ext cx="512" cy="214"/>
                <a:chOff x="4280" y="1879"/>
                <a:chExt cx="512" cy="214"/>
              </a:xfrm>
            </p:grpSpPr>
            <p:sp>
              <p:nvSpPr>
                <p:cNvPr id="21547" name="Rectangle 105">
                  <a:extLst>
                    <a:ext uri="{FF2B5EF4-FFF2-40B4-BE49-F238E27FC236}">
                      <a16:creationId xmlns:a16="http://schemas.microsoft.com/office/drawing/2014/main" id="{65F841E7-3943-4398-B3D2-8DA2B169A680}"/>
                    </a:ext>
                  </a:extLst>
                </p:cNvPr>
                <p:cNvSpPr>
                  <a:spLocks noChangeArrowheads="1"/>
                </p:cNvSpPr>
                <p:nvPr/>
              </p:nvSpPr>
              <p:spPr bwMode="auto">
                <a:xfrm>
                  <a:off x="4280" y="188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48" name="Rectangle 106">
                  <a:extLst>
                    <a:ext uri="{FF2B5EF4-FFF2-40B4-BE49-F238E27FC236}">
                      <a16:creationId xmlns:a16="http://schemas.microsoft.com/office/drawing/2014/main" id="{27CE065B-ADE7-4F9A-B578-883BCFEB0A7B}"/>
                    </a:ext>
                  </a:extLst>
                </p:cNvPr>
                <p:cNvSpPr>
                  <a:spLocks noChangeArrowheads="1"/>
                </p:cNvSpPr>
                <p:nvPr/>
              </p:nvSpPr>
              <p:spPr bwMode="auto">
                <a:xfrm>
                  <a:off x="4358" y="1879"/>
                  <a:ext cx="27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Wr</a:t>
                  </a:r>
                </a:p>
              </p:txBody>
            </p:sp>
          </p:grpSp>
        </p:grpSp>
        <p:sp>
          <p:nvSpPr>
            <p:cNvPr id="21536" name="Rectangle 107">
              <a:extLst>
                <a:ext uri="{FF2B5EF4-FFF2-40B4-BE49-F238E27FC236}">
                  <a16:creationId xmlns:a16="http://schemas.microsoft.com/office/drawing/2014/main" id="{1BD93EF6-AED0-4D93-BA37-5F5A0CC0ED8A}"/>
                </a:ext>
              </a:extLst>
            </p:cNvPr>
            <p:cNvSpPr>
              <a:spLocks noChangeArrowheads="1"/>
            </p:cNvSpPr>
            <p:nvPr/>
          </p:nvSpPr>
          <p:spPr bwMode="auto">
            <a:xfrm>
              <a:off x="3073004" y="2322910"/>
              <a:ext cx="562654"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3</a:t>
              </a:r>
              <a:r>
                <a:rPr kumimoji="1" lang="en-US" altLang="zh-TW" sz="1200">
                  <a:latin typeface="Times New Roman" panose="02020603050405020304" pitchFamily="18" charset="0"/>
                  <a:ea typeface="新細明體" panose="02020500000000000000" pitchFamily="18" charset="-120"/>
                </a:rPr>
                <a:t>rd lw</a:t>
              </a:r>
            </a:p>
          </p:txBody>
        </p:sp>
        <p:sp>
          <p:nvSpPr>
            <p:cNvPr id="21537" name="Line 108">
              <a:extLst>
                <a:ext uri="{FF2B5EF4-FFF2-40B4-BE49-F238E27FC236}">
                  <a16:creationId xmlns:a16="http://schemas.microsoft.com/office/drawing/2014/main" id="{CC01B256-55EB-4553-8EAB-0FBC4647E502}"/>
                </a:ext>
              </a:extLst>
            </p:cNvPr>
            <p:cNvSpPr>
              <a:spLocks noChangeShapeType="1"/>
            </p:cNvSpPr>
            <p:nvPr/>
          </p:nvSpPr>
          <p:spPr bwMode="auto">
            <a:xfrm flipV="1">
              <a:off x="6367463" y="1514475"/>
              <a:ext cx="0" cy="4000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538" name="Line 109">
              <a:extLst>
                <a:ext uri="{FF2B5EF4-FFF2-40B4-BE49-F238E27FC236}">
                  <a16:creationId xmlns:a16="http://schemas.microsoft.com/office/drawing/2014/main" id="{0359030C-FF12-458D-83D7-48D49859DD67}"/>
                </a:ext>
              </a:extLst>
            </p:cNvPr>
            <p:cNvSpPr>
              <a:spLocks noChangeShapeType="1"/>
            </p:cNvSpPr>
            <p:nvPr/>
          </p:nvSpPr>
          <p:spPr bwMode="auto">
            <a:xfrm flipV="1">
              <a:off x="7048500" y="1514475"/>
              <a:ext cx="0" cy="7429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21539" name="Rectangle 110">
            <a:extLst>
              <a:ext uri="{FF2B5EF4-FFF2-40B4-BE49-F238E27FC236}">
                <a16:creationId xmlns:a16="http://schemas.microsoft.com/office/drawing/2014/main" id="{AE0BD8B1-FEDC-463D-9CCA-C4FE55294BD9}"/>
              </a:ext>
            </a:extLst>
          </p:cNvPr>
          <p:cNvSpPr>
            <a:spLocks noGrp="1" noChangeArrowheads="1"/>
          </p:cNvSpPr>
          <p:nvPr>
            <p:ph type="title"/>
          </p:nvPr>
        </p:nvSpPr>
        <p:spPr/>
        <p:txBody>
          <a:bodyPr/>
          <a:lstStyle/>
          <a:p>
            <a:r>
              <a:rPr lang="en-US" altLang="zh-TW"/>
              <a:t>Pipelining </a:t>
            </a:r>
            <a:r>
              <a:rPr lang="en-US" altLang="zh-TW">
                <a:latin typeface="Courier New" panose="02070309020205020404" pitchFamily="49" charset="0"/>
              </a:rPr>
              <a:t>load</a:t>
            </a:r>
            <a:endParaRPr lang="en-US" altLang="zh-TW"/>
          </a:p>
        </p:txBody>
      </p:sp>
      <p:sp>
        <p:nvSpPr>
          <p:cNvPr id="21540" name="Rectangle 111">
            <a:extLst>
              <a:ext uri="{FF2B5EF4-FFF2-40B4-BE49-F238E27FC236}">
                <a16:creationId xmlns:a16="http://schemas.microsoft.com/office/drawing/2014/main" id="{48825216-66BF-49CA-9A6F-0FC61C23CE06}"/>
              </a:ext>
            </a:extLst>
          </p:cNvPr>
          <p:cNvSpPr>
            <a:spLocks noGrp="1" noChangeArrowheads="1"/>
          </p:cNvSpPr>
          <p:nvPr>
            <p:ph idx="1"/>
          </p:nvPr>
        </p:nvSpPr>
        <p:spPr>
          <a:xfrm>
            <a:off x="995515" y="825909"/>
            <a:ext cx="7720781" cy="1895168"/>
          </a:xfrm>
        </p:spPr>
        <p:txBody>
          <a:bodyPr/>
          <a:lstStyle/>
          <a:p>
            <a:r>
              <a:rPr lang="en-US" altLang="zh-TW" sz="2000" dirty="0"/>
              <a:t>5 functional units in the pipeline </a:t>
            </a:r>
            <a:r>
              <a:rPr lang="en-US" altLang="zh-TW" sz="2000" dirty="0" err="1"/>
              <a:t>datapath</a:t>
            </a:r>
            <a:r>
              <a:rPr lang="en-US" altLang="zh-TW" sz="2000" dirty="0"/>
              <a:t> are</a:t>
            </a:r>
          </a:p>
          <a:p>
            <a:pPr lvl="1"/>
            <a:r>
              <a:rPr lang="en-US" altLang="zh-TW" sz="1600" dirty="0">
                <a:solidFill>
                  <a:srgbClr val="FF0000"/>
                </a:solidFill>
              </a:rPr>
              <a:t>Instruction Memory </a:t>
            </a:r>
            <a:r>
              <a:rPr lang="en-US" altLang="zh-TW" sz="1600" dirty="0"/>
              <a:t>for the </a:t>
            </a:r>
            <a:r>
              <a:rPr lang="en-US" altLang="zh-TW" sz="1600" dirty="0" err="1"/>
              <a:t>Ifetch</a:t>
            </a:r>
            <a:r>
              <a:rPr lang="en-US" altLang="zh-TW" sz="1600" dirty="0"/>
              <a:t> stage</a:t>
            </a:r>
          </a:p>
          <a:p>
            <a:pPr lvl="1"/>
            <a:r>
              <a:rPr lang="en-US" altLang="zh-TW" sz="1600" dirty="0"/>
              <a:t>Register File’s </a:t>
            </a:r>
            <a:r>
              <a:rPr lang="en-US" altLang="zh-TW" sz="1600" dirty="0">
                <a:solidFill>
                  <a:srgbClr val="FF0000"/>
                </a:solidFill>
              </a:rPr>
              <a:t>Read ports </a:t>
            </a:r>
            <a:r>
              <a:rPr lang="en-US" altLang="zh-TW" sz="1600" dirty="0"/>
              <a:t>(</a:t>
            </a:r>
            <a:r>
              <a:rPr lang="en-US" altLang="zh-TW" sz="1600" dirty="0" err="1"/>
              <a:t>busA</a:t>
            </a:r>
            <a:r>
              <a:rPr lang="en-US" altLang="zh-TW" sz="1600" dirty="0"/>
              <a:t> and </a:t>
            </a:r>
            <a:r>
              <a:rPr lang="en-US" altLang="zh-TW" sz="1600" dirty="0" err="1"/>
              <a:t>busB</a:t>
            </a:r>
            <a:r>
              <a:rPr lang="en-US" altLang="zh-TW" sz="1600" dirty="0"/>
              <a:t>) for the Reg/Dec stage</a:t>
            </a:r>
          </a:p>
          <a:p>
            <a:pPr lvl="1"/>
            <a:r>
              <a:rPr lang="en-US" altLang="zh-TW" sz="1600" dirty="0">
                <a:solidFill>
                  <a:srgbClr val="FF0000"/>
                </a:solidFill>
              </a:rPr>
              <a:t>ALU</a:t>
            </a:r>
            <a:r>
              <a:rPr lang="en-US" altLang="zh-TW" sz="1600" dirty="0"/>
              <a:t> for the Exec stage</a:t>
            </a:r>
          </a:p>
          <a:p>
            <a:pPr lvl="1"/>
            <a:r>
              <a:rPr lang="en-US" altLang="zh-TW" sz="1600" dirty="0">
                <a:solidFill>
                  <a:srgbClr val="FF0000"/>
                </a:solidFill>
              </a:rPr>
              <a:t>Data Memory </a:t>
            </a:r>
            <a:r>
              <a:rPr lang="en-US" altLang="zh-TW" sz="1600" dirty="0"/>
              <a:t>for the MEM stage</a:t>
            </a:r>
          </a:p>
          <a:p>
            <a:pPr lvl="1"/>
            <a:r>
              <a:rPr lang="en-US" altLang="zh-TW" sz="1600" dirty="0"/>
              <a:t>Register File’s </a:t>
            </a:r>
            <a:r>
              <a:rPr lang="en-US" altLang="zh-TW" sz="1600" dirty="0">
                <a:solidFill>
                  <a:srgbClr val="FF0000"/>
                </a:solidFill>
              </a:rPr>
              <a:t>Write port </a:t>
            </a:r>
            <a:r>
              <a:rPr lang="en-US" altLang="zh-TW" sz="1600" dirty="0"/>
              <a:t>(</a:t>
            </a:r>
            <a:r>
              <a:rPr lang="en-US" altLang="zh-TW" sz="1600" dirty="0" err="1"/>
              <a:t>busW</a:t>
            </a:r>
            <a:r>
              <a:rPr lang="en-US" altLang="zh-TW" sz="1600" dirty="0"/>
              <a:t>) for the WB stage</a:t>
            </a:r>
          </a:p>
        </p:txBody>
      </p:sp>
      <p:sp>
        <p:nvSpPr>
          <p:cNvPr id="21541" name="投影片編號版面配置區 1">
            <a:extLst>
              <a:ext uri="{FF2B5EF4-FFF2-40B4-BE49-F238E27FC236}">
                <a16:creationId xmlns:a16="http://schemas.microsoft.com/office/drawing/2014/main" id="{01299775-71C8-4329-9D06-A416762FEE8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2DBC17A8-5B98-4095-82BB-D088BE5DF3B6}"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18</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a:extLst>
              <a:ext uri="{FF2B5EF4-FFF2-40B4-BE49-F238E27FC236}">
                <a16:creationId xmlns:a16="http://schemas.microsoft.com/office/drawing/2014/main" id="{83014146-5838-4CB1-89D4-D6F7B39FEB92}"/>
              </a:ext>
            </a:extLst>
          </p:cNvPr>
          <p:cNvSpPr>
            <a:spLocks noGrp="1" noChangeArrowheads="1"/>
          </p:cNvSpPr>
          <p:nvPr>
            <p:ph type="title"/>
          </p:nvPr>
        </p:nvSpPr>
        <p:spPr>
          <a:xfrm>
            <a:off x="1032387" y="108349"/>
            <a:ext cx="7643303" cy="519113"/>
          </a:xfrm>
        </p:spPr>
        <p:txBody>
          <a:bodyPr/>
          <a:lstStyle/>
          <a:p>
            <a:r>
              <a:rPr lang="en-US" altLang="zh-TW" dirty="0"/>
              <a:t>IF Stage of </a:t>
            </a:r>
            <a:r>
              <a:rPr lang="en-US" altLang="zh-TW" dirty="0">
                <a:latin typeface="Courier New" panose="02070309020205020404" pitchFamily="49" charset="0"/>
              </a:rPr>
              <a:t>load</a:t>
            </a:r>
            <a:endParaRPr lang="en-US" altLang="zh-TW" dirty="0"/>
          </a:p>
        </p:txBody>
      </p:sp>
      <p:sp>
        <p:nvSpPr>
          <p:cNvPr id="22530" name="Rectangle 2">
            <a:extLst>
              <a:ext uri="{FF2B5EF4-FFF2-40B4-BE49-F238E27FC236}">
                <a16:creationId xmlns:a16="http://schemas.microsoft.com/office/drawing/2014/main" id="{072B3500-1C3D-4A60-BE35-8E816C7052B0}"/>
              </a:ext>
            </a:extLst>
          </p:cNvPr>
          <p:cNvSpPr>
            <a:spLocks noGrp="1" noChangeArrowheads="1"/>
          </p:cNvSpPr>
          <p:nvPr>
            <p:ph idx="1"/>
          </p:nvPr>
        </p:nvSpPr>
        <p:spPr>
          <a:xfrm>
            <a:off x="1061882" y="799908"/>
            <a:ext cx="7639665" cy="402086"/>
          </a:xfrm>
        </p:spPr>
        <p:txBody>
          <a:bodyPr/>
          <a:lstStyle/>
          <a:p>
            <a:r>
              <a:rPr lang="en-US" altLang="zh-TW" sz="2000" dirty="0"/>
              <a:t>IR = mem[PC];   PC = PC + 4</a:t>
            </a:r>
          </a:p>
        </p:txBody>
      </p:sp>
      <p:sp>
        <p:nvSpPr>
          <p:cNvPr id="22535" name="投影片編號版面配置區 1">
            <a:extLst>
              <a:ext uri="{FF2B5EF4-FFF2-40B4-BE49-F238E27FC236}">
                <a16:creationId xmlns:a16="http://schemas.microsoft.com/office/drawing/2014/main" id="{65A12F9D-F76F-49E0-86F3-D8E208EB5F6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0918F617-FE22-47BD-A39B-079BEF6409C5}"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19</a:t>
            </a:fld>
            <a:endParaRPr lang="en-US" altLang="zh-TW" sz="1050" b="0" dirty="0">
              <a:solidFill>
                <a:schemeClr val="bg1"/>
              </a:solidFill>
              <a:latin typeface="Arial" panose="020B0604020202020204" pitchFamily="34" charset="0"/>
              <a:ea typeface="新細明體" panose="02020500000000000000" pitchFamily="18" charset="-120"/>
            </a:endParaRPr>
          </a:p>
        </p:txBody>
      </p:sp>
      <p:grpSp>
        <p:nvGrpSpPr>
          <p:cNvPr id="2" name="组合 1">
            <a:extLst>
              <a:ext uri="{FF2B5EF4-FFF2-40B4-BE49-F238E27FC236}">
                <a16:creationId xmlns:a16="http://schemas.microsoft.com/office/drawing/2014/main" id="{4E99AA9E-7CA0-481E-97A6-F9569F4A9645}"/>
              </a:ext>
            </a:extLst>
          </p:cNvPr>
          <p:cNvGrpSpPr/>
          <p:nvPr/>
        </p:nvGrpSpPr>
        <p:grpSpPr>
          <a:xfrm>
            <a:off x="636493" y="1312606"/>
            <a:ext cx="7781365" cy="3266768"/>
            <a:chOff x="1744064" y="1312606"/>
            <a:chExt cx="5743912" cy="3266768"/>
          </a:xfrm>
        </p:grpSpPr>
        <p:pic>
          <p:nvPicPr>
            <p:cNvPr id="22532" name="Picture 4" descr="F0613">
              <a:extLst>
                <a:ext uri="{FF2B5EF4-FFF2-40B4-BE49-F238E27FC236}">
                  <a16:creationId xmlns:a16="http://schemas.microsoft.com/office/drawing/2014/main" id="{4A848A11-02DD-4856-9485-96D3B6325C6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b="48756"/>
            <a:stretch>
              <a:fillRect/>
            </a:stretch>
          </p:blipFill>
          <p:spPr bwMode="auto">
            <a:xfrm>
              <a:off x="1744064" y="1312606"/>
              <a:ext cx="5743912" cy="326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Text Box 5">
              <a:extLst>
                <a:ext uri="{FF2B5EF4-FFF2-40B4-BE49-F238E27FC236}">
                  <a16:creationId xmlns:a16="http://schemas.microsoft.com/office/drawing/2014/main" id="{EB40596E-5894-4A14-8A76-675D9BD7C811}"/>
                </a:ext>
              </a:extLst>
            </p:cNvPr>
            <p:cNvSpPr txBox="1">
              <a:spLocks noChangeArrowheads="1"/>
            </p:cNvSpPr>
            <p:nvPr/>
          </p:nvSpPr>
          <p:spPr bwMode="auto">
            <a:xfrm>
              <a:off x="3196829" y="1397794"/>
              <a:ext cx="10887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800" dirty="0">
                  <a:solidFill>
                    <a:schemeClr val="accent2"/>
                  </a:solidFill>
                  <a:ea typeface="新細明體" panose="02020500000000000000" pitchFamily="18" charset="-120"/>
                </a:rPr>
                <a:t>IR, PC+4</a:t>
              </a:r>
              <a:endParaRPr kumimoji="1" lang="en-US" altLang="zh-TW" sz="1800" dirty="0">
                <a:ea typeface="新細明體" panose="02020500000000000000" pitchFamily="18" charset="-120"/>
              </a:endParaRPr>
            </a:p>
          </p:txBody>
        </p:sp>
        <p:sp>
          <p:nvSpPr>
            <p:cNvPr id="22534" name="Line 6">
              <a:extLst>
                <a:ext uri="{FF2B5EF4-FFF2-40B4-BE49-F238E27FC236}">
                  <a16:creationId xmlns:a16="http://schemas.microsoft.com/office/drawing/2014/main" id="{8311D4BE-C9F8-413A-92C8-0B75FE92CD2D}"/>
                </a:ext>
              </a:extLst>
            </p:cNvPr>
            <p:cNvSpPr>
              <a:spLocks noChangeShapeType="1"/>
            </p:cNvSpPr>
            <p:nvPr/>
          </p:nvSpPr>
          <p:spPr bwMode="auto">
            <a:xfrm flipH="1">
              <a:off x="2838450" y="1714500"/>
              <a:ext cx="433388" cy="742950"/>
            </a:xfrm>
            <a:prstGeom prst="line">
              <a:avLst/>
            </a:prstGeom>
            <a:noFill/>
            <a:ln w="38100">
              <a:solidFill>
                <a:schemeClr val="accent2"/>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dirty="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63C5B595-7DA7-4740-ABF8-DC9B2E0516A8}"/>
              </a:ext>
            </a:extLst>
          </p:cNvPr>
          <p:cNvSpPr>
            <a:spLocks noGrp="1" noChangeArrowheads="1"/>
          </p:cNvSpPr>
          <p:nvPr>
            <p:ph type="title"/>
          </p:nvPr>
        </p:nvSpPr>
        <p:spPr/>
        <p:txBody>
          <a:bodyPr/>
          <a:lstStyle/>
          <a:p>
            <a:r>
              <a:rPr lang="en-US" altLang="zh-TW"/>
              <a:t>ID Stage of </a:t>
            </a:r>
            <a:r>
              <a:rPr lang="en-US" altLang="zh-TW">
                <a:latin typeface="Courier New" panose="02070309020205020404" pitchFamily="49" charset="0"/>
              </a:rPr>
              <a:t>load</a:t>
            </a:r>
            <a:endParaRPr lang="en-US" altLang="zh-TW"/>
          </a:p>
        </p:txBody>
      </p:sp>
      <p:sp>
        <p:nvSpPr>
          <p:cNvPr id="23555" name="Rectangle 3">
            <a:extLst>
              <a:ext uri="{FF2B5EF4-FFF2-40B4-BE49-F238E27FC236}">
                <a16:creationId xmlns:a16="http://schemas.microsoft.com/office/drawing/2014/main" id="{79F970C6-0E19-40E0-9C71-00317D0BC9A2}"/>
              </a:ext>
            </a:extLst>
          </p:cNvPr>
          <p:cNvSpPr>
            <a:spLocks noGrp="1" noChangeArrowheads="1"/>
          </p:cNvSpPr>
          <p:nvPr>
            <p:ph idx="1"/>
          </p:nvPr>
        </p:nvSpPr>
        <p:spPr>
          <a:xfrm>
            <a:off x="980768" y="792534"/>
            <a:ext cx="7278329" cy="483202"/>
          </a:xfrm>
        </p:spPr>
        <p:txBody>
          <a:bodyPr/>
          <a:lstStyle/>
          <a:p>
            <a:r>
              <a:rPr lang="en-US" altLang="zh-TW" sz="2000" dirty="0"/>
              <a:t>A = Reg[IR[25-21]];  </a:t>
            </a:r>
            <a:r>
              <a:rPr lang="en-US" altLang="zh-TW" sz="2000" dirty="0">
                <a:solidFill>
                  <a:schemeClr val="bg2"/>
                </a:solidFill>
              </a:rPr>
              <a:t>B</a:t>
            </a:r>
            <a:r>
              <a:rPr lang="en-US" altLang="zh-TW" sz="2000" dirty="0"/>
              <a:t> = Reg[IR[20-16]];</a:t>
            </a:r>
            <a:br>
              <a:rPr lang="en-US" altLang="zh-TW" sz="2000" dirty="0"/>
            </a:br>
            <a:endParaRPr lang="en-US" altLang="zh-TW" sz="2000" dirty="0"/>
          </a:p>
        </p:txBody>
      </p:sp>
      <p:sp>
        <p:nvSpPr>
          <p:cNvPr id="23557" name="投影片編號版面配置區 1">
            <a:extLst>
              <a:ext uri="{FF2B5EF4-FFF2-40B4-BE49-F238E27FC236}">
                <a16:creationId xmlns:a16="http://schemas.microsoft.com/office/drawing/2014/main" id="{76BA52FC-082B-4411-971D-404B890218F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DE4FA790-CC0F-4833-A069-C89D4498C858}"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20</a:t>
            </a:fld>
            <a:endParaRPr lang="en-US" altLang="zh-TW" sz="1050" b="0" dirty="0">
              <a:solidFill>
                <a:schemeClr val="bg1"/>
              </a:solidFill>
              <a:latin typeface="Arial" panose="020B0604020202020204" pitchFamily="34" charset="0"/>
              <a:ea typeface="新細明體" panose="02020500000000000000" pitchFamily="18" charset="-120"/>
            </a:endParaRPr>
          </a:p>
        </p:txBody>
      </p:sp>
      <p:pic>
        <p:nvPicPr>
          <p:cNvPr id="23556" name="Picture 4" descr="F0613">
            <a:extLst>
              <a:ext uri="{FF2B5EF4-FFF2-40B4-BE49-F238E27FC236}">
                <a16:creationId xmlns:a16="http://schemas.microsoft.com/office/drawing/2014/main" id="{D7620990-4DBB-401D-8675-B2488D52EAC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53732"/>
          <a:stretch>
            <a:fillRect/>
          </a:stretch>
        </p:blipFill>
        <p:spPr bwMode="auto">
          <a:xfrm>
            <a:off x="788894" y="1321594"/>
            <a:ext cx="7593106" cy="3274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D4CF19D-C2D6-4E20-877C-8CCDB2E38296}"/>
              </a:ext>
            </a:extLst>
          </p:cNvPr>
          <p:cNvSpPr>
            <a:spLocks noGrp="1" noChangeArrowheads="1"/>
          </p:cNvSpPr>
          <p:nvPr>
            <p:ph type="title"/>
          </p:nvPr>
        </p:nvSpPr>
        <p:spPr/>
        <p:txBody>
          <a:bodyPr/>
          <a:lstStyle/>
          <a:p>
            <a:r>
              <a:rPr lang="en-US" altLang="zh-TW"/>
              <a:t>EX Stage of </a:t>
            </a:r>
            <a:r>
              <a:rPr lang="en-US" altLang="zh-TW">
                <a:latin typeface="Courier New" panose="02070309020205020404" pitchFamily="49" charset="0"/>
              </a:rPr>
              <a:t>load</a:t>
            </a:r>
            <a:endParaRPr lang="en-US" altLang="zh-TW"/>
          </a:p>
        </p:txBody>
      </p:sp>
      <p:sp>
        <p:nvSpPr>
          <p:cNvPr id="24579" name="Rectangle 3">
            <a:extLst>
              <a:ext uri="{FF2B5EF4-FFF2-40B4-BE49-F238E27FC236}">
                <a16:creationId xmlns:a16="http://schemas.microsoft.com/office/drawing/2014/main" id="{93085D5B-10A1-4731-A286-B70B3F2776EE}"/>
              </a:ext>
            </a:extLst>
          </p:cNvPr>
          <p:cNvSpPr>
            <a:spLocks noGrp="1" noChangeArrowheads="1"/>
          </p:cNvSpPr>
          <p:nvPr>
            <p:ph idx="1"/>
          </p:nvPr>
        </p:nvSpPr>
        <p:spPr>
          <a:xfrm>
            <a:off x="980768" y="814656"/>
            <a:ext cx="7706032" cy="350466"/>
          </a:xfrm>
        </p:spPr>
        <p:txBody>
          <a:bodyPr/>
          <a:lstStyle/>
          <a:p>
            <a:r>
              <a:rPr lang="en-US" altLang="zh-TW" sz="2000" dirty="0" err="1"/>
              <a:t>ALUout</a:t>
            </a:r>
            <a:r>
              <a:rPr lang="en-US" altLang="zh-TW" sz="2000" dirty="0"/>
              <a:t> = A + sign-</a:t>
            </a:r>
            <a:r>
              <a:rPr lang="en-US" altLang="zh-TW" sz="2000" dirty="0" err="1"/>
              <a:t>ext</a:t>
            </a:r>
            <a:r>
              <a:rPr lang="en-US" altLang="zh-TW" sz="2000" dirty="0"/>
              <a:t>(IR[15-0])</a:t>
            </a:r>
          </a:p>
        </p:txBody>
      </p:sp>
      <p:sp>
        <p:nvSpPr>
          <p:cNvPr id="24581" name="投影片編號版面配置區 1">
            <a:extLst>
              <a:ext uri="{FF2B5EF4-FFF2-40B4-BE49-F238E27FC236}">
                <a16:creationId xmlns:a16="http://schemas.microsoft.com/office/drawing/2014/main" id="{A93326F4-23E5-494A-846D-F675089C112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DF55D98C-FEE6-4201-BA2F-5B778B9FB870}"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21</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24580" name="Picture 4" descr="F0614">
            <a:extLst>
              <a:ext uri="{FF2B5EF4-FFF2-40B4-BE49-F238E27FC236}">
                <a16:creationId xmlns:a16="http://schemas.microsoft.com/office/drawing/2014/main" id="{437334B5-D42D-451D-8075-0B2B58900D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459" y="1276350"/>
            <a:ext cx="7915834" cy="326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182F448A-3713-40BA-BB99-054D061C5A49}"/>
              </a:ext>
            </a:extLst>
          </p:cNvPr>
          <p:cNvSpPr>
            <a:spLocks noGrp="1" noChangeArrowheads="1"/>
          </p:cNvSpPr>
          <p:nvPr>
            <p:ph type="title"/>
          </p:nvPr>
        </p:nvSpPr>
        <p:spPr/>
        <p:txBody>
          <a:bodyPr/>
          <a:lstStyle/>
          <a:p>
            <a:r>
              <a:rPr lang="en-US" altLang="zh-TW"/>
              <a:t>MEM State of </a:t>
            </a:r>
            <a:r>
              <a:rPr lang="en-US" altLang="zh-TW">
                <a:latin typeface="Courier New" panose="02070309020205020404" pitchFamily="49" charset="0"/>
              </a:rPr>
              <a:t>load</a:t>
            </a:r>
            <a:endParaRPr lang="en-US" altLang="zh-TW"/>
          </a:p>
        </p:txBody>
      </p:sp>
      <p:sp>
        <p:nvSpPr>
          <p:cNvPr id="25603" name="Rectangle 3">
            <a:extLst>
              <a:ext uri="{FF2B5EF4-FFF2-40B4-BE49-F238E27FC236}">
                <a16:creationId xmlns:a16="http://schemas.microsoft.com/office/drawing/2014/main" id="{F7F31759-7983-4AFA-83B1-CFDB80A1D31C}"/>
              </a:ext>
            </a:extLst>
          </p:cNvPr>
          <p:cNvSpPr>
            <a:spLocks noGrp="1" noChangeArrowheads="1"/>
          </p:cNvSpPr>
          <p:nvPr>
            <p:ph idx="1"/>
          </p:nvPr>
        </p:nvSpPr>
        <p:spPr>
          <a:xfrm>
            <a:off x="980768" y="814657"/>
            <a:ext cx="7706032" cy="402086"/>
          </a:xfrm>
        </p:spPr>
        <p:txBody>
          <a:bodyPr/>
          <a:lstStyle/>
          <a:p>
            <a:r>
              <a:rPr lang="en-US" altLang="zh-TW" sz="2000" dirty="0"/>
              <a:t>MDR = mem[</a:t>
            </a:r>
            <a:r>
              <a:rPr lang="en-US" altLang="zh-TW" sz="2000" dirty="0" err="1"/>
              <a:t>ALUout</a:t>
            </a:r>
            <a:r>
              <a:rPr lang="en-US" altLang="zh-TW" sz="2000" dirty="0"/>
              <a:t>]</a:t>
            </a:r>
          </a:p>
        </p:txBody>
      </p:sp>
      <p:sp>
        <p:nvSpPr>
          <p:cNvPr id="25605" name="投影片編號版面配置區 1">
            <a:extLst>
              <a:ext uri="{FF2B5EF4-FFF2-40B4-BE49-F238E27FC236}">
                <a16:creationId xmlns:a16="http://schemas.microsoft.com/office/drawing/2014/main" id="{7E31756A-5557-4779-B760-E2AFF7C89CC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2E681D9A-3F3C-4AF6-AD2E-87F4D0092BEC}"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22</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25604" name="Picture 4" descr="F0615">
            <a:extLst>
              <a:ext uri="{FF2B5EF4-FFF2-40B4-BE49-F238E27FC236}">
                <a16:creationId xmlns:a16="http://schemas.microsoft.com/office/drawing/2014/main" id="{96D674F5-ABD8-4153-9D89-1A254593822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8928" b="63084"/>
          <a:stretch>
            <a:fillRect/>
          </a:stretch>
        </p:blipFill>
        <p:spPr bwMode="auto">
          <a:xfrm>
            <a:off x="654423" y="1176186"/>
            <a:ext cx="7888941" cy="3453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89C4E2D9-2112-4954-A4F7-1BC75B06B825}"/>
              </a:ext>
            </a:extLst>
          </p:cNvPr>
          <p:cNvSpPr>
            <a:spLocks noGrp="1" noChangeArrowheads="1"/>
          </p:cNvSpPr>
          <p:nvPr>
            <p:ph type="title"/>
          </p:nvPr>
        </p:nvSpPr>
        <p:spPr/>
        <p:txBody>
          <a:bodyPr/>
          <a:lstStyle/>
          <a:p>
            <a:r>
              <a:rPr lang="en-US" altLang="zh-TW"/>
              <a:t>WB Stage of </a:t>
            </a:r>
            <a:r>
              <a:rPr lang="en-US" altLang="zh-TW">
                <a:latin typeface="Courier New" panose="02070309020205020404" pitchFamily="49" charset="0"/>
              </a:rPr>
              <a:t>load</a:t>
            </a:r>
            <a:endParaRPr lang="en-US" altLang="zh-TW"/>
          </a:p>
        </p:txBody>
      </p:sp>
      <p:sp>
        <p:nvSpPr>
          <p:cNvPr id="26627" name="Rectangle 3">
            <a:extLst>
              <a:ext uri="{FF2B5EF4-FFF2-40B4-BE49-F238E27FC236}">
                <a16:creationId xmlns:a16="http://schemas.microsoft.com/office/drawing/2014/main" id="{F787894A-3F4C-42A8-868A-C9A4C6FD3270}"/>
              </a:ext>
            </a:extLst>
          </p:cNvPr>
          <p:cNvSpPr>
            <a:spLocks noGrp="1" noChangeArrowheads="1"/>
          </p:cNvSpPr>
          <p:nvPr>
            <p:ph idx="1"/>
          </p:nvPr>
        </p:nvSpPr>
        <p:spPr>
          <a:xfrm>
            <a:off x="1047135" y="792533"/>
            <a:ext cx="7647039" cy="372589"/>
          </a:xfrm>
        </p:spPr>
        <p:txBody>
          <a:bodyPr/>
          <a:lstStyle/>
          <a:p>
            <a:r>
              <a:rPr lang="en-US" altLang="zh-TW" sz="2000"/>
              <a:t>Reg[IR[20-16]] = MDR</a:t>
            </a:r>
          </a:p>
        </p:txBody>
      </p:sp>
      <p:sp>
        <p:nvSpPr>
          <p:cNvPr id="26631" name="投影片編號版面配置區 1">
            <a:extLst>
              <a:ext uri="{FF2B5EF4-FFF2-40B4-BE49-F238E27FC236}">
                <a16:creationId xmlns:a16="http://schemas.microsoft.com/office/drawing/2014/main" id="{A5A9C532-0242-4FBB-85BD-00A40F0DD462}"/>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D4D7022D-E7AC-4ACB-B9DB-7500AD3A01AC}"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23</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26628" name="Picture 4" descr="F0615">
            <a:extLst>
              <a:ext uri="{FF2B5EF4-FFF2-40B4-BE49-F238E27FC236}">
                <a16:creationId xmlns:a16="http://schemas.microsoft.com/office/drawing/2014/main" id="{5E01CF35-9726-4F15-B51A-3C1068644F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4053" t="41220" b="21181"/>
          <a:stretch>
            <a:fillRect/>
          </a:stretch>
        </p:blipFill>
        <p:spPr bwMode="auto">
          <a:xfrm>
            <a:off x="1166813" y="1307306"/>
            <a:ext cx="6934200" cy="3396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6838" name="Oval 6">
            <a:extLst>
              <a:ext uri="{FF2B5EF4-FFF2-40B4-BE49-F238E27FC236}">
                <a16:creationId xmlns:a16="http://schemas.microsoft.com/office/drawing/2014/main" id="{39DD7B64-89B5-4406-BA77-3AD62CFA3A72}"/>
              </a:ext>
            </a:extLst>
          </p:cNvPr>
          <p:cNvSpPr>
            <a:spLocks noChangeArrowheads="1"/>
          </p:cNvSpPr>
          <p:nvPr/>
        </p:nvSpPr>
        <p:spPr bwMode="auto">
          <a:xfrm>
            <a:off x="2900362" y="3314700"/>
            <a:ext cx="433388" cy="171450"/>
          </a:xfrm>
          <a:prstGeom prst="ellipse">
            <a:avLst/>
          </a:pr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376839" name="AutoShape 7">
            <a:extLst>
              <a:ext uri="{FF2B5EF4-FFF2-40B4-BE49-F238E27FC236}">
                <a16:creationId xmlns:a16="http://schemas.microsoft.com/office/drawing/2014/main" id="{8B2AE100-6BFB-4F79-A89F-47EB0364D487}"/>
              </a:ext>
            </a:extLst>
          </p:cNvPr>
          <p:cNvSpPr>
            <a:spLocks noChangeArrowheads="1"/>
          </p:cNvSpPr>
          <p:nvPr/>
        </p:nvSpPr>
        <p:spPr bwMode="auto">
          <a:xfrm>
            <a:off x="3333750" y="1575198"/>
            <a:ext cx="1671638" cy="1021556"/>
          </a:xfrm>
          <a:prstGeom prst="wedgeRoundRectCallout">
            <a:avLst>
              <a:gd name="adj1" fmla="val -51005"/>
              <a:gd name="adj2" fmla="val 127463"/>
              <a:gd name="adj3" fmla="val 16667"/>
            </a:avLst>
          </a:prstGeom>
          <a:solidFill>
            <a:schemeClr val="bg1"/>
          </a:solidFill>
          <a:ln w="12700">
            <a:solidFill>
              <a:srgbClr val="006600"/>
            </a:solidFill>
            <a:miter lim="800000"/>
            <a:headEnd type="none" w="sm" len="sm"/>
            <a:tailEnd type="none" w="sm" len="sm"/>
          </a:ln>
        </p:spPr>
        <p:txBody>
          <a:bodyPr anchor="ct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800">
                <a:solidFill>
                  <a:srgbClr val="FF0000"/>
                </a:solidFill>
                <a:ea typeface="新細明體" panose="02020500000000000000" pitchFamily="18" charset="-120"/>
              </a:rPr>
              <a:t>Who will supply this address?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4523C06-4FB5-4537-8311-26BD8ABB806B}"/>
              </a:ext>
            </a:extLst>
          </p:cNvPr>
          <p:cNvGrpSpPr/>
          <p:nvPr/>
        </p:nvGrpSpPr>
        <p:grpSpPr>
          <a:xfrm>
            <a:off x="2163211" y="2949677"/>
            <a:ext cx="4606298" cy="1252309"/>
            <a:chOff x="2701529" y="1053704"/>
            <a:chExt cx="3665934" cy="891780"/>
          </a:xfrm>
        </p:grpSpPr>
        <p:grpSp>
          <p:nvGrpSpPr>
            <p:cNvPr id="27650" name="Group 2">
              <a:extLst>
                <a:ext uri="{FF2B5EF4-FFF2-40B4-BE49-F238E27FC236}">
                  <a16:creationId xmlns:a16="http://schemas.microsoft.com/office/drawing/2014/main" id="{83C0114F-10B8-49E5-81A9-81D146527428}"/>
                </a:ext>
              </a:extLst>
            </p:cNvPr>
            <p:cNvGrpSpPr>
              <a:grpSpLocks/>
            </p:cNvGrpSpPr>
            <p:nvPr/>
          </p:nvGrpSpPr>
          <p:grpSpPr bwMode="auto">
            <a:xfrm>
              <a:off x="3271837" y="1339454"/>
              <a:ext cx="681038" cy="171450"/>
              <a:chOff x="1872" y="1008"/>
              <a:chExt cx="528" cy="144"/>
            </a:xfrm>
          </p:grpSpPr>
          <p:sp>
            <p:nvSpPr>
              <p:cNvPr id="27694" name="Line 3">
                <a:extLst>
                  <a:ext uri="{FF2B5EF4-FFF2-40B4-BE49-F238E27FC236}">
                    <a16:creationId xmlns:a16="http://schemas.microsoft.com/office/drawing/2014/main" id="{66E30DB5-2C5F-4658-BE0C-5FC817DB5F7D}"/>
                  </a:ext>
                </a:extLst>
              </p:cNvPr>
              <p:cNvSpPr>
                <a:spLocks noChangeShapeType="1"/>
              </p:cNvSpPr>
              <p:nvPr/>
            </p:nvSpPr>
            <p:spPr bwMode="auto">
              <a:xfrm>
                <a:off x="1872"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95" name="Line 4">
                <a:extLst>
                  <a:ext uri="{FF2B5EF4-FFF2-40B4-BE49-F238E27FC236}">
                    <a16:creationId xmlns:a16="http://schemas.microsoft.com/office/drawing/2014/main" id="{A4B379FC-E14B-423A-8549-940A1D390747}"/>
                  </a:ext>
                </a:extLst>
              </p:cNvPr>
              <p:cNvSpPr>
                <a:spLocks noChangeShapeType="1"/>
              </p:cNvSpPr>
              <p:nvPr/>
            </p:nvSpPr>
            <p:spPr bwMode="auto">
              <a:xfrm>
                <a:off x="1872"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96" name="Line 5">
                <a:extLst>
                  <a:ext uri="{FF2B5EF4-FFF2-40B4-BE49-F238E27FC236}">
                    <a16:creationId xmlns:a16="http://schemas.microsoft.com/office/drawing/2014/main" id="{2A57833D-EF3C-4F31-B1CB-857FB750498D}"/>
                  </a:ext>
                </a:extLst>
              </p:cNvPr>
              <p:cNvSpPr>
                <a:spLocks noChangeShapeType="1"/>
              </p:cNvSpPr>
              <p:nvPr/>
            </p:nvSpPr>
            <p:spPr bwMode="auto">
              <a:xfrm flipV="1">
                <a:off x="2160"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97" name="Line 6">
                <a:extLst>
                  <a:ext uri="{FF2B5EF4-FFF2-40B4-BE49-F238E27FC236}">
                    <a16:creationId xmlns:a16="http://schemas.microsoft.com/office/drawing/2014/main" id="{AD414AB5-ABB7-495A-B155-531BC4D9F2FF}"/>
                  </a:ext>
                </a:extLst>
              </p:cNvPr>
              <p:cNvSpPr>
                <a:spLocks noChangeShapeType="1"/>
              </p:cNvSpPr>
              <p:nvPr/>
            </p:nvSpPr>
            <p:spPr bwMode="auto">
              <a:xfrm>
                <a:off x="2160"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7651" name="Group 7">
              <a:extLst>
                <a:ext uri="{FF2B5EF4-FFF2-40B4-BE49-F238E27FC236}">
                  <a16:creationId xmlns:a16="http://schemas.microsoft.com/office/drawing/2014/main" id="{18B3252D-8D97-45D3-9454-5DFE58CCB718}"/>
                </a:ext>
              </a:extLst>
            </p:cNvPr>
            <p:cNvGrpSpPr>
              <a:grpSpLocks/>
            </p:cNvGrpSpPr>
            <p:nvPr/>
          </p:nvGrpSpPr>
          <p:grpSpPr bwMode="auto">
            <a:xfrm>
              <a:off x="3952875" y="1339454"/>
              <a:ext cx="681038" cy="171450"/>
              <a:chOff x="2400" y="1008"/>
              <a:chExt cx="528" cy="144"/>
            </a:xfrm>
          </p:grpSpPr>
          <p:sp>
            <p:nvSpPr>
              <p:cNvPr id="27690" name="Line 8">
                <a:extLst>
                  <a:ext uri="{FF2B5EF4-FFF2-40B4-BE49-F238E27FC236}">
                    <a16:creationId xmlns:a16="http://schemas.microsoft.com/office/drawing/2014/main" id="{593DADC5-36D8-49EE-A3CB-1520350BFD33}"/>
                  </a:ext>
                </a:extLst>
              </p:cNvPr>
              <p:cNvSpPr>
                <a:spLocks noChangeShapeType="1"/>
              </p:cNvSpPr>
              <p:nvPr/>
            </p:nvSpPr>
            <p:spPr bwMode="auto">
              <a:xfrm>
                <a:off x="2400"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91" name="Line 9">
                <a:extLst>
                  <a:ext uri="{FF2B5EF4-FFF2-40B4-BE49-F238E27FC236}">
                    <a16:creationId xmlns:a16="http://schemas.microsoft.com/office/drawing/2014/main" id="{8F2F6CFA-5427-433A-8B4A-20872D927133}"/>
                  </a:ext>
                </a:extLst>
              </p:cNvPr>
              <p:cNvSpPr>
                <a:spLocks noChangeShapeType="1"/>
              </p:cNvSpPr>
              <p:nvPr/>
            </p:nvSpPr>
            <p:spPr bwMode="auto">
              <a:xfrm>
                <a:off x="2400"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92" name="Line 10">
                <a:extLst>
                  <a:ext uri="{FF2B5EF4-FFF2-40B4-BE49-F238E27FC236}">
                    <a16:creationId xmlns:a16="http://schemas.microsoft.com/office/drawing/2014/main" id="{481C5564-5674-4ED4-BCD6-98121CF72520}"/>
                  </a:ext>
                </a:extLst>
              </p:cNvPr>
              <p:cNvSpPr>
                <a:spLocks noChangeShapeType="1"/>
              </p:cNvSpPr>
              <p:nvPr/>
            </p:nvSpPr>
            <p:spPr bwMode="auto">
              <a:xfrm flipV="1">
                <a:off x="2688"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93" name="Line 11">
                <a:extLst>
                  <a:ext uri="{FF2B5EF4-FFF2-40B4-BE49-F238E27FC236}">
                    <a16:creationId xmlns:a16="http://schemas.microsoft.com/office/drawing/2014/main" id="{12ABC265-B2F7-47A0-8C57-67279B0B3C31}"/>
                  </a:ext>
                </a:extLst>
              </p:cNvPr>
              <p:cNvSpPr>
                <a:spLocks noChangeShapeType="1"/>
              </p:cNvSpPr>
              <p:nvPr/>
            </p:nvSpPr>
            <p:spPr bwMode="auto">
              <a:xfrm>
                <a:off x="2688"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7652" name="Group 12">
              <a:extLst>
                <a:ext uri="{FF2B5EF4-FFF2-40B4-BE49-F238E27FC236}">
                  <a16:creationId xmlns:a16="http://schemas.microsoft.com/office/drawing/2014/main" id="{EA85BA4D-73BB-4073-A967-B046AD85644D}"/>
                </a:ext>
              </a:extLst>
            </p:cNvPr>
            <p:cNvGrpSpPr>
              <a:grpSpLocks/>
            </p:cNvGrpSpPr>
            <p:nvPr/>
          </p:nvGrpSpPr>
          <p:grpSpPr bwMode="auto">
            <a:xfrm>
              <a:off x="4633912" y="1339454"/>
              <a:ext cx="681038" cy="171450"/>
              <a:chOff x="2928" y="1008"/>
              <a:chExt cx="528" cy="144"/>
            </a:xfrm>
          </p:grpSpPr>
          <p:sp>
            <p:nvSpPr>
              <p:cNvPr id="27686" name="Line 13">
                <a:extLst>
                  <a:ext uri="{FF2B5EF4-FFF2-40B4-BE49-F238E27FC236}">
                    <a16:creationId xmlns:a16="http://schemas.microsoft.com/office/drawing/2014/main" id="{2456B2F4-FE35-48D2-A670-7A72A1E76634}"/>
                  </a:ext>
                </a:extLst>
              </p:cNvPr>
              <p:cNvSpPr>
                <a:spLocks noChangeShapeType="1"/>
              </p:cNvSpPr>
              <p:nvPr/>
            </p:nvSpPr>
            <p:spPr bwMode="auto">
              <a:xfrm>
                <a:off x="2928"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87" name="Line 14">
                <a:extLst>
                  <a:ext uri="{FF2B5EF4-FFF2-40B4-BE49-F238E27FC236}">
                    <a16:creationId xmlns:a16="http://schemas.microsoft.com/office/drawing/2014/main" id="{56B4926E-1F4D-4DE7-9DE0-E1F1C46BD351}"/>
                  </a:ext>
                </a:extLst>
              </p:cNvPr>
              <p:cNvSpPr>
                <a:spLocks noChangeShapeType="1"/>
              </p:cNvSpPr>
              <p:nvPr/>
            </p:nvSpPr>
            <p:spPr bwMode="auto">
              <a:xfrm>
                <a:off x="2928"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88" name="Line 15">
                <a:extLst>
                  <a:ext uri="{FF2B5EF4-FFF2-40B4-BE49-F238E27FC236}">
                    <a16:creationId xmlns:a16="http://schemas.microsoft.com/office/drawing/2014/main" id="{3E33957C-99CA-4CBB-8C23-CB57F5A8B6A2}"/>
                  </a:ext>
                </a:extLst>
              </p:cNvPr>
              <p:cNvSpPr>
                <a:spLocks noChangeShapeType="1"/>
              </p:cNvSpPr>
              <p:nvPr/>
            </p:nvSpPr>
            <p:spPr bwMode="auto">
              <a:xfrm flipV="1">
                <a:off x="3216"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89" name="Line 16">
                <a:extLst>
                  <a:ext uri="{FF2B5EF4-FFF2-40B4-BE49-F238E27FC236}">
                    <a16:creationId xmlns:a16="http://schemas.microsoft.com/office/drawing/2014/main" id="{533FF1A5-9841-4A71-908C-81402ED2EB6D}"/>
                  </a:ext>
                </a:extLst>
              </p:cNvPr>
              <p:cNvSpPr>
                <a:spLocks noChangeShapeType="1"/>
              </p:cNvSpPr>
              <p:nvPr/>
            </p:nvSpPr>
            <p:spPr bwMode="auto">
              <a:xfrm>
                <a:off x="3216"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7653" name="Group 17">
              <a:extLst>
                <a:ext uri="{FF2B5EF4-FFF2-40B4-BE49-F238E27FC236}">
                  <a16:creationId xmlns:a16="http://schemas.microsoft.com/office/drawing/2014/main" id="{FF8C3706-AC00-447D-8FA0-D90A159783A9}"/>
                </a:ext>
              </a:extLst>
            </p:cNvPr>
            <p:cNvGrpSpPr>
              <a:grpSpLocks/>
            </p:cNvGrpSpPr>
            <p:nvPr/>
          </p:nvGrpSpPr>
          <p:grpSpPr bwMode="auto">
            <a:xfrm>
              <a:off x="5314950" y="1339454"/>
              <a:ext cx="681038" cy="171450"/>
              <a:chOff x="3456" y="1008"/>
              <a:chExt cx="528" cy="144"/>
            </a:xfrm>
          </p:grpSpPr>
          <p:sp>
            <p:nvSpPr>
              <p:cNvPr id="27682" name="Line 18">
                <a:extLst>
                  <a:ext uri="{FF2B5EF4-FFF2-40B4-BE49-F238E27FC236}">
                    <a16:creationId xmlns:a16="http://schemas.microsoft.com/office/drawing/2014/main" id="{AAFFC707-7279-4FB4-BF86-912F51A649A3}"/>
                  </a:ext>
                </a:extLst>
              </p:cNvPr>
              <p:cNvSpPr>
                <a:spLocks noChangeShapeType="1"/>
              </p:cNvSpPr>
              <p:nvPr/>
            </p:nvSpPr>
            <p:spPr bwMode="auto">
              <a:xfrm>
                <a:off x="3456" y="1152"/>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83" name="Line 19">
                <a:extLst>
                  <a:ext uri="{FF2B5EF4-FFF2-40B4-BE49-F238E27FC236}">
                    <a16:creationId xmlns:a16="http://schemas.microsoft.com/office/drawing/2014/main" id="{40E72CCA-9EBC-4DF4-B2E7-E39A8B3B1850}"/>
                  </a:ext>
                </a:extLst>
              </p:cNvPr>
              <p:cNvSpPr>
                <a:spLocks noChangeShapeType="1"/>
              </p:cNvSpPr>
              <p:nvPr/>
            </p:nvSpPr>
            <p:spPr bwMode="auto">
              <a:xfrm>
                <a:off x="3456"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84" name="Line 20">
                <a:extLst>
                  <a:ext uri="{FF2B5EF4-FFF2-40B4-BE49-F238E27FC236}">
                    <a16:creationId xmlns:a16="http://schemas.microsoft.com/office/drawing/2014/main" id="{8BDA6D2E-48FE-44A3-929D-3C438C22A81B}"/>
                  </a:ext>
                </a:extLst>
              </p:cNvPr>
              <p:cNvSpPr>
                <a:spLocks noChangeShapeType="1"/>
              </p:cNvSpPr>
              <p:nvPr/>
            </p:nvSpPr>
            <p:spPr bwMode="auto">
              <a:xfrm flipV="1">
                <a:off x="3744" y="1008"/>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85" name="Line 21">
                <a:extLst>
                  <a:ext uri="{FF2B5EF4-FFF2-40B4-BE49-F238E27FC236}">
                    <a16:creationId xmlns:a16="http://schemas.microsoft.com/office/drawing/2014/main" id="{6CE2E916-B9E3-4B5A-891F-70C8A75381E0}"/>
                  </a:ext>
                </a:extLst>
              </p:cNvPr>
              <p:cNvSpPr>
                <a:spLocks noChangeShapeType="1"/>
              </p:cNvSpPr>
              <p:nvPr/>
            </p:nvSpPr>
            <p:spPr bwMode="auto">
              <a:xfrm>
                <a:off x="3744" y="1008"/>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27654" name="Line 22">
              <a:extLst>
                <a:ext uri="{FF2B5EF4-FFF2-40B4-BE49-F238E27FC236}">
                  <a16:creationId xmlns:a16="http://schemas.microsoft.com/office/drawing/2014/main" id="{79A6351B-B25D-4FC0-9967-5999167E4A81}"/>
                </a:ext>
              </a:extLst>
            </p:cNvPr>
            <p:cNvSpPr>
              <a:spLocks noChangeShapeType="1"/>
            </p:cNvSpPr>
            <p:nvPr/>
          </p:nvSpPr>
          <p:spPr bwMode="auto">
            <a:xfrm>
              <a:off x="5995988" y="1510904"/>
              <a:ext cx="3714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55" name="Line 23">
              <a:extLst>
                <a:ext uri="{FF2B5EF4-FFF2-40B4-BE49-F238E27FC236}">
                  <a16:creationId xmlns:a16="http://schemas.microsoft.com/office/drawing/2014/main" id="{1641F5A3-1339-44B3-9F07-47C2A99DFE95}"/>
                </a:ext>
              </a:extLst>
            </p:cNvPr>
            <p:cNvSpPr>
              <a:spLocks noChangeShapeType="1"/>
            </p:cNvSpPr>
            <p:nvPr/>
          </p:nvSpPr>
          <p:spPr bwMode="auto">
            <a:xfrm>
              <a:off x="5995988" y="1339454"/>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56" name="Line 24">
              <a:extLst>
                <a:ext uri="{FF2B5EF4-FFF2-40B4-BE49-F238E27FC236}">
                  <a16:creationId xmlns:a16="http://schemas.microsoft.com/office/drawing/2014/main" id="{9CBC47CE-AA60-4D49-BA21-B2D26ABE1698}"/>
                </a:ext>
              </a:extLst>
            </p:cNvPr>
            <p:cNvSpPr>
              <a:spLocks noChangeShapeType="1"/>
            </p:cNvSpPr>
            <p:nvPr/>
          </p:nvSpPr>
          <p:spPr bwMode="auto">
            <a:xfrm>
              <a:off x="2962275" y="1339454"/>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57" name="Line 25">
              <a:extLst>
                <a:ext uri="{FF2B5EF4-FFF2-40B4-BE49-F238E27FC236}">
                  <a16:creationId xmlns:a16="http://schemas.microsoft.com/office/drawing/2014/main" id="{55FE48D1-58E0-45A9-879F-21637D60BBB9}"/>
                </a:ext>
              </a:extLst>
            </p:cNvPr>
            <p:cNvSpPr>
              <a:spLocks noChangeShapeType="1"/>
            </p:cNvSpPr>
            <p:nvPr/>
          </p:nvSpPr>
          <p:spPr bwMode="auto">
            <a:xfrm flipV="1">
              <a:off x="3271838" y="105370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58" name="Line 26">
              <a:extLst>
                <a:ext uri="{FF2B5EF4-FFF2-40B4-BE49-F238E27FC236}">
                  <a16:creationId xmlns:a16="http://schemas.microsoft.com/office/drawing/2014/main" id="{50C059EA-74F6-4F34-842E-1611DA25B000}"/>
                </a:ext>
              </a:extLst>
            </p:cNvPr>
            <p:cNvSpPr>
              <a:spLocks noChangeShapeType="1"/>
            </p:cNvSpPr>
            <p:nvPr/>
          </p:nvSpPr>
          <p:spPr bwMode="auto">
            <a:xfrm flipV="1">
              <a:off x="3952875" y="105370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59" name="Rectangle 27">
              <a:extLst>
                <a:ext uri="{FF2B5EF4-FFF2-40B4-BE49-F238E27FC236}">
                  <a16:creationId xmlns:a16="http://schemas.microsoft.com/office/drawing/2014/main" id="{D83F6E92-ED66-409B-88C9-886CFA604595}"/>
                </a:ext>
              </a:extLst>
            </p:cNvPr>
            <p:cNvSpPr>
              <a:spLocks noChangeArrowheads="1"/>
            </p:cNvSpPr>
            <p:nvPr/>
          </p:nvSpPr>
          <p:spPr bwMode="auto">
            <a:xfrm>
              <a:off x="3320654" y="106203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1</a:t>
              </a:r>
            </a:p>
          </p:txBody>
        </p:sp>
        <p:sp>
          <p:nvSpPr>
            <p:cNvPr id="27660" name="Rectangle 28">
              <a:extLst>
                <a:ext uri="{FF2B5EF4-FFF2-40B4-BE49-F238E27FC236}">
                  <a16:creationId xmlns:a16="http://schemas.microsoft.com/office/drawing/2014/main" id="{1ED4F35D-44F3-4354-B72C-ACE7E1E5EF1B}"/>
                </a:ext>
              </a:extLst>
            </p:cNvPr>
            <p:cNvSpPr>
              <a:spLocks noChangeArrowheads="1"/>
            </p:cNvSpPr>
            <p:nvPr/>
          </p:nvSpPr>
          <p:spPr bwMode="auto">
            <a:xfrm>
              <a:off x="3939779" y="106203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2</a:t>
              </a:r>
            </a:p>
          </p:txBody>
        </p:sp>
        <p:sp>
          <p:nvSpPr>
            <p:cNvPr id="27661" name="Line 29">
              <a:extLst>
                <a:ext uri="{FF2B5EF4-FFF2-40B4-BE49-F238E27FC236}">
                  <a16:creationId xmlns:a16="http://schemas.microsoft.com/office/drawing/2014/main" id="{8C56C50C-0D46-4669-B117-7ADA21537E45}"/>
                </a:ext>
              </a:extLst>
            </p:cNvPr>
            <p:cNvSpPr>
              <a:spLocks noChangeShapeType="1"/>
            </p:cNvSpPr>
            <p:nvPr/>
          </p:nvSpPr>
          <p:spPr bwMode="auto">
            <a:xfrm flipV="1">
              <a:off x="4633913" y="105370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62" name="Line 30">
              <a:extLst>
                <a:ext uri="{FF2B5EF4-FFF2-40B4-BE49-F238E27FC236}">
                  <a16:creationId xmlns:a16="http://schemas.microsoft.com/office/drawing/2014/main" id="{5BBFFC7C-91F3-4191-8C59-ECEF703C7B73}"/>
                </a:ext>
              </a:extLst>
            </p:cNvPr>
            <p:cNvSpPr>
              <a:spLocks noChangeShapeType="1"/>
            </p:cNvSpPr>
            <p:nvPr/>
          </p:nvSpPr>
          <p:spPr bwMode="auto">
            <a:xfrm flipV="1">
              <a:off x="5314950" y="105370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63" name="Line 31">
              <a:extLst>
                <a:ext uri="{FF2B5EF4-FFF2-40B4-BE49-F238E27FC236}">
                  <a16:creationId xmlns:a16="http://schemas.microsoft.com/office/drawing/2014/main" id="{4367D11F-7E39-4F01-9AF3-29F2F2A6A2D1}"/>
                </a:ext>
              </a:extLst>
            </p:cNvPr>
            <p:cNvSpPr>
              <a:spLocks noChangeShapeType="1"/>
            </p:cNvSpPr>
            <p:nvPr/>
          </p:nvSpPr>
          <p:spPr bwMode="auto">
            <a:xfrm flipV="1">
              <a:off x="5995988" y="105370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64" name="Rectangle 32">
              <a:extLst>
                <a:ext uri="{FF2B5EF4-FFF2-40B4-BE49-F238E27FC236}">
                  <a16:creationId xmlns:a16="http://schemas.microsoft.com/office/drawing/2014/main" id="{0021D8BC-B8FD-4BC8-86FC-7089D3646976}"/>
                </a:ext>
              </a:extLst>
            </p:cNvPr>
            <p:cNvSpPr>
              <a:spLocks noChangeArrowheads="1"/>
            </p:cNvSpPr>
            <p:nvPr/>
          </p:nvSpPr>
          <p:spPr bwMode="auto">
            <a:xfrm>
              <a:off x="4682729" y="106203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3</a:t>
              </a:r>
            </a:p>
          </p:txBody>
        </p:sp>
        <p:sp>
          <p:nvSpPr>
            <p:cNvPr id="27665" name="Rectangle 33">
              <a:extLst>
                <a:ext uri="{FF2B5EF4-FFF2-40B4-BE49-F238E27FC236}">
                  <a16:creationId xmlns:a16="http://schemas.microsoft.com/office/drawing/2014/main" id="{DC3C1ED1-000E-4B47-87D1-AC03513B165D}"/>
                </a:ext>
              </a:extLst>
            </p:cNvPr>
            <p:cNvSpPr>
              <a:spLocks noChangeArrowheads="1"/>
            </p:cNvSpPr>
            <p:nvPr/>
          </p:nvSpPr>
          <p:spPr bwMode="auto">
            <a:xfrm>
              <a:off x="5301854" y="1062038"/>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4</a:t>
              </a:r>
            </a:p>
          </p:txBody>
        </p:sp>
        <p:grpSp>
          <p:nvGrpSpPr>
            <p:cNvPr id="27666" name="Group 34">
              <a:extLst>
                <a:ext uri="{FF2B5EF4-FFF2-40B4-BE49-F238E27FC236}">
                  <a16:creationId xmlns:a16="http://schemas.microsoft.com/office/drawing/2014/main" id="{94AF2AA0-5B5E-48DC-8DFA-9C7FDE014088}"/>
                </a:ext>
              </a:extLst>
            </p:cNvPr>
            <p:cNvGrpSpPr>
              <a:grpSpLocks/>
            </p:cNvGrpSpPr>
            <p:nvPr/>
          </p:nvGrpSpPr>
          <p:grpSpPr bwMode="auto">
            <a:xfrm>
              <a:off x="3282554" y="1690690"/>
              <a:ext cx="659606" cy="254794"/>
              <a:chOff x="1880" y="1303"/>
              <a:chExt cx="512" cy="214"/>
            </a:xfrm>
          </p:grpSpPr>
          <p:sp>
            <p:nvSpPr>
              <p:cNvPr id="27680" name="Rectangle 35">
                <a:extLst>
                  <a:ext uri="{FF2B5EF4-FFF2-40B4-BE49-F238E27FC236}">
                    <a16:creationId xmlns:a16="http://schemas.microsoft.com/office/drawing/2014/main" id="{534BF564-4E04-4A86-9B10-F76D8D316548}"/>
                  </a:ext>
                </a:extLst>
              </p:cNvPr>
              <p:cNvSpPr>
                <a:spLocks noChangeArrowheads="1"/>
              </p:cNvSpPr>
              <p:nvPr/>
            </p:nvSpPr>
            <p:spPr bwMode="auto">
              <a:xfrm>
                <a:off x="1880"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7681" name="Rectangle 36">
                <a:extLst>
                  <a:ext uri="{FF2B5EF4-FFF2-40B4-BE49-F238E27FC236}">
                    <a16:creationId xmlns:a16="http://schemas.microsoft.com/office/drawing/2014/main" id="{8D67804E-9D3C-41ED-9C46-674D3E5EE4AD}"/>
                  </a:ext>
                </a:extLst>
              </p:cNvPr>
              <p:cNvSpPr>
                <a:spLocks noChangeArrowheads="1"/>
              </p:cNvSpPr>
              <p:nvPr/>
            </p:nvSpPr>
            <p:spPr bwMode="auto">
              <a:xfrm>
                <a:off x="1920" y="1303"/>
                <a:ext cx="40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Ifetch</a:t>
                </a:r>
              </a:p>
            </p:txBody>
          </p:sp>
        </p:grpSp>
        <p:grpSp>
          <p:nvGrpSpPr>
            <p:cNvPr id="27667" name="Group 37">
              <a:extLst>
                <a:ext uri="{FF2B5EF4-FFF2-40B4-BE49-F238E27FC236}">
                  <a16:creationId xmlns:a16="http://schemas.microsoft.com/office/drawing/2014/main" id="{BE0FDE49-D1C3-4625-BCC8-75D2F322E550}"/>
                </a:ext>
              </a:extLst>
            </p:cNvPr>
            <p:cNvGrpSpPr>
              <a:grpSpLocks/>
            </p:cNvGrpSpPr>
            <p:nvPr/>
          </p:nvGrpSpPr>
          <p:grpSpPr bwMode="auto">
            <a:xfrm>
              <a:off x="3963010" y="1690690"/>
              <a:ext cx="753775" cy="254794"/>
              <a:chOff x="2408" y="1303"/>
              <a:chExt cx="584" cy="214"/>
            </a:xfrm>
          </p:grpSpPr>
          <p:sp>
            <p:nvSpPr>
              <p:cNvPr id="27678" name="Rectangle 38">
                <a:extLst>
                  <a:ext uri="{FF2B5EF4-FFF2-40B4-BE49-F238E27FC236}">
                    <a16:creationId xmlns:a16="http://schemas.microsoft.com/office/drawing/2014/main" id="{421D3BC8-8775-4702-BDEB-6600F80CEC1F}"/>
                  </a:ext>
                </a:extLst>
              </p:cNvPr>
              <p:cNvSpPr>
                <a:spLocks noChangeArrowheads="1"/>
              </p:cNvSpPr>
              <p:nvPr/>
            </p:nvSpPr>
            <p:spPr bwMode="auto">
              <a:xfrm>
                <a:off x="2408"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7679" name="Rectangle 39">
                <a:extLst>
                  <a:ext uri="{FF2B5EF4-FFF2-40B4-BE49-F238E27FC236}">
                    <a16:creationId xmlns:a16="http://schemas.microsoft.com/office/drawing/2014/main" id="{EF237D01-05B1-46F6-A693-76DAC04D3B37}"/>
                  </a:ext>
                </a:extLst>
              </p:cNvPr>
              <p:cNvSpPr>
                <a:spLocks noChangeArrowheads="1"/>
              </p:cNvSpPr>
              <p:nvPr/>
            </p:nvSpPr>
            <p:spPr bwMode="auto">
              <a:xfrm>
                <a:off x="2459" y="1303"/>
                <a:ext cx="5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Reg/Dec</a:t>
                </a:r>
              </a:p>
            </p:txBody>
          </p:sp>
        </p:grpSp>
        <p:grpSp>
          <p:nvGrpSpPr>
            <p:cNvPr id="27668" name="Group 40">
              <a:extLst>
                <a:ext uri="{FF2B5EF4-FFF2-40B4-BE49-F238E27FC236}">
                  <a16:creationId xmlns:a16="http://schemas.microsoft.com/office/drawing/2014/main" id="{512B577C-0808-41F9-9880-6CDEF4009047}"/>
                </a:ext>
              </a:extLst>
            </p:cNvPr>
            <p:cNvGrpSpPr>
              <a:grpSpLocks/>
            </p:cNvGrpSpPr>
            <p:nvPr/>
          </p:nvGrpSpPr>
          <p:grpSpPr bwMode="auto">
            <a:xfrm>
              <a:off x="4644629" y="1690690"/>
              <a:ext cx="659606" cy="254794"/>
              <a:chOff x="2936" y="1303"/>
              <a:chExt cx="512" cy="214"/>
            </a:xfrm>
          </p:grpSpPr>
          <p:sp>
            <p:nvSpPr>
              <p:cNvPr id="27676" name="Rectangle 41">
                <a:extLst>
                  <a:ext uri="{FF2B5EF4-FFF2-40B4-BE49-F238E27FC236}">
                    <a16:creationId xmlns:a16="http://schemas.microsoft.com/office/drawing/2014/main" id="{E2C02ED0-E8E1-4D8E-AA20-DF77A5CA8576}"/>
                  </a:ext>
                </a:extLst>
              </p:cNvPr>
              <p:cNvSpPr>
                <a:spLocks noChangeArrowheads="1"/>
              </p:cNvSpPr>
              <p:nvPr/>
            </p:nvSpPr>
            <p:spPr bwMode="auto">
              <a:xfrm>
                <a:off x="2936"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7677" name="Rectangle 42">
                <a:extLst>
                  <a:ext uri="{FF2B5EF4-FFF2-40B4-BE49-F238E27FC236}">
                    <a16:creationId xmlns:a16="http://schemas.microsoft.com/office/drawing/2014/main" id="{1992A80E-BCFD-4E3A-B5A5-614E0A1940E5}"/>
                  </a:ext>
                </a:extLst>
              </p:cNvPr>
              <p:cNvSpPr>
                <a:spLocks noChangeArrowheads="1"/>
              </p:cNvSpPr>
              <p:nvPr/>
            </p:nvSpPr>
            <p:spPr bwMode="auto">
              <a:xfrm>
                <a:off x="3014" y="1303"/>
                <a:ext cx="355"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Exec</a:t>
                </a:r>
              </a:p>
            </p:txBody>
          </p:sp>
        </p:grpSp>
        <p:grpSp>
          <p:nvGrpSpPr>
            <p:cNvPr id="27669" name="Group 43">
              <a:extLst>
                <a:ext uri="{FF2B5EF4-FFF2-40B4-BE49-F238E27FC236}">
                  <a16:creationId xmlns:a16="http://schemas.microsoft.com/office/drawing/2014/main" id="{E06FDA71-A4A9-431E-99DA-DD7D43F61C1F}"/>
                </a:ext>
              </a:extLst>
            </p:cNvPr>
            <p:cNvGrpSpPr>
              <a:grpSpLocks/>
            </p:cNvGrpSpPr>
            <p:nvPr/>
          </p:nvGrpSpPr>
          <p:grpSpPr bwMode="auto">
            <a:xfrm>
              <a:off x="5302477" y="1690690"/>
              <a:ext cx="659606" cy="254794"/>
              <a:chOff x="3446" y="1303"/>
              <a:chExt cx="512" cy="214"/>
            </a:xfrm>
          </p:grpSpPr>
          <p:sp>
            <p:nvSpPr>
              <p:cNvPr id="27674" name="Rectangle 44">
                <a:extLst>
                  <a:ext uri="{FF2B5EF4-FFF2-40B4-BE49-F238E27FC236}">
                    <a16:creationId xmlns:a16="http://schemas.microsoft.com/office/drawing/2014/main" id="{0ED34C28-047D-4142-8CC7-8163214EAD9F}"/>
                  </a:ext>
                </a:extLst>
              </p:cNvPr>
              <p:cNvSpPr>
                <a:spLocks noChangeArrowheads="1"/>
              </p:cNvSpPr>
              <p:nvPr/>
            </p:nvSpPr>
            <p:spPr bwMode="auto">
              <a:xfrm>
                <a:off x="3446" y="13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7675" name="Rectangle 45">
                <a:extLst>
                  <a:ext uri="{FF2B5EF4-FFF2-40B4-BE49-F238E27FC236}">
                    <a16:creationId xmlns:a16="http://schemas.microsoft.com/office/drawing/2014/main" id="{B0C45EFC-C1CB-476F-AC84-4BE7988BBD43}"/>
                  </a:ext>
                </a:extLst>
              </p:cNvPr>
              <p:cNvSpPr>
                <a:spLocks noChangeArrowheads="1"/>
              </p:cNvSpPr>
              <p:nvPr/>
            </p:nvSpPr>
            <p:spPr bwMode="auto">
              <a:xfrm>
                <a:off x="3542" y="1303"/>
                <a:ext cx="27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Wr</a:t>
                </a:r>
              </a:p>
            </p:txBody>
          </p:sp>
        </p:grpSp>
        <p:sp>
          <p:nvSpPr>
            <p:cNvPr id="27670" name="Rectangle 46">
              <a:extLst>
                <a:ext uri="{FF2B5EF4-FFF2-40B4-BE49-F238E27FC236}">
                  <a16:creationId xmlns:a16="http://schemas.microsoft.com/office/drawing/2014/main" id="{8B59975D-5E33-47DA-9D7C-24971D59CD69}"/>
                </a:ext>
              </a:extLst>
            </p:cNvPr>
            <p:cNvSpPr>
              <a:spLocks noChangeArrowheads="1"/>
            </p:cNvSpPr>
            <p:nvPr/>
          </p:nvSpPr>
          <p:spPr bwMode="auto">
            <a:xfrm>
              <a:off x="2701529" y="1690688"/>
              <a:ext cx="58349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R-type</a:t>
              </a:r>
            </a:p>
          </p:txBody>
        </p:sp>
      </p:grpSp>
      <p:sp>
        <p:nvSpPr>
          <p:cNvPr id="27671" name="Rectangle 47">
            <a:extLst>
              <a:ext uri="{FF2B5EF4-FFF2-40B4-BE49-F238E27FC236}">
                <a16:creationId xmlns:a16="http://schemas.microsoft.com/office/drawing/2014/main" id="{18252BA9-BB2A-46A7-B85A-A70A38E6061F}"/>
              </a:ext>
            </a:extLst>
          </p:cNvPr>
          <p:cNvSpPr>
            <a:spLocks noGrp="1" noChangeArrowheads="1"/>
          </p:cNvSpPr>
          <p:nvPr>
            <p:ph type="title"/>
          </p:nvPr>
        </p:nvSpPr>
        <p:spPr/>
        <p:txBody>
          <a:bodyPr/>
          <a:lstStyle/>
          <a:p>
            <a:r>
              <a:rPr lang="en-US" altLang="zh-TW"/>
              <a:t>The Four Stages of R-type</a:t>
            </a:r>
          </a:p>
        </p:txBody>
      </p:sp>
      <p:sp>
        <p:nvSpPr>
          <p:cNvPr id="27672" name="Rectangle 48">
            <a:extLst>
              <a:ext uri="{FF2B5EF4-FFF2-40B4-BE49-F238E27FC236}">
                <a16:creationId xmlns:a16="http://schemas.microsoft.com/office/drawing/2014/main" id="{7FB3905B-6104-4EA8-B4A8-09A0B5924559}"/>
              </a:ext>
            </a:extLst>
          </p:cNvPr>
          <p:cNvSpPr>
            <a:spLocks noGrp="1" noChangeArrowheads="1"/>
          </p:cNvSpPr>
          <p:nvPr>
            <p:ph idx="1"/>
          </p:nvPr>
        </p:nvSpPr>
        <p:spPr>
          <a:xfrm>
            <a:off x="995516" y="844153"/>
            <a:ext cx="6990736" cy="1604079"/>
          </a:xfrm>
        </p:spPr>
        <p:txBody>
          <a:bodyPr/>
          <a:lstStyle/>
          <a:p>
            <a:r>
              <a:rPr lang="en-US" altLang="zh-TW" sz="2000" dirty="0"/>
              <a:t>IF: fetch the instruction from the Instruction Memory</a:t>
            </a:r>
          </a:p>
          <a:p>
            <a:r>
              <a:rPr lang="en-US" altLang="zh-TW" sz="2000" dirty="0"/>
              <a:t>ID: registers fetch and instruction decode</a:t>
            </a:r>
          </a:p>
          <a:p>
            <a:r>
              <a:rPr lang="en-US" altLang="zh-TW" sz="2000" dirty="0"/>
              <a:t>EX: ALU operates on the two register operands</a:t>
            </a:r>
          </a:p>
          <a:p>
            <a:r>
              <a:rPr lang="en-US" altLang="zh-TW" sz="2000" dirty="0"/>
              <a:t>WB: write ALU output back to the register file</a:t>
            </a:r>
          </a:p>
        </p:txBody>
      </p:sp>
      <p:sp>
        <p:nvSpPr>
          <p:cNvPr id="27673" name="投影片編號版面配置區 1">
            <a:extLst>
              <a:ext uri="{FF2B5EF4-FFF2-40B4-BE49-F238E27FC236}">
                <a16:creationId xmlns:a16="http://schemas.microsoft.com/office/drawing/2014/main" id="{22D76214-430E-45AF-9A86-D78B2FD52EA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D1F75F30-F377-4C86-8023-7250170C52EB}"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24</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12D11746-40C7-467E-8E63-6D1CB78D5584}"/>
              </a:ext>
            </a:extLst>
          </p:cNvPr>
          <p:cNvGrpSpPr/>
          <p:nvPr/>
        </p:nvGrpSpPr>
        <p:grpSpPr>
          <a:xfrm>
            <a:off x="816039" y="1386349"/>
            <a:ext cx="7487303" cy="2615500"/>
            <a:chOff x="1029891" y="971550"/>
            <a:chExt cx="6887558" cy="2263382"/>
          </a:xfrm>
        </p:grpSpPr>
        <p:sp>
          <p:nvSpPr>
            <p:cNvPr id="28675" name="Rectangle 3">
              <a:extLst>
                <a:ext uri="{FF2B5EF4-FFF2-40B4-BE49-F238E27FC236}">
                  <a16:creationId xmlns:a16="http://schemas.microsoft.com/office/drawing/2014/main" id="{2FDD428F-2C26-4247-B6D6-95B3E165E0C7}"/>
                </a:ext>
              </a:extLst>
            </p:cNvPr>
            <p:cNvSpPr>
              <a:spLocks noChangeArrowheads="1"/>
            </p:cNvSpPr>
            <p:nvPr/>
          </p:nvSpPr>
          <p:spPr bwMode="auto">
            <a:xfrm>
              <a:off x="1029891" y="1265635"/>
              <a:ext cx="52418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Clock</a:t>
              </a:r>
            </a:p>
          </p:txBody>
        </p:sp>
        <p:grpSp>
          <p:nvGrpSpPr>
            <p:cNvPr id="28676" name="Group 4">
              <a:extLst>
                <a:ext uri="{FF2B5EF4-FFF2-40B4-BE49-F238E27FC236}">
                  <a16:creationId xmlns:a16="http://schemas.microsoft.com/office/drawing/2014/main" id="{DD8E58F1-705B-437F-8E77-1E8C1199AE95}"/>
                </a:ext>
              </a:extLst>
            </p:cNvPr>
            <p:cNvGrpSpPr>
              <a:grpSpLocks/>
            </p:cNvGrpSpPr>
            <p:nvPr/>
          </p:nvGrpSpPr>
          <p:grpSpPr bwMode="auto">
            <a:xfrm>
              <a:off x="1352550" y="1257300"/>
              <a:ext cx="6438900" cy="171450"/>
              <a:chOff x="384" y="1056"/>
              <a:chExt cx="4992" cy="144"/>
            </a:xfrm>
          </p:grpSpPr>
          <p:grpSp>
            <p:nvGrpSpPr>
              <p:cNvPr id="28776" name="Group 5">
                <a:extLst>
                  <a:ext uri="{FF2B5EF4-FFF2-40B4-BE49-F238E27FC236}">
                    <a16:creationId xmlns:a16="http://schemas.microsoft.com/office/drawing/2014/main" id="{793095F5-9191-490C-BF82-E73B47B14928}"/>
                  </a:ext>
                </a:extLst>
              </p:cNvPr>
              <p:cNvGrpSpPr>
                <a:grpSpLocks/>
              </p:cNvGrpSpPr>
              <p:nvPr/>
            </p:nvGrpSpPr>
            <p:grpSpPr bwMode="auto">
              <a:xfrm>
                <a:off x="624" y="1056"/>
                <a:ext cx="528" cy="144"/>
                <a:chOff x="624" y="1056"/>
                <a:chExt cx="528" cy="144"/>
              </a:xfrm>
            </p:grpSpPr>
            <p:sp>
              <p:nvSpPr>
                <p:cNvPr id="28819" name="Line 6">
                  <a:extLst>
                    <a:ext uri="{FF2B5EF4-FFF2-40B4-BE49-F238E27FC236}">
                      <a16:creationId xmlns:a16="http://schemas.microsoft.com/office/drawing/2014/main" id="{C67B7089-2062-44E2-9CC3-71711E7477EA}"/>
                    </a:ext>
                  </a:extLst>
                </p:cNvPr>
                <p:cNvSpPr>
                  <a:spLocks noChangeShapeType="1"/>
                </p:cNvSpPr>
                <p:nvPr/>
              </p:nvSpPr>
              <p:spPr bwMode="auto">
                <a:xfrm>
                  <a:off x="624"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20" name="Line 7">
                  <a:extLst>
                    <a:ext uri="{FF2B5EF4-FFF2-40B4-BE49-F238E27FC236}">
                      <a16:creationId xmlns:a16="http://schemas.microsoft.com/office/drawing/2014/main" id="{70892A9B-FCE3-49BE-AA9D-2CA4FB7C3BB6}"/>
                    </a:ext>
                  </a:extLst>
                </p:cNvPr>
                <p:cNvSpPr>
                  <a:spLocks noChangeShapeType="1"/>
                </p:cNvSpPr>
                <p:nvPr/>
              </p:nvSpPr>
              <p:spPr bwMode="auto">
                <a:xfrm>
                  <a:off x="624"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21" name="Line 8">
                  <a:extLst>
                    <a:ext uri="{FF2B5EF4-FFF2-40B4-BE49-F238E27FC236}">
                      <a16:creationId xmlns:a16="http://schemas.microsoft.com/office/drawing/2014/main" id="{3B75A05A-8878-4BAF-BC98-818082009C74}"/>
                    </a:ext>
                  </a:extLst>
                </p:cNvPr>
                <p:cNvSpPr>
                  <a:spLocks noChangeShapeType="1"/>
                </p:cNvSpPr>
                <p:nvPr/>
              </p:nvSpPr>
              <p:spPr bwMode="auto">
                <a:xfrm flipV="1">
                  <a:off x="912"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22" name="Line 9">
                  <a:extLst>
                    <a:ext uri="{FF2B5EF4-FFF2-40B4-BE49-F238E27FC236}">
                      <a16:creationId xmlns:a16="http://schemas.microsoft.com/office/drawing/2014/main" id="{E7E56AB4-5E83-46E8-956A-2486B5B4A435}"/>
                    </a:ext>
                  </a:extLst>
                </p:cNvPr>
                <p:cNvSpPr>
                  <a:spLocks noChangeShapeType="1"/>
                </p:cNvSpPr>
                <p:nvPr/>
              </p:nvSpPr>
              <p:spPr bwMode="auto">
                <a:xfrm>
                  <a:off x="912"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8777" name="Group 10">
                <a:extLst>
                  <a:ext uri="{FF2B5EF4-FFF2-40B4-BE49-F238E27FC236}">
                    <a16:creationId xmlns:a16="http://schemas.microsoft.com/office/drawing/2014/main" id="{72276C38-397C-4B60-8275-D6EEE17B410A}"/>
                  </a:ext>
                </a:extLst>
              </p:cNvPr>
              <p:cNvGrpSpPr>
                <a:grpSpLocks/>
              </p:cNvGrpSpPr>
              <p:nvPr/>
            </p:nvGrpSpPr>
            <p:grpSpPr bwMode="auto">
              <a:xfrm>
                <a:off x="1152" y="1056"/>
                <a:ext cx="528" cy="144"/>
                <a:chOff x="1152" y="1056"/>
                <a:chExt cx="528" cy="144"/>
              </a:xfrm>
            </p:grpSpPr>
            <p:sp>
              <p:nvSpPr>
                <p:cNvPr id="28815" name="Line 11">
                  <a:extLst>
                    <a:ext uri="{FF2B5EF4-FFF2-40B4-BE49-F238E27FC236}">
                      <a16:creationId xmlns:a16="http://schemas.microsoft.com/office/drawing/2014/main" id="{CD9E3BF9-FE00-47FF-A87D-7C9ED567B17F}"/>
                    </a:ext>
                  </a:extLst>
                </p:cNvPr>
                <p:cNvSpPr>
                  <a:spLocks noChangeShapeType="1"/>
                </p:cNvSpPr>
                <p:nvPr/>
              </p:nvSpPr>
              <p:spPr bwMode="auto">
                <a:xfrm>
                  <a:off x="1152"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16" name="Line 12">
                  <a:extLst>
                    <a:ext uri="{FF2B5EF4-FFF2-40B4-BE49-F238E27FC236}">
                      <a16:creationId xmlns:a16="http://schemas.microsoft.com/office/drawing/2014/main" id="{8DCBBDAD-F2E5-40A0-81CB-5908B31017A2}"/>
                    </a:ext>
                  </a:extLst>
                </p:cNvPr>
                <p:cNvSpPr>
                  <a:spLocks noChangeShapeType="1"/>
                </p:cNvSpPr>
                <p:nvPr/>
              </p:nvSpPr>
              <p:spPr bwMode="auto">
                <a:xfrm>
                  <a:off x="1152"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17" name="Line 13">
                  <a:extLst>
                    <a:ext uri="{FF2B5EF4-FFF2-40B4-BE49-F238E27FC236}">
                      <a16:creationId xmlns:a16="http://schemas.microsoft.com/office/drawing/2014/main" id="{1968B073-98E6-4B25-A0A5-17A6D08FC416}"/>
                    </a:ext>
                  </a:extLst>
                </p:cNvPr>
                <p:cNvSpPr>
                  <a:spLocks noChangeShapeType="1"/>
                </p:cNvSpPr>
                <p:nvPr/>
              </p:nvSpPr>
              <p:spPr bwMode="auto">
                <a:xfrm flipV="1">
                  <a:off x="1440"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18" name="Line 14">
                  <a:extLst>
                    <a:ext uri="{FF2B5EF4-FFF2-40B4-BE49-F238E27FC236}">
                      <a16:creationId xmlns:a16="http://schemas.microsoft.com/office/drawing/2014/main" id="{CA37492C-2DB9-474E-86C3-8CE1695A9BD6}"/>
                    </a:ext>
                  </a:extLst>
                </p:cNvPr>
                <p:cNvSpPr>
                  <a:spLocks noChangeShapeType="1"/>
                </p:cNvSpPr>
                <p:nvPr/>
              </p:nvSpPr>
              <p:spPr bwMode="auto">
                <a:xfrm>
                  <a:off x="1440"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8778" name="Group 15">
                <a:extLst>
                  <a:ext uri="{FF2B5EF4-FFF2-40B4-BE49-F238E27FC236}">
                    <a16:creationId xmlns:a16="http://schemas.microsoft.com/office/drawing/2014/main" id="{84A7B4A8-6582-47E7-AABB-A538FE42B1B4}"/>
                  </a:ext>
                </a:extLst>
              </p:cNvPr>
              <p:cNvGrpSpPr>
                <a:grpSpLocks/>
              </p:cNvGrpSpPr>
              <p:nvPr/>
            </p:nvGrpSpPr>
            <p:grpSpPr bwMode="auto">
              <a:xfrm>
                <a:off x="1680" y="1056"/>
                <a:ext cx="528" cy="144"/>
                <a:chOff x="1680" y="1056"/>
                <a:chExt cx="528" cy="144"/>
              </a:xfrm>
            </p:grpSpPr>
            <p:sp>
              <p:nvSpPr>
                <p:cNvPr id="28811" name="Line 16">
                  <a:extLst>
                    <a:ext uri="{FF2B5EF4-FFF2-40B4-BE49-F238E27FC236}">
                      <a16:creationId xmlns:a16="http://schemas.microsoft.com/office/drawing/2014/main" id="{DC531053-EAFD-486C-9C5E-1E6200D7155A}"/>
                    </a:ext>
                  </a:extLst>
                </p:cNvPr>
                <p:cNvSpPr>
                  <a:spLocks noChangeShapeType="1"/>
                </p:cNvSpPr>
                <p:nvPr/>
              </p:nvSpPr>
              <p:spPr bwMode="auto">
                <a:xfrm>
                  <a:off x="1680"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12" name="Line 17">
                  <a:extLst>
                    <a:ext uri="{FF2B5EF4-FFF2-40B4-BE49-F238E27FC236}">
                      <a16:creationId xmlns:a16="http://schemas.microsoft.com/office/drawing/2014/main" id="{563EA689-E636-4BF3-864E-A29B8119B415}"/>
                    </a:ext>
                  </a:extLst>
                </p:cNvPr>
                <p:cNvSpPr>
                  <a:spLocks noChangeShapeType="1"/>
                </p:cNvSpPr>
                <p:nvPr/>
              </p:nvSpPr>
              <p:spPr bwMode="auto">
                <a:xfrm>
                  <a:off x="1680"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13" name="Line 18">
                  <a:extLst>
                    <a:ext uri="{FF2B5EF4-FFF2-40B4-BE49-F238E27FC236}">
                      <a16:creationId xmlns:a16="http://schemas.microsoft.com/office/drawing/2014/main" id="{BD6FEB35-BA83-4BE4-B129-6484B943F41A}"/>
                    </a:ext>
                  </a:extLst>
                </p:cNvPr>
                <p:cNvSpPr>
                  <a:spLocks noChangeShapeType="1"/>
                </p:cNvSpPr>
                <p:nvPr/>
              </p:nvSpPr>
              <p:spPr bwMode="auto">
                <a:xfrm flipV="1">
                  <a:off x="1968"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14" name="Line 19">
                  <a:extLst>
                    <a:ext uri="{FF2B5EF4-FFF2-40B4-BE49-F238E27FC236}">
                      <a16:creationId xmlns:a16="http://schemas.microsoft.com/office/drawing/2014/main" id="{22483511-AF2C-46B9-82FB-91AE7266E9DA}"/>
                    </a:ext>
                  </a:extLst>
                </p:cNvPr>
                <p:cNvSpPr>
                  <a:spLocks noChangeShapeType="1"/>
                </p:cNvSpPr>
                <p:nvPr/>
              </p:nvSpPr>
              <p:spPr bwMode="auto">
                <a:xfrm>
                  <a:off x="1968"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8779" name="Group 20">
                <a:extLst>
                  <a:ext uri="{FF2B5EF4-FFF2-40B4-BE49-F238E27FC236}">
                    <a16:creationId xmlns:a16="http://schemas.microsoft.com/office/drawing/2014/main" id="{DEA09EFF-7D86-49F8-B4D2-18417A6E396D}"/>
                  </a:ext>
                </a:extLst>
              </p:cNvPr>
              <p:cNvGrpSpPr>
                <a:grpSpLocks/>
              </p:cNvGrpSpPr>
              <p:nvPr/>
            </p:nvGrpSpPr>
            <p:grpSpPr bwMode="auto">
              <a:xfrm>
                <a:off x="2208" y="1056"/>
                <a:ext cx="528" cy="144"/>
                <a:chOff x="2208" y="1056"/>
                <a:chExt cx="528" cy="144"/>
              </a:xfrm>
            </p:grpSpPr>
            <p:sp>
              <p:nvSpPr>
                <p:cNvPr id="28807" name="Line 21">
                  <a:extLst>
                    <a:ext uri="{FF2B5EF4-FFF2-40B4-BE49-F238E27FC236}">
                      <a16:creationId xmlns:a16="http://schemas.microsoft.com/office/drawing/2014/main" id="{79F384FE-BFE3-400F-929F-BD3BB19D6C63}"/>
                    </a:ext>
                  </a:extLst>
                </p:cNvPr>
                <p:cNvSpPr>
                  <a:spLocks noChangeShapeType="1"/>
                </p:cNvSpPr>
                <p:nvPr/>
              </p:nvSpPr>
              <p:spPr bwMode="auto">
                <a:xfrm>
                  <a:off x="2208"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08" name="Line 22">
                  <a:extLst>
                    <a:ext uri="{FF2B5EF4-FFF2-40B4-BE49-F238E27FC236}">
                      <a16:creationId xmlns:a16="http://schemas.microsoft.com/office/drawing/2014/main" id="{E475FD14-AAE0-4498-ACA1-5866A5F8B853}"/>
                    </a:ext>
                  </a:extLst>
                </p:cNvPr>
                <p:cNvSpPr>
                  <a:spLocks noChangeShapeType="1"/>
                </p:cNvSpPr>
                <p:nvPr/>
              </p:nvSpPr>
              <p:spPr bwMode="auto">
                <a:xfrm>
                  <a:off x="2208"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09" name="Line 23">
                  <a:extLst>
                    <a:ext uri="{FF2B5EF4-FFF2-40B4-BE49-F238E27FC236}">
                      <a16:creationId xmlns:a16="http://schemas.microsoft.com/office/drawing/2014/main" id="{AFA9177D-8A09-41DE-AED8-EB81CF72FF0E}"/>
                    </a:ext>
                  </a:extLst>
                </p:cNvPr>
                <p:cNvSpPr>
                  <a:spLocks noChangeShapeType="1"/>
                </p:cNvSpPr>
                <p:nvPr/>
              </p:nvSpPr>
              <p:spPr bwMode="auto">
                <a:xfrm flipV="1">
                  <a:off x="2496"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10" name="Line 24">
                  <a:extLst>
                    <a:ext uri="{FF2B5EF4-FFF2-40B4-BE49-F238E27FC236}">
                      <a16:creationId xmlns:a16="http://schemas.microsoft.com/office/drawing/2014/main" id="{F31A6DCE-2030-4303-8A45-EB78B73DE00B}"/>
                    </a:ext>
                  </a:extLst>
                </p:cNvPr>
                <p:cNvSpPr>
                  <a:spLocks noChangeShapeType="1"/>
                </p:cNvSpPr>
                <p:nvPr/>
              </p:nvSpPr>
              <p:spPr bwMode="auto">
                <a:xfrm>
                  <a:off x="2496"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8780" name="Group 25">
                <a:extLst>
                  <a:ext uri="{FF2B5EF4-FFF2-40B4-BE49-F238E27FC236}">
                    <a16:creationId xmlns:a16="http://schemas.microsoft.com/office/drawing/2014/main" id="{8CC96CC3-44CE-4854-BEFA-9ED092C3C340}"/>
                  </a:ext>
                </a:extLst>
              </p:cNvPr>
              <p:cNvGrpSpPr>
                <a:grpSpLocks/>
              </p:cNvGrpSpPr>
              <p:nvPr/>
            </p:nvGrpSpPr>
            <p:grpSpPr bwMode="auto">
              <a:xfrm>
                <a:off x="2736" y="1056"/>
                <a:ext cx="528" cy="144"/>
                <a:chOff x="2736" y="1056"/>
                <a:chExt cx="528" cy="144"/>
              </a:xfrm>
            </p:grpSpPr>
            <p:sp>
              <p:nvSpPr>
                <p:cNvPr id="28803" name="Line 26">
                  <a:extLst>
                    <a:ext uri="{FF2B5EF4-FFF2-40B4-BE49-F238E27FC236}">
                      <a16:creationId xmlns:a16="http://schemas.microsoft.com/office/drawing/2014/main" id="{CC600F23-17F8-434D-9E64-811F9E556DAF}"/>
                    </a:ext>
                  </a:extLst>
                </p:cNvPr>
                <p:cNvSpPr>
                  <a:spLocks noChangeShapeType="1"/>
                </p:cNvSpPr>
                <p:nvPr/>
              </p:nvSpPr>
              <p:spPr bwMode="auto">
                <a:xfrm>
                  <a:off x="2736"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04" name="Line 27">
                  <a:extLst>
                    <a:ext uri="{FF2B5EF4-FFF2-40B4-BE49-F238E27FC236}">
                      <a16:creationId xmlns:a16="http://schemas.microsoft.com/office/drawing/2014/main" id="{6C5D7D41-6EC9-4199-BA1F-D1F75EAE405A}"/>
                    </a:ext>
                  </a:extLst>
                </p:cNvPr>
                <p:cNvSpPr>
                  <a:spLocks noChangeShapeType="1"/>
                </p:cNvSpPr>
                <p:nvPr/>
              </p:nvSpPr>
              <p:spPr bwMode="auto">
                <a:xfrm>
                  <a:off x="2736"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05" name="Line 28">
                  <a:extLst>
                    <a:ext uri="{FF2B5EF4-FFF2-40B4-BE49-F238E27FC236}">
                      <a16:creationId xmlns:a16="http://schemas.microsoft.com/office/drawing/2014/main" id="{063C43B6-F208-49F3-9599-FA2CD52487CA}"/>
                    </a:ext>
                  </a:extLst>
                </p:cNvPr>
                <p:cNvSpPr>
                  <a:spLocks noChangeShapeType="1"/>
                </p:cNvSpPr>
                <p:nvPr/>
              </p:nvSpPr>
              <p:spPr bwMode="auto">
                <a:xfrm flipV="1">
                  <a:off x="3024"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06" name="Line 29">
                  <a:extLst>
                    <a:ext uri="{FF2B5EF4-FFF2-40B4-BE49-F238E27FC236}">
                      <a16:creationId xmlns:a16="http://schemas.microsoft.com/office/drawing/2014/main" id="{80E1D48B-38A7-4110-961A-39F9C8AF725C}"/>
                    </a:ext>
                  </a:extLst>
                </p:cNvPr>
                <p:cNvSpPr>
                  <a:spLocks noChangeShapeType="1"/>
                </p:cNvSpPr>
                <p:nvPr/>
              </p:nvSpPr>
              <p:spPr bwMode="auto">
                <a:xfrm>
                  <a:off x="3024"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8781" name="Group 30">
                <a:extLst>
                  <a:ext uri="{FF2B5EF4-FFF2-40B4-BE49-F238E27FC236}">
                    <a16:creationId xmlns:a16="http://schemas.microsoft.com/office/drawing/2014/main" id="{BD432FFA-6818-4677-9B66-8EC3302F1622}"/>
                  </a:ext>
                </a:extLst>
              </p:cNvPr>
              <p:cNvGrpSpPr>
                <a:grpSpLocks/>
              </p:cNvGrpSpPr>
              <p:nvPr/>
            </p:nvGrpSpPr>
            <p:grpSpPr bwMode="auto">
              <a:xfrm>
                <a:off x="3264" y="1056"/>
                <a:ext cx="528" cy="144"/>
                <a:chOff x="3264" y="1056"/>
                <a:chExt cx="528" cy="144"/>
              </a:xfrm>
            </p:grpSpPr>
            <p:sp>
              <p:nvSpPr>
                <p:cNvPr id="28799" name="Line 31">
                  <a:extLst>
                    <a:ext uri="{FF2B5EF4-FFF2-40B4-BE49-F238E27FC236}">
                      <a16:creationId xmlns:a16="http://schemas.microsoft.com/office/drawing/2014/main" id="{79E33A2D-3AFE-44E0-B591-BE9ED5CE6A70}"/>
                    </a:ext>
                  </a:extLst>
                </p:cNvPr>
                <p:cNvSpPr>
                  <a:spLocks noChangeShapeType="1"/>
                </p:cNvSpPr>
                <p:nvPr/>
              </p:nvSpPr>
              <p:spPr bwMode="auto">
                <a:xfrm>
                  <a:off x="3264"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00" name="Line 32">
                  <a:extLst>
                    <a:ext uri="{FF2B5EF4-FFF2-40B4-BE49-F238E27FC236}">
                      <a16:creationId xmlns:a16="http://schemas.microsoft.com/office/drawing/2014/main" id="{7B062AD4-D583-41F2-8473-93ECF762A915}"/>
                    </a:ext>
                  </a:extLst>
                </p:cNvPr>
                <p:cNvSpPr>
                  <a:spLocks noChangeShapeType="1"/>
                </p:cNvSpPr>
                <p:nvPr/>
              </p:nvSpPr>
              <p:spPr bwMode="auto">
                <a:xfrm>
                  <a:off x="3264"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01" name="Line 33">
                  <a:extLst>
                    <a:ext uri="{FF2B5EF4-FFF2-40B4-BE49-F238E27FC236}">
                      <a16:creationId xmlns:a16="http://schemas.microsoft.com/office/drawing/2014/main" id="{1CF1DCBD-5418-4433-905F-3677CDD6330A}"/>
                    </a:ext>
                  </a:extLst>
                </p:cNvPr>
                <p:cNvSpPr>
                  <a:spLocks noChangeShapeType="1"/>
                </p:cNvSpPr>
                <p:nvPr/>
              </p:nvSpPr>
              <p:spPr bwMode="auto">
                <a:xfrm flipV="1">
                  <a:off x="3552"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802" name="Line 34">
                  <a:extLst>
                    <a:ext uri="{FF2B5EF4-FFF2-40B4-BE49-F238E27FC236}">
                      <a16:creationId xmlns:a16="http://schemas.microsoft.com/office/drawing/2014/main" id="{56724123-63CC-4CF5-8A45-9030401DEAA2}"/>
                    </a:ext>
                  </a:extLst>
                </p:cNvPr>
                <p:cNvSpPr>
                  <a:spLocks noChangeShapeType="1"/>
                </p:cNvSpPr>
                <p:nvPr/>
              </p:nvSpPr>
              <p:spPr bwMode="auto">
                <a:xfrm>
                  <a:off x="3552"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8782" name="Group 35">
                <a:extLst>
                  <a:ext uri="{FF2B5EF4-FFF2-40B4-BE49-F238E27FC236}">
                    <a16:creationId xmlns:a16="http://schemas.microsoft.com/office/drawing/2014/main" id="{38D8CFC7-E62F-4B8A-841A-98D666A1AA9D}"/>
                  </a:ext>
                </a:extLst>
              </p:cNvPr>
              <p:cNvGrpSpPr>
                <a:grpSpLocks/>
              </p:cNvGrpSpPr>
              <p:nvPr/>
            </p:nvGrpSpPr>
            <p:grpSpPr bwMode="auto">
              <a:xfrm>
                <a:off x="3792" y="1056"/>
                <a:ext cx="528" cy="144"/>
                <a:chOff x="3792" y="1056"/>
                <a:chExt cx="528" cy="144"/>
              </a:xfrm>
            </p:grpSpPr>
            <p:sp>
              <p:nvSpPr>
                <p:cNvPr id="28795" name="Line 36">
                  <a:extLst>
                    <a:ext uri="{FF2B5EF4-FFF2-40B4-BE49-F238E27FC236}">
                      <a16:creationId xmlns:a16="http://schemas.microsoft.com/office/drawing/2014/main" id="{E9BD8B99-D3B2-4368-BB42-C7D8E016DFC8}"/>
                    </a:ext>
                  </a:extLst>
                </p:cNvPr>
                <p:cNvSpPr>
                  <a:spLocks noChangeShapeType="1"/>
                </p:cNvSpPr>
                <p:nvPr/>
              </p:nvSpPr>
              <p:spPr bwMode="auto">
                <a:xfrm>
                  <a:off x="3792"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796" name="Line 37">
                  <a:extLst>
                    <a:ext uri="{FF2B5EF4-FFF2-40B4-BE49-F238E27FC236}">
                      <a16:creationId xmlns:a16="http://schemas.microsoft.com/office/drawing/2014/main" id="{316CDE8D-779E-4E3F-9A2D-A7201B9F6CC3}"/>
                    </a:ext>
                  </a:extLst>
                </p:cNvPr>
                <p:cNvSpPr>
                  <a:spLocks noChangeShapeType="1"/>
                </p:cNvSpPr>
                <p:nvPr/>
              </p:nvSpPr>
              <p:spPr bwMode="auto">
                <a:xfrm>
                  <a:off x="3792"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797" name="Line 38">
                  <a:extLst>
                    <a:ext uri="{FF2B5EF4-FFF2-40B4-BE49-F238E27FC236}">
                      <a16:creationId xmlns:a16="http://schemas.microsoft.com/office/drawing/2014/main" id="{E82519EC-3ED0-4289-8E78-FC5B6C45AC00}"/>
                    </a:ext>
                  </a:extLst>
                </p:cNvPr>
                <p:cNvSpPr>
                  <a:spLocks noChangeShapeType="1"/>
                </p:cNvSpPr>
                <p:nvPr/>
              </p:nvSpPr>
              <p:spPr bwMode="auto">
                <a:xfrm flipV="1">
                  <a:off x="4080"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798" name="Line 39">
                  <a:extLst>
                    <a:ext uri="{FF2B5EF4-FFF2-40B4-BE49-F238E27FC236}">
                      <a16:creationId xmlns:a16="http://schemas.microsoft.com/office/drawing/2014/main" id="{1394C862-C5C9-4ADC-A91D-F406197DB5E6}"/>
                    </a:ext>
                  </a:extLst>
                </p:cNvPr>
                <p:cNvSpPr>
                  <a:spLocks noChangeShapeType="1"/>
                </p:cNvSpPr>
                <p:nvPr/>
              </p:nvSpPr>
              <p:spPr bwMode="auto">
                <a:xfrm>
                  <a:off x="4080"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28783" name="Group 40">
                <a:extLst>
                  <a:ext uri="{FF2B5EF4-FFF2-40B4-BE49-F238E27FC236}">
                    <a16:creationId xmlns:a16="http://schemas.microsoft.com/office/drawing/2014/main" id="{C43F82E3-2DD0-4F5D-8307-4A698A52E0D2}"/>
                  </a:ext>
                </a:extLst>
              </p:cNvPr>
              <p:cNvGrpSpPr>
                <a:grpSpLocks/>
              </p:cNvGrpSpPr>
              <p:nvPr/>
            </p:nvGrpSpPr>
            <p:grpSpPr bwMode="auto">
              <a:xfrm>
                <a:off x="4320" y="1056"/>
                <a:ext cx="528" cy="144"/>
                <a:chOff x="4320" y="1056"/>
                <a:chExt cx="528" cy="144"/>
              </a:xfrm>
            </p:grpSpPr>
            <p:sp>
              <p:nvSpPr>
                <p:cNvPr id="28791" name="Line 41">
                  <a:extLst>
                    <a:ext uri="{FF2B5EF4-FFF2-40B4-BE49-F238E27FC236}">
                      <a16:creationId xmlns:a16="http://schemas.microsoft.com/office/drawing/2014/main" id="{A79EC0BE-C45C-4F5E-AA9E-B5BA51CEC4E0}"/>
                    </a:ext>
                  </a:extLst>
                </p:cNvPr>
                <p:cNvSpPr>
                  <a:spLocks noChangeShapeType="1"/>
                </p:cNvSpPr>
                <p:nvPr/>
              </p:nvSpPr>
              <p:spPr bwMode="auto">
                <a:xfrm>
                  <a:off x="4320"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792" name="Line 42">
                  <a:extLst>
                    <a:ext uri="{FF2B5EF4-FFF2-40B4-BE49-F238E27FC236}">
                      <a16:creationId xmlns:a16="http://schemas.microsoft.com/office/drawing/2014/main" id="{26869061-5C6A-45AF-BFBD-E8097797AC7A}"/>
                    </a:ext>
                  </a:extLst>
                </p:cNvPr>
                <p:cNvSpPr>
                  <a:spLocks noChangeShapeType="1"/>
                </p:cNvSpPr>
                <p:nvPr/>
              </p:nvSpPr>
              <p:spPr bwMode="auto">
                <a:xfrm>
                  <a:off x="4320"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793" name="Line 43">
                  <a:extLst>
                    <a:ext uri="{FF2B5EF4-FFF2-40B4-BE49-F238E27FC236}">
                      <a16:creationId xmlns:a16="http://schemas.microsoft.com/office/drawing/2014/main" id="{2782EBB8-348A-4AD0-B041-096B49D97F5D}"/>
                    </a:ext>
                  </a:extLst>
                </p:cNvPr>
                <p:cNvSpPr>
                  <a:spLocks noChangeShapeType="1"/>
                </p:cNvSpPr>
                <p:nvPr/>
              </p:nvSpPr>
              <p:spPr bwMode="auto">
                <a:xfrm flipV="1">
                  <a:off x="4608"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794" name="Line 44">
                  <a:extLst>
                    <a:ext uri="{FF2B5EF4-FFF2-40B4-BE49-F238E27FC236}">
                      <a16:creationId xmlns:a16="http://schemas.microsoft.com/office/drawing/2014/main" id="{F61F710F-3D3F-4DA4-B2B5-2B7E57119C38}"/>
                    </a:ext>
                  </a:extLst>
                </p:cNvPr>
                <p:cNvSpPr>
                  <a:spLocks noChangeShapeType="1"/>
                </p:cNvSpPr>
                <p:nvPr/>
              </p:nvSpPr>
              <p:spPr bwMode="auto">
                <a:xfrm>
                  <a:off x="4608"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28784" name="Line 45">
                <a:extLst>
                  <a:ext uri="{FF2B5EF4-FFF2-40B4-BE49-F238E27FC236}">
                    <a16:creationId xmlns:a16="http://schemas.microsoft.com/office/drawing/2014/main" id="{5DA18CB2-91EA-43F0-82BA-525573F136EB}"/>
                  </a:ext>
                </a:extLst>
              </p:cNvPr>
              <p:cNvSpPr>
                <a:spLocks noChangeShapeType="1"/>
              </p:cNvSpPr>
              <p:nvPr/>
            </p:nvSpPr>
            <p:spPr bwMode="auto">
              <a:xfrm>
                <a:off x="384"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nvGrpSpPr>
              <p:cNvPr id="28785" name="Group 46">
                <a:extLst>
                  <a:ext uri="{FF2B5EF4-FFF2-40B4-BE49-F238E27FC236}">
                    <a16:creationId xmlns:a16="http://schemas.microsoft.com/office/drawing/2014/main" id="{0119F73E-50E7-45BA-A76C-26B206CB5B6A}"/>
                  </a:ext>
                </a:extLst>
              </p:cNvPr>
              <p:cNvGrpSpPr>
                <a:grpSpLocks/>
              </p:cNvGrpSpPr>
              <p:nvPr/>
            </p:nvGrpSpPr>
            <p:grpSpPr bwMode="auto">
              <a:xfrm>
                <a:off x="4848" y="1056"/>
                <a:ext cx="528" cy="144"/>
                <a:chOff x="4848" y="1056"/>
                <a:chExt cx="528" cy="144"/>
              </a:xfrm>
            </p:grpSpPr>
            <p:sp>
              <p:nvSpPr>
                <p:cNvPr id="28787" name="Line 47">
                  <a:extLst>
                    <a:ext uri="{FF2B5EF4-FFF2-40B4-BE49-F238E27FC236}">
                      <a16:creationId xmlns:a16="http://schemas.microsoft.com/office/drawing/2014/main" id="{FE28BECD-2546-421A-9065-0274A97FF25E}"/>
                    </a:ext>
                  </a:extLst>
                </p:cNvPr>
                <p:cNvSpPr>
                  <a:spLocks noChangeShapeType="1"/>
                </p:cNvSpPr>
                <p:nvPr/>
              </p:nvSpPr>
              <p:spPr bwMode="auto">
                <a:xfrm>
                  <a:off x="4848"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788" name="Line 48">
                  <a:extLst>
                    <a:ext uri="{FF2B5EF4-FFF2-40B4-BE49-F238E27FC236}">
                      <a16:creationId xmlns:a16="http://schemas.microsoft.com/office/drawing/2014/main" id="{91EEEE7C-DFDB-4EB6-88A9-3C80B3F59CE5}"/>
                    </a:ext>
                  </a:extLst>
                </p:cNvPr>
                <p:cNvSpPr>
                  <a:spLocks noChangeShapeType="1"/>
                </p:cNvSpPr>
                <p:nvPr/>
              </p:nvSpPr>
              <p:spPr bwMode="auto">
                <a:xfrm>
                  <a:off x="4848"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789" name="Line 49">
                  <a:extLst>
                    <a:ext uri="{FF2B5EF4-FFF2-40B4-BE49-F238E27FC236}">
                      <a16:creationId xmlns:a16="http://schemas.microsoft.com/office/drawing/2014/main" id="{0981FFEF-E5A5-4406-A67E-C52B8383C545}"/>
                    </a:ext>
                  </a:extLst>
                </p:cNvPr>
                <p:cNvSpPr>
                  <a:spLocks noChangeShapeType="1"/>
                </p:cNvSpPr>
                <p:nvPr/>
              </p:nvSpPr>
              <p:spPr bwMode="auto">
                <a:xfrm flipV="1">
                  <a:off x="5136"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790" name="Line 50">
                  <a:extLst>
                    <a:ext uri="{FF2B5EF4-FFF2-40B4-BE49-F238E27FC236}">
                      <a16:creationId xmlns:a16="http://schemas.microsoft.com/office/drawing/2014/main" id="{1640233F-46AE-4C31-9DF8-E260F132A9C2}"/>
                    </a:ext>
                  </a:extLst>
                </p:cNvPr>
                <p:cNvSpPr>
                  <a:spLocks noChangeShapeType="1"/>
                </p:cNvSpPr>
                <p:nvPr/>
              </p:nvSpPr>
              <p:spPr bwMode="auto">
                <a:xfrm>
                  <a:off x="5136"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28786" name="Line 51">
                <a:extLst>
                  <a:ext uri="{FF2B5EF4-FFF2-40B4-BE49-F238E27FC236}">
                    <a16:creationId xmlns:a16="http://schemas.microsoft.com/office/drawing/2014/main" id="{102E7BFA-5B55-4B57-A169-14A1C2D95CEB}"/>
                  </a:ext>
                </a:extLst>
              </p:cNvPr>
              <p:cNvSpPr>
                <a:spLocks noChangeShapeType="1"/>
              </p:cNvSpPr>
              <p:nvPr/>
            </p:nvSpPr>
            <p:spPr bwMode="auto">
              <a:xfrm>
                <a:off x="5376"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28677" name="Line 52">
              <a:extLst>
                <a:ext uri="{FF2B5EF4-FFF2-40B4-BE49-F238E27FC236}">
                  <a16:creationId xmlns:a16="http://schemas.microsoft.com/office/drawing/2014/main" id="{08C71939-B10F-42BC-9058-7C687B4FA6D5}"/>
                </a:ext>
              </a:extLst>
            </p:cNvPr>
            <p:cNvSpPr>
              <a:spLocks noChangeShapeType="1"/>
            </p:cNvSpPr>
            <p:nvPr/>
          </p:nvSpPr>
          <p:spPr bwMode="auto">
            <a:xfrm flipV="1">
              <a:off x="1662113" y="9715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78" name="Line 53">
              <a:extLst>
                <a:ext uri="{FF2B5EF4-FFF2-40B4-BE49-F238E27FC236}">
                  <a16:creationId xmlns:a16="http://schemas.microsoft.com/office/drawing/2014/main" id="{D3657142-6D31-40CE-B783-A924AEE9AC68}"/>
                </a:ext>
              </a:extLst>
            </p:cNvPr>
            <p:cNvSpPr>
              <a:spLocks noChangeShapeType="1"/>
            </p:cNvSpPr>
            <p:nvPr/>
          </p:nvSpPr>
          <p:spPr bwMode="auto">
            <a:xfrm flipV="1">
              <a:off x="2343150" y="9715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79" name="Rectangle 54">
              <a:extLst>
                <a:ext uri="{FF2B5EF4-FFF2-40B4-BE49-F238E27FC236}">
                  <a16:creationId xmlns:a16="http://schemas.microsoft.com/office/drawing/2014/main" id="{7B544DFA-3036-4D47-8B63-F72F368281ED}"/>
                </a:ext>
              </a:extLst>
            </p:cNvPr>
            <p:cNvSpPr>
              <a:spLocks noChangeArrowheads="1"/>
            </p:cNvSpPr>
            <p:nvPr/>
          </p:nvSpPr>
          <p:spPr bwMode="auto">
            <a:xfrm>
              <a:off x="1710929" y="97988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1</a:t>
              </a:r>
            </a:p>
          </p:txBody>
        </p:sp>
        <p:sp>
          <p:nvSpPr>
            <p:cNvPr id="28680" name="Rectangle 55">
              <a:extLst>
                <a:ext uri="{FF2B5EF4-FFF2-40B4-BE49-F238E27FC236}">
                  <a16:creationId xmlns:a16="http://schemas.microsoft.com/office/drawing/2014/main" id="{5D8F1977-1C87-4794-BC00-324403E88CD7}"/>
                </a:ext>
              </a:extLst>
            </p:cNvPr>
            <p:cNvSpPr>
              <a:spLocks noChangeArrowheads="1"/>
            </p:cNvSpPr>
            <p:nvPr/>
          </p:nvSpPr>
          <p:spPr bwMode="auto">
            <a:xfrm>
              <a:off x="2330054" y="97988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2</a:t>
              </a:r>
            </a:p>
          </p:txBody>
        </p:sp>
        <p:sp>
          <p:nvSpPr>
            <p:cNvPr id="28681" name="Line 56">
              <a:extLst>
                <a:ext uri="{FF2B5EF4-FFF2-40B4-BE49-F238E27FC236}">
                  <a16:creationId xmlns:a16="http://schemas.microsoft.com/office/drawing/2014/main" id="{9DC8A53E-1722-4713-A324-4A548D2E79DA}"/>
                </a:ext>
              </a:extLst>
            </p:cNvPr>
            <p:cNvSpPr>
              <a:spLocks noChangeShapeType="1"/>
            </p:cNvSpPr>
            <p:nvPr/>
          </p:nvSpPr>
          <p:spPr bwMode="auto">
            <a:xfrm flipV="1">
              <a:off x="3024188" y="9715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82" name="Line 57">
              <a:extLst>
                <a:ext uri="{FF2B5EF4-FFF2-40B4-BE49-F238E27FC236}">
                  <a16:creationId xmlns:a16="http://schemas.microsoft.com/office/drawing/2014/main" id="{94059C6B-2C2C-4829-9DB6-260419483290}"/>
                </a:ext>
              </a:extLst>
            </p:cNvPr>
            <p:cNvSpPr>
              <a:spLocks noChangeShapeType="1"/>
            </p:cNvSpPr>
            <p:nvPr/>
          </p:nvSpPr>
          <p:spPr bwMode="auto">
            <a:xfrm flipV="1">
              <a:off x="3705225" y="9715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83" name="Line 58">
              <a:extLst>
                <a:ext uri="{FF2B5EF4-FFF2-40B4-BE49-F238E27FC236}">
                  <a16:creationId xmlns:a16="http://schemas.microsoft.com/office/drawing/2014/main" id="{5DBAC1A1-A168-4DAF-B409-66B7DEBEEDD4}"/>
                </a:ext>
              </a:extLst>
            </p:cNvPr>
            <p:cNvSpPr>
              <a:spLocks noChangeShapeType="1"/>
            </p:cNvSpPr>
            <p:nvPr/>
          </p:nvSpPr>
          <p:spPr bwMode="auto">
            <a:xfrm flipV="1">
              <a:off x="4386263" y="9715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84" name="Line 59">
              <a:extLst>
                <a:ext uri="{FF2B5EF4-FFF2-40B4-BE49-F238E27FC236}">
                  <a16:creationId xmlns:a16="http://schemas.microsoft.com/office/drawing/2014/main" id="{F0C78734-B620-4821-8100-F81AB9C6817C}"/>
                </a:ext>
              </a:extLst>
            </p:cNvPr>
            <p:cNvSpPr>
              <a:spLocks noChangeShapeType="1"/>
            </p:cNvSpPr>
            <p:nvPr/>
          </p:nvSpPr>
          <p:spPr bwMode="auto">
            <a:xfrm flipV="1">
              <a:off x="5067300" y="9715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85" name="Line 60">
              <a:extLst>
                <a:ext uri="{FF2B5EF4-FFF2-40B4-BE49-F238E27FC236}">
                  <a16:creationId xmlns:a16="http://schemas.microsoft.com/office/drawing/2014/main" id="{E88BC7AA-A0A0-43B0-A55D-F5F5DAB507A4}"/>
                </a:ext>
              </a:extLst>
            </p:cNvPr>
            <p:cNvSpPr>
              <a:spLocks noChangeShapeType="1"/>
            </p:cNvSpPr>
            <p:nvPr/>
          </p:nvSpPr>
          <p:spPr bwMode="auto">
            <a:xfrm flipV="1">
              <a:off x="5748338" y="9715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86" name="Line 61">
              <a:extLst>
                <a:ext uri="{FF2B5EF4-FFF2-40B4-BE49-F238E27FC236}">
                  <a16:creationId xmlns:a16="http://schemas.microsoft.com/office/drawing/2014/main" id="{1BA0ED20-7A3D-4562-9AAF-595C4638CA86}"/>
                </a:ext>
              </a:extLst>
            </p:cNvPr>
            <p:cNvSpPr>
              <a:spLocks noChangeShapeType="1"/>
            </p:cNvSpPr>
            <p:nvPr/>
          </p:nvSpPr>
          <p:spPr bwMode="auto">
            <a:xfrm flipV="1">
              <a:off x="6429375" y="9715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87" name="Line 62">
              <a:extLst>
                <a:ext uri="{FF2B5EF4-FFF2-40B4-BE49-F238E27FC236}">
                  <a16:creationId xmlns:a16="http://schemas.microsoft.com/office/drawing/2014/main" id="{1C92FD20-CF30-4A9C-B61F-E1AA6588E003}"/>
                </a:ext>
              </a:extLst>
            </p:cNvPr>
            <p:cNvSpPr>
              <a:spLocks noChangeShapeType="1"/>
            </p:cNvSpPr>
            <p:nvPr/>
          </p:nvSpPr>
          <p:spPr bwMode="auto">
            <a:xfrm flipV="1">
              <a:off x="7110413" y="9715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88" name="Line 63">
              <a:extLst>
                <a:ext uri="{FF2B5EF4-FFF2-40B4-BE49-F238E27FC236}">
                  <a16:creationId xmlns:a16="http://schemas.microsoft.com/office/drawing/2014/main" id="{80BE85ED-AED9-47DD-802F-C7584DDD147A}"/>
                </a:ext>
              </a:extLst>
            </p:cNvPr>
            <p:cNvSpPr>
              <a:spLocks noChangeShapeType="1"/>
            </p:cNvSpPr>
            <p:nvPr/>
          </p:nvSpPr>
          <p:spPr bwMode="auto">
            <a:xfrm flipV="1">
              <a:off x="7791450" y="9715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89" name="Rectangle 64">
              <a:extLst>
                <a:ext uri="{FF2B5EF4-FFF2-40B4-BE49-F238E27FC236}">
                  <a16:creationId xmlns:a16="http://schemas.microsoft.com/office/drawing/2014/main" id="{FA2453E9-5B42-417E-8053-0DD788645E22}"/>
                </a:ext>
              </a:extLst>
            </p:cNvPr>
            <p:cNvSpPr>
              <a:spLocks noChangeArrowheads="1"/>
            </p:cNvSpPr>
            <p:nvPr/>
          </p:nvSpPr>
          <p:spPr bwMode="auto">
            <a:xfrm>
              <a:off x="3073004" y="97988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3</a:t>
              </a:r>
            </a:p>
          </p:txBody>
        </p:sp>
        <p:sp>
          <p:nvSpPr>
            <p:cNvPr id="28690" name="Rectangle 65">
              <a:extLst>
                <a:ext uri="{FF2B5EF4-FFF2-40B4-BE49-F238E27FC236}">
                  <a16:creationId xmlns:a16="http://schemas.microsoft.com/office/drawing/2014/main" id="{1941F1D3-D143-4875-B1BA-E58F5E9AD024}"/>
                </a:ext>
              </a:extLst>
            </p:cNvPr>
            <p:cNvSpPr>
              <a:spLocks noChangeArrowheads="1"/>
            </p:cNvSpPr>
            <p:nvPr/>
          </p:nvSpPr>
          <p:spPr bwMode="auto">
            <a:xfrm>
              <a:off x="3692129" y="97988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4</a:t>
              </a:r>
            </a:p>
          </p:txBody>
        </p:sp>
        <p:sp>
          <p:nvSpPr>
            <p:cNvPr id="28691" name="Rectangle 66">
              <a:extLst>
                <a:ext uri="{FF2B5EF4-FFF2-40B4-BE49-F238E27FC236}">
                  <a16:creationId xmlns:a16="http://schemas.microsoft.com/office/drawing/2014/main" id="{AD7D8D19-C810-4962-BA0D-104C52A5982A}"/>
                </a:ext>
              </a:extLst>
            </p:cNvPr>
            <p:cNvSpPr>
              <a:spLocks noChangeArrowheads="1"/>
            </p:cNvSpPr>
            <p:nvPr/>
          </p:nvSpPr>
          <p:spPr bwMode="auto">
            <a:xfrm>
              <a:off x="4373167" y="97988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5</a:t>
              </a:r>
            </a:p>
          </p:txBody>
        </p:sp>
        <p:sp>
          <p:nvSpPr>
            <p:cNvPr id="28692" name="Rectangle 67">
              <a:extLst>
                <a:ext uri="{FF2B5EF4-FFF2-40B4-BE49-F238E27FC236}">
                  <a16:creationId xmlns:a16="http://schemas.microsoft.com/office/drawing/2014/main" id="{D3C51CCD-2D09-4863-BE60-B48627BEA687}"/>
                </a:ext>
              </a:extLst>
            </p:cNvPr>
            <p:cNvSpPr>
              <a:spLocks noChangeArrowheads="1"/>
            </p:cNvSpPr>
            <p:nvPr/>
          </p:nvSpPr>
          <p:spPr bwMode="auto">
            <a:xfrm>
              <a:off x="5054204" y="97988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6</a:t>
              </a:r>
            </a:p>
          </p:txBody>
        </p:sp>
        <p:sp>
          <p:nvSpPr>
            <p:cNvPr id="28693" name="Rectangle 68">
              <a:extLst>
                <a:ext uri="{FF2B5EF4-FFF2-40B4-BE49-F238E27FC236}">
                  <a16:creationId xmlns:a16="http://schemas.microsoft.com/office/drawing/2014/main" id="{00255B44-8E6E-4A52-B9B2-F3CD34982DC4}"/>
                </a:ext>
              </a:extLst>
            </p:cNvPr>
            <p:cNvSpPr>
              <a:spLocks noChangeArrowheads="1"/>
            </p:cNvSpPr>
            <p:nvPr/>
          </p:nvSpPr>
          <p:spPr bwMode="auto">
            <a:xfrm>
              <a:off x="5735242" y="97988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7</a:t>
              </a:r>
            </a:p>
          </p:txBody>
        </p:sp>
        <p:sp>
          <p:nvSpPr>
            <p:cNvPr id="28694" name="Rectangle 69">
              <a:extLst>
                <a:ext uri="{FF2B5EF4-FFF2-40B4-BE49-F238E27FC236}">
                  <a16:creationId xmlns:a16="http://schemas.microsoft.com/office/drawing/2014/main" id="{15E6A9D8-D8E4-41D5-B5D3-1DE138BB1284}"/>
                </a:ext>
              </a:extLst>
            </p:cNvPr>
            <p:cNvSpPr>
              <a:spLocks noChangeArrowheads="1"/>
            </p:cNvSpPr>
            <p:nvPr/>
          </p:nvSpPr>
          <p:spPr bwMode="auto">
            <a:xfrm>
              <a:off x="6416279" y="97988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8</a:t>
              </a:r>
            </a:p>
          </p:txBody>
        </p:sp>
        <p:sp>
          <p:nvSpPr>
            <p:cNvPr id="28695" name="Rectangle 70">
              <a:extLst>
                <a:ext uri="{FF2B5EF4-FFF2-40B4-BE49-F238E27FC236}">
                  <a16:creationId xmlns:a16="http://schemas.microsoft.com/office/drawing/2014/main" id="{36B8400A-D9C6-492E-B9B5-87177DD337D5}"/>
                </a:ext>
              </a:extLst>
            </p:cNvPr>
            <p:cNvSpPr>
              <a:spLocks noChangeArrowheads="1"/>
            </p:cNvSpPr>
            <p:nvPr/>
          </p:nvSpPr>
          <p:spPr bwMode="auto">
            <a:xfrm>
              <a:off x="7097317" y="97988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9</a:t>
              </a:r>
            </a:p>
          </p:txBody>
        </p:sp>
        <p:grpSp>
          <p:nvGrpSpPr>
            <p:cNvPr id="28696" name="Group 71">
              <a:extLst>
                <a:ext uri="{FF2B5EF4-FFF2-40B4-BE49-F238E27FC236}">
                  <a16:creationId xmlns:a16="http://schemas.microsoft.com/office/drawing/2014/main" id="{29545ADA-FBB3-4939-8F27-6512F541E6FD}"/>
                </a:ext>
              </a:extLst>
            </p:cNvPr>
            <p:cNvGrpSpPr>
              <a:grpSpLocks/>
            </p:cNvGrpSpPr>
            <p:nvPr/>
          </p:nvGrpSpPr>
          <p:grpSpPr bwMode="auto">
            <a:xfrm>
              <a:off x="1672829" y="1608537"/>
              <a:ext cx="659606" cy="254794"/>
              <a:chOff x="632" y="1351"/>
              <a:chExt cx="512" cy="214"/>
            </a:xfrm>
          </p:grpSpPr>
          <p:sp>
            <p:nvSpPr>
              <p:cNvPr id="28774" name="Rectangle 72">
                <a:extLst>
                  <a:ext uri="{FF2B5EF4-FFF2-40B4-BE49-F238E27FC236}">
                    <a16:creationId xmlns:a16="http://schemas.microsoft.com/office/drawing/2014/main" id="{29660D09-6997-4C57-9AFE-33578E4DAADB}"/>
                  </a:ext>
                </a:extLst>
              </p:cNvPr>
              <p:cNvSpPr>
                <a:spLocks noChangeArrowheads="1"/>
              </p:cNvSpPr>
              <p:nvPr/>
            </p:nvSpPr>
            <p:spPr bwMode="auto">
              <a:xfrm>
                <a:off x="632"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75" name="Rectangle 73">
                <a:extLst>
                  <a:ext uri="{FF2B5EF4-FFF2-40B4-BE49-F238E27FC236}">
                    <a16:creationId xmlns:a16="http://schemas.microsoft.com/office/drawing/2014/main" id="{316EE014-A0B4-4490-9F53-80963BDA2F09}"/>
                  </a:ext>
                </a:extLst>
              </p:cNvPr>
              <p:cNvSpPr>
                <a:spLocks noChangeArrowheads="1"/>
              </p:cNvSpPr>
              <p:nvPr/>
            </p:nvSpPr>
            <p:spPr bwMode="auto">
              <a:xfrm>
                <a:off x="672" y="1351"/>
                <a:ext cx="40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Ifetch</a:t>
                </a:r>
              </a:p>
            </p:txBody>
          </p:sp>
        </p:grpSp>
        <p:grpSp>
          <p:nvGrpSpPr>
            <p:cNvPr id="28697" name="Group 74">
              <a:extLst>
                <a:ext uri="{FF2B5EF4-FFF2-40B4-BE49-F238E27FC236}">
                  <a16:creationId xmlns:a16="http://schemas.microsoft.com/office/drawing/2014/main" id="{6EDD5904-1E31-44C1-82E7-F16D570CA6A3}"/>
                </a:ext>
              </a:extLst>
            </p:cNvPr>
            <p:cNvGrpSpPr>
              <a:grpSpLocks/>
            </p:cNvGrpSpPr>
            <p:nvPr/>
          </p:nvGrpSpPr>
          <p:grpSpPr bwMode="auto">
            <a:xfrm>
              <a:off x="2330054" y="1608537"/>
              <a:ext cx="687949" cy="254794"/>
              <a:chOff x="1142" y="1351"/>
              <a:chExt cx="533" cy="214"/>
            </a:xfrm>
          </p:grpSpPr>
          <p:sp>
            <p:nvSpPr>
              <p:cNvPr id="28772" name="Rectangle 75">
                <a:extLst>
                  <a:ext uri="{FF2B5EF4-FFF2-40B4-BE49-F238E27FC236}">
                    <a16:creationId xmlns:a16="http://schemas.microsoft.com/office/drawing/2014/main" id="{B997BA4C-64EA-4F5B-81CC-DA3B28D12055}"/>
                  </a:ext>
                </a:extLst>
              </p:cNvPr>
              <p:cNvSpPr>
                <a:spLocks noChangeArrowheads="1"/>
              </p:cNvSpPr>
              <p:nvPr/>
            </p:nvSpPr>
            <p:spPr bwMode="auto">
              <a:xfrm>
                <a:off x="1160"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73" name="Rectangle 76">
                <a:extLst>
                  <a:ext uri="{FF2B5EF4-FFF2-40B4-BE49-F238E27FC236}">
                    <a16:creationId xmlns:a16="http://schemas.microsoft.com/office/drawing/2014/main" id="{EC451C5D-04E0-4A9B-9084-445DFCC8FC22}"/>
                  </a:ext>
                </a:extLst>
              </p:cNvPr>
              <p:cNvSpPr>
                <a:spLocks noChangeArrowheads="1"/>
              </p:cNvSpPr>
              <p:nvPr/>
            </p:nvSpPr>
            <p:spPr bwMode="auto">
              <a:xfrm>
                <a:off x="1142" y="1351"/>
                <a:ext cx="5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Reg/Dec</a:t>
                </a:r>
              </a:p>
            </p:txBody>
          </p:sp>
        </p:grpSp>
        <p:grpSp>
          <p:nvGrpSpPr>
            <p:cNvPr id="28698" name="Group 77">
              <a:extLst>
                <a:ext uri="{FF2B5EF4-FFF2-40B4-BE49-F238E27FC236}">
                  <a16:creationId xmlns:a16="http://schemas.microsoft.com/office/drawing/2014/main" id="{FBAA1E30-FD28-46FF-A4ED-D7DB18D41686}"/>
                </a:ext>
              </a:extLst>
            </p:cNvPr>
            <p:cNvGrpSpPr>
              <a:grpSpLocks/>
            </p:cNvGrpSpPr>
            <p:nvPr/>
          </p:nvGrpSpPr>
          <p:grpSpPr bwMode="auto">
            <a:xfrm>
              <a:off x="3034904" y="1608537"/>
              <a:ext cx="659606" cy="254794"/>
              <a:chOff x="1688" y="1351"/>
              <a:chExt cx="512" cy="214"/>
            </a:xfrm>
          </p:grpSpPr>
          <p:sp>
            <p:nvSpPr>
              <p:cNvPr id="28770" name="Rectangle 78">
                <a:extLst>
                  <a:ext uri="{FF2B5EF4-FFF2-40B4-BE49-F238E27FC236}">
                    <a16:creationId xmlns:a16="http://schemas.microsoft.com/office/drawing/2014/main" id="{1E7DFC44-7E99-455E-9A03-B1557DE72C28}"/>
                  </a:ext>
                </a:extLst>
              </p:cNvPr>
              <p:cNvSpPr>
                <a:spLocks noChangeArrowheads="1"/>
              </p:cNvSpPr>
              <p:nvPr/>
            </p:nvSpPr>
            <p:spPr bwMode="auto">
              <a:xfrm>
                <a:off x="1688"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71" name="Rectangle 79">
                <a:extLst>
                  <a:ext uri="{FF2B5EF4-FFF2-40B4-BE49-F238E27FC236}">
                    <a16:creationId xmlns:a16="http://schemas.microsoft.com/office/drawing/2014/main" id="{5544D3F2-07EE-4E1F-A130-D34CD8BC4283}"/>
                  </a:ext>
                </a:extLst>
              </p:cNvPr>
              <p:cNvSpPr>
                <a:spLocks noChangeArrowheads="1"/>
              </p:cNvSpPr>
              <p:nvPr/>
            </p:nvSpPr>
            <p:spPr bwMode="auto">
              <a:xfrm>
                <a:off x="1766" y="1351"/>
                <a:ext cx="355"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Exec</a:t>
                </a:r>
              </a:p>
            </p:txBody>
          </p:sp>
        </p:grpSp>
        <p:grpSp>
          <p:nvGrpSpPr>
            <p:cNvPr id="28699" name="Group 80">
              <a:extLst>
                <a:ext uri="{FF2B5EF4-FFF2-40B4-BE49-F238E27FC236}">
                  <a16:creationId xmlns:a16="http://schemas.microsoft.com/office/drawing/2014/main" id="{C59F88F5-C4F8-4ABA-98C9-6B0A4C3807B2}"/>
                </a:ext>
              </a:extLst>
            </p:cNvPr>
            <p:cNvGrpSpPr>
              <a:grpSpLocks/>
            </p:cNvGrpSpPr>
            <p:nvPr/>
          </p:nvGrpSpPr>
          <p:grpSpPr bwMode="auto">
            <a:xfrm>
              <a:off x="3715942" y="1608537"/>
              <a:ext cx="659606" cy="254794"/>
              <a:chOff x="2216" y="1351"/>
              <a:chExt cx="512" cy="214"/>
            </a:xfrm>
          </p:grpSpPr>
          <p:sp>
            <p:nvSpPr>
              <p:cNvPr id="28768" name="Rectangle 81">
                <a:extLst>
                  <a:ext uri="{FF2B5EF4-FFF2-40B4-BE49-F238E27FC236}">
                    <a16:creationId xmlns:a16="http://schemas.microsoft.com/office/drawing/2014/main" id="{26FF9EE0-950C-4AE4-8E4D-B55118F80A23}"/>
                  </a:ext>
                </a:extLst>
              </p:cNvPr>
              <p:cNvSpPr>
                <a:spLocks noChangeArrowheads="1"/>
              </p:cNvSpPr>
              <p:nvPr/>
            </p:nvSpPr>
            <p:spPr bwMode="auto">
              <a:xfrm>
                <a:off x="2216"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69" name="Rectangle 82">
                <a:extLst>
                  <a:ext uri="{FF2B5EF4-FFF2-40B4-BE49-F238E27FC236}">
                    <a16:creationId xmlns:a16="http://schemas.microsoft.com/office/drawing/2014/main" id="{C3706067-AE7E-485C-B2D1-270F38AFEA6C}"/>
                  </a:ext>
                </a:extLst>
              </p:cNvPr>
              <p:cNvSpPr>
                <a:spLocks noChangeArrowheads="1"/>
              </p:cNvSpPr>
              <p:nvPr/>
            </p:nvSpPr>
            <p:spPr bwMode="auto">
              <a:xfrm>
                <a:off x="2294" y="1351"/>
                <a:ext cx="27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Wr</a:t>
                </a:r>
              </a:p>
            </p:txBody>
          </p:sp>
        </p:grpSp>
        <p:sp>
          <p:nvSpPr>
            <p:cNvPr id="28700" name="Rectangle 83">
              <a:extLst>
                <a:ext uri="{FF2B5EF4-FFF2-40B4-BE49-F238E27FC236}">
                  <a16:creationId xmlns:a16="http://schemas.microsoft.com/office/drawing/2014/main" id="{9E9351A3-88F6-4C7B-BE61-EDD963E5C887}"/>
                </a:ext>
              </a:extLst>
            </p:cNvPr>
            <p:cNvSpPr>
              <a:spLocks noChangeArrowheads="1"/>
            </p:cNvSpPr>
            <p:nvPr/>
          </p:nvSpPr>
          <p:spPr bwMode="auto">
            <a:xfrm>
              <a:off x="1091804" y="1608535"/>
              <a:ext cx="58349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R-type</a:t>
              </a:r>
            </a:p>
          </p:txBody>
        </p:sp>
        <p:grpSp>
          <p:nvGrpSpPr>
            <p:cNvPr id="28701" name="Group 84">
              <a:extLst>
                <a:ext uri="{FF2B5EF4-FFF2-40B4-BE49-F238E27FC236}">
                  <a16:creationId xmlns:a16="http://schemas.microsoft.com/office/drawing/2014/main" id="{1801BB7B-CB95-435F-AAB9-3776569D7CC6}"/>
                </a:ext>
              </a:extLst>
            </p:cNvPr>
            <p:cNvGrpSpPr>
              <a:grpSpLocks/>
            </p:cNvGrpSpPr>
            <p:nvPr/>
          </p:nvGrpSpPr>
          <p:grpSpPr bwMode="auto">
            <a:xfrm>
              <a:off x="2353867" y="1951437"/>
              <a:ext cx="659606" cy="254794"/>
              <a:chOff x="1160" y="1639"/>
              <a:chExt cx="512" cy="214"/>
            </a:xfrm>
          </p:grpSpPr>
          <p:sp>
            <p:nvSpPr>
              <p:cNvPr id="28766" name="Rectangle 85">
                <a:extLst>
                  <a:ext uri="{FF2B5EF4-FFF2-40B4-BE49-F238E27FC236}">
                    <a16:creationId xmlns:a16="http://schemas.microsoft.com/office/drawing/2014/main" id="{8C002886-3B7C-4E06-AF26-584E9B752135}"/>
                  </a:ext>
                </a:extLst>
              </p:cNvPr>
              <p:cNvSpPr>
                <a:spLocks noChangeArrowheads="1"/>
              </p:cNvSpPr>
              <p:nvPr/>
            </p:nvSpPr>
            <p:spPr bwMode="auto">
              <a:xfrm>
                <a:off x="1160"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67" name="Rectangle 86">
                <a:extLst>
                  <a:ext uri="{FF2B5EF4-FFF2-40B4-BE49-F238E27FC236}">
                    <a16:creationId xmlns:a16="http://schemas.microsoft.com/office/drawing/2014/main" id="{79DAFC68-4A9A-4568-B982-6EE08E79E1C4}"/>
                  </a:ext>
                </a:extLst>
              </p:cNvPr>
              <p:cNvSpPr>
                <a:spLocks noChangeArrowheads="1"/>
              </p:cNvSpPr>
              <p:nvPr/>
            </p:nvSpPr>
            <p:spPr bwMode="auto">
              <a:xfrm>
                <a:off x="1200" y="1639"/>
                <a:ext cx="40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Ifetch</a:t>
                </a:r>
              </a:p>
            </p:txBody>
          </p:sp>
        </p:grpSp>
        <p:grpSp>
          <p:nvGrpSpPr>
            <p:cNvPr id="28702" name="Group 87">
              <a:extLst>
                <a:ext uri="{FF2B5EF4-FFF2-40B4-BE49-F238E27FC236}">
                  <a16:creationId xmlns:a16="http://schemas.microsoft.com/office/drawing/2014/main" id="{A12C6C25-F52B-48EA-A7C4-56BB62A9385E}"/>
                </a:ext>
              </a:extLst>
            </p:cNvPr>
            <p:cNvGrpSpPr>
              <a:grpSpLocks/>
            </p:cNvGrpSpPr>
            <p:nvPr/>
          </p:nvGrpSpPr>
          <p:grpSpPr bwMode="auto">
            <a:xfrm>
              <a:off x="3011092" y="1951437"/>
              <a:ext cx="687949" cy="254794"/>
              <a:chOff x="1670" y="1639"/>
              <a:chExt cx="533" cy="214"/>
            </a:xfrm>
          </p:grpSpPr>
          <p:sp>
            <p:nvSpPr>
              <p:cNvPr id="28764" name="Rectangle 88">
                <a:extLst>
                  <a:ext uri="{FF2B5EF4-FFF2-40B4-BE49-F238E27FC236}">
                    <a16:creationId xmlns:a16="http://schemas.microsoft.com/office/drawing/2014/main" id="{35788691-1AC3-4786-9C66-FCDCE38388FF}"/>
                  </a:ext>
                </a:extLst>
              </p:cNvPr>
              <p:cNvSpPr>
                <a:spLocks noChangeArrowheads="1"/>
              </p:cNvSpPr>
              <p:nvPr/>
            </p:nvSpPr>
            <p:spPr bwMode="auto">
              <a:xfrm>
                <a:off x="1688"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65" name="Rectangle 89">
                <a:extLst>
                  <a:ext uri="{FF2B5EF4-FFF2-40B4-BE49-F238E27FC236}">
                    <a16:creationId xmlns:a16="http://schemas.microsoft.com/office/drawing/2014/main" id="{7746499D-C0DB-4D6D-9339-2B3A56EB9F9D}"/>
                  </a:ext>
                </a:extLst>
              </p:cNvPr>
              <p:cNvSpPr>
                <a:spLocks noChangeArrowheads="1"/>
              </p:cNvSpPr>
              <p:nvPr/>
            </p:nvSpPr>
            <p:spPr bwMode="auto">
              <a:xfrm>
                <a:off x="1670" y="1639"/>
                <a:ext cx="5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Reg/Dec</a:t>
                </a:r>
              </a:p>
            </p:txBody>
          </p:sp>
        </p:grpSp>
        <p:grpSp>
          <p:nvGrpSpPr>
            <p:cNvPr id="28703" name="Group 90">
              <a:extLst>
                <a:ext uri="{FF2B5EF4-FFF2-40B4-BE49-F238E27FC236}">
                  <a16:creationId xmlns:a16="http://schemas.microsoft.com/office/drawing/2014/main" id="{355B4D94-881C-4955-A603-ECDCB464B66B}"/>
                </a:ext>
              </a:extLst>
            </p:cNvPr>
            <p:cNvGrpSpPr>
              <a:grpSpLocks/>
            </p:cNvGrpSpPr>
            <p:nvPr/>
          </p:nvGrpSpPr>
          <p:grpSpPr bwMode="auto">
            <a:xfrm>
              <a:off x="3715942" y="1951437"/>
              <a:ext cx="659606" cy="254794"/>
              <a:chOff x="2216" y="1639"/>
              <a:chExt cx="512" cy="214"/>
            </a:xfrm>
          </p:grpSpPr>
          <p:sp>
            <p:nvSpPr>
              <p:cNvPr id="28762" name="Rectangle 91">
                <a:extLst>
                  <a:ext uri="{FF2B5EF4-FFF2-40B4-BE49-F238E27FC236}">
                    <a16:creationId xmlns:a16="http://schemas.microsoft.com/office/drawing/2014/main" id="{277DE12D-9343-48F0-885B-257993DA8804}"/>
                  </a:ext>
                </a:extLst>
              </p:cNvPr>
              <p:cNvSpPr>
                <a:spLocks noChangeArrowheads="1"/>
              </p:cNvSpPr>
              <p:nvPr/>
            </p:nvSpPr>
            <p:spPr bwMode="auto">
              <a:xfrm>
                <a:off x="2216"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63" name="Rectangle 92">
                <a:extLst>
                  <a:ext uri="{FF2B5EF4-FFF2-40B4-BE49-F238E27FC236}">
                    <a16:creationId xmlns:a16="http://schemas.microsoft.com/office/drawing/2014/main" id="{4BDC4C40-8419-48DE-9F2D-81DBBB3F6AD4}"/>
                  </a:ext>
                </a:extLst>
              </p:cNvPr>
              <p:cNvSpPr>
                <a:spLocks noChangeArrowheads="1"/>
              </p:cNvSpPr>
              <p:nvPr/>
            </p:nvSpPr>
            <p:spPr bwMode="auto">
              <a:xfrm>
                <a:off x="2294" y="1639"/>
                <a:ext cx="355"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Exec</a:t>
                </a:r>
              </a:p>
            </p:txBody>
          </p:sp>
        </p:grpSp>
        <p:grpSp>
          <p:nvGrpSpPr>
            <p:cNvPr id="28704" name="Group 93">
              <a:extLst>
                <a:ext uri="{FF2B5EF4-FFF2-40B4-BE49-F238E27FC236}">
                  <a16:creationId xmlns:a16="http://schemas.microsoft.com/office/drawing/2014/main" id="{A1BF4972-060C-422C-8FD3-B9AFB249330E}"/>
                </a:ext>
              </a:extLst>
            </p:cNvPr>
            <p:cNvGrpSpPr>
              <a:grpSpLocks/>
            </p:cNvGrpSpPr>
            <p:nvPr/>
          </p:nvGrpSpPr>
          <p:grpSpPr bwMode="auto">
            <a:xfrm>
              <a:off x="4396979" y="1951437"/>
              <a:ext cx="659606" cy="254794"/>
              <a:chOff x="2744" y="1639"/>
              <a:chExt cx="512" cy="214"/>
            </a:xfrm>
          </p:grpSpPr>
          <p:sp>
            <p:nvSpPr>
              <p:cNvPr id="28760" name="Rectangle 94">
                <a:extLst>
                  <a:ext uri="{FF2B5EF4-FFF2-40B4-BE49-F238E27FC236}">
                    <a16:creationId xmlns:a16="http://schemas.microsoft.com/office/drawing/2014/main" id="{AFD9BA39-1F26-4295-9B0F-D4F99482EB5A}"/>
                  </a:ext>
                </a:extLst>
              </p:cNvPr>
              <p:cNvSpPr>
                <a:spLocks noChangeArrowheads="1"/>
              </p:cNvSpPr>
              <p:nvPr/>
            </p:nvSpPr>
            <p:spPr bwMode="auto">
              <a:xfrm>
                <a:off x="2744" y="164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61" name="Rectangle 95">
                <a:extLst>
                  <a:ext uri="{FF2B5EF4-FFF2-40B4-BE49-F238E27FC236}">
                    <a16:creationId xmlns:a16="http://schemas.microsoft.com/office/drawing/2014/main" id="{D65FC99D-F2C9-4E43-97FF-1B3C3F0A311D}"/>
                  </a:ext>
                </a:extLst>
              </p:cNvPr>
              <p:cNvSpPr>
                <a:spLocks noChangeArrowheads="1"/>
              </p:cNvSpPr>
              <p:nvPr/>
            </p:nvSpPr>
            <p:spPr bwMode="auto">
              <a:xfrm>
                <a:off x="2822" y="1639"/>
                <a:ext cx="27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Wr</a:t>
                </a:r>
              </a:p>
            </p:txBody>
          </p:sp>
        </p:grpSp>
        <p:sp>
          <p:nvSpPr>
            <p:cNvPr id="28705" name="Rectangle 96">
              <a:extLst>
                <a:ext uri="{FF2B5EF4-FFF2-40B4-BE49-F238E27FC236}">
                  <a16:creationId xmlns:a16="http://schemas.microsoft.com/office/drawing/2014/main" id="{DB428D4F-BBB4-436E-B56F-FB4CB916A8B6}"/>
                </a:ext>
              </a:extLst>
            </p:cNvPr>
            <p:cNvSpPr>
              <a:spLocks noChangeArrowheads="1"/>
            </p:cNvSpPr>
            <p:nvPr/>
          </p:nvSpPr>
          <p:spPr bwMode="auto">
            <a:xfrm>
              <a:off x="1710929" y="1951435"/>
              <a:ext cx="58349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R-type</a:t>
              </a:r>
            </a:p>
          </p:txBody>
        </p:sp>
        <p:grpSp>
          <p:nvGrpSpPr>
            <p:cNvPr id="28706" name="Group 97">
              <a:extLst>
                <a:ext uri="{FF2B5EF4-FFF2-40B4-BE49-F238E27FC236}">
                  <a16:creationId xmlns:a16="http://schemas.microsoft.com/office/drawing/2014/main" id="{23A04F5C-A245-4216-8E0E-9DD4E1834A5C}"/>
                </a:ext>
              </a:extLst>
            </p:cNvPr>
            <p:cNvGrpSpPr>
              <a:grpSpLocks/>
            </p:cNvGrpSpPr>
            <p:nvPr/>
          </p:nvGrpSpPr>
          <p:grpSpPr bwMode="auto">
            <a:xfrm>
              <a:off x="3034904" y="2294337"/>
              <a:ext cx="3383756" cy="254794"/>
              <a:chOff x="1688" y="1927"/>
              <a:chExt cx="2624" cy="214"/>
            </a:xfrm>
          </p:grpSpPr>
          <p:grpSp>
            <p:nvGrpSpPr>
              <p:cNvPr id="28745" name="Group 98">
                <a:extLst>
                  <a:ext uri="{FF2B5EF4-FFF2-40B4-BE49-F238E27FC236}">
                    <a16:creationId xmlns:a16="http://schemas.microsoft.com/office/drawing/2014/main" id="{1103CD67-7065-4F89-9579-BD4395BE5A98}"/>
                  </a:ext>
                </a:extLst>
              </p:cNvPr>
              <p:cNvGrpSpPr>
                <a:grpSpLocks/>
              </p:cNvGrpSpPr>
              <p:nvPr/>
            </p:nvGrpSpPr>
            <p:grpSpPr bwMode="auto">
              <a:xfrm>
                <a:off x="1688" y="1927"/>
                <a:ext cx="512" cy="214"/>
                <a:chOff x="1688" y="1927"/>
                <a:chExt cx="512" cy="214"/>
              </a:xfrm>
            </p:grpSpPr>
            <p:sp>
              <p:nvSpPr>
                <p:cNvPr id="28758" name="Rectangle 99">
                  <a:extLst>
                    <a:ext uri="{FF2B5EF4-FFF2-40B4-BE49-F238E27FC236}">
                      <a16:creationId xmlns:a16="http://schemas.microsoft.com/office/drawing/2014/main" id="{638DC7E7-8041-4A3A-A865-C18094C42234}"/>
                    </a:ext>
                  </a:extLst>
                </p:cNvPr>
                <p:cNvSpPr>
                  <a:spLocks noChangeArrowheads="1"/>
                </p:cNvSpPr>
                <p:nvPr/>
              </p:nvSpPr>
              <p:spPr bwMode="auto">
                <a:xfrm>
                  <a:off x="1688" y="192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59" name="Rectangle 100">
                  <a:extLst>
                    <a:ext uri="{FF2B5EF4-FFF2-40B4-BE49-F238E27FC236}">
                      <a16:creationId xmlns:a16="http://schemas.microsoft.com/office/drawing/2014/main" id="{3D62703D-34D4-42EE-9430-78D4EDFA3707}"/>
                    </a:ext>
                  </a:extLst>
                </p:cNvPr>
                <p:cNvSpPr>
                  <a:spLocks noChangeArrowheads="1"/>
                </p:cNvSpPr>
                <p:nvPr/>
              </p:nvSpPr>
              <p:spPr bwMode="auto">
                <a:xfrm>
                  <a:off x="1728" y="1927"/>
                  <a:ext cx="40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Ifetch</a:t>
                  </a:r>
                </a:p>
              </p:txBody>
            </p:sp>
          </p:grpSp>
          <p:grpSp>
            <p:nvGrpSpPr>
              <p:cNvPr id="28746" name="Group 101">
                <a:extLst>
                  <a:ext uri="{FF2B5EF4-FFF2-40B4-BE49-F238E27FC236}">
                    <a16:creationId xmlns:a16="http://schemas.microsoft.com/office/drawing/2014/main" id="{3814649B-FA52-4D02-8B91-F61F6F7F5F83}"/>
                  </a:ext>
                </a:extLst>
              </p:cNvPr>
              <p:cNvGrpSpPr>
                <a:grpSpLocks/>
              </p:cNvGrpSpPr>
              <p:nvPr/>
            </p:nvGrpSpPr>
            <p:grpSpPr bwMode="auto">
              <a:xfrm>
                <a:off x="2198" y="1927"/>
                <a:ext cx="533" cy="214"/>
                <a:chOff x="2198" y="1927"/>
                <a:chExt cx="533" cy="214"/>
              </a:xfrm>
            </p:grpSpPr>
            <p:sp>
              <p:nvSpPr>
                <p:cNvPr id="28756" name="Rectangle 102">
                  <a:extLst>
                    <a:ext uri="{FF2B5EF4-FFF2-40B4-BE49-F238E27FC236}">
                      <a16:creationId xmlns:a16="http://schemas.microsoft.com/office/drawing/2014/main" id="{076B754B-D663-47A5-B171-21E65918F3D7}"/>
                    </a:ext>
                  </a:extLst>
                </p:cNvPr>
                <p:cNvSpPr>
                  <a:spLocks noChangeArrowheads="1"/>
                </p:cNvSpPr>
                <p:nvPr/>
              </p:nvSpPr>
              <p:spPr bwMode="auto">
                <a:xfrm>
                  <a:off x="2216" y="192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57" name="Rectangle 103">
                  <a:extLst>
                    <a:ext uri="{FF2B5EF4-FFF2-40B4-BE49-F238E27FC236}">
                      <a16:creationId xmlns:a16="http://schemas.microsoft.com/office/drawing/2014/main" id="{AA3D89FF-99A7-4A2B-A5D9-A56ACC28655D}"/>
                    </a:ext>
                  </a:extLst>
                </p:cNvPr>
                <p:cNvSpPr>
                  <a:spLocks noChangeArrowheads="1"/>
                </p:cNvSpPr>
                <p:nvPr/>
              </p:nvSpPr>
              <p:spPr bwMode="auto">
                <a:xfrm>
                  <a:off x="2198" y="1927"/>
                  <a:ext cx="5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Reg/Dec</a:t>
                  </a:r>
                </a:p>
              </p:txBody>
            </p:sp>
          </p:grpSp>
          <p:grpSp>
            <p:nvGrpSpPr>
              <p:cNvPr id="28747" name="Group 104">
                <a:extLst>
                  <a:ext uri="{FF2B5EF4-FFF2-40B4-BE49-F238E27FC236}">
                    <a16:creationId xmlns:a16="http://schemas.microsoft.com/office/drawing/2014/main" id="{E02D0F04-99AA-4E62-B992-6F93E75424E8}"/>
                  </a:ext>
                </a:extLst>
              </p:cNvPr>
              <p:cNvGrpSpPr>
                <a:grpSpLocks/>
              </p:cNvGrpSpPr>
              <p:nvPr/>
            </p:nvGrpSpPr>
            <p:grpSpPr bwMode="auto">
              <a:xfrm>
                <a:off x="2744" y="1927"/>
                <a:ext cx="512" cy="214"/>
                <a:chOff x="2744" y="1927"/>
                <a:chExt cx="512" cy="214"/>
              </a:xfrm>
            </p:grpSpPr>
            <p:sp>
              <p:nvSpPr>
                <p:cNvPr id="28754" name="Rectangle 105">
                  <a:extLst>
                    <a:ext uri="{FF2B5EF4-FFF2-40B4-BE49-F238E27FC236}">
                      <a16:creationId xmlns:a16="http://schemas.microsoft.com/office/drawing/2014/main" id="{8017DCAB-E72E-4DBA-AFD4-339B15ACEE93}"/>
                    </a:ext>
                  </a:extLst>
                </p:cNvPr>
                <p:cNvSpPr>
                  <a:spLocks noChangeArrowheads="1"/>
                </p:cNvSpPr>
                <p:nvPr/>
              </p:nvSpPr>
              <p:spPr bwMode="auto">
                <a:xfrm>
                  <a:off x="2744" y="192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55" name="Rectangle 106">
                  <a:extLst>
                    <a:ext uri="{FF2B5EF4-FFF2-40B4-BE49-F238E27FC236}">
                      <a16:creationId xmlns:a16="http://schemas.microsoft.com/office/drawing/2014/main" id="{F8F69B40-A5EB-4E28-9E37-916CC042814B}"/>
                    </a:ext>
                  </a:extLst>
                </p:cNvPr>
                <p:cNvSpPr>
                  <a:spLocks noChangeArrowheads="1"/>
                </p:cNvSpPr>
                <p:nvPr/>
              </p:nvSpPr>
              <p:spPr bwMode="auto">
                <a:xfrm>
                  <a:off x="2822" y="1927"/>
                  <a:ext cx="35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Exec</a:t>
                  </a:r>
                </a:p>
              </p:txBody>
            </p:sp>
          </p:grpSp>
          <p:grpSp>
            <p:nvGrpSpPr>
              <p:cNvPr id="28748" name="Group 107">
                <a:extLst>
                  <a:ext uri="{FF2B5EF4-FFF2-40B4-BE49-F238E27FC236}">
                    <a16:creationId xmlns:a16="http://schemas.microsoft.com/office/drawing/2014/main" id="{70240743-218E-45B4-A0E8-84672DDEA787}"/>
                  </a:ext>
                </a:extLst>
              </p:cNvPr>
              <p:cNvGrpSpPr>
                <a:grpSpLocks/>
              </p:cNvGrpSpPr>
              <p:nvPr/>
            </p:nvGrpSpPr>
            <p:grpSpPr bwMode="auto">
              <a:xfrm>
                <a:off x="3272" y="1927"/>
                <a:ext cx="512" cy="214"/>
                <a:chOff x="3272" y="1927"/>
                <a:chExt cx="512" cy="214"/>
              </a:xfrm>
            </p:grpSpPr>
            <p:sp>
              <p:nvSpPr>
                <p:cNvPr id="28752" name="Rectangle 108">
                  <a:extLst>
                    <a:ext uri="{FF2B5EF4-FFF2-40B4-BE49-F238E27FC236}">
                      <a16:creationId xmlns:a16="http://schemas.microsoft.com/office/drawing/2014/main" id="{781AE0C9-D0BB-47F6-A424-A2EF233D62FC}"/>
                    </a:ext>
                  </a:extLst>
                </p:cNvPr>
                <p:cNvSpPr>
                  <a:spLocks noChangeArrowheads="1"/>
                </p:cNvSpPr>
                <p:nvPr/>
              </p:nvSpPr>
              <p:spPr bwMode="auto">
                <a:xfrm>
                  <a:off x="3272" y="192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53" name="Rectangle 109">
                  <a:extLst>
                    <a:ext uri="{FF2B5EF4-FFF2-40B4-BE49-F238E27FC236}">
                      <a16:creationId xmlns:a16="http://schemas.microsoft.com/office/drawing/2014/main" id="{165C63CA-057E-4C63-9550-104203C4105C}"/>
                    </a:ext>
                  </a:extLst>
                </p:cNvPr>
                <p:cNvSpPr>
                  <a:spLocks noChangeArrowheads="1"/>
                </p:cNvSpPr>
                <p:nvPr/>
              </p:nvSpPr>
              <p:spPr bwMode="auto">
                <a:xfrm>
                  <a:off x="3350" y="1927"/>
                  <a:ext cx="3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grpSp>
          <p:grpSp>
            <p:nvGrpSpPr>
              <p:cNvPr id="28749" name="Group 110">
                <a:extLst>
                  <a:ext uri="{FF2B5EF4-FFF2-40B4-BE49-F238E27FC236}">
                    <a16:creationId xmlns:a16="http://schemas.microsoft.com/office/drawing/2014/main" id="{D67298F6-8265-4439-8F04-240E04C061D4}"/>
                  </a:ext>
                </a:extLst>
              </p:cNvPr>
              <p:cNvGrpSpPr>
                <a:grpSpLocks/>
              </p:cNvGrpSpPr>
              <p:nvPr/>
            </p:nvGrpSpPr>
            <p:grpSpPr bwMode="auto">
              <a:xfrm>
                <a:off x="3800" y="1927"/>
                <a:ext cx="512" cy="214"/>
                <a:chOff x="3800" y="1927"/>
                <a:chExt cx="512" cy="214"/>
              </a:xfrm>
            </p:grpSpPr>
            <p:sp>
              <p:nvSpPr>
                <p:cNvPr id="28750" name="Rectangle 111">
                  <a:extLst>
                    <a:ext uri="{FF2B5EF4-FFF2-40B4-BE49-F238E27FC236}">
                      <a16:creationId xmlns:a16="http://schemas.microsoft.com/office/drawing/2014/main" id="{9EC5B506-E91A-4588-AD8C-74DD21DD311B}"/>
                    </a:ext>
                  </a:extLst>
                </p:cNvPr>
                <p:cNvSpPr>
                  <a:spLocks noChangeArrowheads="1"/>
                </p:cNvSpPr>
                <p:nvPr/>
              </p:nvSpPr>
              <p:spPr bwMode="auto">
                <a:xfrm>
                  <a:off x="3800" y="192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51" name="Rectangle 112">
                  <a:extLst>
                    <a:ext uri="{FF2B5EF4-FFF2-40B4-BE49-F238E27FC236}">
                      <a16:creationId xmlns:a16="http://schemas.microsoft.com/office/drawing/2014/main" id="{80EF0F7C-53F0-4320-9CBC-3AB406F43687}"/>
                    </a:ext>
                  </a:extLst>
                </p:cNvPr>
                <p:cNvSpPr>
                  <a:spLocks noChangeArrowheads="1"/>
                </p:cNvSpPr>
                <p:nvPr/>
              </p:nvSpPr>
              <p:spPr bwMode="auto">
                <a:xfrm>
                  <a:off x="3878" y="1927"/>
                  <a:ext cx="27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Wr</a:t>
                  </a:r>
                </a:p>
              </p:txBody>
            </p:sp>
          </p:grpSp>
        </p:grpSp>
        <p:sp>
          <p:nvSpPr>
            <p:cNvPr id="28707" name="Rectangle 113">
              <a:extLst>
                <a:ext uri="{FF2B5EF4-FFF2-40B4-BE49-F238E27FC236}">
                  <a16:creationId xmlns:a16="http://schemas.microsoft.com/office/drawing/2014/main" id="{2363D224-1D4A-419E-98C2-44E205CA09AC}"/>
                </a:ext>
              </a:extLst>
            </p:cNvPr>
            <p:cNvSpPr>
              <a:spLocks noChangeArrowheads="1"/>
            </p:cNvSpPr>
            <p:nvPr/>
          </p:nvSpPr>
          <p:spPr bwMode="auto">
            <a:xfrm>
              <a:off x="2515791" y="2294335"/>
              <a:ext cx="48090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Load</a:t>
              </a:r>
            </a:p>
          </p:txBody>
        </p:sp>
        <p:grpSp>
          <p:nvGrpSpPr>
            <p:cNvPr id="28708" name="Group 114">
              <a:extLst>
                <a:ext uri="{FF2B5EF4-FFF2-40B4-BE49-F238E27FC236}">
                  <a16:creationId xmlns:a16="http://schemas.microsoft.com/office/drawing/2014/main" id="{9F01C74C-4B6F-4DB5-BF3F-40D506343D02}"/>
                </a:ext>
              </a:extLst>
            </p:cNvPr>
            <p:cNvGrpSpPr>
              <a:grpSpLocks/>
            </p:cNvGrpSpPr>
            <p:nvPr/>
          </p:nvGrpSpPr>
          <p:grpSpPr bwMode="auto">
            <a:xfrm>
              <a:off x="3715942" y="2637237"/>
              <a:ext cx="659606" cy="254794"/>
              <a:chOff x="2216" y="2215"/>
              <a:chExt cx="512" cy="214"/>
            </a:xfrm>
          </p:grpSpPr>
          <p:sp>
            <p:nvSpPr>
              <p:cNvPr id="28743" name="Rectangle 115">
                <a:extLst>
                  <a:ext uri="{FF2B5EF4-FFF2-40B4-BE49-F238E27FC236}">
                    <a16:creationId xmlns:a16="http://schemas.microsoft.com/office/drawing/2014/main" id="{ED09B017-381C-41FB-B946-CD083AC369B9}"/>
                  </a:ext>
                </a:extLst>
              </p:cNvPr>
              <p:cNvSpPr>
                <a:spLocks noChangeArrowheads="1"/>
              </p:cNvSpPr>
              <p:nvPr/>
            </p:nvSpPr>
            <p:spPr bwMode="auto">
              <a:xfrm>
                <a:off x="2216" y="22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44" name="Rectangle 116">
                <a:extLst>
                  <a:ext uri="{FF2B5EF4-FFF2-40B4-BE49-F238E27FC236}">
                    <a16:creationId xmlns:a16="http://schemas.microsoft.com/office/drawing/2014/main" id="{73B8B1CA-78E8-4704-A569-65EFE16A2CC5}"/>
                  </a:ext>
                </a:extLst>
              </p:cNvPr>
              <p:cNvSpPr>
                <a:spLocks noChangeArrowheads="1"/>
              </p:cNvSpPr>
              <p:nvPr/>
            </p:nvSpPr>
            <p:spPr bwMode="auto">
              <a:xfrm>
                <a:off x="2256" y="2215"/>
                <a:ext cx="40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err="1">
                    <a:latin typeface="Times New Roman" panose="02020603050405020304" pitchFamily="18" charset="0"/>
                    <a:ea typeface="新細明體" panose="02020500000000000000" pitchFamily="18" charset="-120"/>
                  </a:rPr>
                  <a:t>Ifetch</a:t>
                </a:r>
                <a:endParaRPr kumimoji="1" lang="en-US" altLang="zh-TW" sz="1200" dirty="0">
                  <a:latin typeface="Times New Roman" panose="02020603050405020304" pitchFamily="18" charset="0"/>
                  <a:ea typeface="新細明體" panose="02020500000000000000" pitchFamily="18" charset="-120"/>
                </a:endParaRPr>
              </a:p>
            </p:txBody>
          </p:sp>
        </p:grpSp>
        <p:grpSp>
          <p:nvGrpSpPr>
            <p:cNvPr id="28709" name="Group 117">
              <a:extLst>
                <a:ext uri="{FF2B5EF4-FFF2-40B4-BE49-F238E27FC236}">
                  <a16:creationId xmlns:a16="http://schemas.microsoft.com/office/drawing/2014/main" id="{6855E1F8-59A4-4DCC-9564-C01086F47EDE}"/>
                </a:ext>
              </a:extLst>
            </p:cNvPr>
            <p:cNvGrpSpPr>
              <a:grpSpLocks/>
            </p:cNvGrpSpPr>
            <p:nvPr/>
          </p:nvGrpSpPr>
          <p:grpSpPr bwMode="auto">
            <a:xfrm>
              <a:off x="4373166" y="2637237"/>
              <a:ext cx="687949" cy="254794"/>
              <a:chOff x="2726" y="2215"/>
              <a:chExt cx="533" cy="214"/>
            </a:xfrm>
          </p:grpSpPr>
          <p:sp>
            <p:nvSpPr>
              <p:cNvPr id="28741" name="Rectangle 118">
                <a:extLst>
                  <a:ext uri="{FF2B5EF4-FFF2-40B4-BE49-F238E27FC236}">
                    <a16:creationId xmlns:a16="http://schemas.microsoft.com/office/drawing/2014/main" id="{4D007CD4-95EB-4415-9B30-9DCE2C57E2AA}"/>
                  </a:ext>
                </a:extLst>
              </p:cNvPr>
              <p:cNvSpPr>
                <a:spLocks noChangeArrowheads="1"/>
              </p:cNvSpPr>
              <p:nvPr/>
            </p:nvSpPr>
            <p:spPr bwMode="auto">
              <a:xfrm>
                <a:off x="2744" y="22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42" name="Rectangle 119">
                <a:extLst>
                  <a:ext uri="{FF2B5EF4-FFF2-40B4-BE49-F238E27FC236}">
                    <a16:creationId xmlns:a16="http://schemas.microsoft.com/office/drawing/2014/main" id="{763CE347-CB51-475C-B5EA-502929470C21}"/>
                  </a:ext>
                </a:extLst>
              </p:cNvPr>
              <p:cNvSpPr>
                <a:spLocks noChangeArrowheads="1"/>
              </p:cNvSpPr>
              <p:nvPr/>
            </p:nvSpPr>
            <p:spPr bwMode="auto">
              <a:xfrm>
                <a:off x="2726" y="2215"/>
                <a:ext cx="5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Reg/Dec</a:t>
                </a:r>
              </a:p>
            </p:txBody>
          </p:sp>
        </p:grpSp>
        <p:grpSp>
          <p:nvGrpSpPr>
            <p:cNvPr id="28710" name="Group 120">
              <a:extLst>
                <a:ext uri="{FF2B5EF4-FFF2-40B4-BE49-F238E27FC236}">
                  <a16:creationId xmlns:a16="http://schemas.microsoft.com/office/drawing/2014/main" id="{4C0788C5-BA01-4CAD-99BC-873CAFDC33A5}"/>
                </a:ext>
              </a:extLst>
            </p:cNvPr>
            <p:cNvGrpSpPr>
              <a:grpSpLocks/>
            </p:cNvGrpSpPr>
            <p:nvPr/>
          </p:nvGrpSpPr>
          <p:grpSpPr bwMode="auto">
            <a:xfrm>
              <a:off x="5078017" y="2637237"/>
              <a:ext cx="659606" cy="254794"/>
              <a:chOff x="3272" y="2215"/>
              <a:chExt cx="512" cy="214"/>
            </a:xfrm>
          </p:grpSpPr>
          <p:sp>
            <p:nvSpPr>
              <p:cNvPr id="28739" name="Rectangle 121">
                <a:extLst>
                  <a:ext uri="{FF2B5EF4-FFF2-40B4-BE49-F238E27FC236}">
                    <a16:creationId xmlns:a16="http://schemas.microsoft.com/office/drawing/2014/main" id="{14BCE7C3-6598-4A95-8430-11938774A887}"/>
                  </a:ext>
                </a:extLst>
              </p:cNvPr>
              <p:cNvSpPr>
                <a:spLocks noChangeArrowheads="1"/>
              </p:cNvSpPr>
              <p:nvPr/>
            </p:nvSpPr>
            <p:spPr bwMode="auto">
              <a:xfrm>
                <a:off x="3272" y="22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40" name="Rectangle 122">
                <a:extLst>
                  <a:ext uri="{FF2B5EF4-FFF2-40B4-BE49-F238E27FC236}">
                    <a16:creationId xmlns:a16="http://schemas.microsoft.com/office/drawing/2014/main" id="{4DBBDA0E-CEF9-42A7-97EA-70707892A030}"/>
                  </a:ext>
                </a:extLst>
              </p:cNvPr>
              <p:cNvSpPr>
                <a:spLocks noChangeArrowheads="1"/>
              </p:cNvSpPr>
              <p:nvPr/>
            </p:nvSpPr>
            <p:spPr bwMode="auto">
              <a:xfrm>
                <a:off x="3350" y="2215"/>
                <a:ext cx="355"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Exec</a:t>
                </a:r>
              </a:p>
            </p:txBody>
          </p:sp>
        </p:grpSp>
        <p:grpSp>
          <p:nvGrpSpPr>
            <p:cNvPr id="28711" name="Group 123">
              <a:extLst>
                <a:ext uri="{FF2B5EF4-FFF2-40B4-BE49-F238E27FC236}">
                  <a16:creationId xmlns:a16="http://schemas.microsoft.com/office/drawing/2014/main" id="{3BD342F1-022F-49D6-9CFF-90ADA970DDAE}"/>
                </a:ext>
              </a:extLst>
            </p:cNvPr>
            <p:cNvGrpSpPr>
              <a:grpSpLocks/>
            </p:cNvGrpSpPr>
            <p:nvPr/>
          </p:nvGrpSpPr>
          <p:grpSpPr bwMode="auto">
            <a:xfrm>
              <a:off x="5759054" y="2637237"/>
              <a:ext cx="659606" cy="254794"/>
              <a:chOff x="3800" y="2215"/>
              <a:chExt cx="512" cy="214"/>
            </a:xfrm>
          </p:grpSpPr>
          <p:sp>
            <p:nvSpPr>
              <p:cNvPr id="28737" name="Rectangle 124">
                <a:extLst>
                  <a:ext uri="{FF2B5EF4-FFF2-40B4-BE49-F238E27FC236}">
                    <a16:creationId xmlns:a16="http://schemas.microsoft.com/office/drawing/2014/main" id="{480565D3-B045-4618-B6CD-862659699626}"/>
                  </a:ext>
                </a:extLst>
              </p:cNvPr>
              <p:cNvSpPr>
                <a:spLocks noChangeArrowheads="1"/>
              </p:cNvSpPr>
              <p:nvPr/>
            </p:nvSpPr>
            <p:spPr bwMode="auto">
              <a:xfrm>
                <a:off x="3800" y="221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38" name="Rectangle 125">
                <a:extLst>
                  <a:ext uri="{FF2B5EF4-FFF2-40B4-BE49-F238E27FC236}">
                    <a16:creationId xmlns:a16="http://schemas.microsoft.com/office/drawing/2014/main" id="{150C01FF-D84D-4E43-9C5D-CB8B43A7994F}"/>
                  </a:ext>
                </a:extLst>
              </p:cNvPr>
              <p:cNvSpPr>
                <a:spLocks noChangeArrowheads="1"/>
              </p:cNvSpPr>
              <p:nvPr/>
            </p:nvSpPr>
            <p:spPr bwMode="auto">
              <a:xfrm>
                <a:off x="3878" y="2215"/>
                <a:ext cx="27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solidFill>
                      <a:schemeClr val="accent1"/>
                    </a:solidFill>
                    <a:latin typeface="Times New Roman" panose="02020603050405020304" pitchFamily="18" charset="0"/>
                    <a:ea typeface="新細明體" panose="02020500000000000000" pitchFamily="18" charset="-120"/>
                  </a:rPr>
                  <a:t>Wr</a:t>
                </a:r>
              </a:p>
            </p:txBody>
          </p:sp>
        </p:grpSp>
        <p:sp>
          <p:nvSpPr>
            <p:cNvPr id="28712" name="Rectangle 126">
              <a:extLst>
                <a:ext uri="{FF2B5EF4-FFF2-40B4-BE49-F238E27FC236}">
                  <a16:creationId xmlns:a16="http://schemas.microsoft.com/office/drawing/2014/main" id="{18100100-62AD-4067-9B98-6D87E3689791}"/>
                </a:ext>
              </a:extLst>
            </p:cNvPr>
            <p:cNvSpPr>
              <a:spLocks noChangeArrowheads="1"/>
            </p:cNvSpPr>
            <p:nvPr/>
          </p:nvSpPr>
          <p:spPr bwMode="auto">
            <a:xfrm>
              <a:off x="3134916" y="2637235"/>
              <a:ext cx="58349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R-type</a:t>
              </a:r>
            </a:p>
          </p:txBody>
        </p:sp>
        <p:grpSp>
          <p:nvGrpSpPr>
            <p:cNvPr id="28713" name="Group 127">
              <a:extLst>
                <a:ext uri="{FF2B5EF4-FFF2-40B4-BE49-F238E27FC236}">
                  <a16:creationId xmlns:a16="http://schemas.microsoft.com/office/drawing/2014/main" id="{478A60F7-B713-4ED7-91EC-487D758F9CAD}"/>
                </a:ext>
              </a:extLst>
            </p:cNvPr>
            <p:cNvGrpSpPr>
              <a:grpSpLocks/>
            </p:cNvGrpSpPr>
            <p:nvPr/>
          </p:nvGrpSpPr>
          <p:grpSpPr bwMode="auto">
            <a:xfrm>
              <a:off x="4396979" y="2980138"/>
              <a:ext cx="659606" cy="254794"/>
              <a:chOff x="2744" y="2503"/>
              <a:chExt cx="512" cy="214"/>
            </a:xfrm>
          </p:grpSpPr>
          <p:sp>
            <p:nvSpPr>
              <p:cNvPr id="28735" name="Rectangle 128">
                <a:extLst>
                  <a:ext uri="{FF2B5EF4-FFF2-40B4-BE49-F238E27FC236}">
                    <a16:creationId xmlns:a16="http://schemas.microsoft.com/office/drawing/2014/main" id="{252D84EE-A62C-4945-9F5C-A17B78CDAF5E}"/>
                  </a:ext>
                </a:extLst>
              </p:cNvPr>
              <p:cNvSpPr>
                <a:spLocks noChangeArrowheads="1"/>
              </p:cNvSpPr>
              <p:nvPr/>
            </p:nvSpPr>
            <p:spPr bwMode="auto">
              <a:xfrm>
                <a:off x="2744" y="25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36" name="Rectangle 129">
                <a:extLst>
                  <a:ext uri="{FF2B5EF4-FFF2-40B4-BE49-F238E27FC236}">
                    <a16:creationId xmlns:a16="http://schemas.microsoft.com/office/drawing/2014/main" id="{D2EF97B6-D723-49C5-B08B-BBEAC70AA85D}"/>
                  </a:ext>
                </a:extLst>
              </p:cNvPr>
              <p:cNvSpPr>
                <a:spLocks noChangeArrowheads="1"/>
              </p:cNvSpPr>
              <p:nvPr/>
            </p:nvSpPr>
            <p:spPr bwMode="auto">
              <a:xfrm>
                <a:off x="2784" y="2503"/>
                <a:ext cx="40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Ifetch</a:t>
                </a:r>
              </a:p>
            </p:txBody>
          </p:sp>
        </p:grpSp>
        <p:grpSp>
          <p:nvGrpSpPr>
            <p:cNvPr id="28714" name="Group 130">
              <a:extLst>
                <a:ext uri="{FF2B5EF4-FFF2-40B4-BE49-F238E27FC236}">
                  <a16:creationId xmlns:a16="http://schemas.microsoft.com/office/drawing/2014/main" id="{17DDAEBC-5C65-48D1-BDC2-E05B946EB61A}"/>
                </a:ext>
              </a:extLst>
            </p:cNvPr>
            <p:cNvGrpSpPr>
              <a:grpSpLocks/>
            </p:cNvGrpSpPr>
            <p:nvPr/>
          </p:nvGrpSpPr>
          <p:grpSpPr bwMode="auto">
            <a:xfrm>
              <a:off x="5054202" y="2980138"/>
              <a:ext cx="687949" cy="254794"/>
              <a:chOff x="3254" y="2503"/>
              <a:chExt cx="533" cy="214"/>
            </a:xfrm>
          </p:grpSpPr>
          <p:sp>
            <p:nvSpPr>
              <p:cNvPr id="28733" name="Rectangle 131">
                <a:extLst>
                  <a:ext uri="{FF2B5EF4-FFF2-40B4-BE49-F238E27FC236}">
                    <a16:creationId xmlns:a16="http://schemas.microsoft.com/office/drawing/2014/main" id="{AF429A61-732E-45E9-AE37-2F6F7BC08837}"/>
                  </a:ext>
                </a:extLst>
              </p:cNvPr>
              <p:cNvSpPr>
                <a:spLocks noChangeArrowheads="1"/>
              </p:cNvSpPr>
              <p:nvPr/>
            </p:nvSpPr>
            <p:spPr bwMode="auto">
              <a:xfrm>
                <a:off x="3272" y="25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34" name="Rectangle 132">
                <a:extLst>
                  <a:ext uri="{FF2B5EF4-FFF2-40B4-BE49-F238E27FC236}">
                    <a16:creationId xmlns:a16="http://schemas.microsoft.com/office/drawing/2014/main" id="{27417FD7-ADC6-46CC-8723-64D47EBDC3F1}"/>
                  </a:ext>
                </a:extLst>
              </p:cNvPr>
              <p:cNvSpPr>
                <a:spLocks noChangeArrowheads="1"/>
              </p:cNvSpPr>
              <p:nvPr/>
            </p:nvSpPr>
            <p:spPr bwMode="auto">
              <a:xfrm>
                <a:off x="3254" y="2503"/>
                <a:ext cx="5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Reg/Dec</a:t>
                </a:r>
              </a:p>
            </p:txBody>
          </p:sp>
        </p:grpSp>
        <p:grpSp>
          <p:nvGrpSpPr>
            <p:cNvPr id="28715" name="Group 133">
              <a:extLst>
                <a:ext uri="{FF2B5EF4-FFF2-40B4-BE49-F238E27FC236}">
                  <a16:creationId xmlns:a16="http://schemas.microsoft.com/office/drawing/2014/main" id="{6FC19440-3CF1-478C-B994-8843ED00446A}"/>
                </a:ext>
              </a:extLst>
            </p:cNvPr>
            <p:cNvGrpSpPr>
              <a:grpSpLocks/>
            </p:cNvGrpSpPr>
            <p:nvPr/>
          </p:nvGrpSpPr>
          <p:grpSpPr bwMode="auto">
            <a:xfrm>
              <a:off x="5759054" y="2980138"/>
              <a:ext cx="659606" cy="254794"/>
              <a:chOff x="3800" y="2503"/>
              <a:chExt cx="512" cy="214"/>
            </a:xfrm>
          </p:grpSpPr>
          <p:sp>
            <p:nvSpPr>
              <p:cNvPr id="28731" name="Rectangle 134">
                <a:extLst>
                  <a:ext uri="{FF2B5EF4-FFF2-40B4-BE49-F238E27FC236}">
                    <a16:creationId xmlns:a16="http://schemas.microsoft.com/office/drawing/2014/main" id="{37878E18-B541-4869-8672-AAD0A7E3D34B}"/>
                  </a:ext>
                </a:extLst>
              </p:cNvPr>
              <p:cNvSpPr>
                <a:spLocks noChangeArrowheads="1"/>
              </p:cNvSpPr>
              <p:nvPr/>
            </p:nvSpPr>
            <p:spPr bwMode="auto">
              <a:xfrm>
                <a:off x="3800" y="25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32" name="Rectangle 135">
                <a:extLst>
                  <a:ext uri="{FF2B5EF4-FFF2-40B4-BE49-F238E27FC236}">
                    <a16:creationId xmlns:a16="http://schemas.microsoft.com/office/drawing/2014/main" id="{0E8B2D8A-5AEB-431D-8FC6-7DD0B75770AC}"/>
                  </a:ext>
                </a:extLst>
              </p:cNvPr>
              <p:cNvSpPr>
                <a:spLocks noChangeArrowheads="1"/>
              </p:cNvSpPr>
              <p:nvPr/>
            </p:nvSpPr>
            <p:spPr bwMode="auto">
              <a:xfrm>
                <a:off x="3878" y="2503"/>
                <a:ext cx="355"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Exec</a:t>
                </a:r>
              </a:p>
            </p:txBody>
          </p:sp>
        </p:grpSp>
        <p:grpSp>
          <p:nvGrpSpPr>
            <p:cNvPr id="28716" name="Group 136">
              <a:extLst>
                <a:ext uri="{FF2B5EF4-FFF2-40B4-BE49-F238E27FC236}">
                  <a16:creationId xmlns:a16="http://schemas.microsoft.com/office/drawing/2014/main" id="{A29AE1ED-86D8-46E5-81A7-EE5A3B0FEDD1}"/>
                </a:ext>
              </a:extLst>
            </p:cNvPr>
            <p:cNvGrpSpPr>
              <a:grpSpLocks/>
            </p:cNvGrpSpPr>
            <p:nvPr/>
          </p:nvGrpSpPr>
          <p:grpSpPr bwMode="auto">
            <a:xfrm>
              <a:off x="6440092" y="2980138"/>
              <a:ext cx="659606" cy="254794"/>
              <a:chOff x="4328" y="2503"/>
              <a:chExt cx="512" cy="214"/>
            </a:xfrm>
          </p:grpSpPr>
          <p:sp>
            <p:nvSpPr>
              <p:cNvPr id="28729" name="Rectangle 137">
                <a:extLst>
                  <a:ext uri="{FF2B5EF4-FFF2-40B4-BE49-F238E27FC236}">
                    <a16:creationId xmlns:a16="http://schemas.microsoft.com/office/drawing/2014/main" id="{75760F55-ADAD-4EFF-A68B-C592F1EEA5B4}"/>
                  </a:ext>
                </a:extLst>
              </p:cNvPr>
              <p:cNvSpPr>
                <a:spLocks noChangeArrowheads="1"/>
              </p:cNvSpPr>
              <p:nvPr/>
            </p:nvSpPr>
            <p:spPr bwMode="auto">
              <a:xfrm>
                <a:off x="4328" y="250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30" name="Rectangle 138">
                <a:extLst>
                  <a:ext uri="{FF2B5EF4-FFF2-40B4-BE49-F238E27FC236}">
                    <a16:creationId xmlns:a16="http://schemas.microsoft.com/office/drawing/2014/main" id="{40E17390-8461-4647-AD3E-9CCDD42611A1}"/>
                  </a:ext>
                </a:extLst>
              </p:cNvPr>
              <p:cNvSpPr>
                <a:spLocks noChangeArrowheads="1"/>
              </p:cNvSpPr>
              <p:nvPr/>
            </p:nvSpPr>
            <p:spPr bwMode="auto">
              <a:xfrm>
                <a:off x="4406" y="2503"/>
                <a:ext cx="27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Wr</a:t>
                </a:r>
              </a:p>
            </p:txBody>
          </p:sp>
        </p:grpSp>
        <p:sp>
          <p:nvSpPr>
            <p:cNvPr id="28717" name="Rectangle 139">
              <a:extLst>
                <a:ext uri="{FF2B5EF4-FFF2-40B4-BE49-F238E27FC236}">
                  <a16:creationId xmlns:a16="http://schemas.microsoft.com/office/drawing/2014/main" id="{C0BF4302-9BEB-497E-9277-822F22CF1E9A}"/>
                </a:ext>
              </a:extLst>
            </p:cNvPr>
            <p:cNvSpPr>
              <a:spLocks noChangeArrowheads="1"/>
            </p:cNvSpPr>
            <p:nvPr/>
          </p:nvSpPr>
          <p:spPr bwMode="auto">
            <a:xfrm>
              <a:off x="3815954" y="2980135"/>
              <a:ext cx="58349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R-type</a:t>
              </a:r>
            </a:p>
          </p:txBody>
        </p:sp>
        <p:sp>
          <p:nvSpPr>
            <p:cNvPr id="28718" name="Line 140">
              <a:extLst>
                <a:ext uri="{FF2B5EF4-FFF2-40B4-BE49-F238E27FC236}">
                  <a16:creationId xmlns:a16="http://schemas.microsoft.com/office/drawing/2014/main" id="{AFFD99F8-BB13-44BB-B552-DEFDCED26885}"/>
                </a:ext>
              </a:extLst>
            </p:cNvPr>
            <p:cNvSpPr>
              <a:spLocks noChangeShapeType="1"/>
            </p:cNvSpPr>
            <p:nvPr/>
          </p:nvSpPr>
          <p:spPr bwMode="auto">
            <a:xfrm flipV="1">
              <a:off x="5067300" y="1485900"/>
              <a:ext cx="0" cy="4000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719" name="Line 141">
              <a:extLst>
                <a:ext uri="{FF2B5EF4-FFF2-40B4-BE49-F238E27FC236}">
                  <a16:creationId xmlns:a16="http://schemas.microsoft.com/office/drawing/2014/main" id="{13DCE0D9-D439-4369-B323-9F1C23E218B2}"/>
                </a:ext>
              </a:extLst>
            </p:cNvPr>
            <p:cNvSpPr>
              <a:spLocks noChangeShapeType="1"/>
            </p:cNvSpPr>
            <p:nvPr/>
          </p:nvSpPr>
          <p:spPr bwMode="auto">
            <a:xfrm flipV="1">
              <a:off x="6429375" y="1485900"/>
              <a:ext cx="0" cy="7429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720" name="Line 142">
              <a:extLst>
                <a:ext uri="{FF2B5EF4-FFF2-40B4-BE49-F238E27FC236}">
                  <a16:creationId xmlns:a16="http://schemas.microsoft.com/office/drawing/2014/main" id="{2A06B2FC-3705-4C4F-BB40-B0F1100B2484}"/>
                </a:ext>
              </a:extLst>
            </p:cNvPr>
            <p:cNvSpPr>
              <a:spLocks noChangeShapeType="1"/>
            </p:cNvSpPr>
            <p:nvPr/>
          </p:nvSpPr>
          <p:spPr bwMode="auto">
            <a:xfrm flipV="1">
              <a:off x="7791450" y="1485900"/>
              <a:ext cx="0" cy="14287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721" name="Line 143">
              <a:extLst>
                <a:ext uri="{FF2B5EF4-FFF2-40B4-BE49-F238E27FC236}">
                  <a16:creationId xmlns:a16="http://schemas.microsoft.com/office/drawing/2014/main" id="{57C8FCCA-1833-4FAF-8800-F9EEE1BB2732}"/>
                </a:ext>
              </a:extLst>
            </p:cNvPr>
            <p:cNvSpPr>
              <a:spLocks noChangeShapeType="1"/>
            </p:cNvSpPr>
            <p:nvPr/>
          </p:nvSpPr>
          <p:spPr bwMode="auto">
            <a:xfrm flipV="1">
              <a:off x="5748338" y="1485900"/>
              <a:ext cx="0" cy="7429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722" name="Line 144">
              <a:extLst>
                <a:ext uri="{FF2B5EF4-FFF2-40B4-BE49-F238E27FC236}">
                  <a16:creationId xmlns:a16="http://schemas.microsoft.com/office/drawing/2014/main" id="{B3CE8431-A582-4FD8-B799-2A301A901DBF}"/>
                </a:ext>
              </a:extLst>
            </p:cNvPr>
            <p:cNvSpPr>
              <a:spLocks noChangeShapeType="1"/>
            </p:cNvSpPr>
            <p:nvPr/>
          </p:nvSpPr>
          <p:spPr bwMode="auto">
            <a:xfrm flipV="1">
              <a:off x="7110413" y="1485900"/>
              <a:ext cx="0" cy="14287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nvGrpSpPr>
            <p:cNvPr id="379907" name="Group 145">
              <a:extLst>
                <a:ext uri="{FF2B5EF4-FFF2-40B4-BE49-F238E27FC236}">
                  <a16:creationId xmlns:a16="http://schemas.microsoft.com/office/drawing/2014/main" id="{43D40EB7-F7EB-473E-8DF6-1E1ED8B0D275}"/>
                </a:ext>
              </a:extLst>
            </p:cNvPr>
            <p:cNvGrpSpPr>
              <a:grpSpLocks/>
            </p:cNvGrpSpPr>
            <p:nvPr/>
          </p:nvGrpSpPr>
          <p:grpSpPr bwMode="auto">
            <a:xfrm>
              <a:off x="5338764" y="1551385"/>
              <a:ext cx="2578685" cy="1358503"/>
              <a:chOff x="3474" y="1303"/>
              <a:chExt cx="2000" cy="1141"/>
            </a:xfrm>
          </p:grpSpPr>
          <p:sp>
            <p:nvSpPr>
              <p:cNvPr id="28726" name="Oval 146">
                <a:extLst>
                  <a:ext uri="{FF2B5EF4-FFF2-40B4-BE49-F238E27FC236}">
                    <a16:creationId xmlns:a16="http://schemas.microsoft.com/office/drawing/2014/main" id="{31E152A7-2E67-44B2-9152-AB22A191FF0B}"/>
                  </a:ext>
                </a:extLst>
              </p:cNvPr>
              <p:cNvSpPr>
                <a:spLocks noChangeArrowheads="1"/>
              </p:cNvSpPr>
              <p:nvPr/>
            </p:nvSpPr>
            <p:spPr bwMode="auto">
              <a:xfrm>
                <a:off x="3796" y="1780"/>
                <a:ext cx="520" cy="664"/>
              </a:xfrm>
              <a:prstGeom prst="ellipse">
                <a:avLst/>
              </a:prstGeom>
              <a:noFill/>
              <a:ln w="381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727" name="Line 147">
                <a:extLst>
                  <a:ext uri="{FF2B5EF4-FFF2-40B4-BE49-F238E27FC236}">
                    <a16:creationId xmlns:a16="http://schemas.microsoft.com/office/drawing/2014/main" id="{961A8D8E-7E5A-4A6B-AC4B-699044835912}"/>
                  </a:ext>
                </a:extLst>
              </p:cNvPr>
              <p:cNvSpPr>
                <a:spLocks noChangeShapeType="1"/>
              </p:cNvSpPr>
              <p:nvPr/>
            </p:nvSpPr>
            <p:spPr bwMode="auto">
              <a:xfrm flipV="1">
                <a:off x="4080" y="1488"/>
                <a:ext cx="0" cy="288"/>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728" name="Rectangle 148">
                <a:extLst>
                  <a:ext uri="{FF2B5EF4-FFF2-40B4-BE49-F238E27FC236}">
                    <a16:creationId xmlns:a16="http://schemas.microsoft.com/office/drawing/2014/main" id="{37DBE8F3-818B-451A-9A13-F4DAE53AB7BF}"/>
                  </a:ext>
                </a:extLst>
              </p:cNvPr>
              <p:cNvSpPr>
                <a:spLocks noChangeArrowheads="1"/>
              </p:cNvSpPr>
              <p:nvPr/>
            </p:nvSpPr>
            <p:spPr bwMode="auto">
              <a:xfrm>
                <a:off x="3474" y="1303"/>
                <a:ext cx="200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dirty="0">
                    <a:solidFill>
                      <a:srgbClr val="FF0000"/>
                    </a:solidFill>
                    <a:ea typeface="新細明體" panose="02020500000000000000" pitchFamily="18" charset="-120"/>
                  </a:rPr>
                  <a:t>Ops!  We have a problem!</a:t>
                </a:r>
              </a:p>
            </p:txBody>
          </p:sp>
        </p:grpSp>
      </p:grpSp>
      <p:sp>
        <p:nvSpPr>
          <p:cNvPr id="28724" name="Rectangle 149">
            <a:extLst>
              <a:ext uri="{FF2B5EF4-FFF2-40B4-BE49-F238E27FC236}">
                <a16:creationId xmlns:a16="http://schemas.microsoft.com/office/drawing/2014/main" id="{9DE6272E-3C98-412B-9D5D-C6600CA28E7C}"/>
              </a:ext>
            </a:extLst>
          </p:cNvPr>
          <p:cNvSpPr>
            <a:spLocks noGrp="1" noChangeArrowheads="1"/>
          </p:cNvSpPr>
          <p:nvPr>
            <p:ph type="title"/>
          </p:nvPr>
        </p:nvSpPr>
        <p:spPr/>
        <p:txBody>
          <a:bodyPr/>
          <a:lstStyle/>
          <a:p>
            <a:r>
              <a:rPr lang="en-US" altLang="zh-TW" dirty="0"/>
              <a:t>Pipelining R-type and </a:t>
            </a:r>
            <a:r>
              <a:rPr lang="en-US" altLang="zh-TW" dirty="0">
                <a:latin typeface="Courier New" panose="02070309020205020404" pitchFamily="49" charset="0"/>
              </a:rPr>
              <a:t>load</a:t>
            </a:r>
            <a:endParaRPr lang="en-US" altLang="zh-TW" dirty="0"/>
          </a:p>
        </p:txBody>
      </p:sp>
      <p:sp>
        <p:nvSpPr>
          <p:cNvPr id="28725" name="投影片編號版面配置區 1">
            <a:extLst>
              <a:ext uri="{FF2B5EF4-FFF2-40B4-BE49-F238E27FC236}">
                <a16:creationId xmlns:a16="http://schemas.microsoft.com/office/drawing/2014/main" id="{8EDF2FE8-10ED-4636-ABD5-35B8ECF8C37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76717814-3906-468B-89EF-FB311EA59AB2}"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25</a:t>
            </a:fld>
            <a:endParaRPr lang="en-US" altLang="zh-TW" sz="1050" b="0" dirty="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947BA9E4-DF36-47AF-AB2F-284F9605B13D}"/>
              </a:ext>
            </a:extLst>
          </p:cNvPr>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r>
              <a:rPr lang="en-US" altLang="zh-TW"/>
              <a:t>Important Observation</a:t>
            </a:r>
          </a:p>
        </p:txBody>
      </p:sp>
      <p:sp>
        <p:nvSpPr>
          <p:cNvPr id="29701" name="Rectangle 44">
            <a:extLst>
              <a:ext uri="{FF2B5EF4-FFF2-40B4-BE49-F238E27FC236}">
                <a16:creationId xmlns:a16="http://schemas.microsoft.com/office/drawing/2014/main" id="{F0937A76-E79B-44A9-A2DB-B98E39E6FE7B}"/>
              </a:ext>
            </a:extLst>
          </p:cNvPr>
          <p:cNvSpPr>
            <a:spLocks noGrp="1" noChangeArrowheads="1"/>
          </p:cNvSpPr>
          <p:nvPr>
            <p:ph idx="1"/>
          </p:nvPr>
        </p:nvSpPr>
        <p:spPr>
          <a:xfrm>
            <a:off x="722671" y="844153"/>
            <a:ext cx="7964129" cy="3671888"/>
          </a:xfrm>
        </p:spPr>
        <p:txBody>
          <a:bodyPr/>
          <a:lstStyle/>
          <a:p>
            <a:r>
              <a:rPr lang="en-US" altLang="zh-TW" sz="2000" dirty="0"/>
              <a:t>Each functional unit can only be used </a:t>
            </a:r>
            <a:r>
              <a:rPr lang="en-US" altLang="zh-TW" sz="2000" dirty="0">
                <a:solidFill>
                  <a:schemeClr val="accent1"/>
                </a:solidFill>
              </a:rPr>
              <a:t>once</a:t>
            </a:r>
            <a:r>
              <a:rPr lang="en-US" altLang="zh-TW" sz="2000" dirty="0"/>
              <a:t> per instruction</a:t>
            </a:r>
          </a:p>
          <a:p>
            <a:r>
              <a:rPr lang="en-US" altLang="zh-TW" sz="2000" dirty="0"/>
              <a:t>Each functional unit must be used at the </a:t>
            </a:r>
            <a:r>
              <a:rPr lang="en-US" altLang="zh-TW" sz="2000" dirty="0">
                <a:solidFill>
                  <a:schemeClr val="accent1"/>
                </a:solidFill>
              </a:rPr>
              <a:t>same</a:t>
            </a:r>
            <a:r>
              <a:rPr lang="en-US" altLang="zh-TW" sz="2000" dirty="0"/>
              <a:t> stage for all instructions</a:t>
            </a:r>
          </a:p>
          <a:p>
            <a:pPr lvl="1"/>
            <a:r>
              <a:rPr lang="en-US" altLang="zh-TW" sz="2000" dirty="0"/>
              <a:t>Load uses Register File’s write port during  its </a:t>
            </a:r>
            <a:r>
              <a:rPr lang="en-US" altLang="zh-TW" sz="2000" dirty="0">
                <a:solidFill>
                  <a:schemeClr val="accent1"/>
                </a:solidFill>
              </a:rPr>
              <a:t>5th</a:t>
            </a:r>
            <a:r>
              <a:rPr lang="en-US" altLang="zh-TW" sz="2000" dirty="0"/>
              <a:t> stage</a:t>
            </a:r>
          </a:p>
          <a:p>
            <a:pPr lvl="1"/>
            <a:r>
              <a:rPr lang="en-US" altLang="zh-TW" sz="2000" dirty="0"/>
              <a:t>R-type uses Register File’s write port during its </a:t>
            </a:r>
            <a:r>
              <a:rPr lang="en-US" altLang="zh-TW" sz="2000" dirty="0">
                <a:solidFill>
                  <a:schemeClr val="accent2"/>
                </a:solidFill>
              </a:rPr>
              <a:t>4th</a:t>
            </a:r>
            <a:r>
              <a:rPr lang="en-US" altLang="zh-TW" sz="2000" dirty="0"/>
              <a:t> stage</a:t>
            </a:r>
          </a:p>
          <a:p>
            <a:pPr lvl="1"/>
            <a:endParaRPr lang="en-US" altLang="zh-TW" dirty="0"/>
          </a:p>
          <a:p>
            <a:pPr lvl="1"/>
            <a:endParaRPr lang="en-US" altLang="zh-TW" sz="2000" dirty="0"/>
          </a:p>
          <a:p>
            <a:pPr lvl="1"/>
            <a:endParaRPr lang="en-US" altLang="zh-TW" dirty="0"/>
          </a:p>
          <a:p>
            <a:pPr lvl="1"/>
            <a:endParaRPr lang="en-US" altLang="zh-TW" sz="2000" dirty="0"/>
          </a:p>
          <a:p>
            <a:pPr>
              <a:buFont typeface="Wingdings" panose="05000000000000000000" pitchFamily="2" charset="2"/>
              <a:buNone/>
            </a:pPr>
            <a:r>
              <a:rPr lang="en-US" altLang="zh-TW" sz="2000" i="1" dirty="0"/>
              <a:t>Several ways to solve: forwarding, adding pipeline bubble, making instructions same length</a:t>
            </a:r>
            <a:endParaRPr lang="en-US" altLang="zh-TW" sz="2000" dirty="0"/>
          </a:p>
        </p:txBody>
      </p:sp>
      <p:sp>
        <p:nvSpPr>
          <p:cNvPr id="29702" name="投影片編號版面配置區 1">
            <a:extLst>
              <a:ext uri="{FF2B5EF4-FFF2-40B4-BE49-F238E27FC236}">
                <a16:creationId xmlns:a16="http://schemas.microsoft.com/office/drawing/2014/main" id="{F89B594D-8A70-4491-ADE3-D25E3E2CB992}"/>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045A84EE-4154-438C-A144-02212E57D1CB}"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26</a:t>
            </a:fld>
            <a:endParaRPr lang="en-US" altLang="zh-TW" sz="1050" b="0" dirty="0">
              <a:solidFill>
                <a:schemeClr val="bg1"/>
              </a:solidFill>
              <a:latin typeface="Arial" panose="020B0604020202020204" pitchFamily="34" charset="0"/>
              <a:ea typeface="新細明體" panose="02020500000000000000" pitchFamily="18" charset="-120"/>
            </a:endParaRPr>
          </a:p>
        </p:txBody>
      </p:sp>
      <p:grpSp>
        <p:nvGrpSpPr>
          <p:cNvPr id="2" name="组合 1">
            <a:extLst>
              <a:ext uri="{FF2B5EF4-FFF2-40B4-BE49-F238E27FC236}">
                <a16:creationId xmlns:a16="http://schemas.microsoft.com/office/drawing/2014/main" id="{1849E8DA-03C5-4EB2-AE45-5BF3DB167C3C}"/>
              </a:ext>
            </a:extLst>
          </p:cNvPr>
          <p:cNvGrpSpPr/>
          <p:nvPr/>
        </p:nvGrpSpPr>
        <p:grpSpPr>
          <a:xfrm>
            <a:off x="2440550" y="2402261"/>
            <a:ext cx="3902869" cy="1297782"/>
            <a:chOff x="2219325" y="2225280"/>
            <a:chExt cx="3902869" cy="1297782"/>
          </a:xfrm>
        </p:grpSpPr>
        <p:grpSp>
          <p:nvGrpSpPr>
            <p:cNvPr id="29699" name="Group 3">
              <a:extLst>
                <a:ext uri="{FF2B5EF4-FFF2-40B4-BE49-F238E27FC236}">
                  <a16:creationId xmlns:a16="http://schemas.microsoft.com/office/drawing/2014/main" id="{8606B0E1-13DB-43D7-953E-170789D46DBA}"/>
                </a:ext>
              </a:extLst>
            </p:cNvPr>
            <p:cNvGrpSpPr>
              <a:grpSpLocks/>
            </p:cNvGrpSpPr>
            <p:nvPr/>
          </p:nvGrpSpPr>
          <p:grpSpPr bwMode="auto">
            <a:xfrm>
              <a:off x="2219325" y="2225280"/>
              <a:ext cx="3902869" cy="483394"/>
              <a:chOff x="1238" y="1927"/>
              <a:chExt cx="3026" cy="406"/>
            </a:xfrm>
          </p:grpSpPr>
          <p:grpSp>
            <p:nvGrpSpPr>
              <p:cNvPr id="29720" name="Group 4">
                <a:extLst>
                  <a:ext uri="{FF2B5EF4-FFF2-40B4-BE49-F238E27FC236}">
                    <a16:creationId xmlns:a16="http://schemas.microsoft.com/office/drawing/2014/main" id="{6E4ACAC0-0D4B-4F39-A548-B3B563451126}"/>
                  </a:ext>
                </a:extLst>
              </p:cNvPr>
              <p:cNvGrpSpPr>
                <a:grpSpLocks/>
              </p:cNvGrpSpPr>
              <p:nvPr/>
            </p:nvGrpSpPr>
            <p:grpSpPr bwMode="auto">
              <a:xfrm>
                <a:off x="1640" y="2119"/>
                <a:ext cx="2624" cy="214"/>
                <a:chOff x="1640" y="2119"/>
                <a:chExt cx="2624" cy="214"/>
              </a:xfrm>
            </p:grpSpPr>
            <p:grpSp>
              <p:nvGrpSpPr>
                <p:cNvPr id="29727" name="Group 5">
                  <a:extLst>
                    <a:ext uri="{FF2B5EF4-FFF2-40B4-BE49-F238E27FC236}">
                      <a16:creationId xmlns:a16="http://schemas.microsoft.com/office/drawing/2014/main" id="{D81D824E-2868-4CB1-9007-C26D6B3D1348}"/>
                    </a:ext>
                  </a:extLst>
                </p:cNvPr>
                <p:cNvGrpSpPr>
                  <a:grpSpLocks/>
                </p:cNvGrpSpPr>
                <p:nvPr/>
              </p:nvGrpSpPr>
              <p:grpSpPr bwMode="auto">
                <a:xfrm>
                  <a:off x="1640" y="2119"/>
                  <a:ext cx="512" cy="214"/>
                  <a:chOff x="1640" y="2119"/>
                  <a:chExt cx="512" cy="214"/>
                </a:xfrm>
              </p:grpSpPr>
              <p:sp>
                <p:nvSpPr>
                  <p:cNvPr id="29740" name="Rectangle 6">
                    <a:extLst>
                      <a:ext uri="{FF2B5EF4-FFF2-40B4-BE49-F238E27FC236}">
                        <a16:creationId xmlns:a16="http://schemas.microsoft.com/office/drawing/2014/main" id="{B1AA5D13-D113-4F8E-8BA1-F2D9B89F7182}"/>
                      </a:ext>
                    </a:extLst>
                  </p:cNvPr>
                  <p:cNvSpPr>
                    <a:spLocks noChangeArrowheads="1"/>
                  </p:cNvSpPr>
                  <p:nvPr/>
                </p:nvSpPr>
                <p:spPr bwMode="auto">
                  <a:xfrm>
                    <a:off x="1640"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9741" name="Rectangle 7">
                    <a:extLst>
                      <a:ext uri="{FF2B5EF4-FFF2-40B4-BE49-F238E27FC236}">
                        <a16:creationId xmlns:a16="http://schemas.microsoft.com/office/drawing/2014/main" id="{A584EFE1-66D2-44E3-B52F-817367140170}"/>
                      </a:ext>
                    </a:extLst>
                  </p:cNvPr>
                  <p:cNvSpPr>
                    <a:spLocks noChangeArrowheads="1"/>
                  </p:cNvSpPr>
                  <p:nvPr/>
                </p:nvSpPr>
                <p:spPr bwMode="auto">
                  <a:xfrm>
                    <a:off x="1679" y="2119"/>
                    <a:ext cx="40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Ifetch</a:t>
                    </a:r>
                  </a:p>
                </p:txBody>
              </p:sp>
            </p:grpSp>
            <p:grpSp>
              <p:nvGrpSpPr>
                <p:cNvPr id="29728" name="Group 8">
                  <a:extLst>
                    <a:ext uri="{FF2B5EF4-FFF2-40B4-BE49-F238E27FC236}">
                      <a16:creationId xmlns:a16="http://schemas.microsoft.com/office/drawing/2014/main" id="{86DF450C-C496-44C1-AC86-ED8F723D8420}"/>
                    </a:ext>
                  </a:extLst>
                </p:cNvPr>
                <p:cNvGrpSpPr>
                  <a:grpSpLocks/>
                </p:cNvGrpSpPr>
                <p:nvPr/>
              </p:nvGrpSpPr>
              <p:grpSpPr bwMode="auto">
                <a:xfrm>
                  <a:off x="2150" y="2119"/>
                  <a:ext cx="533" cy="214"/>
                  <a:chOff x="2150" y="2119"/>
                  <a:chExt cx="533" cy="214"/>
                </a:xfrm>
              </p:grpSpPr>
              <p:sp>
                <p:nvSpPr>
                  <p:cNvPr id="29738" name="Rectangle 9">
                    <a:extLst>
                      <a:ext uri="{FF2B5EF4-FFF2-40B4-BE49-F238E27FC236}">
                        <a16:creationId xmlns:a16="http://schemas.microsoft.com/office/drawing/2014/main" id="{E0C17078-6139-4E2A-83C6-885BF0EED412}"/>
                      </a:ext>
                    </a:extLst>
                  </p:cNvPr>
                  <p:cNvSpPr>
                    <a:spLocks noChangeArrowheads="1"/>
                  </p:cNvSpPr>
                  <p:nvPr/>
                </p:nvSpPr>
                <p:spPr bwMode="auto">
                  <a:xfrm>
                    <a:off x="2168"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9739" name="Rectangle 10">
                    <a:extLst>
                      <a:ext uri="{FF2B5EF4-FFF2-40B4-BE49-F238E27FC236}">
                        <a16:creationId xmlns:a16="http://schemas.microsoft.com/office/drawing/2014/main" id="{5FF57EF4-6FBC-45CF-8EEC-63F0E2F3B63F}"/>
                      </a:ext>
                    </a:extLst>
                  </p:cNvPr>
                  <p:cNvSpPr>
                    <a:spLocks noChangeArrowheads="1"/>
                  </p:cNvSpPr>
                  <p:nvPr/>
                </p:nvSpPr>
                <p:spPr bwMode="auto">
                  <a:xfrm>
                    <a:off x="2150" y="2119"/>
                    <a:ext cx="5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Reg/Dec</a:t>
                    </a:r>
                  </a:p>
                </p:txBody>
              </p:sp>
            </p:grpSp>
            <p:grpSp>
              <p:nvGrpSpPr>
                <p:cNvPr id="29729" name="Group 11">
                  <a:extLst>
                    <a:ext uri="{FF2B5EF4-FFF2-40B4-BE49-F238E27FC236}">
                      <a16:creationId xmlns:a16="http://schemas.microsoft.com/office/drawing/2014/main" id="{B9CD844C-F9EB-48A5-A243-0E9ECCF09571}"/>
                    </a:ext>
                  </a:extLst>
                </p:cNvPr>
                <p:cNvGrpSpPr>
                  <a:grpSpLocks/>
                </p:cNvGrpSpPr>
                <p:nvPr/>
              </p:nvGrpSpPr>
              <p:grpSpPr bwMode="auto">
                <a:xfrm>
                  <a:off x="2696" y="2119"/>
                  <a:ext cx="512" cy="214"/>
                  <a:chOff x="2696" y="2119"/>
                  <a:chExt cx="512" cy="214"/>
                </a:xfrm>
              </p:grpSpPr>
              <p:sp>
                <p:nvSpPr>
                  <p:cNvPr id="29736" name="Rectangle 12">
                    <a:extLst>
                      <a:ext uri="{FF2B5EF4-FFF2-40B4-BE49-F238E27FC236}">
                        <a16:creationId xmlns:a16="http://schemas.microsoft.com/office/drawing/2014/main" id="{5D962320-128C-4E19-A0D4-37F973FB055A}"/>
                      </a:ext>
                    </a:extLst>
                  </p:cNvPr>
                  <p:cNvSpPr>
                    <a:spLocks noChangeArrowheads="1"/>
                  </p:cNvSpPr>
                  <p:nvPr/>
                </p:nvSpPr>
                <p:spPr bwMode="auto">
                  <a:xfrm>
                    <a:off x="2696"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9737" name="Rectangle 13">
                    <a:extLst>
                      <a:ext uri="{FF2B5EF4-FFF2-40B4-BE49-F238E27FC236}">
                        <a16:creationId xmlns:a16="http://schemas.microsoft.com/office/drawing/2014/main" id="{1032A1F7-5DD4-44A4-BC3C-D7CFC7B15E03}"/>
                      </a:ext>
                    </a:extLst>
                  </p:cNvPr>
                  <p:cNvSpPr>
                    <a:spLocks noChangeArrowheads="1"/>
                  </p:cNvSpPr>
                  <p:nvPr/>
                </p:nvSpPr>
                <p:spPr bwMode="auto">
                  <a:xfrm>
                    <a:off x="2774" y="2119"/>
                    <a:ext cx="35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Exec</a:t>
                    </a:r>
                  </a:p>
                </p:txBody>
              </p:sp>
            </p:grpSp>
            <p:grpSp>
              <p:nvGrpSpPr>
                <p:cNvPr id="29730" name="Group 14">
                  <a:extLst>
                    <a:ext uri="{FF2B5EF4-FFF2-40B4-BE49-F238E27FC236}">
                      <a16:creationId xmlns:a16="http://schemas.microsoft.com/office/drawing/2014/main" id="{0158F304-BAF1-4190-9F98-4CCB308792F4}"/>
                    </a:ext>
                  </a:extLst>
                </p:cNvPr>
                <p:cNvGrpSpPr>
                  <a:grpSpLocks/>
                </p:cNvGrpSpPr>
                <p:nvPr/>
              </p:nvGrpSpPr>
              <p:grpSpPr bwMode="auto">
                <a:xfrm>
                  <a:off x="3224" y="2119"/>
                  <a:ext cx="512" cy="214"/>
                  <a:chOff x="3224" y="2119"/>
                  <a:chExt cx="512" cy="214"/>
                </a:xfrm>
              </p:grpSpPr>
              <p:sp>
                <p:nvSpPr>
                  <p:cNvPr id="29734" name="Rectangle 15">
                    <a:extLst>
                      <a:ext uri="{FF2B5EF4-FFF2-40B4-BE49-F238E27FC236}">
                        <a16:creationId xmlns:a16="http://schemas.microsoft.com/office/drawing/2014/main" id="{A0619815-BA5A-4328-AA93-084D06D50E11}"/>
                      </a:ext>
                    </a:extLst>
                  </p:cNvPr>
                  <p:cNvSpPr>
                    <a:spLocks noChangeArrowheads="1"/>
                  </p:cNvSpPr>
                  <p:nvPr/>
                </p:nvSpPr>
                <p:spPr bwMode="auto">
                  <a:xfrm>
                    <a:off x="3224"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9735" name="Rectangle 16">
                    <a:extLst>
                      <a:ext uri="{FF2B5EF4-FFF2-40B4-BE49-F238E27FC236}">
                        <a16:creationId xmlns:a16="http://schemas.microsoft.com/office/drawing/2014/main" id="{4F78A447-7D1B-437B-8599-1F156243E4D7}"/>
                      </a:ext>
                    </a:extLst>
                  </p:cNvPr>
                  <p:cNvSpPr>
                    <a:spLocks noChangeArrowheads="1"/>
                  </p:cNvSpPr>
                  <p:nvPr/>
                </p:nvSpPr>
                <p:spPr bwMode="auto">
                  <a:xfrm>
                    <a:off x="3302" y="2119"/>
                    <a:ext cx="3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Mem</a:t>
                    </a:r>
                  </a:p>
                </p:txBody>
              </p:sp>
            </p:grpSp>
            <p:grpSp>
              <p:nvGrpSpPr>
                <p:cNvPr id="29731" name="Group 17">
                  <a:extLst>
                    <a:ext uri="{FF2B5EF4-FFF2-40B4-BE49-F238E27FC236}">
                      <a16:creationId xmlns:a16="http://schemas.microsoft.com/office/drawing/2014/main" id="{56F80C9C-2F6C-4C42-8975-A0731D3AB604}"/>
                    </a:ext>
                  </a:extLst>
                </p:cNvPr>
                <p:cNvGrpSpPr>
                  <a:grpSpLocks/>
                </p:cNvGrpSpPr>
                <p:nvPr/>
              </p:nvGrpSpPr>
              <p:grpSpPr bwMode="auto">
                <a:xfrm>
                  <a:off x="3752" y="2119"/>
                  <a:ext cx="512" cy="214"/>
                  <a:chOff x="3752" y="2119"/>
                  <a:chExt cx="512" cy="214"/>
                </a:xfrm>
              </p:grpSpPr>
              <p:sp>
                <p:nvSpPr>
                  <p:cNvPr id="29732" name="Rectangle 18">
                    <a:extLst>
                      <a:ext uri="{FF2B5EF4-FFF2-40B4-BE49-F238E27FC236}">
                        <a16:creationId xmlns:a16="http://schemas.microsoft.com/office/drawing/2014/main" id="{97FC73FB-FBBF-4FC7-B85C-7F3094A24B3E}"/>
                      </a:ext>
                    </a:extLst>
                  </p:cNvPr>
                  <p:cNvSpPr>
                    <a:spLocks noChangeArrowheads="1"/>
                  </p:cNvSpPr>
                  <p:nvPr/>
                </p:nvSpPr>
                <p:spPr bwMode="auto">
                  <a:xfrm>
                    <a:off x="3752" y="21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9733" name="Rectangle 19">
                    <a:extLst>
                      <a:ext uri="{FF2B5EF4-FFF2-40B4-BE49-F238E27FC236}">
                        <a16:creationId xmlns:a16="http://schemas.microsoft.com/office/drawing/2014/main" id="{82C86BD6-F8E4-45FF-8078-9569C32006F3}"/>
                      </a:ext>
                    </a:extLst>
                  </p:cNvPr>
                  <p:cNvSpPr>
                    <a:spLocks noChangeArrowheads="1"/>
                  </p:cNvSpPr>
                  <p:nvPr/>
                </p:nvSpPr>
                <p:spPr bwMode="auto">
                  <a:xfrm>
                    <a:off x="3830" y="2119"/>
                    <a:ext cx="27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Wr</a:t>
                    </a:r>
                  </a:p>
                </p:txBody>
              </p:sp>
            </p:grpSp>
          </p:grpSp>
          <p:sp>
            <p:nvSpPr>
              <p:cNvPr id="29721" name="Rectangle 20">
                <a:extLst>
                  <a:ext uri="{FF2B5EF4-FFF2-40B4-BE49-F238E27FC236}">
                    <a16:creationId xmlns:a16="http://schemas.microsoft.com/office/drawing/2014/main" id="{A8427464-C1CD-4CD2-833E-0A26749E0738}"/>
                  </a:ext>
                </a:extLst>
              </p:cNvPr>
              <p:cNvSpPr>
                <a:spLocks noChangeArrowheads="1"/>
              </p:cNvSpPr>
              <p:nvPr/>
            </p:nvSpPr>
            <p:spPr bwMode="auto">
              <a:xfrm>
                <a:off x="1238" y="2119"/>
                <a:ext cx="37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Load</a:t>
                </a:r>
              </a:p>
            </p:txBody>
          </p:sp>
          <p:sp>
            <p:nvSpPr>
              <p:cNvPr id="29722" name="Rectangle 21">
                <a:extLst>
                  <a:ext uri="{FF2B5EF4-FFF2-40B4-BE49-F238E27FC236}">
                    <a16:creationId xmlns:a16="http://schemas.microsoft.com/office/drawing/2014/main" id="{419E1F38-7350-48B7-A588-0AB7D8E307C4}"/>
                  </a:ext>
                </a:extLst>
              </p:cNvPr>
              <p:cNvSpPr>
                <a:spLocks noChangeArrowheads="1"/>
              </p:cNvSpPr>
              <p:nvPr/>
            </p:nvSpPr>
            <p:spPr bwMode="auto">
              <a:xfrm>
                <a:off x="1814" y="1927"/>
                <a:ext cx="1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1</a:t>
                </a:r>
              </a:p>
            </p:txBody>
          </p:sp>
          <p:sp>
            <p:nvSpPr>
              <p:cNvPr id="29723" name="Rectangle 22">
                <a:extLst>
                  <a:ext uri="{FF2B5EF4-FFF2-40B4-BE49-F238E27FC236}">
                    <a16:creationId xmlns:a16="http://schemas.microsoft.com/office/drawing/2014/main" id="{A53DBB98-4AAA-4944-863F-51EBE37ACEEC}"/>
                  </a:ext>
                </a:extLst>
              </p:cNvPr>
              <p:cNvSpPr>
                <a:spLocks noChangeArrowheads="1"/>
              </p:cNvSpPr>
              <p:nvPr/>
            </p:nvSpPr>
            <p:spPr bwMode="auto">
              <a:xfrm>
                <a:off x="2342" y="1927"/>
                <a:ext cx="1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2</a:t>
                </a:r>
              </a:p>
            </p:txBody>
          </p:sp>
          <p:sp>
            <p:nvSpPr>
              <p:cNvPr id="29724" name="Rectangle 23">
                <a:extLst>
                  <a:ext uri="{FF2B5EF4-FFF2-40B4-BE49-F238E27FC236}">
                    <a16:creationId xmlns:a16="http://schemas.microsoft.com/office/drawing/2014/main" id="{B29A25CA-D232-4F0A-BC18-4D0F84C8ED30}"/>
                  </a:ext>
                </a:extLst>
              </p:cNvPr>
              <p:cNvSpPr>
                <a:spLocks noChangeArrowheads="1"/>
              </p:cNvSpPr>
              <p:nvPr/>
            </p:nvSpPr>
            <p:spPr bwMode="auto">
              <a:xfrm>
                <a:off x="2918" y="1927"/>
                <a:ext cx="1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3</a:t>
                </a:r>
              </a:p>
            </p:txBody>
          </p:sp>
          <p:sp>
            <p:nvSpPr>
              <p:cNvPr id="29725" name="Rectangle 24">
                <a:extLst>
                  <a:ext uri="{FF2B5EF4-FFF2-40B4-BE49-F238E27FC236}">
                    <a16:creationId xmlns:a16="http://schemas.microsoft.com/office/drawing/2014/main" id="{99DF35E7-9C7C-454F-BBB3-E088FF769CC8}"/>
                  </a:ext>
                </a:extLst>
              </p:cNvPr>
              <p:cNvSpPr>
                <a:spLocks noChangeArrowheads="1"/>
              </p:cNvSpPr>
              <p:nvPr/>
            </p:nvSpPr>
            <p:spPr bwMode="auto">
              <a:xfrm>
                <a:off x="3398" y="1927"/>
                <a:ext cx="1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4</a:t>
                </a:r>
              </a:p>
            </p:txBody>
          </p:sp>
          <p:sp>
            <p:nvSpPr>
              <p:cNvPr id="29726" name="Rectangle 25">
                <a:extLst>
                  <a:ext uri="{FF2B5EF4-FFF2-40B4-BE49-F238E27FC236}">
                    <a16:creationId xmlns:a16="http://schemas.microsoft.com/office/drawing/2014/main" id="{B836FFB1-0526-42E7-BE74-DF9242ADFEFD}"/>
                  </a:ext>
                </a:extLst>
              </p:cNvPr>
              <p:cNvSpPr>
                <a:spLocks noChangeArrowheads="1"/>
              </p:cNvSpPr>
              <p:nvPr/>
            </p:nvSpPr>
            <p:spPr bwMode="auto">
              <a:xfrm>
                <a:off x="3926" y="1927"/>
                <a:ext cx="1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5</a:t>
                </a:r>
              </a:p>
            </p:txBody>
          </p:sp>
        </p:grpSp>
        <p:grpSp>
          <p:nvGrpSpPr>
            <p:cNvPr id="29700" name="Group 26">
              <a:extLst>
                <a:ext uri="{FF2B5EF4-FFF2-40B4-BE49-F238E27FC236}">
                  <a16:creationId xmlns:a16="http://schemas.microsoft.com/office/drawing/2014/main" id="{3E45C9DC-1141-4C23-808D-6F2A660E945E}"/>
                </a:ext>
              </a:extLst>
            </p:cNvPr>
            <p:cNvGrpSpPr>
              <a:grpSpLocks/>
            </p:cNvGrpSpPr>
            <p:nvPr/>
          </p:nvGrpSpPr>
          <p:grpSpPr bwMode="auto">
            <a:xfrm>
              <a:off x="2391966" y="3039668"/>
              <a:ext cx="3283744" cy="483394"/>
              <a:chOff x="1190" y="2695"/>
              <a:chExt cx="2546" cy="406"/>
            </a:xfrm>
          </p:grpSpPr>
          <p:grpSp>
            <p:nvGrpSpPr>
              <p:cNvPr id="29703" name="Group 27">
                <a:extLst>
                  <a:ext uri="{FF2B5EF4-FFF2-40B4-BE49-F238E27FC236}">
                    <a16:creationId xmlns:a16="http://schemas.microsoft.com/office/drawing/2014/main" id="{817BCCA2-6FF5-4DEB-971E-DDCE8751D8FA}"/>
                  </a:ext>
                </a:extLst>
              </p:cNvPr>
              <p:cNvGrpSpPr>
                <a:grpSpLocks/>
              </p:cNvGrpSpPr>
              <p:nvPr/>
            </p:nvGrpSpPr>
            <p:grpSpPr bwMode="auto">
              <a:xfrm>
                <a:off x="1640" y="2887"/>
                <a:ext cx="512" cy="214"/>
                <a:chOff x="1640" y="2887"/>
                <a:chExt cx="512" cy="214"/>
              </a:xfrm>
            </p:grpSpPr>
            <p:sp>
              <p:nvSpPr>
                <p:cNvPr id="29718" name="Rectangle 28">
                  <a:extLst>
                    <a:ext uri="{FF2B5EF4-FFF2-40B4-BE49-F238E27FC236}">
                      <a16:creationId xmlns:a16="http://schemas.microsoft.com/office/drawing/2014/main" id="{DEF5568B-C1C6-4308-8223-3D6C9CE04B18}"/>
                    </a:ext>
                  </a:extLst>
                </p:cNvPr>
                <p:cNvSpPr>
                  <a:spLocks noChangeArrowheads="1"/>
                </p:cNvSpPr>
                <p:nvPr/>
              </p:nvSpPr>
              <p:spPr bwMode="auto">
                <a:xfrm>
                  <a:off x="1640" y="288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9719" name="Rectangle 29">
                  <a:extLst>
                    <a:ext uri="{FF2B5EF4-FFF2-40B4-BE49-F238E27FC236}">
                      <a16:creationId xmlns:a16="http://schemas.microsoft.com/office/drawing/2014/main" id="{21C563B6-B447-4B22-978C-D88A1D08F7C2}"/>
                    </a:ext>
                  </a:extLst>
                </p:cNvPr>
                <p:cNvSpPr>
                  <a:spLocks noChangeArrowheads="1"/>
                </p:cNvSpPr>
                <p:nvPr/>
              </p:nvSpPr>
              <p:spPr bwMode="auto">
                <a:xfrm>
                  <a:off x="1679" y="2887"/>
                  <a:ext cx="40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Ifetch</a:t>
                  </a:r>
                </a:p>
              </p:txBody>
            </p:sp>
          </p:grpSp>
          <p:grpSp>
            <p:nvGrpSpPr>
              <p:cNvPr id="29704" name="Group 30">
                <a:extLst>
                  <a:ext uri="{FF2B5EF4-FFF2-40B4-BE49-F238E27FC236}">
                    <a16:creationId xmlns:a16="http://schemas.microsoft.com/office/drawing/2014/main" id="{32C10218-F605-43AF-86AC-622B6D1AD972}"/>
                  </a:ext>
                </a:extLst>
              </p:cNvPr>
              <p:cNvGrpSpPr>
                <a:grpSpLocks/>
              </p:cNvGrpSpPr>
              <p:nvPr/>
            </p:nvGrpSpPr>
            <p:grpSpPr bwMode="auto">
              <a:xfrm>
                <a:off x="2150" y="2887"/>
                <a:ext cx="533" cy="214"/>
                <a:chOff x="2150" y="2887"/>
                <a:chExt cx="533" cy="214"/>
              </a:xfrm>
            </p:grpSpPr>
            <p:sp>
              <p:nvSpPr>
                <p:cNvPr id="29716" name="Rectangle 31">
                  <a:extLst>
                    <a:ext uri="{FF2B5EF4-FFF2-40B4-BE49-F238E27FC236}">
                      <a16:creationId xmlns:a16="http://schemas.microsoft.com/office/drawing/2014/main" id="{4F2DF765-2E18-46EC-9693-F8C7CE92F638}"/>
                    </a:ext>
                  </a:extLst>
                </p:cNvPr>
                <p:cNvSpPr>
                  <a:spLocks noChangeArrowheads="1"/>
                </p:cNvSpPr>
                <p:nvPr/>
              </p:nvSpPr>
              <p:spPr bwMode="auto">
                <a:xfrm>
                  <a:off x="2168" y="288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9717" name="Rectangle 32">
                  <a:extLst>
                    <a:ext uri="{FF2B5EF4-FFF2-40B4-BE49-F238E27FC236}">
                      <a16:creationId xmlns:a16="http://schemas.microsoft.com/office/drawing/2014/main" id="{A625F0AB-939E-49B3-8751-C335DE3CE855}"/>
                    </a:ext>
                  </a:extLst>
                </p:cNvPr>
                <p:cNvSpPr>
                  <a:spLocks noChangeArrowheads="1"/>
                </p:cNvSpPr>
                <p:nvPr/>
              </p:nvSpPr>
              <p:spPr bwMode="auto">
                <a:xfrm>
                  <a:off x="2150" y="2887"/>
                  <a:ext cx="5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Reg/Dec</a:t>
                  </a:r>
                </a:p>
              </p:txBody>
            </p:sp>
          </p:grpSp>
          <p:grpSp>
            <p:nvGrpSpPr>
              <p:cNvPr id="29705" name="Group 33">
                <a:extLst>
                  <a:ext uri="{FF2B5EF4-FFF2-40B4-BE49-F238E27FC236}">
                    <a16:creationId xmlns:a16="http://schemas.microsoft.com/office/drawing/2014/main" id="{C9CC6DF0-C81B-45C7-982D-407BA78C7CE8}"/>
                  </a:ext>
                </a:extLst>
              </p:cNvPr>
              <p:cNvGrpSpPr>
                <a:grpSpLocks/>
              </p:cNvGrpSpPr>
              <p:nvPr/>
            </p:nvGrpSpPr>
            <p:grpSpPr bwMode="auto">
              <a:xfrm>
                <a:off x="2696" y="2887"/>
                <a:ext cx="512" cy="214"/>
                <a:chOff x="2696" y="2887"/>
                <a:chExt cx="512" cy="214"/>
              </a:xfrm>
            </p:grpSpPr>
            <p:sp>
              <p:nvSpPr>
                <p:cNvPr id="29714" name="Rectangle 34">
                  <a:extLst>
                    <a:ext uri="{FF2B5EF4-FFF2-40B4-BE49-F238E27FC236}">
                      <a16:creationId xmlns:a16="http://schemas.microsoft.com/office/drawing/2014/main" id="{4CDA1536-819B-4008-9480-5E71C34193A9}"/>
                    </a:ext>
                  </a:extLst>
                </p:cNvPr>
                <p:cNvSpPr>
                  <a:spLocks noChangeArrowheads="1"/>
                </p:cNvSpPr>
                <p:nvPr/>
              </p:nvSpPr>
              <p:spPr bwMode="auto">
                <a:xfrm>
                  <a:off x="2696" y="288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9715" name="Rectangle 35">
                  <a:extLst>
                    <a:ext uri="{FF2B5EF4-FFF2-40B4-BE49-F238E27FC236}">
                      <a16:creationId xmlns:a16="http://schemas.microsoft.com/office/drawing/2014/main" id="{8DE9408E-BACF-4C1E-90DD-5DE2AB6CC598}"/>
                    </a:ext>
                  </a:extLst>
                </p:cNvPr>
                <p:cNvSpPr>
                  <a:spLocks noChangeArrowheads="1"/>
                </p:cNvSpPr>
                <p:nvPr/>
              </p:nvSpPr>
              <p:spPr bwMode="auto">
                <a:xfrm>
                  <a:off x="2774" y="2887"/>
                  <a:ext cx="35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Exec</a:t>
                  </a:r>
                </a:p>
              </p:txBody>
            </p:sp>
          </p:grpSp>
          <p:grpSp>
            <p:nvGrpSpPr>
              <p:cNvPr id="29706" name="Group 36">
                <a:extLst>
                  <a:ext uri="{FF2B5EF4-FFF2-40B4-BE49-F238E27FC236}">
                    <a16:creationId xmlns:a16="http://schemas.microsoft.com/office/drawing/2014/main" id="{4D20F1A9-8F8B-48BF-804F-FE83CEA64C7E}"/>
                  </a:ext>
                </a:extLst>
              </p:cNvPr>
              <p:cNvGrpSpPr>
                <a:grpSpLocks/>
              </p:cNvGrpSpPr>
              <p:nvPr/>
            </p:nvGrpSpPr>
            <p:grpSpPr bwMode="auto">
              <a:xfrm>
                <a:off x="3224" y="2887"/>
                <a:ext cx="512" cy="214"/>
                <a:chOff x="3224" y="2887"/>
                <a:chExt cx="512" cy="214"/>
              </a:xfrm>
            </p:grpSpPr>
            <p:sp>
              <p:nvSpPr>
                <p:cNvPr id="29712" name="Rectangle 37">
                  <a:extLst>
                    <a:ext uri="{FF2B5EF4-FFF2-40B4-BE49-F238E27FC236}">
                      <a16:creationId xmlns:a16="http://schemas.microsoft.com/office/drawing/2014/main" id="{C88AE501-F92C-4A17-978B-B4BC5151CF60}"/>
                    </a:ext>
                  </a:extLst>
                </p:cNvPr>
                <p:cNvSpPr>
                  <a:spLocks noChangeArrowheads="1"/>
                </p:cNvSpPr>
                <p:nvPr/>
              </p:nvSpPr>
              <p:spPr bwMode="auto">
                <a:xfrm>
                  <a:off x="3224" y="288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9713" name="Rectangle 38">
                  <a:extLst>
                    <a:ext uri="{FF2B5EF4-FFF2-40B4-BE49-F238E27FC236}">
                      <a16:creationId xmlns:a16="http://schemas.microsoft.com/office/drawing/2014/main" id="{DDAB1B4A-856B-4B45-B949-420A688A72BC}"/>
                    </a:ext>
                  </a:extLst>
                </p:cNvPr>
                <p:cNvSpPr>
                  <a:spLocks noChangeArrowheads="1"/>
                </p:cNvSpPr>
                <p:nvPr/>
              </p:nvSpPr>
              <p:spPr bwMode="auto">
                <a:xfrm>
                  <a:off x="3302" y="2887"/>
                  <a:ext cx="27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Wr</a:t>
                  </a:r>
                </a:p>
              </p:txBody>
            </p:sp>
          </p:grpSp>
          <p:sp>
            <p:nvSpPr>
              <p:cNvPr id="29707" name="Rectangle 39">
                <a:extLst>
                  <a:ext uri="{FF2B5EF4-FFF2-40B4-BE49-F238E27FC236}">
                    <a16:creationId xmlns:a16="http://schemas.microsoft.com/office/drawing/2014/main" id="{9CF5A5F1-938D-4775-936A-663A1426877B}"/>
                  </a:ext>
                </a:extLst>
              </p:cNvPr>
              <p:cNvSpPr>
                <a:spLocks noChangeArrowheads="1"/>
              </p:cNvSpPr>
              <p:nvPr/>
            </p:nvSpPr>
            <p:spPr bwMode="auto">
              <a:xfrm>
                <a:off x="1190" y="2887"/>
                <a:ext cx="45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R-type</a:t>
                </a:r>
              </a:p>
            </p:txBody>
          </p:sp>
          <p:sp>
            <p:nvSpPr>
              <p:cNvPr id="29708" name="Rectangle 40">
                <a:extLst>
                  <a:ext uri="{FF2B5EF4-FFF2-40B4-BE49-F238E27FC236}">
                    <a16:creationId xmlns:a16="http://schemas.microsoft.com/office/drawing/2014/main" id="{6FCD67AD-E914-4992-986A-7329312E50DE}"/>
                  </a:ext>
                </a:extLst>
              </p:cNvPr>
              <p:cNvSpPr>
                <a:spLocks noChangeArrowheads="1"/>
              </p:cNvSpPr>
              <p:nvPr/>
            </p:nvSpPr>
            <p:spPr bwMode="auto">
              <a:xfrm>
                <a:off x="1814" y="2695"/>
                <a:ext cx="1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1</a:t>
                </a:r>
              </a:p>
            </p:txBody>
          </p:sp>
          <p:sp>
            <p:nvSpPr>
              <p:cNvPr id="29709" name="Rectangle 41">
                <a:extLst>
                  <a:ext uri="{FF2B5EF4-FFF2-40B4-BE49-F238E27FC236}">
                    <a16:creationId xmlns:a16="http://schemas.microsoft.com/office/drawing/2014/main" id="{DB244A2C-21C8-4A03-8DA5-CDEE3DFDA628}"/>
                  </a:ext>
                </a:extLst>
              </p:cNvPr>
              <p:cNvSpPr>
                <a:spLocks noChangeArrowheads="1"/>
              </p:cNvSpPr>
              <p:nvPr/>
            </p:nvSpPr>
            <p:spPr bwMode="auto">
              <a:xfrm>
                <a:off x="2342" y="2695"/>
                <a:ext cx="1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2</a:t>
                </a:r>
              </a:p>
            </p:txBody>
          </p:sp>
          <p:sp>
            <p:nvSpPr>
              <p:cNvPr id="29710" name="Rectangle 42">
                <a:extLst>
                  <a:ext uri="{FF2B5EF4-FFF2-40B4-BE49-F238E27FC236}">
                    <a16:creationId xmlns:a16="http://schemas.microsoft.com/office/drawing/2014/main" id="{330FC681-FB9A-4D7D-B922-A0E20481D966}"/>
                  </a:ext>
                </a:extLst>
              </p:cNvPr>
              <p:cNvSpPr>
                <a:spLocks noChangeArrowheads="1"/>
              </p:cNvSpPr>
              <p:nvPr/>
            </p:nvSpPr>
            <p:spPr bwMode="auto">
              <a:xfrm>
                <a:off x="2918" y="2695"/>
                <a:ext cx="1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3</a:t>
                </a:r>
              </a:p>
            </p:txBody>
          </p:sp>
          <p:sp>
            <p:nvSpPr>
              <p:cNvPr id="29711" name="Rectangle 43">
                <a:extLst>
                  <a:ext uri="{FF2B5EF4-FFF2-40B4-BE49-F238E27FC236}">
                    <a16:creationId xmlns:a16="http://schemas.microsoft.com/office/drawing/2014/main" id="{190A6484-8019-4245-BAE6-88B183040871}"/>
                  </a:ext>
                </a:extLst>
              </p:cNvPr>
              <p:cNvSpPr>
                <a:spLocks noChangeArrowheads="1"/>
              </p:cNvSpPr>
              <p:nvPr/>
            </p:nvSpPr>
            <p:spPr bwMode="auto">
              <a:xfrm>
                <a:off x="3398" y="2695"/>
                <a:ext cx="1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4</a:t>
                </a:r>
              </a:p>
            </p:txBody>
          </p:sp>
        </p:gr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90" name="Rectangle 173">
            <a:extLst>
              <a:ext uri="{FF2B5EF4-FFF2-40B4-BE49-F238E27FC236}">
                <a16:creationId xmlns:a16="http://schemas.microsoft.com/office/drawing/2014/main" id="{2F4767AF-C5BF-46D8-B728-3155218871C3}"/>
              </a:ext>
            </a:extLst>
          </p:cNvPr>
          <p:cNvSpPr>
            <a:spLocks noGrp="1" noChangeArrowheads="1"/>
          </p:cNvSpPr>
          <p:nvPr>
            <p:ph type="title"/>
          </p:nvPr>
        </p:nvSpPr>
        <p:spPr/>
        <p:txBody>
          <a:bodyPr/>
          <a:lstStyle/>
          <a:p>
            <a:r>
              <a:rPr lang="en-US" altLang="zh-TW" dirty="0"/>
              <a:t>Solution - Delay R-type’s Write</a:t>
            </a:r>
          </a:p>
        </p:txBody>
      </p:sp>
      <p:sp>
        <p:nvSpPr>
          <p:cNvPr id="30791" name="Rectangle 174">
            <a:extLst>
              <a:ext uri="{FF2B5EF4-FFF2-40B4-BE49-F238E27FC236}">
                <a16:creationId xmlns:a16="http://schemas.microsoft.com/office/drawing/2014/main" id="{C81B2182-1914-4741-A610-576CDA8E31E6}"/>
              </a:ext>
            </a:extLst>
          </p:cNvPr>
          <p:cNvSpPr>
            <a:spLocks noGrp="1" noChangeArrowheads="1"/>
          </p:cNvSpPr>
          <p:nvPr>
            <p:ph idx="1"/>
          </p:nvPr>
        </p:nvSpPr>
        <p:spPr>
          <a:xfrm>
            <a:off x="914400" y="799908"/>
            <a:ext cx="6533535" cy="1080511"/>
          </a:xfrm>
        </p:spPr>
        <p:txBody>
          <a:bodyPr/>
          <a:lstStyle/>
          <a:p>
            <a:r>
              <a:rPr lang="en-US" altLang="zh-TW" sz="1800" dirty="0"/>
              <a:t>Delay R-type’s register write by one cycle</a:t>
            </a:r>
          </a:p>
          <a:p>
            <a:pPr lvl="1"/>
            <a:r>
              <a:rPr lang="en-US" altLang="zh-TW" sz="1600" dirty="0"/>
              <a:t>R-type also use Reg File’s write port at Stage 5</a:t>
            </a:r>
          </a:p>
          <a:p>
            <a:pPr lvl="1"/>
            <a:r>
              <a:rPr lang="en-US" altLang="zh-TW" sz="1600" dirty="0"/>
              <a:t>MEM is a NOP stage: nothing is being done.</a:t>
            </a:r>
          </a:p>
        </p:txBody>
      </p:sp>
      <p:sp>
        <p:nvSpPr>
          <p:cNvPr id="30793" name="投影片編號版面配置區 1">
            <a:extLst>
              <a:ext uri="{FF2B5EF4-FFF2-40B4-BE49-F238E27FC236}">
                <a16:creationId xmlns:a16="http://schemas.microsoft.com/office/drawing/2014/main" id="{E98C6829-62E3-4A8F-94E8-0D1E56C2456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18A7F67A-DAB2-4F94-8351-C9D7A86B8B3B}"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27</a:t>
            </a:fld>
            <a:endParaRPr lang="en-US" altLang="zh-TW" sz="1050" b="0" dirty="0">
              <a:solidFill>
                <a:schemeClr val="bg1"/>
              </a:solidFill>
              <a:latin typeface="Arial" panose="020B0604020202020204" pitchFamily="34" charset="0"/>
              <a:ea typeface="新細明體" panose="02020500000000000000" pitchFamily="18" charset="-120"/>
            </a:endParaRPr>
          </a:p>
        </p:txBody>
      </p:sp>
      <p:grpSp>
        <p:nvGrpSpPr>
          <p:cNvPr id="3" name="组合 2">
            <a:extLst>
              <a:ext uri="{FF2B5EF4-FFF2-40B4-BE49-F238E27FC236}">
                <a16:creationId xmlns:a16="http://schemas.microsoft.com/office/drawing/2014/main" id="{3B353A0D-7B3D-4120-9871-5B96E2C4799E}"/>
              </a:ext>
            </a:extLst>
          </p:cNvPr>
          <p:cNvGrpSpPr/>
          <p:nvPr/>
        </p:nvGrpSpPr>
        <p:grpSpPr>
          <a:xfrm>
            <a:off x="752168" y="1711735"/>
            <a:ext cx="7061404" cy="2857510"/>
            <a:chOff x="730046" y="1800225"/>
            <a:chExt cx="7061404" cy="2857510"/>
          </a:xfrm>
        </p:grpSpPr>
        <p:grpSp>
          <p:nvGrpSpPr>
            <p:cNvPr id="2" name="组合 1">
              <a:extLst>
                <a:ext uri="{FF2B5EF4-FFF2-40B4-BE49-F238E27FC236}">
                  <a16:creationId xmlns:a16="http://schemas.microsoft.com/office/drawing/2014/main" id="{03A98904-89F3-4BE7-AA5D-52880769F74B}"/>
                </a:ext>
              </a:extLst>
            </p:cNvPr>
            <p:cNvGrpSpPr/>
            <p:nvPr/>
          </p:nvGrpSpPr>
          <p:grpSpPr>
            <a:xfrm>
              <a:off x="1029891" y="1800225"/>
              <a:ext cx="6761559" cy="2857510"/>
              <a:chOff x="1029891" y="1800225"/>
              <a:chExt cx="6761559" cy="2857510"/>
            </a:xfrm>
          </p:grpSpPr>
          <p:sp>
            <p:nvSpPr>
              <p:cNvPr id="30722" name="Rectangle 2">
                <a:extLst>
                  <a:ext uri="{FF2B5EF4-FFF2-40B4-BE49-F238E27FC236}">
                    <a16:creationId xmlns:a16="http://schemas.microsoft.com/office/drawing/2014/main" id="{AC499091-FAD3-4649-8B1A-1329E7E96E29}"/>
                  </a:ext>
                </a:extLst>
              </p:cNvPr>
              <p:cNvSpPr>
                <a:spLocks noChangeArrowheads="1"/>
              </p:cNvSpPr>
              <p:nvPr/>
            </p:nvSpPr>
            <p:spPr bwMode="auto">
              <a:xfrm>
                <a:off x="1029891" y="2719388"/>
                <a:ext cx="460061"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Clock</a:t>
                </a:r>
              </a:p>
            </p:txBody>
          </p:sp>
          <p:grpSp>
            <p:nvGrpSpPr>
              <p:cNvPr id="30723" name="Group 3">
                <a:extLst>
                  <a:ext uri="{FF2B5EF4-FFF2-40B4-BE49-F238E27FC236}">
                    <a16:creationId xmlns:a16="http://schemas.microsoft.com/office/drawing/2014/main" id="{168A3EDB-DD34-4D8C-9F31-756F055F3A44}"/>
                  </a:ext>
                </a:extLst>
              </p:cNvPr>
              <p:cNvGrpSpPr>
                <a:grpSpLocks/>
              </p:cNvGrpSpPr>
              <p:nvPr/>
            </p:nvGrpSpPr>
            <p:grpSpPr bwMode="auto">
              <a:xfrm>
                <a:off x="1352550" y="2711054"/>
                <a:ext cx="6438900" cy="171450"/>
                <a:chOff x="384" y="2160"/>
                <a:chExt cx="4992" cy="144"/>
              </a:xfrm>
            </p:grpSpPr>
            <p:grpSp>
              <p:nvGrpSpPr>
                <p:cNvPr id="30850" name="Group 4">
                  <a:extLst>
                    <a:ext uri="{FF2B5EF4-FFF2-40B4-BE49-F238E27FC236}">
                      <a16:creationId xmlns:a16="http://schemas.microsoft.com/office/drawing/2014/main" id="{541A13E8-56BC-488E-8609-8A35EE87182F}"/>
                    </a:ext>
                  </a:extLst>
                </p:cNvPr>
                <p:cNvGrpSpPr>
                  <a:grpSpLocks/>
                </p:cNvGrpSpPr>
                <p:nvPr/>
              </p:nvGrpSpPr>
              <p:grpSpPr bwMode="auto">
                <a:xfrm>
                  <a:off x="624" y="2160"/>
                  <a:ext cx="528" cy="144"/>
                  <a:chOff x="624" y="2160"/>
                  <a:chExt cx="528" cy="144"/>
                </a:xfrm>
              </p:grpSpPr>
              <p:sp>
                <p:nvSpPr>
                  <p:cNvPr id="30893" name="Line 5">
                    <a:extLst>
                      <a:ext uri="{FF2B5EF4-FFF2-40B4-BE49-F238E27FC236}">
                        <a16:creationId xmlns:a16="http://schemas.microsoft.com/office/drawing/2014/main" id="{76344008-61DF-4A5D-9E78-BA319ABA0B50}"/>
                      </a:ext>
                    </a:extLst>
                  </p:cNvPr>
                  <p:cNvSpPr>
                    <a:spLocks noChangeShapeType="1"/>
                  </p:cNvSpPr>
                  <p:nvPr/>
                </p:nvSpPr>
                <p:spPr bwMode="auto">
                  <a:xfrm>
                    <a:off x="624" y="2304"/>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94" name="Line 6">
                    <a:extLst>
                      <a:ext uri="{FF2B5EF4-FFF2-40B4-BE49-F238E27FC236}">
                        <a16:creationId xmlns:a16="http://schemas.microsoft.com/office/drawing/2014/main" id="{B57798F1-4BCB-43A6-A7A9-50281C5E8B91}"/>
                      </a:ext>
                    </a:extLst>
                  </p:cNvPr>
                  <p:cNvSpPr>
                    <a:spLocks noChangeShapeType="1"/>
                  </p:cNvSpPr>
                  <p:nvPr/>
                </p:nvSpPr>
                <p:spPr bwMode="auto">
                  <a:xfrm>
                    <a:off x="624"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95" name="Line 7">
                    <a:extLst>
                      <a:ext uri="{FF2B5EF4-FFF2-40B4-BE49-F238E27FC236}">
                        <a16:creationId xmlns:a16="http://schemas.microsoft.com/office/drawing/2014/main" id="{EE45B378-AEC2-45FC-858B-AA2E1AE92198}"/>
                      </a:ext>
                    </a:extLst>
                  </p:cNvPr>
                  <p:cNvSpPr>
                    <a:spLocks noChangeShapeType="1"/>
                  </p:cNvSpPr>
                  <p:nvPr/>
                </p:nvSpPr>
                <p:spPr bwMode="auto">
                  <a:xfrm flipV="1">
                    <a:off x="912"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96" name="Line 8">
                    <a:extLst>
                      <a:ext uri="{FF2B5EF4-FFF2-40B4-BE49-F238E27FC236}">
                        <a16:creationId xmlns:a16="http://schemas.microsoft.com/office/drawing/2014/main" id="{EB978FCD-EFC1-4C8F-9FE0-57049571686F}"/>
                      </a:ext>
                    </a:extLst>
                  </p:cNvPr>
                  <p:cNvSpPr>
                    <a:spLocks noChangeShapeType="1"/>
                  </p:cNvSpPr>
                  <p:nvPr/>
                </p:nvSpPr>
                <p:spPr bwMode="auto">
                  <a:xfrm>
                    <a:off x="912" y="2160"/>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grpSp>
            <p:grpSp>
              <p:nvGrpSpPr>
                <p:cNvPr id="30851" name="Group 9">
                  <a:extLst>
                    <a:ext uri="{FF2B5EF4-FFF2-40B4-BE49-F238E27FC236}">
                      <a16:creationId xmlns:a16="http://schemas.microsoft.com/office/drawing/2014/main" id="{8FDCB7F7-985A-4ED0-9A8C-928B7BC06DA8}"/>
                    </a:ext>
                  </a:extLst>
                </p:cNvPr>
                <p:cNvGrpSpPr>
                  <a:grpSpLocks/>
                </p:cNvGrpSpPr>
                <p:nvPr/>
              </p:nvGrpSpPr>
              <p:grpSpPr bwMode="auto">
                <a:xfrm>
                  <a:off x="1152" y="2160"/>
                  <a:ext cx="528" cy="144"/>
                  <a:chOff x="1152" y="2160"/>
                  <a:chExt cx="528" cy="144"/>
                </a:xfrm>
              </p:grpSpPr>
              <p:sp>
                <p:nvSpPr>
                  <p:cNvPr id="30889" name="Line 10">
                    <a:extLst>
                      <a:ext uri="{FF2B5EF4-FFF2-40B4-BE49-F238E27FC236}">
                        <a16:creationId xmlns:a16="http://schemas.microsoft.com/office/drawing/2014/main" id="{A08DC61A-F685-4E04-A8A0-0AB0DBD83BE0}"/>
                      </a:ext>
                    </a:extLst>
                  </p:cNvPr>
                  <p:cNvSpPr>
                    <a:spLocks noChangeShapeType="1"/>
                  </p:cNvSpPr>
                  <p:nvPr/>
                </p:nvSpPr>
                <p:spPr bwMode="auto">
                  <a:xfrm>
                    <a:off x="1152" y="2304"/>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90" name="Line 11">
                    <a:extLst>
                      <a:ext uri="{FF2B5EF4-FFF2-40B4-BE49-F238E27FC236}">
                        <a16:creationId xmlns:a16="http://schemas.microsoft.com/office/drawing/2014/main" id="{C52032B8-3165-4EDF-B989-3A394605E402}"/>
                      </a:ext>
                    </a:extLst>
                  </p:cNvPr>
                  <p:cNvSpPr>
                    <a:spLocks noChangeShapeType="1"/>
                  </p:cNvSpPr>
                  <p:nvPr/>
                </p:nvSpPr>
                <p:spPr bwMode="auto">
                  <a:xfrm>
                    <a:off x="1152"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91" name="Line 12">
                    <a:extLst>
                      <a:ext uri="{FF2B5EF4-FFF2-40B4-BE49-F238E27FC236}">
                        <a16:creationId xmlns:a16="http://schemas.microsoft.com/office/drawing/2014/main" id="{D6284BCE-8444-4C25-A027-DB52133D7291}"/>
                      </a:ext>
                    </a:extLst>
                  </p:cNvPr>
                  <p:cNvSpPr>
                    <a:spLocks noChangeShapeType="1"/>
                  </p:cNvSpPr>
                  <p:nvPr/>
                </p:nvSpPr>
                <p:spPr bwMode="auto">
                  <a:xfrm flipV="1">
                    <a:off x="1440"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92" name="Line 13">
                    <a:extLst>
                      <a:ext uri="{FF2B5EF4-FFF2-40B4-BE49-F238E27FC236}">
                        <a16:creationId xmlns:a16="http://schemas.microsoft.com/office/drawing/2014/main" id="{163D8C2B-5313-4947-80F2-7C009483D8E7}"/>
                      </a:ext>
                    </a:extLst>
                  </p:cNvPr>
                  <p:cNvSpPr>
                    <a:spLocks noChangeShapeType="1"/>
                  </p:cNvSpPr>
                  <p:nvPr/>
                </p:nvSpPr>
                <p:spPr bwMode="auto">
                  <a:xfrm>
                    <a:off x="1440" y="2160"/>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grpSp>
            <p:grpSp>
              <p:nvGrpSpPr>
                <p:cNvPr id="30852" name="Group 14">
                  <a:extLst>
                    <a:ext uri="{FF2B5EF4-FFF2-40B4-BE49-F238E27FC236}">
                      <a16:creationId xmlns:a16="http://schemas.microsoft.com/office/drawing/2014/main" id="{E4F5B635-B176-41C7-B0CC-98B0E67816A4}"/>
                    </a:ext>
                  </a:extLst>
                </p:cNvPr>
                <p:cNvGrpSpPr>
                  <a:grpSpLocks/>
                </p:cNvGrpSpPr>
                <p:nvPr/>
              </p:nvGrpSpPr>
              <p:grpSpPr bwMode="auto">
                <a:xfrm>
                  <a:off x="1680" y="2160"/>
                  <a:ext cx="528" cy="144"/>
                  <a:chOff x="1680" y="2160"/>
                  <a:chExt cx="528" cy="144"/>
                </a:xfrm>
              </p:grpSpPr>
              <p:sp>
                <p:nvSpPr>
                  <p:cNvPr id="30885" name="Line 15">
                    <a:extLst>
                      <a:ext uri="{FF2B5EF4-FFF2-40B4-BE49-F238E27FC236}">
                        <a16:creationId xmlns:a16="http://schemas.microsoft.com/office/drawing/2014/main" id="{826AF02C-E7F8-47A4-B486-FE1DF8ED3D0A}"/>
                      </a:ext>
                    </a:extLst>
                  </p:cNvPr>
                  <p:cNvSpPr>
                    <a:spLocks noChangeShapeType="1"/>
                  </p:cNvSpPr>
                  <p:nvPr/>
                </p:nvSpPr>
                <p:spPr bwMode="auto">
                  <a:xfrm>
                    <a:off x="1680" y="2304"/>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86" name="Line 16">
                    <a:extLst>
                      <a:ext uri="{FF2B5EF4-FFF2-40B4-BE49-F238E27FC236}">
                        <a16:creationId xmlns:a16="http://schemas.microsoft.com/office/drawing/2014/main" id="{18F55C98-A37B-419C-86C0-00B4C96E3051}"/>
                      </a:ext>
                    </a:extLst>
                  </p:cNvPr>
                  <p:cNvSpPr>
                    <a:spLocks noChangeShapeType="1"/>
                  </p:cNvSpPr>
                  <p:nvPr/>
                </p:nvSpPr>
                <p:spPr bwMode="auto">
                  <a:xfrm>
                    <a:off x="1680"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87" name="Line 17">
                    <a:extLst>
                      <a:ext uri="{FF2B5EF4-FFF2-40B4-BE49-F238E27FC236}">
                        <a16:creationId xmlns:a16="http://schemas.microsoft.com/office/drawing/2014/main" id="{8B0EF69B-48FE-45FB-8411-762D773C78D1}"/>
                      </a:ext>
                    </a:extLst>
                  </p:cNvPr>
                  <p:cNvSpPr>
                    <a:spLocks noChangeShapeType="1"/>
                  </p:cNvSpPr>
                  <p:nvPr/>
                </p:nvSpPr>
                <p:spPr bwMode="auto">
                  <a:xfrm flipV="1">
                    <a:off x="1968"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88" name="Line 18">
                    <a:extLst>
                      <a:ext uri="{FF2B5EF4-FFF2-40B4-BE49-F238E27FC236}">
                        <a16:creationId xmlns:a16="http://schemas.microsoft.com/office/drawing/2014/main" id="{56E83B74-0B18-47AA-9AF4-3377F08D1FF3}"/>
                      </a:ext>
                    </a:extLst>
                  </p:cNvPr>
                  <p:cNvSpPr>
                    <a:spLocks noChangeShapeType="1"/>
                  </p:cNvSpPr>
                  <p:nvPr/>
                </p:nvSpPr>
                <p:spPr bwMode="auto">
                  <a:xfrm>
                    <a:off x="1968" y="2160"/>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grpSp>
            <p:grpSp>
              <p:nvGrpSpPr>
                <p:cNvPr id="30853" name="Group 19">
                  <a:extLst>
                    <a:ext uri="{FF2B5EF4-FFF2-40B4-BE49-F238E27FC236}">
                      <a16:creationId xmlns:a16="http://schemas.microsoft.com/office/drawing/2014/main" id="{45ADFDE4-32E1-49FE-9BDD-8B995B2D27D6}"/>
                    </a:ext>
                  </a:extLst>
                </p:cNvPr>
                <p:cNvGrpSpPr>
                  <a:grpSpLocks/>
                </p:cNvGrpSpPr>
                <p:nvPr/>
              </p:nvGrpSpPr>
              <p:grpSpPr bwMode="auto">
                <a:xfrm>
                  <a:off x="2208" y="2160"/>
                  <a:ext cx="528" cy="144"/>
                  <a:chOff x="2208" y="2160"/>
                  <a:chExt cx="528" cy="144"/>
                </a:xfrm>
              </p:grpSpPr>
              <p:sp>
                <p:nvSpPr>
                  <p:cNvPr id="30881" name="Line 20">
                    <a:extLst>
                      <a:ext uri="{FF2B5EF4-FFF2-40B4-BE49-F238E27FC236}">
                        <a16:creationId xmlns:a16="http://schemas.microsoft.com/office/drawing/2014/main" id="{F4CCDE32-3902-409B-B9D2-B5AC9D999DE9}"/>
                      </a:ext>
                    </a:extLst>
                  </p:cNvPr>
                  <p:cNvSpPr>
                    <a:spLocks noChangeShapeType="1"/>
                  </p:cNvSpPr>
                  <p:nvPr/>
                </p:nvSpPr>
                <p:spPr bwMode="auto">
                  <a:xfrm>
                    <a:off x="2208" y="2304"/>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82" name="Line 21">
                    <a:extLst>
                      <a:ext uri="{FF2B5EF4-FFF2-40B4-BE49-F238E27FC236}">
                        <a16:creationId xmlns:a16="http://schemas.microsoft.com/office/drawing/2014/main" id="{4177D5F9-7FD8-429C-B5FD-865698550126}"/>
                      </a:ext>
                    </a:extLst>
                  </p:cNvPr>
                  <p:cNvSpPr>
                    <a:spLocks noChangeShapeType="1"/>
                  </p:cNvSpPr>
                  <p:nvPr/>
                </p:nvSpPr>
                <p:spPr bwMode="auto">
                  <a:xfrm>
                    <a:off x="2208"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83" name="Line 22">
                    <a:extLst>
                      <a:ext uri="{FF2B5EF4-FFF2-40B4-BE49-F238E27FC236}">
                        <a16:creationId xmlns:a16="http://schemas.microsoft.com/office/drawing/2014/main" id="{F8293DA3-8CC3-4B7C-B508-6AE098179C9B}"/>
                      </a:ext>
                    </a:extLst>
                  </p:cNvPr>
                  <p:cNvSpPr>
                    <a:spLocks noChangeShapeType="1"/>
                  </p:cNvSpPr>
                  <p:nvPr/>
                </p:nvSpPr>
                <p:spPr bwMode="auto">
                  <a:xfrm flipV="1">
                    <a:off x="2496"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84" name="Line 23">
                    <a:extLst>
                      <a:ext uri="{FF2B5EF4-FFF2-40B4-BE49-F238E27FC236}">
                        <a16:creationId xmlns:a16="http://schemas.microsoft.com/office/drawing/2014/main" id="{294AEFDA-F84A-4480-86B0-B235E42311AD}"/>
                      </a:ext>
                    </a:extLst>
                  </p:cNvPr>
                  <p:cNvSpPr>
                    <a:spLocks noChangeShapeType="1"/>
                  </p:cNvSpPr>
                  <p:nvPr/>
                </p:nvSpPr>
                <p:spPr bwMode="auto">
                  <a:xfrm>
                    <a:off x="2496" y="2160"/>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grpSp>
            <p:grpSp>
              <p:nvGrpSpPr>
                <p:cNvPr id="30854" name="Group 24">
                  <a:extLst>
                    <a:ext uri="{FF2B5EF4-FFF2-40B4-BE49-F238E27FC236}">
                      <a16:creationId xmlns:a16="http://schemas.microsoft.com/office/drawing/2014/main" id="{DCFDD9A8-A7D1-4981-9EB6-78AF776297F9}"/>
                    </a:ext>
                  </a:extLst>
                </p:cNvPr>
                <p:cNvGrpSpPr>
                  <a:grpSpLocks/>
                </p:cNvGrpSpPr>
                <p:nvPr/>
              </p:nvGrpSpPr>
              <p:grpSpPr bwMode="auto">
                <a:xfrm>
                  <a:off x="2736" y="2160"/>
                  <a:ext cx="528" cy="144"/>
                  <a:chOff x="2736" y="2160"/>
                  <a:chExt cx="528" cy="144"/>
                </a:xfrm>
              </p:grpSpPr>
              <p:sp>
                <p:nvSpPr>
                  <p:cNvPr id="30877" name="Line 25">
                    <a:extLst>
                      <a:ext uri="{FF2B5EF4-FFF2-40B4-BE49-F238E27FC236}">
                        <a16:creationId xmlns:a16="http://schemas.microsoft.com/office/drawing/2014/main" id="{8ED97915-3645-40B6-AE6A-86C39506E427}"/>
                      </a:ext>
                    </a:extLst>
                  </p:cNvPr>
                  <p:cNvSpPr>
                    <a:spLocks noChangeShapeType="1"/>
                  </p:cNvSpPr>
                  <p:nvPr/>
                </p:nvSpPr>
                <p:spPr bwMode="auto">
                  <a:xfrm>
                    <a:off x="2736" y="2304"/>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78" name="Line 26">
                    <a:extLst>
                      <a:ext uri="{FF2B5EF4-FFF2-40B4-BE49-F238E27FC236}">
                        <a16:creationId xmlns:a16="http://schemas.microsoft.com/office/drawing/2014/main" id="{55CF2AC7-8BF2-4D84-8146-4B540472E86D}"/>
                      </a:ext>
                    </a:extLst>
                  </p:cNvPr>
                  <p:cNvSpPr>
                    <a:spLocks noChangeShapeType="1"/>
                  </p:cNvSpPr>
                  <p:nvPr/>
                </p:nvSpPr>
                <p:spPr bwMode="auto">
                  <a:xfrm>
                    <a:off x="2736"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79" name="Line 27">
                    <a:extLst>
                      <a:ext uri="{FF2B5EF4-FFF2-40B4-BE49-F238E27FC236}">
                        <a16:creationId xmlns:a16="http://schemas.microsoft.com/office/drawing/2014/main" id="{18AE9005-DD59-41F8-98DE-9D9FF99A7302}"/>
                      </a:ext>
                    </a:extLst>
                  </p:cNvPr>
                  <p:cNvSpPr>
                    <a:spLocks noChangeShapeType="1"/>
                  </p:cNvSpPr>
                  <p:nvPr/>
                </p:nvSpPr>
                <p:spPr bwMode="auto">
                  <a:xfrm flipV="1">
                    <a:off x="3024"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80" name="Line 28">
                    <a:extLst>
                      <a:ext uri="{FF2B5EF4-FFF2-40B4-BE49-F238E27FC236}">
                        <a16:creationId xmlns:a16="http://schemas.microsoft.com/office/drawing/2014/main" id="{88CFD744-B11A-432D-ABC8-CF54427A4C7F}"/>
                      </a:ext>
                    </a:extLst>
                  </p:cNvPr>
                  <p:cNvSpPr>
                    <a:spLocks noChangeShapeType="1"/>
                  </p:cNvSpPr>
                  <p:nvPr/>
                </p:nvSpPr>
                <p:spPr bwMode="auto">
                  <a:xfrm>
                    <a:off x="3024" y="2160"/>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grpSp>
            <p:grpSp>
              <p:nvGrpSpPr>
                <p:cNvPr id="30855" name="Group 29">
                  <a:extLst>
                    <a:ext uri="{FF2B5EF4-FFF2-40B4-BE49-F238E27FC236}">
                      <a16:creationId xmlns:a16="http://schemas.microsoft.com/office/drawing/2014/main" id="{6B96CBAB-AE9B-48D5-912B-7ACE1812A3E3}"/>
                    </a:ext>
                  </a:extLst>
                </p:cNvPr>
                <p:cNvGrpSpPr>
                  <a:grpSpLocks/>
                </p:cNvGrpSpPr>
                <p:nvPr/>
              </p:nvGrpSpPr>
              <p:grpSpPr bwMode="auto">
                <a:xfrm>
                  <a:off x="3264" y="2160"/>
                  <a:ext cx="528" cy="144"/>
                  <a:chOff x="3264" y="2160"/>
                  <a:chExt cx="528" cy="144"/>
                </a:xfrm>
              </p:grpSpPr>
              <p:sp>
                <p:nvSpPr>
                  <p:cNvPr id="30873" name="Line 30">
                    <a:extLst>
                      <a:ext uri="{FF2B5EF4-FFF2-40B4-BE49-F238E27FC236}">
                        <a16:creationId xmlns:a16="http://schemas.microsoft.com/office/drawing/2014/main" id="{5B9C42AA-0D4A-4188-AB36-B4F59627569B}"/>
                      </a:ext>
                    </a:extLst>
                  </p:cNvPr>
                  <p:cNvSpPr>
                    <a:spLocks noChangeShapeType="1"/>
                  </p:cNvSpPr>
                  <p:nvPr/>
                </p:nvSpPr>
                <p:spPr bwMode="auto">
                  <a:xfrm>
                    <a:off x="3264" y="2304"/>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74" name="Line 31">
                    <a:extLst>
                      <a:ext uri="{FF2B5EF4-FFF2-40B4-BE49-F238E27FC236}">
                        <a16:creationId xmlns:a16="http://schemas.microsoft.com/office/drawing/2014/main" id="{93E07807-7776-4A9E-BECB-D85FD4613E72}"/>
                      </a:ext>
                    </a:extLst>
                  </p:cNvPr>
                  <p:cNvSpPr>
                    <a:spLocks noChangeShapeType="1"/>
                  </p:cNvSpPr>
                  <p:nvPr/>
                </p:nvSpPr>
                <p:spPr bwMode="auto">
                  <a:xfrm>
                    <a:off x="3264"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75" name="Line 32">
                    <a:extLst>
                      <a:ext uri="{FF2B5EF4-FFF2-40B4-BE49-F238E27FC236}">
                        <a16:creationId xmlns:a16="http://schemas.microsoft.com/office/drawing/2014/main" id="{400885C5-0B51-4247-8E4B-A92C4F52F0F0}"/>
                      </a:ext>
                    </a:extLst>
                  </p:cNvPr>
                  <p:cNvSpPr>
                    <a:spLocks noChangeShapeType="1"/>
                  </p:cNvSpPr>
                  <p:nvPr/>
                </p:nvSpPr>
                <p:spPr bwMode="auto">
                  <a:xfrm flipV="1">
                    <a:off x="3552"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76" name="Line 33">
                    <a:extLst>
                      <a:ext uri="{FF2B5EF4-FFF2-40B4-BE49-F238E27FC236}">
                        <a16:creationId xmlns:a16="http://schemas.microsoft.com/office/drawing/2014/main" id="{20F16D3A-A658-45A1-B679-5EF50CA73F23}"/>
                      </a:ext>
                    </a:extLst>
                  </p:cNvPr>
                  <p:cNvSpPr>
                    <a:spLocks noChangeShapeType="1"/>
                  </p:cNvSpPr>
                  <p:nvPr/>
                </p:nvSpPr>
                <p:spPr bwMode="auto">
                  <a:xfrm>
                    <a:off x="3552" y="2160"/>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grpSp>
            <p:grpSp>
              <p:nvGrpSpPr>
                <p:cNvPr id="30856" name="Group 34">
                  <a:extLst>
                    <a:ext uri="{FF2B5EF4-FFF2-40B4-BE49-F238E27FC236}">
                      <a16:creationId xmlns:a16="http://schemas.microsoft.com/office/drawing/2014/main" id="{6536071C-E508-43B3-9004-06C8B1068BC2}"/>
                    </a:ext>
                  </a:extLst>
                </p:cNvPr>
                <p:cNvGrpSpPr>
                  <a:grpSpLocks/>
                </p:cNvGrpSpPr>
                <p:nvPr/>
              </p:nvGrpSpPr>
              <p:grpSpPr bwMode="auto">
                <a:xfrm>
                  <a:off x="3792" y="2160"/>
                  <a:ext cx="528" cy="144"/>
                  <a:chOff x="3792" y="2160"/>
                  <a:chExt cx="528" cy="144"/>
                </a:xfrm>
              </p:grpSpPr>
              <p:sp>
                <p:nvSpPr>
                  <p:cNvPr id="30869" name="Line 35">
                    <a:extLst>
                      <a:ext uri="{FF2B5EF4-FFF2-40B4-BE49-F238E27FC236}">
                        <a16:creationId xmlns:a16="http://schemas.microsoft.com/office/drawing/2014/main" id="{49381513-5876-483A-83E2-CE25DD7FFA75}"/>
                      </a:ext>
                    </a:extLst>
                  </p:cNvPr>
                  <p:cNvSpPr>
                    <a:spLocks noChangeShapeType="1"/>
                  </p:cNvSpPr>
                  <p:nvPr/>
                </p:nvSpPr>
                <p:spPr bwMode="auto">
                  <a:xfrm>
                    <a:off x="3792" y="2304"/>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70" name="Line 36">
                    <a:extLst>
                      <a:ext uri="{FF2B5EF4-FFF2-40B4-BE49-F238E27FC236}">
                        <a16:creationId xmlns:a16="http://schemas.microsoft.com/office/drawing/2014/main" id="{B6F525D0-317C-4CFD-95D9-81778F97FF5E}"/>
                      </a:ext>
                    </a:extLst>
                  </p:cNvPr>
                  <p:cNvSpPr>
                    <a:spLocks noChangeShapeType="1"/>
                  </p:cNvSpPr>
                  <p:nvPr/>
                </p:nvSpPr>
                <p:spPr bwMode="auto">
                  <a:xfrm>
                    <a:off x="3792"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71" name="Line 37">
                    <a:extLst>
                      <a:ext uri="{FF2B5EF4-FFF2-40B4-BE49-F238E27FC236}">
                        <a16:creationId xmlns:a16="http://schemas.microsoft.com/office/drawing/2014/main" id="{32D6FF3C-ECBC-496A-999E-EC5D6765A1DB}"/>
                      </a:ext>
                    </a:extLst>
                  </p:cNvPr>
                  <p:cNvSpPr>
                    <a:spLocks noChangeShapeType="1"/>
                  </p:cNvSpPr>
                  <p:nvPr/>
                </p:nvSpPr>
                <p:spPr bwMode="auto">
                  <a:xfrm flipV="1">
                    <a:off x="4080"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72" name="Line 38">
                    <a:extLst>
                      <a:ext uri="{FF2B5EF4-FFF2-40B4-BE49-F238E27FC236}">
                        <a16:creationId xmlns:a16="http://schemas.microsoft.com/office/drawing/2014/main" id="{ED127C5D-AD71-4985-8951-6ADDAEEB30C2}"/>
                      </a:ext>
                    </a:extLst>
                  </p:cNvPr>
                  <p:cNvSpPr>
                    <a:spLocks noChangeShapeType="1"/>
                  </p:cNvSpPr>
                  <p:nvPr/>
                </p:nvSpPr>
                <p:spPr bwMode="auto">
                  <a:xfrm>
                    <a:off x="4080" y="2160"/>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grpSp>
            <p:grpSp>
              <p:nvGrpSpPr>
                <p:cNvPr id="30857" name="Group 39">
                  <a:extLst>
                    <a:ext uri="{FF2B5EF4-FFF2-40B4-BE49-F238E27FC236}">
                      <a16:creationId xmlns:a16="http://schemas.microsoft.com/office/drawing/2014/main" id="{388D0C14-6EF5-4412-8DE7-99A07B8AD59C}"/>
                    </a:ext>
                  </a:extLst>
                </p:cNvPr>
                <p:cNvGrpSpPr>
                  <a:grpSpLocks/>
                </p:cNvGrpSpPr>
                <p:nvPr/>
              </p:nvGrpSpPr>
              <p:grpSpPr bwMode="auto">
                <a:xfrm>
                  <a:off x="4320" y="2160"/>
                  <a:ext cx="528" cy="144"/>
                  <a:chOff x="4320" y="2160"/>
                  <a:chExt cx="528" cy="144"/>
                </a:xfrm>
              </p:grpSpPr>
              <p:sp>
                <p:nvSpPr>
                  <p:cNvPr id="30865" name="Line 40">
                    <a:extLst>
                      <a:ext uri="{FF2B5EF4-FFF2-40B4-BE49-F238E27FC236}">
                        <a16:creationId xmlns:a16="http://schemas.microsoft.com/office/drawing/2014/main" id="{69C37FB3-F237-4D23-84C3-0D6F3CE97D9B}"/>
                      </a:ext>
                    </a:extLst>
                  </p:cNvPr>
                  <p:cNvSpPr>
                    <a:spLocks noChangeShapeType="1"/>
                  </p:cNvSpPr>
                  <p:nvPr/>
                </p:nvSpPr>
                <p:spPr bwMode="auto">
                  <a:xfrm>
                    <a:off x="4320" y="2304"/>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66" name="Line 41">
                    <a:extLst>
                      <a:ext uri="{FF2B5EF4-FFF2-40B4-BE49-F238E27FC236}">
                        <a16:creationId xmlns:a16="http://schemas.microsoft.com/office/drawing/2014/main" id="{1C5E41B9-A134-47DB-A813-7B1848BFFF39}"/>
                      </a:ext>
                    </a:extLst>
                  </p:cNvPr>
                  <p:cNvSpPr>
                    <a:spLocks noChangeShapeType="1"/>
                  </p:cNvSpPr>
                  <p:nvPr/>
                </p:nvSpPr>
                <p:spPr bwMode="auto">
                  <a:xfrm>
                    <a:off x="4320"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67" name="Line 42">
                    <a:extLst>
                      <a:ext uri="{FF2B5EF4-FFF2-40B4-BE49-F238E27FC236}">
                        <a16:creationId xmlns:a16="http://schemas.microsoft.com/office/drawing/2014/main" id="{A475B595-7192-4DAD-BFF9-E4A4C81FFCC8}"/>
                      </a:ext>
                    </a:extLst>
                  </p:cNvPr>
                  <p:cNvSpPr>
                    <a:spLocks noChangeShapeType="1"/>
                  </p:cNvSpPr>
                  <p:nvPr/>
                </p:nvSpPr>
                <p:spPr bwMode="auto">
                  <a:xfrm flipV="1">
                    <a:off x="4608"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68" name="Line 43">
                    <a:extLst>
                      <a:ext uri="{FF2B5EF4-FFF2-40B4-BE49-F238E27FC236}">
                        <a16:creationId xmlns:a16="http://schemas.microsoft.com/office/drawing/2014/main" id="{80FAF8B9-E577-47B7-9CB6-69203D22B192}"/>
                      </a:ext>
                    </a:extLst>
                  </p:cNvPr>
                  <p:cNvSpPr>
                    <a:spLocks noChangeShapeType="1"/>
                  </p:cNvSpPr>
                  <p:nvPr/>
                </p:nvSpPr>
                <p:spPr bwMode="auto">
                  <a:xfrm>
                    <a:off x="4608" y="2160"/>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grpSp>
            <p:sp>
              <p:nvSpPr>
                <p:cNvPr id="30858" name="Line 44">
                  <a:extLst>
                    <a:ext uri="{FF2B5EF4-FFF2-40B4-BE49-F238E27FC236}">
                      <a16:creationId xmlns:a16="http://schemas.microsoft.com/office/drawing/2014/main" id="{04825403-0FA4-4AD6-B3EE-26E53C87B717}"/>
                    </a:ext>
                  </a:extLst>
                </p:cNvPr>
                <p:cNvSpPr>
                  <a:spLocks noChangeShapeType="1"/>
                </p:cNvSpPr>
                <p:nvPr/>
              </p:nvSpPr>
              <p:spPr bwMode="auto">
                <a:xfrm>
                  <a:off x="384" y="2160"/>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grpSp>
              <p:nvGrpSpPr>
                <p:cNvPr id="30859" name="Group 45">
                  <a:extLst>
                    <a:ext uri="{FF2B5EF4-FFF2-40B4-BE49-F238E27FC236}">
                      <a16:creationId xmlns:a16="http://schemas.microsoft.com/office/drawing/2014/main" id="{DC11B5EE-0CB3-46EC-9E57-35FFC8546160}"/>
                    </a:ext>
                  </a:extLst>
                </p:cNvPr>
                <p:cNvGrpSpPr>
                  <a:grpSpLocks/>
                </p:cNvGrpSpPr>
                <p:nvPr/>
              </p:nvGrpSpPr>
              <p:grpSpPr bwMode="auto">
                <a:xfrm>
                  <a:off x="4848" y="2160"/>
                  <a:ext cx="528" cy="144"/>
                  <a:chOff x="4848" y="2160"/>
                  <a:chExt cx="528" cy="144"/>
                </a:xfrm>
              </p:grpSpPr>
              <p:sp>
                <p:nvSpPr>
                  <p:cNvPr id="30861" name="Line 46">
                    <a:extLst>
                      <a:ext uri="{FF2B5EF4-FFF2-40B4-BE49-F238E27FC236}">
                        <a16:creationId xmlns:a16="http://schemas.microsoft.com/office/drawing/2014/main" id="{9B04D37C-67A7-4B4D-89C4-3A2997B5CE6C}"/>
                      </a:ext>
                    </a:extLst>
                  </p:cNvPr>
                  <p:cNvSpPr>
                    <a:spLocks noChangeShapeType="1"/>
                  </p:cNvSpPr>
                  <p:nvPr/>
                </p:nvSpPr>
                <p:spPr bwMode="auto">
                  <a:xfrm>
                    <a:off x="4848" y="2304"/>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62" name="Line 47">
                    <a:extLst>
                      <a:ext uri="{FF2B5EF4-FFF2-40B4-BE49-F238E27FC236}">
                        <a16:creationId xmlns:a16="http://schemas.microsoft.com/office/drawing/2014/main" id="{AAFADED6-EC0E-47D2-9141-B61AC28A718E}"/>
                      </a:ext>
                    </a:extLst>
                  </p:cNvPr>
                  <p:cNvSpPr>
                    <a:spLocks noChangeShapeType="1"/>
                  </p:cNvSpPr>
                  <p:nvPr/>
                </p:nvSpPr>
                <p:spPr bwMode="auto">
                  <a:xfrm>
                    <a:off x="4848"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63" name="Line 48">
                    <a:extLst>
                      <a:ext uri="{FF2B5EF4-FFF2-40B4-BE49-F238E27FC236}">
                        <a16:creationId xmlns:a16="http://schemas.microsoft.com/office/drawing/2014/main" id="{C9D400C6-620C-4C96-939C-5EBBB0465106}"/>
                      </a:ext>
                    </a:extLst>
                  </p:cNvPr>
                  <p:cNvSpPr>
                    <a:spLocks noChangeShapeType="1"/>
                  </p:cNvSpPr>
                  <p:nvPr/>
                </p:nvSpPr>
                <p:spPr bwMode="auto">
                  <a:xfrm flipV="1">
                    <a:off x="5136"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864" name="Line 49">
                    <a:extLst>
                      <a:ext uri="{FF2B5EF4-FFF2-40B4-BE49-F238E27FC236}">
                        <a16:creationId xmlns:a16="http://schemas.microsoft.com/office/drawing/2014/main" id="{91DB1A00-60CE-43D4-BBD0-EACC8B55841E}"/>
                      </a:ext>
                    </a:extLst>
                  </p:cNvPr>
                  <p:cNvSpPr>
                    <a:spLocks noChangeShapeType="1"/>
                  </p:cNvSpPr>
                  <p:nvPr/>
                </p:nvSpPr>
                <p:spPr bwMode="auto">
                  <a:xfrm>
                    <a:off x="5136" y="2160"/>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grpSp>
            <p:sp>
              <p:nvSpPr>
                <p:cNvPr id="30860" name="Line 50">
                  <a:extLst>
                    <a:ext uri="{FF2B5EF4-FFF2-40B4-BE49-F238E27FC236}">
                      <a16:creationId xmlns:a16="http://schemas.microsoft.com/office/drawing/2014/main" id="{E6F5415B-202A-4403-9D03-564F1D44C4EA}"/>
                    </a:ext>
                  </a:extLst>
                </p:cNvPr>
                <p:cNvSpPr>
                  <a:spLocks noChangeShapeType="1"/>
                </p:cNvSpPr>
                <p:nvPr/>
              </p:nvSpPr>
              <p:spPr bwMode="auto">
                <a:xfrm>
                  <a:off x="5376" y="2160"/>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grpSp>
          <p:sp>
            <p:nvSpPr>
              <p:cNvPr id="30724" name="Line 51">
                <a:extLst>
                  <a:ext uri="{FF2B5EF4-FFF2-40B4-BE49-F238E27FC236}">
                    <a16:creationId xmlns:a16="http://schemas.microsoft.com/office/drawing/2014/main" id="{57D38B15-60B3-4E8D-9357-8D0D84B9E800}"/>
                  </a:ext>
                </a:extLst>
              </p:cNvPr>
              <p:cNvSpPr>
                <a:spLocks noChangeShapeType="1"/>
              </p:cNvSpPr>
              <p:nvPr/>
            </p:nvSpPr>
            <p:spPr bwMode="auto">
              <a:xfrm flipV="1">
                <a:off x="1662113" y="242530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725" name="Line 52">
                <a:extLst>
                  <a:ext uri="{FF2B5EF4-FFF2-40B4-BE49-F238E27FC236}">
                    <a16:creationId xmlns:a16="http://schemas.microsoft.com/office/drawing/2014/main" id="{349C317D-5DD5-45B7-8411-651110485A86}"/>
                  </a:ext>
                </a:extLst>
              </p:cNvPr>
              <p:cNvSpPr>
                <a:spLocks noChangeShapeType="1"/>
              </p:cNvSpPr>
              <p:nvPr/>
            </p:nvSpPr>
            <p:spPr bwMode="auto">
              <a:xfrm flipV="1">
                <a:off x="2343150" y="242530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726" name="Rectangle 53">
                <a:extLst>
                  <a:ext uri="{FF2B5EF4-FFF2-40B4-BE49-F238E27FC236}">
                    <a16:creationId xmlns:a16="http://schemas.microsoft.com/office/drawing/2014/main" id="{1A8A24D9-0900-4048-A689-F125D7625FA4}"/>
                  </a:ext>
                </a:extLst>
              </p:cNvPr>
              <p:cNvSpPr>
                <a:spLocks noChangeArrowheads="1"/>
              </p:cNvSpPr>
              <p:nvPr/>
            </p:nvSpPr>
            <p:spPr bwMode="auto">
              <a:xfrm>
                <a:off x="1710929" y="2433638"/>
                <a:ext cx="543417"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Cycle 1</a:t>
                </a:r>
              </a:p>
            </p:txBody>
          </p:sp>
          <p:sp>
            <p:nvSpPr>
              <p:cNvPr id="30727" name="Rectangle 54">
                <a:extLst>
                  <a:ext uri="{FF2B5EF4-FFF2-40B4-BE49-F238E27FC236}">
                    <a16:creationId xmlns:a16="http://schemas.microsoft.com/office/drawing/2014/main" id="{3CD00A56-3BA0-4E67-B9EA-9AEA231A1756}"/>
                  </a:ext>
                </a:extLst>
              </p:cNvPr>
              <p:cNvSpPr>
                <a:spLocks noChangeArrowheads="1"/>
              </p:cNvSpPr>
              <p:nvPr/>
            </p:nvSpPr>
            <p:spPr bwMode="auto">
              <a:xfrm>
                <a:off x="2330054" y="2433638"/>
                <a:ext cx="543417"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Cycle 2</a:t>
                </a:r>
              </a:p>
            </p:txBody>
          </p:sp>
          <p:sp>
            <p:nvSpPr>
              <p:cNvPr id="30728" name="Line 55">
                <a:extLst>
                  <a:ext uri="{FF2B5EF4-FFF2-40B4-BE49-F238E27FC236}">
                    <a16:creationId xmlns:a16="http://schemas.microsoft.com/office/drawing/2014/main" id="{5E986600-0A16-4CA6-8905-09338EF52F9B}"/>
                  </a:ext>
                </a:extLst>
              </p:cNvPr>
              <p:cNvSpPr>
                <a:spLocks noChangeShapeType="1"/>
              </p:cNvSpPr>
              <p:nvPr/>
            </p:nvSpPr>
            <p:spPr bwMode="auto">
              <a:xfrm flipV="1">
                <a:off x="3024188" y="242530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729" name="Line 56">
                <a:extLst>
                  <a:ext uri="{FF2B5EF4-FFF2-40B4-BE49-F238E27FC236}">
                    <a16:creationId xmlns:a16="http://schemas.microsoft.com/office/drawing/2014/main" id="{C7F0BA09-CECC-42C4-8F78-6C526D36EE6F}"/>
                  </a:ext>
                </a:extLst>
              </p:cNvPr>
              <p:cNvSpPr>
                <a:spLocks noChangeShapeType="1"/>
              </p:cNvSpPr>
              <p:nvPr/>
            </p:nvSpPr>
            <p:spPr bwMode="auto">
              <a:xfrm flipV="1">
                <a:off x="3705225" y="242530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730" name="Line 57">
                <a:extLst>
                  <a:ext uri="{FF2B5EF4-FFF2-40B4-BE49-F238E27FC236}">
                    <a16:creationId xmlns:a16="http://schemas.microsoft.com/office/drawing/2014/main" id="{8E312887-085F-465F-8441-69D8E5B3DA2E}"/>
                  </a:ext>
                </a:extLst>
              </p:cNvPr>
              <p:cNvSpPr>
                <a:spLocks noChangeShapeType="1"/>
              </p:cNvSpPr>
              <p:nvPr/>
            </p:nvSpPr>
            <p:spPr bwMode="auto">
              <a:xfrm flipV="1">
                <a:off x="4386263" y="242530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731" name="Line 58">
                <a:extLst>
                  <a:ext uri="{FF2B5EF4-FFF2-40B4-BE49-F238E27FC236}">
                    <a16:creationId xmlns:a16="http://schemas.microsoft.com/office/drawing/2014/main" id="{B9041637-6AF0-40BD-86FE-62F2E9D82022}"/>
                  </a:ext>
                </a:extLst>
              </p:cNvPr>
              <p:cNvSpPr>
                <a:spLocks noChangeShapeType="1"/>
              </p:cNvSpPr>
              <p:nvPr/>
            </p:nvSpPr>
            <p:spPr bwMode="auto">
              <a:xfrm flipV="1">
                <a:off x="5067300" y="242530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732" name="Line 59">
                <a:extLst>
                  <a:ext uri="{FF2B5EF4-FFF2-40B4-BE49-F238E27FC236}">
                    <a16:creationId xmlns:a16="http://schemas.microsoft.com/office/drawing/2014/main" id="{2A5C75C5-520C-48B6-98D9-C2C988E8A4ED}"/>
                  </a:ext>
                </a:extLst>
              </p:cNvPr>
              <p:cNvSpPr>
                <a:spLocks noChangeShapeType="1"/>
              </p:cNvSpPr>
              <p:nvPr/>
            </p:nvSpPr>
            <p:spPr bwMode="auto">
              <a:xfrm flipV="1">
                <a:off x="5748338" y="242530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733" name="Line 60">
                <a:extLst>
                  <a:ext uri="{FF2B5EF4-FFF2-40B4-BE49-F238E27FC236}">
                    <a16:creationId xmlns:a16="http://schemas.microsoft.com/office/drawing/2014/main" id="{322CECC1-EE9B-4903-9201-AAB35AE246F7}"/>
                  </a:ext>
                </a:extLst>
              </p:cNvPr>
              <p:cNvSpPr>
                <a:spLocks noChangeShapeType="1"/>
              </p:cNvSpPr>
              <p:nvPr/>
            </p:nvSpPr>
            <p:spPr bwMode="auto">
              <a:xfrm flipV="1">
                <a:off x="6429375" y="242530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734" name="Line 61">
                <a:extLst>
                  <a:ext uri="{FF2B5EF4-FFF2-40B4-BE49-F238E27FC236}">
                    <a16:creationId xmlns:a16="http://schemas.microsoft.com/office/drawing/2014/main" id="{27DFE719-0299-4C29-B60F-68A432607F89}"/>
                  </a:ext>
                </a:extLst>
              </p:cNvPr>
              <p:cNvSpPr>
                <a:spLocks noChangeShapeType="1"/>
              </p:cNvSpPr>
              <p:nvPr/>
            </p:nvSpPr>
            <p:spPr bwMode="auto">
              <a:xfrm flipV="1">
                <a:off x="7110413" y="242530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735" name="Line 62">
                <a:extLst>
                  <a:ext uri="{FF2B5EF4-FFF2-40B4-BE49-F238E27FC236}">
                    <a16:creationId xmlns:a16="http://schemas.microsoft.com/office/drawing/2014/main" id="{1AC23214-81F1-4A9D-87A8-E752B2954DC0}"/>
                  </a:ext>
                </a:extLst>
              </p:cNvPr>
              <p:cNvSpPr>
                <a:spLocks noChangeShapeType="1"/>
              </p:cNvSpPr>
              <p:nvPr/>
            </p:nvSpPr>
            <p:spPr bwMode="auto">
              <a:xfrm flipV="1">
                <a:off x="7791450" y="2425304"/>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736" name="Rectangle 63">
                <a:extLst>
                  <a:ext uri="{FF2B5EF4-FFF2-40B4-BE49-F238E27FC236}">
                    <a16:creationId xmlns:a16="http://schemas.microsoft.com/office/drawing/2014/main" id="{5C532919-32AA-4B99-92BA-499DB0B1275D}"/>
                  </a:ext>
                </a:extLst>
              </p:cNvPr>
              <p:cNvSpPr>
                <a:spLocks noChangeArrowheads="1"/>
              </p:cNvSpPr>
              <p:nvPr/>
            </p:nvSpPr>
            <p:spPr bwMode="auto">
              <a:xfrm>
                <a:off x="3073004" y="2433638"/>
                <a:ext cx="543417"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Cycle 3</a:t>
                </a:r>
              </a:p>
            </p:txBody>
          </p:sp>
          <p:sp>
            <p:nvSpPr>
              <p:cNvPr id="30737" name="Rectangle 64">
                <a:extLst>
                  <a:ext uri="{FF2B5EF4-FFF2-40B4-BE49-F238E27FC236}">
                    <a16:creationId xmlns:a16="http://schemas.microsoft.com/office/drawing/2014/main" id="{6DA33921-0051-44A5-829D-8EEB345A933E}"/>
                  </a:ext>
                </a:extLst>
              </p:cNvPr>
              <p:cNvSpPr>
                <a:spLocks noChangeArrowheads="1"/>
              </p:cNvSpPr>
              <p:nvPr/>
            </p:nvSpPr>
            <p:spPr bwMode="auto">
              <a:xfrm>
                <a:off x="3692129" y="2433638"/>
                <a:ext cx="543417"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Cycle 4</a:t>
                </a:r>
              </a:p>
            </p:txBody>
          </p:sp>
          <p:sp>
            <p:nvSpPr>
              <p:cNvPr id="30738" name="Rectangle 65">
                <a:extLst>
                  <a:ext uri="{FF2B5EF4-FFF2-40B4-BE49-F238E27FC236}">
                    <a16:creationId xmlns:a16="http://schemas.microsoft.com/office/drawing/2014/main" id="{45F44B9C-5549-42DC-A3B5-88D9D7708DBB}"/>
                  </a:ext>
                </a:extLst>
              </p:cNvPr>
              <p:cNvSpPr>
                <a:spLocks noChangeArrowheads="1"/>
              </p:cNvSpPr>
              <p:nvPr/>
            </p:nvSpPr>
            <p:spPr bwMode="auto">
              <a:xfrm>
                <a:off x="4373167" y="2433638"/>
                <a:ext cx="543417"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Cycle 5</a:t>
                </a:r>
              </a:p>
            </p:txBody>
          </p:sp>
          <p:sp>
            <p:nvSpPr>
              <p:cNvPr id="30739" name="Rectangle 66">
                <a:extLst>
                  <a:ext uri="{FF2B5EF4-FFF2-40B4-BE49-F238E27FC236}">
                    <a16:creationId xmlns:a16="http://schemas.microsoft.com/office/drawing/2014/main" id="{7390CE92-D582-4B03-BDA2-65D54589DF1F}"/>
                  </a:ext>
                </a:extLst>
              </p:cNvPr>
              <p:cNvSpPr>
                <a:spLocks noChangeArrowheads="1"/>
              </p:cNvSpPr>
              <p:nvPr/>
            </p:nvSpPr>
            <p:spPr bwMode="auto">
              <a:xfrm>
                <a:off x="5054204" y="2433638"/>
                <a:ext cx="543417"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Cycle 6</a:t>
                </a:r>
              </a:p>
            </p:txBody>
          </p:sp>
          <p:sp>
            <p:nvSpPr>
              <p:cNvPr id="30740" name="Rectangle 67">
                <a:extLst>
                  <a:ext uri="{FF2B5EF4-FFF2-40B4-BE49-F238E27FC236}">
                    <a16:creationId xmlns:a16="http://schemas.microsoft.com/office/drawing/2014/main" id="{35668556-41B0-4894-8EBB-9EB0AE0A4D61}"/>
                  </a:ext>
                </a:extLst>
              </p:cNvPr>
              <p:cNvSpPr>
                <a:spLocks noChangeArrowheads="1"/>
              </p:cNvSpPr>
              <p:nvPr/>
            </p:nvSpPr>
            <p:spPr bwMode="auto">
              <a:xfrm>
                <a:off x="5735242" y="2433638"/>
                <a:ext cx="543417"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Cycle 7</a:t>
                </a:r>
              </a:p>
            </p:txBody>
          </p:sp>
          <p:sp>
            <p:nvSpPr>
              <p:cNvPr id="30741" name="Rectangle 68">
                <a:extLst>
                  <a:ext uri="{FF2B5EF4-FFF2-40B4-BE49-F238E27FC236}">
                    <a16:creationId xmlns:a16="http://schemas.microsoft.com/office/drawing/2014/main" id="{1BC905F2-8323-4053-B2A2-D2CF32AF53D4}"/>
                  </a:ext>
                </a:extLst>
              </p:cNvPr>
              <p:cNvSpPr>
                <a:spLocks noChangeArrowheads="1"/>
              </p:cNvSpPr>
              <p:nvPr/>
            </p:nvSpPr>
            <p:spPr bwMode="auto">
              <a:xfrm>
                <a:off x="6416279" y="2433638"/>
                <a:ext cx="543417"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Cycle 8</a:t>
                </a:r>
              </a:p>
            </p:txBody>
          </p:sp>
          <p:sp>
            <p:nvSpPr>
              <p:cNvPr id="30742" name="Rectangle 69">
                <a:extLst>
                  <a:ext uri="{FF2B5EF4-FFF2-40B4-BE49-F238E27FC236}">
                    <a16:creationId xmlns:a16="http://schemas.microsoft.com/office/drawing/2014/main" id="{12DB0759-F33D-423E-8009-51EDFFC94611}"/>
                  </a:ext>
                </a:extLst>
              </p:cNvPr>
              <p:cNvSpPr>
                <a:spLocks noChangeArrowheads="1"/>
              </p:cNvSpPr>
              <p:nvPr/>
            </p:nvSpPr>
            <p:spPr bwMode="auto">
              <a:xfrm>
                <a:off x="7097317" y="2433638"/>
                <a:ext cx="543417"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Cycle 9</a:t>
                </a:r>
              </a:p>
            </p:txBody>
          </p:sp>
          <p:grpSp>
            <p:nvGrpSpPr>
              <p:cNvPr id="30743" name="Group 70">
                <a:extLst>
                  <a:ext uri="{FF2B5EF4-FFF2-40B4-BE49-F238E27FC236}">
                    <a16:creationId xmlns:a16="http://schemas.microsoft.com/office/drawing/2014/main" id="{3F4E0AC4-0AE9-4864-8E92-E14242E4161D}"/>
                  </a:ext>
                </a:extLst>
              </p:cNvPr>
              <p:cNvGrpSpPr>
                <a:grpSpLocks/>
              </p:cNvGrpSpPr>
              <p:nvPr/>
            </p:nvGrpSpPr>
            <p:grpSpPr bwMode="auto">
              <a:xfrm>
                <a:off x="1672829" y="3062295"/>
                <a:ext cx="659606" cy="223838"/>
                <a:chOff x="632" y="2455"/>
                <a:chExt cx="512" cy="188"/>
              </a:xfrm>
            </p:grpSpPr>
            <p:sp>
              <p:nvSpPr>
                <p:cNvPr id="30848" name="Rectangle 71">
                  <a:extLst>
                    <a:ext uri="{FF2B5EF4-FFF2-40B4-BE49-F238E27FC236}">
                      <a16:creationId xmlns:a16="http://schemas.microsoft.com/office/drawing/2014/main" id="{300FF6CF-FBC6-4671-B700-996D697BB67F}"/>
                    </a:ext>
                  </a:extLst>
                </p:cNvPr>
                <p:cNvSpPr>
                  <a:spLocks noChangeArrowheads="1"/>
                </p:cNvSpPr>
                <p:nvPr/>
              </p:nvSpPr>
              <p:spPr bwMode="auto">
                <a:xfrm>
                  <a:off x="632" y="24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49" name="Rectangle 72">
                  <a:extLst>
                    <a:ext uri="{FF2B5EF4-FFF2-40B4-BE49-F238E27FC236}">
                      <a16:creationId xmlns:a16="http://schemas.microsoft.com/office/drawing/2014/main" id="{BBD2A8D3-2F70-4FDE-8BCC-CF652C864C82}"/>
                    </a:ext>
                  </a:extLst>
                </p:cNvPr>
                <p:cNvSpPr>
                  <a:spLocks noChangeArrowheads="1"/>
                </p:cNvSpPr>
                <p:nvPr/>
              </p:nvSpPr>
              <p:spPr bwMode="auto">
                <a:xfrm>
                  <a:off x="672" y="2455"/>
                  <a:ext cx="3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Ifetch</a:t>
                  </a:r>
                </a:p>
              </p:txBody>
            </p:sp>
          </p:grpSp>
          <p:grpSp>
            <p:nvGrpSpPr>
              <p:cNvPr id="30744" name="Group 73">
                <a:extLst>
                  <a:ext uri="{FF2B5EF4-FFF2-40B4-BE49-F238E27FC236}">
                    <a16:creationId xmlns:a16="http://schemas.microsoft.com/office/drawing/2014/main" id="{3127E115-13A8-4D57-BA2A-94E2CE5916C8}"/>
                  </a:ext>
                </a:extLst>
              </p:cNvPr>
              <p:cNvGrpSpPr>
                <a:grpSpLocks/>
              </p:cNvGrpSpPr>
              <p:nvPr/>
            </p:nvGrpSpPr>
            <p:grpSpPr bwMode="auto">
              <a:xfrm>
                <a:off x="2330054" y="3062295"/>
                <a:ext cx="684077" cy="223838"/>
                <a:chOff x="1142" y="2455"/>
                <a:chExt cx="530" cy="188"/>
              </a:xfrm>
            </p:grpSpPr>
            <p:sp>
              <p:nvSpPr>
                <p:cNvPr id="30846" name="Rectangle 74">
                  <a:extLst>
                    <a:ext uri="{FF2B5EF4-FFF2-40B4-BE49-F238E27FC236}">
                      <a16:creationId xmlns:a16="http://schemas.microsoft.com/office/drawing/2014/main" id="{14E62DAD-A9DE-498C-B960-A447070F79BA}"/>
                    </a:ext>
                  </a:extLst>
                </p:cNvPr>
                <p:cNvSpPr>
                  <a:spLocks noChangeArrowheads="1"/>
                </p:cNvSpPr>
                <p:nvPr/>
              </p:nvSpPr>
              <p:spPr bwMode="auto">
                <a:xfrm>
                  <a:off x="1160" y="24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47" name="Rectangle 75">
                  <a:extLst>
                    <a:ext uri="{FF2B5EF4-FFF2-40B4-BE49-F238E27FC236}">
                      <a16:creationId xmlns:a16="http://schemas.microsoft.com/office/drawing/2014/main" id="{C1347823-417A-4831-87AD-8A545F00C07A}"/>
                    </a:ext>
                  </a:extLst>
                </p:cNvPr>
                <p:cNvSpPr>
                  <a:spLocks noChangeArrowheads="1"/>
                </p:cNvSpPr>
                <p:nvPr/>
              </p:nvSpPr>
              <p:spPr bwMode="auto">
                <a:xfrm>
                  <a:off x="1142" y="2455"/>
                  <a:ext cx="46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Reg/Dec</a:t>
                  </a:r>
                </a:p>
              </p:txBody>
            </p:sp>
          </p:grpSp>
          <p:grpSp>
            <p:nvGrpSpPr>
              <p:cNvPr id="30745" name="Group 76">
                <a:extLst>
                  <a:ext uri="{FF2B5EF4-FFF2-40B4-BE49-F238E27FC236}">
                    <a16:creationId xmlns:a16="http://schemas.microsoft.com/office/drawing/2014/main" id="{F1D0E134-65F7-4D75-A206-EA6CA04543E9}"/>
                  </a:ext>
                </a:extLst>
              </p:cNvPr>
              <p:cNvGrpSpPr>
                <a:grpSpLocks/>
              </p:cNvGrpSpPr>
              <p:nvPr/>
            </p:nvGrpSpPr>
            <p:grpSpPr bwMode="auto">
              <a:xfrm>
                <a:off x="3715942" y="3062295"/>
                <a:ext cx="659606" cy="223838"/>
                <a:chOff x="2216" y="2455"/>
                <a:chExt cx="512" cy="188"/>
              </a:xfrm>
            </p:grpSpPr>
            <p:sp>
              <p:nvSpPr>
                <p:cNvPr id="30844" name="Rectangle 77">
                  <a:extLst>
                    <a:ext uri="{FF2B5EF4-FFF2-40B4-BE49-F238E27FC236}">
                      <a16:creationId xmlns:a16="http://schemas.microsoft.com/office/drawing/2014/main" id="{A8533EDB-5BC3-4BA8-9494-314C4DEA5038}"/>
                    </a:ext>
                  </a:extLst>
                </p:cNvPr>
                <p:cNvSpPr>
                  <a:spLocks noChangeArrowheads="1"/>
                </p:cNvSpPr>
                <p:nvPr/>
              </p:nvSpPr>
              <p:spPr bwMode="auto">
                <a:xfrm>
                  <a:off x="2216" y="24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45" name="Rectangle 78">
                  <a:extLst>
                    <a:ext uri="{FF2B5EF4-FFF2-40B4-BE49-F238E27FC236}">
                      <a16:creationId xmlns:a16="http://schemas.microsoft.com/office/drawing/2014/main" id="{CCAC5638-1052-4C76-A499-900071B2EEE0}"/>
                    </a:ext>
                  </a:extLst>
                </p:cNvPr>
                <p:cNvSpPr>
                  <a:spLocks noChangeArrowheads="1"/>
                </p:cNvSpPr>
                <p:nvPr/>
              </p:nvSpPr>
              <p:spPr bwMode="auto">
                <a:xfrm>
                  <a:off x="2294" y="2455"/>
                  <a:ext cx="33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solidFill>
                        <a:schemeClr val="accent2"/>
                      </a:solidFill>
                      <a:latin typeface="Times New Roman" panose="02020603050405020304" pitchFamily="18" charset="0"/>
                      <a:ea typeface="新細明體" panose="02020500000000000000" pitchFamily="18" charset="-120"/>
                    </a:rPr>
                    <a:t>Mem</a:t>
                  </a:r>
                </a:p>
              </p:txBody>
            </p:sp>
          </p:grpSp>
          <p:grpSp>
            <p:nvGrpSpPr>
              <p:cNvPr id="30746" name="Group 79">
                <a:extLst>
                  <a:ext uri="{FF2B5EF4-FFF2-40B4-BE49-F238E27FC236}">
                    <a16:creationId xmlns:a16="http://schemas.microsoft.com/office/drawing/2014/main" id="{9F4993C2-BA2A-40F8-A9FA-BC1AB83613B4}"/>
                  </a:ext>
                </a:extLst>
              </p:cNvPr>
              <p:cNvGrpSpPr>
                <a:grpSpLocks/>
              </p:cNvGrpSpPr>
              <p:nvPr/>
            </p:nvGrpSpPr>
            <p:grpSpPr bwMode="auto">
              <a:xfrm>
                <a:off x="4396979" y="3062295"/>
                <a:ext cx="659606" cy="223838"/>
                <a:chOff x="2744" y="2455"/>
                <a:chExt cx="512" cy="188"/>
              </a:xfrm>
            </p:grpSpPr>
            <p:sp>
              <p:nvSpPr>
                <p:cNvPr id="30842" name="Rectangle 80">
                  <a:extLst>
                    <a:ext uri="{FF2B5EF4-FFF2-40B4-BE49-F238E27FC236}">
                      <a16:creationId xmlns:a16="http://schemas.microsoft.com/office/drawing/2014/main" id="{0C6CF459-E963-4962-8C8B-986998263626}"/>
                    </a:ext>
                  </a:extLst>
                </p:cNvPr>
                <p:cNvSpPr>
                  <a:spLocks noChangeArrowheads="1"/>
                </p:cNvSpPr>
                <p:nvPr/>
              </p:nvSpPr>
              <p:spPr bwMode="auto">
                <a:xfrm>
                  <a:off x="2744" y="24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43" name="Rectangle 81">
                  <a:extLst>
                    <a:ext uri="{FF2B5EF4-FFF2-40B4-BE49-F238E27FC236}">
                      <a16:creationId xmlns:a16="http://schemas.microsoft.com/office/drawing/2014/main" id="{A55B2892-E94B-4F56-9198-F5F8F021A23C}"/>
                    </a:ext>
                  </a:extLst>
                </p:cNvPr>
                <p:cNvSpPr>
                  <a:spLocks noChangeArrowheads="1"/>
                </p:cNvSpPr>
                <p:nvPr/>
              </p:nvSpPr>
              <p:spPr bwMode="auto">
                <a:xfrm>
                  <a:off x="2822" y="2455"/>
                  <a:ext cx="25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Wr</a:t>
                  </a:r>
                </a:p>
              </p:txBody>
            </p:sp>
          </p:grpSp>
          <p:sp>
            <p:nvSpPr>
              <p:cNvPr id="30747" name="Rectangle 82">
                <a:extLst>
                  <a:ext uri="{FF2B5EF4-FFF2-40B4-BE49-F238E27FC236}">
                    <a16:creationId xmlns:a16="http://schemas.microsoft.com/office/drawing/2014/main" id="{AE3C4617-E52A-4075-A37C-595DFDA23F18}"/>
                  </a:ext>
                </a:extLst>
              </p:cNvPr>
              <p:cNvSpPr>
                <a:spLocks noChangeArrowheads="1"/>
              </p:cNvSpPr>
              <p:nvPr/>
            </p:nvSpPr>
            <p:spPr bwMode="auto">
              <a:xfrm>
                <a:off x="1091804" y="3062288"/>
                <a:ext cx="511357"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R-type</a:t>
                </a:r>
              </a:p>
            </p:txBody>
          </p:sp>
          <p:grpSp>
            <p:nvGrpSpPr>
              <p:cNvPr id="30748" name="Group 83">
                <a:extLst>
                  <a:ext uri="{FF2B5EF4-FFF2-40B4-BE49-F238E27FC236}">
                    <a16:creationId xmlns:a16="http://schemas.microsoft.com/office/drawing/2014/main" id="{5138F6BF-733D-4E6C-9FE1-E180DD77A6F1}"/>
                  </a:ext>
                </a:extLst>
              </p:cNvPr>
              <p:cNvGrpSpPr>
                <a:grpSpLocks/>
              </p:cNvGrpSpPr>
              <p:nvPr/>
            </p:nvGrpSpPr>
            <p:grpSpPr bwMode="auto">
              <a:xfrm>
                <a:off x="2353867" y="3405195"/>
                <a:ext cx="659606" cy="223838"/>
                <a:chOff x="1160" y="2743"/>
                <a:chExt cx="512" cy="188"/>
              </a:xfrm>
            </p:grpSpPr>
            <p:sp>
              <p:nvSpPr>
                <p:cNvPr id="30840" name="Rectangle 84">
                  <a:extLst>
                    <a:ext uri="{FF2B5EF4-FFF2-40B4-BE49-F238E27FC236}">
                      <a16:creationId xmlns:a16="http://schemas.microsoft.com/office/drawing/2014/main" id="{D7953CBF-8A92-41DE-B6A6-721F098DB4FF}"/>
                    </a:ext>
                  </a:extLst>
                </p:cNvPr>
                <p:cNvSpPr>
                  <a:spLocks noChangeArrowheads="1"/>
                </p:cNvSpPr>
                <p:nvPr/>
              </p:nvSpPr>
              <p:spPr bwMode="auto">
                <a:xfrm>
                  <a:off x="1160" y="27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41" name="Rectangle 85">
                  <a:extLst>
                    <a:ext uri="{FF2B5EF4-FFF2-40B4-BE49-F238E27FC236}">
                      <a16:creationId xmlns:a16="http://schemas.microsoft.com/office/drawing/2014/main" id="{B6A10BAD-8B4B-4F7E-A2B2-F6ED38A1125C}"/>
                    </a:ext>
                  </a:extLst>
                </p:cNvPr>
                <p:cNvSpPr>
                  <a:spLocks noChangeArrowheads="1"/>
                </p:cNvSpPr>
                <p:nvPr/>
              </p:nvSpPr>
              <p:spPr bwMode="auto">
                <a:xfrm>
                  <a:off x="1200" y="2743"/>
                  <a:ext cx="3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Ifetch</a:t>
                  </a:r>
                </a:p>
              </p:txBody>
            </p:sp>
          </p:grpSp>
          <p:grpSp>
            <p:nvGrpSpPr>
              <p:cNvPr id="30749" name="Group 86">
                <a:extLst>
                  <a:ext uri="{FF2B5EF4-FFF2-40B4-BE49-F238E27FC236}">
                    <a16:creationId xmlns:a16="http://schemas.microsoft.com/office/drawing/2014/main" id="{92A53358-B3FE-40F8-A2CB-5B42BD9E3A09}"/>
                  </a:ext>
                </a:extLst>
              </p:cNvPr>
              <p:cNvGrpSpPr>
                <a:grpSpLocks/>
              </p:cNvGrpSpPr>
              <p:nvPr/>
            </p:nvGrpSpPr>
            <p:grpSpPr bwMode="auto">
              <a:xfrm>
                <a:off x="3011092" y="3405195"/>
                <a:ext cx="684077" cy="223838"/>
                <a:chOff x="1670" y="2743"/>
                <a:chExt cx="530" cy="188"/>
              </a:xfrm>
            </p:grpSpPr>
            <p:sp>
              <p:nvSpPr>
                <p:cNvPr id="30838" name="Rectangle 87">
                  <a:extLst>
                    <a:ext uri="{FF2B5EF4-FFF2-40B4-BE49-F238E27FC236}">
                      <a16:creationId xmlns:a16="http://schemas.microsoft.com/office/drawing/2014/main" id="{F2681C57-BC58-47C4-9AD6-AAB7651DF8AA}"/>
                    </a:ext>
                  </a:extLst>
                </p:cNvPr>
                <p:cNvSpPr>
                  <a:spLocks noChangeArrowheads="1"/>
                </p:cNvSpPr>
                <p:nvPr/>
              </p:nvSpPr>
              <p:spPr bwMode="auto">
                <a:xfrm>
                  <a:off x="1688" y="27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39" name="Rectangle 88">
                  <a:extLst>
                    <a:ext uri="{FF2B5EF4-FFF2-40B4-BE49-F238E27FC236}">
                      <a16:creationId xmlns:a16="http://schemas.microsoft.com/office/drawing/2014/main" id="{E8BE4210-0FAF-42D9-A871-E61235115124}"/>
                    </a:ext>
                  </a:extLst>
                </p:cNvPr>
                <p:cNvSpPr>
                  <a:spLocks noChangeArrowheads="1"/>
                </p:cNvSpPr>
                <p:nvPr/>
              </p:nvSpPr>
              <p:spPr bwMode="auto">
                <a:xfrm>
                  <a:off x="1670" y="2743"/>
                  <a:ext cx="46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Reg/Dec</a:t>
                  </a:r>
                </a:p>
              </p:txBody>
            </p:sp>
          </p:grpSp>
          <p:grpSp>
            <p:nvGrpSpPr>
              <p:cNvPr id="30750" name="Group 89">
                <a:extLst>
                  <a:ext uri="{FF2B5EF4-FFF2-40B4-BE49-F238E27FC236}">
                    <a16:creationId xmlns:a16="http://schemas.microsoft.com/office/drawing/2014/main" id="{C37FDF98-FB5F-4365-9433-F11A120A1D37}"/>
                  </a:ext>
                </a:extLst>
              </p:cNvPr>
              <p:cNvGrpSpPr>
                <a:grpSpLocks/>
              </p:cNvGrpSpPr>
              <p:nvPr/>
            </p:nvGrpSpPr>
            <p:grpSpPr bwMode="auto">
              <a:xfrm>
                <a:off x="4396979" y="3405195"/>
                <a:ext cx="659606" cy="223838"/>
                <a:chOff x="2744" y="2743"/>
                <a:chExt cx="512" cy="188"/>
              </a:xfrm>
            </p:grpSpPr>
            <p:sp>
              <p:nvSpPr>
                <p:cNvPr id="30836" name="Rectangle 90">
                  <a:extLst>
                    <a:ext uri="{FF2B5EF4-FFF2-40B4-BE49-F238E27FC236}">
                      <a16:creationId xmlns:a16="http://schemas.microsoft.com/office/drawing/2014/main" id="{27B93071-4FBE-4156-9424-74BFCE95464D}"/>
                    </a:ext>
                  </a:extLst>
                </p:cNvPr>
                <p:cNvSpPr>
                  <a:spLocks noChangeArrowheads="1"/>
                </p:cNvSpPr>
                <p:nvPr/>
              </p:nvSpPr>
              <p:spPr bwMode="auto">
                <a:xfrm>
                  <a:off x="2744" y="27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37" name="Rectangle 91">
                  <a:extLst>
                    <a:ext uri="{FF2B5EF4-FFF2-40B4-BE49-F238E27FC236}">
                      <a16:creationId xmlns:a16="http://schemas.microsoft.com/office/drawing/2014/main" id="{40CEB6C8-B0E3-4AC0-B292-86C5265989E0}"/>
                    </a:ext>
                  </a:extLst>
                </p:cNvPr>
                <p:cNvSpPr>
                  <a:spLocks noChangeArrowheads="1"/>
                </p:cNvSpPr>
                <p:nvPr/>
              </p:nvSpPr>
              <p:spPr bwMode="auto">
                <a:xfrm>
                  <a:off x="2822" y="2743"/>
                  <a:ext cx="33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solidFill>
                        <a:schemeClr val="accent2"/>
                      </a:solidFill>
                      <a:latin typeface="Times New Roman" panose="02020603050405020304" pitchFamily="18" charset="0"/>
                      <a:ea typeface="新細明體" panose="02020500000000000000" pitchFamily="18" charset="-120"/>
                    </a:rPr>
                    <a:t>Mem</a:t>
                  </a:r>
                </a:p>
              </p:txBody>
            </p:sp>
          </p:grpSp>
          <p:grpSp>
            <p:nvGrpSpPr>
              <p:cNvPr id="30751" name="Group 92">
                <a:extLst>
                  <a:ext uri="{FF2B5EF4-FFF2-40B4-BE49-F238E27FC236}">
                    <a16:creationId xmlns:a16="http://schemas.microsoft.com/office/drawing/2014/main" id="{5B9EEE57-D01B-4264-837A-25C2BB691394}"/>
                  </a:ext>
                </a:extLst>
              </p:cNvPr>
              <p:cNvGrpSpPr>
                <a:grpSpLocks/>
              </p:cNvGrpSpPr>
              <p:nvPr/>
            </p:nvGrpSpPr>
            <p:grpSpPr bwMode="auto">
              <a:xfrm>
                <a:off x="5078017" y="3405195"/>
                <a:ext cx="659606" cy="223838"/>
                <a:chOff x="3272" y="2743"/>
                <a:chExt cx="512" cy="188"/>
              </a:xfrm>
            </p:grpSpPr>
            <p:sp>
              <p:nvSpPr>
                <p:cNvPr id="30834" name="Rectangle 93">
                  <a:extLst>
                    <a:ext uri="{FF2B5EF4-FFF2-40B4-BE49-F238E27FC236}">
                      <a16:creationId xmlns:a16="http://schemas.microsoft.com/office/drawing/2014/main" id="{1DBC5910-DBC9-4FF0-9818-C5CF9471E8D0}"/>
                    </a:ext>
                  </a:extLst>
                </p:cNvPr>
                <p:cNvSpPr>
                  <a:spLocks noChangeArrowheads="1"/>
                </p:cNvSpPr>
                <p:nvPr/>
              </p:nvSpPr>
              <p:spPr bwMode="auto">
                <a:xfrm>
                  <a:off x="3272" y="27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35" name="Rectangle 94">
                  <a:extLst>
                    <a:ext uri="{FF2B5EF4-FFF2-40B4-BE49-F238E27FC236}">
                      <a16:creationId xmlns:a16="http://schemas.microsoft.com/office/drawing/2014/main" id="{A8C1929A-5AFE-4756-A878-ED895EBEAD1B}"/>
                    </a:ext>
                  </a:extLst>
                </p:cNvPr>
                <p:cNvSpPr>
                  <a:spLocks noChangeArrowheads="1"/>
                </p:cNvSpPr>
                <p:nvPr/>
              </p:nvSpPr>
              <p:spPr bwMode="auto">
                <a:xfrm>
                  <a:off x="3350" y="2743"/>
                  <a:ext cx="25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Wr</a:t>
                  </a:r>
                </a:p>
              </p:txBody>
            </p:sp>
          </p:grpSp>
          <p:sp>
            <p:nvSpPr>
              <p:cNvPr id="30752" name="Rectangle 95">
                <a:extLst>
                  <a:ext uri="{FF2B5EF4-FFF2-40B4-BE49-F238E27FC236}">
                    <a16:creationId xmlns:a16="http://schemas.microsoft.com/office/drawing/2014/main" id="{BBDA5D37-BA14-4B3F-8FBC-C603EE44F65F}"/>
                  </a:ext>
                </a:extLst>
              </p:cNvPr>
              <p:cNvSpPr>
                <a:spLocks noChangeArrowheads="1"/>
              </p:cNvSpPr>
              <p:nvPr/>
            </p:nvSpPr>
            <p:spPr bwMode="auto">
              <a:xfrm>
                <a:off x="1710929" y="3405188"/>
                <a:ext cx="511357"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R-type</a:t>
                </a:r>
              </a:p>
            </p:txBody>
          </p:sp>
          <p:grpSp>
            <p:nvGrpSpPr>
              <p:cNvPr id="30753" name="Group 96">
                <a:extLst>
                  <a:ext uri="{FF2B5EF4-FFF2-40B4-BE49-F238E27FC236}">
                    <a16:creationId xmlns:a16="http://schemas.microsoft.com/office/drawing/2014/main" id="{99AFAB3D-20F8-41B4-A6AC-8FB5C4B100C0}"/>
                  </a:ext>
                </a:extLst>
              </p:cNvPr>
              <p:cNvGrpSpPr>
                <a:grpSpLocks/>
              </p:cNvGrpSpPr>
              <p:nvPr/>
            </p:nvGrpSpPr>
            <p:grpSpPr bwMode="auto">
              <a:xfrm>
                <a:off x="3034904" y="3748096"/>
                <a:ext cx="659606" cy="223838"/>
                <a:chOff x="1688" y="3031"/>
                <a:chExt cx="512" cy="188"/>
              </a:xfrm>
            </p:grpSpPr>
            <p:sp>
              <p:nvSpPr>
                <p:cNvPr id="30832" name="Rectangle 97">
                  <a:extLst>
                    <a:ext uri="{FF2B5EF4-FFF2-40B4-BE49-F238E27FC236}">
                      <a16:creationId xmlns:a16="http://schemas.microsoft.com/office/drawing/2014/main" id="{94B31BD0-5DBD-4288-AB27-F60417682791}"/>
                    </a:ext>
                  </a:extLst>
                </p:cNvPr>
                <p:cNvSpPr>
                  <a:spLocks noChangeArrowheads="1"/>
                </p:cNvSpPr>
                <p:nvPr/>
              </p:nvSpPr>
              <p:spPr bwMode="auto">
                <a:xfrm>
                  <a:off x="1688" y="30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33" name="Rectangle 98">
                  <a:extLst>
                    <a:ext uri="{FF2B5EF4-FFF2-40B4-BE49-F238E27FC236}">
                      <a16:creationId xmlns:a16="http://schemas.microsoft.com/office/drawing/2014/main" id="{62DF6F9C-DEF0-4E27-BD04-15D79A855011}"/>
                    </a:ext>
                  </a:extLst>
                </p:cNvPr>
                <p:cNvSpPr>
                  <a:spLocks noChangeArrowheads="1"/>
                </p:cNvSpPr>
                <p:nvPr/>
              </p:nvSpPr>
              <p:spPr bwMode="auto">
                <a:xfrm>
                  <a:off x="1728" y="3031"/>
                  <a:ext cx="3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Ifetch</a:t>
                  </a:r>
                </a:p>
              </p:txBody>
            </p:sp>
          </p:grpSp>
          <p:grpSp>
            <p:nvGrpSpPr>
              <p:cNvPr id="30754" name="Group 99">
                <a:extLst>
                  <a:ext uri="{FF2B5EF4-FFF2-40B4-BE49-F238E27FC236}">
                    <a16:creationId xmlns:a16="http://schemas.microsoft.com/office/drawing/2014/main" id="{6511BACB-2AD6-4305-92E2-3A2EC832C864}"/>
                  </a:ext>
                </a:extLst>
              </p:cNvPr>
              <p:cNvGrpSpPr>
                <a:grpSpLocks/>
              </p:cNvGrpSpPr>
              <p:nvPr/>
            </p:nvGrpSpPr>
            <p:grpSpPr bwMode="auto">
              <a:xfrm>
                <a:off x="3692129" y="3748096"/>
                <a:ext cx="684077" cy="223838"/>
                <a:chOff x="2198" y="3031"/>
                <a:chExt cx="530" cy="188"/>
              </a:xfrm>
            </p:grpSpPr>
            <p:sp>
              <p:nvSpPr>
                <p:cNvPr id="30830" name="Rectangle 100">
                  <a:extLst>
                    <a:ext uri="{FF2B5EF4-FFF2-40B4-BE49-F238E27FC236}">
                      <a16:creationId xmlns:a16="http://schemas.microsoft.com/office/drawing/2014/main" id="{5E5A8AF3-6DA3-47F8-9A51-AD1C62943F88}"/>
                    </a:ext>
                  </a:extLst>
                </p:cNvPr>
                <p:cNvSpPr>
                  <a:spLocks noChangeArrowheads="1"/>
                </p:cNvSpPr>
                <p:nvPr/>
              </p:nvSpPr>
              <p:spPr bwMode="auto">
                <a:xfrm>
                  <a:off x="2216" y="30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31" name="Rectangle 101">
                  <a:extLst>
                    <a:ext uri="{FF2B5EF4-FFF2-40B4-BE49-F238E27FC236}">
                      <a16:creationId xmlns:a16="http://schemas.microsoft.com/office/drawing/2014/main" id="{935B1733-0DDD-4B1E-8029-B53868035BD5}"/>
                    </a:ext>
                  </a:extLst>
                </p:cNvPr>
                <p:cNvSpPr>
                  <a:spLocks noChangeArrowheads="1"/>
                </p:cNvSpPr>
                <p:nvPr/>
              </p:nvSpPr>
              <p:spPr bwMode="auto">
                <a:xfrm>
                  <a:off x="2198" y="3031"/>
                  <a:ext cx="46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Reg/Dec</a:t>
                  </a:r>
                </a:p>
              </p:txBody>
            </p:sp>
          </p:grpSp>
          <p:grpSp>
            <p:nvGrpSpPr>
              <p:cNvPr id="30755" name="Group 102">
                <a:extLst>
                  <a:ext uri="{FF2B5EF4-FFF2-40B4-BE49-F238E27FC236}">
                    <a16:creationId xmlns:a16="http://schemas.microsoft.com/office/drawing/2014/main" id="{40E28827-B759-4240-82D4-49F87978AEE9}"/>
                  </a:ext>
                </a:extLst>
              </p:cNvPr>
              <p:cNvGrpSpPr>
                <a:grpSpLocks/>
              </p:cNvGrpSpPr>
              <p:nvPr/>
            </p:nvGrpSpPr>
            <p:grpSpPr bwMode="auto">
              <a:xfrm>
                <a:off x="4396979" y="3748096"/>
                <a:ext cx="659606" cy="223838"/>
                <a:chOff x="2744" y="3031"/>
                <a:chExt cx="512" cy="188"/>
              </a:xfrm>
            </p:grpSpPr>
            <p:sp>
              <p:nvSpPr>
                <p:cNvPr id="30828" name="Rectangle 103">
                  <a:extLst>
                    <a:ext uri="{FF2B5EF4-FFF2-40B4-BE49-F238E27FC236}">
                      <a16:creationId xmlns:a16="http://schemas.microsoft.com/office/drawing/2014/main" id="{2992FD31-CE07-4635-9F1B-5D0C64DDCD2A}"/>
                    </a:ext>
                  </a:extLst>
                </p:cNvPr>
                <p:cNvSpPr>
                  <a:spLocks noChangeArrowheads="1"/>
                </p:cNvSpPr>
                <p:nvPr/>
              </p:nvSpPr>
              <p:spPr bwMode="auto">
                <a:xfrm>
                  <a:off x="2744" y="30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29" name="Rectangle 104">
                  <a:extLst>
                    <a:ext uri="{FF2B5EF4-FFF2-40B4-BE49-F238E27FC236}">
                      <a16:creationId xmlns:a16="http://schemas.microsoft.com/office/drawing/2014/main" id="{1939F7CD-ADFA-46D4-BD7C-6C3B5FA6B8A2}"/>
                    </a:ext>
                  </a:extLst>
                </p:cNvPr>
                <p:cNvSpPr>
                  <a:spLocks noChangeArrowheads="1"/>
                </p:cNvSpPr>
                <p:nvPr/>
              </p:nvSpPr>
              <p:spPr bwMode="auto">
                <a:xfrm>
                  <a:off x="2822" y="3031"/>
                  <a:ext cx="31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Exec</a:t>
                  </a:r>
                </a:p>
              </p:txBody>
            </p:sp>
          </p:grpSp>
          <p:grpSp>
            <p:nvGrpSpPr>
              <p:cNvPr id="30756" name="Group 105">
                <a:extLst>
                  <a:ext uri="{FF2B5EF4-FFF2-40B4-BE49-F238E27FC236}">
                    <a16:creationId xmlns:a16="http://schemas.microsoft.com/office/drawing/2014/main" id="{2EBDFE4B-552F-4856-AC1C-92158AA0DEB2}"/>
                  </a:ext>
                </a:extLst>
              </p:cNvPr>
              <p:cNvGrpSpPr>
                <a:grpSpLocks/>
              </p:cNvGrpSpPr>
              <p:nvPr/>
            </p:nvGrpSpPr>
            <p:grpSpPr bwMode="auto">
              <a:xfrm>
                <a:off x="5078017" y="3748096"/>
                <a:ext cx="659606" cy="223838"/>
                <a:chOff x="3272" y="3031"/>
                <a:chExt cx="512" cy="188"/>
              </a:xfrm>
            </p:grpSpPr>
            <p:sp>
              <p:nvSpPr>
                <p:cNvPr id="30826" name="Rectangle 106">
                  <a:extLst>
                    <a:ext uri="{FF2B5EF4-FFF2-40B4-BE49-F238E27FC236}">
                      <a16:creationId xmlns:a16="http://schemas.microsoft.com/office/drawing/2014/main" id="{8CB78A9D-8AC7-49C1-849B-1882AC6C60C3}"/>
                    </a:ext>
                  </a:extLst>
                </p:cNvPr>
                <p:cNvSpPr>
                  <a:spLocks noChangeArrowheads="1"/>
                </p:cNvSpPr>
                <p:nvPr/>
              </p:nvSpPr>
              <p:spPr bwMode="auto">
                <a:xfrm>
                  <a:off x="3272" y="30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27" name="Rectangle 107">
                  <a:extLst>
                    <a:ext uri="{FF2B5EF4-FFF2-40B4-BE49-F238E27FC236}">
                      <a16:creationId xmlns:a16="http://schemas.microsoft.com/office/drawing/2014/main" id="{71EADA0B-F5A4-4C58-922B-19077C78EF13}"/>
                    </a:ext>
                  </a:extLst>
                </p:cNvPr>
                <p:cNvSpPr>
                  <a:spLocks noChangeArrowheads="1"/>
                </p:cNvSpPr>
                <p:nvPr/>
              </p:nvSpPr>
              <p:spPr bwMode="auto">
                <a:xfrm>
                  <a:off x="3350" y="3031"/>
                  <a:ext cx="33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Mem</a:t>
                  </a:r>
                </a:p>
              </p:txBody>
            </p:sp>
          </p:grpSp>
          <p:grpSp>
            <p:nvGrpSpPr>
              <p:cNvPr id="30757" name="Group 108">
                <a:extLst>
                  <a:ext uri="{FF2B5EF4-FFF2-40B4-BE49-F238E27FC236}">
                    <a16:creationId xmlns:a16="http://schemas.microsoft.com/office/drawing/2014/main" id="{6D6B79DB-636E-4352-8AE2-5FE20858CE50}"/>
                  </a:ext>
                </a:extLst>
              </p:cNvPr>
              <p:cNvGrpSpPr>
                <a:grpSpLocks/>
              </p:cNvGrpSpPr>
              <p:nvPr/>
            </p:nvGrpSpPr>
            <p:grpSpPr bwMode="auto">
              <a:xfrm>
                <a:off x="5759054" y="3748096"/>
                <a:ext cx="659606" cy="223838"/>
                <a:chOff x="3800" y="3031"/>
                <a:chExt cx="512" cy="188"/>
              </a:xfrm>
            </p:grpSpPr>
            <p:sp>
              <p:nvSpPr>
                <p:cNvPr id="30824" name="Rectangle 109">
                  <a:extLst>
                    <a:ext uri="{FF2B5EF4-FFF2-40B4-BE49-F238E27FC236}">
                      <a16:creationId xmlns:a16="http://schemas.microsoft.com/office/drawing/2014/main" id="{D1218C71-B4B3-42C2-8CF6-431F931310DA}"/>
                    </a:ext>
                  </a:extLst>
                </p:cNvPr>
                <p:cNvSpPr>
                  <a:spLocks noChangeArrowheads="1"/>
                </p:cNvSpPr>
                <p:nvPr/>
              </p:nvSpPr>
              <p:spPr bwMode="auto">
                <a:xfrm>
                  <a:off x="3800" y="303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25" name="Rectangle 110">
                  <a:extLst>
                    <a:ext uri="{FF2B5EF4-FFF2-40B4-BE49-F238E27FC236}">
                      <a16:creationId xmlns:a16="http://schemas.microsoft.com/office/drawing/2014/main" id="{B1F0C8B1-A814-4361-B027-F30379392075}"/>
                    </a:ext>
                  </a:extLst>
                </p:cNvPr>
                <p:cNvSpPr>
                  <a:spLocks noChangeArrowheads="1"/>
                </p:cNvSpPr>
                <p:nvPr/>
              </p:nvSpPr>
              <p:spPr bwMode="auto">
                <a:xfrm>
                  <a:off x="3878" y="3031"/>
                  <a:ext cx="25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Wr</a:t>
                  </a:r>
                </a:p>
              </p:txBody>
            </p:sp>
          </p:grpSp>
          <p:sp>
            <p:nvSpPr>
              <p:cNvPr id="30758" name="Rectangle 111">
                <a:extLst>
                  <a:ext uri="{FF2B5EF4-FFF2-40B4-BE49-F238E27FC236}">
                    <a16:creationId xmlns:a16="http://schemas.microsoft.com/office/drawing/2014/main" id="{087F301A-7D66-47F6-BB00-092C459F4B1C}"/>
                  </a:ext>
                </a:extLst>
              </p:cNvPr>
              <p:cNvSpPr>
                <a:spLocks noChangeArrowheads="1"/>
              </p:cNvSpPr>
              <p:nvPr/>
            </p:nvSpPr>
            <p:spPr bwMode="auto">
              <a:xfrm>
                <a:off x="2515791" y="3748088"/>
                <a:ext cx="423193"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Load</a:t>
                </a:r>
              </a:p>
            </p:txBody>
          </p:sp>
          <p:grpSp>
            <p:nvGrpSpPr>
              <p:cNvPr id="30759" name="Group 112">
                <a:extLst>
                  <a:ext uri="{FF2B5EF4-FFF2-40B4-BE49-F238E27FC236}">
                    <a16:creationId xmlns:a16="http://schemas.microsoft.com/office/drawing/2014/main" id="{8D10C422-B62D-42A6-9A04-5BB1D046D458}"/>
                  </a:ext>
                </a:extLst>
              </p:cNvPr>
              <p:cNvGrpSpPr>
                <a:grpSpLocks/>
              </p:cNvGrpSpPr>
              <p:nvPr/>
            </p:nvGrpSpPr>
            <p:grpSpPr bwMode="auto">
              <a:xfrm>
                <a:off x="3715942" y="4090996"/>
                <a:ext cx="659606" cy="223838"/>
                <a:chOff x="2216" y="3319"/>
                <a:chExt cx="512" cy="188"/>
              </a:xfrm>
            </p:grpSpPr>
            <p:sp>
              <p:nvSpPr>
                <p:cNvPr id="30822" name="Rectangle 113">
                  <a:extLst>
                    <a:ext uri="{FF2B5EF4-FFF2-40B4-BE49-F238E27FC236}">
                      <a16:creationId xmlns:a16="http://schemas.microsoft.com/office/drawing/2014/main" id="{E1A7DE6B-6A96-4BE6-BF53-A212BC6AFD5B}"/>
                    </a:ext>
                  </a:extLst>
                </p:cNvPr>
                <p:cNvSpPr>
                  <a:spLocks noChangeArrowheads="1"/>
                </p:cNvSpPr>
                <p:nvPr/>
              </p:nvSpPr>
              <p:spPr bwMode="auto">
                <a:xfrm>
                  <a:off x="2216" y="33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23" name="Rectangle 114">
                  <a:extLst>
                    <a:ext uri="{FF2B5EF4-FFF2-40B4-BE49-F238E27FC236}">
                      <a16:creationId xmlns:a16="http://schemas.microsoft.com/office/drawing/2014/main" id="{FB17F026-17F2-454C-9B6A-E88FCADF4405}"/>
                    </a:ext>
                  </a:extLst>
                </p:cNvPr>
                <p:cNvSpPr>
                  <a:spLocks noChangeArrowheads="1"/>
                </p:cNvSpPr>
                <p:nvPr/>
              </p:nvSpPr>
              <p:spPr bwMode="auto">
                <a:xfrm>
                  <a:off x="2256" y="3319"/>
                  <a:ext cx="3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Ifetch</a:t>
                  </a:r>
                </a:p>
              </p:txBody>
            </p:sp>
          </p:grpSp>
          <p:grpSp>
            <p:nvGrpSpPr>
              <p:cNvPr id="30760" name="Group 115">
                <a:extLst>
                  <a:ext uri="{FF2B5EF4-FFF2-40B4-BE49-F238E27FC236}">
                    <a16:creationId xmlns:a16="http://schemas.microsoft.com/office/drawing/2014/main" id="{F8E77DFA-6F5F-4436-AAD5-62A8AC70E0FA}"/>
                  </a:ext>
                </a:extLst>
              </p:cNvPr>
              <p:cNvGrpSpPr>
                <a:grpSpLocks/>
              </p:cNvGrpSpPr>
              <p:nvPr/>
            </p:nvGrpSpPr>
            <p:grpSpPr bwMode="auto">
              <a:xfrm>
                <a:off x="4373167" y="4090996"/>
                <a:ext cx="684077" cy="223838"/>
                <a:chOff x="2726" y="3319"/>
                <a:chExt cx="530" cy="188"/>
              </a:xfrm>
            </p:grpSpPr>
            <p:sp>
              <p:nvSpPr>
                <p:cNvPr id="30820" name="Rectangle 116">
                  <a:extLst>
                    <a:ext uri="{FF2B5EF4-FFF2-40B4-BE49-F238E27FC236}">
                      <a16:creationId xmlns:a16="http://schemas.microsoft.com/office/drawing/2014/main" id="{0B52A91D-BD65-4DA6-8BBC-7FB2E525EA91}"/>
                    </a:ext>
                  </a:extLst>
                </p:cNvPr>
                <p:cNvSpPr>
                  <a:spLocks noChangeArrowheads="1"/>
                </p:cNvSpPr>
                <p:nvPr/>
              </p:nvSpPr>
              <p:spPr bwMode="auto">
                <a:xfrm>
                  <a:off x="2744" y="33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21" name="Rectangle 117">
                  <a:extLst>
                    <a:ext uri="{FF2B5EF4-FFF2-40B4-BE49-F238E27FC236}">
                      <a16:creationId xmlns:a16="http://schemas.microsoft.com/office/drawing/2014/main" id="{6A6A9981-EE09-41B6-9F35-C608A463AD1B}"/>
                    </a:ext>
                  </a:extLst>
                </p:cNvPr>
                <p:cNvSpPr>
                  <a:spLocks noChangeArrowheads="1"/>
                </p:cNvSpPr>
                <p:nvPr/>
              </p:nvSpPr>
              <p:spPr bwMode="auto">
                <a:xfrm>
                  <a:off x="2726" y="3319"/>
                  <a:ext cx="46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Reg/Dec</a:t>
                  </a:r>
                </a:p>
              </p:txBody>
            </p:sp>
          </p:grpSp>
          <p:grpSp>
            <p:nvGrpSpPr>
              <p:cNvPr id="30761" name="Group 118">
                <a:extLst>
                  <a:ext uri="{FF2B5EF4-FFF2-40B4-BE49-F238E27FC236}">
                    <a16:creationId xmlns:a16="http://schemas.microsoft.com/office/drawing/2014/main" id="{E0027BBB-CFB7-49D6-B7C0-D581F54F0F89}"/>
                  </a:ext>
                </a:extLst>
              </p:cNvPr>
              <p:cNvGrpSpPr>
                <a:grpSpLocks/>
              </p:cNvGrpSpPr>
              <p:nvPr/>
            </p:nvGrpSpPr>
            <p:grpSpPr bwMode="auto">
              <a:xfrm>
                <a:off x="5759054" y="4090996"/>
                <a:ext cx="659606" cy="223838"/>
                <a:chOff x="3800" y="3319"/>
                <a:chExt cx="512" cy="188"/>
              </a:xfrm>
            </p:grpSpPr>
            <p:sp>
              <p:nvSpPr>
                <p:cNvPr id="30818" name="Rectangle 119">
                  <a:extLst>
                    <a:ext uri="{FF2B5EF4-FFF2-40B4-BE49-F238E27FC236}">
                      <a16:creationId xmlns:a16="http://schemas.microsoft.com/office/drawing/2014/main" id="{EEBD862F-5F73-46E3-8A93-5D90D563490D}"/>
                    </a:ext>
                  </a:extLst>
                </p:cNvPr>
                <p:cNvSpPr>
                  <a:spLocks noChangeArrowheads="1"/>
                </p:cNvSpPr>
                <p:nvPr/>
              </p:nvSpPr>
              <p:spPr bwMode="auto">
                <a:xfrm>
                  <a:off x="3800" y="33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19" name="Rectangle 120">
                  <a:extLst>
                    <a:ext uri="{FF2B5EF4-FFF2-40B4-BE49-F238E27FC236}">
                      <a16:creationId xmlns:a16="http://schemas.microsoft.com/office/drawing/2014/main" id="{EFE5F9C4-DC89-4765-93AC-ADB2BFE78EB6}"/>
                    </a:ext>
                  </a:extLst>
                </p:cNvPr>
                <p:cNvSpPr>
                  <a:spLocks noChangeArrowheads="1"/>
                </p:cNvSpPr>
                <p:nvPr/>
              </p:nvSpPr>
              <p:spPr bwMode="auto">
                <a:xfrm>
                  <a:off x="3878" y="3319"/>
                  <a:ext cx="33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solidFill>
                        <a:schemeClr val="accent2"/>
                      </a:solidFill>
                      <a:latin typeface="Times New Roman" panose="02020603050405020304" pitchFamily="18" charset="0"/>
                      <a:ea typeface="新細明體" panose="02020500000000000000" pitchFamily="18" charset="-120"/>
                    </a:rPr>
                    <a:t>Mem</a:t>
                  </a:r>
                </a:p>
              </p:txBody>
            </p:sp>
          </p:grpSp>
          <p:grpSp>
            <p:nvGrpSpPr>
              <p:cNvPr id="30762" name="Group 121">
                <a:extLst>
                  <a:ext uri="{FF2B5EF4-FFF2-40B4-BE49-F238E27FC236}">
                    <a16:creationId xmlns:a16="http://schemas.microsoft.com/office/drawing/2014/main" id="{62A226E3-DA6F-43E3-BF7F-355A4C3566E8}"/>
                  </a:ext>
                </a:extLst>
              </p:cNvPr>
              <p:cNvGrpSpPr>
                <a:grpSpLocks/>
              </p:cNvGrpSpPr>
              <p:nvPr/>
            </p:nvGrpSpPr>
            <p:grpSpPr bwMode="auto">
              <a:xfrm>
                <a:off x="6440092" y="4090996"/>
                <a:ext cx="659606" cy="223838"/>
                <a:chOff x="4328" y="3319"/>
                <a:chExt cx="512" cy="188"/>
              </a:xfrm>
            </p:grpSpPr>
            <p:sp>
              <p:nvSpPr>
                <p:cNvPr id="30816" name="Rectangle 122">
                  <a:extLst>
                    <a:ext uri="{FF2B5EF4-FFF2-40B4-BE49-F238E27FC236}">
                      <a16:creationId xmlns:a16="http://schemas.microsoft.com/office/drawing/2014/main" id="{9DF17EFF-1E0E-4707-8BF6-7766615DDA84}"/>
                    </a:ext>
                  </a:extLst>
                </p:cNvPr>
                <p:cNvSpPr>
                  <a:spLocks noChangeArrowheads="1"/>
                </p:cNvSpPr>
                <p:nvPr/>
              </p:nvSpPr>
              <p:spPr bwMode="auto">
                <a:xfrm>
                  <a:off x="4328" y="33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17" name="Rectangle 123">
                  <a:extLst>
                    <a:ext uri="{FF2B5EF4-FFF2-40B4-BE49-F238E27FC236}">
                      <a16:creationId xmlns:a16="http://schemas.microsoft.com/office/drawing/2014/main" id="{38C78CAA-FCF0-437C-A6AD-407D8AFF3743}"/>
                    </a:ext>
                  </a:extLst>
                </p:cNvPr>
                <p:cNvSpPr>
                  <a:spLocks noChangeArrowheads="1"/>
                </p:cNvSpPr>
                <p:nvPr/>
              </p:nvSpPr>
              <p:spPr bwMode="auto">
                <a:xfrm>
                  <a:off x="4406" y="3319"/>
                  <a:ext cx="25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Wr</a:t>
                  </a:r>
                </a:p>
              </p:txBody>
            </p:sp>
          </p:grpSp>
          <p:sp>
            <p:nvSpPr>
              <p:cNvPr id="30763" name="Rectangle 124">
                <a:extLst>
                  <a:ext uri="{FF2B5EF4-FFF2-40B4-BE49-F238E27FC236}">
                    <a16:creationId xmlns:a16="http://schemas.microsoft.com/office/drawing/2014/main" id="{1409574B-0397-4A04-8ECA-AA20528F3080}"/>
                  </a:ext>
                </a:extLst>
              </p:cNvPr>
              <p:cNvSpPr>
                <a:spLocks noChangeArrowheads="1"/>
              </p:cNvSpPr>
              <p:nvPr/>
            </p:nvSpPr>
            <p:spPr bwMode="auto">
              <a:xfrm>
                <a:off x="3134916" y="4090988"/>
                <a:ext cx="511357"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R-type</a:t>
                </a:r>
              </a:p>
            </p:txBody>
          </p:sp>
          <p:grpSp>
            <p:nvGrpSpPr>
              <p:cNvPr id="30764" name="Group 125">
                <a:extLst>
                  <a:ext uri="{FF2B5EF4-FFF2-40B4-BE49-F238E27FC236}">
                    <a16:creationId xmlns:a16="http://schemas.microsoft.com/office/drawing/2014/main" id="{3C05B8C6-BE5D-4156-BF1C-4059FB892268}"/>
                  </a:ext>
                </a:extLst>
              </p:cNvPr>
              <p:cNvGrpSpPr>
                <a:grpSpLocks/>
              </p:cNvGrpSpPr>
              <p:nvPr/>
            </p:nvGrpSpPr>
            <p:grpSpPr bwMode="auto">
              <a:xfrm>
                <a:off x="4396979" y="4433897"/>
                <a:ext cx="659606" cy="223838"/>
                <a:chOff x="2744" y="3607"/>
                <a:chExt cx="512" cy="188"/>
              </a:xfrm>
            </p:grpSpPr>
            <p:sp>
              <p:nvSpPr>
                <p:cNvPr id="30814" name="Rectangle 126">
                  <a:extLst>
                    <a:ext uri="{FF2B5EF4-FFF2-40B4-BE49-F238E27FC236}">
                      <a16:creationId xmlns:a16="http://schemas.microsoft.com/office/drawing/2014/main" id="{36CD73B5-18DA-4B2F-8D92-EAED88BDAC72}"/>
                    </a:ext>
                  </a:extLst>
                </p:cNvPr>
                <p:cNvSpPr>
                  <a:spLocks noChangeArrowheads="1"/>
                </p:cNvSpPr>
                <p:nvPr/>
              </p:nvSpPr>
              <p:spPr bwMode="auto">
                <a:xfrm>
                  <a:off x="2744" y="360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15" name="Rectangle 127">
                  <a:extLst>
                    <a:ext uri="{FF2B5EF4-FFF2-40B4-BE49-F238E27FC236}">
                      <a16:creationId xmlns:a16="http://schemas.microsoft.com/office/drawing/2014/main" id="{CCC6318D-ED26-4887-809E-AFF1694F56C0}"/>
                    </a:ext>
                  </a:extLst>
                </p:cNvPr>
                <p:cNvSpPr>
                  <a:spLocks noChangeArrowheads="1"/>
                </p:cNvSpPr>
                <p:nvPr/>
              </p:nvSpPr>
              <p:spPr bwMode="auto">
                <a:xfrm>
                  <a:off x="2784" y="3607"/>
                  <a:ext cx="3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Ifetch</a:t>
                  </a:r>
                </a:p>
              </p:txBody>
            </p:sp>
          </p:grpSp>
          <p:grpSp>
            <p:nvGrpSpPr>
              <p:cNvPr id="30765" name="Group 128">
                <a:extLst>
                  <a:ext uri="{FF2B5EF4-FFF2-40B4-BE49-F238E27FC236}">
                    <a16:creationId xmlns:a16="http://schemas.microsoft.com/office/drawing/2014/main" id="{5A64D2D2-B2DC-45D0-8AB9-55CDAE61E334}"/>
                  </a:ext>
                </a:extLst>
              </p:cNvPr>
              <p:cNvGrpSpPr>
                <a:grpSpLocks/>
              </p:cNvGrpSpPr>
              <p:nvPr/>
            </p:nvGrpSpPr>
            <p:grpSpPr bwMode="auto">
              <a:xfrm>
                <a:off x="5054203" y="4433897"/>
                <a:ext cx="684077" cy="223838"/>
                <a:chOff x="3254" y="3607"/>
                <a:chExt cx="530" cy="188"/>
              </a:xfrm>
            </p:grpSpPr>
            <p:sp>
              <p:nvSpPr>
                <p:cNvPr id="30812" name="Rectangle 129">
                  <a:extLst>
                    <a:ext uri="{FF2B5EF4-FFF2-40B4-BE49-F238E27FC236}">
                      <a16:creationId xmlns:a16="http://schemas.microsoft.com/office/drawing/2014/main" id="{F687839D-8F04-40AC-BF51-ABFCC2EE478D}"/>
                    </a:ext>
                  </a:extLst>
                </p:cNvPr>
                <p:cNvSpPr>
                  <a:spLocks noChangeArrowheads="1"/>
                </p:cNvSpPr>
                <p:nvPr/>
              </p:nvSpPr>
              <p:spPr bwMode="auto">
                <a:xfrm>
                  <a:off x="3272" y="360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13" name="Rectangle 130">
                  <a:extLst>
                    <a:ext uri="{FF2B5EF4-FFF2-40B4-BE49-F238E27FC236}">
                      <a16:creationId xmlns:a16="http://schemas.microsoft.com/office/drawing/2014/main" id="{7F1EDEA0-E228-40EB-8646-509C6479F61D}"/>
                    </a:ext>
                  </a:extLst>
                </p:cNvPr>
                <p:cNvSpPr>
                  <a:spLocks noChangeArrowheads="1"/>
                </p:cNvSpPr>
                <p:nvPr/>
              </p:nvSpPr>
              <p:spPr bwMode="auto">
                <a:xfrm>
                  <a:off x="3254" y="3607"/>
                  <a:ext cx="46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Reg/Dec</a:t>
                  </a:r>
                </a:p>
              </p:txBody>
            </p:sp>
          </p:grpSp>
          <p:grpSp>
            <p:nvGrpSpPr>
              <p:cNvPr id="30766" name="Group 131">
                <a:extLst>
                  <a:ext uri="{FF2B5EF4-FFF2-40B4-BE49-F238E27FC236}">
                    <a16:creationId xmlns:a16="http://schemas.microsoft.com/office/drawing/2014/main" id="{DA64999B-9207-4A3F-B267-635EC09DA474}"/>
                  </a:ext>
                </a:extLst>
              </p:cNvPr>
              <p:cNvGrpSpPr>
                <a:grpSpLocks/>
              </p:cNvGrpSpPr>
              <p:nvPr/>
            </p:nvGrpSpPr>
            <p:grpSpPr bwMode="auto">
              <a:xfrm>
                <a:off x="6440092" y="4433897"/>
                <a:ext cx="659606" cy="223838"/>
                <a:chOff x="4328" y="3607"/>
                <a:chExt cx="512" cy="188"/>
              </a:xfrm>
            </p:grpSpPr>
            <p:sp>
              <p:nvSpPr>
                <p:cNvPr id="30810" name="Rectangle 132">
                  <a:extLst>
                    <a:ext uri="{FF2B5EF4-FFF2-40B4-BE49-F238E27FC236}">
                      <a16:creationId xmlns:a16="http://schemas.microsoft.com/office/drawing/2014/main" id="{75F13D49-AB95-4F0D-8041-A8A7786CD999}"/>
                    </a:ext>
                  </a:extLst>
                </p:cNvPr>
                <p:cNvSpPr>
                  <a:spLocks noChangeArrowheads="1"/>
                </p:cNvSpPr>
                <p:nvPr/>
              </p:nvSpPr>
              <p:spPr bwMode="auto">
                <a:xfrm>
                  <a:off x="4328" y="360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11" name="Rectangle 133">
                  <a:extLst>
                    <a:ext uri="{FF2B5EF4-FFF2-40B4-BE49-F238E27FC236}">
                      <a16:creationId xmlns:a16="http://schemas.microsoft.com/office/drawing/2014/main" id="{5BAD9399-E86A-4088-A7AA-7D1DB1C47A7F}"/>
                    </a:ext>
                  </a:extLst>
                </p:cNvPr>
                <p:cNvSpPr>
                  <a:spLocks noChangeArrowheads="1"/>
                </p:cNvSpPr>
                <p:nvPr/>
              </p:nvSpPr>
              <p:spPr bwMode="auto">
                <a:xfrm>
                  <a:off x="4406" y="3607"/>
                  <a:ext cx="33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solidFill>
                        <a:schemeClr val="accent2"/>
                      </a:solidFill>
                      <a:latin typeface="Times New Roman" panose="02020603050405020304" pitchFamily="18" charset="0"/>
                      <a:ea typeface="新細明體" panose="02020500000000000000" pitchFamily="18" charset="-120"/>
                    </a:rPr>
                    <a:t>Mem</a:t>
                  </a:r>
                </a:p>
              </p:txBody>
            </p:sp>
          </p:grpSp>
          <p:grpSp>
            <p:nvGrpSpPr>
              <p:cNvPr id="30767" name="Group 134">
                <a:extLst>
                  <a:ext uri="{FF2B5EF4-FFF2-40B4-BE49-F238E27FC236}">
                    <a16:creationId xmlns:a16="http://schemas.microsoft.com/office/drawing/2014/main" id="{249813EA-D67E-4F18-A326-49581B7B0824}"/>
                  </a:ext>
                </a:extLst>
              </p:cNvPr>
              <p:cNvGrpSpPr>
                <a:grpSpLocks/>
              </p:cNvGrpSpPr>
              <p:nvPr/>
            </p:nvGrpSpPr>
            <p:grpSpPr bwMode="auto">
              <a:xfrm>
                <a:off x="7121129" y="4433897"/>
                <a:ext cx="659606" cy="223838"/>
                <a:chOff x="4856" y="3607"/>
                <a:chExt cx="512" cy="188"/>
              </a:xfrm>
            </p:grpSpPr>
            <p:sp>
              <p:nvSpPr>
                <p:cNvPr id="30808" name="Rectangle 135">
                  <a:extLst>
                    <a:ext uri="{FF2B5EF4-FFF2-40B4-BE49-F238E27FC236}">
                      <a16:creationId xmlns:a16="http://schemas.microsoft.com/office/drawing/2014/main" id="{541401D4-8943-4E6A-94E0-60FACE46145C}"/>
                    </a:ext>
                  </a:extLst>
                </p:cNvPr>
                <p:cNvSpPr>
                  <a:spLocks noChangeArrowheads="1"/>
                </p:cNvSpPr>
                <p:nvPr/>
              </p:nvSpPr>
              <p:spPr bwMode="auto">
                <a:xfrm>
                  <a:off x="4856" y="360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09" name="Rectangle 136">
                  <a:extLst>
                    <a:ext uri="{FF2B5EF4-FFF2-40B4-BE49-F238E27FC236}">
                      <a16:creationId xmlns:a16="http://schemas.microsoft.com/office/drawing/2014/main" id="{0CE4B134-171D-400F-B70E-6F87BFF9D32A}"/>
                    </a:ext>
                  </a:extLst>
                </p:cNvPr>
                <p:cNvSpPr>
                  <a:spLocks noChangeArrowheads="1"/>
                </p:cNvSpPr>
                <p:nvPr/>
              </p:nvSpPr>
              <p:spPr bwMode="auto">
                <a:xfrm>
                  <a:off x="4934" y="3607"/>
                  <a:ext cx="25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Wr</a:t>
                  </a:r>
                </a:p>
              </p:txBody>
            </p:sp>
          </p:grpSp>
          <p:sp>
            <p:nvSpPr>
              <p:cNvPr id="30768" name="Rectangle 137">
                <a:extLst>
                  <a:ext uri="{FF2B5EF4-FFF2-40B4-BE49-F238E27FC236}">
                    <a16:creationId xmlns:a16="http://schemas.microsoft.com/office/drawing/2014/main" id="{9B244D33-080E-429A-BC3A-5BB300342B96}"/>
                  </a:ext>
                </a:extLst>
              </p:cNvPr>
              <p:cNvSpPr>
                <a:spLocks noChangeArrowheads="1"/>
              </p:cNvSpPr>
              <p:nvPr/>
            </p:nvSpPr>
            <p:spPr bwMode="auto">
              <a:xfrm>
                <a:off x="3815954" y="4433888"/>
                <a:ext cx="511357"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R-type</a:t>
                </a:r>
              </a:p>
            </p:txBody>
          </p:sp>
          <p:sp>
            <p:nvSpPr>
              <p:cNvPr id="30769" name="Line 138">
                <a:extLst>
                  <a:ext uri="{FF2B5EF4-FFF2-40B4-BE49-F238E27FC236}">
                    <a16:creationId xmlns:a16="http://schemas.microsoft.com/office/drawing/2014/main" id="{0374E7A0-8BBB-4E6E-A399-9D47F2B236AE}"/>
                  </a:ext>
                </a:extLst>
              </p:cNvPr>
              <p:cNvSpPr>
                <a:spLocks noChangeShapeType="1"/>
              </p:cNvSpPr>
              <p:nvPr/>
            </p:nvSpPr>
            <p:spPr bwMode="auto">
              <a:xfrm flipV="1">
                <a:off x="6429375" y="2939654"/>
                <a:ext cx="0" cy="7429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770" name="Line 139">
                <a:extLst>
                  <a:ext uri="{FF2B5EF4-FFF2-40B4-BE49-F238E27FC236}">
                    <a16:creationId xmlns:a16="http://schemas.microsoft.com/office/drawing/2014/main" id="{08838C58-9E82-4E54-80B9-286D477654BE}"/>
                  </a:ext>
                </a:extLst>
              </p:cNvPr>
              <p:cNvSpPr>
                <a:spLocks noChangeShapeType="1"/>
              </p:cNvSpPr>
              <p:nvPr/>
            </p:nvSpPr>
            <p:spPr bwMode="auto">
              <a:xfrm flipV="1">
                <a:off x="7791450" y="2939654"/>
                <a:ext cx="0" cy="14287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771" name="Line 140">
                <a:extLst>
                  <a:ext uri="{FF2B5EF4-FFF2-40B4-BE49-F238E27FC236}">
                    <a16:creationId xmlns:a16="http://schemas.microsoft.com/office/drawing/2014/main" id="{F5A18F1C-3445-4FD7-AED9-2DE0A01B54A4}"/>
                  </a:ext>
                </a:extLst>
              </p:cNvPr>
              <p:cNvSpPr>
                <a:spLocks noChangeShapeType="1"/>
              </p:cNvSpPr>
              <p:nvPr/>
            </p:nvSpPr>
            <p:spPr bwMode="auto">
              <a:xfrm flipV="1">
                <a:off x="5748338" y="2939654"/>
                <a:ext cx="0" cy="4000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sp>
            <p:nvSpPr>
              <p:cNvPr id="30772" name="Line 141">
                <a:extLst>
                  <a:ext uri="{FF2B5EF4-FFF2-40B4-BE49-F238E27FC236}">
                    <a16:creationId xmlns:a16="http://schemas.microsoft.com/office/drawing/2014/main" id="{28C92906-8256-412A-975A-5A6EC3A1A3B6}"/>
                  </a:ext>
                </a:extLst>
              </p:cNvPr>
              <p:cNvSpPr>
                <a:spLocks noChangeShapeType="1"/>
              </p:cNvSpPr>
              <p:nvPr/>
            </p:nvSpPr>
            <p:spPr bwMode="auto">
              <a:xfrm flipV="1">
                <a:off x="7110413" y="2939654"/>
                <a:ext cx="0" cy="1085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000"/>
              </a:p>
            </p:txBody>
          </p:sp>
          <p:grpSp>
            <p:nvGrpSpPr>
              <p:cNvPr id="30773" name="Group 142">
                <a:extLst>
                  <a:ext uri="{FF2B5EF4-FFF2-40B4-BE49-F238E27FC236}">
                    <a16:creationId xmlns:a16="http://schemas.microsoft.com/office/drawing/2014/main" id="{14972314-867A-4E54-8A6D-52F41A9E8379}"/>
                  </a:ext>
                </a:extLst>
              </p:cNvPr>
              <p:cNvGrpSpPr>
                <a:grpSpLocks/>
              </p:cNvGrpSpPr>
              <p:nvPr/>
            </p:nvGrpSpPr>
            <p:grpSpPr bwMode="auto">
              <a:xfrm>
                <a:off x="2787254" y="2033591"/>
                <a:ext cx="659606" cy="223838"/>
                <a:chOff x="1496" y="1591"/>
                <a:chExt cx="512" cy="188"/>
              </a:xfrm>
            </p:grpSpPr>
            <p:sp>
              <p:nvSpPr>
                <p:cNvPr id="30806" name="Rectangle 143">
                  <a:extLst>
                    <a:ext uri="{FF2B5EF4-FFF2-40B4-BE49-F238E27FC236}">
                      <a16:creationId xmlns:a16="http://schemas.microsoft.com/office/drawing/2014/main" id="{86502B88-E4B3-47EC-88EA-E34AD8EAEB63}"/>
                    </a:ext>
                  </a:extLst>
                </p:cNvPr>
                <p:cNvSpPr>
                  <a:spLocks noChangeArrowheads="1"/>
                </p:cNvSpPr>
                <p:nvPr/>
              </p:nvSpPr>
              <p:spPr bwMode="auto">
                <a:xfrm>
                  <a:off x="1496"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07" name="Rectangle 144">
                  <a:extLst>
                    <a:ext uri="{FF2B5EF4-FFF2-40B4-BE49-F238E27FC236}">
                      <a16:creationId xmlns:a16="http://schemas.microsoft.com/office/drawing/2014/main" id="{2C28B9B3-32E3-46E3-ABC1-2FD6D733F62E}"/>
                    </a:ext>
                  </a:extLst>
                </p:cNvPr>
                <p:cNvSpPr>
                  <a:spLocks noChangeArrowheads="1"/>
                </p:cNvSpPr>
                <p:nvPr/>
              </p:nvSpPr>
              <p:spPr bwMode="auto">
                <a:xfrm>
                  <a:off x="1536" y="1591"/>
                  <a:ext cx="3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Ifetch</a:t>
                  </a:r>
                </a:p>
              </p:txBody>
            </p:sp>
          </p:grpSp>
          <p:grpSp>
            <p:nvGrpSpPr>
              <p:cNvPr id="30774" name="Group 145">
                <a:extLst>
                  <a:ext uri="{FF2B5EF4-FFF2-40B4-BE49-F238E27FC236}">
                    <a16:creationId xmlns:a16="http://schemas.microsoft.com/office/drawing/2014/main" id="{F5DA0157-43D4-49E1-B1A2-0B96EBC1F6BD}"/>
                  </a:ext>
                </a:extLst>
              </p:cNvPr>
              <p:cNvGrpSpPr>
                <a:grpSpLocks/>
              </p:cNvGrpSpPr>
              <p:nvPr/>
            </p:nvGrpSpPr>
            <p:grpSpPr bwMode="auto">
              <a:xfrm>
                <a:off x="3444479" y="2033591"/>
                <a:ext cx="684077" cy="223838"/>
                <a:chOff x="2006" y="1591"/>
                <a:chExt cx="530" cy="188"/>
              </a:xfrm>
            </p:grpSpPr>
            <p:sp>
              <p:nvSpPr>
                <p:cNvPr id="30804" name="Rectangle 146">
                  <a:extLst>
                    <a:ext uri="{FF2B5EF4-FFF2-40B4-BE49-F238E27FC236}">
                      <a16:creationId xmlns:a16="http://schemas.microsoft.com/office/drawing/2014/main" id="{DE291245-7B4B-47DF-B4A2-050742BFF4CA}"/>
                    </a:ext>
                  </a:extLst>
                </p:cNvPr>
                <p:cNvSpPr>
                  <a:spLocks noChangeArrowheads="1"/>
                </p:cNvSpPr>
                <p:nvPr/>
              </p:nvSpPr>
              <p:spPr bwMode="auto">
                <a:xfrm>
                  <a:off x="2024"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05" name="Rectangle 147">
                  <a:extLst>
                    <a:ext uri="{FF2B5EF4-FFF2-40B4-BE49-F238E27FC236}">
                      <a16:creationId xmlns:a16="http://schemas.microsoft.com/office/drawing/2014/main" id="{10905107-DA3D-47EE-8E9E-C1DB8DC23AA4}"/>
                    </a:ext>
                  </a:extLst>
                </p:cNvPr>
                <p:cNvSpPr>
                  <a:spLocks noChangeArrowheads="1"/>
                </p:cNvSpPr>
                <p:nvPr/>
              </p:nvSpPr>
              <p:spPr bwMode="auto">
                <a:xfrm>
                  <a:off x="2006" y="1591"/>
                  <a:ext cx="46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Reg/Dec</a:t>
                  </a:r>
                </a:p>
              </p:txBody>
            </p:sp>
          </p:grpSp>
          <p:sp>
            <p:nvSpPr>
              <p:cNvPr id="30775" name="Rectangle 148">
                <a:extLst>
                  <a:ext uri="{FF2B5EF4-FFF2-40B4-BE49-F238E27FC236}">
                    <a16:creationId xmlns:a16="http://schemas.microsoft.com/office/drawing/2014/main" id="{4DEEEF00-DD43-4D3C-8009-3332E91DE349}"/>
                  </a:ext>
                </a:extLst>
              </p:cNvPr>
              <p:cNvSpPr>
                <a:spLocks noChangeArrowheads="1"/>
              </p:cNvSpPr>
              <p:nvPr/>
            </p:nvSpPr>
            <p:spPr bwMode="auto">
              <a:xfrm>
                <a:off x="4149329" y="2034779"/>
                <a:ext cx="659606" cy="2095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776" name="Rectangle 149">
                <a:extLst>
                  <a:ext uri="{FF2B5EF4-FFF2-40B4-BE49-F238E27FC236}">
                    <a16:creationId xmlns:a16="http://schemas.microsoft.com/office/drawing/2014/main" id="{1A7C3665-8544-4285-832E-7F1281093713}"/>
                  </a:ext>
                </a:extLst>
              </p:cNvPr>
              <p:cNvSpPr>
                <a:spLocks noChangeArrowheads="1"/>
              </p:cNvSpPr>
              <p:nvPr/>
            </p:nvSpPr>
            <p:spPr bwMode="auto">
              <a:xfrm>
                <a:off x="4244579" y="2028825"/>
                <a:ext cx="403957"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Exec</a:t>
                </a:r>
              </a:p>
            </p:txBody>
          </p:sp>
          <p:grpSp>
            <p:nvGrpSpPr>
              <p:cNvPr id="30777" name="Group 150">
                <a:extLst>
                  <a:ext uri="{FF2B5EF4-FFF2-40B4-BE49-F238E27FC236}">
                    <a16:creationId xmlns:a16="http://schemas.microsoft.com/office/drawing/2014/main" id="{0D3666D7-977E-4660-9860-486D13FF65E8}"/>
                  </a:ext>
                </a:extLst>
              </p:cNvPr>
              <p:cNvGrpSpPr>
                <a:grpSpLocks/>
              </p:cNvGrpSpPr>
              <p:nvPr/>
            </p:nvGrpSpPr>
            <p:grpSpPr bwMode="auto">
              <a:xfrm>
                <a:off x="5511404" y="2033591"/>
                <a:ext cx="659606" cy="223838"/>
                <a:chOff x="3608" y="1591"/>
                <a:chExt cx="512" cy="188"/>
              </a:xfrm>
            </p:grpSpPr>
            <p:sp>
              <p:nvSpPr>
                <p:cNvPr id="30802" name="Rectangle 151">
                  <a:extLst>
                    <a:ext uri="{FF2B5EF4-FFF2-40B4-BE49-F238E27FC236}">
                      <a16:creationId xmlns:a16="http://schemas.microsoft.com/office/drawing/2014/main" id="{93A97C43-ED0E-48E2-9700-A0AEB32475FA}"/>
                    </a:ext>
                  </a:extLst>
                </p:cNvPr>
                <p:cNvSpPr>
                  <a:spLocks noChangeArrowheads="1"/>
                </p:cNvSpPr>
                <p:nvPr/>
              </p:nvSpPr>
              <p:spPr bwMode="auto">
                <a:xfrm>
                  <a:off x="3608" y="159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03" name="Rectangle 152">
                  <a:extLst>
                    <a:ext uri="{FF2B5EF4-FFF2-40B4-BE49-F238E27FC236}">
                      <a16:creationId xmlns:a16="http://schemas.microsoft.com/office/drawing/2014/main" id="{42D3C7BF-12BB-4BB0-9DF6-5C17E8784AAC}"/>
                    </a:ext>
                  </a:extLst>
                </p:cNvPr>
                <p:cNvSpPr>
                  <a:spLocks noChangeArrowheads="1"/>
                </p:cNvSpPr>
                <p:nvPr/>
              </p:nvSpPr>
              <p:spPr bwMode="auto">
                <a:xfrm>
                  <a:off x="3686" y="1591"/>
                  <a:ext cx="25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Wr</a:t>
                  </a:r>
                </a:p>
              </p:txBody>
            </p:sp>
          </p:grpSp>
          <p:sp>
            <p:nvSpPr>
              <p:cNvPr id="30778" name="Rectangle 153">
                <a:extLst>
                  <a:ext uri="{FF2B5EF4-FFF2-40B4-BE49-F238E27FC236}">
                    <a16:creationId xmlns:a16="http://schemas.microsoft.com/office/drawing/2014/main" id="{EE72475E-9B8B-4CAB-9AC5-27470580F1C9}"/>
                  </a:ext>
                </a:extLst>
              </p:cNvPr>
              <p:cNvSpPr>
                <a:spLocks noChangeArrowheads="1"/>
              </p:cNvSpPr>
              <p:nvPr/>
            </p:nvSpPr>
            <p:spPr bwMode="auto">
              <a:xfrm>
                <a:off x="2206229" y="2033588"/>
                <a:ext cx="511357"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R-type</a:t>
                </a:r>
              </a:p>
            </p:txBody>
          </p:sp>
          <p:sp>
            <p:nvSpPr>
              <p:cNvPr id="30779" name="Rectangle 154">
                <a:extLst>
                  <a:ext uri="{FF2B5EF4-FFF2-40B4-BE49-F238E27FC236}">
                    <a16:creationId xmlns:a16="http://schemas.microsoft.com/office/drawing/2014/main" id="{7B13C937-944A-441D-80E4-EAD7924E720A}"/>
                  </a:ext>
                </a:extLst>
              </p:cNvPr>
              <p:cNvSpPr>
                <a:spLocks noChangeArrowheads="1"/>
              </p:cNvSpPr>
              <p:nvPr/>
            </p:nvSpPr>
            <p:spPr bwMode="auto">
              <a:xfrm>
                <a:off x="4830367" y="2034779"/>
                <a:ext cx="659606" cy="209550"/>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780" name="Rectangle 155">
                <a:extLst>
                  <a:ext uri="{FF2B5EF4-FFF2-40B4-BE49-F238E27FC236}">
                    <a16:creationId xmlns:a16="http://schemas.microsoft.com/office/drawing/2014/main" id="{CAC14DAF-1384-4E09-A824-13C0DFB83095}"/>
                  </a:ext>
                </a:extLst>
              </p:cNvPr>
              <p:cNvSpPr>
                <a:spLocks noChangeArrowheads="1"/>
              </p:cNvSpPr>
              <p:nvPr/>
            </p:nvSpPr>
            <p:spPr bwMode="auto">
              <a:xfrm>
                <a:off x="4925617" y="2028825"/>
                <a:ext cx="426399"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Mem</a:t>
                </a:r>
              </a:p>
            </p:txBody>
          </p:sp>
          <p:grpSp>
            <p:nvGrpSpPr>
              <p:cNvPr id="30781" name="Group 156">
                <a:extLst>
                  <a:ext uri="{FF2B5EF4-FFF2-40B4-BE49-F238E27FC236}">
                    <a16:creationId xmlns:a16="http://schemas.microsoft.com/office/drawing/2014/main" id="{3491C868-817B-43A8-AB6A-ACC238F48DAC}"/>
                  </a:ext>
                </a:extLst>
              </p:cNvPr>
              <p:cNvGrpSpPr>
                <a:grpSpLocks/>
              </p:cNvGrpSpPr>
              <p:nvPr/>
            </p:nvGrpSpPr>
            <p:grpSpPr bwMode="auto">
              <a:xfrm>
                <a:off x="5078017" y="4090996"/>
                <a:ext cx="659606" cy="223838"/>
                <a:chOff x="3272" y="3319"/>
                <a:chExt cx="512" cy="188"/>
              </a:xfrm>
            </p:grpSpPr>
            <p:sp>
              <p:nvSpPr>
                <p:cNvPr id="30800" name="Rectangle 157">
                  <a:extLst>
                    <a:ext uri="{FF2B5EF4-FFF2-40B4-BE49-F238E27FC236}">
                      <a16:creationId xmlns:a16="http://schemas.microsoft.com/office/drawing/2014/main" id="{18DEAF12-CAEB-4D73-84A4-D3BC08DEC5FE}"/>
                    </a:ext>
                  </a:extLst>
                </p:cNvPr>
                <p:cNvSpPr>
                  <a:spLocks noChangeArrowheads="1"/>
                </p:cNvSpPr>
                <p:nvPr/>
              </p:nvSpPr>
              <p:spPr bwMode="auto">
                <a:xfrm>
                  <a:off x="3272" y="332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801" name="Rectangle 158">
                  <a:extLst>
                    <a:ext uri="{FF2B5EF4-FFF2-40B4-BE49-F238E27FC236}">
                      <a16:creationId xmlns:a16="http://schemas.microsoft.com/office/drawing/2014/main" id="{237511DD-CF3E-4AA3-95AC-FA8B62F6AE62}"/>
                    </a:ext>
                  </a:extLst>
                </p:cNvPr>
                <p:cNvSpPr>
                  <a:spLocks noChangeArrowheads="1"/>
                </p:cNvSpPr>
                <p:nvPr/>
              </p:nvSpPr>
              <p:spPr bwMode="auto">
                <a:xfrm>
                  <a:off x="3350" y="3319"/>
                  <a:ext cx="31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Exec</a:t>
                  </a:r>
                </a:p>
              </p:txBody>
            </p:sp>
          </p:grpSp>
          <p:grpSp>
            <p:nvGrpSpPr>
              <p:cNvPr id="30782" name="Group 159">
                <a:extLst>
                  <a:ext uri="{FF2B5EF4-FFF2-40B4-BE49-F238E27FC236}">
                    <a16:creationId xmlns:a16="http://schemas.microsoft.com/office/drawing/2014/main" id="{54C27236-2555-4431-A101-EFF5FE9915E8}"/>
                  </a:ext>
                </a:extLst>
              </p:cNvPr>
              <p:cNvGrpSpPr>
                <a:grpSpLocks/>
              </p:cNvGrpSpPr>
              <p:nvPr/>
            </p:nvGrpSpPr>
            <p:grpSpPr bwMode="auto">
              <a:xfrm>
                <a:off x="5759054" y="4433897"/>
                <a:ext cx="659606" cy="223838"/>
                <a:chOff x="3800" y="3607"/>
                <a:chExt cx="512" cy="188"/>
              </a:xfrm>
            </p:grpSpPr>
            <p:sp>
              <p:nvSpPr>
                <p:cNvPr id="30798" name="Rectangle 160">
                  <a:extLst>
                    <a:ext uri="{FF2B5EF4-FFF2-40B4-BE49-F238E27FC236}">
                      <a16:creationId xmlns:a16="http://schemas.microsoft.com/office/drawing/2014/main" id="{EE171257-F67F-4189-A566-76B1C2ABE28E}"/>
                    </a:ext>
                  </a:extLst>
                </p:cNvPr>
                <p:cNvSpPr>
                  <a:spLocks noChangeArrowheads="1"/>
                </p:cNvSpPr>
                <p:nvPr/>
              </p:nvSpPr>
              <p:spPr bwMode="auto">
                <a:xfrm>
                  <a:off x="3800" y="3608"/>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799" name="Rectangle 161">
                  <a:extLst>
                    <a:ext uri="{FF2B5EF4-FFF2-40B4-BE49-F238E27FC236}">
                      <a16:creationId xmlns:a16="http://schemas.microsoft.com/office/drawing/2014/main" id="{05E7B1BC-00CA-419B-B5CF-2D9EE334849E}"/>
                    </a:ext>
                  </a:extLst>
                </p:cNvPr>
                <p:cNvSpPr>
                  <a:spLocks noChangeArrowheads="1"/>
                </p:cNvSpPr>
                <p:nvPr/>
              </p:nvSpPr>
              <p:spPr bwMode="auto">
                <a:xfrm>
                  <a:off x="3878" y="3607"/>
                  <a:ext cx="31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Exec</a:t>
                  </a:r>
                </a:p>
              </p:txBody>
            </p:sp>
          </p:grpSp>
          <p:grpSp>
            <p:nvGrpSpPr>
              <p:cNvPr id="30783" name="Group 162">
                <a:extLst>
                  <a:ext uri="{FF2B5EF4-FFF2-40B4-BE49-F238E27FC236}">
                    <a16:creationId xmlns:a16="http://schemas.microsoft.com/office/drawing/2014/main" id="{9EA5CC95-015F-4831-9EA9-8067AADAABEE}"/>
                  </a:ext>
                </a:extLst>
              </p:cNvPr>
              <p:cNvGrpSpPr>
                <a:grpSpLocks/>
              </p:cNvGrpSpPr>
              <p:nvPr/>
            </p:nvGrpSpPr>
            <p:grpSpPr bwMode="auto">
              <a:xfrm>
                <a:off x="3034904" y="3062295"/>
                <a:ext cx="659606" cy="223838"/>
                <a:chOff x="1688" y="2455"/>
                <a:chExt cx="512" cy="188"/>
              </a:xfrm>
            </p:grpSpPr>
            <p:sp>
              <p:nvSpPr>
                <p:cNvPr id="30796" name="Rectangle 163">
                  <a:extLst>
                    <a:ext uri="{FF2B5EF4-FFF2-40B4-BE49-F238E27FC236}">
                      <a16:creationId xmlns:a16="http://schemas.microsoft.com/office/drawing/2014/main" id="{7AB7922A-12D8-476D-9AD9-9ADE383EC23B}"/>
                    </a:ext>
                  </a:extLst>
                </p:cNvPr>
                <p:cNvSpPr>
                  <a:spLocks noChangeArrowheads="1"/>
                </p:cNvSpPr>
                <p:nvPr/>
              </p:nvSpPr>
              <p:spPr bwMode="auto">
                <a:xfrm>
                  <a:off x="1688" y="2456"/>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797" name="Rectangle 164">
                  <a:extLst>
                    <a:ext uri="{FF2B5EF4-FFF2-40B4-BE49-F238E27FC236}">
                      <a16:creationId xmlns:a16="http://schemas.microsoft.com/office/drawing/2014/main" id="{15AA7A3C-1BD6-49AC-A059-8B54F4E03979}"/>
                    </a:ext>
                  </a:extLst>
                </p:cNvPr>
                <p:cNvSpPr>
                  <a:spLocks noChangeArrowheads="1"/>
                </p:cNvSpPr>
                <p:nvPr/>
              </p:nvSpPr>
              <p:spPr bwMode="auto">
                <a:xfrm>
                  <a:off x="1766" y="2455"/>
                  <a:ext cx="31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dirty="0">
                      <a:latin typeface="Times New Roman" panose="02020603050405020304" pitchFamily="18" charset="0"/>
                      <a:ea typeface="新細明體" panose="02020500000000000000" pitchFamily="18" charset="-120"/>
                    </a:rPr>
                    <a:t>Exec</a:t>
                  </a:r>
                </a:p>
              </p:txBody>
            </p:sp>
          </p:grpSp>
          <p:grpSp>
            <p:nvGrpSpPr>
              <p:cNvPr id="30784" name="Group 165">
                <a:extLst>
                  <a:ext uri="{FF2B5EF4-FFF2-40B4-BE49-F238E27FC236}">
                    <a16:creationId xmlns:a16="http://schemas.microsoft.com/office/drawing/2014/main" id="{46B512E0-04F4-48B9-8DA1-4805E7760F9B}"/>
                  </a:ext>
                </a:extLst>
              </p:cNvPr>
              <p:cNvGrpSpPr>
                <a:grpSpLocks/>
              </p:cNvGrpSpPr>
              <p:nvPr/>
            </p:nvGrpSpPr>
            <p:grpSpPr bwMode="auto">
              <a:xfrm>
                <a:off x="3715942" y="3405195"/>
                <a:ext cx="659606" cy="223838"/>
                <a:chOff x="2216" y="2743"/>
                <a:chExt cx="512" cy="188"/>
              </a:xfrm>
            </p:grpSpPr>
            <p:sp>
              <p:nvSpPr>
                <p:cNvPr id="30794" name="Rectangle 166">
                  <a:extLst>
                    <a:ext uri="{FF2B5EF4-FFF2-40B4-BE49-F238E27FC236}">
                      <a16:creationId xmlns:a16="http://schemas.microsoft.com/office/drawing/2014/main" id="{D5C51380-E4F9-495B-BEBC-22C57C9C04E5}"/>
                    </a:ext>
                  </a:extLst>
                </p:cNvPr>
                <p:cNvSpPr>
                  <a:spLocks noChangeArrowheads="1"/>
                </p:cNvSpPr>
                <p:nvPr/>
              </p:nvSpPr>
              <p:spPr bwMode="auto">
                <a:xfrm>
                  <a:off x="2216" y="2744"/>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000" b="0">
                    <a:latin typeface="Times New Roman" panose="02020603050405020304" pitchFamily="18" charset="0"/>
                    <a:ea typeface="新細明體" panose="02020500000000000000" pitchFamily="18" charset="-120"/>
                  </a:endParaRPr>
                </a:p>
              </p:txBody>
            </p:sp>
            <p:sp>
              <p:nvSpPr>
                <p:cNvPr id="30795" name="Rectangle 167">
                  <a:extLst>
                    <a:ext uri="{FF2B5EF4-FFF2-40B4-BE49-F238E27FC236}">
                      <a16:creationId xmlns:a16="http://schemas.microsoft.com/office/drawing/2014/main" id="{09DCA3DC-16E9-41E3-AAB7-17F6D9247E0F}"/>
                    </a:ext>
                  </a:extLst>
                </p:cNvPr>
                <p:cNvSpPr>
                  <a:spLocks noChangeArrowheads="1"/>
                </p:cNvSpPr>
                <p:nvPr/>
              </p:nvSpPr>
              <p:spPr bwMode="auto">
                <a:xfrm>
                  <a:off x="2294" y="2743"/>
                  <a:ext cx="31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000">
                      <a:latin typeface="Times New Roman" panose="02020603050405020304" pitchFamily="18" charset="0"/>
                      <a:ea typeface="新細明體" panose="02020500000000000000" pitchFamily="18" charset="-120"/>
                    </a:rPr>
                    <a:t>Exec</a:t>
                  </a:r>
                </a:p>
              </p:txBody>
            </p:sp>
          </p:grpSp>
          <p:sp>
            <p:nvSpPr>
              <p:cNvPr id="30785" name="Rectangle 168">
                <a:extLst>
                  <a:ext uri="{FF2B5EF4-FFF2-40B4-BE49-F238E27FC236}">
                    <a16:creationId xmlns:a16="http://schemas.microsoft.com/office/drawing/2014/main" id="{D9BA93A7-4810-4D6A-BB57-E04C07625825}"/>
                  </a:ext>
                </a:extLst>
              </p:cNvPr>
              <p:cNvSpPr>
                <a:spLocks noChangeArrowheads="1"/>
              </p:cNvSpPr>
              <p:nvPr/>
            </p:nvSpPr>
            <p:spPr bwMode="auto">
              <a:xfrm>
                <a:off x="3011091" y="1804988"/>
                <a:ext cx="203581"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000">
                    <a:latin typeface="Times New Roman" panose="02020603050405020304" pitchFamily="18" charset="0"/>
                    <a:ea typeface="新細明體" panose="02020500000000000000" pitchFamily="18" charset="-120"/>
                  </a:rPr>
                  <a:t>1</a:t>
                </a:r>
              </a:p>
            </p:txBody>
          </p:sp>
          <p:sp>
            <p:nvSpPr>
              <p:cNvPr id="30786" name="Rectangle 169">
                <a:extLst>
                  <a:ext uri="{FF2B5EF4-FFF2-40B4-BE49-F238E27FC236}">
                    <a16:creationId xmlns:a16="http://schemas.microsoft.com/office/drawing/2014/main" id="{B237B2A7-C94E-4FDA-8B7E-E92BBE79D2BA}"/>
                  </a:ext>
                </a:extLst>
              </p:cNvPr>
              <p:cNvSpPr>
                <a:spLocks noChangeArrowheads="1"/>
              </p:cNvSpPr>
              <p:nvPr/>
            </p:nvSpPr>
            <p:spPr bwMode="auto">
              <a:xfrm>
                <a:off x="3754041" y="1804988"/>
                <a:ext cx="203581"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000">
                    <a:latin typeface="Times New Roman" panose="02020603050405020304" pitchFamily="18" charset="0"/>
                    <a:ea typeface="新細明體" panose="02020500000000000000" pitchFamily="18" charset="-120"/>
                  </a:rPr>
                  <a:t>2</a:t>
                </a:r>
              </a:p>
            </p:txBody>
          </p:sp>
          <p:sp>
            <p:nvSpPr>
              <p:cNvPr id="30787" name="Rectangle 170">
                <a:extLst>
                  <a:ext uri="{FF2B5EF4-FFF2-40B4-BE49-F238E27FC236}">
                    <a16:creationId xmlns:a16="http://schemas.microsoft.com/office/drawing/2014/main" id="{6839161B-419B-494C-954A-0B81090199D8}"/>
                  </a:ext>
                </a:extLst>
              </p:cNvPr>
              <p:cNvSpPr>
                <a:spLocks noChangeArrowheads="1"/>
              </p:cNvSpPr>
              <p:nvPr/>
            </p:nvSpPr>
            <p:spPr bwMode="auto">
              <a:xfrm>
                <a:off x="4373166" y="1804988"/>
                <a:ext cx="203581"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000">
                    <a:latin typeface="Times New Roman" panose="02020603050405020304" pitchFamily="18" charset="0"/>
                    <a:ea typeface="新細明體" panose="02020500000000000000" pitchFamily="18" charset="-120"/>
                  </a:rPr>
                  <a:t>3</a:t>
                </a:r>
              </a:p>
            </p:txBody>
          </p:sp>
          <p:sp>
            <p:nvSpPr>
              <p:cNvPr id="30788" name="Rectangle 171">
                <a:extLst>
                  <a:ext uri="{FF2B5EF4-FFF2-40B4-BE49-F238E27FC236}">
                    <a16:creationId xmlns:a16="http://schemas.microsoft.com/office/drawing/2014/main" id="{757D9B5D-FD1F-4FC1-A163-C6BC4E5FF58A}"/>
                  </a:ext>
                </a:extLst>
              </p:cNvPr>
              <p:cNvSpPr>
                <a:spLocks noChangeArrowheads="1"/>
              </p:cNvSpPr>
              <p:nvPr/>
            </p:nvSpPr>
            <p:spPr bwMode="auto">
              <a:xfrm>
                <a:off x="5049441" y="1800225"/>
                <a:ext cx="203581"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000">
                    <a:latin typeface="Times New Roman" panose="02020603050405020304" pitchFamily="18" charset="0"/>
                    <a:ea typeface="新細明體" panose="02020500000000000000" pitchFamily="18" charset="-120"/>
                  </a:rPr>
                  <a:t>4</a:t>
                </a:r>
              </a:p>
            </p:txBody>
          </p:sp>
          <p:sp>
            <p:nvSpPr>
              <p:cNvPr id="30789" name="Rectangle 172">
                <a:extLst>
                  <a:ext uri="{FF2B5EF4-FFF2-40B4-BE49-F238E27FC236}">
                    <a16:creationId xmlns:a16="http://schemas.microsoft.com/office/drawing/2014/main" id="{D92976D8-2E96-4810-B6A1-1B85C7FBCCD3}"/>
                  </a:ext>
                </a:extLst>
              </p:cNvPr>
              <p:cNvSpPr>
                <a:spLocks noChangeArrowheads="1"/>
              </p:cNvSpPr>
              <p:nvPr/>
            </p:nvSpPr>
            <p:spPr bwMode="auto">
              <a:xfrm>
                <a:off x="5735241" y="1804988"/>
                <a:ext cx="203581" cy="223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000">
                    <a:latin typeface="Times New Roman" panose="02020603050405020304" pitchFamily="18" charset="0"/>
                    <a:ea typeface="新細明體" panose="02020500000000000000" pitchFamily="18" charset="-120"/>
                  </a:rPr>
                  <a:t>5</a:t>
                </a:r>
              </a:p>
            </p:txBody>
          </p:sp>
        </p:grpSp>
        <p:sp>
          <p:nvSpPr>
            <p:cNvPr id="30792" name="Text Box 175">
              <a:extLst>
                <a:ext uri="{FF2B5EF4-FFF2-40B4-BE49-F238E27FC236}">
                  <a16:creationId xmlns:a16="http://schemas.microsoft.com/office/drawing/2014/main" id="{28F4ACEE-C03A-41FF-9907-ACCA136540E3}"/>
                </a:ext>
              </a:extLst>
            </p:cNvPr>
            <p:cNvSpPr txBox="1">
              <a:spLocks noChangeArrowheads="1"/>
            </p:cNvSpPr>
            <p:nvPr/>
          </p:nvSpPr>
          <p:spPr bwMode="auto">
            <a:xfrm>
              <a:off x="730046" y="4288094"/>
              <a:ext cx="27137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squar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dirty="0">
                  <a:solidFill>
                    <a:srgbClr val="006600"/>
                  </a:solidFill>
                  <a:ea typeface="新細明體" panose="02020500000000000000" pitchFamily="18" charset="-120"/>
                </a:rPr>
                <a:t>R-type also has 5 stages</a:t>
              </a:r>
              <a:endParaRPr kumimoji="1" lang="en-US" altLang="zh-TW" sz="1600" b="0" dirty="0">
                <a:solidFill>
                  <a:srgbClr val="006600"/>
                </a:solidFill>
                <a:latin typeface="Arial" panose="020B0604020202020204" pitchFamily="34" charset="0"/>
                <a:ea typeface="新細明體" panose="02020500000000000000" pitchFamily="18" charset="-120"/>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FA07783A-34B4-46D4-8172-8FC194E36676}"/>
              </a:ext>
            </a:extLst>
          </p:cNvPr>
          <p:cNvGrpSpPr/>
          <p:nvPr/>
        </p:nvGrpSpPr>
        <p:grpSpPr>
          <a:xfrm>
            <a:off x="2723804" y="3513804"/>
            <a:ext cx="3902869" cy="891781"/>
            <a:chOff x="2391966" y="1028700"/>
            <a:chExt cx="3902869" cy="891781"/>
          </a:xfrm>
        </p:grpSpPr>
        <p:grpSp>
          <p:nvGrpSpPr>
            <p:cNvPr id="31746" name="Group 2">
              <a:extLst>
                <a:ext uri="{FF2B5EF4-FFF2-40B4-BE49-F238E27FC236}">
                  <a16:creationId xmlns:a16="http://schemas.microsoft.com/office/drawing/2014/main" id="{2CEE1510-2C03-44C9-83E9-E0365E670641}"/>
                </a:ext>
              </a:extLst>
            </p:cNvPr>
            <p:cNvGrpSpPr>
              <a:grpSpLocks/>
            </p:cNvGrpSpPr>
            <p:nvPr/>
          </p:nvGrpSpPr>
          <p:grpSpPr bwMode="auto">
            <a:xfrm>
              <a:off x="2900362" y="1314450"/>
              <a:ext cx="681038" cy="171450"/>
              <a:chOff x="1584" y="1104"/>
              <a:chExt cx="528" cy="144"/>
            </a:xfrm>
          </p:grpSpPr>
          <p:sp>
            <p:nvSpPr>
              <p:cNvPr id="31792" name="Line 3">
                <a:extLst>
                  <a:ext uri="{FF2B5EF4-FFF2-40B4-BE49-F238E27FC236}">
                    <a16:creationId xmlns:a16="http://schemas.microsoft.com/office/drawing/2014/main" id="{63413F9F-7374-435F-B332-B84C2EE6C95A}"/>
                  </a:ext>
                </a:extLst>
              </p:cNvPr>
              <p:cNvSpPr>
                <a:spLocks noChangeShapeType="1"/>
              </p:cNvSpPr>
              <p:nvPr/>
            </p:nvSpPr>
            <p:spPr bwMode="auto">
              <a:xfrm>
                <a:off x="1584" y="1248"/>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93" name="Line 4">
                <a:extLst>
                  <a:ext uri="{FF2B5EF4-FFF2-40B4-BE49-F238E27FC236}">
                    <a16:creationId xmlns:a16="http://schemas.microsoft.com/office/drawing/2014/main" id="{08964248-3EAB-4844-80D5-E99CD2AED1AA}"/>
                  </a:ext>
                </a:extLst>
              </p:cNvPr>
              <p:cNvSpPr>
                <a:spLocks noChangeShapeType="1"/>
              </p:cNvSpPr>
              <p:nvPr/>
            </p:nvSpPr>
            <p:spPr bwMode="auto">
              <a:xfrm>
                <a:off x="1584" y="1104"/>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94" name="Line 5">
                <a:extLst>
                  <a:ext uri="{FF2B5EF4-FFF2-40B4-BE49-F238E27FC236}">
                    <a16:creationId xmlns:a16="http://schemas.microsoft.com/office/drawing/2014/main" id="{EA4DBAA7-515B-4137-9C04-19CB0A4C02E1}"/>
                  </a:ext>
                </a:extLst>
              </p:cNvPr>
              <p:cNvSpPr>
                <a:spLocks noChangeShapeType="1"/>
              </p:cNvSpPr>
              <p:nvPr/>
            </p:nvSpPr>
            <p:spPr bwMode="auto">
              <a:xfrm flipV="1">
                <a:off x="1872" y="1104"/>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95" name="Line 6">
                <a:extLst>
                  <a:ext uri="{FF2B5EF4-FFF2-40B4-BE49-F238E27FC236}">
                    <a16:creationId xmlns:a16="http://schemas.microsoft.com/office/drawing/2014/main" id="{C8658388-3907-4CA2-A039-4F0098A2AD66}"/>
                  </a:ext>
                </a:extLst>
              </p:cNvPr>
              <p:cNvSpPr>
                <a:spLocks noChangeShapeType="1"/>
              </p:cNvSpPr>
              <p:nvPr/>
            </p:nvSpPr>
            <p:spPr bwMode="auto">
              <a:xfrm>
                <a:off x="1872" y="1104"/>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31747" name="Group 7">
              <a:extLst>
                <a:ext uri="{FF2B5EF4-FFF2-40B4-BE49-F238E27FC236}">
                  <a16:creationId xmlns:a16="http://schemas.microsoft.com/office/drawing/2014/main" id="{3EDB5D2A-042A-4008-A465-4F99FF6C6FB8}"/>
                </a:ext>
              </a:extLst>
            </p:cNvPr>
            <p:cNvGrpSpPr>
              <a:grpSpLocks/>
            </p:cNvGrpSpPr>
            <p:nvPr/>
          </p:nvGrpSpPr>
          <p:grpSpPr bwMode="auto">
            <a:xfrm>
              <a:off x="3581400" y="1314450"/>
              <a:ext cx="681038" cy="171450"/>
              <a:chOff x="2112" y="1104"/>
              <a:chExt cx="528" cy="144"/>
            </a:xfrm>
          </p:grpSpPr>
          <p:sp>
            <p:nvSpPr>
              <p:cNvPr id="31788" name="Line 8">
                <a:extLst>
                  <a:ext uri="{FF2B5EF4-FFF2-40B4-BE49-F238E27FC236}">
                    <a16:creationId xmlns:a16="http://schemas.microsoft.com/office/drawing/2014/main" id="{24990EB2-C007-4081-8563-611E4113BD75}"/>
                  </a:ext>
                </a:extLst>
              </p:cNvPr>
              <p:cNvSpPr>
                <a:spLocks noChangeShapeType="1"/>
              </p:cNvSpPr>
              <p:nvPr/>
            </p:nvSpPr>
            <p:spPr bwMode="auto">
              <a:xfrm>
                <a:off x="2112" y="1248"/>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89" name="Line 9">
                <a:extLst>
                  <a:ext uri="{FF2B5EF4-FFF2-40B4-BE49-F238E27FC236}">
                    <a16:creationId xmlns:a16="http://schemas.microsoft.com/office/drawing/2014/main" id="{F007FDBE-7B17-462F-88D5-08008442F836}"/>
                  </a:ext>
                </a:extLst>
              </p:cNvPr>
              <p:cNvSpPr>
                <a:spLocks noChangeShapeType="1"/>
              </p:cNvSpPr>
              <p:nvPr/>
            </p:nvSpPr>
            <p:spPr bwMode="auto">
              <a:xfrm>
                <a:off x="2112" y="1104"/>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90" name="Line 10">
                <a:extLst>
                  <a:ext uri="{FF2B5EF4-FFF2-40B4-BE49-F238E27FC236}">
                    <a16:creationId xmlns:a16="http://schemas.microsoft.com/office/drawing/2014/main" id="{0D7C2168-7DF4-409E-9E81-03DC271957F0}"/>
                  </a:ext>
                </a:extLst>
              </p:cNvPr>
              <p:cNvSpPr>
                <a:spLocks noChangeShapeType="1"/>
              </p:cNvSpPr>
              <p:nvPr/>
            </p:nvSpPr>
            <p:spPr bwMode="auto">
              <a:xfrm flipV="1">
                <a:off x="2400" y="1104"/>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91" name="Line 11">
                <a:extLst>
                  <a:ext uri="{FF2B5EF4-FFF2-40B4-BE49-F238E27FC236}">
                    <a16:creationId xmlns:a16="http://schemas.microsoft.com/office/drawing/2014/main" id="{C7C9B598-108C-4708-AD18-8884BB479BF7}"/>
                  </a:ext>
                </a:extLst>
              </p:cNvPr>
              <p:cNvSpPr>
                <a:spLocks noChangeShapeType="1"/>
              </p:cNvSpPr>
              <p:nvPr/>
            </p:nvSpPr>
            <p:spPr bwMode="auto">
              <a:xfrm>
                <a:off x="2400" y="1104"/>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31748" name="Group 12">
              <a:extLst>
                <a:ext uri="{FF2B5EF4-FFF2-40B4-BE49-F238E27FC236}">
                  <a16:creationId xmlns:a16="http://schemas.microsoft.com/office/drawing/2014/main" id="{991F30BE-8B4E-45D5-B40A-D45A78E7355B}"/>
                </a:ext>
              </a:extLst>
            </p:cNvPr>
            <p:cNvGrpSpPr>
              <a:grpSpLocks/>
            </p:cNvGrpSpPr>
            <p:nvPr/>
          </p:nvGrpSpPr>
          <p:grpSpPr bwMode="auto">
            <a:xfrm>
              <a:off x="4262437" y="1314450"/>
              <a:ext cx="681038" cy="171450"/>
              <a:chOff x="2640" y="1104"/>
              <a:chExt cx="528" cy="144"/>
            </a:xfrm>
          </p:grpSpPr>
          <p:sp>
            <p:nvSpPr>
              <p:cNvPr id="31784" name="Line 13">
                <a:extLst>
                  <a:ext uri="{FF2B5EF4-FFF2-40B4-BE49-F238E27FC236}">
                    <a16:creationId xmlns:a16="http://schemas.microsoft.com/office/drawing/2014/main" id="{0856C618-535A-4E7E-A911-1A3819C1CF6E}"/>
                  </a:ext>
                </a:extLst>
              </p:cNvPr>
              <p:cNvSpPr>
                <a:spLocks noChangeShapeType="1"/>
              </p:cNvSpPr>
              <p:nvPr/>
            </p:nvSpPr>
            <p:spPr bwMode="auto">
              <a:xfrm>
                <a:off x="2640" y="1248"/>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85" name="Line 14">
                <a:extLst>
                  <a:ext uri="{FF2B5EF4-FFF2-40B4-BE49-F238E27FC236}">
                    <a16:creationId xmlns:a16="http://schemas.microsoft.com/office/drawing/2014/main" id="{FE964B09-EE56-4C48-A8FB-0A2B84F207A4}"/>
                  </a:ext>
                </a:extLst>
              </p:cNvPr>
              <p:cNvSpPr>
                <a:spLocks noChangeShapeType="1"/>
              </p:cNvSpPr>
              <p:nvPr/>
            </p:nvSpPr>
            <p:spPr bwMode="auto">
              <a:xfrm>
                <a:off x="2640" y="1104"/>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86" name="Line 15">
                <a:extLst>
                  <a:ext uri="{FF2B5EF4-FFF2-40B4-BE49-F238E27FC236}">
                    <a16:creationId xmlns:a16="http://schemas.microsoft.com/office/drawing/2014/main" id="{A0875AFA-6CCF-445B-BF1B-DC0494D740E6}"/>
                  </a:ext>
                </a:extLst>
              </p:cNvPr>
              <p:cNvSpPr>
                <a:spLocks noChangeShapeType="1"/>
              </p:cNvSpPr>
              <p:nvPr/>
            </p:nvSpPr>
            <p:spPr bwMode="auto">
              <a:xfrm flipV="1">
                <a:off x="2928" y="1104"/>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87" name="Line 16">
                <a:extLst>
                  <a:ext uri="{FF2B5EF4-FFF2-40B4-BE49-F238E27FC236}">
                    <a16:creationId xmlns:a16="http://schemas.microsoft.com/office/drawing/2014/main" id="{12E71531-81C2-4907-B44A-E0421334A936}"/>
                  </a:ext>
                </a:extLst>
              </p:cNvPr>
              <p:cNvSpPr>
                <a:spLocks noChangeShapeType="1"/>
              </p:cNvSpPr>
              <p:nvPr/>
            </p:nvSpPr>
            <p:spPr bwMode="auto">
              <a:xfrm>
                <a:off x="2928" y="1104"/>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31749" name="Group 17">
              <a:extLst>
                <a:ext uri="{FF2B5EF4-FFF2-40B4-BE49-F238E27FC236}">
                  <a16:creationId xmlns:a16="http://schemas.microsoft.com/office/drawing/2014/main" id="{DFCD043E-94BD-4672-8DBA-BC7466433EEC}"/>
                </a:ext>
              </a:extLst>
            </p:cNvPr>
            <p:cNvGrpSpPr>
              <a:grpSpLocks/>
            </p:cNvGrpSpPr>
            <p:nvPr/>
          </p:nvGrpSpPr>
          <p:grpSpPr bwMode="auto">
            <a:xfrm>
              <a:off x="4943475" y="1314450"/>
              <a:ext cx="681038" cy="171450"/>
              <a:chOff x="3168" y="1104"/>
              <a:chExt cx="528" cy="144"/>
            </a:xfrm>
          </p:grpSpPr>
          <p:sp>
            <p:nvSpPr>
              <p:cNvPr id="31780" name="Line 18">
                <a:extLst>
                  <a:ext uri="{FF2B5EF4-FFF2-40B4-BE49-F238E27FC236}">
                    <a16:creationId xmlns:a16="http://schemas.microsoft.com/office/drawing/2014/main" id="{BE93B561-C5E0-4DD7-8407-C12E214616C9}"/>
                  </a:ext>
                </a:extLst>
              </p:cNvPr>
              <p:cNvSpPr>
                <a:spLocks noChangeShapeType="1"/>
              </p:cNvSpPr>
              <p:nvPr/>
            </p:nvSpPr>
            <p:spPr bwMode="auto">
              <a:xfrm>
                <a:off x="3168" y="1248"/>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81" name="Line 19">
                <a:extLst>
                  <a:ext uri="{FF2B5EF4-FFF2-40B4-BE49-F238E27FC236}">
                    <a16:creationId xmlns:a16="http://schemas.microsoft.com/office/drawing/2014/main" id="{C6242897-6D27-410C-A6E9-6116C5CEAD53}"/>
                  </a:ext>
                </a:extLst>
              </p:cNvPr>
              <p:cNvSpPr>
                <a:spLocks noChangeShapeType="1"/>
              </p:cNvSpPr>
              <p:nvPr/>
            </p:nvSpPr>
            <p:spPr bwMode="auto">
              <a:xfrm>
                <a:off x="3168" y="1104"/>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82" name="Line 20">
                <a:extLst>
                  <a:ext uri="{FF2B5EF4-FFF2-40B4-BE49-F238E27FC236}">
                    <a16:creationId xmlns:a16="http://schemas.microsoft.com/office/drawing/2014/main" id="{B142566E-EECC-44F2-B02B-03F14AC51332}"/>
                  </a:ext>
                </a:extLst>
              </p:cNvPr>
              <p:cNvSpPr>
                <a:spLocks noChangeShapeType="1"/>
              </p:cNvSpPr>
              <p:nvPr/>
            </p:nvSpPr>
            <p:spPr bwMode="auto">
              <a:xfrm flipV="1">
                <a:off x="3456" y="1104"/>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83" name="Line 21">
                <a:extLst>
                  <a:ext uri="{FF2B5EF4-FFF2-40B4-BE49-F238E27FC236}">
                    <a16:creationId xmlns:a16="http://schemas.microsoft.com/office/drawing/2014/main" id="{D7E12C85-5FE8-43E9-8F64-1503F2CC51C1}"/>
                  </a:ext>
                </a:extLst>
              </p:cNvPr>
              <p:cNvSpPr>
                <a:spLocks noChangeShapeType="1"/>
              </p:cNvSpPr>
              <p:nvPr/>
            </p:nvSpPr>
            <p:spPr bwMode="auto">
              <a:xfrm>
                <a:off x="3456" y="1104"/>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31750" name="Line 22">
              <a:extLst>
                <a:ext uri="{FF2B5EF4-FFF2-40B4-BE49-F238E27FC236}">
                  <a16:creationId xmlns:a16="http://schemas.microsoft.com/office/drawing/2014/main" id="{36F9CA78-1C74-48F4-8D3E-D37FCC4FC53B}"/>
                </a:ext>
              </a:extLst>
            </p:cNvPr>
            <p:cNvSpPr>
              <a:spLocks noChangeShapeType="1"/>
            </p:cNvSpPr>
            <p:nvPr/>
          </p:nvSpPr>
          <p:spPr bwMode="auto">
            <a:xfrm>
              <a:off x="5624513" y="1485900"/>
              <a:ext cx="3714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51" name="Line 23">
              <a:extLst>
                <a:ext uri="{FF2B5EF4-FFF2-40B4-BE49-F238E27FC236}">
                  <a16:creationId xmlns:a16="http://schemas.microsoft.com/office/drawing/2014/main" id="{63402BC9-E69B-4735-BD1B-F1A10A2BDBF8}"/>
                </a:ext>
              </a:extLst>
            </p:cNvPr>
            <p:cNvSpPr>
              <a:spLocks noChangeShapeType="1"/>
            </p:cNvSpPr>
            <p:nvPr/>
          </p:nvSpPr>
          <p:spPr bwMode="auto">
            <a:xfrm>
              <a:off x="5624513" y="1314450"/>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52" name="Line 24">
              <a:extLst>
                <a:ext uri="{FF2B5EF4-FFF2-40B4-BE49-F238E27FC236}">
                  <a16:creationId xmlns:a16="http://schemas.microsoft.com/office/drawing/2014/main" id="{5E3991CC-BEFE-405A-A887-16161180A176}"/>
                </a:ext>
              </a:extLst>
            </p:cNvPr>
            <p:cNvSpPr>
              <a:spLocks noChangeShapeType="1"/>
            </p:cNvSpPr>
            <p:nvPr/>
          </p:nvSpPr>
          <p:spPr bwMode="auto">
            <a:xfrm>
              <a:off x="2590800" y="1314450"/>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53" name="Line 25">
              <a:extLst>
                <a:ext uri="{FF2B5EF4-FFF2-40B4-BE49-F238E27FC236}">
                  <a16:creationId xmlns:a16="http://schemas.microsoft.com/office/drawing/2014/main" id="{7E76AFFF-2D0A-43FD-B07C-4BC1923C837B}"/>
                </a:ext>
              </a:extLst>
            </p:cNvPr>
            <p:cNvSpPr>
              <a:spLocks noChangeShapeType="1"/>
            </p:cNvSpPr>
            <p:nvPr/>
          </p:nvSpPr>
          <p:spPr bwMode="auto">
            <a:xfrm flipV="1">
              <a:off x="2900363" y="102870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54" name="Line 26">
              <a:extLst>
                <a:ext uri="{FF2B5EF4-FFF2-40B4-BE49-F238E27FC236}">
                  <a16:creationId xmlns:a16="http://schemas.microsoft.com/office/drawing/2014/main" id="{F5B0729F-E36E-4269-96E9-C929DBD2EFAC}"/>
                </a:ext>
              </a:extLst>
            </p:cNvPr>
            <p:cNvSpPr>
              <a:spLocks noChangeShapeType="1"/>
            </p:cNvSpPr>
            <p:nvPr/>
          </p:nvSpPr>
          <p:spPr bwMode="auto">
            <a:xfrm flipV="1">
              <a:off x="3581400" y="102870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55" name="Rectangle 27">
              <a:extLst>
                <a:ext uri="{FF2B5EF4-FFF2-40B4-BE49-F238E27FC236}">
                  <a16:creationId xmlns:a16="http://schemas.microsoft.com/office/drawing/2014/main" id="{88EFE9E0-5413-4058-8DB2-6BEDD39BE9B8}"/>
                </a:ext>
              </a:extLst>
            </p:cNvPr>
            <p:cNvSpPr>
              <a:spLocks noChangeArrowheads="1"/>
            </p:cNvSpPr>
            <p:nvPr/>
          </p:nvSpPr>
          <p:spPr bwMode="auto">
            <a:xfrm>
              <a:off x="2949179" y="103703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1</a:t>
              </a:r>
            </a:p>
          </p:txBody>
        </p:sp>
        <p:sp>
          <p:nvSpPr>
            <p:cNvPr id="31756" name="Rectangle 28">
              <a:extLst>
                <a:ext uri="{FF2B5EF4-FFF2-40B4-BE49-F238E27FC236}">
                  <a16:creationId xmlns:a16="http://schemas.microsoft.com/office/drawing/2014/main" id="{364D7A0E-71E3-4BCF-9987-62BA069CF397}"/>
                </a:ext>
              </a:extLst>
            </p:cNvPr>
            <p:cNvSpPr>
              <a:spLocks noChangeArrowheads="1"/>
            </p:cNvSpPr>
            <p:nvPr/>
          </p:nvSpPr>
          <p:spPr bwMode="auto">
            <a:xfrm>
              <a:off x="3568304" y="103703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2</a:t>
              </a:r>
            </a:p>
          </p:txBody>
        </p:sp>
        <p:sp>
          <p:nvSpPr>
            <p:cNvPr id="31757" name="Line 29">
              <a:extLst>
                <a:ext uri="{FF2B5EF4-FFF2-40B4-BE49-F238E27FC236}">
                  <a16:creationId xmlns:a16="http://schemas.microsoft.com/office/drawing/2014/main" id="{BAAB8551-9DCB-45F4-8C89-161547325FFA}"/>
                </a:ext>
              </a:extLst>
            </p:cNvPr>
            <p:cNvSpPr>
              <a:spLocks noChangeShapeType="1"/>
            </p:cNvSpPr>
            <p:nvPr/>
          </p:nvSpPr>
          <p:spPr bwMode="auto">
            <a:xfrm flipV="1">
              <a:off x="4262438" y="102870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58" name="Line 30">
              <a:extLst>
                <a:ext uri="{FF2B5EF4-FFF2-40B4-BE49-F238E27FC236}">
                  <a16:creationId xmlns:a16="http://schemas.microsoft.com/office/drawing/2014/main" id="{42583561-6395-48FE-8CB7-0C447D88717A}"/>
                </a:ext>
              </a:extLst>
            </p:cNvPr>
            <p:cNvSpPr>
              <a:spLocks noChangeShapeType="1"/>
            </p:cNvSpPr>
            <p:nvPr/>
          </p:nvSpPr>
          <p:spPr bwMode="auto">
            <a:xfrm flipV="1">
              <a:off x="4943475" y="102870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59" name="Line 31">
              <a:extLst>
                <a:ext uri="{FF2B5EF4-FFF2-40B4-BE49-F238E27FC236}">
                  <a16:creationId xmlns:a16="http://schemas.microsoft.com/office/drawing/2014/main" id="{EAA5D27C-BA7D-4FEB-B33B-3E939DF17038}"/>
                </a:ext>
              </a:extLst>
            </p:cNvPr>
            <p:cNvSpPr>
              <a:spLocks noChangeShapeType="1"/>
            </p:cNvSpPr>
            <p:nvPr/>
          </p:nvSpPr>
          <p:spPr bwMode="auto">
            <a:xfrm flipV="1">
              <a:off x="5624513" y="102870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1760" name="Rectangle 32">
              <a:extLst>
                <a:ext uri="{FF2B5EF4-FFF2-40B4-BE49-F238E27FC236}">
                  <a16:creationId xmlns:a16="http://schemas.microsoft.com/office/drawing/2014/main" id="{00B5F297-6793-45D1-B3ED-3301518FF664}"/>
                </a:ext>
              </a:extLst>
            </p:cNvPr>
            <p:cNvSpPr>
              <a:spLocks noChangeArrowheads="1"/>
            </p:cNvSpPr>
            <p:nvPr/>
          </p:nvSpPr>
          <p:spPr bwMode="auto">
            <a:xfrm>
              <a:off x="4311254" y="103703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3</a:t>
              </a:r>
            </a:p>
          </p:txBody>
        </p:sp>
        <p:sp>
          <p:nvSpPr>
            <p:cNvPr id="31761" name="Rectangle 33">
              <a:extLst>
                <a:ext uri="{FF2B5EF4-FFF2-40B4-BE49-F238E27FC236}">
                  <a16:creationId xmlns:a16="http://schemas.microsoft.com/office/drawing/2014/main" id="{A788F7AE-B262-4D42-9B21-AAA48F1B8587}"/>
                </a:ext>
              </a:extLst>
            </p:cNvPr>
            <p:cNvSpPr>
              <a:spLocks noChangeArrowheads="1"/>
            </p:cNvSpPr>
            <p:nvPr/>
          </p:nvSpPr>
          <p:spPr bwMode="auto">
            <a:xfrm>
              <a:off x="4930379" y="103703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4</a:t>
              </a:r>
            </a:p>
          </p:txBody>
        </p:sp>
        <p:grpSp>
          <p:nvGrpSpPr>
            <p:cNvPr id="31762" name="Group 34">
              <a:extLst>
                <a:ext uri="{FF2B5EF4-FFF2-40B4-BE49-F238E27FC236}">
                  <a16:creationId xmlns:a16="http://schemas.microsoft.com/office/drawing/2014/main" id="{EFC98E26-FA83-4A73-B7C1-A56B9768D5BE}"/>
                </a:ext>
              </a:extLst>
            </p:cNvPr>
            <p:cNvGrpSpPr>
              <a:grpSpLocks/>
            </p:cNvGrpSpPr>
            <p:nvPr/>
          </p:nvGrpSpPr>
          <p:grpSpPr bwMode="auto">
            <a:xfrm>
              <a:off x="2911079" y="1665687"/>
              <a:ext cx="659606" cy="254794"/>
              <a:chOff x="1592" y="1399"/>
              <a:chExt cx="512" cy="214"/>
            </a:xfrm>
          </p:grpSpPr>
          <p:sp>
            <p:nvSpPr>
              <p:cNvPr id="31778" name="Rectangle 35">
                <a:extLst>
                  <a:ext uri="{FF2B5EF4-FFF2-40B4-BE49-F238E27FC236}">
                    <a16:creationId xmlns:a16="http://schemas.microsoft.com/office/drawing/2014/main" id="{75F4B23D-731B-4031-BF31-EFA0E33D0216}"/>
                  </a:ext>
                </a:extLst>
              </p:cNvPr>
              <p:cNvSpPr>
                <a:spLocks noChangeArrowheads="1"/>
              </p:cNvSpPr>
              <p:nvPr/>
            </p:nvSpPr>
            <p:spPr bwMode="auto">
              <a:xfrm>
                <a:off x="1592" y="140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31779" name="Rectangle 36">
                <a:extLst>
                  <a:ext uri="{FF2B5EF4-FFF2-40B4-BE49-F238E27FC236}">
                    <a16:creationId xmlns:a16="http://schemas.microsoft.com/office/drawing/2014/main" id="{987DD75D-EEA2-4D61-ABE2-60644AF06B5F}"/>
                  </a:ext>
                </a:extLst>
              </p:cNvPr>
              <p:cNvSpPr>
                <a:spLocks noChangeArrowheads="1"/>
              </p:cNvSpPr>
              <p:nvPr/>
            </p:nvSpPr>
            <p:spPr bwMode="auto">
              <a:xfrm>
                <a:off x="1632" y="1399"/>
                <a:ext cx="40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Ifetch</a:t>
                </a:r>
              </a:p>
            </p:txBody>
          </p:sp>
        </p:grpSp>
        <p:grpSp>
          <p:nvGrpSpPr>
            <p:cNvPr id="31763" name="Group 37">
              <a:extLst>
                <a:ext uri="{FF2B5EF4-FFF2-40B4-BE49-F238E27FC236}">
                  <a16:creationId xmlns:a16="http://schemas.microsoft.com/office/drawing/2014/main" id="{2BFF425D-B1D2-4F8C-991C-0B26D5FF62DA}"/>
                </a:ext>
              </a:extLst>
            </p:cNvPr>
            <p:cNvGrpSpPr>
              <a:grpSpLocks/>
            </p:cNvGrpSpPr>
            <p:nvPr/>
          </p:nvGrpSpPr>
          <p:grpSpPr bwMode="auto">
            <a:xfrm>
              <a:off x="3568303" y="1665687"/>
              <a:ext cx="687949" cy="254794"/>
              <a:chOff x="2102" y="1399"/>
              <a:chExt cx="533" cy="214"/>
            </a:xfrm>
          </p:grpSpPr>
          <p:sp>
            <p:nvSpPr>
              <p:cNvPr id="31776" name="Rectangle 38">
                <a:extLst>
                  <a:ext uri="{FF2B5EF4-FFF2-40B4-BE49-F238E27FC236}">
                    <a16:creationId xmlns:a16="http://schemas.microsoft.com/office/drawing/2014/main" id="{39FDEFDE-4304-444C-B27F-CDC13E92CBEF}"/>
                  </a:ext>
                </a:extLst>
              </p:cNvPr>
              <p:cNvSpPr>
                <a:spLocks noChangeArrowheads="1"/>
              </p:cNvSpPr>
              <p:nvPr/>
            </p:nvSpPr>
            <p:spPr bwMode="auto">
              <a:xfrm>
                <a:off x="2120" y="140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31777" name="Rectangle 39">
                <a:extLst>
                  <a:ext uri="{FF2B5EF4-FFF2-40B4-BE49-F238E27FC236}">
                    <a16:creationId xmlns:a16="http://schemas.microsoft.com/office/drawing/2014/main" id="{780B9270-8269-4D03-9DD6-B655041C7ADC}"/>
                  </a:ext>
                </a:extLst>
              </p:cNvPr>
              <p:cNvSpPr>
                <a:spLocks noChangeArrowheads="1"/>
              </p:cNvSpPr>
              <p:nvPr/>
            </p:nvSpPr>
            <p:spPr bwMode="auto">
              <a:xfrm>
                <a:off x="2102" y="1399"/>
                <a:ext cx="5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Reg/Dec</a:t>
                </a:r>
              </a:p>
            </p:txBody>
          </p:sp>
        </p:grpSp>
        <p:grpSp>
          <p:nvGrpSpPr>
            <p:cNvPr id="31764" name="Group 40">
              <a:extLst>
                <a:ext uri="{FF2B5EF4-FFF2-40B4-BE49-F238E27FC236}">
                  <a16:creationId xmlns:a16="http://schemas.microsoft.com/office/drawing/2014/main" id="{3C912FB8-0087-4B68-A705-59082838136B}"/>
                </a:ext>
              </a:extLst>
            </p:cNvPr>
            <p:cNvGrpSpPr>
              <a:grpSpLocks/>
            </p:cNvGrpSpPr>
            <p:nvPr/>
          </p:nvGrpSpPr>
          <p:grpSpPr bwMode="auto">
            <a:xfrm>
              <a:off x="4273154" y="1665687"/>
              <a:ext cx="659606" cy="254794"/>
              <a:chOff x="2648" y="1399"/>
              <a:chExt cx="512" cy="214"/>
            </a:xfrm>
          </p:grpSpPr>
          <p:sp>
            <p:nvSpPr>
              <p:cNvPr id="31774" name="Rectangle 41">
                <a:extLst>
                  <a:ext uri="{FF2B5EF4-FFF2-40B4-BE49-F238E27FC236}">
                    <a16:creationId xmlns:a16="http://schemas.microsoft.com/office/drawing/2014/main" id="{FBD61AF0-23BE-49D2-BB08-662D99CE178D}"/>
                  </a:ext>
                </a:extLst>
              </p:cNvPr>
              <p:cNvSpPr>
                <a:spLocks noChangeArrowheads="1"/>
              </p:cNvSpPr>
              <p:nvPr/>
            </p:nvSpPr>
            <p:spPr bwMode="auto">
              <a:xfrm>
                <a:off x="2648" y="140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31775" name="Rectangle 42">
                <a:extLst>
                  <a:ext uri="{FF2B5EF4-FFF2-40B4-BE49-F238E27FC236}">
                    <a16:creationId xmlns:a16="http://schemas.microsoft.com/office/drawing/2014/main" id="{2A8AD259-751E-46DA-8FEF-07ED1366657F}"/>
                  </a:ext>
                </a:extLst>
              </p:cNvPr>
              <p:cNvSpPr>
                <a:spLocks noChangeArrowheads="1"/>
              </p:cNvSpPr>
              <p:nvPr/>
            </p:nvSpPr>
            <p:spPr bwMode="auto">
              <a:xfrm>
                <a:off x="2726" y="1399"/>
                <a:ext cx="355"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Exec</a:t>
                </a:r>
              </a:p>
            </p:txBody>
          </p:sp>
        </p:grpSp>
        <p:grpSp>
          <p:nvGrpSpPr>
            <p:cNvPr id="31765" name="Group 43">
              <a:extLst>
                <a:ext uri="{FF2B5EF4-FFF2-40B4-BE49-F238E27FC236}">
                  <a16:creationId xmlns:a16="http://schemas.microsoft.com/office/drawing/2014/main" id="{984F0756-9894-4171-A4C5-B635C8BE0107}"/>
                </a:ext>
              </a:extLst>
            </p:cNvPr>
            <p:cNvGrpSpPr>
              <a:grpSpLocks/>
            </p:cNvGrpSpPr>
            <p:nvPr/>
          </p:nvGrpSpPr>
          <p:grpSpPr bwMode="auto">
            <a:xfrm>
              <a:off x="4954192" y="1665687"/>
              <a:ext cx="659606" cy="254794"/>
              <a:chOff x="3176" y="1399"/>
              <a:chExt cx="512" cy="214"/>
            </a:xfrm>
          </p:grpSpPr>
          <p:sp>
            <p:nvSpPr>
              <p:cNvPr id="31772" name="Rectangle 44">
                <a:extLst>
                  <a:ext uri="{FF2B5EF4-FFF2-40B4-BE49-F238E27FC236}">
                    <a16:creationId xmlns:a16="http://schemas.microsoft.com/office/drawing/2014/main" id="{8A415F87-EAE4-4475-ACC7-9008A2EFDF22}"/>
                  </a:ext>
                </a:extLst>
              </p:cNvPr>
              <p:cNvSpPr>
                <a:spLocks noChangeArrowheads="1"/>
              </p:cNvSpPr>
              <p:nvPr/>
            </p:nvSpPr>
            <p:spPr bwMode="auto">
              <a:xfrm>
                <a:off x="3176" y="1400"/>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31773" name="Rectangle 45">
                <a:extLst>
                  <a:ext uri="{FF2B5EF4-FFF2-40B4-BE49-F238E27FC236}">
                    <a16:creationId xmlns:a16="http://schemas.microsoft.com/office/drawing/2014/main" id="{B2834E50-91DE-428E-BB41-22B8EC55AA5B}"/>
                  </a:ext>
                </a:extLst>
              </p:cNvPr>
              <p:cNvSpPr>
                <a:spLocks noChangeArrowheads="1"/>
              </p:cNvSpPr>
              <p:nvPr/>
            </p:nvSpPr>
            <p:spPr bwMode="auto">
              <a:xfrm>
                <a:off x="3254" y="1399"/>
                <a:ext cx="375"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grpSp>
        <p:sp>
          <p:nvSpPr>
            <p:cNvPr id="31766" name="Rectangle 46">
              <a:extLst>
                <a:ext uri="{FF2B5EF4-FFF2-40B4-BE49-F238E27FC236}">
                  <a16:creationId xmlns:a16="http://schemas.microsoft.com/office/drawing/2014/main" id="{1D79C4D0-1E82-4CC4-8748-AC10AE546C4A}"/>
                </a:ext>
              </a:extLst>
            </p:cNvPr>
            <p:cNvSpPr>
              <a:spLocks noChangeArrowheads="1"/>
            </p:cNvSpPr>
            <p:nvPr/>
          </p:nvSpPr>
          <p:spPr bwMode="auto">
            <a:xfrm>
              <a:off x="2391966" y="1665685"/>
              <a:ext cx="48776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Store</a:t>
              </a:r>
            </a:p>
          </p:txBody>
        </p:sp>
        <p:sp>
          <p:nvSpPr>
            <p:cNvPr id="31767" name="Rectangle 47">
              <a:extLst>
                <a:ext uri="{FF2B5EF4-FFF2-40B4-BE49-F238E27FC236}">
                  <a16:creationId xmlns:a16="http://schemas.microsoft.com/office/drawing/2014/main" id="{6CBC308F-3866-49C7-A659-00CE34FAFD14}"/>
                </a:ext>
              </a:extLst>
            </p:cNvPr>
            <p:cNvSpPr>
              <a:spLocks noChangeArrowheads="1"/>
            </p:cNvSpPr>
            <p:nvPr/>
          </p:nvSpPr>
          <p:spPr bwMode="auto">
            <a:xfrm>
              <a:off x="5635229" y="1666875"/>
              <a:ext cx="659606" cy="209550"/>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31768" name="Rectangle 48">
              <a:extLst>
                <a:ext uri="{FF2B5EF4-FFF2-40B4-BE49-F238E27FC236}">
                  <a16:creationId xmlns:a16="http://schemas.microsoft.com/office/drawing/2014/main" id="{51C17B85-099A-48CD-90C5-662BB96EDCC0}"/>
                </a:ext>
              </a:extLst>
            </p:cNvPr>
            <p:cNvSpPr>
              <a:spLocks noChangeArrowheads="1"/>
            </p:cNvSpPr>
            <p:nvPr/>
          </p:nvSpPr>
          <p:spPr bwMode="auto">
            <a:xfrm>
              <a:off x="5735241" y="1665685"/>
              <a:ext cx="39594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WB</a:t>
              </a:r>
            </a:p>
          </p:txBody>
        </p:sp>
      </p:grpSp>
      <p:sp>
        <p:nvSpPr>
          <p:cNvPr id="31769" name="Rectangle 49">
            <a:extLst>
              <a:ext uri="{FF2B5EF4-FFF2-40B4-BE49-F238E27FC236}">
                <a16:creationId xmlns:a16="http://schemas.microsoft.com/office/drawing/2014/main" id="{862E7D86-0FF7-4271-8F65-27931CD605B7}"/>
              </a:ext>
            </a:extLst>
          </p:cNvPr>
          <p:cNvSpPr>
            <a:spLocks noGrp="1" noChangeArrowheads="1"/>
          </p:cNvSpPr>
          <p:nvPr>
            <p:ph type="title"/>
          </p:nvPr>
        </p:nvSpPr>
        <p:spPr/>
        <p:txBody>
          <a:bodyPr/>
          <a:lstStyle/>
          <a:p>
            <a:r>
              <a:rPr lang="en-US" altLang="zh-TW"/>
              <a:t>The Four Stages of </a:t>
            </a:r>
            <a:r>
              <a:rPr lang="en-US" altLang="zh-TW">
                <a:latin typeface="Courier New" panose="02070309020205020404" pitchFamily="49" charset="0"/>
              </a:rPr>
              <a:t>store</a:t>
            </a:r>
            <a:endParaRPr lang="en-US" altLang="zh-TW"/>
          </a:p>
        </p:txBody>
      </p:sp>
      <p:sp>
        <p:nvSpPr>
          <p:cNvPr id="31770" name="Rectangle 50">
            <a:extLst>
              <a:ext uri="{FF2B5EF4-FFF2-40B4-BE49-F238E27FC236}">
                <a16:creationId xmlns:a16="http://schemas.microsoft.com/office/drawing/2014/main" id="{D5066D74-5FEC-4813-A686-C9B2003F2D42}"/>
              </a:ext>
            </a:extLst>
          </p:cNvPr>
          <p:cNvSpPr>
            <a:spLocks noGrp="1" noChangeArrowheads="1"/>
          </p:cNvSpPr>
          <p:nvPr>
            <p:ph idx="1"/>
          </p:nvPr>
        </p:nvSpPr>
        <p:spPr>
          <a:xfrm>
            <a:off x="1076631" y="829404"/>
            <a:ext cx="6496666" cy="2813447"/>
          </a:xfrm>
        </p:spPr>
        <p:txBody>
          <a:bodyPr/>
          <a:lstStyle/>
          <a:p>
            <a:r>
              <a:rPr lang="en-US" altLang="zh-TW" sz="2000" dirty="0"/>
              <a:t>IF: fetch the instruction from the Instruction Memory</a:t>
            </a:r>
          </a:p>
          <a:p>
            <a:r>
              <a:rPr lang="en-US" altLang="zh-TW" sz="2000" dirty="0"/>
              <a:t>ID: registers fetch and instruction decode</a:t>
            </a:r>
          </a:p>
          <a:p>
            <a:r>
              <a:rPr lang="en-US" altLang="zh-TW" sz="2000" dirty="0"/>
              <a:t>EX: calculate the memory address</a:t>
            </a:r>
          </a:p>
          <a:p>
            <a:r>
              <a:rPr lang="en-US" altLang="zh-TW" sz="2000" dirty="0"/>
              <a:t>MEM: write the data into the Data Memory</a:t>
            </a:r>
          </a:p>
          <a:p>
            <a:pPr>
              <a:buFont typeface="Wingdings" panose="05000000000000000000" pitchFamily="2" charset="2"/>
              <a:buNone/>
            </a:pPr>
            <a:endParaRPr lang="en-US" altLang="zh-TW" sz="2000" dirty="0"/>
          </a:p>
          <a:p>
            <a:pPr>
              <a:buFont typeface="Wingdings" panose="05000000000000000000" pitchFamily="2" charset="2"/>
              <a:buNone/>
            </a:pPr>
            <a:r>
              <a:rPr lang="en-US" altLang="zh-TW" sz="2000" dirty="0"/>
              <a:t>Add an extra stage:</a:t>
            </a:r>
          </a:p>
          <a:p>
            <a:r>
              <a:rPr lang="en-US" altLang="zh-TW" sz="2000" dirty="0"/>
              <a:t>WB: NOP</a:t>
            </a:r>
          </a:p>
        </p:txBody>
      </p:sp>
      <p:sp>
        <p:nvSpPr>
          <p:cNvPr id="31771" name="投影片編號版面配置區 1">
            <a:extLst>
              <a:ext uri="{FF2B5EF4-FFF2-40B4-BE49-F238E27FC236}">
                <a16:creationId xmlns:a16="http://schemas.microsoft.com/office/drawing/2014/main" id="{61391733-2EB7-4956-923C-EA9204D7DA7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FBE15E7C-D87D-4357-9CAA-47ACF4531458}"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28</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95" name="Rectangle 49">
            <a:extLst>
              <a:ext uri="{FF2B5EF4-FFF2-40B4-BE49-F238E27FC236}">
                <a16:creationId xmlns:a16="http://schemas.microsoft.com/office/drawing/2014/main" id="{19D9C4ED-A7C7-4AD3-A1F0-4D002FDAF8CB}"/>
              </a:ext>
            </a:extLst>
          </p:cNvPr>
          <p:cNvSpPr>
            <a:spLocks noGrp="1" noChangeArrowheads="1"/>
          </p:cNvSpPr>
          <p:nvPr>
            <p:ph type="title"/>
          </p:nvPr>
        </p:nvSpPr>
        <p:spPr/>
        <p:txBody>
          <a:bodyPr/>
          <a:lstStyle/>
          <a:p>
            <a:r>
              <a:rPr lang="en-US" altLang="zh-TW"/>
              <a:t>The Three Stages of beq</a:t>
            </a:r>
          </a:p>
        </p:txBody>
      </p:sp>
      <p:sp>
        <p:nvSpPr>
          <p:cNvPr id="32770" name="Rectangle 2">
            <a:extLst>
              <a:ext uri="{FF2B5EF4-FFF2-40B4-BE49-F238E27FC236}">
                <a16:creationId xmlns:a16="http://schemas.microsoft.com/office/drawing/2014/main" id="{282FA87C-9705-4931-BF47-B808A44B5160}"/>
              </a:ext>
            </a:extLst>
          </p:cNvPr>
          <p:cNvSpPr>
            <a:spLocks noGrp="1" noChangeArrowheads="1"/>
          </p:cNvSpPr>
          <p:nvPr>
            <p:ph idx="1"/>
          </p:nvPr>
        </p:nvSpPr>
        <p:spPr>
          <a:xfrm>
            <a:off x="1061884" y="844152"/>
            <a:ext cx="8229600" cy="3671888"/>
          </a:xfrm>
        </p:spPr>
        <p:txBody>
          <a:bodyPr/>
          <a:lstStyle/>
          <a:p>
            <a:r>
              <a:rPr lang="en-US" altLang="zh-TW" sz="2000" dirty="0"/>
              <a:t>IF: fetch the instruction from the Instruction Memory</a:t>
            </a:r>
          </a:p>
          <a:p>
            <a:pPr marL="214313" indent="-214313"/>
            <a:r>
              <a:rPr lang="en-US" altLang="zh-TW" sz="2000" dirty="0"/>
              <a:t>ID: registers fetch and instruction decode</a:t>
            </a:r>
          </a:p>
          <a:p>
            <a:pPr marL="214313" indent="-214313"/>
            <a:r>
              <a:rPr lang="en-US" altLang="zh-TW" sz="2000" dirty="0"/>
              <a:t>EX: </a:t>
            </a:r>
          </a:p>
          <a:p>
            <a:pPr marL="528638" lvl="1" indent="-171450"/>
            <a:r>
              <a:rPr lang="en-US" altLang="zh-TW" sz="1800" dirty="0"/>
              <a:t>Compares the two register operand</a:t>
            </a:r>
          </a:p>
          <a:p>
            <a:pPr marL="528638" lvl="1" indent="-171450"/>
            <a:r>
              <a:rPr lang="en-US" altLang="zh-TW" sz="1800" dirty="0"/>
              <a:t>Select correct branch target address</a:t>
            </a:r>
          </a:p>
          <a:p>
            <a:pPr marL="528638" lvl="1" indent="-171450"/>
            <a:r>
              <a:rPr lang="en-US" altLang="zh-TW" sz="1800" dirty="0"/>
              <a:t>Latch into PC</a:t>
            </a:r>
          </a:p>
          <a:p>
            <a:pPr marL="214313" indent="-214313">
              <a:buNone/>
            </a:pPr>
            <a:r>
              <a:rPr lang="en-US" altLang="zh-TW" sz="2000" dirty="0"/>
              <a:t>Add two extra stages:</a:t>
            </a:r>
          </a:p>
          <a:p>
            <a:pPr marL="214313" indent="-214313"/>
            <a:r>
              <a:rPr lang="en-US" altLang="zh-TW" sz="2000" dirty="0"/>
              <a:t>MEM: NOP</a:t>
            </a:r>
          </a:p>
          <a:p>
            <a:pPr marL="214313" indent="-214313"/>
            <a:r>
              <a:rPr lang="en-US" altLang="zh-TW" sz="2000" dirty="0"/>
              <a:t>WB: NOP</a:t>
            </a:r>
          </a:p>
        </p:txBody>
      </p:sp>
      <p:sp>
        <p:nvSpPr>
          <p:cNvPr id="32796" name="投影片編號版面配置區 1">
            <a:extLst>
              <a:ext uri="{FF2B5EF4-FFF2-40B4-BE49-F238E27FC236}">
                <a16:creationId xmlns:a16="http://schemas.microsoft.com/office/drawing/2014/main" id="{9AE2DB4F-EA8F-4882-B42A-3B343B8233D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3C5D0457-86CE-43A9-919B-C1CA1FD66755}"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29</a:t>
            </a:fld>
            <a:endParaRPr lang="en-US" altLang="zh-TW" sz="1050" b="0">
              <a:solidFill>
                <a:schemeClr val="bg1"/>
              </a:solidFill>
              <a:latin typeface="Arial" panose="020B0604020202020204" pitchFamily="34" charset="0"/>
              <a:ea typeface="新細明體" panose="02020500000000000000" pitchFamily="18" charset="-120"/>
            </a:endParaRPr>
          </a:p>
        </p:txBody>
      </p:sp>
      <p:grpSp>
        <p:nvGrpSpPr>
          <p:cNvPr id="3" name="组合 2">
            <a:extLst>
              <a:ext uri="{FF2B5EF4-FFF2-40B4-BE49-F238E27FC236}">
                <a16:creationId xmlns:a16="http://schemas.microsoft.com/office/drawing/2014/main" id="{CE976E65-BD46-4361-88EE-26C810A57B8E}"/>
              </a:ext>
            </a:extLst>
          </p:cNvPr>
          <p:cNvGrpSpPr/>
          <p:nvPr/>
        </p:nvGrpSpPr>
        <p:grpSpPr>
          <a:xfrm>
            <a:off x="4160236" y="3397660"/>
            <a:ext cx="3779044" cy="891781"/>
            <a:chOff x="2515791" y="971550"/>
            <a:chExt cx="3779044" cy="891781"/>
          </a:xfrm>
        </p:grpSpPr>
        <p:sp>
          <p:nvSpPr>
            <p:cNvPr id="32792" name="Rectangle 46">
              <a:extLst>
                <a:ext uri="{FF2B5EF4-FFF2-40B4-BE49-F238E27FC236}">
                  <a16:creationId xmlns:a16="http://schemas.microsoft.com/office/drawing/2014/main" id="{1A6B3FC2-3A6C-42DE-8964-528C7289AB6A}"/>
                </a:ext>
              </a:extLst>
            </p:cNvPr>
            <p:cNvSpPr>
              <a:spLocks noChangeArrowheads="1"/>
            </p:cNvSpPr>
            <p:nvPr/>
          </p:nvSpPr>
          <p:spPr bwMode="auto">
            <a:xfrm>
              <a:off x="2515791" y="1608535"/>
              <a:ext cx="39594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Beq</a:t>
              </a:r>
            </a:p>
          </p:txBody>
        </p:sp>
        <p:grpSp>
          <p:nvGrpSpPr>
            <p:cNvPr id="2" name="组合 1">
              <a:extLst>
                <a:ext uri="{FF2B5EF4-FFF2-40B4-BE49-F238E27FC236}">
                  <a16:creationId xmlns:a16="http://schemas.microsoft.com/office/drawing/2014/main" id="{98F45FFE-8F05-4128-84B3-F172C4EFC744}"/>
                </a:ext>
              </a:extLst>
            </p:cNvPr>
            <p:cNvGrpSpPr/>
            <p:nvPr/>
          </p:nvGrpSpPr>
          <p:grpSpPr>
            <a:xfrm>
              <a:off x="2590800" y="971550"/>
              <a:ext cx="3704035" cy="891781"/>
              <a:chOff x="2590800" y="971550"/>
              <a:chExt cx="3704035" cy="891781"/>
            </a:xfrm>
          </p:grpSpPr>
          <p:grpSp>
            <p:nvGrpSpPr>
              <p:cNvPr id="32771" name="Group 3">
                <a:extLst>
                  <a:ext uri="{FF2B5EF4-FFF2-40B4-BE49-F238E27FC236}">
                    <a16:creationId xmlns:a16="http://schemas.microsoft.com/office/drawing/2014/main" id="{DBA5C812-233D-463F-A67B-D7DA6839C0D7}"/>
                  </a:ext>
                </a:extLst>
              </p:cNvPr>
              <p:cNvGrpSpPr>
                <a:grpSpLocks/>
              </p:cNvGrpSpPr>
              <p:nvPr/>
            </p:nvGrpSpPr>
            <p:grpSpPr bwMode="auto">
              <a:xfrm>
                <a:off x="2900362" y="1257300"/>
                <a:ext cx="681038" cy="171450"/>
                <a:chOff x="1584" y="1056"/>
                <a:chExt cx="528" cy="144"/>
              </a:xfrm>
            </p:grpSpPr>
            <p:sp>
              <p:nvSpPr>
                <p:cNvPr id="32815" name="Line 4">
                  <a:extLst>
                    <a:ext uri="{FF2B5EF4-FFF2-40B4-BE49-F238E27FC236}">
                      <a16:creationId xmlns:a16="http://schemas.microsoft.com/office/drawing/2014/main" id="{CCCF13D3-EF66-4C15-8467-48CC73DD8F67}"/>
                    </a:ext>
                  </a:extLst>
                </p:cNvPr>
                <p:cNvSpPr>
                  <a:spLocks noChangeShapeType="1"/>
                </p:cNvSpPr>
                <p:nvPr/>
              </p:nvSpPr>
              <p:spPr bwMode="auto">
                <a:xfrm>
                  <a:off x="1584"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816" name="Line 5">
                  <a:extLst>
                    <a:ext uri="{FF2B5EF4-FFF2-40B4-BE49-F238E27FC236}">
                      <a16:creationId xmlns:a16="http://schemas.microsoft.com/office/drawing/2014/main" id="{85026E3C-7799-4D79-BC49-115151A44270}"/>
                    </a:ext>
                  </a:extLst>
                </p:cNvPr>
                <p:cNvSpPr>
                  <a:spLocks noChangeShapeType="1"/>
                </p:cNvSpPr>
                <p:nvPr/>
              </p:nvSpPr>
              <p:spPr bwMode="auto">
                <a:xfrm>
                  <a:off x="1584"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817" name="Line 6">
                  <a:extLst>
                    <a:ext uri="{FF2B5EF4-FFF2-40B4-BE49-F238E27FC236}">
                      <a16:creationId xmlns:a16="http://schemas.microsoft.com/office/drawing/2014/main" id="{2C70346C-2CA8-4B96-90EE-DD557DF38970}"/>
                    </a:ext>
                  </a:extLst>
                </p:cNvPr>
                <p:cNvSpPr>
                  <a:spLocks noChangeShapeType="1"/>
                </p:cNvSpPr>
                <p:nvPr/>
              </p:nvSpPr>
              <p:spPr bwMode="auto">
                <a:xfrm flipV="1">
                  <a:off x="1872"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818" name="Line 7">
                  <a:extLst>
                    <a:ext uri="{FF2B5EF4-FFF2-40B4-BE49-F238E27FC236}">
                      <a16:creationId xmlns:a16="http://schemas.microsoft.com/office/drawing/2014/main" id="{5A0F0865-3646-4A75-8165-DC11DFF9BBA1}"/>
                    </a:ext>
                  </a:extLst>
                </p:cNvPr>
                <p:cNvSpPr>
                  <a:spLocks noChangeShapeType="1"/>
                </p:cNvSpPr>
                <p:nvPr/>
              </p:nvSpPr>
              <p:spPr bwMode="auto">
                <a:xfrm>
                  <a:off x="1872"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32772" name="Group 8">
                <a:extLst>
                  <a:ext uri="{FF2B5EF4-FFF2-40B4-BE49-F238E27FC236}">
                    <a16:creationId xmlns:a16="http://schemas.microsoft.com/office/drawing/2014/main" id="{49165DA8-9131-4514-8686-55A4AD0DF856}"/>
                  </a:ext>
                </a:extLst>
              </p:cNvPr>
              <p:cNvGrpSpPr>
                <a:grpSpLocks/>
              </p:cNvGrpSpPr>
              <p:nvPr/>
            </p:nvGrpSpPr>
            <p:grpSpPr bwMode="auto">
              <a:xfrm>
                <a:off x="3581400" y="1257300"/>
                <a:ext cx="681038" cy="171450"/>
                <a:chOff x="2112" y="1056"/>
                <a:chExt cx="528" cy="144"/>
              </a:xfrm>
            </p:grpSpPr>
            <p:sp>
              <p:nvSpPr>
                <p:cNvPr id="32811" name="Line 9">
                  <a:extLst>
                    <a:ext uri="{FF2B5EF4-FFF2-40B4-BE49-F238E27FC236}">
                      <a16:creationId xmlns:a16="http://schemas.microsoft.com/office/drawing/2014/main" id="{FD5ED10D-7572-465D-B862-933DF967D840}"/>
                    </a:ext>
                  </a:extLst>
                </p:cNvPr>
                <p:cNvSpPr>
                  <a:spLocks noChangeShapeType="1"/>
                </p:cNvSpPr>
                <p:nvPr/>
              </p:nvSpPr>
              <p:spPr bwMode="auto">
                <a:xfrm>
                  <a:off x="2112"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812" name="Line 10">
                  <a:extLst>
                    <a:ext uri="{FF2B5EF4-FFF2-40B4-BE49-F238E27FC236}">
                      <a16:creationId xmlns:a16="http://schemas.microsoft.com/office/drawing/2014/main" id="{76C91AAB-97BF-4387-B8E5-7BBF38D77C3E}"/>
                    </a:ext>
                  </a:extLst>
                </p:cNvPr>
                <p:cNvSpPr>
                  <a:spLocks noChangeShapeType="1"/>
                </p:cNvSpPr>
                <p:nvPr/>
              </p:nvSpPr>
              <p:spPr bwMode="auto">
                <a:xfrm>
                  <a:off x="2112"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813" name="Line 11">
                  <a:extLst>
                    <a:ext uri="{FF2B5EF4-FFF2-40B4-BE49-F238E27FC236}">
                      <a16:creationId xmlns:a16="http://schemas.microsoft.com/office/drawing/2014/main" id="{0CD0BE32-07C2-43EF-9A5C-FFFA06878A1D}"/>
                    </a:ext>
                  </a:extLst>
                </p:cNvPr>
                <p:cNvSpPr>
                  <a:spLocks noChangeShapeType="1"/>
                </p:cNvSpPr>
                <p:nvPr/>
              </p:nvSpPr>
              <p:spPr bwMode="auto">
                <a:xfrm flipV="1">
                  <a:off x="2400"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814" name="Line 12">
                  <a:extLst>
                    <a:ext uri="{FF2B5EF4-FFF2-40B4-BE49-F238E27FC236}">
                      <a16:creationId xmlns:a16="http://schemas.microsoft.com/office/drawing/2014/main" id="{EE9EF00A-4D0F-43CF-AD08-53A24138251A}"/>
                    </a:ext>
                  </a:extLst>
                </p:cNvPr>
                <p:cNvSpPr>
                  <a:spLocks noChangeShapeType="1"/>
                </p:cNvSpPr>
                <p:nvPr/>
              </p:nvSpPr>
              <p:spPr bwMode="auto">
                <a:xfrm>
                  <a:off x="2400"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32773" name="Group 13">
                <a:extLst>
                  <a:ext uri="{FF2B5EF4-FFF2-40B4-BE49-F238E27FC236}">
                    <a16:creationId xmlns:a16="http://schemas.microsoft.com/office/drawing/2014/main" id="{D328E472-CA2E-4DBC-8582-07B6AC5390BF}"/>
                  </a:ext>
                </a:extLst>
              </p:cNvPr>
              <p:cNvGrpSpPr>
                <a:grpSpLocks/>
              </p:cNvGrpSpPr>
              <p:nvPr/>
            </p:nvGrpSpPr>
            <p:grpSpPr bwMode="auto">
              <a:xfrm>
                <a:off x="4262437" y="1257300"/>
                <a:ext cx="681038" cy="171450"/>
                <a:chOff x="2640" y="1056"/>
                <a:chExt cx="528" cy="144"/>
              </a:xfrm>
            </p:grpSpPr>
            <p:sp>
              <p:nvSpPr>
                <p:cNvPr id="32807" name="Line 14">
                  <a:extLst>
                    <a:ext uri="{FF2B5EF4-FFF2-40B4-BE49-F238E27FC236}">
                      <a16:creationId xmlns:a16="http://schemas.microsoft.com/office/drawing/2014/main" id="{6A911078-1A8F-4728-8CE8-D6A8C3887A7A}"/>
                    </a:ext>
                  </a:extLst>
                </p:cNvPr>
                <p:cNvSpPr>
                  <a:spLocks noChangeShapeType="1"/>
                </p:cNvSpPr>
                <p:nvPr/>
              </p:nvSpPr>
              <p:spPr bwMode="auto">
                <a:xfrm>
                  <a:off x="2640"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808" name="Line 15">
                  <a:extLst>
                    <a:ext uri="{FF2B5EF4-FFF2-40B4-BE49-F238E27FC236}">
                      <a16:creationId xmlns:a16="http://schemas.microsoft.com/office/drawing/2014/main" id="{A512FF41-2ABF-4596-BB3D-C98024A29AD8}"/>
                    </a:ext>
                  </a:extLst>
                </p:cNvPr>
                <p:cNvSpPr>
                  <a:spLocks noChangeShapeType="1"/>
                </p:cNvSpPr>
                <p:nvPr/>
              </p:nvSpPr>
              <p:spPr bwMode="auto">
                <a:xfrm>
                  <a:off x="2640"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809" name="Line 16">
                  <a:extLst>
                    <a:ext uri="{FF2B5EF4-FFF2-40B4-BE49-F238E27FC236}">
                      <a16:creationId xmlns:a16="http://schemas.microsoft.com/office/drawing/2014/main" id="{CAECAE17-3310-4D5A-BC73-0ED43D14B2A0}"/>
                    </a:ext>
                  </a:extLst>
                </p:cNvPr>
                <p:cNvSpPr>
                  <a:spLocks noChangeShapeType="1"/>
                </p:cNvSpPr>
                <p:nvPr/>
              </p:nvSpPr>
              <p:spPr bwMode="auto">
                <a:xfrm flipV="1">
                  <a:off x="2928"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810" name="Line 17">
                  <a:extLst>
                    <a:ext uri="{FF2B5EF4-FFF2-40B4-BE49-F238E27FC236}">
                      <a16:creationId xmlns:a16="http://schemas.microsoft.com/office/drawing/2014/main" id="{D7EB03D8-E3D1-4DF5-A3BE-62649A2A21B5}"/>
                    </a:ext>
                  </a:extLst>
                </p:cNvPr>
                <p:cNvSpPr>
                  <a:spLocks noChangeShapeType="1"/>
                </p:cNvSpPr>
                <p:nvPr/>
              </p:nvSpPr>
              <p:spPr bwMode="auto">
                <a:xfrm>
                  <a:off x="2928"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32774" name="Group 18">
                <a:extLst>
                  <a:ext uri="{FF2B5EF4-FFF2-40B4-BE49-F238E27FC236}">
                    <a16:creationId xmlns:a16="http://schemas.microsoft.com/office/drawing/2014/main" id="{55202CF0-3218-4EBC-9209-19EAA033E318}"/>
                  </a:ext>
                </a:extLst>
              </p:cNvPr>
              <p:cNvGrpSpPr>
                <a:grpSpLocks/>
              </p:cNvGrpSpPr>
              <p:nvPr/>
            </p:nvGrpSpPr>
            <p:grpSpPr bwMode="auto">
              <a:xfrm>
                <a:off x="4943475" y="1257300"/>
                <a:ext cx="681038" cy="171450"/>
                <a:chOff x="3168" y="1056"/>
                <a:chExt cx="528" cy="144"/>
              </a:xfrm>
            </p:grpSpPr>
            <p:sp>
              <p:nvSpPr>
                <p:cNvPr id="32803" name="Line 19">
                  <a:extLst>
                    <a:ext uri="{FF2B5EF4-FFF2-40B4-BE49-F238E27FC236}">
                      <a16:creationId xmlns:a16="http://schemas.microsoft.com/office/drawing/2014/main" id="{05DA562A-E4D3-47D1-BBFF-8AA393CF1675}"/>
                    </a:ext>
                  </a:extLst>
                </p:cNvPr>
                <p:cNvSpPr>
                  <a:spLocks noChangeShapeType="1"/>
                </p:cNvSpPr>
                <p:nvPr/>
              </p:nvSpPr>
              <p:spPr bwMode="auto">
                <a:xfrm>
                  <a:off x="3168" y="1200"/>
                  <a:ext cx="2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804" name="Line 20">
                  <a:extLst>
                    <a:ext uri="{FF2B5EF4-FFF2-40B4-BE49-F238E27FC236}">
                      <a16:creationId xmlns:a16="http://schemas.microsoft.com/office/drawing/2014/main" id="{4E7769FC-1C23-4655-9847-476762F11C67}"/>
                    </a:ext>
                  </a:extLst>
                </p:cNvPr>
                <p:cNvSpPr>
                  <a:spLocks noChangeShapeType="1"/>
                </p:cNvSpPr>
                <p:nvPr/>
              </p:nvSpPr>
              <p:spPr bwMode="auto">
                <a:xfrm>
                  <a:off x="3168"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805" name="Line 21">
                  <a:extLst>
                    <a:ext uri="{FF2B5EF4-FFF2-40B4-BE49-F238E27FC236}">
                      <a16:creationId xmlns:a16="http://schemas.microsoft.com/office/drawing/2014/main" id="{FC7EE755-61C3-49FC-87AE-18827CFC6B7D}"/>
                    </a:ext>
                  </a:extLst>
                </p:cNvPr>
                <p:cNvSpPr>
                  <a:spLocks noChangeShapeType="1"/>
                </p:cNvSpPr>
                <p:nvPr/>
              </p:nvSpPr>
              <p:spPr bwMode="auto">
                <a:xfrm flipV="1">
                  <a:off x="3456" y="1056"/>
                  <a:ext cx="0"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806" name="Line 22">
                  <a:extLst>
                    <a:ext uri="{FF2B5EF4-FFF2-40B4-BE49-F238E27FC236}">
                      <a16:creationId xmlns:a16="http://schemas.microsoft.com/office/drawing/2014/main" id="{CDCAA5B3-6563-4AEB-95A0-25C9B6C1E01C}"/>
                    </a:ext>
                  </a:extLst>
                </p:cNvPr>
                <p:cNvSpPr>
                  <a:spLocks noChangeShapeType="1"/>
                </p:cNvSpPr>
                <p:nvPr/>
              </p:nvSpPr>
              <p:spPr bwMode="auto">
                <a:xfrm>
                  <a:off x="3456" y="1056"/>
                  <a:ext cx="24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32775" name="Line 23">
                <a:extLst>
                  <a:ext uri="{FF2B5EF4-FFF2-40B4-BE49-F238E27FC236}">
                    <a16:creationId xmlns:a16="http://schemas.microsoft.com/office/drawing/2014/main" id="{0771F5C7-2B92-4539-8A6F-EB2C24D293D2}"/>
                  </a:ext>
                </a:extLst>
              </p:cNvPr>
              <p:cNvSpPr>
                <a:spLocks noChangeShapeType="1"/>
              </p:cNvSpPr>
              <p:nvPr/>
            </p:nvSpPr>
            <p:spPr bwMode="auto">
              <a:xfrm>
                <a:off x="5624513" y="1428750"/>
                <a:ext cx="3714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776" name="Line 24">
                <a:extLst>
                  <a:ext uri="{FF2B5EF4-FFF2-40B4-BE49-F238E27FC236}">
                    <a16:creationId xmlns:a16="http://schemas.microsoft.com/office/drawing/2014/main" id="{ED25A703-6E20-4DF7-9F8B-E062DE450DD4}"/>
                  </a:ext>
                </a:extLst>
              </p:cNvPr>
              <p:cNvSpPr>
                <a:spLocks noChangeShapeType="1"/>
              </p:cNvSpPr>
              <p:nvPr/>
            </p:nvSpPr>
            <p:spPr bwMode="auto">
              <a:xfrm>
                <a:off x="5624513" y="1257300"/>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777" name="Line 25">
                <a:extLst>
                  <a:ext uri="{FF2B5EF4-FFF2-40B4-BE49-F238E27FC236}">
                    <a16:creationId xmlns:a16="http://schemas.microsoft.com/office/drawing/2014/main" id="{5202DC08-0A78-4AC2-AD3A-D3143D03B495}"/>
                  </a:ext>
                </a:extLst>
              </p:cNvPr>
              <p:cNvSpPr>
                <a:spLocks noChangeShapeType="1"/>
              </p:cNvSpPr>
              <p:nvPr/>
            </p:nvSpPr>
            <p:spPr bwMode="auto">
              <a:xfrm>
                <a:off x="2590800" y="1257300"/>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778" name="Line 26">
                <a:extLst>
                  <a:ext uri="{FF2B5EF4-FFF2-40B4-BE49-F238E27FC236}">
                    <a16:creationId xmlns:a16="http://schemas.microsoft.com/office/drawing/2014/main" id="{13FFCC5D-A0BE-42B8-9D3D-EFA4771A0283}"/>
                  </a:ext>
                </a:extLst>
              </p:cNvPr>
              <p:cNvSpPr>
                <a:spLocks noChangeShapeType="1"/>
              </p:cNvSpPr>
              <p:nvPr/>
            </p:nvSpPr>
            <p:spPr bwMode="auto">
              <a:xfrm flipV="1">
                <a:off x="2900363" y="9715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779" name="Line 27">
                <a:extLst>
                  <a:ext uri="{FF2B5EF4-FFF2-40B4-BE49-F238E27FC236}">
                    <a16:creationId xmlns:a16="http://schemas.microsoft.com/office/drawing/2014/main" id="{3D23D767-F59F-4AE0-97B1-34F3BCA891C0}"/>
                  </a:ext>
                </a:extLst>
              </p:cNvPr>
              <p:cNvSpPr>
                <a:spLocks noChangeShapeType="1"/>
              </p:cNvSpPr>
              <p:nvPr/>
            </p:nvSpPr>
            <p:spPr bwMode="auto">
              <a:xfrm flipV="1">
                <a:off x="3581400" y="9715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780" name="Rectangle 28">
                <a:extLst>
                  <a:ext uri="{FF2B5EF4-FFF2-40B4-BE49-F238E27FC236}">
                    <a16:creationId xmlns:a16="http://schemas.microsoft.com/office/drawing/2014/main" id="{672264FA-3BD2-4FBB-B338-2786A1914E1A}"/>
                  </a:ext>
                </a:extLst>
              </p:cNvPr>
              <p:cNvSpPr>
                <a:spLocks noChangeArrowheads="1"/>
              </p:cNvSpPr>
              <p:nvPr/>
            </p:nvSpPr>
            <p:spPr bwMode="auto">
              <a:xfrm>
                <a:off x="2949179" y="97988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1</a:t>
                </a:r>
              </a:p>
            </p:txBody>
          </p:sp>
          <p:sp>
            <p:nvSpPr>
              <p:cNvPr id="32781" name="Rectangle 29">
                <a:extLst>
                  <a:ext uri="{FF2B5EF4-FFF2-40B4-BE49-F238E27FC236}">
                    <a16:creationId xmlns:a16="http://schemas.microsoft.com/office/drawing/2014/main" id="{5529A1F1-22B8-40E9-A7A5-937339776FC1}"/>
                  </a:ext>
                </a:extLst>
              </p:cNvPr>
              <p:cNvSpPr>
                <a:spLocks noChangeArrowheads="1"/>
              </p:cNvSpPr>
              <p:nvPr/>
            </p:nvSpPr>
            <p:spPr bwMode="auto">
              <a:xfrm>
                <a:off x="3568304" y="97988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Cycle 2</a:t>
                </a:r>
              </a:p>
            </p:txBody>
          </p:sp>
          <p:sp>
            <p:nvSpPr>
              <p:cNvPr id="32782" name="Line 30">
                <a:extLst>
                  <a:ext uri="{FF2B5EF4-FFF2-40B4-BE49-F238E27FC236}">
                    <a16:creationId xmlns:a16="http://schemas.microsoft.com/office/drawing/2014/main" id="{9367F12A-57F0-4B09-8640-6633C2960CB1}"/>
                  </a:ext>
                </a:extLst>
              </p:cNvPr>
              <p:cNvSpPr>
                <a:spLocks noChangeShapeType="1"/>
              </p:cNvSpPr>
              <p:nvPr/>
            </p:nvSpPr>
            <p:spPr bwMode="auto">
              <a:xfrm flipV="1">
                <a:off x="4262438" y="9715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783" name="Line 31">
                <a:extLst>
                  <a:ext uri="{FF2B5EF4-FFF2-40B4-BE49-F238E27FC236}">
                    <a16:creationId xmlns:a16="http://schemas.microsoft.com/office/drawing/2014/main" id="{B0C14BFE-31FF-4B7A-B7C9-BC547914D9FD}"/>
                  </a:ext>
                </a:extLst>
              </p:cNvPr>
              <p:cNvSpPr>
                <a:spLocks noChangeShapeType="1"/>
              </p:cNvSpPr>
              <p:nvPr/>
            </p:nvSpPr>
            <p:spPr bwMode="auto">
              <a:xfrm flipV="1">
                <a:off x="4943475" y="9715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784" name="Line 32">
                <a:extLst>
                  <a:ext uri="{FF2B5EF4-FFF2-40B4-BE49-F238E27FC236}">
                    <a16:creationId xmlns:a16="http://schemas.microsoft.com/office/drawing/2014/main" id="{5FBC8158-42BE-4AF7-A924-FDB3702308A9}"/>
                  </a:ext>
                </a:extLst>
              </p:cNvPr>
              <p:cNvSpPr>
                <a:spLocks noChangeShapeType="1"/>
              </p:cNvSpPr>
              <p:nvPr/>
            </p:nvSpPr>
            <p:spPr bwMode="auto">
              <a:xfrm flipV="1">
                <a:off x="5624513" y="9715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2785" name="Rectangle 33">
                <a:extLst>
                  <a:ext uri="{FF2B5EF4-FFF2-40B4-BE49-F238E27FC236}">
                    <a16:creationId xmlns:a16="http://schemas.microsoft.com/office/drawing/2014/main" id="{DA92169F-D20A-4D78-A4A6-8E169C51A287}"/>
                  </a:ext>
                </a:extLst>
              </p:cNvPr>
              <p:cNvSpPr>
                <a:spLocks noChangeArrowheads="1"/>
              </p:cNvSpPr>
              <p:nvPr/>
            </p:nvSpPr>
            <p:spPr bwMode="auto">
              <a:xfrm>
                <a:off x="4311254" y="97988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3</a:t>
                </a:r>
              </a:p>
            </p:txBody>
          </p:sp>
          <p:sp>
            <p:nvSpPr>
              <p:cNvPr id="32786" name="Rectangle 34">
                <a:extLst>
                  <a:ext uri="{FF2B5EF4-FFF2-40B4-BE49-F238E27FC236}">
                    <a16:creationId xmlns:a16="http://schemas.microsoft.com/office/drawing/2014/main" id="{57D39EA9-F978-4DB2-9B11-7D6FE556CE0D}"/>
                  </a:ext>
                </a:extLst>
              </p:cNvPr>
              <p:cNvSpPr>
                <a:spLocks noChangeArrowheads="1"/>
              </p:cNvSpPr>
              <p:nvPr/>
            </p:nvSpPr>
            <p:spPr bwMode="auto">
              <a:xfrm>
                <a:off x="4930379" y="979885"/>
                <a:ext cx="62356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Cycle 4</a:t>
                </a:r>
              </a:p>
            </p:txBody>
          </p:sp>
          <p:grpSp>
            <p:nvGrpSpPr>
              <p:cNvPr id="32787" name="Group 35">
                <a:extLst>
                  <a:ext uri="{FF2B5EF4-FFF2-40B4-BE49-F238E27FC236}">
                    <a16:creationId xmlns:a16="http://schemas.microsoft.com/office/drawing/2014/main" id="{E15092F6-D767-4677-AB5F-45201DA827BA}"/>
                  </a:ext>
                </a:extLst>
              </p:cNvPr>
              <p:cNvGrpSpPr>
                <a:grpSpLocks/>
              </p:cNvGrpSpPr>
              <p:nvPr/>
            </p:nvGrpSpPr>
            <p:grpSpPr bwMode="auto">
              <a:xfrm>
                <a:off x="2911079" y="1608537"/>
                <a:ext cx="659606" cy="254794"/>
                <a:chOff x="1592" y="1351"/>
                <a:chExt cx="512" cy="214"/>
              </a:xfrm>
            </p:grpSpPr>
            <p:sp>
              <p:nvSpPr>
                <p:cNvPr id="32801" name="Rectangle 36">
                  <a:extLst>
                    <a:ext uri="{FF2B5EF4-FFF2-40B4-BE49-F238E27FC236}">
                      <a16:creationId xmlns:a16="http://schemas.microsoft.com/office/drawing/2014/main" id="{D84C703F-9C2B-4B5A-A994-DB1FB51D2981}"/>
                    </a:ext>
                  </a:extLst>
                </p:cNvPr>
                <p:cNvSpPr>
                  <a:spLocks noChangeArrowheads="1"/>
                </p:cNvSpPr>
                <p:nvPr/>
              </p:nvSpPr>
              <p:spPr bwMode="auto">
                <a:xfrm>
                  <a:off x="1592"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32802" name="Rectangle 37">
                  <a:extLst>
                    <a:ext uri="{FF2B5EF4-FFF2-40B4-BE49-F238E27FC236}">
                      <a16:creationId xmlns:a16="http://schemas.microsoft.com/office/drawing/2014/main" id="{BED3C5C7-4FB2-4309-B9E5-1C07958689A2}"/>
                    </a:ext>
                  </a:extLst>
                </p:cNvPr>
                <p:cNvSpPr>
                  <a:spLocks noChangeArrowheads="1"/>
                </p:cNvSpPr>
                <p:nvPr/>
              </p:nvSpPr>
              <p:spPr bwMode="auto">
                <a:xfrm>
                  <a:off x="1632" y="1351"/>
                  <a:ext cx="40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Ifetch</a:t>
                  </a:r>
                </a:p>
              </p:txBody>
            </p:sp>
          </p:grpSp>
          <p:grpSp>
            <p:nvGrpSpPr>
              <p:cNvPr id="32788" name="Group 38">
                <a:extLst>
                  <a:ext uri="{FF2B5EF4-FFF2-40B4-BE49-F238E27FC236}">
                    <a16:creationId xmlns:a16="http://schemas.microsoft.com/office/drawing/2014/main" id="{BFD2B9D9-551C-43E2-87CC-721F6B8CC31F}"/>
                  </a:ext>
                </a:extLst>
              </p:cNvPr>
              <p:cNvGrpSpPr>
                <a:grpSpLocks/>
              </p:cNvGrpSpPr>
              <p:nvPr/>
            </p:nvGrpSpPr>
            <p:grpSpPr bwMode="auto">
              <a:xfrm>
                <a:off x="3568303" y="1608537"/>
                <a:ext cx="687949" cy="254794"/>
                <a:chOff x="2102" y="1351"/>
                <a:chExt cx="533" cy="214"/>
              </a:xfrm>
            </p:grpSpPr>
            <p:sp>
              <p:nvSpPr>
                <p:cNvPr id="32799" name="Rectangle 39">
                  <a:extLst>
                    <a:ext uri="{FF2B5EF4-FFF2-40B4-BE49-F238E27FC236}">
                      <a16:creationId xmlns:a16="http://schemas.microsoft.com/office/drawing/2014/main" id="{171203D5-9CBA-4A7E-B690-2C052B5A7253}"/>
                    </a:ext>
                  </a:extLst>
                </p:cNvPr>
                <p:cNvSpPr>
                  <a:spLocks noChangeArrowheads="1"/>
                </p:cNvSpPr>
                <p:nvPr/>
              </p:nvSpPr>
              <p:spPr bwMode="auto">
                <a:xfrm>
                  <a:off x="2120"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32800" name="Rectangle 40">
                  <a:extLst>
                    <a:ext uri="{FF2B5EF4-FFF2-40B4-BE49-F238E27FC236}">
                      <a16:creationId xmlns:a16="http://schemas.microsoft.com/office/drawing/2014/main" id="{C1B6CBC5-FBFC-4EA0-969E-736D1B4FEAAF}"/>
                    </a:ext>
                  </a:extLst>
                </p:cNvPr>
                <p:cNvSpPr>
                  <a:spLocks noChangeArrowheads="1"/>
                </p:cNvSpPr>
                <p:nvPr/>
              </p:nvSpPr>
              <p:spPr bwMode="auto">
                <a:xfrm>
                  <a:off x="2102" y="1351"/>
                  <a:ext cx="5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Reg/Dec</a:t>
                  </a:r>
                </a:p>
              </p:txBody>
            </p:sp>
          </p:grpSp>
          <p:grpSp>
            <p:nvGrpSpPr>
              <p:cNvPr id="32789" name="Group 41">
                <a:extLst>
                  <a:ext uri="{FF2B5EF4-FFF2-40B4-BE49-F238E27FC236}">
                    <a16:creationId xmlns:a16="http://schemas.microsoft.com/office/drawing/2014/main" id="{801B2993-0E45-4A04-9A38-AB2A23AF5DFB}"/>
                  </a:ext>
                </a:extLst>
              </p:cNvPr>
              <p:cNvGrpSpPr>
                <a:grpSpLocks/>
              </p:cNvGrpSpPr>
              <p:nvPr/>
            </p:nvGrpSpPr>
            <p:grpSpPr bwMode="auto">
              <a:xfrm>
                <a:off x="4273154" y="1608537"/>
                <a:ext cx="659606" cy="254794"/>
                <a:chOff x="2648" y="1351"/>
                <a:chExt cx="512" cy="214"/>
              </a:xfrm>
            </p:grpSpPr>
            <p:sp>
              <p:nvSpPr>
                <p:cNvPr id="32797" name="Rectangle 42">
                  <a:extLst>
                    <a:ext uri="{FF2B5EF4-FFF2-40B4-BE49-F238E27FC236}">
                      <a16:creationId xmlns:a16="http://schemas.microsoft.com/office/drawing/2014/main" id="{43D1791C-6934-45ED-AA26-B889165B59FA}"/>
                    </a:ext>
                  </a:extLst>
                </p:cNvPr>
                <p:cNvSpPr>
                  <a:spLocks noChangeArrowheads="1"/>
                </p:cNvSpPr>
                <p:nvPr/>
              </p:nvSpPr>
              <p:spPr bwMode="auto">
                <a:xfrm>
                  <a:off x="2648" y="1352"/>
                  <a:ext cx="512"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32798" name="Rectangle 43">
                  <a:extLst>
                    <a:ext uri="{FF2B5EF4-FFF2-40B4-BE49-F238E27FC236}">
                      <a16:creationId xmlns:a16="http://schemas.microsoft.com/office/drawing/2014/main" id="{2A9162C4-E7CA-48AE-9205-07316816CF52}"/>
                    </a:ext>
                  </a:extLst>
                </p:cNvPr>
                <p:cNvSpPr>
                  <a:spLocks noChangeArrowheads="1"/>
                </p:cNvSpPr>
                <p:nvPr/>
              </p:nvSpPr>
              <p:spPr bwMode="auto">
                <a:xfrm>
                  <a:off x="2726" y="1351"/>
                  <a:ext cx="355"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Exec</a:t>
                  </a:r>
                </a:p>
              </p:txBody>
            </p:sp>
          </p:grpSp>
          <p:sp>
            <p:nvSpPr>
              <p:cNvPr id="32790" name="Rectangle 44">
                <a:extLst>
                  <a:ext uri="{FF2B5EF4-FFF2-40B4-BE49-F238E27FC236}">
                    <a16:creationId xmlns:a16="http://schemas.microsoft.com/office/drawing/2014/main" id="{A74B460A-13FA-49ED-86E9-C68C562FF79B}"/>
                  </a:ext>
                </a:extLst>
              </p:cNvPr>
              <p:cNvSpPr>
                <a:spLocks noChangeArrowheads="1"/>
              </p:cNvSpPr>
              <p:nvPr/>
            </p:nvSpPr>
            <p:spPr bwMode="auto">
              <a:xfrm>
                <a:off x="4954192" y="1609725"/>
                <a:ext cx="659606" cy="209550"/>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32791" name="Rectangle 45">
                <a:extLst>
                  <a:ext uri="{FF2B5EF4-FFF2-40B4-BE49-F238E27FC236}">
                    <a16:creationId xmlns:a16="http://schemas.microsoft.com/office/drawing/2014/main" id="{340D94AB-4C08-42A6-9FDC-B4014A22C8F2}"/>
                  </a:ext>
                </a:extLst>
              </p:cNvPr>
              <p:cNvSpPr>
                <a:spLocks noChangeArrowheads="1"/>
              </p:cNvSpPr>
              <p:nvPr/>
            </p:nvSpPr>
            <p:spPr bwMode="auto">
              <a:xfrm>
                <a:off x="5054204" y="1608535"/>
                <a:ext cx="48250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Mem</a:t>
                </a:r>
              </a:p>
            </p:txBody>
          </p:sp>
          <p:sp>
            <p:nvSpPr>
              <p:cNvPr id="32793" name="Rectangle 47">
                <a:extLst>
                  <a:ext uri="{FF2B5EF4-FFF2-40B4-BE49-F238E27FC236}">
                    <a16:creationId xmlns:a16="http://schemas.microsoft.com/office/drawing/2014/main" id="{509F2D83-767F-4209-A161-82A51C7D3E66}"/>
                  </a:ext>
                </a:extLst>
              </p:cNvPr>
              <p:cNvSpPr>
                <a:spLocks noChangeArrowheads="1"/>
              </p:cNvSpPr>
              <p:nvPr/>
            </p:nvSpPr>
            <p:spPr bwMode="auto">
              <a:xfrm>
                <a:off x="5635229" y="1609725"/>
                <a:ext cx="659606" cy="209550"/>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32794" name="Rectangle 48">
                <a:extLst>
                  <a:ext uri="{FF2B5EF4-FFF2-40B4-BE49-F238E27FC236}">
                    <a16:creationId xmlns:a16="http://schemas.microsoft.com/office/drawing/2014/main" id="{7304EE9C-A9BC-4E5D-A98F-F84596065043}"/>
                  </a:ext>
                </a:extLst>
              </p:cNvPr>
              <p:cNvSpPr>
                <a:spLocks noChangeArrowheads="1"/>
              </p:cNvSpPr>
              <p:nvPr/>
            </p:nvSpPr>
            <p:spPr bwMode="auto">
              <a:xfrm>
                <a:off x="5735241" y="1608535"/>
                <a:ext cx="39594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WB</a:t>
                </a:r>
              </a:p>
            </p:txBody>
          </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8513929C-BB3D-4A7D-A474-07D2359A9087}"/>
              </a:ext>
            </a:extLst>
          </p:cNvPr>
          <p:cNvSpPr>
            <a:spLocks noGrp="1" noChangeArrowheads="1"/>
          </p:cNvSpPr>
          <p:nvPr>
            <p:ph type="title"/>
          </p:nvPr>
        </p:nvSpPr>
        <p:spPr>
          <a:noFill/>
        </p:spPr>
        <p:txBody>
          <a:bodyPr/>
          <a:lstStyle/>
          <a:p>
            <a:r>
              <a:rPr lang="en-US" altLang="zh-TW"/>
              <a:t>Graphically Representing Pipelines</a:t>
            </a:r>
          </a:p>
        </p:txBody>
      </p:sp>
      <p:sp>
        <p:nvSpPr>
          <p:cNvPr id="33795" name="Rectangle 3">
            <a:extLst>
              <a:ext uri="{FF2B5EF4-FFF2-40B4-BE49-F238E27FC236}">
                <a16:creationId xmlns:a16="http://schemas.microsoft.com/office/drawing/2014/main" id="{93F19760-EBC7-4DB1-9CBF-6BBD0A93DB5A}"/>
              </a:ext>
            </a:extLst>
          </p:cNvPr>
          <p:cNvSpPr>
            <a:spLocks noGrp="1" noChangeArrowheads="1"/>
          </p:cNvSpPr>
          <p:nvPr>
            <p:ph idx="1"/>
          </p:nvPr>
        </p:nvSpPr>
        <p:spPr>
          <a:xfrm>
            <a:off x="1025012" y="792534"/>
            <a:ext cx="7661787" cy="1397602"/>
          </a:xfrm>
          <a:noFill/>
        </p:spPr>
        <p:txBody>
          <a:bodyPr/>
          <a:lstStyle/>
          <a:p>
            <a:r>
              <a:rPr lang="en-US" altLang="zh-TW" sz="2000" dirty="0"/>
              <a:t>Can help with answering questions like</a:t>
            </a:r>
          </a:p>
          <a:p>
            <a:pPr lvl="1"/>
            <a:r>
              <a:rPr lang="en-US" altLang="zh-TW" sz="1800" dirty="0"/>
              <a:t>How many cycles to execute this code?</a:t>
            </a:r>
          </a:p>
          <a:p>
            <a:pPr lvl="1"/>
            <a:r>
              <a:rPr lang="en-US" altLang="zh-TW" sz="1800" dirty="0"/>
              <a:t>What is the ALU doing during cycle 4?</a:t>
            </a:r>
          </a:p>
          <a:p>
            <a:pPr lvl="1"/>
            <a:r>
              <a:rPr lang="en-US" altLang="zh-TW" sz="1800" dirty="0"/>
              <a:t>Help understand </a:t>
            </a:r>
            <a:r>
              <a:rPr lang="en-US" altLang="zh-TW" sz="1800" dirty="0" err="1"/>
              <a:t>datapaths</a:t>
            </a:r>
            <a:endParaRPr lang="en-US" altLang="zh-TW" sz="1800" dirty="0"/>
          </a:p>
        </p:txBody>
      </p:sp>
      <p:sp>
        <p:nvSpPr>
          <p:cNvPr id="33797" name="投影片編號版面配置區 1">
            <a:extLst>
              <a:ext uri="{FF2B5EF4-FFF2-40B4-BE49-F238E27FC236}">
                <a16:creationId xmlns:a16="http://schemas.microsoft.com/office/drawing/2014/main" id="{C434001A-7997-4A6D-BB4E-ECD0FC40062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9AA00E0A-0A70-4114-9468-D09DE7CA2FA4}"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30</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33796" name="Picture 4">
            <a:extLst>
              <a:ext uri="{FF2B5EF4-FFF2-40B4-BE49-F238E27FC236}">
                <a16:creationId xmlns:a16="http://schemas.microsoft.com/office/drawing/2014/main" id="{67C254D6-ED8A-44EC-9C53-0E1DD11F2E7E}"/>
              </a:ext>
            </a:extLst>
          </p:cNvPr>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41526" y="2400301"/>
            <a:ext cx="5943600"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254FE0B-2BFC-43A6-8A93-85AD1CB6EB9C}"/>
              </a:ext>
            </a:extLst>
          </p:cNvPr>
          <p:cNvSpPr>
            <a:spLocks noGrp="1" noChangeArrowheads="1"/>
          </p:cNvSpPr>
          <p:nvPr>
            <p:ph type="title"/>
          </p:nvPr>
        </p:nvSpPr>
        <p:spPr/>
        <p:txBody>
          <a:bodyPr/>
          <a:lstStyle/>
          <a:p>
            <a:r>
              <a:rPr lang="en-US" altLang="zh-TW" dirty="0"/>
              <a:t>Example 1 </a:t>
            </a:r>
            <a:r>
              <a:rPr lang="en-US" altLang="zh-CN" dirty="0"/>
              <a:t>-</a:t>
            </a:r>
            <a:r>
              <a:rPr lang="en-US" altLang="zh-TW" dirty="0"/>
              <a:t> Cycle 1</a:t>
            </a:r>
          </a:p>
        </p:txBody>
      </p:sp>
      <p:sp>
        <p:nvSpPr>
          <p:cNvPr id="34819" name="投影片編號版面配置區 1">
            <a:extLst>
              <a:ext uri="{FF2B5EF4-FFF2-40B4-BE49-F238E27FC236}">
                <a16:creationId xmlns:a16="http://schemas.microsoft.com/office/drawing/2014/main" id="{FEC22618-65BE-4981-BE65-F98827C0A3A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305E9B6E-838A-4197-A41C-567BE1FDA598}"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31</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34820" name="Picture 3" descr="F0622">
            <a:extLst>
              <a:ext uri="{FF2B5EF4-FFF2-40B4-BE49-F238E27FC236}">
                <a16:creationId xmlns:a16="http://schemas.microsoft.com/office/drawing/2014/main" id="{452A0129-E424-425A-9AFE-40258C1A5F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b="51183"/>
          <a:stretch>
            <a:fillRect/>
          </a:stretch>
        </p:blipFill>
        <p:spPr bwMode="auto">
          <a:xfrm>
            <a:off x="1172496" y="842956"/>
            <a:ext cx="6467015" cy="371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C131166-C3D1-46E8-9B85-8C6E0FF52F66}"/>
              </a:ext>
            </a:extLst>
          </p:cNvPr>
          <p:cNvSpPr>
            <a:spLocks noGrp="1" noChangeArrowheads="1"/>
          </p:cNvSpPr>
          <p:nvPr>
            <p:ph type="title"/>
          </p:nvPr>
        </p:nvSpPr>
        <p:spPr/>
        <p:txBody>
          <a:bodyPr/>
          <a:lstStyle/>
          <a:p>
            <a:r>
              <a:rPr lang="en-US" altLang="zh-TW" dirty="0"/>
              <a:t>Example 1 </a:t>
            </a:r>
            <a:r>
              <a:rPr lang="en-US" altLang="zh-CN" dirty="0"/>
              <a:t>-</a:t>
            </a:r>
            <a:r>
              <a:rPr lang="en-US" altLang="zh-TW" dirty="0"/>
              <a:t> Cycle 2</a:t>
            </a:r>
          </a:p>
        </p:txBody>
      </p:sp>
      <p:sp>
        <p:nvSpPr>
          <p:cNvPr id="35843" name="投影片編號版面配置區 1">
            <a:extLst>
              <a:ext uri="{FF2B5EF4-FFF2-40B4-BE49-F238E27FC236}">
                <a16:creationId xmlns:a16="http://schemas.microsoft.com/office/drawing/2014/main" id="{EF2DABB3-0DD7-4704-ABFF-88A15D79C47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B8AE6FD5-B395-430A-8C0B-7AC9FC225271}"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32</a:t>
            </a:fld>
            <a:endParaRPr lang="en-US" altLang="zh-TW" sz="1050" b="0" dirty="0">
              <a:solidFill>
                <a:schemeClr val="bg1"/>
              </a:solidFill>
              <a:latin typeface="Arial" panose="020B0604020202020204" pitchFamily="34" charset="0"/>
              <a:ea typeface="新細明體" panose="02020500000000000000" pitchFamily="18" charset="-120"/>
            </a:endParaRPr>
          </a:p>
        </p:txBody>
      </p:sp>
      <p:pic>
        <p:nvPicPr>
          <p:cNvPr id="35844" name="Picture 3" descr="F0622">
            <a:extLst>
              <a:ext uri="{FF2B5EF4-FFF2-40B4-BE49-F238E27FC236}">
                <a16:creationId xmlns:a16="http://schemas.microsoft.com/office/drawing/2014/main" id="{0299A7CD-55EA-43DA-A83F-3DEDBF79B3A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51183"/>
          <a:stretch>
            <a:fillRect/>
          </a:stretch>
        </p:blipFill>
        <p:spPr bwMode="auto">
          <a:xfrm>
            <a:off x="1172651" y="844807"/>
            <a:ext cx="6524625" cy="3744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F0623">
            <a:extLst>
              <a:ext uri="{FF2B5EF4-FFF2-40B4-BE49-F238E27FC236}">
                <a16:creationId xmlns:a16="http://schemas.microsoft.com/office/drawing/2014/main" id="{F56EC8B4-A7FD-4A64-BFAF-3735A60A279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b="48784"/>
          <a:stretch>
            <a:fillRect/>
          </a:stretch>
        </p:blipFill>
        <p:spPr bwMode="auto">
          <a:xfrm>
            <a:off x="1256686" y="831709"/>
            <a:ext cx="6400800" cy="374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Rectangle 3">
            <a:extLst>
              <a:ext uri="{FF2B5EF4-FFF2-40B4-BE49-F238E27FC236}">
                <a16:creationId xmlns:a16="http://schemas.microsoft.com/office/drawing/2014/main" id="{A3C4ACE5-8470-40AB-9ED2-9C02B3F61E51}"/>
              </a:ext>
            </a:extLst>
          </p:cNvPr>
          <p:cNvSpPr>
            <a:spLocks noGrp="1" noChangeArrowheads="1"/>
          </p:cNvSpPr>
          <p:nvPr>
            <p:ph type="title"/>
          </p:nvPr>
        </p:nvSpPr>
        <p:spPr/>
        <p:txBody>
          <a:bodyPr/>
          <a:lstStyle/>
          <a:p>
            <a:r>
              <a:rPr lang="en-US" altLang="zh-TW" dirty="0"/>
              <a:t>Example 1 </a:t>
            </a:r>
            <a:r>
              <a:rPr lang="en-US" altLang="zh-CN" dirty="0"/>
              <a:t>-</a:t>
            </a:r>
            <a:r>
              <a:rPr lang="en-US" altLang="zh-TW" dirty="0"/>
              <a:t> Cycle 3</a:t>
            </a:r>
          </a:p>
        </p:txBody>
      </p:sp>
      <p:sp>
        <p:nvSpPr>
          <p:cNvPr id="36868" name="投影片編號版面配置區 1">
            <a:extLst>
              <a:ext uri="{FF2B5EF4-FFF2-40B4-BE49-F238E27FC236}">
                <a16:creationId xmlns:a16="http://schemas.microsoft.com/office/drawing/2014/main" id="{01979100-8A2E-4A10-B3B2-5BDBCAB8244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AEB49B86-BA8B-4FCB-8DD1-1355FCFE69B3}"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33</a:t>
            </a:fld>
            <a:endParaRPr lang="en-US" altLang="zh-TW" sz="1050" b="0" dirty="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F0623">
            <a:extLst>
              <a:ext uri="{FF2B5EF4-FFF2-40B4-BE49-F238E27FC236}">
                <a16:creationId xmlns:a16="http://schemas.microsoft.com/office/drawing/2014/main" id="{23C23511-9216-441E-9513-3F019B37E1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53650"/>
          <a:stretch>
            <a:fillRect/>
          </a:stretch>
        </p:blipFill>
        <p:spPr bwMode="auto">
          <a:xfrm>
            <a:off x="999627" y="849875"/>
            <a:ext cx="7078505" cy="3751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Rectangle 3">
            <a:extLst>
              <a:ext uri="{FF2B5EF4-FFF2-40B4-BE49-F238E27FC236}">
                <a16:creationId xmlns:a16="http://schemas.microsoft.com/office/drawing/2014/main" id="{9DBBAD36-7736-46AB-A4F7-9DCB4BEFA8B2}"/>
              </a:ext>
            </a:extLst>
          </p:cNvPr>
          <p:cNvSpPr>
            <a:spLocks noGrp="1" noChangeArrowheads="1"/>
          </p:cNvSpPr>
          <p:nvPr>
            <p:ph type="title"/>
          </p:nvPr>
        </p:nvSpPr>
        <p:spPr/>
        <p:txBody>
          <a:bodyPr/>
          <a:lstStyle/>
          <a:p>
            <a:r>
              <a:rPr lang="en-US" altLang="zh-TW" dirty="0"/>
              <a:t>Example 1 </a:t>
            </a:r>
            <a:r>
              <a:rPr lang="en-US" altLang="zh-CN" dirty="0"/>
              <a:t>-</a:t>
            </a:r>
            <a:r>
              <a:rPr lang="en-US" altLang="zh-TW" dirty="0"/>
              <a:t> Cycle 4</a:t>
            </a:r>
          </a:p>
        </p:txBody>
      </p:sp>
      <p:sp>
        <p:nvSpPr>
          <p:cNvPr id="37892" name="投影片編號版面配置區 1">
            <a:extLst>
              <a:ext uri="{FF2B5EF4-FFF2-40B4-BE49-F238E27FC236}">
                <a16:creationId xmlns:a16="http://schemas.microsoft.com/office/drawing/2014/main" id="{00009AB6-6687-4210-A034-DC7D7252052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31D6370A-78D2-4FE0-B28C-6A127E778F2A}"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34</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F0624">
            <a:extLst>
              <a:ext uri="{FF2B5EF4-FFF2-40B4-BE49-F238E27FC236}">
                <a16:creationId xmlns:a16="http://schemas.microsoft.com/office/drawing/2014/main" id="{44F298BB-37F7-4116-B394-E72B123178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154" b="51411"/>
          <a:stretch>
            <a:fillRect/>
          </a:stretch>
        </p:blipFill>
        <p:spPr bwMode="auto">
          <a:xfrm>
            <a:off x="846161" y="848033"/>
            <a:ext cx="7480532" cy="3706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Rectangle 3">
            <a:extLst>
              <a:ext uri="{FF2B5EF4-FFF2-40B4-BE49-F238E27FC236}">
                <a16:creationId xmlns:a16="http://schemas.microsoft.com/office/drawing/2014/main" id="{815BFB0D-EFFF-4B3D-862A-BAF6A1846AB9}"/>
              </a:ext>
            </a:extLst>
          </p:cNvPr>
          <p:cNvSpPr>
            <a:spLocks noGrp="1" noChangeArrowheads="1"/>
          </p:cNvSpPr>
          <p:nvPr>
            <p:ph type="title"/>
          </p:nvPr>
        </p:nvSpPr>
        <p:spPr/>
        <p:txBody>
          <a:bodyPr/>
          <a:lstStyle/>
          <a:p>
            <a:r>
              <a:rPr lang="en-US" altLang="zh-TW" dirty="0"/>
              <a:t>Example 1 </a:t>
            </a:r>
            <a:r>
              <a:rPr lang="en-US" altLang="zh-CN" dirty="0"/>
              <a:t>-</a:t>
            </a:r>
            <a:r>
              <a:rPr lang="en-US" altLang="zh-TW" dirty="0"/>
              <a:t> Cycle 5</a:t>
            </a:r>
          </a:p>
        </p:txBody>
      </p:sp>
      <p:sp>
        <p:nvSpPr>
          <p:cNvPr id="38916" name="投影片編號版面配置區 1">
            <a:extLst>
              <a:ext uri="{FF2B5EF4-FFF2-40B4-BE49-F238E27FC236}">
                <a16:creationId xmlns:a16="http://schemas.microsoft.com/office/drawing/2014/main" id="{64630A59-08F7-41BD-AD1B-220CADE8CF2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FCF9FF03-F144-49DF-BF61-57200870EFA1}"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35</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F0624">
            <a:extLst>
              <a:ext uri="{FF2B5EF4-FFF2-40B4-BE49-F238E27FC236}">
                <a16:creationId xmlns:a16="http://schemas.microsoft.com/office/drawing/2014/main" id="{062D161E-62DB-420F-97FC-A4D38286EEA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51279"/>
          <a:stretch>
            <a:fillRect/>
          </a:stretch>
        </p:blipFill>
        <p:spPr bwMode="auto">
          <a:xfrm>
            <a:off x="765505" y="840658"/>
            <a:ext cx="7657053" cy="3729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Rectangle 3">
            <a:extLst>
              <a:ext uri="{FF2B5EF4-FFF2-40B4-BE49-F238E27FC236}">
                <a16:creationId xmlns:a16="http://schemas.microsoft.com/office/drawing/2014/main" id="{1052644F-C1BD-49C0-BD16-1D8CF4CEF385}"/>
              </a:ext>
            </a:extLst>
          </p:cNvPr>
          <p:cNvSpPr>
            <a:spLocks noGrp="1" noChangeArrowheads="1"/>
          </p:cNvSpPr>
          <p:nvPr>
            <p:ph type="title"/>
          </p:nvPr>
        </p:nvSpPr>
        <p:spPr/>
        <p:txBody>
          <a:bodyPr/>
          <a:lstStyle/>
          <a:p>
            <a:r>
              <a:rPr lang="en-US" altLang="zh-TW" dirty="0"/>
              <a:t>Example 1 </a:t>
            </a:r>
            <a:r>
              <a:rPr lang="en-US" altLang="zh-CN" dirty="0"/>
              <a:t>-</a:t>
            </a:r>
            <a:r>
              <a:rPr lang="en-US" altLang="zh-TW" dirty="0"/>
              <a:t> Cycle 6</a:t>
            </a:r>
          </a:p>
        </p:txBody>
      </p:sp>
      <p:sp>
        <p:nvSpPr>
          <p:cNvPr id="39940" name="投影片編號版面配置區 1">
            <a:extLst>
              <a:ext uri="{FF2B5EF4-FFF2-40B4-BE49-F238E27FC236}">
                <a16:creationId xmlns:a16="http://schemas.microsoft.com/office/drawing/2014/main" id="{E9DE6413-BE18-4A43-BC17-0A44701F43E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85AFA84B-38AA-42B4-8CB1-C1641BDBE884}"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36</a:t>
            </a:fld>
            <a:endParaRPr lang="en-US" altLang="zh-TW" sz="1050" b="0" dirty="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A624B880-F534-4CB4-A7FF-57AABEB9F1A1}"/>
              </a:ext>
            </a:extLst>
          </p:cNvPr>
          <p:cNvSpPr>
            <a:spLocks noGrp="1" noChangeArrowheads="1"/>
          </p:cNvSpPr>
          <p:nvPr>
            <p:ph type="title"/>
          </p:nvPr>
        </p:nvSpPr>
        <p:spPr/>
        <p:txBody>
          <a:bodyPr/>
          <a:lstStyle/>
          <a:p>
            <a:r>
              <a:rPr lang="en-US" altLang="zh-TW"/>
              <a:t>Outline</a:t>
            </a:r>
          </a:p>
        </p:txBody>
      </p:sp>
      <p:sp>
        <p:nvSpPr>
          <p:cNvPr id="40963" name="Rectangle 3">
            <a:extLst>
              <a:ext uri="{FF2B5EF4-FFF2-40B4-BE49-F238E27FC236}">
                <a16:creationId xmlns:a16="http://schemas.microsoft.com/office/drawing/2014/main" id="{3D876F41-1E2A-4255-B5BA-0DF6267B69F4}"/>
              </a:ext>
            </a:extLst>
          </p:cNvPr>
          <p:cNvSpPr>
            <a:spLocks noGrp="1" noChangeArrowheads="1"/>
          </p:cNvSpPr>
          <p:nvPr>
            <p:ph idx="1"/>
          </p:nvPr>
        </p:nvSpPr>
        <p:spPr>
          <a:xfrm>
            <a:off x="1025012" y="844153"/>
            <a:ext cx="7661787" cy="3671888"/>
          </a:xfrm>
        </p:spPr>
        <p:txBody>
          <a:bodyPr/>
          <a:lstStyle/>
          <a:p>
            <a:pPr>
              <a:spcBef>
                <a:spcPts val="0"/>
              </a:spcBef>
            </a:pPr>
            <a:r>
              <a:rPr lang="en-US" altLang="zh-TW" sz="2000" dirty="0"/>
              <a:t>An overview of pipelining</a:t>
            </a:r>
          </a:p>
          <a:p>
            <a:pPr>
              <a:spcBef>
                <a:spcPts val="0"/>
              </a:spcBef>
            </a:pPr>
            <a:r>
              <a:rPr lang="en-US" altLang="zh-TW" sz="2000" dirty="0"/>
              <a:t>A pipelined </a:t>
            </a:r>
            <a:r>
              <a:rPr lang="en-US" altLang="zh-TW" sz="2000" dirty="0" err="1"/>
              <a:t>datapath</a:t>
            </a:r>
            <a:endParaRPr lang="en-US" altLang="zh-TW" sz="2000" dirty="0"/>
          </a:p>
          <a:p>
            <a:pPr>
              <a:spcBef>
                <a:spcPts val="0"/>
              </a:spcBef>
            </a:pPr>
            <a:r>
              <a:rPr lang="en-US" altLang="zh-TW" sz="2000" dirty="0">
                <a:solidFill>
                  <a:srgbClr val="FF0000"/>
                </a:solidFill>
              </a:rPr>
              <a:t>Pipelined control</a:t>
            </a:r>
          </a:p>
          <a:p>
            <a:pPr>
              <a:spcBef>
                <a:spcPts val="0"/>
              </a:spcBef>
            </a:pPr>
            <a:r>
              <a:rPr lang="en-US" altLang="zh-CN" sz="2000" dirty="0"/>
              <a:t>Hazards:</a:t>
            </a:r>
            <a:r>
              <a:rPr lang="zh-CN" altLang="en-US" sz="2000" dirty="0"/>
              <a:t> </a:t>
            </a:r>
            <a:r>
              <a:rPr lang="en-US" altLang="zh-CN" sz="2000" dirty="0"/>
              <a:t>types of hazard</a:t>
            </a:r>
          </a:p>
          <a:p>
            <a:pPr>
              <a:spcBef>
                <a:spcPts val="0"/>
              </a:spcBef>
            </a:pPr>
            <a:r>
              <a:rPr lang="en-US" altLang="zh-TW" sz="2000" dirty="0"/>
              <a:t>Handling data hazards</a:t>
            </a:r>
          </a:p>
          <a:p>
            <a:pPr lvl="1">
              <a:spcBef>
                <a:spcPts val="0"/>
              </a:spcBef>
            </a:pPr>
            <a:r>
              <a:rPr lang="en-US" altLang="zh-CN" sz="1800" dirty="0"/>
              <a:t>Inserting</a:t>
            </a:r>
            <a:r>
              <a:rPr lang="zh-CN" altLang="en-US" sz="1800" dirty="0"/>
              <a:t> </a:t>
            </a:r>
            <a:r>
              <a:rPr lang="en-US" altLang="zh-CN" sz="1800" dirty="0"/>
              <a:t>NOP</a:t>
            </a:r>
            <a:r>
              <a:rPr lang="zh-CN" altLang="en-US" sz="1800" dirty="0"/>
              <a:t>（</a:t>
            </a:r>
            <a:r>
              <a:rPr lang="en-US" altLang="zh-CN" sz="1800" dirty="0"/>
              <a:t>software</a:t>
            </a:r>
            <a:r>
              <a:rPr lang="zh-CN" altLang="en-US" sz="1800" dirty="0"/>
              <a:t>）</a:t>
            </a:r>
            <a:endParaRPr lang="en-US" altLang="zh-TW" sz="1800" dirty="0"/>
          </a:p>
          <a:p>
            <a:pPr lvl="1">
              <a:spcBef>
                <a:spcPts val="0"/>
              </a:spcBef>
            </a:pPr>
            <a:r>
              <a:rPr lang="en-US" altLang="zh-CN" sz="1800" dirty="0"/>
              <a:t>F</a:t>
            </a:r>
            <a:r>
              <a:rPr lang="en-US" altLang="zh-TW" sz="1800" dirty="0"/>
              <a:t>orwarding</a:t>
            </a:r>
            <a:r>
              <a:rPr lang="en-US" altLang="zh-CN" sz="1800" dirty="0"/>
              <a:t>,</a:t>
            </a:r>
            <a:r>
              <a:rPr lang="zh-CN" altLang="en-US" sz="1800" dirty="0"/>
              <a:t> </a:t>
            </a:r>
            <a:r>
              <a:rPr lang="en-US" altLang="zh-TW" sz="1800" dirty="0"/>
              <a:t>R-Type-use</a:t>
            </a:r>
            <a:r>
              <a:rPr lang="zh-CN" altLang="en-US" sz="1800" dirty="0"/>
              <a:t>（</a:t>
            </a:r>
            <a:r>
              <a:rPr lang="en-US" altLang="zh-CN" sz="1800" dirty="0"/>
              <a:t>hardware)</a:t>
            </a:r>
            <a:endParaRPr lang="en-US" altLang="zh-TW" sz="1800" dirty="0"/>
          </a:p>
          <a:p>
            <a:pPr lvl="1">
              <a:spcBef>
                <a:spcPts val="0"/>
              </a:spcBef>
            </a:pPr>
            <a:r>
              <a:rPr lang="en-US" altLang="zh-CN" sz="1800" dirty="0"/>
              <a:t>S</a:t>
            </a:r>
            <a:r>
              <a:rPr lang="en-US" altLang="zh-TW" sz="1800" dirty="0"/>
              <a:t>talls</a:t>
            </a:r>
            <a:r>
              <a:rPr lang="en-US" altLang="zh-CN" sz="1800" dirty="0"/>
              <a:t>,</a:t>
            </a:r>
            <a:r>
              <a:rPr lang="zh-CN" altLang="en-US" sz="1800" dirty="0"/>
              <a:t> </a:t>
            </a:r>
            <a:r>
              <a:rPr lang="en-US" altLang="zh-CN" sz="1800" dirty="0"/>
              <a:t>load-use</a:t>
            </a:r>
            <a:r>
              <a:rPr lang="zh-CN" altLang="en-US" sz="1800" dirty="0"/>
              <a:t> </a:t>
            </a:r>
            <a:r>
              <a:rPr lang="en-US" altLang="zh-CN" sz="1800" dirty="0"/>
              <a:t>(hardware)</a:t>
            </a:r>
            <a:endParaRPr lang="en-US" altLang="zh-TW" sz="1800" dirty="0"/>
          </a:p>
          <a:p>
            <a:pPr>
              <a:spcBef>
                <a:spcPts val="0"/>
              </a:spcBef>
            </a:pPr>
            <a:r>
              <a:rPr lang="en-US" altLang="zh-CN" sz="2000" dirty="0"/>
              <a:t>Handling</a:t>
            </a:r>
            <a:r>
              <a:rPr lang="zh-CN" altLang="en-US" sz="2000" dirty="0"/>
              <a:t> </a:t>
            </a:r>
            <a:r>
              <a:rPr lang="en-US" altLang="zh-CN" sz="2000" dirty="0"/>
              <a:t>b</a:t>
            </a:r>
            <a:r>
              <a:rPr lang="en-US" altLang="zh-TW" sz="2000" dirty="0"/>
              <a:t>ranch hazards</a:t>
            </a:r>
          </a:p>
          <a:p>
            <a:pPr>
              <a:spcBef>
                <a:spcPts val="0"/>
              </a:spcBef>
            </a:pPr>
            <a:r>
              <a:rPr lang="en-US" altLang="zh-TW" sz="2000" dirty="0"/>
              <a:t>Exceptions</a:t>
            </a:r>
          </a:p>
          <a:p>
            <a:pPr>
              <a:spcBef>
                <a:spcPts val="0"/>
              </a:spcBef>
            </a:pPr>
            <a:r>
              <a:rPr lang="en-US" altLang="zh-TW" sz="2000" dirty="0"/>
              <a:t>Superscalar and dynamic pipelining</a:t>
            </a:r>
          </a:p>
        </p:txBody>
      </p:sp>
      <p:sp>
        <p:nvSpPr>
          <p:cNvPr id="40964" name="投影片編號版面配置區 1">
            <a:extLst>
              <a:ext uri="{FF2B5EF4-FFF2-40B4-BE49-F238E27FC236}">
                <a16:creationId xmlns:a16="http://schemas.microsoft.com/office/drawing/2014/main" id="{6906E7C8-9931-46D9-A7EC-5BFD1D6987A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564E4E98-988D-4DA1-9CC1-EA1B08535B5E}" type="slidenum">
              <a:rPr lang="zh-TW" altLang="en-US" sz="1050" b="0">
                <a:latin typeface="Arial" panose="020B0604020202020204" pitchFamily="34" charset="0"/>
                <a:ea typeface="新細明體" panose="02020500000000000000" pitchFamily="18" charset="-120"/>
              </a:rPr>
              <a:pPr>
                <a:lnSpc>
                  <a:spcPct val="100000"/>
                </a:lnSpc>
                <a:spcBef>
                  <a:spcPct val="0"/>
                </a:spcBef>
                <a:buClrTx/>
                <a:buSzTx/>
                <a:buFontTx/>
                <a:buNone/>
              </a:pPr>
              <a:t>37</a:t>
            </a:fld>
            <a:endParaRPr lang="en-US" altLang="zh-TW" sz="1050" b="0">
              <a:latin typeface="Arial" panose="020B0604020202020204" pitchFamily="34" charset="0"/>
              <a:ea typeface="新細明體" panose="02020500000000000000" pitchFamily="18" charset="-12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592A7F02-AB78-4B03-A6A0-CAF51F0DB56E}"/>
              </a:ext>
            </a:extLst>
          </p:cNvPr>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r>
              <a:rPr lang="en-US" altLang="zh-TW" dirty="0"/>
              <a:t>Pipeline Control - Control Signals</a:t>
            </a:r>
          </a:p>
        </p:txBody>
      </p:sp>
      <p:sp>
        <p:nvSpPr>
          <p:cNvPr id="41988" name="投影片編號版面配置區 1">
            <a:extLst>
              <a:ext uri="{FF2B5EF4-FFF2-40B4-BE49-F238E27FC236}">
                <a16:creationId xmlns:a16="http://schemas.microsoft.com/office/drawing/2014/main" id="{27435CFD-F3CC-4EEF-B939-546790FD9E4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98CDE766-133A-4855-A740-4640E869C1B2}"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38</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41987" name="Picture 3">
            <a:extLst>
              <a:ext uri="{FF2B5EF4-FFF2-40B4-BE49-F238E27FC236}">
                <a16:creationId xmlns:a16="http://schemas.microsoft.com/office/drawing/2014/main" id="{D675247A-57C6-4EDB-A740-C4CD03A2DBA9}"/>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28725" y="838584"/>
            <a:ext cx="6686550" cy="3764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010" name="Object 2">
            <a:extLst>
              <a:ext uri="{FF2B5EF4-FFF2-40B4-BE49-F238E27FC236}">
                <a16:creationId xmlns:a16="http://schemas.microsoft.com/office/drawing/2014/main" id="{440405B5-7F6C-404A-BC99-E10C2FADBD64}"/>
              </a:ext>
            </a:extLst>
          </p:cNvPr>
          <p:cNvGraphicFramePr>
            <a:graphicFrameLocks/>
          </p:cNvGraphicFramePr>
          <p:nvPr>
            <p:extLst>
              <p:ext uri="{D42A27DB-BD31-4B8C-83A1-F6EECF244321}">
                <p14:modId xmlns:p14="http://schemas.microsoft.com/office/powerpoint/2010/main" val="621398573"/>
              </p:ext>
            </p:extLst>
          </p:nvPr>
        </p:nvGraphicFramePr>
        <p:xfrm>
          <a:off x="789193" y="1548376"/>
          <a:ext cx="7580312" cy="2676525"/>
        </p:xfrm>
        <a:graphic>
          <a:graphicData uri="http://schemas.openxmlformats.org/presentationml/2006/ole">
            <mc:AlternateContent xmlns:mc="http://schemas.openxmlformats.org/markup-compatibility/2006">
              <mc:Choice xmlns:v="urn:schemas-microsoft-com:vml" Requires="v">
                <p:oleObj spid="_x0000_s2110" name="Worksheet" r:id="rId4" imgW="5380086" imgH="1791005" progId="Excel.Sheet.8">
                  <p:embed/>
                </p:oleObj>
              </mc:Choice>
              <mc:Fallback>
                <p:oleObj name="Worksheet" r:id="rId4" imgW="5380086" imgH="1791005" progId="Excel.Sheet.8">
                  <p:embed/>
                  <p:pic>
                    <p:nvPicPr>
                      <p:cNvPr id="43010" name="Object 2">
                        <a:extLst>
                          <a:ext uri="{FF2B5EF4-FFF2-40B4-BE49-F238E27FC236}">
                            <a16:creationId xmlns:a16="http://schemas.microsoft.com/office/drawing/2014/main" id="{440405B5-7F6C-404A-BC99-E10C2FADBD6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193" y="1548376"/>
                        <a:ext cx="7580312" cy="2676525"/>
                      </a:xfrm>
                      <a:prstGeom prst="rect">
                        <a:avLst/>
                      </a:prstGeom>
                      <a:noFill/>
                      <a:ln>
                        <a:noFill/>
                      </a:ln>
                      <a:effectLst/>
                      <a:extLst/>
                    </p:spPr>
                  </p:pic>
                </p:oleObj>
              </mc:Fallback>
            </mc:AlternateContent>
          </a:graphicData>
        </a:graphic>
      </p:graphicFrame>
      <p:sp>
        <p:nvSpPr>
          <p:cNvPr id="43011" name="Rectangle 4">
            <a:extLst>
              <a:ext uri="{FF2B5EF4-FFF2-40B4-BE49-F238E27FC236}">
                <a16:creationId xmlns:a16="http://schemas.microsoft.com/office/drawing/2014/main" id="{A9EF3485-6342-4652-98DA-817B78AFDD31}"/>
              </a:ext>
            </a:extLst>
          </p:cNvPr>
          <p:cNvSpPr>
            <a:spLocks noGrp="1" noChangeArrowheads="1"/>
          </p:cNvSpPr>
          <p:nvPr>
            <p:ph type="title"/>
          </p:nvPr>
        </p:nvSpPr>
        <p:spPr/>
        <p:txBody>
          <a:bodyPr/>
          <a:lstStyle/>
          <a:p>
            <a:r>
              <a:rPr lang="en-US" altLang="zh-TW" dirty="0"/>
              <a:t>Group Signals According to Stages</a:t>
            </a:r>
          </a:p>
        </p:txBody>
      </p:sp>
      <p:sp>
        <p:nvSpPr>
          <p:cNvPr id="43012" name="Rectangle 5">
            <a:extLst>
              <a:ext uri="{FF2B5EF4-FFF2-40B4-BE49-F238E27FC236}">
                <a16:creationId xmlns:a16="http://schemas.microsoft.com/office/drawing/2014/main" id="{538E90AE-5438-4EF9-AE4A-206895D528CB}"/>
              </a:ext>
            </a:extLst>
          </p:cNvPr>
          <p:cNvSpPr>
            <a:spLocks noGrp="1" noChangeArrowheads="1"/>
          </p:cNvSpPr>
          <p:nvPr>
            <p:ph idx="1"/>
          </p:nvPr>
        </p:nvSpPr>
        <p:spPr>
          <a:xfrm>
            <a:off x="951270" y="844153"/>
            <a:ext cx="7735529" cy="527447"/>
          </a:xfrm>
        </p:spPr>
        <p:txBody>
          <a:bodyPr/>
          <a:lstStyle/>
          <a:p>
            <a:r>
              <a:rPr lang="en-US" altLang="zh-TW" sz="2000" dirty="0"/>
              <a:t>Can use control signals of single-cycle CPU </a:t>
            </a:r>
          </a:p>
        </p:txBody>
      </p:sp>
      <p:sp>
        <p:nvSpPr>
          <p:cNvPr id="43013" name="投影片編號版面配置區 1">
            <a:extLst>
              <a:ext uri="{FF2B5EF4-FFF2-40B4-BE49-F238E27FC236}">
                <a16:creationId xmlns:a16="http://schemas.microsoft.com/office/drawing/2014/main" id="{E686C9FA-9CC9-404F-AADD-309154A36AE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EC0AB7D1-FDBD-4ADD-999F-CBB8105509D8}"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39</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5849BC9C-882B-4420-9757-1340C37F1475}"/>
              </a:ext>
            </a:extLst>
          </p:cNvPr>
          <p:cNvSpPr>
            <a:spLocks noChangeArrowheads="1"/>
          </p:cNvSpPr>
          <p:nvPr/>
        </p:nvSpPr>
        <p:spPr bwMode="auto">
          <a:xfrm>
            <a:off x="1040606" y="234554"/>
            <a:ext cx="966788" cy="35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4036" name="Rectangle 4">
            <a:extLst>
              <a:ext uri="{FF2B5EF4-FFF2-40B4-BE49-F238E27FC236}">
                <a16:creationId xmlns:a16="http://schemas.microsoft.com/office/drawing/2014/main" id="{BBAF8592-2ED0-45BB-A3C5-5691A370BA98}"/>
              </a:ext>
            </a:extLst>
          </p:cNvPr>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r>
              <a:rPr lang="en-US" altLang="zh-TW" dirty="0"/>
              <a:t>Data Stationary Control (1)</a:t>
            </a:r>
          </a:p>
        </p:txBody>
      </p:sp>
      <p:sp>
        <p:nvSpPr>
          <p:cNvPr id="44035" name="Rectangle 3">
            <a:extLst>
              <a:ext uri="{FF2B5EF4-FFF2-40B4-BE49-F238E27FC236}">
                <a16:creationId xmlns:a16="http://schemas.microsoft.com/office/drawing/2014/main" id="{99E3FAA7-461F-4A5C-96BD-F2765E2B112E}"/>
              </a:ext>
            </a:extLst>
          </p:cNvPr>
          <p:cNvSpPr>
            <a:spLocks noGrp="1" noChangeArrowheads="1"/>
          </p:cNvSpPr>
          <p:nvPr>
            <p:ph idx="1"/>
          </p:nvPr>
        </p:nvSpPr>
        <p:spPr>
          <a:xfrm>
            <a:off x="980768" y="807282"/>
            <a:ext cx="6799006" cy="682305"/>
          </a:xfrm>
          <a:noFill/>
        </p:spPr>
        <p:txBody>
          <a:bodyPr vert="horz" wrap="square" lIns="69056" tIns="34529" rIns="69056" bIns="34529" numCol="1" anchor="t" anchorCtr="0" compatLnSpc="1">
            <a:prstTxWarp prst="textNoShape">
              <a:avLst/>
            </a:prstTxWarp>
          </a:bodyPr>
          <a:lstStyle/>
          <a:p>
            <a:r>
              <a:rPr lang="en-US" altLang="zh-TW" sz="2000" dirty="0"/>
              <a:t>Pass control signals along just like the data</a:t>
            </a:r>
          </a:p>
          <a:p>
            <a:pPr lvl="1"/>
            <a:r>
              <a:rPr lang="en-US" altLang="zh-TW" sz="1600" dirty="0"/>
              <a:t>Main control generates control signals during ID </a:t>
            </a:r>
            <a:br>
              <a:rPr lang="en-US" altLang="zh-TW" dirty="0"/>
            </a:br>
            <a:br>
              <a:rPr lang="en-US" altLang="zh-TW" dirty="0"/>
            </a:br>
            <a:br>
              <a:rPr lang="en-US" altLang="zh-TW" dirty="0"/>
            </a:br>
            <a:endParaRPr lang="en-US" altLang="zh-TW" dirty="0"/>
          </a:p>
        </p:txBody>
      </p:sp>
      <p:sp>
        <p:nvSpPr>
          <p:cNvPr id="44038" name="投影片編號版面配置區 1">
            <a:extLst>
              <a:ext uri="{FF2B5EF4-FFF2-40B4-BE49-F238E27FC236}">
                <a16:creationId xmlns:a16="http://schemas.microsoft.com/office/drawing/2014/main" id="{1E7AEDC4-40F6-4C29-9319-3D7810C68A5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69B432D8-54E7-499A-AB31-8CE7B907CAC4}"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40</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44037" name="Picture 5">
            <a:extLst>
              <a:ext uri="{FF2B5EF4-FFF2-40B4-BE49-F238E27FC236}">
                <a16:creationId xmlns:a16="http://schemas.microsoft.com/office/drawing/2014/main" id="{807F178A-C9EB-4860-AC6F-BBD5F6080E2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5342" y="1710813"/>
            <a:ext cx="6340347" cy="2807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200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E536FA3-DB80-4727-959E-530864845BD4}"/>
              </a:ext>
            </a:extLst>
          </p:cNvPr>
          <p:cNvGrpSpPr/>
          <p:nvPr/>
        </p:nvGrpSpPr>
        <p:grpSpPr>
          <a:xfrm>
            <a:off x="1241400" y="2003937"/>
            <a:ext cx="6807994" cy="2562225"/>
            <a:chOff x="1293019" y="2114550"/>
            <a:chExt cx="6807994" cy="2562225"/>
          </a:xfrm>
        </p:grpSpPr>
        <p:sp>
          <p:nvSpPr>
            <p:cNvPr id="45058" name="Rectangle 2">
              <a:extLst>
                <a:ext uri="{FF2B5EF4-FFF2-40B4-BE49-F238E27FC236}">
                  <a16:creationId xmlns:a16="http://schemas.microsoft.com/office/drawing/2014/main" id="{DCB5B018-757D-4FF6-840C-701F1E396A3D}"/>
                </a:ext>
              </a:extLst>
            </p:cNvPr>
            <p:cNvSpPr>
              <a:spLocks noChangeArrowheads="1"/>
            </p:cNvSpPr>
            <p:nvPr/>
          </p:nvSpPr>
          <p:spPr bwMode="auto">
            <a:xfrm>
              <a:off x="1293019" y="2752725"/>
              <a:ext cx="234554" cy="19240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5059" name="Rectangle 3">
              <a:extLst>
                <a:ext uri="{FF2B5EF4-FFF2-40B4-BE49-F238E27FC236}">
                  <a16:creationId xmlns:a16="http://schemas.microsoft.com/office/drawing/2014/main" id="{AD6C459B-7155-43E5-9ADB-88A6C7E0E5EB}"/>
                </a:ext>
              </a:extLst>
            </p:cNvPr>
            <p:cNvSpPr>
              <a:spLocks noChangeArrowheads="1"/>
            </p:cNvSpPr>
            <p:nvPr/>
          </p:nvSpPr>
          <p:spPr bwMode="auto">
            <a:xfrm rot="5400000">
              <a:off x="879746" y="3614936"/>
              <a:ext cx="109324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IF/ID Register</a:t>
              </a:r>
            </a:p>
          </p:txBody>
        </p:sp>
        <p:sp>
          <p:nvSpPr>
            <p:cNvPr id="45060" name="Line 4">
              <a:extLst>
                <a:ext uri="{FF2B5EF4-FFF2-40B4-BE49-F238E27FC236}">
                  <a16:creationId xmlns:a16="http://schemas.microsoft.com/office/drawing/2014/main" id="{5A980889-CA08-4AC1-BB28-A45DFC638B27}"/>
                </a:ext>
              </a:extLst>
            </p:cNvPr>
            <p:cNvSpPr>
              <a:spLocks noChangeShapeType="1"/>
            </p:cNvSpPr>
            <p:nvPr/>
          </p:nvSpPr>
          <p:spPr bwMode="auto">
            <a:xfrm>
              <a:off x="1414463" y="251460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61" name="Rectangle 5">
              <a:extLst>
                <a:ext uri="{FF2B5EF4-FFF2-40B4-BE49-F238E27FC236}">
                  <a16:creationId xmlns:a16="http://schemas.microsoft.com/office/drawing/2014/main" id="{51633E1C-6DE3-438B-A0FD-24064A80C38F}"/>
                </a:ext>
              </a:extLst>
            </p:cNvPr>
            <p:cNvSpPr>
              <a:spLocks noChangeArrowheads="1"/>
            </p:cNvSpPr>
            <p:nvPr/>
          </p:nvSpPr>
          <p:spPr bwMode="auto">
            <a:xfrm>
              <a:off x="3583781" y="2752725"/>
              <a:ext cx="234554" cy="19240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5062" name="Rectangle 6">
              <a:extLst>
                <a:ext uri="{FF2B5EF4-FFF2-40B4-BE49-F238E27FC236}">
                  <a16:creationId xmlns:a16="http://schemas.microsoft.com/office/drawing/2014/main" id="{E68DC262-1426-4C33-8F98-294F79F73ABA}"/>
                </a:ext>
              </a:extLst>
            </p:cNvPr>
            <p:cNvSpPr>
              <a:spLocks noChangeArrowheads="1"/>
            </p:cNvSpPr>
            <p:nvPr/>
          </p:nvSpPr>
          <p:spPr bwMode="auto">
            <a:xfrm rot="5400000">
              <a:off x="3157685" y="3569097"/>
              <a:ext cx="111889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ID/Ex Register</a:t>
              </a:r>
            </a:p>
          </p:txBody>
        </p:sp>
        <p:sp>
          <p:nvSpPr>
            <p:cNvPr id="45063" name="Rectangle 7">
              <a:extLst>
                <a:ext uri="{FF2B5EF4-FFF2-40B4-BE49-F238E27FC236}">
                  <a16:creationId xmlns:a16="http://schemas.microsoft.com/office/drawing/2014/main" id="{7E41034C-4749-4D5B-9B3F-DA2E05CEFF9A}"/>
                </a:ext>
              </a:extLst>
            </p:cNvPr>
            <p:cNvSpPr>
              <a:spLocks noChangeArrowheads="1"/>
            </p:cNvSpPr>
            <p:nvPr/>
          </p:nvSpPr>
          <p:spPr bwMode="auto">
            <a:xfrm>
              <a:off x="5193506" y="2752725"/>
              <a:ext cx="234554" cy="19240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5064" name="Rectangle 8">
              <a:extLst>
                <a:ext uri="{FF2B5EF4-FFF2-40B4-BE49-F238E27FC236}">
                  <a16:creationId xmlns:a16="http://schemas.microsoft.com/office/drawing/2014/main" id="{5B56CDAE-262F-426B-B89E-3275C48BCE64}"/>
                </a:ext>
              </a:extLst>
            </p:cNvPr>
            <p:cNvSpPr>
              <a:spLocks noChangeArrowheads="1"/>
            </p:cNvSpPr>
            <p:nvPr/>
          </p:nvSpPr>
          <p:spPr bwMode="auto">
            <a:xfrm rot="5400000">
              <a:off x="4654009" y="3537545"/>
              <a:ext cx="134331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Ex/MEM Register</a:t>
              </a:r>
            </a:p>
          </p:txBody>
        </p:sp>
        <p:sp>
          <p:nvSpPr>
            <p:cNvPr id="45065" name="Rectangle 9">
              <a:extLst>
                <a:ext uri="{FF2B5EF4-FFF2-40B4-BE49-F238E27FC236}">
                  <a16:creationId xmlns:a16="http://schemas.microsoft.com/office/drawing/2014/main" id="{F2E61531-3CFE-474C-8A01-4D065B52B89A}"/>
                </a:ext>
              </a:extLst>
            </p:cNvPr>
            <p:cNvSpPr>
              <a:spLocks noChangeArrowheads="1"/>
            </p:cNvSpPr>
            <p:nvPr/>
          </p:nvSpPr>
          <p:spPr bwMode="auto">
            <a:xfrm>
              <a:off x="6865144" y="2752725"/>
              <a:ext cx="234554" cy="19240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5066" name="Rectangle 10">
              <a:extLst>
                <a:ext uri="{FF2B5EF4-FFF2-40B4-BE49-F238E27FC236}">
                  <a16:creationId xmlns:a16="http://schemas.microsoft.com/office/drawing/2014/main" id="{8658639E-D82B-41D7-8837-56DE38614413}"/>
                </a:ext>
              </a:extLst>
            </p:cNvPr>
            <p:cNvSpPr>
              <a:spLocks noChangeArrowheads="1"/>
            </p:cNvSpPr>
            <p:nvPr/>
          </p:nvSpPr>
          <p:spPr bwMode="auto">
            <a:xfrm rot="5400000">
              <a:off x="6285387" y="3557786"/>
              <a:ext cx="142026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MEM/WB Register</a:t>
              </a:r>
            </a:p>
          </p:txBody>
        </p:sp>
        <p:sp>
          <p:nvSpPr>
            <p:cNvPr id="45067" name="Oval 11">
              <a:extLst>
                <a:ext uri="{FF2B5EF4-FFF2-40B4-BE49-F238E27FC236}">
                  <a16:creationId xmlns:a16="http://schemas.microsoft.com/office/drawing/2014/main" id="{6D13F229-6C70-4BB3-AE62-9FC56EBC1ABC}"/>
                </a:ext>
              </a:extLst>
            </p:cNvPr>
            <p:cNvSpPr>
              <a:spLocks noChangeArrowheads="1"/>
            </p:cNvSpPr>
            <p:nvPr/>
          </p:nvSpPr>
          <p:spPr bwMode="auto">
            <a:xfrm>
              <a:off x="1363266" y="263842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5068" name="Line 12">
              <a:extLst>
                <a:ext uri="{FF2B5EF4-FFF2-40B4-BE49-F238E27FC236}">
                  <a16:creationId xmlns:a16="http://schemas.microsoft.com/office/drawing/2014/main" id="{DD637922-DF45-418F-8DE8-94EC88240996}"/>
                </a:ext>
              </a:extLst>
            </p:cNvPr>
            <p:cNvSpPr>
              <a:spLocks noChangeShapeType="1"/>
            </p:cNvSpPr>
            <p:nvPr/>
          </p:nvSpPr>
          <p:spPr bwMode="auto">
            <a:xfrm>
              <a:off x="3705225" y="251460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69" name="Oval 13">
              <a:extLst>
                <a:ext uri="{FF2B5EF4-FFF2-40B4-BE49-F238E27FC236}">
                  <a16:creationId xmlns:a16="http://schemas.microsoft.com/office/drawing/2014/main" id="{29EE9310-2D04-40B6-9EDC-405496C45B7C}"/>
                </a:ext>
              </a:extLst>
            </p:cNvPr>
            <p:cNvSpPr>
              <a:spLocks noChangeArrowheads="1"/>
            </p:cNvSpPr>
            <p:nvPr/>
          </p:nvSpPr>
          <p:spPr bwMode="auto">
            <a:xfrm>
              <a:off x="3654029" y="263842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5070" name="Line 14">
              <a:extLst>
                <a:ext uri="{FF2B5EF4-FFF2-40B4-BE49-F238E27FC236}">
                  <a16:creationId xmlns:a16="http://schemas.microsoft.com/office/drawing/2014/main" id="{9007C40E-02E8-451A-AA40-07C070E92F63}"/>
                </a:ext>
              </a:extLst>
            </p:cNvPr>
            <p:cNvSpPr>
              <a:spLocks noChangeShapeType="1"/>
            </p:cNvSpPr>
            <p:nvPr/>
          </p:nvSpPr>
          <p:spPr bwMode="auto">
            <a:xfrm>
              <a:off x="5314950" y="251460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71" name="Oval 15">
              <a:extLst>
                <a:ext uri="{FF2B5EF4-FFF2-40B4-BE49-F238E27FC236}">
                  <a16:creationId xmlns:a16="http://schemas.microsoft.com/office/drawing/2014/main" id="{41B99600-02B5-4EE2-A27A-A2A1CD8C1708}"/>
                </a:ext>
              </a:extLst>
            </p:cNvPr>
            <p:cNvSpPr>
              <a:spLocks noChangeArrowheads="1"/>
            </p:cNvSpPr>
            <p:nvPr/>
          </p:nvSpPr>
          <p:spPr bwMode="auto">
            <a:xfrm>
              <a:off x="5263754" y="263842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5072" name="Line 16">
              <a:extLst>
                <a:ext uri="{FF2B5EF4-FFF2-40B4-BE49-F238E27FC236}">
                  <a16:creationId xmlns:a16="http://schemas.microsoft.com/office/drawing/2014/main" id="{337266AD-BFA6-4255-A9A4-7C49A538EAF3}"/>
                </a:ext>
              </a:extLst>
            </p:cNvPr>
            <p:cNvSpPr>
              <a:spLocks noChangeShapeType="1"/>
            </p:cNvSpPr>
            <p:nvPr/>
          </p:nvSpPr>
          <p:spPr bwMode="auto">
            <a:xfrm>
              <a:off x="6986588" y="251460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73" name="Oval 17">
              <a:extLst>
                <a:ext uri="{FF2B5EF4-FFF2-40B4-BE49-F238E27FC236}">
                  <a16:creationId xmlns:a16="http://schemas.microsoft.com/office/drawing/2014/main" id="{53B6DDAE-BAFA-4A99-9A8E-993CF528BD3F}"/>
                </a:ext>
              </a:extLst>
            </p:cNvPr>
            <p:cNvSpPr>
              <a:spLocks noChangeArrowheads="1"/>
            </p:cNvSpPr>
            <p:nvPr/>
          </p:nvSpPr>
          <p:spPr bwMode="auto">
            <a:xfrm>
              <a:off x="6935391" y="263842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5074" name="Line 18">
              <a:extLst>
                <a:ext uri="{FF2B5EF4-FFF2-40B4-BE49-F238E27FC236}">
                  <a16:creationId xmlns:a16="http://schemas.microsoft.com/office/drawing/2014/main" id="{7552B33E-B213-4868-9CE8-F6E03F55C868}"/>
                </a:ext>
              </a:extLst>
            </p:cNvPr>
            <p:cNvSpPr>
              <a:spLocks noChangeShapeType="1"/>
            </p:cNvSpPr>
            <p:nvPr/>
          </p:nvSpPr>
          <p:spPr bwMode="auto">
            <a:xfrm flipV="1">
              <a:off x="1414463" y="2114550"/>
              <a:ext cx="0" cy="3429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75" name="Line 19">
              <a:extLst>
                <a:ext uri="{FF2B5EF4-FFF2-40B4-BE49-F238E27FC236}">
                  <a16:creationId xmlns:a16="http://schemas.microsoft.com/office/drawing/2014/main" id="{F982172B-90C3-4520-9FEB-69CEAD62AA68}"/>
                </a:ext>
              </a:extLst>
            </p:cNvPr>
            <p:cNvSpPr>
              <a:spLocks noChangeShapeType="1"/>
            </p:cNvSpPr>
            <p:nvPr/>
          </p:nvSpPr>
          <p:spPr bwMode="auto">
            <a:xfrm>
              <a:off x="1538288" y="22288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76" name="Line 20">
              <a:extLst>
                <a:ext uri="{FF2B5EF4-FFF2-40B4-BE49-F238E27FC236}">
                  <a16:creationId xmlns:a16="http://schemas.microsoft.com/office/drawing/2014/main" id="{D9FF7400-C5E8-4739-AC98-3A482EAE6C1A}"/>
                </a:ext>
              </a:extLst>
            </p:cNvPr>
            <p:cNvSpPr>
              <a:spLocks noChangeShapeType="1"/>
            </p:cNvSpPr>
            <p:nvPr/>
          </p:nvSpPr>
          <p:spPr bwMode="auto">
            <a:xfrm>
              <a:off x="1538287" y="2343150"/>
              <a:ext cx="2166938"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77" name="Line 21">
              <a:extLst>
                <a:ext uri="{FF2B5EF4-FFF2-40B4-BE49-F238E27FC236}">
                  <a16:creationId xmlns:a16="http://schemas.microsoft.com/office/drawing/2014/main" id="{AE7A0D12-B2B8-424F-805F-82EEC580B535}"/>
                </a:ext>
              </a:extLst>
            </p:cNvPr>
            <p:cNvSpPr>
              <a:spLocks noChangeShapeType="1"/>
            </p:cNvSpPr>
            <p:nvPr/>
          </p:nvSpPr>
          <p:spPr bwMode="auto">
            <a:xfrm>
              <a:off x="3829050" y="22288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78" name="Line 22">
              <a:extLst>
                <a:ext uri="{FF2B5EF4-FFF2-40B4-BE49-F238E27FC236}">
                  <a16:creationId xmlns:a16="http://schemas.microsoft.com/office/drawing/2014/main" id="{E0ABD9D9-0A97-458D-BA8A-5FF4EE05F9E6}"/>
                </a:ext>
              </a:extLst>
            </p:cNvPr>
            <p:cNvSpPr>
              <a:spLocks noChangeShapeType="1"/>
            </p:cNvSpPr>
            <p:nvPr/>
          </p:nvSpPr>
          <p:spPr bwMode="auto">
            <a:xfrm>
              <a:off x="3829050" y="2343150"/>
              <a:ext cx="1485900"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79" name="Line 23">
              <a:extLst>
                <a:ext uri="{FF2B5EF4-FFF2-40B4-BE49-F238E27FC236}">
                  <a16:creationId xmlns:a16="http://schemas.microsoft.com/office/drawing/2014/main" id="{DF0F2491-4C6F-4CE1-B4FC-C15D008C5732}"/>
                </a:ext>
              </a:extLst>
            </p:cNvPr>
            <p:cNvSpPr>
              <a:spLocks noChangeShapeType="1"/>
            </p:cNvSpPr>
            <p:nvPr/>
          </p:nvSpPr>
          <p:spPr bwMode="auto">
            <a:xfrm>
              <a:off x="5438775" y="22288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80" name="Line 24">
              <a:extLst>
                <a:ext uri="{FF2B5EF4-FFF2-40B4-BE49-F238E27FC236}">
                  <a16:creationId xmlns:a16="http://schemas.microsoft.com/office/drawing/2014/main" id="{1A44E463-A9AD-40CC-BE5F-2D761F0AC384}"/>
                </a:ext>
              </a:extLst>
            </p:cNvPr>
            <p:cNvSpPr>
              <a:spLocks noChangeShapeType="1"/>
            </p:cNvSpPr>
            <p:nvPr/>
          </p:nvSpPr>
          <p:spPr bwMode="auto">
            <a:xfrm>
              <a:off x="5438775" y="2343150"/>
              <a:ext cx="1547813"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81" name="Line 25">
              <a:extLst>
                <a:ext uri="{FF2B5EF4-FFF2-40B4-BE49-F238E27FC236}">
                  <a16:creationId xmlns:a16="http://schemas.microsoft.com/office/drawing/2014/main" id="{6F50BE4D-EDA7-4EAB-87A3-02FCE2770A7E}"/>
                </a:ext>
              </a:extLst>
            </p:cNvPr>
            <p:cNvSpPr>
              <a:spLocks noChangeShapeType="1"/>
            </p:cNvSpPr>
            <p:nvPr/>
          </p:nvSpPr>
          <p:spPr bwMode="auto">
            <a:xfrm>
              <a:off x="7110413" y="2228850"/>
              <a:ext cx="0" cy="2286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82" name="Rectangle 26">
              <a:extLst>
                <a:ext uri="{FF2B5EF4-FFF2-40B4-BE49-F238E27FC236}">
                  <a16:creationId xmlns:a16="http://schemas.microsoft.com/office/drawing/2014/main" id="{63476EEC-BE14-408F-BF06-BE217FCC63AF}"/>
                </a:ext>
              </a:extLst>
            </p:cNvPr>
            <p:cNvSpPr>
              <a:spLocks noChangeArrowheads="1"/>
            </p:cNvSpPr>
            <p:nvPr/>
          </p:nvSpPr>
          <p:spPr bwMode="auto">
            <a:xfrm>
              <a:off x="2082404" y="2122885"/>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ID</a:t>
              </a:r>
            </a:p>
          </p:txBody>
        </p:sp>
        <p:sp>
          <p:nvSpPr>
            <p:cNvPr id="45083" name="Rectangle 27">
              <a:extLst>
                <a:ext uri="{FF2B5EF4-FFF2-40B4-BE49-F238E27FC236}">
                  <a16:creationId xmlns:a16="http://schemas.microsoft.com/office/drawing/2014/main" id="{AE9A95E1-77C7-4F84-BB0C-FCFDE929DE5A}"/>
                </a:ext>
              </a:extLst>
            </p:cNvPr>
            <p:cNvSpPr>
              <a:spLocks noChangeArrowheads="1"/>
            </p:cNvSpPr>
            <p:nvPr/>
          </p:nvSpPr>
          <p:spPr bwMode="auto">
            <a:xfrm>
              <a:off x="4311254" y="2122885"/>
              <a:ext cx="35266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EX</a:t>
              </a:r>
            </a:p>
          </p:txBody>
        </p:sp>
        <p:sp>
          <p:nvSpPr>
            <p:cNvPr id="45084" name="Rectangle 28">
              <a:extLst>
                <a:ext uri="{FF2B5EF4-FFF2-40B4-BE49-F238E27FC236}">
                  <a16:creationId xmlns:a16="http://schemas.microsoft.com/office/drawing/2014/main" id="{D824E3F0-D721-47E7-8B65-8DE202DD1CA5}"/>
                </a:ext>
              </a:extLst>
            </p:cNvPr>
            <p:cNvSpPr>
              <a:spLocks noChangeArrowheads="1"/>
            </p:cNvSpPr>
            <p:nvPr/>
          </p:nvSpPr>
          <p:spPr bwMode="auto">
            <a:xfrm>
              <a:off x="5982892" y="2122885"/>
              <a:ext cx="53379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sp>
          <p:nvSpPr>
            <p:cNvPr id="45085" name="Rectangle 29">
              <a:extLst>
                <a:ext uri="{FF2B5EF4-FFF2-40B4-BE49-F238E27FC236}">
                  <a16:creationId xmlns:a16="http://schemas.microsoft.com/office/drawing/2014/main" id="{8C2C7981-C535-4FFD-A3C5-93A54ED04D17}"/>
                </a:ext>
              </a:extLst>
            </p:cNvPr>
            <p:cNvSpPr>
              <a:spLocks noChangeArrowheads="1"/>
            </p:cNvSpPr>
            <p:nvPr/>
          </p:nvSpPr>
          <p:spPr bwMode="auto">
            <a:xfrm>
              <a:off x="2639617" y="2637235"/>
              <a:ext cx="54181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ExtOp</a:t>
              </a:r>
            </a:p>
          </p:txBody>
        </p:sp>
        <p:sp>
          <p:nvSpPr>
            <p:cNvPr id="45086" name="Rectangle 30">
              <a:extLst>
                <a:ext uri="{FF2B5EF4-FFF2-40B4-BE49-F238E27FC236}">
                  <a16:creationId xmlns:a16="http://schemas.microsoft.com/office/drawing/2014/main" id="{93D80562-F485-4DA4-8E1E-7B7CDB811E0B}"/>
                </a:ext>
              </a:extLst>
            </p:cNvPr>
            <p:cNvSpPr>
              <a:spLocks noChangeArrowheads="1"/>
            </p:cNvSpPr>
            <p:nvPr/>
          </p:nvSpPr>
          <p:spPr bwMode="auto">
            <a:xfrm>
              <a:off x="2639617" y="3094435"/>
              <a:ext cx="642804"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ALUOp</a:t>
              </a:r>
            </a:p>
          </p:txBody>
        </p:sp>
        <p:sp>
          <p:nvSpPr>
            <p:cNvPr id="45087" name="Rectangle 31">
              <a:extLst>
                <a:ext uri="{FF2B5EF4-FFF2-40B4-BE49-F238E27FC236}">
                  <a16:creationId xmlns:a16="http://schemas.microsoft.com/office/drawing/2014/main" id="{F8927C01-3F05-462D-B83D-180A5AE8E576}"/>
                </a:ext>
              </a:extLst>
            </p:cNvPr>
            <p:cNvSpPr>
              <a:spLocks noChangeArrowheads="1"/>
            </p:cNvSpPr>
            <p:nvPr/>
          </p:nvSpPr>
          <p:spPr bwMode="auto">
            <a:xfrm>
              <a:off x="2626519" y="3336132"/>
              <a:ext cx="6011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RegDst</a:t>
              </a:r>
            </a:p>
          </p:txBody>
        </p:sp>
        <p:sp>
          <p:nvSpPr>
            <p:cNvPr id="45088" name="Rectangle 32">
              <a:extLst>
                <a:ext uri="{FF2B5EF4-FFF2-40B4-BE49-F238E27FC236}">
                  <a16:creationId xmlns:a16="http://schemas.microsoft.com/office/drawing/2014/main" id="{59ABD04D-CF3A-4C01-BFFE-BFEAC6D07CAA}"/>
                </a:ext>
              </a:extLst>
            </p:cNvPr>
            <p:cNvSpPr>
              <a:spLocks noChangeArrowheads="1"/>
            </p:cNvSpPr>
            <p:nvPr/>
          </p:nvSpPr>
          <p:spPr bwMode="auto">
            <a:xfrm>
              <a:off x="2639616" y="2865835"/>
              <a:ext cx="66043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ALUSrc</a:t>
              </a:r>
            </a:p>
          </p:txBody>
        </p:sp>
        <p:sp>
          <p:nvSpPr>
            <p:cNvPr id="45089" name="Rectangle 33">
              <a:extLst>
                <a:ext uri="{FF2B5EF4-FFF2-40B4-BE49-F238E27FC236}">
                  <a16:creationId xmlns:a16="http://schemas.microsoft.com/office/drawing/2014/main" id="{E8650A40-6021-4697-AF58-C607B5C0A472}"/>
                </a:ext>
              </a:extLst>
            </p:cNvPr>
            <p:cNvSpPr>
              <a:spLocks noChangeArrowheads="1"/>
            </p:cNvSpPr>
            <p:nvPr/>
          </p:nvSpPr>
          <p:spPr bwMode="auto">
            <a:xfrm flipH="1">
              <a:off x="2615804" y="3837385"/>
              <a:ext cx="58509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Branch</a:t>
              </a:r>
            </a:p>
          </p:txBody>
        </p:sp>
        <p:sp>
          <p:nvSpPr>
            <p:cNvPr id="45090" name="Rectangle 34">
              <a:extLst>
                <a:ext uri="{FF2B5EF4-FFF2-40B4-BE49-F238E27FC236}">
                  <a16:creationId xmlns:a16="http://schemas.microsoft.com/office/drawing/2014/main" id="{EC73489C-D2E5-4122-8508-D2A412BFB1BC}"/>
                </a:ext>
              </a:extLst>
            </p:cNvPr>
            <p:cNvSpPr>
              <a:spLocks noChangeArrowheads="1"/>
            </p:cNvSpPr>
            <p:nvPr/>
          </p:nvSpPr>
          <p:spPr bwMode="auto">
            <a:xfrm>
              <a:off x="2626519" y="3612357"/>
              <a:ext cx="70961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MemWr</a:t>
              </a:r>
            </a:p>
          </p:txBody>
        </p:sp>
        <p:sp>
          <p:nvSpPr>
            <p:cNvPr id="45091" name="Rectangle 35">
              <a:extLst>
                <a:ext uri="{FF2B5EF4-FFF2-40B4-BE49-F238E27FC236}">
                  <a16:creationId xmlns:a16="http://schemas.microsoft.com/office/drawing/2014/main" id="{62333E06-61FA-4503-AFA0-EE680DF19622}"/>
                </a:ext>
              </a:extLst>
            </p:cNvPr>
            <p:cNvSpPr>
              <a:spLocks noChangeArrowheads="1"/>
            </p:cNvSpPr>
            <p:nvPr/>
          </p:nvSpPr>
          <p:spPr bwMode="auto">
            <a:xfrm>
              <a:off x="2564607" y="4136232"/>
              <a:ext cx="833562"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MemtoReg</a:t>
              </a:r>
            </a:p>
          </p:txBody>
        </p:sp>
        <p:sp>
          <p:nvSpPr>
            <p:cNvPr id="45092" name="Rectangle 36">
              <a:extLst>
                <a:ext uri="{FF2B5EF4-FFF2-40B4-BE49-F238E27FC236}">
                  <a16:creationId xmlns:a16="http://schemas.microsoft.com/office/drawing/2014/main" id="{B6889290-2A69-434B-B94D-B998D2792FE1}"/>
                </a:ext>
              </a:extLst>
            </p:cNvPr>
            <p:cNvSpPr>
              <a:spLocks noChangeArrowheads="1"/>
            </p:cNvSpPr>
            <p:nvPr/>
          </p:nvSpPr>
          <p:spPr bwMode="auto">
            <a:xfrm>
              <a:off x="2688431" y="4364832"/>
              <a:ext cx="57894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RegWr</a:t>
              </a:r>
            </a:p>
          </p:txBody>
        </p:sp>
        <p:sp>
          <p:nvSpPr>
            <p:cNvPr id="45093" name="Line 37">
              <a:extLst>
                <a:ext uri="{FF2B5EF4-FFF2-40B4-BE49-F238E27FC236}">
                  <a16:creationId xmlns:a16="http://schemas.microsoft.com/office/drawing/2014/main" id="{E7A30CA8-1904-49FC-840D-987FFFAAD8C6}"/>
                </a:ext>
              </a:extLst>
            </p:cNvPr>
            <p:cNvSpPr>
              <a:spLocks noChangeShapeType="1"/>
            </p:cNvSpPr>
            <p:nvPr/>
          </p:nvSpPr>
          <p:spPr bwMode="auto">
            <a:xfrm flipH="1">
              <a:off x="2590800" y="43434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94" name="Line 38">
              <a:extLst>
                <a:ext uri="{FF2B5EF4-FFF2-40B4-BE49-F238E27FC236}">
                  <a16:creationId xmlns:a16="http://schemas.microsoft.com/office/drawing/2014/main" id="{524AD684-1072-4E73-9326-8E45963395BC}"/>
                </a:ext>
              </a:extLst>
            </p:cNvPr>
            <p:cNvSpPr>
              <a:spLocks noChangeShapeType="1"/>
            </p:cNvSpPr>
            <p:nvPr/>
          </p:nvSpPr>
          <p:spPr bwMode="auto">
            <a:xfrm flipH="1">
              <a:off x="2590800" y="28575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95" name="Line 39">
              <a:extLst>
                <a:ext uri="{FF2B5EF4-FFF2-40B4-BE49-F238E27FC236}">
                  <a16:creationId xmlns:a16="http://schemas.microsoft.com/office/drawing/2014/main" id="{D2CD4724-2AE1-436B-AFF5-C5C628453369}"/>
                </a:ext>
              </a:extLst>
            </p:cNvPr>
            <p:cNvSpPr>
              <a:spLocks noChangeShapeType="1"/>
            </p:cNvSpPr>
            <p:nvPr/>
          </p:nvSpPr>
          <p:spPr bwMode="auto">
            <a:xfrm flipH="1">
              <a:off x="2590800" y="30861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96" name="Line 40">
              <a:extLst>
                <a:ext uri="{FF2B5EF4-FFF2-40B4-BE49-F238E27FC236}">
                  <a16:creationId xmlns:a16="http://schemas.microsoft.com/office/drawing/2014/main" id="{FF8C978E-0581-4FD5-8CF0-63C1A6A34871}"/>
                </a:ext>
              </a:extLst>
            </p:cNvPr>
            <p:cNvSpPr>
              <a:spLocks noChangeShapeType="1"/>
            </p:cNvSpPr>
            <p:nvPr/>
          </p:nvSpPr>
          <p:spPr bwMode="auto">
            <a:xfrm flipH="1">
              <a:off x="2590800" y="33147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97" name="Line 41">
              <a:extLst>
                <a:ext uri="{FF2B5EF4-FFF2-40B4-BE49-F238E27FC236}">
                  <a16:creationId xmlns:a16="http://schemas.microsoft.com/office/drawing/2014/main" id="{DE81D9CE-AB9D-4099-9BAD-32651734719B}"/>
                </a:ext>
              </a:extLst>
            </p:cNvPr>
            <p:cNvSpPr>
              <a:spLocks noChangeShapeType="1"/>
            </p:cNvSpPr>
            <p:nvPr/>
          </p:nvSpPr>
          <p:spPr bwMode="auto">
            <a:xfrm flipH="1">
              <a:off x="2590800" y="35433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98" name="Line 42">
              <a:extLst>
                <a:ext uri="{FF2B5EF4-FFF2-40B4-BE49-F238E27FC236}">
                  <a16:creationId xmlns:a16="http://schemas.microsoft.com/office/drawing/2014/main" id="{65D1A323-5BD5-4A4E-967E-3795C0688019}"/>
                </a:ext>
              </a:extLst>
            </p:cNvPr>
            <p:cNvSpPr>
              <a:spLocks noChangeShapeType="1"/>
            </p:cNvSpPr>
            <p:nvPr/>
          </p:nvSpPr>
          <p:spPr bwMode="auto">
            <a:xfrm flipH="1">
              <a:off x="2590800" y="382905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99" name="Line 43">
              <a:extLst>
                <a:ext uri="{FF2B5EF4-FFF2-40B4-BE49-F238E27FC236}">
                  <a16:creationId xmlns:a16="http://schemas.microsoft.com/office/drawing/2014/main" id="{5D0A711B-EF25-4220-8430-0B42541087DC}"/>
                </a:ext>
              </a:extLst>
            </p:cNvPr>
            <p:cNvSpPr>
              <a:spLocks noChangeShapeType="1"/>
            </p:cNvSpPr>
            <p:nvPr/>
          </p:nvSpPr>
          <p:spPr bwMode="auto">
            <a:xfrm flipH="1">
              <a:off x="2590800" y="405765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00" name="Line 44">
              <a:extLst>
                <a:ext uri="{FF2B5EF4-FFF2-40B4-BE49-F238E27FC236}">
                  <a16:creationId xmlns:a16="http://schemas.microsoft.com/office/drawing/2014/main" id="{9F0BDFE5-B885-4308-849B-4A64F1C71388}"/>
                </a:ext>
              </a:extLst>
            </p:cNvPr>
            <p:cNvSpPr>
              <a:spLocks noChangeShapeType="1"/>
            </p:cNvSpPr>
            <p:nvPr/>
          </p:nvSpPr>
          <p:spPr bwMode="auto">
            <a:xfrm flipH="1">
              <a:off x="2590800" y="4572000"/>
              <a:ext cx="990600" cy="0"/>
            </a:xfrm>
            <a:prstGeom prst="line">
              <a:avLst/>
            </a:prstGeom>
            <a:noFill/>
            <a:ln w="25400">
              <a:solidFill>
                <a:schemeClr val="bg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01" name="Rectangle 45">
              <a:extLst>
                <a:ext uri="{FF2B5EF4-FFF2-40B4-BE49-F238E27FC236}">
                  <a16:creationId xmlns:a16="http://schemas.microsoft.com/office/drawing/2014/main" id="{061E77BB-CB4E-43E7-BDAB-E6FA8AB48591}"/>
                </a:ext>
              </a:extLst>
            </p:cNvPr>
            <p:cNvSpPr>
              <a:spLocks noChangeArrowheads="1"/>
            </p:cNvSpPr>
            <p:nvPr/>
          </p:nvSpPr>
          <p:spPr bwMode="auto">
            <a:xfrm>
              <a:off x="1858566" y="2752725"/>
              <a:ext cx="721519" cy="19240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5102" name="Rectangle 46">
              <a:extLst>
                <a:ext uri="{FF2B5EF4-FFF2-40B4-BE49-F238E27FC236}">
                  <a16:creationId xmlns:a16="http://schemas.microsoft.com/office/drawing/2014/main" id="{07B9DDC8-A5F5-4942-A689-F357C9C78A5F}"/>
                </a:ext>
              </a:extLst>
            </p:cNvPr>
            <p:cNvSpPr>
              <a:spLocks noChangeArrowheads="1"/>
            </p:cNvSpPr>
            <p:nvPr/>
          </p:nvSpPr>
          <p:spPr bwMode="auto">
            <a:xfrm>
              <a:off x="1921878" y="3265885"/>
              <a:ext cx="649665" cy="439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Main</a:t>
              </a:r>
            </a:p>
            <a:p>
              <a:pPr algn="ct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Control</a:t>
              </a:r>
            </a:p>
          </p:txBody>
        </p:sp>
        <p:sp>
          <p:nvSpPr>
            <p:cNvPr id="45103" name="Line 47">
              <a:extLst>
                <a:ext uri="{FF2B5EF4-FFF2-40B4-BE49-F238E27FC236}">
                  <a16:creationId xmlns:a16="http://schemas.microsoft.com/office/drawing/2014/main" id="{72973566-2904-4CD0-8004-54947385CC42}"/>
                </a:ext>
              </a:extLst>
            </p:cNvPr>
            <p:cNvSpPr>
              <a:spLocks noChangeShapeType="1"/>
            </p:cNvSpPr>
            <p:nvPr/>
          </p:nvSpPr>
          <p:spPr bwMode="auto">
            <a:xfrm>
              <a:off x="1538287" y="3657600"/>
              <a:ext cx="309563"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04" name="Rectangle 48">
              <a:extLst>
                <a:ext uri="{FF2B5EF4-FFF2-40B4-BE49-F238E27FC236}">
                  <a16:creationId xmlns:a16="http://schemas.microsoft.com/office/drawing/2014/main" id="{6465921A-BFE7-4937-941A-F049CE180117}"/>
                </a:ext>
              </a:extLst>
            </p:cNvPr>
            <p:cNvSpPr>
              <a:spLocks noChangeArrowheads="1"/>
            </p:cNvSpPr>
            <p:nvPr/>
          </p:nvSpPr>
          <p:spPr bwMode="auto">
            <a:xfrm>
              <a:off x="3877867" y="2637235"/>
              <a:ext cx="54181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ExtOp</a:t>
              </a:r>
            </a:p>
          </p:txBody>
        </p:sp>
        <p:sp>
          <p:nvSpPr>
            <p:cNvPr id="45105" name="Rectangle 49">
              <a:extLst>
                <a:ext uri="{FF2B5EF4-FFF2-40B4-BE49-F238E27FC236}">
                  <a16:creationId xmlns:a16="http://schemas.microsoft.com/office/drawing/2014/main" id="{11E7804E-3F6B-4CC0-B74B-C376C937ECA9}"/>
                </a:ext>
              </a:extLst>
            </p:cNvPr>
            <p:cNvSpPr>
              <a:spLocks noChangeArrowheads="1"/>
            </p:cNvSpPr>
            <p:nvPr/>
          </p:nvSpPr>
          <p:spPr bwMode="auto">
            <a:xfrm>
              <a:off x="3877867" y="3094435"/>
              <a:ext cx="642804"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ALUOp</a:t>
              </a:r>
            </a:p>
          </p:txBody>
        </p:sp>
        <p:sp>
          <p:nvSpPr>
            <p:cNvPr id="45106" name="Rectangle 50">
              <a:extLst>
                <a:ext uri="{FF2B5EF4-FFF2-40B4-BE49-F238E27FC236}">
                  <a16:creationId xmlns:a16="http://schemas.microsoft.com/office/drawing/2014/main" id="{EF3973A4-E4DC-41CB-9E7D-574501FD0625}"/>
                </a:ext>
              </a:extLst>
            </p:cNvPr>
            <p:cNvSpPr>
              <a:spLocks noChangeArrowheads="1"/>
            </p:cNvSpPr>
            <p:nvPr/>
          </p:nvSpPr>
          <p:spPr bwMode="auto">
            <a:xfrm>
              <a:off x="3864769" y="3336132"/>
              <a:ext cx="60112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RegDst</a:t>
              </a:r>
            </a:p>
          </p:txBody>
        </p:sp>
        <p:sp>
          <p:nvSpPr>
            <p:cNvPr id="45107" name="Rectangle 51">
              <a:extLst>
                <a:ext uri="{FF2B5EF4-FFF2-40B4-BE49-F238E27FC236}">
                  <a16:creationId xmlns:a16="http://schemas.microsoft.com/office/drawing/2014/main" id="{FBEE845F-D2DB-4740-B21E-04079986F33F}"/>
                </a:ext>
              </a:extLst>
            </p:cNvPr>
            <p:cNvSpPr>
              <a:spLocks noChangeArrowheads="1"/>
            </p:cNvSpPr>
            <p:nvPr/>
          </p:nvSpPr>
          <p:spPr bwMode="auto">
            <a:xfrm>
              <a:off x="3877866" y="2865835"/>
              <a:ext cx="66043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ALUSrc</a:t>
              </a:r>
            </a:p>
          </p:txBody>
        </p:sp>
        <p:sp>
          <p:nvSpPr>
            <p:cNvPr id="45108" name="Line 52">
              <a:extLst>
                <a:ext uri="{FF2B5EF4-FFF2-40B4-BE49-F238E27FC236}">
                  <a16:creationId xmlns:a16="http://schemas.microsoft.com/office/drawing/2014/main" id="{8AA1B60A-7A0C-4099-9E1A-C62A8A09C333}"/>
                </a:ext>
              </a:extLst>
            </p:cNvPr>
            <p:cNvSpPr>
              <a:spLocks noChangeShapeType="1"/>
            </p:cNvSpPr>
            <p:nvPr/>
          </p:nvSpPr>
          <p:spPr bwMode="auto">
            <a:xfrm flipH="1">
              <a:off x="3829050" y="2857500"/>
              <a:ext cx="990600"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09" name="Line 53">
              <a:extLst>
                <a:ext uri="{FF2B5EF4-FFF2-40B4-BE49-F238E27FC236}">
                  <a16:creationId xmlns:a16="http://schemas.microsoft.com/office/drawing/2014/main" id="{35FB8354-153F-4A77-9088-4BFE93A1B57B}"/>
                </a:ext>
              </a:extLst>
            </p:cNvPr>
            <p:cNvSpPr>
              <a:spLocks noChangeShapeType="1"/>
            </p:cNvSpPr>
            <p:nvPr/>
          </p:nvSpPr>
          <p:spPr bwMode="auto">
            <a:xfrm flipH="1">
              <a:off x="3829050" y="3086100"/>
              <a:ext cx="990600"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10" name="Line 54">
              <a:extLst>
                <a:ext uri="{FF2B5EF4-FFF2-40B4-BE49-F238E27FC236}">
                  <a16:creationId xmlns:a16="http://schemas.microsoft.com/office/drawing/2014/main" id="{8E58CB4F-E012-42FF-B6C4-7ED470851978}"/>
                </a:ext>
              </a:extLst>
            </p:cNvPr>
            <p:cNvSpPr>
              <a:spLocks noChangeShapeType="1"/>
            </p:cNvSpPr>
            <p:nvPr/>
          </p:nvSpPr>
          <p:spPr bwMode="auto">
            <a:xfrm flipH="1">
              <a:off x="3829050" y="3314700"/>
              <a:ext cx="990600"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11" name="Line 55">
              <a:extLst>
                <a:ext uri="{FF2B5EF4-FFF2-40B4-BE49-F238E27FC236}">
                  <a16:creationId xmlns:a16="http://schemas.microsoft.com/office/drawing/2014/main" id="{34A64DDF-FFAA-41F9-A2A8-29266F9A58AD}"/>
                </a:ext>
              </a:extLst>
            </p:cNvPr>
            <p:cNvSpPr>
              <a:spLocks noChangeShapeType="1"/>
            </p:cNvSpPr>
            <p:nvPr/>
          </p:nvSpPr>
          <p:spPr bwMode="auto">
            <a:xfrm flipH="1">
              <a:off x="3829050" y="3543300"/>
              <a:ext cx="990600"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12" name="Rectangle 56">
              <a:extLst>
                <a:ext uri="{FF2B5EF4-FFF2-40B4-BE49-F238E27FC236}">
                  <a16:creationId xmlns:a16="http://schemas.microsoft.com/office/drawing/2014/main" id="{387F723E-9A7E-401F-929E-233D0AA6579D}"/>
                </a:ext>
              </a:extLst>
            </p:cNvPr>
            <p:cNvSpPr>
              <a:spLocks noChangeArrowheads="1"/>
            </p:cNvSpPr>
            <p:nvPr/>
          </p:nvSpPr>
          <p:spPr bwMode="auto">
            <a:xfrm>
              <a:off x="7084219" y="4136232"/>
              <a:ext cx="833562"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MemtoReg</a:t>
              </a:r>
            </a:p>
          </p:txBody>
        </p:sp>
        <p:sp>
          <p:nvSpPr>
            <p:cNvPr id="45113" name="Rectangle 57">
              <a:extLst>
                <a:ext uri="{FF2B5EF4-FFF2-40B4-BE49-F238E27FC236}">
                  <a16:creationId xmlns:a16="http://schemas.microsoft.com/office/drawing/2014/main" id="{740D4CCB-B384-44AD-B8EE-00A5832D3562}"/>
                </a:ext>
              </a:extLst>
            </p:cNvPr>
            <p:cNvSpPr>
              <a:spLocks noChangeArrowheads="1"/>
            </p:cNvSpPr>
            <p:nvPr/>
          </p:nvSpPr>
          <p:spPr bwMode="auto">
            <a:xfrm>
              <a:off x="7208044" y="4364832"/>
              <a:ext cx="57894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RegWr</a:t>
              </a:r>
            </a:p>
          </p:txBody>
        </p:sp>
        <p:sp>
          <p:nvSpPr>
            <p:cNvPr id="45114" name="Line 58">
              <a:extLst>
                <a:ext uri="{FF2B5EF4-FFF2-40B4-BE49-F238E27FC236}">
                  <a16:creationId xmlns:a16="http://schemas.microsoft.com/office/drawing/2014/main" id="{8580B12D-4D44-4836-9310-DCA7F5238AED}"/>
                </a:ext>
              </a:extLst>
            </p:cNvPr>
            <p:cNvSpPr>
              <a:spLocks noChangeShapeType="1"/>
            </p:cNvSpPr>
            <p:nvPr/>
          </p:nvSpPr>
          <p:spPr bwMode="auto">
            <a:xfrm flipH="1">
              <a:off x="7110413" y="4343400"/>
              <a:ext cx="990600" cy="0"/>
            </a:xfrm>
            <a:prstGeom prst="line">
              <a:avLst/>
            </a:prstGeom>
            <a:noFill/>
            <a:ln w="25400">
              <a:solidFill>
                <a:schemeClr val="fo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15" name="Line 59">
              <a:extLst>
                <a:ext uri="{FF2B5EF4-FFF2-40B4-BE49-F238E27FC236}">
                  <a16:creationId xmlns:a16="http://schemas.microsoft.com/office/drawing/2014/main" id="{50934DCD-F0EF-4F41-A768-0002B26D2AAF}"/>
                </a:ext>
              </a:extLst>
            </p:cNvPr>
            <p:cNvSpPr>
              <a:spLocks noChangeShapeType="1"/>
            </p:cNvSpPr>
            <p:nvPr/>
          </p:nvSpPr>
          <p:spPr bwMode="auto">
            <a:xfrm flipH="1">
              <a:off x="7110413" y="4572000"/>
              <a:ext cx="990600" cy="0"/>
            </a:xfrm>
            <a:prstGeom prst="line">
              <a:avLst/>
            </a:prstGeom>
            <a:noFill/>
            <a:ln w="25400">
              <a:solidFill>
                <a:schemeClr val="fo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16" name="Rectangle 60">
              <a:extLst>
                <a:ext uri="{FF2B5EF4-FFF2-40B4-BE49-F238E27FC236}">
                  <a16:creationId xmlns:a16="http://schemas.microsoft.com/office/drawing/2014/main" id="{D2CF125D-9050-479A-98B4-DB4C09EC15D2}"/>
                </a:ext>
              </a:extLst>
            </p:cNvPr>
            <p:cNvSpPr>
              <a:spLocks noChangeArrowheads="1"/>
            </p:cNvSpPr>
            <p:nvPr/>
          </p:nvSpPr>
          <p:spPr bwMode="auto">
            <a:xfrm>
              <a:off x="3988594" y="4136232"/>
              <a:ext cx="833562"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MemtoReg</a:t>
              </a:r>
            </a:p>
          </p:txBody>
        </p:sp>
        <p:sp>
          <p:nvSpPr>
            <p:cNvPr id="45117" name="Rectangle 61">
              <a:extLst>
                <a:ext uri="{FF2B5EF4-FFF2-40B4-BE49-F238E27FC236}">
                  <a16:creationId xmlns:a16="http://schemas.microsoft.com/office/drawing/2014/main" id="{A03F7BC8-F037-4AC5-9A12-0C8BE4FB0D50}"/>
                </a:ext>
              </a:extLst>
            </p:cNvPr>
            <p:cNvSpPr>
              <a:spLocks noChangeArrowheads="1"/>
            </p:cNvSpPr>
            <p:nvPr/>
          </p:nvSpPr>
          <p:spPr bwMode="auto">
            <a:xfrm>
              <a:off x="3988594" y="4364832"/>
              <a:ext cx="57894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RegWr</a:t>
              </a:r>
            </a:p>
          </p:txBody>
        </p:sp>
        <p:sp>
          <p:nvSpPr>
            <p:cNvPr id="45118" name="Line 62">
              <a:extLst>
                <a:ext uri="{FF2B5EF4-FFF2-40B4-BE49-F238E27FC236}">
                  <a16:creationId xmlns:a16="http://schemas.microsoft.com/office/drawing/2014/main" id="{B3707066-CC49-466E-B9C0-59AEF073E34E}"/>
                </a:ext>
              </a:extLst>
            </p:cNvPr>
            <p:cNvSpPr>
              <a:spLocks noChangeShapeType="1"/>
            </p:cNvSpPr>
            <p:nvPr/>
          </p:nvSpPr>
          <p:spPr bwMode="auto">
            <a:xfrm flipH="1">
              <a:off x="3829050" y="4343400"/>
              <a:ext cx="1362075"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19" name="Line 63">
              <a:extLst>
                <a:ext uri="{FF2B5EF4-FFF2-40B4-BE49-F238E27FC236}">
                  <a16:creationId xmlns:a16="http://schemas.microsoft.com/office/drawing/2014/main" id="{80CE03C1-0D05-4B17-B037-C00618D8BA9C}"/>
                </a:ext>
              </a:extLst>
            </p:cNvPr>
            <p:cNvSpPr>
              <a:spLocks noChangeShapeType="1"/>
            </p:cNvSpPr>
            <p:nvPr/>
          </p:nvSpPr>
          <p:spPr bwMode="auto">
            <a:xfrm flipH="1">
              <a:off x="3829050" y="4572000"/>
              <a:ext cx="1362075"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20" name="Rectangle 64">
              <a:extLst>
                <a:ext uri="{FF2B5EF4-FFF2-40B4-BE49-F238E27FC236}">
                  <a16:creationId xmlns:a16="http://schemas.microsoft.com/office/drawing/2014/main" id="{ACBDD7C2-7E28-443F-B45B-CEBCE823EAC0}"/>
                </a:ext>
              </a:extLst>
            </p:cNvPr>
            <p:cNvSpPr>
              <a:spLocks noChangeArrowheads="1"/>
            </p:cNvSpPr>
            <p:nvPr/>
          </p:nvSpPr>
          <p:spPr bwMode="auto">
            <a:xfrm>
              <a:off x="5660232" y="4136232"/>
              <a:ext cx="833562"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MemtoReg</a:t>
              </a:r>
            </a:p>
          </p:txBody>
        </p:sp>
        <p:sp>
          <p:nvSpPr>
            <p:cNvPr id="45121" name="Rectangle 65">
              <a:extLst>
                <a:ext uri="{FF2B5EF4-FFF2-40B4-BE49-F238E27FC236}">
                  <a16:creationId xmlns:a16="http://schemas.microsoft.com/office/drawing/2014/main" id="{60F4CBAB-6395-4833-AEA6-578B5BF4A99B}"/>
                </a:ext>
              </a:extLst>
            </p:cNvPr>
            <p:cNvSpPr>
              <a:spLocks noChangeArrowheads="1"/>
            </p:cNvSpPr>
            <p:nvPr/>
          </p:nvSpPr>
          <p:spPr bwMode="auto">
            <a:xfrm>
              <a:off x="5722144" y="4364832"/>
              <a:ext cx="57894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RegWr</a:t>
              </a:r>
            </a:p>
          </p:txBody>
        </p:sp>
        <p:sp>
          <p:nvSpPr>
            <p:cNvPr id="45122" name="Line 66">
              <a:extLst>
                <a:ext uri="{FF2B5EF4-FFF2-40B4-BE49-F238E27FC236}">
                  <a16:creationId xmlns:a16="http://schemas.microsoft.com/office/drawing/2014/main" id="{8A9BE65B-8D5C-4796-A363-06459A27E739}"/>
                </a:ext>
              </a:extLst>
            </p:cNvPr>
            <p:cNvSpPr>
              <a:spLocks noChangeShapeType="1"/>
            </p:cNvSpPr>
            <p:nvPr/>
          </p:nvSpPr>
          <p:spPr bwMode="auto">
            <a:xfrm flipH="1">
              <a:off x="5438775" y="4343400"/>
              <a:ext cx="1423988"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23" name="Line 67">
              <a:extLst>
                <a:ext uri="{FF2B5EF4-FFF2-40B4-BE49-F238E27FC236}">
                  <a16:creationId xmlns:a16="http://schemas.microsoft.com/office/drawing/2014/main" id="{2354CA09-40B0-4297-A0E7-751D80DAEDF5}"/>
                </a:ext>
              </a:extLst>
            </p:cNvPr>
            <p:cNvSpPr>
              <a:spLocks noChangeShapeType="1"/>
            </p:cNvSpPr>
            <p:nvPr/>
          </p:nvSpPr>
          <p:spPr bwMode="auto">
            <a:xfrm flipH="1">
              <a:off x="5438775" y="4572000"/>
              <a:ext cx="1423988"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24" name="Rectangle 68">
              <a:extLst>
                <a:ext uri="{FF2B5EF4-FFF2-40B4-BE49-F238E27FC236}">
                  <a16:creationId xmlns:a16="http://schemas.microsoft.com/office/drawing/2014/main" id="{5C99C6C9-FCCC-4B2A-B277-3EE0951D1048}"/>
                </a:ext>
              </a:extLst>
            </p:cNvPr>
            <p:cNvSpPr>
              <a:spLocks noChangeArrowheads="1"/>
            </p:cNvSpPr>
            <p:nvPr/>
          </p:nvSpPr>
          <p:spPr bwMode="auto">
            <a:xfrm flipH="1">
              <a:off x="3977879" y="3837385"/>
              <a:ext cx="58509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Branch</a:t>
              </a:r>
            </a:p>
          </p:txBody>
        </p:sp>
        <p:sp>
          <p:nvSpPr>
            <p:cNvPr id="45125" name="Rectangle 69">
              <a:extLst>
                <a:ext uri="{FF2B5EF4-FFF2-40B4-BE49-F238E27FC236}">
                  <a16:creationId xmlns:a16="http://schemas.microsoft.com/office/drawing/2014/main" id="{8BC25249-2807-4E39-856E-6BA6F8B5EE10}"/>
                </a:ext>
              </a:extLst>
            </p:cNvPr>
            <p:cNvSpPr>
              <a:spLocks noChangeArrowheads="1"/>
            </p:cNvSpPr>
            <p:nvPr/>
          </p:nvSpPr>
          <p:spPr bwMode="auto">
            <a:xfrm>
              <a:off x="3988594" y="3612357"/>
              <a:ext cx="70961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MemWr</a:t>
              </a:r>
            </a:p>
          </p:txBody>
        </p:sp>
        <p:sp>
          <p:nvSpPr>
            <p:cNvPr id="45126" name="Line 70">
              <a:extLst>
                <a:ext uri="{FF2B5EF4-FFF2-40B4-BE49-F238E27FC236}">
                  <a16:creationId xmlns:a16="http://schemas.microsoft.com/office/drawing/2014/main" id="{4560DFFA-200B-4D49-90F0-67273278F04D}"/>
                </a:ext>
              </a:extLst>
            </p:cNvPr>
            <p:cNvSpPr>
              <a:spLocks noChangeShapeType="1"/>
            </p:cNvSpPr>
            <p:nvPr/>
          </p:nvSpPr>
          <p:spPr bwMode="auto">
            <a:xfrm flipH="1">
              <a:off x="3829050" y="3829050"/>
              <a:ext cx="1362075"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27" name="Line 71">
              <a:extLst>
                <a:ext uri="{FF2B5EF4-FFF2-40B4-BE49-F238E27FC236}">
                  <a16:creationId xmlns:a16="http://schemas.microsoft.com/office/drawing/2014/main" id="{AB5F0786-13AA-4D8A-B5EA-A8CEDB52C22B}"/>
                </a:ext>
              </a:extLst>
            </p:cNvPr>
            <p:cNvSpPr>
              <a:spLocks noChangeShapeType="1"/>
            </p:cNvSpPr>
            <p:nvPr/>
          </p:nvSpPr>
          <p:spPr bwMode="auto">
            <a:xfrm flipH="1">
              <a:off x="3829050" y="4057650"/>
              <a:ext cx="1362075" cy="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28" name="Rectangle 72">
              <a:extLst>
                <a:ext uri="{FF2B5EF4-FFF2-40B4-BE49-F238E27FC236}">
                  <a16:creationId xmlns:a16="http://schemas.microsoft.com/office/drawing/2014/main" id="{1213A868-C4FB-436E-AAF9-79F606059318}"/>
                </a:ext>
              </a:extLst>
            </p:cNvPr>
            <p:cNvSpPr>
              <a:spLocks noChangeArrowheads="1"/>
            </p:cNvSpPr>
            <p:nvPr/>
          </p:nvSpPr>
          <p:spPr bwMode="auto">
            <a:xfrm flipH="1">
              <a:off x="5525692" y="3837385"/>
              <a:ext cx="58509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Branch</a:t>
              </a:r>
            </a:p>
          </p:txBody>
        </p:sp>
        <p:sp>
          <p:nvSpPr>
            <p:cNvPr id="45129" name="Rectangle 73">
              <a:extLst>
                <a:ext uri="{FF2B5EF4-FFF2-40B4-BE49-F238E27FC236}">
                  <a16:creationId xmlns:a16="http://schemas.microsoft.com/office/drawing/2014/main" id="{03F47F59-C959-485A-9FFA-77A8FB92FB69}"/>
                </a:ext>
              </a:extLst>
            </p:cNvPr>
            <p:cNvSpPr>
              <a:spLocks noChangeArrowheads="1"/>
            </p:cNvSpPr>
            <p:nvPr/>
          </p:nvSpPr>
          <p:spPr bwMode="auto">
            <a:xfrm>
              <a:off x="5474494" y="3612357"/>
              <a:ext cx="70961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u="sng">
                  <a:latin typeface="Times New Roman" panose="02020603050405020304" pitchFamily="18" charset="0"/>
                  <a:ea typeface="新細明體" panose="02020500000000000000" pitchFamily="18" charset="-120"/>
                </a:rPr>
                <a:t>MemW</a:t>
              </a:r>
            </a:p>
          </p:txBody>
        </p:sp>
        <p:sp>
          <p:nvSpPr>
            <p:cNvPr id="45130" name="Line 74">
              <a:extLst>
                <a:ext uri="{FF2B5EF4-FFF2-40B4-BE49-F238E27FC236}">
                  <a16:creationId xmlns:a16="http://schemas.microsoft.com/office/drawing/2014/main" id="{93AF4EDE-06B6-4859-B25C-A67B5DAA432C}"/>
                </a:ext>
              </a:extLst>
            </p:cNvPr>
            <p:cNvSpPr>
              <a:spLocks noChangeShapeType="1"/>
            </p:cNvSpPr>
            <p:nvPr/>
          </p:nvSpPr>
          <p:spPr bwMode="auto">
            <a:xfrm flipH="1">
              <a:off x="5438775" y="3829050"/>
              <a:ext cx="990600"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31" name="Line 75">
              <a:extLst>
                <a:ext uri="{FF2B5EF4-FFF2-40B4-BE49-F238E27FC236}">
                  <a16:creationId xmlns:a16="http://schemas.microsoft.com/office/drawing/2014/main" id="{AC9EACF8-123D-4CAC-AA4B-AD911B97CBE2}"/>
                </a:ext>
              </a:extLst>
            </p:cNvPr>
            <p:cNvSpPr>
              <a:spLocks noChangeShapeType="1"/>
            </p:cNvSpPr>
            <p:nvPr/>
          </p:nvSpPr>
          <p:spPr bwMode="auto">
            <a:xfrm flipH="1">
              <a:off x="5438775" y="4057650"/>
              <a:ext cx="990600" cy="0"/>
            </a:xfrm>
            <a:prstGeom prst="line">
              <a:avLst/>
            </a:prstGeom>
            <a:noFill/>
            <a:ln w="25400">
              <a:solidFill>
                <a:schemeClr val="hlink"/>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32" name="Line 76">
              <a:extLst>
                <a:ext uri="{FF2B5EF4-FFF2-40B4-BE49-F238E27FC236}">
                  <a16:creationId xmlns:a16="http://schemas.microsoft.com/office/drawing/2014/main" id="{4A96F662-50D0-4483-AB47-1C084EE33810}"/>
                </a:ext>
              </a:extLst>
            </p:cNvPr>
            <p:cNvSpPr>
              <a:spLocks noChangeShapeType="1"/>
            </p:cNvSpPr>
            <p:nvPr/>
          </p:nvSpPr>
          <p:spPr bwMode="auto">
            <a:xfrm flipV="1">
              <a:off x="3705225" y="2114550"/>
              <a:ext cx="0" cy="3429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33" name="Line 77">
              <a:extLst>
                <a:ext uri="{FF2B5EF4-FFF2-40B4-BE49-F238E27FC236}">
                  <a16:creationId xmlns:a16="http://schemas.microsoft.com/office/drawing/2014/main" id="{EEA41A9E-AA50-4052-B21D-CC4C4F33C09B}"/>
                </a:ext>
              </a:extLst>
            </p:cNvPr>
            <p:cNvSpPr>
              <a:spLocks noChangeShapeType="1"/>
            </p:cNvSpPr>
            <p:nvPr/>
          </p:nvSpPr>
          <p:spPr bwMode="auto">
            <a:xfrm flipV="1">
              <a:off x="5314950" y="2114550"/>
              <a:ext cx="0" cy="3429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34" name="Line 78">
              <a:extLst>
                <a:ext uri="{FF2B5EF4-FFF2-40B4-BE49-F238E27FC236}">
                  <a16:creationId xmlns:a16="http://schemas.microsoft.com/office/drawing/2014/main" id="{744FCA4F-D4DC-4F39-AF37-3B2158937F3F}"/>
                </a:ext>
              </a:extLst>
            </p:cNvPr>
            <p:cNvSpPr>
              <a:spLocks noChangeShapeType="1"/>
            </p:cNvSpPr>
            <p:nvPr/>
          </p:nvSpPr>
          <p:spPr bwMode="auto">
            <a:xfrm flipV="1">
              <a:off x="6986588" y="2114550"/>
              <a:ext cx="0" cy="3429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35" name="Rectangle 79">
              <a:extLst>
                <a:ext uri="{FF2B5EF4-FFF2-40B4-BE49-F238E27FC236}">
                  <a16:creationId xmlns:a16="http://schemas.microsoft.com/office/drawing/2014/main" id="{A200E1E8-BD8E-4504-888A-E84C5B1DB04C}"/>
                </a:ext>
              </a:extLst>
            </p:cNvPr>
            <p:cNvSpPr>
              <a:spLocks noChangeArrowheads="1"/>
            </p:cNvSpPr>
            <p:nvPr/>
          </p:nvSpPr>
          <p:spPr bwMode="auto">
            <a:xfrm>
              <a:off x="7283054" y="2122885"/>
              <a:ext cx="39594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WB</a:t>
              </a:r>
            </a:p>
          </p:txBody>
        </p:sp>
        <p:sp>
          <p:nvSpPr>
            <p:cNvPr id="45136" name="Line 80">
              <a:extLst>
                <a:ext uri="{FF2B5EF4-FFF2-40B4-BE49-F238E27FC236}">
                  <a16:creationId xmlns:a16="http://schemas.microsoft.com/office/drawing/2014/main" id="{223FC49A-4C31-4B64-8236-A9E139686BEB}"/>
                </a:ext>
              </a:extLst>
            </p:cNvPr>
            <p:cNvSpPr>
              <a:spLocks noChangeShapeType="1"/>
            </p:cNvSpPr>
            <p:nvPr/>
          </p:nvSpPr>
          <p:spPr bwMode="auto">
            <a:xfrm>
              <a:off x="7110412" y="2343150"/>
              <a:ext cx="681038"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45137" name="Rectangle 81">
            <a:extLst>
              <a:ext uri="{FF2B5EF4-FFF2-40B4-BE49-F238E27FC236}">
                <a16:creationId xmlns:a16="http://schemas.microsoft.com/office/drawing/2014/main" id="{C43EE582-4FC6-4CB4-A54F-B4B6898E5CED}"/>
              </a:ext>
            </a:extLst>
          </p:cNvPr>
          <p:cNvSpPr>
            <a:spLocks noGrp="1" noChangeArrowheads="1"/>
          </p:cNvSpPr>
          <p:nvPr>
            <p:ph type="title"/>
          </p:nvPr>
        </p:nvSpPr>
        <p:spPr/>
        <p:txBody>
          <a:bodyPr/>
          <a:lstStyle/>
          <a:p>
            <a:r>
              <a:rPr lang="en-US" altLang="zh-TW" dirty="0"/>
              <a:t>Data Stationary Control (2)</a:t>
            </a:r>
          </a:p>
        </p:txBody>
      </p:sp>
      <p:sp>
        <p:nvSpPr>
          <p:cNvPr id="45138" name="Rectangle 82">
            <a:extLst>
              <a:ext uri="{FF2B5EF4-FFF2-40B4-BE49-F238E27FC236}">
                <a16:creationId xmlns:a16="http://schemas.microsoft.com/office/drawing/2014/main" id="{91DB7E28-2273-417D-A04A-3FA38FC0564F}"/>
              </a:ext>
            </a:extLst>
          </p:cNvPr>
          <p:cNvSpPr>
            <a:spLocks noGrp="1" noChangeArrowheads="1"/>
          </p:cNvSpPr>
          <p:nvPr>
            <p:ph idx="1"/>
          </p:nvPr>
        </p:nvSpPr>
        <p:spPr>
          <a:xfrm>
            <a:off x="1061884" y="777784"/>
            <a:ext cx="7624916" cy="1146879"/>
          </a:xfrm>
        </p:spPr>
        <p:txBody>
          <a:bodyPr/>
          <a:lstStyle/>
          <a:p>
            <a:r>
              <a:rPr lang="en-US" altLang="zh-TW" sz="2000" dirty="0"/>
              <a:t>Signals for EX (</a:t>
            </a:r>
            <a:r>
              <a:rPr lang="en-US" altLang="zh-TW" sz="2000" dirty="0" err="1"/>
              <a:t>ExtOp</a:t>
            </a:r>
            <a:r>
              <a:rPr lang="en-US" altLang="zh-TW" sz="2000" dirty="0"/>
              <a:t>, </a:t>
            </a:r>
            <a:r>
              <a:rPr lang="en-US" altLang="zh-TW" sz="2000" dirty="0" err="1"/>
              <a:t>ALUSrc</a:t>
            </a:r>
            <a:r>
              <a:rPr lang="en-US" altLang="zh-TW" sz="2000" dirty="0"/>
              <a:t>, ...) are used 1 cycle later</a:t>
            </a:r>
          </a:p>
          <a:p>
            <a:r>
              <a:rPr lang="en-US" altLang="zh-TW" sz="2000" dirty="0"/>
              <a:t>Signals for MEM (</a:t>
            </a:r>
            <a:r>
              <a:rPr lang="en-US" altLang="zh-TW" sz="2000" dirty="0" err="1"/>
              <a:t>MemWr</a:t>
            </a:r>
            <a:r>
              <a:rPr lang="en-US" altLang="zh-TW" sz="2000" dirty="0"/>
              <a:t>, Branch) are used 2 cycles later</a:t>
            </a:r>
          </a:p>
          <a:p>
            <a:r>
              <a:rPr lang="en-US" altLang="zh-TW" sz="2000" dirty="0"/>
              <a:t>Signals for WB (</a:t>
            </a:r>
            <a:r>
              <a:rPr lang="en-US" altLang="zh-TW" sz="2000" dirty="0" err="1"/>
              <a:t>MemtoReg</a:t>
            </a:r>
            <a:r>
              <a:rPr lang="en-US" altLang="zh-TW" sz="2000" dirty="0"/>
              <a:t>, </a:t>
            </a:r>
            <a:r>
              <a:rPr lang="en-US" altLang="zh-TW" sz="2000" dirty="0" err="1"/>
              <a:t>MemWr</a:t>
            </a:r>
            <a:r>
              <a:rPr lang="en-US" altLang="zh-TW" sz="2000" dirty="0"/>
              <a:t>) are used 3 cycles later</a:t>
            </a:r>
          </a:p>
        </p:txBody>
      </p:sp>
      <p:sp>
        <p:nvSpPr>
          <p:cNvPr id="45139" name="投影片編號版面配置區 1">
            <a:extLst>
              <a:ext uri="{FF2B5EF4-FFF2-40B4-BE49-F238E27FC236}">
                <a16:creationId xmlns:a16="http://schemas.microsoft.com/office/drawing/2014/main" id="{78A33CDE-C94C-4E85-B40E-20E2DC9A1AE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0950D662-54AF-4930-A34B-4E643B478574}"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41</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96308A1-F1B5-4525-B563-D289FF210843}"/>
              </a:ext>
            </a:extLst>
          </p:cNvPr>
          <p:cNvSpPr>
            <a:spLocks noGrp="1" noChangeArrowheads="1"/>
          </p:cNvSpPr>
          <p:nvPr>
            <p:ph type="title"/>
          </p:nvPr>
        </p:nvSpPr>
        <p:spPr/>
        <p:txBody>
          <a:bodyPr/>
          <a:lstStyle/>
          <a:p>
            <a:r>
              <a:rPr lang="en-US" altLang="zh-TW"/>
              <a:t>WB Stage of </a:t>
            </a:r>
            <a:r>
              <a:rPr lang="en-US" altLang="zh-TW">
                <a:latin typeface="Courier New" panose="02070309020205020404" pitchFamily="49" charset="0"/>
              </a:rPr>
              <a:t>load</a:t>
            </a:r>
            <a:endParaRPr lang="en-US" altLang="zh-TW"/>
          </a:p>
        </p:txBody>
      </p:sp>
      <p:sp>
        <p:nvSpPr>
          <p:cNvPr id="46083" name="Rectangle 3">
            <a:extLst>
              <a:ext uri="{FF2B5EF4-FFF2-40B4-BE49-F238E27FC236}">
                <a16:creationId xmlns:a16="http://schemas.microsoft.com/office/drawing/2014/main" id="{913B5EEE-E942-4AAA-AA73-679EE983DA79}"/>
              </a:ext>
            </a:extLst>
          </p:cNvPr>
          <p:cNvSpPr>
            <a:spLocks noGrp="1" noChangeArrowheads="1"/>
          </p:cNvSpPr>
          <p:nvPr>
            <p:ph idx="1"/>
          </p:nvPr>
        </p:nvSpPr>
        <p:spPr>
          <a:xfrm>
            <a:off x="1025013" y="807282"/>
            <a:ext cx="7617542" cy="372589"/>
          </a:xfrm>
        </p:spPr>
        <p:txBody>
          <a:bodyPr/>
          <a:lstStyle/>
          <a:p>
            <a:r>
              <a:rPr lang="en-US" altLang="zh-TW" sz="2000" dirty="0"/>
              <a:t>Reg[IR[20-16]] = MDR</a:t>
            </a:r>
          </a:p>
        </p:txBody>
      </p:sp>
      <p:sp>
        <p:nvSpPr>
          <p:cNvPr id="46087" name="投影片編號版面配置區 1">
            <a:extLst>
              <a:ext uri="{FF2B5EF4-FFF2-40B4-BE49-F238E27FC236}">
                <a16:creationId xmlns:a16="http://schemas.microsoft.com/office/drawing/2014/main" id="{7A2006B2-77F1-4A62-8D51-AF54999C37B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0BC4B938-A1D0-435B-89C3-A1BF3E9FBAAD}" type="slidenum">
              <a:rPr lang="zh-TW" altLang="en-US" sz="1050" b="0">
                <a:latin typeface="Arial" panose="020B0604020202020204" pitchFamily="34" charset="0"/>
                <a:ea typeface="新細明體" panose="02020500000000000000" pitchFamily="18" charset="-120"/>
              </a:rPr>
              <a:pPr>
                <a:lnSpc>
                  <a:spcPct val="100000"/>
                </a:lnSpc>
                <a:spcBef>
                  <a:spcPct val="0"/>
                </a:spcBef>
                <a:buClrTx/>
                <a:buSzTx/>
                <a:buFontTx/>
                <a:buNone/>
              </a:pPr>
              <a:t>42</a:t>
            </a:fld>
            <a:endParaRPr lang="en-US" altLang="zh-TW" sz="1050" b="0">
              <a:latin typeface="Arial" panose="020B0604020202020204" pitchFamily="34" charset="0"/>
              <a:ea typeface="新細明體" panose="02020500000000000000" pitchFamily="18" charset="-120"/>
            </a:endParaRPr>
          </a:p>
        </p:txBody>
      </p:sp>
      <p:pic>
        <p:nvPicPr>
          <p:cNvPr id="46084" name="Picture 4" descr="F0615">
            <a:extLst>
              <a:ext uri="{FF2B5EF4-FFF2-40B4-BE49-F238E27FC236}">
                <a16:creationId xmlns:a16="http://schemas.microsoft.com/office/drawing/2014/main" id="{8665AE7C-C434-4408-8D45-790BC6148E8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4053" t="41220" b="21181"/>
          <a:stretch>
            <a:fillRect/>
          </a:stretch>
        </p:blipFill>
        <p:spPr bwMode="auto">
          <a:xfrm>
            <a:off x="1166813" y="1307306"/>
            <a:ext cx="6934200" cy="3396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5862" name="Oval 6">
            <a:extLst>
              <a:ext uri="{FF2B5EF4-FFF2-40B4-BE49-F238E27FC236}">
                <a16:creationId xmlns:a16="http://schemas.microsoft.com/office/drawing/2014/main" id="{AFD4134D-7940-44B3-A0BD-1E3BD08E114E}"/>
              </a:ext>
            </a:extLst>
          </p:cNvPr>
          <p:cNvSpPr>
            <a:spLocks noChangeArrowheads="1"/>
          </p:cNvSpPr>
          <p:nvPr/>
        </p:nvSpPr>
        <p:spPr bwMode="auto">
          <a:xfrm>
            <a:off x="2900362" y="3314700"/>
            <a:ext cx="433388" cy="171450"/>
          </a:xfrm>
          <a:prstGeom prst="ellipse">
            <a:avLst/>
          </a:pr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05863" name="AutoShape 7">
            <a:extLst>
              <a:ext uri="{FF2B5EF4-FFF2-40B4-BE49-F238E27FC236}">
                <a16:creationId xmlns:a16="http://schemas.microsoft.com/office/drawing/2014/main" id="{24444DAC-CC94-4F38-8786-FDEC3F5B0B85}"/>
              </a:ext>
            </a:extLst>
          </p:cNvPr>
          <p:cNvSpPr>
            <a:spLocks noChangeArrowheads="1"/>
          </p:cNvSpPr>
          <p:nvPr/>
        </p:nvSpPr>
        <p:spPr bwMode="auto">
          <a:xfrm>
            <a:off x="3333750" y="1575198"/>
            <a:ext cx="1671638" cy="1021556"/>
          </a:xfrm>
          <a:prstGeom prst="wedgeRoundRectCallout">
            <a:avLst>
              <a:gd name="adj1" fmla="val -51005"/>
              <a:gd name="adj2" fmla="val 127463"/>
              <a:gd name="adj3" fmla="val 16667"/>
            </a:avLst>
          </a:prstGeom>
          <a:solidFill>
            <a:schemeClr val="bg1"/>
          </a:solidFill>
          <a:ln w="12700">
            <a:solidFill>
              <a:srgbClr val="006600"/>
            </a:solidFill>
            <a:miter lim="800000"/>
            <a:headEnd type="none" w="sm" len="sm"/>
            <a:tailEnd type="none" w="sm" len="sm"/>
          </a:ln>
        </p:spPr>
        <p:txBody>
          <a:bodyPr anchor="ct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800" dirty="0">
                <a:solidFill>
                  <a:srgbClr val="FF0000"/>
                </a:solidFill>
                <a:ea typeface="新細明體" panose="02020500000000000000" pitchFamily="18" charset="-120"/>
              </a:rPr>
              <a:t>Who will supply this address?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05862"/>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058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862" grpId="0" animBg="1"/>
      <p:bldP spid="505863"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1066479A-0497-4EE2-9E43-4253031F97FC}"/>
              </a:ext>
            </a:extLst>
          </p:cNvPr>
          <p:cNvSpPr>
            <a:spLocks noChangeArrowheads="1"/>
          </p:cNvSpPr>
          <p:nvPr/>
        </p:nvSpPr>
        <p:spPr bwMode="auto">
          <a:xfrm>
            <a:off x="1040606" y="234554"/>
            <a:ext cx="966788" cy="35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7107" name="Rectangle 3">
            <a:extLst>
              <a:ext uri="{FF2B5EF4-FFF2-40B4-BE49-F238E27FC236}">
                <a16:creationId xmlns:a16="http://schemas.microsoft.com/office/drawing/2014/main" id="{FC23D4C4-1C11-47B6-8C1C-4CE64FEC0A78}"/>
              </a:ext>
            </a:extLst>
          </p:cNvPr>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r>
              <a:rPr lang="en-US" altLang="zh-TW"/>
              <a:t>Datapath with Control</a:t>
            </a:r>
          </a:p>
        </p:txBody>
      </p:sp>
      <p:sp>
        <p:nvSpPr>
          <p:cNvPr id="47116" name="投影片編號版面配置區 1">
            <a:extLst>
              <a:ext uri="{FF2B5EF4-FFF2-40B4-BE49-F238E27FC236}">
                <a16:creationId xmlns:a16="http://schemas.microsoft.com/office/drawing/2014/main" id="{25B74B47-577E-44E5-8BE3-EF227640A2F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1C651AFA-7E5E-419F-88C5-2D208D67CF1B}" type="slidenum">
              <a:rPr lang="zh-TW" altLang="en-US" sz="1050" b="0">
                <a:latin typeface="Arial" panose="020B0604020202020204" pitchFamily="34" charset="0"/>
                <a:ea typeface="新細明體" panose="02020500000000000000" pitchFamily="18" charset="-120"/>
              </a:rPr>
              <a:pPr>
                <a:lnSpc>
                  <a:spcPct val="100000"/>
                </a:lnSpc>
                <a:spcBef>
                  <a:spcPct val="0"/>
                </a:spcBef>
                <a:buClrTx/>
                <a:buSzTx/>
                <a:buFontTx/>
                <a:buNone/>
              </a:pPr>
              <a:t>43</a:t>
            </a:fld>
            <a:endParaRPr lang="en-US" altLang="zh-TW" sz="1050" b="0">
              <a:latin typeface="Arial" panose="020B0604020202020204" pitchFamily="34" charset="0"/>
              <a:ea typeface="新細明體" panose="02020500000000000000" pitchFamily="18" charset="-120"/>
            </a:endParaRPr>
          </a:p>
        </p:txBody>
      </p:sp>
      <p:grpSp>
        <p:nvGrpSpPr>
          <p:cNvPr id="3" name="组合 2">
            <a:extLst>
              <a:ext uri="{FF2B5EF4-FFF2-40B4-BE49-F238E27FC236}">
                <a16:creationId xmlns:a16="http://schemas.microsoft.com/office/drawing/2014/main" id="{8E405B3E-2EC1-4F05-BA5D-196E7462E34C}"/>
              </a:ext>
            </a:extLst>
          </p:cNvPr>
          <p:cNvGrpSpPr/>
          <p:nvPr/>
        </p:nvGrpSpPr>
        <p:grpSpPr>
          <a:xfrm>
            <a:off x="1152064" y="809549"/>
            <a:ext cx="6810375" cy="3779044"/>
            <a:chOff x="1166813" y="964407"/>
            <a:chExt cx="6810375" cy="3779044"/>
          </a:xfrm>
        </p:grpSpPr>
        <p:pic>
          <p:nvPicPr>
            <p:cNvPr id="47108" name="Picture 4">
              <a:extLst>
                <a:ext uri="{FF2B5EF4-FFF2-40B4-BE49-F238E27FC236}">
                  <a16:creationId xmlns:a16="http://schemas.microsoft.com/office/drawing/2014/main" id="{B7C73989-0B39-4153-83F8-B17724FF407E}"/>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6813" y="964407"/>
              <a:ext cx="6810375" cy="3779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9" name="Freeform 596">
              <a:extLst>
                <a:ext uri="{FF2B5EF4-FFF2-40B4-BE49-F238E27FC236}">
                  <a16:creationId xmlns:a16="http://schemas.microsoft.com/office/drawing/2014/main" id="{986214CD-112C-4D97-90B7-DFC16DDAB8AC}"/>
                </a:ext>
              </a:extLst>
            </p:cNvPr>
            <p:cNvSpPr>
              <a:spLocks/>
            </p:cNvSpPr>
            <p:nvPr/>
          </p:nvSpPr>
          <p:spPr bwMode="auto">
            <a:xfrm>
              <a:off x="2890837" y="3173016"/>
              <a:ext cx="4719638" cy="1476375"/>
            </a:xfrm>
            <a:custGeom>
              <a:avLst/>
              <a:gdLst>
                <a:gd name="T0" fmla="*/ 2147483647 w 3964"/>
                <a:gd name="T1" fmla="*/ 2147483647 h 1240"/>
                <a:gd name="T2" fmla="*/ 2147483647 w 3964"/>
                <a:gd name="T3" fmla="*/ 2147483647 h 1240"/>
                <a:gd name="T4" fmla="*/ 2147483647 w 3964"/>
                <a:gd name="T5" fmla="*/ 2147483647 h 1240"/>
                <a:gd name="T6" fmla="*/ 0 w 3964"/>
                <a:gd name="T7" fmla="*/ 2147483647 h 1240"/>
                <a:gd name="T8" fmla="*/ 2147483647 w 3964"/>
                <a:gd name="T9" fmla="*/ 2147483647 h 1240"/>
                <a:gd name="T10" fmla="*/ 2147483647 w 3964"/>
                <a:gd name="T11" fmla="*/ 0 h 1240"/>
                <a:gd name="T12" fmla="*/ 0 60000 65536"/>
                <a:gd name="T13" fmla="*/ 0 60000 65536"/>
                <a:gd name="T14" fmla="*/ 0 60000 65536"/>
                <a:gd name="T15" fmla="*/ 0 60000 65536"/>
                <a:gd name="T16" fmla="*/ 0 60000 65536"/>
                <a:gd name="T17" fmla="*/ 0 60000 65536"/>
                <a:gd name="T18" fmla="*/ 0 w 3964"/>
                <a:gd name="T19" fmla="*/ 0 h 1240"/>
                <a:gd name="T20" fmla="*/ 3964 w 3964"/>
                <a:gd name="T21" fmla="*/ 1240 h 1240"/>
              </a:gdLst>
              <a:ahLst/>
              <a:cxnLst>
                <a:cxn ang="T12">
                  <a:pos x="T0" y="T1"/>
                </a:cxn>
                <a:cxn ang="T13">
                  <a:pos x="T2" y="T3"/>
                </a:cxn>
                <a:cxn ang="T14">
                  <a:pos x="T4" y="T5"/>
                </a:cxn>
                <a:cxn ang="T15">
                  <a:pos x="T6" y="T7"/>
                </a:cxn>
                <a:cxn ang="T16">
                  <a:pos x="T8" y="T9"/>
                </a:cxn>
                <a:cxn ang="T17">
                  <a:pos x="T10" y="T11"/>
                </a:cxn>
              </a:cxnLst>
              <a:rect l="T18" t="T19" r="T20" b="T21"/>
              <a:pathLst>
                <a:path w="3964" h="1240">
                  <a:moveTo>
                    <a:pt x="3906" y="928"/>
                  </a:moveTo>
                  <a:lnTo>
                    <a:pt x="3964" y="928"/>
                  </a:lnTo>
                  <a:lnTo>
                    <a:pt x="3964" y="1240"/>
                  </a:lnTo>
                  <a:lnTo>
                    <a:pt x="0" y="1240"/>
                  </a:lnTo>
                  <a:lnTo>
                    <a:pt x="10" y="10"/>
                  </a:lnTo>
                  <a:lnTo>
                    <a:pt x="293" y="0"/>
                  </a:lnTo>
                </a:path>
              </a:pathLst>
            </a:cu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47110" name="Line 598">
              <a:extLst>
                <a:ext uri="{FF2B5EF4-FFF2-40B4-BE49-F238E27FC236}">
                  <a16:creationId xmlns:a16="http://schemas.microsoft.com/office/drawing/2014/main" id="{F6446D8F-21B2-479A-90E9-92C431873146}"/>
                </a:ext>
              </a:extLst>
            </p:cNvPr>
            <p:cNvSpPr>
              <a:spLocks noChangeShapeType="1"/>
            </p:cNvSpPr>
            <p:nvPr/>
          </p:nvSpPr>
          <p:spPr bwMode="auto">
            <a:xfrm>
              <a:off x="4471988" y="4138613"/>
              <a:ext cx="209550" cy="1191"/>
            </a:xfrm>
            <a:prstGeom prst="line">
              <a:avLst/>
            </a:prstGeom>
            <a:noFill/>
            <a:ln w="571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7111" name="Line 599">
              <a:extLst>
                <a:ext uri="{FF2B5EF4-FFF2-40B4-BE49-F238E27FC236}">
                  <a16:creationId xmlns:a16="http://schemas.microsoft.com/office/drawing/2014/main" id="{3250DA2A-38C7-47D6-9795-CA3600679BFE}"/>
                </a:ext>
              </a:extLst>
            </p:cNvPr>
            <p:cNvSpPr>
              <a:spLocks noChangeShapeType="1"/>
            </p:cNvSpPr>
            <p:nvPr/>
          </p:nvSpPr>
          <p:spPr bwMode="auto">
            <a:xfrm>
              <a:off x="2995613" y="4429125"/>
              <a:ext cx="1314450" cy="1191"/>
            </a:xfrm>
            <a:prstGeom prst="line">
              <a:avLst/>
            </a:prstGeom>
            <a:noFill/>
            <a:ln w="571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7112" name="Line 600">
              <a:extLst>
                <a:ext uri="{FF2B5EF4-FFF2-40B4-BE49-F238E27FC236}">
                  <a16:creationId xmlns:a16="http://schemas.microsoft.com/office/drawing/2014/main" id="{FBE1B2FF-2C2A-448A-A4F8-C3AFF0BCFE74}"/>
                </a:ext>
              </a:extLst>
            </p:cNvPr>
            <p:cNvSpPr>
              <a:spLocks noChangeShapeType="1"/>
            </p:cNvSpPr>
            <p:nvPr/>
          </p:nvSpPr>
          <p:spPr bwMode="auto">
            <a:xfrm flipV="1">
              <a:off x="4471988" y="4429125"/>
              <a:ext cx="221456" cy="10716"/>
            </a:xfrm>
            <a:prstGeom prst="line">
              <a:avLst/>
            </a:prstGeom>
            <a:noFill/>
            <a:ln w="571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7113" name="Line 601">
              <a:extLst>
                <a:ext uri="{FF2B5EF4-FFF2-40B4-BE49-F238E27FC236}">
                  <a16:creationId xmlns:a16="http://schemas.microsoft.com/office/drawing/2014/main" id="{54F64BCE-82BB-4981-8AD3-A6B321D3637B}"/>
                </a:ext>
              </a:extLst>
            </p:cNvPr>
            <p:cNvSpPr>
              <a:spLocks noChangeShapeType="1"/>
            </p:cNvSpPr>
            <p:nvPr/>
          </p:nvSpPr>
          <p:spPr bwMode="auto">
            <a:xfrm>
              <a:off x="4867275" y="4266010"/>
              <a:ext cx="988219" cy="11906"/>
            </a:xfrm>
            <a:prstGeom prst="line">
              <a:avLst/>
            </a:prstGeom>
            <a:noFill/>
            <a:ln w="571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7114" name="Line 602">
              <a:extLst>
                <a:ext uri="{FF2B5EF4-FFF2-40B4-BE49-F238E27FC236}">
                  <a16:creationId xmlns:a16="http://schemas.microsoft.com/office/drawing/2014/main" id="{CDBAF0B2-AA51-4FFD-B3B2-5AA15769D279}"/>
                </a:ext>
              </a:extLst>
            </p:cNvPr>
            <p:cNvSpPr>
              <a:spLocks noChangeShapeType="1"/>
            </p:cNvSpPr>
            <p:nvPr/>
          </p:nvSpPr>
          <p:spPr bwMode="auto">
            <a:xfrm>
              <a:off x="6018610" y="4277917"/>
              <a:ext cx="1359694" cy="10715"/>
            </a:xfrm>
            <a:prstGeom prst="line">
              <a:avLst/>
            </a:prstGeom>
            <a:noFill/>
            <a:ln w="571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7115" name="Line 603">
              <a:extLst>
                <a:ext uri="{FF2B5EF4-FFF2-40B4-BE49-F238E27FC236}">
                  <a16:creationId xmlns:a16="http://schemas.microsoft.com/office/drawing/2014/main" id="{FD2D1D6B-A28D-4BEE-9153-8804BC44D72A}"/>
                </a:ext>
              </a:extLst>
            </p:cNvPr>
            <p:cNvSpPr>
              <a:spLocks noChangeShapeType="1"/>
            </p:cNvSpPr>
            <p:nvPr/>
          </p:nvSpPr>
          <p:spPr bwMode="auto">
            <a:xfrm flipV="1">
              <a:off x="3007519" y="4126707"/>
              <a:ext cx="1302544" cy="22622"/>
            </a:xfrm>
            <a:prstGeom prst="line">
              <a:avLst/>
            </a:prstGeom>
            <a:noFill/>
            <a:ln w="571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grpSp>
    </p:spTree>
  </p:cSld>
  <p:clrMapOvr>
    <a:masterClrMapping/>
  </p:clrMapOvr>
  <p:transition advTm="200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a:extLst>
              <a:ext uri="{FF2B5EF4-FFF2-40B4-BE49-F238E27FC236}">
                <a16:creationId xmlns:a16="http://schemas.microsoft.com/office/drawing/2014/main" id="{0BED41E0-EC06-4954-A630-16C40D86FEB6}"/>
              </a:ext>
            </a:extLst>
          </p:cNvPr>
          <p:cNvSpPr>
            <a:spLocks noGrp="1" noChangeArrowheads="1"/>
          </p:cNvSpPr>
          <p:nvPr>
            <p:ph type="title"/>
          </p:nvPr>
        </p:nvSpPr>
        <p:spPr/>
        <p:txBody>
          <a:bodyPr/>
          <a:lstStyle/>
          <a:p>
            <a:r>
              <a:rPr lang="en-US" altLang="zh-TW"/>
              <a:t>Let’s Try it Out</a:t>
            </a:r>
          </a:p>
        </p:txBody>
      </p:sp>
      <p:sp>
        <p:nvSpPr>
          <p:cNvPr id="48130" name="Rectangle 2">
            <a:extLst>
              <a:ext uri="{FF2B5EF4-FFF2-40B4-BE49-F238E27FC236}">
                <a16:creationId xmlns:a16="http://schemas.microsoft.com/office/drawing/2014/main" id="{BD2E182D-AFDC-494E-81D8-310825A3EEF6}"/>
              </a:ext>
            </a:extLst>
          </p:cNvPr>
          <p:cNvSpPr>
            <a:spLocks noGrp="1" noChangeArrowheads="1"/>
          </p:cNvSpPr>
          <p:nvPr>
            <p:ph idx="1"/>
          </p:nvPr>
        </p:nvSpPr>
        <p:spPr>
          <a:xfrm>
            <a:off x="457200" y="1091380"/>
            <a:ext cx="8229600" cy="2005781"/>
          </a:xfrm>
        </p:spPr>
        <p:txBody>
          <a:bodyPr/>
          <a:lstStyle/>
          <a:p>
            <a:pPr>
              <a:spcBef>
                <a:spcPts val="0"/>
              </a:spcBef>
              <a:buFont typeface="Wingdings" panose="05000000000000000000" pitchFamily="2" charset="2"/>
              <a:buNone/>
            </a:pPr>
            <a:r>
              <a:rPr lang="zh-TW" altLang="en-US" dirty="0">
                <a:latin typeface="Courier New" panose="02070309020205020404" pitchFamily="49" charset="0"/>
              </a:rPr>
              <a:t>		</a:t>
            </a:r>
            <a:r>
              <a:rPr lang="en-US" altLang="zh-TW" sz="2400" dirty="0" err="1">
                <a:latin typeface="Courier New" panose="02070309020205020404" pitchFamily="49" charset="0"/>
              </a:rPr>
              <a:t>lw</a:t>
            </a:r>
            <a:r>
              <a:rPr lang="en-US" altLang="zh-TW" sz="2400" dirty="0">
                <a:latin typeface="Courier New" panose="02070309020205020404" pitchFamily="49" charset="0"/>
              </a:rPr>
              <a:t> 	$10, 20($1)</a:t>
            </a:r>
          </a:p>
          <a:p>
            <a:pPr>
              <a:spcBef>
                <a:spcPts val="0"/>
              </a:spcBef>
              <a:buFont typeface="Wingdings" panose="05000000000000000000" pitchFamily="2" charset="2"/>
              <a:buNone/>
            </a:pPr>
            <a:r>
              <a:rPr lang="en-US" altLang="zh-TW" sz="2400" dirty="0">
                <a:latin typeface="Courier New" panose="02070309020205020404" pitchFamily="49" charset="0"/>
              </a:rPr>
              <a:t>		sub	$11, $2, $3</a:t>
            </a:r>
          </a:p>
          <a:p>
            <a:pPr>
              <a:spcBef>
                <a:spcPts val="0"/>
              </a:spcBef>
              <a:buFont typeface="Wingdings" panose="05000000000000000000" pitchFamily="2" charset="2"/>
              <a:buNone/>
            </a:pPr>
            <a:r>
              <a:rPr lang="en-US" altLang="zh-TW" sz="2400" dirty="0">
                <a:latin typeface="Courier New" panose="02070309020205020404" pitchFamily="49" charset="0"/>
              </a:rPr>
              <a:t>		and	$12, $4, $5</a:t>
            </a:r>
          </a:p>
          <a:p>
            <a:pPr>
              <a:spcBef>
                <a:spcPts val="0"/>
              </a:spcBef>
              <a:buFont typeface="Wingdings" panose="05000000000000000000" pitchFamily="2" charset="2"/>
              <a:buNone/>
            </a:pPr>
            <a:r>
              <a:rPr lang="en-US" altLang="zh-TW" sz="2400" dirty="0">
                <a:latin typeface="Courier New" panose="02070309020205020404" pitchFamily="49" charset="0"/>
              </a:rPr>
              <a:t>		or	$13, $6, $7</a:t>
            </a:r>
          </a:p>
          <a:p>
            <a:pPr>
              <a:spcBef>
                <a:spcPts val="0"/>
              </a:spcBef>
              <a:buFont typeface="Wingdings" panose="05000000000000000000" pitchFamily="2" charset="2"/>
              <a:buNone/>
            </a:pPr>
            <a:r>
              <a:rPr lang="en-US" altLang="zh-TW" sz="2400" dirty="0">
                <a:latin typeface="Courier New" panose="02070309020205020404" pitchFamily="49" charset="0"/>
              </a:rPr>
              <a:t>		add	$14, $8, $9</a:t>
            </a:r>
          </a:p>
          <a:p>
            <a:pPr>
              <a:spcBef>
                <a:spcPct val="65000"/>
              </a:spcBef>
              <a:buFont typeface="Wingdings" panose="05000000000000000000" pitchFamily="2" charset="2"/>
              <a:buNone/>
            </a:pPr>
            <a:endParaRPr lang="zh-TW" altLang="en-US" sz="2400" dirty="0">
              <a:latin typeface="Courier New" panose="02070309020205020404" pitchFamily="49" charset="0"/>
            </a:endParaRPr>
          </a:p>
        </p:txBody>
      </p:sp>
      <p:sp>
        <p:nvSpPr>
          <p:cNvPr id="48132" name="投影片編號版面配置區 1">
            <a:extLst>
              <a:ext uri="{FF2B5EF4-FFF2-40B4-BE49-F238E27FC236}">
                <a16:creationId xmlns:a16="http://schemas.microsoft.com/office/drawing/2014/main" id="{1B04646D-BAD1-492E-B5A5-BF30909C47B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A3E77A9E-30A1-42CD-9B5B-07125DD1608B}"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44</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7908AF0F-1206-4C88-9C45-442CDBB5694C}"/>
              </a:ext>
            </a:extLst>
          </p:cNvPr>
          <p:cNvSpPr>
            <a:spLocks noGrp="1" noChangeArrowheads="1"/>
          </p:cNvSpPr>
          <p:nvPr>
            <p:ph type="title"/>
          </p:nvPr>
        </p:nvSpPr>
        <p:spPr/>
        <p:txBody>
          <a:bodyPr/>
          <a:lstStyle/>
          <a:p>
            <a:r>
              <a:rPr lang="en-US" altLang="zh-TW" dirty="0"/>
              <a:t>Example 2 - Cycle 1</a:t>
            </a:r>
          </a:p>
        </p:txBody>
      </p:sp>
      <p:sp>
        <p:nvSpPr>
          <p:cNvPr id="49155" name="投影片編號版面配置區 1">
            <a:extLst>
              <a:ext uri="{FF2B5EF4-FFF2-40B4-BE49-F238E27FC236}">
                <a16:creationId xmlns:a16="http://schemas.microsoft.com/office/drawing/2014/main" id="{DF96287D-863A-49CC-8BC7-4D570A94541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6AE65846-AB75-45AD-ACA7-F78853D22F3F}"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45</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49156" name="Picture 3" descr="F0631">
            <a:extLst>
              <a:ext uri="{FF2B5EF4-FFF2-40B4-BE49-F238E27FC236}">
                <a16:creationId xmlns:a16="http://schemas.microsoft.com/office/drawing/2014/main" id="{5C5B8EB8-C74F-4AFF-8A65-C885296C77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9988"/>
          <a:stretch>
            <a:fillRect/>
          </a:stretch>
        </p:blipFill>
        <p:spPr bwMode="auto">
          <a:xfrm>
            <a:off x="1379128" y="847611"/>
            <a:ext cx="6532960" cy="3769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7" name="Text Box 4">
            <a:extLst>
              <a:ext uri="{FF2B5EF4-FFF2-40B4-BE49-F238E27FC236}">
                <a16:creationId xmlns:a16="http://schemas.microsoft.com/office/drawing/2014/main" id="{0E6152A2-5820-49C7-9E4A-A3E820EBB4AE}"/>
              </a:ext>
            </a:extLst>
          </p:cNvPr>
          <p:cNvSpPr txBox="1">
            <a:spLocks noChangeArrowheads="1"/>
          </p:cNvSpPr>
          <p:nvPr/>
        </p:nvSpPr>
        <p:spPr bwMode="auto">
          <a:xfrm>
            <a:off x="1290638" y="3832622"/>
            <a:ext cx="18473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kumimoji="1" lang="en-US" altLang="zh-TW" sz="1600" b="0" dirty="0">
              <a:latin typeface="Arial" panose="020B0604020202020204" pitchFamily="34" charset="0"/>
              <a:ea typeface="新細明體" panose="02020500000000000000" pitchFamily="18" charset="-12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7A57834-6E71-4145-9034-2B8CAC671114}"/>
              </a:ext>
            </a:extLst>
          </p:cNvPr>
          <p:cNvSpPr>
            <a:spLocks noGrp="1" noChangeArrowheads="1"/>
          </p:cNvSpPr>
          <p:nvPr>
            <p:ph type="title"/>
          </p:nvPr>
        </p:nvSpPr>
        <p:spPr/>
        <p:txBody>
          <a:bodyPr/>
          <a:lstStyle/>
          <a:p>
            <a:r>
              <a:rPr lang="en-US" altLang="zh-TW" dirty="0"/>
              <a:t>Example 2 - Cycle 2</a:t>
            </a:r>
          </a:p>
        </p:txBody>
      </p:sp>
      <p:sp>
        <p:nvSpPr>
          <p:cNvPr id="50179" name="投影片編號版面配置區 1">
            <a:extLst>
              <a:ext uri="{FF2B5EF4-FFF2-40B4-BE49-F238E27FC236}">
                <a16:creationId xmlns:a16="http://schemas.microsoft.com/office/drawing/2014/main" id="{71D81A5D-50B1-4367-8111-1A2CF65B0F4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B70F1160-943E-40BA-A842-EC6E7E60E484}"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46</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50180" name="Picture 3" descr="F0631">
            <a:extLst>
              <a:ext uri="{FF2B5EF4-FFF2-40B4-BE49-F238E27FC236}">
                <a16:creationId xmlns:a16="http://schemas.microsoft.com/office/drawing/2014/main" id="{DCD5F32E-8AD1-4F9C-865D-83DC7E62CC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0012"/>
          <a:stretch>
            <a:fillRect/>
          </a:stretch>
        </p:blipFill>
        <p:spPr bwMode="auto">
          <a:xfrm>
            <a:off x="1330428" y="823605"/>
            <a:ext cx="6532960" cy="380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Text Box 4">
            <a:extLst>
              <a:ext uri="{FF2B5EF4-FFF2-40B4-BE49-F238E27FC236}">
                <a16:creationId xmlns:a16="http://schemas.microsoft.com/office/drawing/2014/main" id="{EADAB546-B19B-4BD1-9675-AE849BBB3BB5}"/>
              </a:ext>
            </a:extLst>
          </p:cNvPr>
          <p:cNvSpPr txBox="1">
            <a:spLocks noChangeArrowheads="1"/>
          </p:cNvSpPr>
          <p:nvPr/>
        </p:nvSpPr>
        <p:spPr bwMode="auto">
          <a:xfrm>
            <a:off x="1290638" y="3832622"/>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kumimoji="1" lang="en-US" altLang="zh-TW" sz="1350" b="0">
              <a:latin typeface="Arial" panose="020B0604020202020204" pitchFamily="34" charset="0"/>
              <a:ea typeface="新細明體" panose="02020500000000000000" pitchFamily="18" charset="-12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descr="F0632">
            <a:extLst>
              <a:ext uri="{FF2B5EF4-FFF2-40B4-BE49-F238E27FC236}">
                <a16:creationId xmlns:a16="http://schemas.microsoft.com/office/drawing/2014/main" id="{9D3DE5AD-2A4B-40DE-B5AA-F7E705680E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9988"/>
          <a:stretch>
            <a:fillRect/>
          </a:stretch>
        </p:blipFill>
        <p:spPr bwMode="auto">
          <a:xfrm>
            <a:off x="1290637" y="852411"/>
            <a:ext cx="6605588" cy="3727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3" name="Rectangle 3">
            <a:extLst>
              <a:ext uri="{FF2B5EF4-FFF2-40B4-BE49-F238E27FC236}">
                <a16:creationId xmlns:a16="http://schemas.microsoft.com/office/drawing/2014/main" id="{32DDE2DD-1B37-4FC5-97F1-BDAC4CEF13DA}"/>
              </a:ext>
            </a:extLst>
          </p:cNvPr>
          <p:cNvSpPr>
            <a:spLocks noGrp="1" noChangeArrowheads="1"/>
          </p:cNvSpPr>
          <p:nvPr>
            <p:ph type="title"/>
          </p:nvPr>
        </p:nvSpPr>
        <p:spPr/>
        <p:txBody>
          <a:bodyPr/>
          <a:lstStyle/>
          <a:p>
            <a:r>
              <a:rPr lang="en-US" altLang="zh-TW" dirty="0"/>
              <a:t>Example 2 - Cycle 3</a:t>
            </a:r>
          </a:p>
        </p:txBody>
      </p:sp>
      <p:sp>
        <p:nvSpPr>
          <p:cNvPr id="51204" name="投影片編號版面配置區 1">
            <a:extLst>
              <a:ext uri="{FF2B5EF4-FFF2-40B4-BE49-F238E27FC236}">
                <a16:creationId xmlns:a16="http://schemas.microsoft.com/office/drawing/2014/main" id="{6E79F794-8F7C-491D-B352-5AE8BCB5F0D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B15E33B1-9EB5-4934-B2F9-24860644D608}"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47</a:t>
            </a:fld>
            <a:endParaRPr lang="en-US" altLang="zh-TW" sz="1050" b="0">
              <a:solidFill>
                <a:schemeClr val="bg1"/>
              </a:solidFill>
              <a:latin typeface="Arial" panose="020B0604020202020204" pitchFamily="34" charset="0"/>
              <a:ea typeface="新細明體" panose="02020500000000000000" pitchFamily="18" charset="-120"/>
            </a:endParaRPr>
          </a:p>
        </p:txBody>
      </p:sp>
      <p:sp>
        <p:nvSpPr>
          <p:cNvPr id="51205" name="Text Box 4">
            <a:extLst>
              <a:ext uri="{FF2B5EF4-FFF2-40B4-BE49-F238E27FC236}">
                <a16:creationId xmlns:a16="http://schemas.microsoft.com/office/drawing/2014/main" id="{E448F258-64F3-494A-8049-E0597EFCE4A1}"/>
              </a:ext>
            </a:extLst>
          </p:cNvPr>
          <p:cNvSpPr txBox="1">
            <a:spLocks noChangeArrowheads="1"/>
          </p:cNvSpPr>
          <p:nvPr/>
        </p:nvSpPr>
        <p:spPr bwMode="auto">
          <a:xfrm>
            <a:off x="1290638" y="3832622"/>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kumimoji="1" lang="en-US" altLang="zh-TW" sz="1350" b="0">
              <a:latin typeface="Arial" panose="020B0604020202020204" pitchFamily="34" charset="0"/>
              <a:ea typeface="新細明體" panose="02020500000000000000" pitchFamily="18" charset="-12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descr="F0632">
            <a:extLst>
              <a:ext uri="{FF2B5EF4-FFF2-40B4-BE49-F238E27FC236}">
                <a16:creationId xmlns:a16="http://schemas.microsoft.com/office/drawing/2014/main" id="{7DE68AD9-7484-4D15-A4F5-B239B784E4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0012"/>
          <a:stretch>
            <a:fillRect/>
          </a:stretch>
        </p:blipFill>
        <p:spPr bwMode="auto">
          <a:xfrm>
            <a:off x="1261141" y="790307"/>
            <a:ext cx="6605588" cy="380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7" name="Rectangle 3">
            <a:extLst>
              <a:ext uri="{FF2B5EF4-FFF2-40B4-BE49-F238E27FC236}">
                <a16:creationId xmlns:a16="http://schemas.microsoft.com/office/drawing/2014/main" id="{E8685A4A-DB1E-4435-B7E0-726A2B8718A5}"/>
              </a:ext>
            </a:extLst>
          </p:cNvPr>
          <p:cNvSpPr>
            <a:spLocks noGrp="1" noChangeArrowheads="1"/>
          </p:cNvSpPr>
          <p:nvPr>
            <p:ph type="title"/>
          </p:nvPr>
        </p:nvSpPr>
        <p:spPr/>
        <p:txBody>
          <a:bodyPr/>
          <a:lstStyle/>
          <a:p>
            <a:r>
              <a:rPr lang="en-US" altLang="zh-TW" dirty="0"/>
              <a:t>Example 2 - Cycle 4</a:t>
            </a:r>
          </a:p>
        </p:txBody>
      </p:sp>
      <p:sp>
        <p:nvSpPr>
          <p:cNvPr id="52228" name="投影片編號版面配置區 1">
            <a:extLst>
              <a:ext uri="{FF2B5EF4-FFF2-40B4-BE49-F238E27FC236}">
                <a16:creationId xmlns:a16="http://schemas.microsoft.com/office/drawing/2014/main" id="{B2C55232-6CEA-4F40-A7DA-168CD5F6AC8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6CFDE233-9185-4896-98DA-BDA6CF4B18E3}"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48</a:t>
            </a:fld>
            <a:endParaRPr lang="en-US" altLang="zh-TW" sz="1050" b="0">
              <a:solidFill>
                <a:schemeClr val="bg1"/>
              </a:solidFill>
              <a:latin typeface="Arial" panose="020B0604020202020204" pitchFamily="34" charset="0"/>
              <a:ea typeface="新細明體" panose="02020500000000000000" pitchFamily="18" charset="-120"/>
            </a:endParaRPr>
          </a:p>
        </p:txBody>
      </p:sp>
      <p:sp>
        <p:nvSpPr>
          <p:cNvPr id="52229" name="Text Box 4">
            <a:extLst>
              <a:ext uri="{FF2B5EF4-FFF2-40B4-BE49-F238E27FC236}">
                <a16:creationId xmlns:a16="http://schemas.microsoft.com/office/drawing/2014/main" id="{27F243E9-3F41-4A4A-80A3-579A0E5937CF}"/>
              </a:ext>
            </a:extLst>
          </p:cNvPr>
          <p:cNvSpPr txBox="1">
            <a:spLocks noChangeArrowheads="1"/>
          </p:cNvSpPr>
          <p:nvPr/>
        </p:nvSpPr>
        <p:spPr bwMode="auto">
          <a:xfrm>
            <a:off x="1290638" y="3832622"/>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kumimoji="1" lang="en-US" altLang="zh-TW" sz="1350" b="0">
              <a:latin typeface="Arial" panose="020B0604020202020204" pitchFamily="34" charset="0"/>
              <a:ea typeface="新細明體" panose="02020500000000000000" pitchFamily="18" charset="-12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4C7F29CB-33E3-4B88-B60F-D4A5785F3EC6}"/>
              </a:ext>
            </a:extLst>
          </p:cNvPr>
          <p:cNvSpPr>
            <a:spLocks noGrp="1" noChangeArrowheads="1"/>
          </p:cNvSpPr>
          <p:nvPr>
            <p:ph type="title"/>
          </p:nvPr>
        </p:nvSpPr>
        <p:spPr/>
        <p:txBody>
          <a:bodyPr/>
          <a:lstStyle/>
          <a:p>
            <a:r>
              <a:rPr lang="en-US" altLang="zh-TW" dirty="0"/>
              <a:t>Example 2 - Cycle 5</a:t>
            </a:r>
          </a:p>
        </p:txBody>
      </p:sp>
      <p:sp>
        <p:nvSpPr>
          <p:cNvPr id="53251" name="投影片編號版面配置區 1">
            <a:extLst>
              <a:ext uri="{FF2B5EF4-FFF2-40B4-BE49-F238E27FC236}">
                <a16:creationId xmlns:a16="http://schemas.microsoft.com/office/drawing/2014/main" id="{AB6A8518-A2AC-4891-8BDE-BC6A050C421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CD6BFBC4-7569-4D12-A686-8B22E1B2CDC0}"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49</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53252" name="Picture 4" descr="F0633">
            <a:extLst>
              <a:ext uri="{FF2B5EF4-FFF2-40B4-BE49-F238E27FC236}">
                <a16:creationId xmlns:a16="http://schemas.microsoft.com/office/drawing/2014/main" id="{3B0166B2-78AA-425A-8A00-6DBCF86E99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b="49988"/>
          <a:stretch>
            <a:fillRect/>
          </a:stretch>
        </p:blipFill>
        <p:spPr bwMode="auto">
          <a:xfrm>
            <a:off x="1253767" y="811238"/>
            <a:ext cx="6562725" cy="38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DA70CA53-5C83-4A00-80BB-CAFE370AA5B9}"/>
              </a:ext>
            </a:extLst>
          </p:cNvPr>
          <p:cNvSpPr>
            <a:spLocks noGrp="1" noChangeArrowheads="1"/>
          </p:cNvSpPr>
          <p:nvPr>
            <p:ph type="title"/>
          </p:nvPr>
        </p:nvSpPr>
        <p:spPr/>
        <p:txBody>
          <a:bodyPr/>
          <a:lstStyle/>
          <a:p>
            <a:r>
              <a:rPr lang="en-US" altLang="zh-TW" dirty="0"/>
              <a:t>Example 2 - Cycle 6</a:t>
            </a:r>
          </a:p>
        </p:txBody>
      </p:sp>
      <p:sp>
        <p:nvSpPr>
          <p:cNvPr id="54275" name="投影片編號版面配置區 1">
            <a:extLst>
              <a:ext uri="{FF2B5EF4-FFF2-40B4-BE49-F238E27FC236}">
                <a16:creationId xmlns:a16="http://schemas.microsoft.com/office/drawing/2014/main" id="{018569FA-9435-4F49-87F3-759B7C18F68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629B9A06-B10D-4698-93DE-AF7887E8BC4E}"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50</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54276" name="Picture 4" descr="F0633">
            <a:extLst>
              <a:ext uri="{FF2B5EF4-FFF2-40B4-BE49-F238E27FC236}">
                <a16:creationId xmlns:a16="http://schemas.microsoft.com/office/drawing/2014/main" id="{2AFE643B-A616-4D6F-8054-041E9FAFB23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50012"/>
          <a:stretch>
            <a:fillRect/>
          </a:stretch>
        </p:blipFill>
        <p:spPr bwMode="auto">
          <a:xfrm>
            <a:off x="1315679" y="768185"/>
            <a:ext cx="6491288" cy="3813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106C49B4-C29F-41F1-A749-9E9C4A788DDA}"/>
              </a:ext>
            </a:extLst>
          </p:cNvPr>
          <p:cNvSpPr>
            <a:spLocks noGrp="1" noChangeArrowheads="1"/>
          </p:cNvSpPr>
          <p:nvPr>
            <p:ph type="title"/>
          </p:nvPr>
        </p:nvSpPr>
        <p:spPr/>
        <p:txBody>
          <a:bodyPr/>
          <a:lstStyle/>
          <a:p>
            <a:r>
              <a:rPr lang="en-US" altLang="zh-TW" dirty="0"/>
              <a:t>Example 2 - Cycle 7</a:t>
            </a:r>
          </a:p>
        </p:txBody>
      </p:sp>
      <p:sp>
        <p:nvSpPr>
          <p:cNvPr id="55299" name="投影片編號版面配置區 1">
            <a:extLst>
              <a:ext uri="{FF2B5EF4-FFF2-40B4-BE49-F238E27FC236}">
                <a16:creationId xmlns:a16="http://schemas.microsoft.com/office/drawing/2014/main" id="{E78C912F-18F2-40C6-81E1-3A4AE571D81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BCDE02AA-E2FC-4B82-8209-F9774802A93B}"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51</a:t>
            </a:fld>
            <a:endParaRPr lang="en-US" altLang="zh-TW" sz="1050" b="0">
              <a:solidFill>
                <a:schemeClr val="bg1"/>
              </a:solidFill>
              <a:latin typeface="Arial" panose="020B0604020202020204" pitchFamily="34" charset="0"/>
              <a:ea typeface="新細明體" panose="02020500000000000000" pitchFamily="18" charset="-120"/>
            </a:endParaRPr>
          </a:p>
        </p:txBody>
      </p:sp>
      <p:sp>
        <p:nvSpPr>
          <p:cNvPr id="55300" name="Text Box 3">
            <a:extLst>
              <a:ext uri="{FF2B5EF4-FFF2-40B4-BE49-F238E27FC236}">
                <a16:creationId xmlns:a16="http://schemas.microsoft.com/office/drawing/2014/main" id="{F6FCE0D6-CFC8-4774-B724-6DA8D2E231F4}"/>
              </a:ext>
            </a:extLst>
          </p:cNvPr>
          <p:cNvSpPr txBox="1">
            <a:spLocks noChangeArrowheads="1"/>
          </p:cNvSpPr>
          <p:nvPr/>
        </p:nvSpPr>
        <p:spPr bwMode="auto">
          <a:xfrm>
            <a:off x="1290637" y="3771900"/>
            <a:ext cx="1085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800">
                <a:ea typeface="新細明體" panose="02020500000000000000" pitchFamily="18" charset="-120"/>
              </a:rPr>
              <a:t>Fig. 6.34</a:t>
            </a:r>
            <a:endParaRPr kumimoji="1" lang="en-US" altLang="zh-TW" sz="1350" b="0">
              <a:latin typeface="Arial" panose="020B0604020202020204" pitchFamily="34" charset="0"/>
              <a:ea typeface="新細明體" panose="02020500000000000000" pitchFamily="18" charset="-120"/>
            </a:endParaRPr>
          </a:p>
        </p:txBody>
      </p:sp>
      <p:pic>
        <p:nvPicPr>
          <p:cNvPr id="55301" name="Picture 4" descr="F0634">
            <a:extLst>
              <a:ext uri="{FF2B5EF4-FFF2-40B4-BE49-F238E27FC236}">
                <a16:creationId xmlns:a16="http://schemas.microsoft.com/office/drawing/2014/main" id="{C0270EDA-42D8-42BD-9878-D320F45BFB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b="49988"/>
          <a:stretch>
            <a:fillRect/>
          </a:stretch>
        </p:blipFill>
        <p:spPr bwMode="auto">
          <a:xfrm>
            <a:off x="1345176" y="795031"/>
            <a:ext cx="6500813" cy="37742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C6790C1E-0149-4882-B8A6-32827D06DB88}"/>
              </a:ext>
            </a:extLst>
          </p:cNvPr>
          <p:cNvSpPr>
            <a:spLocks noGrp="1" noChangeArrowheads="1"/>
          </p:cNvSpPr>
          <p:nvPr>
            <p:ph type="title"/>
          </p:nvPr>
        </p:nvSpPr>
        <p:spPr/>
        <p:txBody>
          <a:bodyPr/>
          <a:lstStyle/>
          <a:p>
            <a:r>
              <a:rPr lang="en-US" altLang="zh-TW" dirty="0"/>
              <a:t>Example 2 - Cycle 8</a:t>
            </a:r>
          </a:p>
        </p:txBody>
      </p:sp>
      <p:sp>
        <p:nvSpPr>
          <p:cNvPr id="56323" name="投影片編號版面配置區 1">
            <a:extLst>
              <a:ext uri="{FF2B5EF4-FFF2-40B4-BE49-F238E27FC236}">
                <a16:creationId xmlns:a16="http://schemas.microsoft.com/office/drawing/2014/main" id="{3D3E3347-BD3B-468D-8D2E-FDD0DF5677E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F7BAF75C-9C0A-4A5A-90BB-2E7E24E6A546}"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52</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56325" name="Picture 4" descr="F0634">
            <a:extLst>
              <a:ext uri="{FF2B5EF4-FFF2-40B4-BE49-F238E27FC236}">
                <a16:creationId xmlns:a16="http://schemas.microsoft.com/office/drawing/2014/main" id="{0D85EEDA-43DB-4789-B319-2102E65BAF7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50012"/>
          <a:stretch>
            <a:fillRect/>
          </a:stretch>
        </p:blipFill>
        <p:spPr bwMode="auto">
          <a:xfrm>
            <a:off x="1253613" y="833592"/>
            <a:ext cx="6481916" cy="376308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descr="F0635">
            <a:extLst>
              <a:ext uri="{FF2B5EF4-FFF2-40B4-BE49-F238E27FC236}">
                <a16:creationId xmlns:a16="http://schemas.microsoft.com/office/drawing/2014/main" id="{9F2B4D59-9B88-4098-A96D-84C0C64024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5416" y="844039"/>
            <a:ext cx="6421579" cy="3735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7" name="Rectangle 3">
            <a:extLst>
              <a:ext uri="{FF2B5EF4-FFF2-40B4-BE49-F238E27FC236}">
                <a16:creationId xmlns:a16="http://schemas.microsoft.com/office/drawing/2014/main" id="{3D1DC9E6-547F-48AE-9F67-3D8A62E806C1}"/>
              </a:ext>
            </a:extLst>
          </p:cNvPr>
          <p:cNvSpPr>
            <a:spLocks noGrp="1" noChangeArrowheads="1"/>
          </p:cNvSpPr>
          <p:nvPr>
            <p:ph type="title"/>
          </p:nvPr>
        </p:nvSpPr>
        <p:spPr/>
        <p:txBody>
          <a:bodyPr/>
          <a:lstStyle/>
          <a:p>
            <a:r>
              <a:rPr lang="en-US" altLang="zh-TW" dirty="0"/>
              <a:t>Example 2 - Cycle 9</a:t>
            </a:r>
          </a:p>
        </p:txBody>
      </p:sp>
      <p:sp>
        <p:nvSpPr>
          <p:cNvPr id="57348" name="投影片編號版面配置區 1">
            <a:extLst>
              <a:ext uri="{FF2B5EF4-FFF2-40B4-BE49-F238E27FC236}">
                <a16:creationId xmlns:a16="http://schemas.microsoft.com/office/drawing/2014/main" id="{DAE6E8C0-B6C1-46E6-8D4F-4928D6F07B2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45C7CD40-DFF4-44AD-85D9-4990648B3371}"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53</a:t>
            </a:fld>
            <a:endParaRPr lang="en-US" altLang="zh-TW" sz="1050" b="0">
              <a:solidFill>
                <a:schemeClr val="bg1"/>
              </a:solidFill>
              <a:latin typeface="Arial" panose="020B0604020202020204" pitchFamily="34" charset="0"/>
              <a:ea typeface="新細明體" panose="02020500000000000000" pitchFamily="18" charset="-120"/>
            </a:endParaRPr>
          </a:p>
        </p:txBody>
      </p:sp>
      <p:sp>
        <p:nvSpPr>
          <p:cNvPr id="57349" name="Text Box 4">
            <a:extLst>
              <a:ext uri="{FF2B5EF4-FFF2-40B4-BE49-F238E27FC236}">
                <a16:creationId xmlns:a16="http://schemas.microsoft.com/office/drawing/2014/main" id="{C62BEEAB-88BD-49B7-B782-01FECA98B659}"/>
              </a:ext>
            </a:extLst>
          </p:cNvPr>
          <p:cNvSpPr txBox="1">
            <a:spLocks noChangeArrowheads="1"/>
          </p:cNvSpPr>
          <p:nvPr/>
        </p:nvSpPr>
        <p:spPr bwMode="auto">
          <a:xfrm>
            <a:off x="1290638" y="3832622"/>
            <a:ext cx="1847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kumimoji="1" lang="en-US" altLang="zh-TW" sz="1350" b="0">
              <a:latin typeface="Arial" panose="020B0604020202020204" pitchFamily="34" charset="0"/>
              <a:ea typeface="新細明體" panose="02020500000000000000" pitchFamily="18" charset="-12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18A38CD2-5DAE-4577-8DD2-A59ACAD64ABE}"/>
              </a:ext>
            </a:extLst>
          </p:cNvPr>
          <p:cNvSpPr>
            <a:spLocks noGrp="1" noChangeArrowheads="1"/>
          </p:cNvSpPr>
          <p:nvPr>
            <p:ph type="title"/>
          </p:nvPr>
        </p:nvSpPr>
        <p:spPr/>
        <p:txBody>
          <a:bodyPr/>
          <a:lstStyle/>
          <a:p>
            <a:r>
              <a:rPr lang="en-US" altLang="zh-TW"/>
              <a:t>Summary of Pipeline Basics</a:t>
            </a:r>
          </a:p>
        </p:txBody>
      </p:sp>
      <p:sp>
        <p:nvSpPr>
          <p:cNvPr id="58371" name="Rectangle 3">
            <a:extLst>
              <a:ext uri="{FF2B5EF4-FFF2-40B4-BE49-F238E27FC236}">
                <a16:creationId xmlns:a16="http://schemas.microsoft.com/office/drawing/2014/main" id="{7EFE8A89-26FB-4BF8-9635-40CFC749AA76}"/>
              </a:ext>
            </a:extLst>
          </p:cNvPr>
          <p:cNvSpPr>
            <a:spLocks noGrp="1" noChangeArrowheads="1"/>
          </p:cNvSpPr>
          <p:nvPr>
            <p:ph idx="1"/>
          </p:nvPr>
        </p:nvSpPr>
        <p:spPr>
          <a:xfrm>
            <a:off x="958644" y="858901"/>
            <a:ext cx="7728155" cy="3671888"/>
          </a:xfrm>
        </p:spPr>
        <p:txBody>
          <a:bodyPr/>
          <a:lstStyle/>
          <a:p>
            <a:r>
              <a:rPr lang="en-US" altLang="zh-TW" sz="2000" dirty="0"/>
              <a:t>Pipelining is a fundamental concept</a:t>
            </a:r>
          </a:p>
          <a:p>
            <a:pPr lvl="1"/>
            <a:r>
              <a:rPr lang="en-US" altLang="zh-TW" sz="1800" dirty="0"/>
              <a:t>Multiple steps using distinct resources</a:t>
            </a:r>
          </a:p>
          <a:p>
            <a:pPr lvl="1"/>
            <a:r>
              <a:rPr lang="en-US" altLang="zh-TW" sz="1800" dirty="0"/>
              <a:t>Utilize capabilities of </a:t>
            </a:r>
            <a:r>
              <a:rPr lang="en-US" altLang="zh-TW" sz="1800" dirty="0" err="1"/>
              <a:t>datapath</a:t>
            </a:r>
            <a:r>
              <a:rPr lang="en-US" altLang="zh-TW" sz="1800" dirty="0"/>
              <a:t> by pipelined instruction processing</a:t>
            </a:r>
          </a:p>
          <a:p>
            <a:pPr lvl="2"/>
            <a:r>
              <a:rPr lang="en-US" altLang="zh-TW" sz="1600" dirty="0"/>
              <a:t>Start next instruction while working on the current one</a:t>
            </a:r>
          </a:p>
          <a:p>
            <a:pPr lvl="2"/>
            <a:r>
              <a:rPr lang="en-US" altLang="zh-TW" sz="1600" dirty="0"/>
              <a:t>Limited by length of longest stage (plus fill/flush)</a:t>
            </a:r>
          </a:p>
          <a:p>
            <a:pPr lvl="2"/>
            <a:r>
              <a:rPr lang="en-US" altLang="zh-TW" sz="1600" dirty="0"/>
              <a:t>Need to detect and resolve hazards </a:t>
            </a:r>
          </a:p>
          <a:p>
            <a:r>
              <a:rPr lang="en-US" altLang="zh-TW" sz="2000" dirty="0"/>
              <a:t>What makes it easy in MIPS?</a:t>
            </a:r>
          </a:p>
          <a:p>
            <a:pPr lvl="1"/>
            <a:r>
              <a:rPr lang="en-US" altLang="zh-TW" sz="1800" dirty="0"/>
              <a:t>All instructions are of the same length</a:t>
            </a:r>
          </a:p>
          <a:p>
            <a:pPr lvl="1"/>
            <a:r>
              <a:rPr lang="en-US" altLang="zh-TW" sz="1800" dirty="0"/>
              <a:t>Just a few instruction formats</a:t>
            </a:r>
          </a:p>
          <a:p>
            <a:pPr lvl="1"/>
            <a:r>
              <a:rPr lang="en-US" altLang="zh-TW" sz="1800" dirty="0"/>
              <a:t>Memory operands only in loads and stores</a:t>
            </a:r>
          </a:p>
          <a:p>
            <a:r>
              <a:rPr lang="en-US" altLang="zh-TW" sz="2000" dirty="0"/>
              <a:t>What makes pipelining hard? </a:t>
            </a:r>
            <a:r>
              <a:rPr lang="en-US" altLang="zh-TW" sz="2000" dirty="0">
                <a:solidFill>
                  <a:srgbClr val="FF0000"/>
                </a:solidFill>
              </a:rPr>
              <a:t>hazards</a:t>
            </a:r>
          </a:p>
        </p:txBody>
      </p:sp>
      <p:sp>
        <p:nvSpPr>
          <p:cNvPr id="58372" name="投影片編號版面配置區 1">
            <a:extLst>
              <a:ext uri="{FF2B5EF4-FFF2-40B4-BE49-F238E27FC236}">
                <a16:creationId xmlns:a16="http://schemas.microsoft.com/office/drawing/2014/main" id="{8B3FFD3F-3753-46D8-B9AA-3C3A828D638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192893EF-13E2-4525-B9EC-1D957F0D97EE}"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54</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904500DA-AAC3-445F-9411-A61E293C3918}"/>
              </a:ext>
            </a:extLst>
          </p:cNvPr>
          <p:cNvSpPr>
            <a:spLocks noGrp="1" noChangeArrowheads="1"/>
          </p:cNvSpPr>
          <p:nvPr>
            <p:ph type="title"/>
          </p:nvPr>
        </p:nvSpPr>
        <p:spPr/>
        <p:txBody>
          <a:bodyPr/>
          <a:lstStyle/>
          <a:p>
            <a:r>
              <a:rPr lang="en-US" altLang="zh-TW"/>
              <a:t>Outline</a:t>
            </a:r>
          </a:p>
        </p:txBody>
      </p:sp>
      <p:sp>
        <p:nvSpPr>
          <p:cNvPr id="59395" name="Rectangle 3">
            <a:extLst>
              <a:ext uri="{FF2B5EF4-FFF2-40B4-BE49-F238E27FC236}">
                <a16:creationId xmlns:a16="http://schemas.microsoft.com/office/drawing/2014/main" id="{940545CF-C46A-4AB0-9C07-29E5CC3C0E1E}"/>
              </a:ext>
            </a:extLst>
          </p:cNvPr>
          <p:cNvSpPr>
            <a:spLocks noGrp="1" noChangeArrowheads="1"/>
          </p:cNvSpPr>
          <p:nvPr>
            <p:ph idx="1"/>
          </p:nvPr>
        </p:nvSpPr>
        <p:spPr>
          <a:xfrm>
            <a:off x="1002890" y="825909"/>
            <a:ext cx="6902245" cy="3586893"/>
          </a:xfrm>
        </p:spPr>
        <p:txBody>
          <a:bodyPr/>
          <a:lstStyle/>
          <a:p>
            <a:pPr>
              <a:spcBef>
                <a:spcPts val="0"/>
              </a:spcBef>
            </a:pPr>
            <a:r>
              <a:rPr lang="en-US" altLang="zh-TW" sz="2000" dirty="0"/>
              <a:t>An overview of pipelining</a:t>
            </a:r>
          </a:p>
          <a:p>
            <a:pPr>
              <a:spcBef>
                <a:spcPts val="0"/>
              </a:spcBef>
            </a:pPr>
            <a:r>
              <a:rPr lang="en-US" altLang="zh-TW" sz="2000" dirty="0"/>
              <a:t>A pipelined </a:t>
            </a:r>
            <a:r>
              <a:rPr lang="en-US" altLang="zh-TW" sz="2000" dirty="0" err="1"/>
              <a:t>datapath</a:t>
            </a:r>
            <a:endParaRPr lang="en-US" altLang="zh-TW" sz="2000" dirty="0"/>
          </a:p>
          <a:p>
            <a:pPr>
              <a:spcBef>
                <a:spcPts val="0"/>
              </a:spcBef>
            </a:pPr>
            <a:r>
              <a:rPr lang="en-US" altLang="zh-TW" sz="2000" dirty="0"/>
              <a:t>Pipelined control</a:t>
            </a:r>
          </a:p>
          <a:p>
            <a:pPr>
              <a:spcBef>
                <a:spcPts val="0"/>
              </a:spcBef>
            </a:pPr>
            <a:r>
              <a:rPr lang="en-US" altLang="zh-CN" sz="2000" dirty="0">
                <a:solidFill>
                  <a:srgbClr val="FF0000"/>
                </a:solidFill>
              </a:rPr>
              <a:t>Hazards:</a:t>
            </a:r>
            <a:r>
              <a:rPr lang="zh-CN" altLang="en-US" sz="2000" dirty="0">
                <a:solidFill>
                  <a:srgbClr val="FF0000"/>
                </a:solidFill>
              </a:rPr>
              <a:t> </a:t>
            </a:r>
            <a:r>
              <a:rPr lang="en-US" altLang="zh-CN" sz="2000" dirty="0">
                <a:solidFill>
                  <a:srgbClr val="FF0000"/>
                </a:solidFill>
              </a:rPr>
              <a:t>types of hazard</a:t>
            </a:r>
          </a:p>
          <a:p>
            <a:pPr>
              <a:spcBef>
                <a:spcPts val="0"/>
              </a:spcBef>
            </a:pPr>
            <a:r>
              <a:rPr lang="en-US" altLang="zh-TW" sz="2000" dirty="0"/>
              <a:t>Handling data hazards</a:t>
            </a:r>
          </a:p>
          <a:p>
            <a:pPr lvl="1">
              <a:spcBef>
                <a:spcPts val="0"/>
              </a:spcBef>
            </a:pPr>
            <a:r>
              <a:rPr lang="en-US" altLang="zh-CN" sz="1800" dirty="0"/>
              <a:t>Inserting</a:t>
            </a:r>
            <a:r>
              <a:rPr lang="zh-CN" altLang="en-US" sz="1800" dirty="0"/>
              <a:t> </a:t>
            </a:r>
            <a:r>
              <a:rPr lang="en-US" altLang="zh-CN" sz="1800" dirty="0"/>
              <a:t>NOP</a:t>
            </a:r>
            <a:r>
              <a:rPr lang="zh-CN" altLang="en-US" sz="1800" dirty="0"/>
              <a:t>（</a:t>
            </a:r>
            <a:r>
              <a:rPr lang="en-US" altLang="zh-CN" sz="1800" dirty="0"/>
              <a:t>software</a:t>
            </a:r>
            <a:r>
              <a:rPr lang="zh-CN" altLang="en-US" sz="1800" dirty="0"/>
              <a:t>）</a:t>
            </a:r>
            <a:endParaRPr lang="en-US" altLang="zh-TW" sz="1800" dirty="0"/>
          </a:p>
          <a:p>
            <a:pPr lvl="1">
              <a:spcBef>
                <a:spcPts val="0"/>
              </a:spcBef>
            </a:pPr>
            <a:r>
              <a:rPr lang="en-US" altLang="zh-CN" sz="1800" dirty="0"/>
              <a:t>F</a:t>
            </a:r>
            <a:r>
              <a:rPr lang="en-US" altLang="zh-TW" sz="1800" dirty="0"/>
              <a:t>orwarding</a:t>
            </a:r>
            <a:r>
              <a:rPr lang="en-US" altLang="zh-CN" sz="1800" dirty="0"/>
              <a:t>,</a:t>
            </a:r>
            <a:r>
              <a:rPr lang="zh-CN" altLang="en-US" sz="1800" dirty="0"/>
              <a:t> </a:t>
            </a:r>
            <a:r>
              <a:rPr lang="en-US" altLang="zh-TW" sz="1800" dirty="0"/>
              <a:t>R-Type-use</a:t>
            </a:r>
            <a:r>
              <a:rPr lang="zh-CN" altLang="en-US" sz="1800" dirty="0"/>
              <a:t>（</a:t>
            </a:r>
            <a:r>
              <a:rPr lang="en-US" altLang="zh-CN" sz="1800" dirty="0"/>
              <a:t>hardware)</a:t>
            </a:r>
            <a:endParaRPr lang="en-US" altLang="zh-TW" sz="1800" dirty="0"/>
          </a:p>
          <a:p>
            <a:pPr lvl="1">
              <a:spcBef>
                <a:spcPts val="0"/>
              </a:spcBef>
            </a:pPr>
            <a:r>
              <a:rPr lang="en-US" altLang="zh-CN" sz="1800" dirty="0"/>
              <a:t>S</a:t>
            </a:r>
            <a:r>
              <a:rPr lang="en-US" altLang="zh-TW" sz="1800" dirty="0"/>
              <a:t>talls</a:t>
            </a:r>
            <a:r>
              <a:rPr lang="en-US" altLang="zh-CN" sz="1800" dirty="0"/>
              <a:t>,</a:t>
            </a:r>
            <a:r>
              <a:rPr lang="zh-CN" altLang="en-US" sz="1800" dirty="0"/>
              <a:t> </a:t>
            </a:r>
            <a:r>
              <a:rPr lang="en-US" altLang="zh-CN" sz="1800" dirty="0"/>
              <a:t>load-use</a:t>
            </a:r>
            <a:r>
              <a:rPr lang="zh-CN" altLang="en-US" sz="1800" dirty="0"/>
              <a:t> </a:t>
            </a:r>
            <a:r>
              <a:rPr lang="en-US" altLang="zh-CN" sz="1800" dirty="0"/>
              <a:t>(hardware)</a:t>
            </a:r>
            <a:endParaRPr lang="en-US" altLang="zh-TW" sz="1800" dirty="0"/>
          </a:p>
          <a:p>
            <a:pPr>
              <a:spcBef>
                <a:spcPts val="0"/>
              </a:spcBef>
            </a:pPr>
            <a:r>
              <a:rPr lang="en-US" altLang="zh-CN" sz="2000" dirty="0"/>
              <a:t>Handling</a:t>
            </a:r>
            <a:r>
              <a:rPr lang="zh-CN" altLang="en-US" sz="2000" dirty="0"/>
              <a:t> </a:t>
            </a:r>
            <a:r>
              <a:rPr lang="en-US" altLang="zh-CN" sz="2000" dirty="0"/>
              <a:t>b</a:t>
            </a:r>
            <a:r>
              <a:rPr lang="en-US" altLang="zh-TW" sz="2000" dirty="0"/>
              <a:t>ranch hazards</a:t>
            </a:r>
          </a:p>
          <a:p>
            <a:pPr>
              <a:spcBef>
                <a:spcPts val="0"/>
              </a:spcBef>
            </a:pPr>
            <a:r>
              <a:rPr lang="en-US" altLang="zh-TW" sz="2000" dirty="0"/>
              <a:t>Exceptions</a:t>
            </a:r>
          </a:p>
          <a:p>
            <a:pPr>
              <a:spcBef>
                <a:spcPts val="0"/>
              </a:spcBef>
            </a:pPr>
            <a:r>
              <a:rPr lang="en-US" altLang="zh-TW" sz="2000" dirty="0"/>
              <a:t>Superscalar and dynamic pipelining</a:t>
            </a:r>
          </a:p>
        </p:txBody>
      </p:sp>
      <p:sp>
        <p:nvSpPr>
          <p:cNvPr id="59396" name="投影片編號版面配置區 1">
            <a:extLst>
              <a:ext uri="{FF2B5EF4-FFF2-40B4-BE49-F238E27FC236}">
                <a16:creationId xmlns:a16="http://schemas.microsoft.com/office/drawing/2014/main" id="{9604DBF1-5E11-4C00-938F-CEE4EEDE6FB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3F346998-6420-40A4-AEF9-7A481D619D0F}"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55</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2589" y="108349"/>
            <a:ext cx="7703101" cy="519113"/>
          </a:xfrm>
        </p:spPr>
        <p:txBody>
          <a:bodyPr/>
          <a:lstStyle/>
          <a:p>
            <a:r>
              <a:rPr lang="en-US" dirty="0"/>
              <a:t>Pipeline Hazards</a:t>
            </a:r>
          </a:p>
        </p:txBody>
      </p:sp>
      <p:sp>
        <p:nvSpPr>
          <p:cNvPr id="3" name="Content Placeholder 2"/>
          <p:cNvSpPr>
            <a:spLocks noGrp="1"/>
          </p:cNvSpPr>
          <p:nvPr>
            <p:ph idx="1"/>
          </p:nvPr>
        </p:nvSpPr>
        <p:spPr>
          <a:xfrm>
            <a:off x="803788" y="814656"/>
            <a:ext cx="7748831" cy="3671888"/>
          </a:xfrm>
        </p:spPr>
        <p:txBody>
          <a:bodyPr>
            <a:normAutofit/>
          </a:bodyPr>
          <a:lstStyle/>
          <a:p>
            <a:r>
              <a:rPr lang="en-US" sz="2000" dirty="0"/>
              <a:t>Situations that prevent starting the next instruction in the next cycle</a:t>
            </a:r>
          </a:p>
          <a:p>
            <a:pPr lvl="1"/>
            <a:r>
              <a:rPr lang="en-US" sz="1800" b="1" dirty="0">
                <a:solidFill>
                  <a:srgbClr val="FF0000"/>
                </a:solidFill>
              </a:rPr>
              <a:t>Structure hazards</a:t>
            </a:r>
          </a:p>
          <a:p>
            <a:pPr lvl="2"/>
            <a:r>
              <a:rPr lang="en-US" sz="1600" dirty="0"/>
              <a:t>A required resource is busy</a:t>
            </a:r>
          </a:p>
          <a:p>
            <a:pPr lvl="1"/>
            <a:r>
              <a:rPr lang="en-US" sz="1800" b="1" dirty="0">
                <a:solidFill>
                  <a:srgbClr val="FF0000"/>
                </a:solidFill>
              </a:rPr>
              <a:t>Data hazard</a:t>
            </a:r>
          </a:p>
          <a:p>
            <a:pPr lvl="2"/>
            <a:r>
              <a:rPr lang="en-US" sz="1600" dirty="0"/>
              <a:t>Need to wait for previous instruction to complete its data read/write</a:t>
            </a:r>
          </a:p>
          <a:p>
            <a:pPr lvl="1"/>
            <a:r>
              <a:rPr lang="en-US" sz="1800" b="1" dirty="0">
                <a:solidFill>
                  <a:srgbClr val="FF0000"/>
                </a:solidFill>
              </a:rPr>
              <a:t>Control hazard</a:t>
            </a:r>
          </a:p>
          <a:p>
            <a:pPr lvl="2"/>
            <a:r>
              <a:rPr lang="en-US" sz="1600" dirty="0"/>
              <a:t>The decision on control action depends on previous instruction</a:t>
            </a:r>
          </a:p>
          <a:p>
            <a:pPr lvl="2"/>
            <a:r>
              <a:rPr lang="en-US" altLang="zh-TW" sz="1600" dirty="0"/>
              <a:t>Branch instructions</a:t>
            </a:r>
            <a:endParaRPr lang="en-US" sz="1600" dirty="0"/>
          </a:p>
          <a:p>
            <a:r>
              <a:rPr lang="en-US" altLang="zh-TW" sz="2000" dirty="0"/>
              <a:t>Can always resolve hazards by </a:t>
            </a:r>
            <a:r>
              <a:rPr lang="en-US" altLang="zh-TW" sz="2000" dirty="0">
                <a:solidFill>
                  <a:srgbClr val="FF0000"/>
                </a:solidFill>
              </a:rPr>
              <a:t>waiting</a:t>
            </a:r>
          </a:p>
          <a:p>
            <a:pPr lvl="1"/>
            <a:r>
              <a:rPr lang="en-US" altLang="zh-TW" sz="1800" dirty="0"/>
              <a:t>Pipeline control must detect the hazard</a:t>
            </a:r>
          </a:p>
          <a:p>
            <a:pPr lvl="1"/>
            <a:r>
              <a:rPr lang="en-US" altLang="zh-TW" sz="1800" dirty="0"/>
              <a:t>Take action (or delay action) to resolve hazards</a:t>
            </a:r>
          </a:p>
        </p:txBody>
      </p:sp>
      <p:sp>
        <p:nvSpPr>
          <p:cNvPr id="6" name="灯片编号占位符 5">
            <a:extLst>
              <a:ext uri="{FF2B5EF4-FFF2-40B4-BE49-F238E27FC236}">
                <a16:creationId xmlns:a16="http://schemas.microsoft.com/office/drawing/2014/main" id="{67A13DB1-4F7C-4727-832E-D8FC1821ED7B}"/>
              </a:ext>
            </a:extLst>
          </p:cNvPr>
          <p:cNvSpPr>
            <a:spLocks noGrp="1"/>
          </p:cNvSpPr>
          <p:nvPr>
            <p:ph type="sldNum" sz="quarter" idx="10"/>
          </p:nvPr>
        </p:nvSpPr>
        <p:spPr/>
        <p:txBody>
          <a:bodyPr/>
          <a:lstStyle/>
          <a:p>
            <a:fld id="{D9B6BDF2-6896-4B98-8776-C18582F63BA5}" type="slidenum">
              <a:rPr lang="zh-TW" altLang="en-US" smtClean="0"/>
              <a:pPr/>
              <a:t>56</a:t>
            </a:fld>
            <a:endParaRPr lang="zh-TW" altLang="en-US"/>
          </a:p>
        </p:txBody>
      </p:sp>
    </p:spTree>
    <p:extLst>
      <p:ext uri="{BB962C8B-B14F-4D97-AF65-F5344CB8AC3E}">
        <p14:creationId xmlns:p14="http://schemas.microsoft.com/office/powerpoint/2010/main" val="41727941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 Hazards</a:t>
            </a:r>
          </a:p>
        </p:txBody>
      </p:sp>
      <p:sp>
        <p:nvSpPr>
          <p:cNvPr id="3" name="Content Placeholder 2"/>
          <p:cNvSpPr>
            <a:spLocks noGrp="1"/>
          </p:cNvSpPr>
          <p:nvPr>
            <p:ph idx="1"/>
          </p:nvPr>
        </p:nvSpPr>
        <p:spPr>
          <a:xfrm>
            <a:off x="989900" y="844153"/>
            <a:ext cx="7696899" cy="3344389"/>
          </a:xfrm>
        </p:spPr>
        <p:txBody>
          <a:bodyPr>
            <a:normAutofit/>
          </a:bodyPr>
          <a:lstStyle/>
          <a:p>
            <a:r>
              <a:rPr lang="en-US" dirty="0"/>
              <a:t>Conflict for use of a resource</a:t>
            </a:r>
          </a:p>
          <a:p>
            <a:r>
              <a:rPr lang="en-US" dirty="0"/>
              <a:t>In MIPS pipeline with a </a:t>
            </a:r>
            <a:r>
              <a:rPr lang="en-US" b="1" dirty="0">
                <a:solidFill>
                  <a:srgbClr val="FF3300"/>
                </a:solidFill>
              </a:rPr>
              <a:t>single memory</a:t>
            </a:r>
          </a:p>
          <a:p>
            <a:pPr lvl="1"/>
            <a:r>
              <a:rPr lang="en-US" b="1" dirty="0">
                <a:solidFill>
                  <a:srgbClr val="FF0000"/>
                </a:solidFill>
              </a:rPr>
              <a:t>Load/store</a:t>
            </a:r>
            <a:r>
              <a:rPr lang="en-US" dirty="0">
                <a:solidFill>
                  <a:srgbClr val="FF0000"/>
                </a:solidFill>
              </a:rPr>
              <a:t> </a:t>
            </a:r>
            <a:r>
              <a:rPr lang="en-US" dirty="0"/>
              <a:t>requires data access</a:t>
            </a:r>
          </a:p>
          <a:p>
            <a:pPr lvl="1"/>
            <a:r>
              <a:rPr lang="en-US" b="1" dirty="0">
                <a:solidFill>
                  <a:srgbClr val="FF0000"/>
                </a:solidFill>
              </a:rPr>
              <a:t>Instruction fetch</a:t>
            </a:r>
            <a:r>
              <a:rPr lang="en-US" dirty="0">
                <a:solidFill>
                  <a:srgbClr val="FF0000"/>
                </a:solidFill>
              </a:rPr>
              <a:t> </a:t>
            </a:r>
            <a:r>
              <a:rPr lang="en-US" dirty="0"/>
              <a:t>would have to </a:t>
            </a:r>
            <a:r>
              <a:rPr lang="en-US" b="1" i="1" dirty="0"/>
              <a:t>stall</a:t>
            </a:r>
            <a:r>
              <a:rPr lang="en-US" dirty="0"/>
              <a:t> for that cycle</a:t>
            </a:r>
          </a:p>
          <a:p>
            <a:pPr lvl="2"/>
            <a:r>
              <a:rPr lang="en-US" dirty="0"/>
              <a:t>Would cause a pipeline “bubble”</a:t>
            </a:r>
          </a:p>
          <a:p>
            <a:r>
              <a:rPr lang="en-US" dirty="0"/>
              <a:t>Hence, pipelined </a:t>
            </a:r>
            <a:r>
              <a:rPr lang="en-US" dirty="0" err="1"/>
              <a:t>datapaths</a:t>
            </a:r>
            <a:r>
              <a:rPr lang="en-US" dirty="0"/>
              <a:t> require </a:t>
            </a:r>
            <a:r>
              <a:rPr lang="en-US" b="1" dirty="0">
                <a:solidFill>
                  <a:srgbClr val="FF0000"/>
                </a:solidFill>
              </a:rPr>
              <a:t>separate</a:t>
            </a:r>
            <a:r>
              <a:rPr lang="en-US" dirty="0">
                <a:solidFill>
                  <a:schemeClr val="accent1"/>
                </a:solidFill>
              </a:rPr>
              <a:t> </a:t>
            </a:r>
            <a:r>
              <a:rPr lang="en-US" dirty="0"/>
              <a:t>instruction/data memories</a:t>
            </a:r>
          </a:p>
          <a:p>
            <a:pPr lvl="1"/>
            <a:r>
              <a:rPr lang="en-US" dirty="0"/>
              <a:t>Or separate instruction/data caches</a:t>
            </a:r>
          </a:p>
        </p:txBody>
      </p:sp>
      <p:sp>
        <p:nvSpPr>
          <p:cNvPr id="6" name="灯片编号占位符 5">
            <a:extLst>
              <a:ext uri="{FF2B5EF4-FFF2-40B4-BE49-F238E27FC236}">
                <a16:creationId xmlns:a16="http://schemas.microsoft.com/office/drawing/2014/main" id="{73374ED2-1738-4CF1-A7D3-1DBE37054097}"/>
              </a:ext>
            </a:extLst>
          </p:cNvPr>
          <p:cNvSpPr>
            <a:spLocks noGrp="1"/>
          </p:cNvSpPr>
          <p:nvPr>
            <p:ph type="sldNum" sz="quarter" idx="10"/>
          </p:nvPr>
        </p:nvSpPr>
        <p:spPr/>
        <p:txBody>
          <a:bodyPr/>
          <a:lstStyle/>
          <a:p>
            <a:fld id="{D9B6BDF2-6896-4B98-8776-C18582F63BA5}" type="slidenum">
              <a:rPr lang="zh-TW" altLang="en-US" smtClean="0"/>
              <a:pPr/>
              <a:t>57</a:t>
            </a:fld>
            <a:endParaRPr lang="zh-TW" altLang="en-US"/>
          </a:p>
        </p:txBody>
      </p:sp>
    </p:spTree>
    <p:extLst>
      <p:ext uri="{BB962C8B-B14F-4D97-AF65-F5344CB8AC3E}">
        <p14:creationId xmlns:p14="http://schemas.microsoft.com/office/powerpoint/2010/main" val="16495680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6BE19A6A-DF0F-4566-983E-AD26D91E50EC}"/>
              </a:ext>
            </a:extLst>
          </p:cNvPr>
          <p:cNvGrpSpPr/>
          <p:nvPr/>
        </p:nvGrpSpPr>
        <p:grpSpPr>
          <a:xfrm>
            <a:off x="941743" y="927305"/>
            <a:ext cx="7155121" cy="3600450"/>
            <a:chOff x="1241644" y="971550"/>
            <a:chExt cx="6209288" cy="3600450"/>
          </a:xfrm>
        </p:grpSpPr>
        <p:grpSp>
          <p:nvGrpSpPr>
            <p:cNvPr id="61442" name="Group 2">
              <a:extLst>
                <a:ext uri="{FF2B5EF4-FFF2-40B4-BE49-F238E27FC236}">
                  <a16:creationId xmlns:a16="http://schemas.microsoft.com/office/drawing/2014/main" id="{2EE858F7-3527-4925-84E6-42A8660B0E60}"/>
                </a:ext>
              </a:extLst>
            </p:cNvPr>
            <p:cNvGrpSpPr>
              <a:grpSpLocks/>
            </p:cNvGrpSpPr>
            <p:nvPr/>
          </p:nvGrpSpPr>
          <p:grpSpPr bwMode="auto">
            <a:xfrm>
              <a:off x="4242197" y="1543050"/>
              <a:ext cx="438150" cy="350044"/>
              <a:chOff x="2624" y="1296"/>
              <a:chExt cx="340" cy="294"/>
            </a:xfrm>
          </p:grpSpPr>
          <p:sp>
            <p:nvSpPr>
              <p:cNvPr id="61603" name="Freeform 3">
                <a:extLst>
                  <a:ext uri="{FF2B5EF4-FFF2-40B4-BE49-F238E27FC236}">
                    <a16:creationId xmlns:a16="http://schemas.microsoft.com/office/drawing/2014/main" id="{DDD294C4-1F5C-4C5A-9AFD-9318B63570EA}"/>
                  </a:ext>
                </a:extLst>
              </p:cNvPr>
              <p:cNvSpPr>
                <a:spLocks/>
              </p:cNvSpPr>
              <p:nvPr/>
            </p:nvSpPr>
            <p:spPr bwMode="auto">
              <a:xfrm>
                <a:off x="2816" y="1301"/>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solidFill>
                <a:schemeClr val="accent1"/>
              </a:solidFill>
              <a:ln w="25400" cap="rnd">
                <a:solidFill>
                  <a:schemeClr val="tx1"/>
                </a:solidFill>
                <a:round/>
                <a:headEnd type="none" w="sm" len="sm"/>
                <a:tailEnd type="none" w="sm" len="sm"/>
              </a:ln>
            </p:spPr>
            <p:txBody>
              <a:bodyPr/>
              <a:lstStyle/>
              <a:p>
                <a:endParaRPr lang="zh-CN" altLang="en-US" sz="1350"/>
              </a:p>
            </p:txBody>
          </p:sp>
          <p:grpSp>
            <p:nvGrpSpPr>
              <p:cNvPr id="61604" name="Group 4">
                <a:extLst>
                  <a:ext uri="{FF2B5EF4-FFF2-40B4-BE49-F238E27FC236}">
                    <a16:creationId xmlns:a16="http://schemas.microsoft.com/office/drawing/2014/main" id="{CEBC507D-3763-4164-913F-1BDB6A10081B}"/>
                  </a:ext>
                </a:extLst>
              </p:cNvPr>
              <p:cNvGrpSpPr>
                <a:grpSpLocks/>
              </p:cNvGrpSpPr>
              <p:nvPr/>
            </p:nvGrpSpPr>
            <p:grpSpPr bwMode="auto">
              <a:xfrm>
                <a:off x="2624" y="1296"/>
                <a:ext cx="340" cy="289"/>
                <a:chOff x="2624" y="1296"/>
                <a:chExt cx="340" cy="289"/>
              </a:xfrm>
            </p:grpSpPr>
            <p:sp>
              <p:nvSpPr>
                <p:cNvPr id="61605" name="Freeform 5">
                  <a:extLst>
                    <a:ext uri="{FF2B5EF4-FFF2-40B4-BE49-F238E27FC236}">
                      <a16:creationId xmlns:a16="http://schemas.microsoft.com/office/drawing/2014/main" id="{98730F2E-1F48-418B-8F96-D7AE4610D153}"/>
                    </a:ext>
                  </a:extLst>
                </p:cNvPr>
                <p:cNvSpPr>
                  <a:spLocks/>
                </p:cNvSpPr>
                <p:nvPr/>
              </p:nvSpPr>
              <p:spPr bwMode="auto">
                <a:xfrm>
                  <a:off x="2624" y="1296"/>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606" name="Freeform 6">
                  <a:extLst>
                    <a:ext uri="{FF2B5EF4-FFF2-40B4-BE49-F238E27FC236}">
                      <a16:creationId xmlns:a16="http://schemas.microsoft.com/office/drawing/2014/main" id="{31706E6E-5115-4B8E-A73B-EBD4F05C432F}"/>
                    </a:ext>
                  </a:extLst>
                </p:cNvPr>
                <p:cNvSpPr>
                  <a:spLocks/>
                </p:cNvSpPr>
                <p:nvPr/>
              </p:nvSpPr>
              <p:spPr bwMode="auto">
                <a:xfrm>
                  <a:off x="2793" y="1296"/>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grpSp>
        <p:grpSp>
          <p:nvGrpSpPr>
            <p:cNvPr id="61443" name="Group 7">
              <a:extLst>
                <a:ext uri="{FF2B5EF4-FFF2-40B4-BE49-F238E27FC236}">
                  <a16:creationId xmlns:a16="http://schemas.microsoft.com/office/drawing/2014/main" id="{C1B3F553-5245-419E-8C21-E8BA4BC20B2B}"/>
                </a:ext>
              </a:extLst>
            </p:cNvPr>
            <p:cNvGrpSpPr>
              <a:grpSpLocks/>
            </p:cNvGrpSpPr>
            <p:nvPr/>
          </p:nvGrpSpPr>
          <p:grpSpPr bwMode="auto">
            <a:xfrm>
              <a:off x="4242197" y="3200400"/>
              <a:ext cx="438150" cy="350044"/>
              <a:chOff x="2624" y="2688"/>
              <a:chExt cx="340" cy="294"/>
            </a:xfrm>
          </p:grpSpPr>
          <p:sp>
            <p:nvSpPr>
              <p:cNvPr id="61599" name="Freeform 8">
                <a:extLst>
                  <a:ext uri="{FF2B5EF4-FFF2-40B4-BE49-F238E27FC236}">
                    <a16:creationId xmlns:a16="http://schemas.microsoft.com/office/drawing/2014/main" id="{A7793849-DCBD-4DBB-A7CF-09A2169CA12D}"/>
                  </a:ext>
                </a:extLst>
              </p:cNvPr>
              <p:cNvSpPr>
                <a:spLocks/>
              </p:cNvSpPr>
              <p:nvPr/>
            </p:nvSpPr>
            <p:spPr bwMode="auto">
              <a:xfrm>
                <a:off x="2816" y="2693"/>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solidFill>
                <a:schemeClr val="accent1"/>
              </a:solidFill>
              <a:ln w="25400" cap="rnd">
                <a:solidFill>
                  <a:schemeClr val="tx1"/>
                </a:solidFill>
                <a:round/>
                <a:headEnd type="none" w="sm" len="sm"/>
                <a:tailEnd type="none" w="sm" len="sm"/>
              </a:ln>
            </p:spPr>
            <p:txBody>
              <a:bodyPr/>
              <a:lstStyle/>
              <a:p>
                <a:endParaRPr lang="zh-CN" altLang="en-US" sz="1350"/>
              </a:p>
            </p:txBody>
          </p:sp>
          <p:grpSp>
            <p:nvGrpSpPr>
              <p:cNvPr id="61600" name="Group 9">
                <a:extLst>
                  <a:ext uri="{FF2B5EF4-FFF2-40B4-BE49-F238E27FC236}">
                    <a16:creationId xmlns:a16="http://schemas.microsoft.com/office/drawing/2014/main" id="{35D28E56-3FF3-4E56-998B-EADDC8AB6D21}"/>
                  </a:ext>
                </a:extLst>
              </p:cNvPr>
              <p:cNvGrpSpPr>
                <a:grpSpLocks/>
              </p:cNvGrpSpPr>
              <p:nvPr/>
            </p:nvGrpSpPr>
            <p:grpSpPr bwMode="auto">
              <a:xfrm>
                <a:off x="2624" y="2688"/>
                <a:ext cx="340" cy="289"/>
                <a:chOff x="2624" y="2688"/>
                <a:chExt cx="340" cy="289"/>
              </a:xfrm>
            </p:grpSpPr>
            <p:sp>
              <p:nvSpPr>
                <p:cNvPr id="61601" name="Freeform 10">
                  <a:extLst>
                    <a:ext uri="{FF2B5EF4-FFF2-40B4-BE49-F238E27FC236}">
                      <a16:creationId xmlns:a16="http://schemas.microsoft.com/office/drawing/2014/main" id="{8FE82F45-F4E2-4F83-BF64-23034BB878FB}"/>
                    </a:ext>
                  </a:extLst>
                </p:cNvPr>
                <p:cNvSpPr>
                  <a:spLocks/>
                </p:cNvSpPr>
                <p:nvPr/>
              </p:nvSpPr>
              <p:spPr bwMode="auto">
                <a:xfrm>
                  <a:off x="2624" y="2688"/>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602" name="Freeform 11">
                  <a:extLst>
                    <a:ext uri="{FF2B5EF4-FFF2-40B4-BE49-F238E27FC236}">
                      <a16:creationId xmlns:a16="http://schemas.microsoft.com/office/drawing/2014/main" id="{7E102EEB-DCC6-41AD-963F-D506FC4FD41B}"/>
                    </a:ext>
                  </a:extLst>
                </p:cNvPr>
                <p:cNvSpPr>
                  <a:spLocks/>
                </p:cNvSpPr>
                <p:nvPr/>
              </p:nvSpPr>
              <p:spPr bwMode="auto">
                <a:xfrm>
                  <a:off x="2793" y="2688"/>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grpSp>
        <p:sp>
          <p:nvSpPr>
            <p:cNvPr id="61444" name="Rectangle 12">
              <a:extLst>
                <a:ext uri="{FF2B5EF4-FFF2-40B4-BE49-F238E27FC236}">
                  <a16:creationId xmlns:a16="http://schemas.microsoft.com/office/drawing/2014/main" id="{15649A5C-E28D-48D6-B6F8-06BE373614AE}"/>
                </a:ext>
              </a:extLst>
            </p:cNvPr>
            <p:cNvSpPr>
              <a:spLocks noChangeArrowheads="1"/>
            </p:cNvSpPr>
            <p:nvPr/>
          </p:nvSpPr>
          <p:spPr bwMode="auto">
            <a:xfrm>
              <a:off x="4220767" y="3215879"/>
              <a:ext cx="48250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sp>
          <p:nvSpPr>
            <p:cNvPr id="61445" name="Rectangle 13">
              <a:extLst>
                <a:ext uri="{FF2B5EF4-FFF2-40B4-BE49-F238E27FC236}">
                  <a16:creationId xmlns:a16="http://schemas.microsoft.com/office/drawing/2014/main" id="{FBBD54BF-C86E-4E9F-8308-6C89F3C18613}"/>
                </a:ext>
              </a:extLst>
            </p:cNvPr>
            <p:cNvSpPr>
              <a:spLocks noChangeArrowheads="1"/>
            </p:cNvSpPr>
            <p:nvPr/>
          </p:nvSpPr>
          <p:spPr bwMode="auto">
            <a:xfrm>
              <a:off x="1241644" y="1722835"/>
              <a:ext cx="242052" cy="243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400" b="0" dirty="0">
                  <a:latin typeface="Arial" panose="020B0604020202020204" pitchFamily="34" charset="0"/>
                  <a:ea typeface="新細明體" panose="02020500000000000000" pitchFamily="18" charset="-120"/>
                </a:rPr>
                <a:t>I</a:t>
              </a:r>
            </a:p>
            <a:p>
              <a:pPr algn="ctr">
                <a:lnSpc>
                  <a:spcPct val="100000"/>
                </a:lnSpc>
                <a:spcBef>
                  <a:spcPct val="0"/>
                </a:spcBef>
                <a:buClrTx/>
                <a:buSzTx/>
                <a:buFontTx/>
                <a:buNone/>
              </a:pPr>
              <a:r>
                <a:rPr kumimoji="1" lang="en-US" altLang="zh-TW" sz="1400" b="0" dirty="0">
                  <a:latin typeface="Arial" panose="020B0604020202020204" pitchFamily="34" charset="0"/>
                  <a:ea typeface="新細明體" panose="02020500000000000000" pitchFamily="18" charset="-120"/>
                </a:rPr>
                <a:t>n</a:t>
              </a:r>
            </a:p>
            <a:p>
              <a:pPr algn="ctr">
                <a:lnSpc>
                  <a:spcPct val="100000"/>
                </a:lnSpc>
                <a:spcBef>
                  <a:spcPct val="0"/>
                </a:spcBef>
                <a:buClrTx/>
                <a:buSzTx/>
                <a:buFontTx/>
                <a:buNone/>
              </a:pPr>
              <a:r>
                <a:rPr kumimoji="1" lang="en-US" altLang="zh-TW" sz="1400" b="0" dirty="0">
                  <a:latin typeface="Arial" panose="020B0604020202020204" pitchFamily="34" charset="0"/>
                  <a:ea typeface="新細明體" panose="02020500000000000000" pitchFamily="18" charset="-120"/>
                </a:rPr>
                <a:t>s</a:t>
              </a:r>
            </a:p>
            <a:p>
              <a:pPr algn="ctr">
                <a:lnSpc>
                  <a:spcPct val="100000"/>
                </a:lnSpc>
                <a:spcBef>
                  <a:spcPct val="0"/>
                </a:spcBef>
                <a:buClrTx/>
                <a:buSzTx/>
                <a:buFontTx/>
                <a:buNone/>
              </a:pPr>
              <a:r>
                <a:rPr kumimoji="1" lang="en-US" altLang="zh-TW" sz="1400" b="0" dirty="0">
                  <a:latin typeface="Arial" panose="020B0604020202020204" pitchFamily="34" charset="0"/>
                  <a:ea typeface="新細明體" panose="02020500000000000000" pitchFamily="18" charset="-120"/>
                </a:rPr>
                <a:t>t</a:t>
              </a:r>
            </a:p>
            <a:p>
              <a:pPr algn="ctr">
                <a:lnSpc>
                  <a:spcPct val="100000"/>
                </a:lnSpc>
                <a:spcBef>
                  <a:spcPct val="0"/>
                </a:spcBef>
                <a:buClrTx/>
                <a:buSzTx/>
                <a:buFontTx/>
                <a:buNone/>
              </a:pPr>
              <a:r>
                <a:rPr kumimoji="1" lang="en-US" altLang="zh-TW" sz="1400" b="0" dirty="0">
                  <a:latin typeface="Arial" panose="020B0604020202020204" pitchFamily="34" charset="0"/>
                  <a:ea typeface="新細明體" panose="02020500000000000000" pitchFamily="18" charset="-120"/>
                </a:rPr>
                <a:t>r.</a:t>
              </a:r>
            </a:p>
            <a:p>
              <a:pPr algn="ctr">
                <a:lnSpc>
                  <a:spcPct val="100000"/>
                </a:lnSpc>
                <a:spcBef>
                  <a:spcPct val="0"/>
                </a:spcBef>
                <a:buClrTx/>
                <a:buSzTx/>
                <a:buFontTx/>
                <a:buNone/>
              </a:pPr>
              <a:endParaRPr kumimoji="1" lang="en-US" altLang="zh-TW" sz="1400" b="0" dirty="0">
                <a:latin typeface="Arial" panose="020B0604020202020204" pitchFamily="34" charset="0"/>
                <a:ea typeface="新細明體" panose="02020500000000000000" pitchFamily="18" charset="-120"/>
              </a:endParaRPr>
            </a:p>
            <a:p>
              <a:pPr algn="ctr">
                <a:lnSpc>
                  <a:spcPct val="100000"/>
                </a:lnSpc>
                <a:spcBef>
                  <a:spcPct val="0"/>
                </a:spcBef>
                <a:buClrTx/>
                <a:buSzTx/>
                <a:buFontTx/>
                <a:buNone/>
              </a:pPr>
              <a:r>
                <a:rPr kumimoji="1" lang="en-US" altLang="zh-TW" sz="1400" b="0" dirty="0">
                  <a:latin typeface="Arial" panose="020B0604020202020204" pitchFamily="34" charset="0"/>
                  <a:ea typeface="新細明體" panose="02020500000000000000" pitchFamily="18" charset="-120"/>
                </a:rPr>
                <a:t>O</a:t>
              </a:r>
            </a:p>
            <a:p>
              <a:pPr algn="ctr">
                <a:lnSpc>
                  <a:spcPct val="100000"/>
                </a:lnSpc>
                <a:spcBef>
                  <a:spcPct val="0"/>
                </a:spcBef>
                <a:buClrTx/>
                <a:buSzTx/>
                <a:buFontTx/>
                <a:buNone/>
              </a:pPr>
              <a:r>
                <a:rPr kumimoji="1" lang="en-US" altLang="zh-TW" sz="1400" b="0" dirty="0">
                  <a:latin typeface="Arial" panose="020B0604020202020204" pitchFamily="34" charset="0"/>
                  <a:ea typeface="新細明體" panose="02020500000000000000" pitchFamily="18" charset="-120"/>
                </a:rPr>
                <a:t>r</a:t>
              </a:r>
            </a:p>
            <a:p>
              <a:pPr algn="ctr">
                <a:lnSpc>
                  <a:spcPct val="100000"/>
                </a:lnSpc>
                <a:spcBef>
                  <a:spcPct val="0"/>
                </a:spcBef>
                <a:buClrTx/>
                <a:buSzTx/>
                <a:buFontTx/>
                <a:buNone/>
              </a:pPr>
              <a:r>
                <a:rPr kumimoji="1" lang="en-US" altLang="zh-TW" sz="1400" b="0" dirty="0">
                  <a:latin typeface="Arial" panose="020B0604020202020204" pitchFamily="34" charset="0"/>
                  <a:ea typeface="新細明體" panose="02020500000000000000" pitchFamily="18" charset="-120"/>
                </a:rPr>
                <a:t>d</a:t>
              </a:r>
            </a:p>
            <a:p>
              <a:pPr algn="ctr">
                <a:lnSpc>
                  <a:spcPct val="100000"/>
                </a:lnSpc>
                <a:spcBef>
                  <a:spcPct val="0"/>
                </a:spcBef>
                <a:buClrTx/>
                <a:buSzTx/>
                <a:buFontTx/>
                <a:buNone/>
              </a:pPr>
              <a:r>
                <a:rPr kumimoji="1" lang="en-US" altLang="zh-TW" sz="1400" b="0" dirty="0">
                  <a:latin typeface="Arial" panose="020B0604020202020204" pitchFamily="34" charset="0"/>
                  <a:ea typeface="新細明體" panose="02020500000000000000" pitchFamily="18" charset="-120"/>
                </a:rPr>
                <a:t>e</a:t>
              </a:r>
            </a:p>
            <a:p>
              <a:pPr algn="ctr">
                <a:lnSpc>
                  <a:spcPct val="100000"/>
                </a:lnSpc>
                <a:spcBef>
                  <a:spcPct val="0"/>
                </a:spcBef>
                <a:buClrTx/>
                <a:buSzTx/>
                <a:buFontTx/>
                <a:buNone/>
              </a:pPr>
              <a:r>
                <a:rPr kumimoji="1" lang="en-US" altLang="zh-TW" sz="1400" b="0" dirty="0">
                  <a:latin typeface="Arial" panose="020B0604020202020204" pitchFamily="34" charset="0"/>
                  <a:ea typeface="新細明體" panose="02020500000000000000" pitchFamily="18" charset="-120"/>
                </a:rPr>
                <a:t>r</a:t>
              </a:r>
            </a:p>
          </p:txBody>
        </p:sp>
        <p:sp>
          <p:nvSpPr>
            <p:cNvPr id="61446" name="Line 14">
              <a:extLst>
                <a:ext uri="{FF2B5EF4-FFF2-40B4-BE49-F238E27FC236}">
                  <a16:creationId xmlns:a16="http://schemas.microsoft.com/office/drawing/2014/main" id="{7989A565-4DD5-4E2D-A73B-FE99CCADE22D}"/>
                </a:ext>
              </a:extLst>
            </p:cNvPr>
            <p:cNvSpPr>
              <a:spLocks noChangeShapeType="1"/>
            </p:cNvSpPr>
            <p:nvPr/>
          </p:nvSpPr>
          <p:spPr bwMode="auto">
            <a:xfrm>
              <a:off x="1610916" y="1676400"/>
              <a:ext cx="0" cy="24384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47" name="Line 15">
              <a:extLst>
                <a:ext uri="{FF2B5EF4-FFF2-40B4-BE49-F238E27FC236}">
                  <a16:creationId xmlns:a16="http://schemas.microsoft.com/office/drawing/2014/main" id="{8ACD5888-6AA1-4F52-96D4-32EBCF71B106}"/>
                </a:ext>
              </a:extLst>
            </p:cNvPr>
            <p:cNvSpPr>
              <a:spLocks noChangeShapeType="1"/>
            </p:cNvSpPr>
            <p:nvPr/>
          </p:nvSpPr>
          <p:spPr bwMode="auto">
            <a:xfrm>
              <a:off x="2115741" y="1114425"/>
              <a:ext cx="5149453"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48" name="Rectangle 16">
              <a:extLst>
                <a:ext uri="{FF2B5EF4-FFF2-40B4-BE49-F238E27FC236}">
                  <a16:creationId xmlns:a16="http://schemas.microsoft.com/office/drawing/2014/main" id="{59C515AA-FBEE-4E1F-A1DC-EEAB8B855AA7}"/>
                </a:ext>
              </a:extLst>
            </p:cNvPr>
            <p:cNvSpPr>
              <a:spLocks noChangeArrowheads="1"/>
            </p:cNvSpPr>
            <p:nvPr/>
          </p:nvSpPr>
          <p:spPr bwMode="auto">
            <a:xfrm>
              <a:off x="1352550" y="971550"/>
              <a:ext cx="522643"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b="0" i="1">
                  <a:latin typeface="Arial" panose="020B0604020202020204" pitchFamily="34" charset="0"/>
                  <a:ea typeface="新細明體" panose="02020500000000000000" pitchFamily="18" charset="-120"/>
                </a:rPr>
                <a:t>Time</a:t>
              </a:r>
            </a:p>
          </p:txBody>
        </p:sp>
        <p:sp>
          <p:nvSpPr>
            <p:cNvPr id="61449" name="Rectangle 17">
              <a:extLst>
                <a:ext uri="{FF2B5EF4-FFF2-40B4-BE49-F238E27FC236}">
                  <a16:creationId xmlns:a16="http://schemas.microsoft.com/office/drawing/2014/main" id="{1DB9B801-C4DA-45D3-81BE-92056A86B00D}"/>
                </a:ext>
              </a:extLst>
            </p:cNvPr>
            <p:cNvSpPr>
              <a:spLocks noChangeArrowheads="1"/>
            </p:cNvSpPr>
            <p:nvPr/>
          </p:nvSpPr>
          <p:spPr bwMode="auto">
            <a:xfrm>
              <a:off x="1608535" y="1684735"/>
              <a:ext cx="491059"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dirty="0">
                  <a:latin typeface="Arial" panose="020B0604020202020204" pitchFamily="34" charset="0"/>
                  <a:ea typeface="新細明體" panose="02020500000000000000" pitchFamily="18" charset="-120"/>
                </a:rPr>
                <a:t>Load</a:t>
              </a:r>
            </a:p>
          </p:txBody>
        </p:sp>
        <p:sp>
          <p:nvSpPr>
            <p:cNvPr id="61450" name="Rectangle 18">
              <a:extLst>
                <a:ext uri="{FF2B5EF4-FFF2-40B4-BE49-F238E27FC236}">
                  <a16:creationId xmlns:a16="http://schemas.microsoft.com/office/drawing/2014/main" id="{686D10BC-9E54-4379-9B05-F3A451CCED0E}"/>
                </a:ext>
              </a:extLst>
            </p:cNvPr>
            <p:cNvSpPr>
              <a:spLocks noChangeArrowheads="1"/>
            </p:cNvSpPr>
            <p:nvPr/>
          </p:nvSpPr>
          <p:spPr bwMode="auto">
            <a:xfrm>
              <a:off x="1587103" y="2180035"/>
              <a:ext cx="587045"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dirty="0" err="1">
                  <a:latin typeface="Arial" panose="020B0604020202020204" pitchFamily="34" charset="0"/>
                  <a:ea typeface="新細明體" panose="02020500000000000000" pitchFamily="18" charset="-120"/>
                </a:rPr>
                <a:t>Instr</a:t>
              </a:r>
              <a:r>
                <a:rPr kumimoji="1" lang="en-US" altLang="zh-TW" sz="1400" dirty="0">
                  <a:latin typeface="Arial" panose="020B0604020202020204" pitchFamily="34" charset="0"/>
                  <a:ea typeface="新細明體" panose="02020500000000000000" pitchFamily="18" charset="-120"/>
                </a:rPr>
                <a:t> 1</a:t>
              </a:r>
            </a:p>
          </p:txBody>
        </p:sp>
        <p:sp>
          <p:nvSpPr>
            <p:cNvPr id="61451" name="Rectangle 19">
              <a:extLst>
                <a:ext uri="{FF2B5EF4-FFF2-40B4-BE49-F238E27FC236}">
                  <a16:creationId xmlns:a16="http://schemas.microsoft.com/office/drawing/2014/main" id="{2DA5BFDE-8CCA-4FA2-8F6A-DEF9B2D89860}"/>
                </a:ext>
              </a:extLst>
            </p:cNvPr>
            <p:cNvSpPr>
              <a:spLocks noChangeArrowheads="1"/>
            </p:cNvSpPr>
            <p:nvPr/>
          </p:nvSpPr>
          <p:spPr bwMode="auto">
            <a:xfrm>
              <a:off x="1577578" y="2732485"/>
              <a:ext cx="587045"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dirty="0" err="1">
                  <a:latin typeface="Arial" panose="020B0604020202020204" pitchFamily="34" charset="0"/>
                  <a:ea typeface="新細明體" panose="02020500000000000000" pitchFamily="18" charset="-120"/>
                </a:rPr>
                <a:t>Instr</a:t>
              </a:r>
              <a:r>
                <a:rPr kumimoji="1" lang="en-US" altLang="zh-TW" sz="1400" dirty="0">
                  <a:latin typeface="Arial" panose="020B0604020202020204" pitchFamily="34" charset="0"/>
                  <a:ea typeface="新細明體" panose="02020500000000000000" pitchFamily="18" charset="-120"/>
                </a:rPr>
                <a:t> 2</a:t>
              </a:r>
            </a:p>
          </p:txBody>
        </p:sp>
        <p:sp>
          <p:nvSpPr>
            <p:cNvPr id="61452" name="Rectangle 20">
              <a:extLst>
                <a:ext uri="{FF2B5EF4-FFF2-40B4-BE49-F238E27FC236}">
                  <a16:creationId xmlns:a16="http://schemas.microsoft.com/office/drawing/2014/main" id="{16176FA3-46B7-460A-B088-A95D988CF394}"/>
                </a:ext>
              </a:extLst>
            </p:cNvPr>
            <p:cNvSpPr>
              <a:spLocks noChangeArrowheads="1"/>
            </p:cNvSpPr>
            <p:nvPr/>
          </p:nvSpPr>
          <p:spPr bwMode="auto">
            <a:xfrm>
              <a:off x="1572816" y="3244454"/>
              <a:ext cx="587045"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Instr 3</a:t>
              </a:r>
            </a:p>
          </p:txBody>
        </p:sp>
        <p:sp>
          <p:nvSpPr>
            <p:cNvPr id="61453" name="Rectangle 21">
              <a:extLst>
                <a:ext uri="{FF2B5EF4-FFF2-40B4-BE49-F238E27FC236}">
                  <a16:creationId xmlns:a16="http://schemas.microsoft.com/office/drawing/2014/main" id="{C3744769-B668-46B9-900F-FF963B703BFF}"/>
                </a:ext>
              </a:extLst>
            </p:cNvPr>
            <p:cNvSpPr>
              <a:spLocks noChangeArrowheads="1"/>
            </p:cNvSpPr>
            <p:nvPr/>
          </p:nvSpPr>
          <p:spPr bwMode="auto">
            <a:xfrm>
              <a:off x="1618060" y="3786188"/>
              <a:ext cx="587045"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Instr 4</a:t>
              </a:r>
            </a:p>
          </p:txBody>
        </p:sp>
        <p:sp>
          <p:nvSpPr>
            <p:cNvPr id="61454" name="Line 22">
              <a:extLst>
                <a:ext uri="{FF2B5EF4-FFF2-40B4-BE49-F238E27FC236}">
                  <a16:creationId xmlns:a16="http://schemas.microsoft.com/office/drawing/2014/main" id="{E69840DC-54BC-4177-8268-73E44556D534}"/>
                </a:ext>
              </a:extLst>
            </p:cNvPr>
            <p:cNvSpPr>
              <a:spLocks noChangeShapeType="1"/>
            </p:cNvSpPr>
            <p:nvPr/>
          </p:nvSpPr>
          <p:spPr bwMode="auto">
            <a:xfrm>
              <a:off x="3086100" y="1200150"/>
              <a:ext cx="0" cy="3371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55" name="Line 23">
              <a:extLst>
                <a:ext uri="{FF2B5EF4-FFF2-40B4-BE49-F238E27FC236}">
                  <a16:creationId xmlns:a16="http://schemas.microsoft.com/office/drawing/2014/main" id="{024E0278-1505-41A8-979B-A0D03F56585A}"/>
                </a:ext>
              </a:extLst>
            </p:cNvPr>
            <p:cNvSpPr>
              <a:spLocks noChangeShapeType="1"/>
            </p:cNvSpPr>
            <p:nvPr/>
          </p:nvSpPr>
          <p:spPr bwMode="auto">
            <a:xfrm>
              <a:off x="3643313" y="1200150"/>
              <a:ext cx="0" cy="3371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56" name="Line 24">
              <a:extLst>
                <a:ext uri="{FF2B5EF4-FFF2-40B4-BE49-F238E27FC236}">
                  <a16:creationId xmlns:a16="http://schemas.microsoft.com/office/drawing/2014/main" id="{16D46934-9A4A-448B-8A36-736BFF1CE1E1}"/>
                </a:ext>
              </a:extLst>
            </p:cNvPr>
            <p:cNvSpPr>
              <a:spLocks noChangeShapeType="1"/>
            </p:cNvSpPr>
            <p:nvPr/>
          </p:nvSpPr>
          <p:spPr bwMode="auto">
            <a:xfrm>
              <a:off x="4200525" y="1200150"/>
              <a:ext cx="0" cy="3371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57" name="Line 25">
              <a:extLst>
                <a:ext uri="{FF2B5EF4-FFF2-40B4-BE49-F238E27FC236}">
                  <a16:creationId xmlns:a16="http://schemas.microsoft.com/office/drawing/2014/main" id="{04615A9B-4588-4F38-B3D0-989E85687805}"/>
                </a:ext>
              </a:extLst>
            </p:cNvPr>
            <p:cNvSpPr>
              <a:spLocks noChangeShapeType="1"/>
            </p:cNvSpPr>
            <p:nvPr/>
          </p:nvSpPr>
          <p:spPr bwMode="auto">
            <a:xfrm>
              <a:off x="4757738" y="1200150"/>
              <a:ext cx="0" cy="3371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58" name="Line 26">
              <a:extLst>
                <a:ext uri="{FF2B5EF4-FFF2-40B4-BE49-F238E27FC236}">
                  <a16:creationId xmlns:a16="http://schemas.microsoft.com/office/drawing/2014/main" id="{94B405B6-9082-47C3-95C0-CDE0E88EEAA2}"/>
                </a:ext>
              </a:extLst>
            </p:cNvPr>
            <p:cNvSpPr>
              <a:spLocks noChangeShapeType="1"/>
            </p:cNvSpPr>
            <p:nvPr/>
          </p:nvSpPr>
          <p:spPr bwMode="auto">
            <a:xfrm>
              <a:off x="5314950" y="1200150"/>
              <a:ext cx="0" cy="3371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59" name="Line 27">
              <a:extLst>
                <a:ext uri="{FF2B5EF4-FFF2-40B4-BE49-F238E27FC236}">
                  <a16:creationId xmlns:a16="http://schemas.microsoft.com/office/drawing/2014/main" id="{1318991D-FB90-47C2-AABC-C31F6C13576A}"/>
                </a:ext>
              </a:extLst>
            </p:cNvPr>
            <p:cNvSpPr>
              <a:spLocks noChangeShapeType="1"/>
            </p:cNvSpPr>
            <p:nvPr/>
          </p:nvSpPr>
          <p:spPr bwMode="auto">
            <a:xfrm>
              <a:off x="5872163" y="1200150"/>
              <a:ext cx="0" cy="3371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60" name="Line 28">
              <a:extLst>
                <a:ext uri="{FF2B5EF4-FFF2-40B4-BE49-F238E27FC236}">
                  <a16:creationId xmlns:a16="http://schemas.microsoft.com/office/drawing/2014/main" id="{4676DC9E-7421-40D2-B201-C30335F052E5}"/>
                </a:ext>
              </a:extLst>
            </p:cNvPr>
            <p:cNvSpPr>
              <a:spLocks noChangeShapeType="1"/>
            </p:cNvSpPr>
            <p:nvPr/>
          </p:nvSpPr>
          <p:spPr bwMode="auto">
            <a:xfrm>
              <a:off x="6429375" y="1200150"/>
              <a:ext cx="0" cy="3371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61" name="Line 29">
              <a:extLst>
                <a:ext uri="{FF2B5EF4-FFF2-40B4-BE49-F238E27FC236}">
                  <a16:creationId xmlns:a16="http://schemas.microsoft.com/office/drawing/2014/main" id="{DC3AF3DE-0321-4434-9122-3CEAB0E23CB2}"/>
                </a:ext>
              </a:extLst>
            </p:cNvPr>
            <p:cNvSpPr>
              <a:spLocks noChangeShapeType="1"/>
            </p:cNvSpPr>
            <p:nvPr/>
          </p:nvSpPr>
          <p:spPr bwMode="auto">
            <a:xfrm>
              <a:off x="6986588" y="1200150"/>
              <a:ext cx="0" cy="3371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nvGrpSpPr>
            <p:cNvPr id="61462" name="Group 30">
              <a:extLst>
                <a:ext uri="{FF2B5EF4-FFF2-40B4-BE49-F238E27FC236}">
                  <a16:creationId xmlns:a16="http://schemas.microsoft.com/office/drawing/2014/main" id="{07851A15-812D-446F-81AE-B805DFB437F7}"/>
                </a:ext>
              </a:extLst>
            </p:cNvPr>
            <p:cNvGrpSpPr>
              <a:grpSpLocks/>
            </p:cNvGrpSpPr>
            <p:nvPr/>
          </p:nvGrpSpPr>
          <p:grpSpPr bwMode="auto">
            <a:xfrm>
              <a:off x="3780949" y="1485900"/>
              <a:ext cx="277894" cy="572691"/>
              <a:chOff x="2267" y="1248"/>
              <a:chExt cx="215" cy="481"/>
            </a:xfrm>
          </p:grpSpPr>
          <p:sp>
            <p:nvSpPr>
              <p:cNvPr id="61597" name="Freeform 31">
                <a:extLst>
                  <a:ext uri="{FF2B5EF4-FFF2-40B4-BE49-F238E27FC236}">
                    <a16:creationId xmlns:a16="http://schemas.microsoft.com/office/drawing/2014/main" id="{03738111-9580-47D0-9078-161669375308}"/>
                  </a:ext>
                </a:extLst>
              </p:cNvPr>
              <p:cNvSpPr>
                <a:spLocks/>
              </p:cNvSpPr>
              <p:nvPr/>
            </p:nvSpPr>
            <p:spPr bwMode="auto">
              <a:xfrm>
                <a:off x="2269" y="1248"/>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98" name="Rectangle 32">
                <a:extLst>
                  <a:ext uri="{FF2B5EF4-FFF2-40B4-BE49-F238E27FC236}">
                    <a16:creationId xmlns:a16="http://schemas.microsoft.com/office/drawing/2014/main" id="{CFDB83B1-CA8B-4F5D-BFF4-01A8FA001F25}"/>
                  </a:ext>
                </a:extLst>
              </p:cNvPr>
              <p:cNvSpPr>
                <a:spLocks noChangeArrowheads="1"/>
              </p:cNvSpPr>
              <p:nvPr/>
            </p:nvSpPr>
            <p:spPr bwMode="auto">
              <a:xfrm rot="5400000">
                <a:off x="2171" y="1385"/>
                <a:ext cx="38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ALU</a:t>
                </a:r>
              </a:p>
            </p:txBody>
          </p:sp>
        </p:grpSp>
        <p:grpSp>
          <p:nvGrpSpPr>
            <p:cNvPr id="61463" name="Group 33">
              <a:extLst>
                <a:ext uri="{FF2B5EF4-FFF2-40B4-BE49-F238E27FC236}">
                  <a16:creationId xmlns:a16="http://schemas.microsoft.com/office/drawing/2014/main" id="{938F212C-2A7B-479E-A9F6-D6CAD2A69ED9}"/>
                </a:ext>
              </a:extLst>
            </p:cNvPr>
            <p:cNvGrpSpPr>
              <a:grpSpLocks/>
            </p:cNvGrpSpPr>
            <p:nvPr/>
          </p:nvGrpSpPr>
          <p:grpSpPr bwMode="auto">
            <a:xfrm>
              <a:off x="2569369" y="1600200"/>
              <a:ext cx="482603" cy="344091"/>
              <a:chOff x="1327" y="1344"/>
              <a:chExt cx="374" cy="289"/>
            </a:xfrm>
          </p:grpSpPr>
          <p:sp>
            <p:nvSpPr>
              <p:cNvPr id="61593" name="Rectangle 34">
                <a:extLst>
                  <a:ext uri="{FF2B5EF4-FFF2-40B4-BE49-F238E27FC236}">
                    <a16:creationId xmlns:a16="http://schemas.microsoft.com/office/drawing/2014/main" id="{A053BB75-9A9C-49DA-90BD-C62EDD349F24}"/>
                  </a:ext>
                </a:extLst>
              </p:cNvPr>
              <p:cNvSpPr>
                <a:spLocks noChangeArrowheads="1"/>
              </p:cNvSpPr>
              <p:nvPr/>
            </p:nvSpPr>
            <p:spPr bwMode="auto">
              <a:xfrm>
                <a:off x="1327" y="1357"/>
                <a:ext cx="3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grpSp>
            <p:nvGrpSpPr>
              <p:cNvPr id="61594" name="Group 35">
                <a:extLst>
                  <a:ext uri="{FF2B5EF4-FFF2-40B4-BE49-F238E27FC236}">
                    <a16:creationId xmlns:a16="http://schemas.microsoft.com/office/drawing/2014/main" id="{CC5859D3-3349-43EA-9EA5-2167725AD0E9}"/>
                  </a:ext>
                </a:extLst>
              </p:cNvPr>
              <p:cNvGrpSpPr>
                <a:grpSpLocks/>
              </p:cNvGrpSpPr>
              <p:nvPr/>
            </p:nvGrpSpPr>
            <p:grpSpPr bwMode="auto">
              <a:xfrm>
                <a:off x="1343" y="1344"/>
                <a:ext cx="340" cy="289"/>
                <a:chOff x="1343" y="1344"/>
                <a:chExt cx="340" cy="289"/>
              </a:xfrm>
            </p:grpSpPr>
            <p:sp>
              <p:nvSpPr>
                <p:cNvPr id="61595" name="Freeform 36">
                  <a:extLst>
                    <a:ext uri="{FF2B5EF4-FFF2-40B4-BE49-F238E27FC236}">
                      <a16:creationId xmlns:a16="http://schemas.microsoft.com/office/drawing/2014/main" id="{6ED62AD2-1BA9-4992-8096-450BCA265374}"/>
                    </a:ext>
                  </a:extLst>
                </p:cNvPr>
                <p:cNvSpPr>
                  <a:spLocks/>
                </p:cNvSpPr>
                <p:nvPr/>
              </p:nvSpPr>
              <p:spPr bwMode="auto">
                <a:xfrm>
                  <a:off x="1343" y="1344"/>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96" name="Freeform 37">
                  <a:extLst>
                    <a:ext uri="{FF2B5EF4-FFF2-40B4-BE49-F238E27FC236}">
                      <a16:creationId xmlns:a16="http://schemas.microsoft.com/office/drawing/2014/main" id="{AE626C6B-F073-479D-90B5-5B78CE186E9D}"/>
                    </a:ext>
                  </a:extLst>
                </p:cNvPr>
                <p:cNvSpPr>
                  <a:spLocks/>
                </p:cNvSpPr>
                <p:nvPr/>
              </p:nvSpPr>
              <p:spPr bwMode="auto">
                <a:xfrm>
                  <a:off x="1512" y="1344"/>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grpSp>
        <p:sp>
          <p:nvSpPr>
            <p:cNvPr id="61464" name="Rectangle 38">
              <a:extLst>
                <a:ext uri="{FF2B5EF4-FFF2-40B4-BE49-F238E27FC236}">
                  <a16:creationId xmlns:a16="http://schemas.microsoft.com/office/drawing/2014/main" id="{313A4B99-B72F-49A2-BBBC-135A55F0FF4C}"/>
                </a:ext>
              </a:extLst>
            </p:cNvPr>
            <p:cNvSpPr>
              <a:spLocks noChangeArrowheads="1"/>
            </p:cNvSpPr>
            <p:nvPr/>
          </p:nvSpPr>
          <p:spPr bwMode="auto">
            <a:xfrm>
              <a:off x="3162300" y="1621632"/>
              <a:ext cx="39594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a:t>
              </a:r>
            </a:p>
          </p:txBody>
        </p:sp>
        <p:grpSp>
          <p:nvGrpSpPr>
            <p:cNvPr id="61465" name="Group 39">
              <a:extLst>
                <a:ext uri="{FF2B5EF4-FFF2-40B4-BE49-F238E27FC236}">
                  <a16:creationId xmlns:a16="http://schemas.microsoft.com/office/drawing/2014/main" id="{92A58D33-D847-4869-A8E6-C1166AD74A73}"/>
                </a:ext>
              </a:extLst>
            </p:cNvPr>
            <p:cNvGrpSpPr>
              <a:grpSpLocks/>
            </p:cNvGrpSpPr>
            <p:nvPr/>
          </p:nvGrpSpPr>
          <p:grpSpPr bwMode="auto">
            <a:xfrm>
              <a:off x="3182542" y="1600200"/>
              <a:ext cx="382190" cy="344091"/>
              <a:chOff x="1803" y="1344"/>
              <a:chExt cx="296" cy="289"/>
            </a:xfrm>
          </p:grpSpPr>
          <p:sp>
            <p:nvSpPr>
              <p:cNvPr id="61591" name="Freeform 40">
                <a:extLst>
                  <a:ext uri="{FF2B5EF4-FFF2-40B4-BE49-F238E27FC236}">
                    <a16:creationId xmlns:a16="http://schemas.microsoft.com/office/drawing/2014/main" id="{39B51D36-567F-48B6-BF45-71C752449302}"/>
                  </a:ext>
                </a:extLst>
              </p:cNvPr>
              <p:cNvSpPr>
                <a:spLocks/>
              </p:cNvSpPr>
              <p:nvPr/>
            </p:nvSpPr>
            <p:spPr bwMode="auto">
              <a:xfrm>
                <a:off x="1803" y="1344"/>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92" name="Freeform 41">
                <a:extLst>
                  <a:ext uri="{FF2B5EF4-FFF2-40B4-BE49-F238E27FC236}">
                    <a16:creationId xmlns:a16="http://schemas.microsoft.com/office/drawing/2014/main" id="{EE8340B5-AB3A-4495-92F9-60A10D031B5F}"/>
                  </a:ext>
                </a:extLst>
              </p:cNvPr>
              <p:cNvSpPr>
                <a:spLocks/>
              </p:cNvSpPr>
              <p:nvPr/>
            </p:nvSpPr>
            <p:spPr bwMode="auto">
              <a:xfrm>
                <a:off x="1951" y="1344"/>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sp>
          <p:nvSpPr>
            <p:cNvPr id="61466" name="Line 42">
              <a:extLst>
                <a:ext uri="{FF2B5EF4-FFF2-40B4-BE49-F238E27FC236}">
                  <a16:creationId xmlns:a16="http://schemas.microsoft.com/office/drawing/2014/main" id="{5145BA50-CD8A-4056-AEA4-6541DB44C9FD}"/>
                </a:ext>
              </a:extLst>
            </p:cNvPr>
            <p:cNvSpPr>
              <a:spLocks noChangeShapeType="1"/>
            </p:cNvSpPr>
            <p:nvPr/>
          </p:nvSpPr>
          <p:spPr bwMode="auto">
            <a:xfrm>
              <a:off x="3024188" y="1771650"/>
              <a:ext cx="144066"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67" name="Freeform 43">
              <a:extLst>
                <a:ext uri="{FF2B5EF4-FFF2-40B4-BE49-F238E27FC236}">
                  <a16:creationId xmlns:a16="http://schemas.microsoft.com/office/drawing/2014/main" id="{FCAF30E3-B39E-4AB1-99F1-D326E2A67C35}"/>
                </a:ext>
              </a:extLst>
            </p:cNvPr>
            <p:cNvSpPr>
              <a:spLocks/>
            </p:cNvSpPr>
            <p:nvPr/>
          </p:nvSpPr>
          <p:spPr bwMode="auto">
            <a:xfrm>
              <a:off x="3114675" y="1657350"/>
              <a:ext cx="61913" cy="115491"/>
            </a:xfrm>
            <a:custGeom>
              <a:avLst/>
              <a:gdLst>
                <a:gd name="T0" fmla="*/ 0 w 48"/>
                <a:gd name="T1" fmla="*/ 2147483647 h 97"/>
                <a:gd name="T2" fmla="*/ 0 w 48"/>
                <a:gd name="T3" fmla="*/ 0 h 97"/>
                <a:gd name="T4" fmla="*/ 2147483647 w 48"/>
                <a:gd name="T5" fmla="*/ 0 h 97"/>
                <a:gd name="T6" fmla="*/ 21474836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468" name="Line 44">
              <a:extLst>
                <a:ext uri="{FF2B5EF4-FFF2-40B4-BE49-F238E27FC236}">
                  <a16:creationId xmlns:a16="http://schemas.microsoft.com/office/drawing/2014/main" id="{49ABB8FD-C4AA-4274-9228-42E9A25F5157}"/>
                </a:ext>
              </a:extLst>
            </p:cNvPr>
            <p:cNvSpPr>
              <a:spLocks noChangeShapeType="1"/>
            </p:cNvSpPr>
            <p:nvPr/>
          </p:nvSpPr>
          <p:spPr bwMode="auto">
            <a:xfrm>
              <a:off x="3561160" y="1657350"/>
              <a:ext cx="222647"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69" name="Rectangle 45">
              <a:extLst>
                <a:ext uri="{FF2B5EF4-FFF2-40B4-BE49-F238E27FC236}">
                  <a16:creationId xmlns:a16="http://schemas.microsoft.com/office/drawing/2014/main" id="{50E885C4-95D2-49AB-895F-5627B3E59346}"/>
                </a:ext>
              </a:extLst>
            </p:cNvPr>
            <p:cNvSpPr>
              <a:spLocks noChangeArrowheads="1"/>
            </p:cNvSpPr>
            <p:nvPr/>
          </p:nvSpPr>
          <p:spPr bwMode="auto">
            <a:xfrm>
              <a:off x="4216004" y="1615679"/>
              <a:ext cx="48250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sp>
          <p:nvSpPr>
            <p:cNvPr id="61470" name="Rectangle 46">
              <a:extLst>
                <a:ext uri="{FF2B5EF4-FFF2-40B4-BE49-F238E27FC236}">
                  <a16:creationId xmlns:a16="http://schemas.microsoft.com/office/drawing/2014/main" id="{F8422938-F0AF-4F47-9A5D-FBF67E6302DC}"/>
                </a:ext>
              </a:extLst>
            </p:cNvPr>
            <p:cNvSpPr>
              <a:spLocks noChangeArrowheads="1"/>
            </p:cNvSpPr>
            <p:nvPr/>
          </p:nvSpPr>
          <p:spPr bwMode="auto">
            <a:xfrm>
              <a:off x="4850607" y="1615679"/>
              <a:ext cx="39594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a:t>
              </a:r>
            </a:p>
          </p:txBody>
        </p:sp>
        <p:grpSp>
          <p:nvGrpSpPr>
            <p:cNvPr id="61471" name="Group 47">
              <a:extLst>
                <a:ext uri="{FF2B5EF4-FFF2-40B4-BE49-F238E27FC236}">
                  <a16:creationId xmlns:a16="http://schemas.microsoft.com/office/drawing/2014/main" id="{3E007C4F-63F0-4284-9815-BFEA07B55823}"/>
                </a:ext>
              </a:extLst>
            </p:cNvPr>
            <p:cNvGrpSpPr>
              <a:grpSpLocks/>
            </p:cNvGrpSpPr>
            <p:nvPr/>
          </p:nvGrpSpPr>
          <p:grpSpPr bwMode="auto">
            <a:xfrm>
              <a:off x="4881562" y="1600200"/>
              <a:ext cx="366713" cy="344091"/>
              <a:chOff x="3120" y="1344"/>
              <a:chExt cx="284" cy="289"/>
            </a:xfrm>
          </p:grpSpPr>
          <p:sp>
            <p:nvSpPr>
              <p:cNvPr id="61589" name="Freeform 48">
                <a:extLst>
                  <a:ext uri="{FF2B5EF4-FFF2-40B4-BE49-F238E27FC236}">
                    <a16:creationId xmlns:a16="http://schemas.microsoft.com/office/drawing/2014/main" id="{C2717637-9247-483E-A6BD-E37C1FC31CE9}"/>
                  </a:ext>
                </a:extLst>
              </p:cNvPr>
              <p:cNvSpPr>
                <a:spLocks/>
              </p:cNvSpPr>
              <p:nvPr/>
            </p:nvSpPr>
            <p:spPr bwMode="auto">
              <a:xfrm>
                <a:off x="3120" y="1344"/>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90" name="Freeform 49">
                <a:extLst>
                  <a:ext uri="{FF2B5EF4-FFF2-40B4-BE49-F238E27FC236}">
                    <a16:creationId xmlns:a16="http://schemas.microsoft.com/office/drawing/2014/main" id="{2B4F4318-B8C6-4B41-BC9B-4D2F3C07B644}"/>
                  </a:ext>
                </a:extLst>
              </p:cNvPr>
              <p:cNvSpPr>
                <a:spLocks/>
              </p:cNvSpPr>
              <p:nvPr/>
            </p:nvSpPr>
            <p:spPr bwMode="auto">
              <a:xfrm>
                <a:off x="3261" y="1344"/>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sp>
          <p:nvSpPr>
            <p:cNvPr id="61472" name="Line 50">
              <a:extLst>
                <a:ext uri="{FF2B5EF4-FFF2-40B4-BE49-F238E27FC236}">
                  <a16:creationId xmlns:a16="http://schemas.microsoft.com/office/drawing/2014/main" id="{AF2EF29B-E02B-4B45-8720-5E63AA161582}"/>
                </a:ext>
              </a:extLst>
            </p:cNvPr>
            <p:cNvSpPr>
              <a:spLocks noChangeShapeType="1"/>
            </p:cNvSpPr>
            <p:nvPr/>
          </p:nvSpPr>
          <p:spPr bwMode="auto">
            <a:xfrm>
              <a:off x="4681538" y="1771650"/>
              <a:ext cx="2000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73" name="Line 51">
              <a:extLst>
                <a:ext uri="{FF2B5EF4-FFF2-40B4-BE49-F238E27FC236}">
                  <a16:creationId xmlns:a16="http://schemas.microsoft.com/office/drawing/2014/main" id="{B9542853-FE2D-4481-855D-B7425A08A11E}"/>
                </a:ext>
              </a:extLst>
            </p:cNvPr>
            <p:cNvSpPr>
              <a:spLocks noChangeShapeType="1"/>
            </p:cNvSpPr>
            <p:nvPr/>
          </p:nvSpPr>
          <p:spPr bwMode="auto">
            <a:xfrm>
              <a:off x="4057650" y="1771650"/>
              <a:ext cx="220266"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74" name="Freeform 52">
              <a:extLst>
                <a:ext uri="{FF2B5EF4-FFF2-40B4-BE49-F238E27FC236}">
                  <a16:creationId xmlns:a16="http://schemas.microsoft.com/office/drawing/2014/main" id="{6C4AFD3B-0D16-4CCB-8868-9C4A441FB83A}"/>
                </a:ext>
              </a:extLst>
            </p:cNvPr>
            <p:cNvSpPr>
              <a:spLocks/>
            </p:cNvSpPr>
            <p:nvPr/>
          </p:nvSpPr>
          <p:spPr bwMode="auto">
            <a:xfrm>
              <a:off x="4224338" y="1771650"/>
              <a:ext cx="554831" cy="229791"/>
            </a:xfrm>
            <a:custGeom>
              <a:avLst/>
              <a:gdLst>
                <a:gd name="T0" fmla="*/ 0 w 431"/>
                <a:gd name="T1" fmla="*/ 0 h 193"/>
                <a:gd name="T2" fmla="*/ 0 w 431"/>
                <a:gd name="T3" fmla="*/ 2147483647 h 193"/>
                <a:gd name="T4" fmla="*/ 2147483647 w 431"/>
                <a:gd name="T5" fmla="*/ 2147483647 h 193"/>
                <a:gd name="T6" fmla="*/ 2147483647 w 431"/>
                <a:gd name="T7" fmla="*/ 2147483647 h 193"/>
                <a:gd name="T8" fmla="*/ 2147483647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475" name="Line 53">
              <a:extLst>
                <a:ext uri="{FF2B5EF4-FFF2-40B4-BE49-F238E27FC236}">
                  <a16:creationId xmlns:a16="http://schemas.microsoft.com/office/drawing/2014/main" id="{F6D7957C-6BD3-4085-B9FC-C4E000199EE0}"/>
                </a:ext>
              </a:extLst>
            </p:cNvPr>
            <p:cNvSpPr>
              <a:spLocks noChangeShapeType="1"/>
            </p:cNvSpPr>
            <p:nvPr/>
          </p:nvSpPr>
          <p:spPr bwMode="auto">
            <a:xfrm>
              <a:off x="3561160" y="1885950"/>
              <a:ext cx="222647"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76" name="Freeform 54">
              <a:extLst>
                <a:ext uri="{FF2B5EF4-FFF2-40B4-BE49-F238E27FC236}">
                  <a16:creationId xmlns:a16="http://schemas.microsoft.com/office/drawing/2014/main" id="{1B06CCE7-B597-4EE1-B52A-8905270C0DCE}"/>
                </a:ext>
              </a:extLst>
            </p:cNvPr>
            <p:cNvSpPr>
              <a:spLocks/>
            </p:cNvSpPr>
            <p:nvPr/>
          </p:nvSpPr>
          <p:spPr bwMode="auto">
            <a:xfrm>
              <a:off x="3690937" y="1765698"/>
              <a:ext cx="434579" cy="330994"/>
            </a:xfrm>
            <a:custGeom>
              <a:avLst/>
              <a:gdLst>
                <a:gd name="T0" fmla="*/ 0 w 337"/>
                <a:gd name="T1" fmla="*/ 2147483647 h 278"/>
                <a:gd name="T2" fmla="*/ 0 w 337"/>
                <a:gd name="T3" fmla="*/ 2147483647 h 278"/>
                <a:gd name="T4" fmla="*/ 2147483647 w 337"/>
                <a:gd name="T5" fmla="*/ 2147483647 h 278"/>
                <a:gd name="T6" fmla="*/ 2147483647 w 337"/>
                <a:gd name="T7" fmla="*/ 2147483647 h 278"/>
                <a:gd name="T8" fmla="*/ 2147483647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nvGrpSpPr>
            <p:cNvPr id="61477" name="Group 55">
              <a:extLst>
                <a:ext uri="{FF2B5EF4-FFF2-40B4-BE49-F238E27FC236}">
                  <a16:creationId xmlns:a16="http://schemas.microsoft.com/office/drawing/2014/main" id="{F576C627-3953-4B63-8274-93AA095200D0}"/>
                </a:ext>
              </a:extLst>
            </p:cNvPr>
            <p:cNvGrpSpPr>
              <a:grpSpLocks/>
            </p:cNvGrpSpPr>
            <p:nvPr/>
          </p:nvGrpSpPr>
          <p:grpSpPr bwMode="auto">
            <a:xfrm>
              <a:off x="3119438" y="2019300"/>
              <a:ext cx="2678906" cy="610791"/>
              <a:chOff x="1754" y="1696"/>
              <a:chExt cx="2077" cy="513"/>
            </a:xfrm>
          </p:grpSpPr>
          <p:grpSp>
            <p:nvGrpSpPr>
              <p:cNvPr id="61561" name="Group 56">
                <a:extLst>
                  <a:ext uri="{FF2B5EF4-FFF2-40B4-BE49-F238E27FC236}">
                    <a16:creationId xmlns:a16="http://schemas.microsoft.com/office/drawing/2014/main" id="{79DA26C0-F3D3-47DC-A212-BC6C62788DD9}"/>
                  </a:ext>
                </a:extLst>
              </p:cNvPr>
              <p:cNvGrpSpPr>
                <a:grpSpLocks/>
              </p:cNvGrpSpPr>
              <p:nvPr/>
            </p:nvGrpSpPr>
            <p:grpSpPr bwMode="auto">
              <a:xfrm>
                <a:off x="2694" y="1696"/>
                <a:ext cx="215" cy="481"/>
                <a:chOff x="2694" y="1696"/>
                <a:chExt cx="215" cy="481"/>
              </a:xfrm>
            </p:grpSpPr>
            <p:sp>
              <p:nvSpPr>
                <p:cNvPr id="61587" name="Freeform 57">
                  <a:extLst>
                    <a:ext uri="{FF2B5EF4-FFF2-40B4-BE49-F238E27FC236}">
                      <a16:creationId xmlns:a16="http://schemas.microsoft.com/office/drawing/2014/main" id="{32D22E99-1A9A-4043-807C-26ECE2DF5A27}"/>
                    </a:ext>
                  </a:extLst>
                </p:cNvPr>
                <p:cNvSpPr>
                  <a:spLocks/>
                </p:cNvSpPr>
                <p:nvPr/>
              </p:nvSpPr>
              <p:spPr bwMode="auto">
                <a:xfrm>
                  <a:off x="2696" y="1696"/>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88" name="Rectangle 58">
                  <a:extLst>
                    <a:ext uri="{FF2B5EF4-FFF2-40B4-BE49-F238E27FC236}">
                      <a16:creationId xmlns:a16="http://schemas.microsoft.com/office/drawing/2014/main" id="{9C64689C-FA31-409C-A92B-CDEE3DBD488B}"/>
                    </a:ext>
                  </a:extLst>
                </p:cNvPr>
                <p:cNvSpPr>
                  <a:spLocks noChangeArrowheads="1"/>
                </p:cNvSpPr>
                <p:nvPr/>
              </p:nvSpPr>
              <p:spPr bwMode="auto">
                <a:xfrm rot="5400000">
                  <a:off x="2598" y="1833"/>
                  <a:ext cx="38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ALU</a:t>
                  </a:r>
                </a:p>
              </p:txBody>
            </p:sp>
          </p:grpSp>
          <p:grpSp>
            <p:nvGrpSpPr>
              <p:cNvPr id="61562" name="Group 59">
                <a:extLst>
                  <a:ext uri="{FF2B5EF4-FFF2-40B4-BE49-F238E27FC236}">
                    <a16:creationId xmlns:a16="http://schemas.microsoft.com/office/drawing/2014/main" id="{50F3668E-3C6D-4A5C-8410-A406A95AEAB0}"/>
                  </a:ext>
                </a:extLst>
              </p:cNvPr>
              <p:cNvGrpSpPr>
                <a:grpSpLocks/>
              </p:cNvGrpSpPr>
              <p:nvPr/>
            </p:nvGrpSpPr>
            <p:grpSpPr bwMode="auto">
              <a:xfrm>
                <a:off x="1754" y="1792"/>
                <a:ext cx="374" cy="289"/>
                <a:chOff x="1754" y="1792"/>
                <a:chExt cx="374" cy="289"/>
              </a:xfrm>
            </p:grpSpPr>
            <p:sp>
              <p:nvSpPr>
                <p:cNvPr id="61583" name="Rectangle 60">
                  <a:extLst>
                    <a:ext uri="{FF2B5EF4-FFF2-40B4-BE49-F238E27FC236}">
                      <a16:creationId xmlns:a16="http://schemas.microsoft.com/office/drawing/2014/main" id="{907C1E7E-0392-4480-9050-FF16E89EACD8}"/>
                    </a:ext>
                  </a:extLst>
                </p:cNvPr>
                <p:cNvSpPr>
                  <a:spLocks noChangeArrowheads="1"/>
                </p:cNvSpPr>
                <p:nvPr/>
              </p:nvSpPr>
              <p:spPr bwMode="auto">
                <a:xfrm>
                  <a:off x="1754" y="1805"/>
                  <a:ext cx="3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grpSp>
              <p:nvGrpSpPr>
                <p:cNvPr id="61584" name="Group 61">
                  <a:extLst>
                    <a:ext uri="{FF2B5EF4-FFF2-40B4-BE49-F238E27FC236}">
                      <a16:creationId xmlns:a16="http://schemas.microsoft.com/office/drawing/2014/main" id="{D3AE624F-AB06-4B3D-B54C-DAE54DC492F6}"/>
                    </a:ext>
                  </a:extLst>
                </p:cNvPr>
                <p:cNvGrpSpPr>
                  <a:grpSpLocks/>
                </p:cNvGrpSpPr>
                <p:nvPr/>
              </p:nvGrpSpPr>
              <p:grpSpPr bwMode="auto">
                <a:xfrm>
                  <a:off x="1770" y="1792"/>
                  <a:ext cx="340" cy="289"/>
                  <a:chOff x="1770" y="1792"/>
                  <a:chExt cx="340" cy="289"/>
                </a:xfrm>
              </p:grpSpPr>
              <p:sp>
                <p:nvSpPr>
                  <p:cNvPr id="61585" name="Freeform 62">
                    <a:extLst>
                      <a:ext uri="{FF2B5EF4-FFF2-40B4-BE49-F238E27FC236}">
                        <a16:creationId xmlns:a16="http://schemas.microsoft.com/office/drawing/2014/main" id="{ACBE8C91-069D-427A-BEF7-0363E2C8B8A2}"/>
                      </a:ext>
                    </a:extLst>
                  </p:cNvPr>
                  <p:cNvSpPr>
                    <a:spLocks/>
                  </p:cNvSpPr>
                  <p:nvPr/>
                </p:nvSpPr>
                <p:spPr bwMode="auto">
                  <a:xfrm>
                    <a:off x="1770" y="1792"/>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86" name="Freeform 63">
                    <a:extLst>
                      <a:ext uri="{FF2B5EF4-FFF2-40B4-BE49-F238E27FC236}">
                        <a16:creationId xmlns:a16="http://schemas.microsoft.com/office/drawing/2014/main" id="{E589D117-565E-4873-A7B3-B784C3ACEA2B}"/>
                      </a:ext>
                    </a:extLst>
                  </p:cNvPr>
                  <p:cNvSpPr>
                    <a:spLocks/>
                  </p:cNvSpPr>
                  <p:nvPr/>
                </p:nvSpPr>
                <p:spPr bwMode="auto">
                  <a:xfrm>
                    <a:off x="1939" y="1792"/>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grpSp>
          <p:sp>
            <p:nvSpPr>
              <p:cNvPr id="61563" name="Rectangle 64">
                <a:extLst>
                  <a:ext uri="{FF2B5EF4-FFF2-40B4-BE49-F238E27FC236}">
                    <a16:creationId xmlns:a16="http://schemas.microsoft.com/office/drawing/2014/main" id="{1E971BA2-699F-4E5B-AAF0-D25DC31D9502}"/>
                  </a:ext>
                </a:extLst>
              </p:cNvPr>
              <p:cNvSpPr>
                <a:spLocks noChangeArrowheads="1"/>
              </p:cNvSpPr>
              <p:nvPr/>
            </p:nvSpPr>
            <p:spPr bwMode="auto">
              <a:xfrm>
                <a:off x="2214" y="1810"/>
                <a:ext cx="30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a:t>
                </a:r>
              </a:p>
            </p:txBody>
          </p:sp>
          <p:grpSp>
            <p:nvGrpSpPr>
              <p:cNvPr id="61564" name="Group 65">
                <a:extLst>
                  <a:ext uri="{FF2B5EF4-FFF2-40B4-BE49-F238E27FC236}">
                    <a16:creationId xmlns:a16="http://schemas.microsoft.com/office/drawing/2014/main" id="{71EF16D1-5111-40C7-9BE9-72323BD403E6}"/>
                  </a:ext>
                </a:extLst>
              </p:cNvPr>
              <p:cNvGrpSpPr>
                <a:grpSpLocks/>
              </p:cNvGrpSpPr>
              <p:nvPr/>
            </p:nvGrpSpPr>
            <p:grpSpPr bwMode="auto">
              <a:xfrm>
                <a:off x="2230" y="1792"/>
                <a:ext cx="296" cy="289"/>
                <a:chOff x="2230" y="1792"/>
                <a:chExt cx="296" cy="289"/>
              </a:xfrm>
            </p:grpSpPr>
            <p:sp>
              <p:nvSpPr>
                <p:cNvPr id="61581" name="Freeform 66">
                  <a:extLst>
                    <a:ext uri="{FF2B5EF4-FFF2-40B4-BE49-F238E27FC236}">
                      <a16:creationId xmlns:a16="http://schemas.microsoft.com/office/drawing/2014/main" id="{75256F43-58E9-4699-8C57-1892A40D95B6}"/>
                    </a:ext>
                  </a:extLst>
                </p:cNvPr>
                <p:cNvSpPr>
                  <a:spLocks/>
                </p:cNvSpPr>
                <p:nvPr/>
              </p:nvSpPr>
              <p:spPr bwMode="auto">
                <a:xfrm>
                  <a:off x="2230" y="1792"/>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82" name="Freeform 67">
                  <a:extLst>
                    <a:ext uri="{FF2B5EF4-FFF2-40B4-BE49-F238E27FC236}">
                      <a16:creationId xmlns:a16="http://schemas.microsoft.com/office/drawing/2014/main" id="{01346D6F-13FA-45CA-B47E-8B0A096A548D}"/>
                    </a:ext>
                  </a:extLst>
                </p:cNvPr>
                <p:cNvSpPr>
                  <a:spLocks/>
                </p:cNvSpPr>
                <p:nvPr/>
              </p:nvSpPr>
              <p:spPr bwMode="auto">
                <a:xfrm>
                  <a:off x="2378" y="1792"/>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sp>
            <p:nvSpPr>
              <p:cNvPr id="61565" name="Line 68">
                <a:extLst>
                  <a:ext uri="{FF2B5EF4-FFF2-40B4-BE49-F238E27FC236}">
                    <a16:creationId xmlns:a16="http://schemas.microsoft.com/office/drawing/2014/main" id="{F1F3F78D-8B34-4C21-BBE9-346F0E860D6B}"/>
                  </a:ext>
                </a:extLst>
              </p:cNvPr>
              <p:cNvSpPr>
                <a:spLocks noChangeShapeType="1"/>
              </p:cNvSpPr>
              <p:nvPr/>
            </p:nvSpPr>
            <p:spPr bwMode="auto">
              <a:xfrm>
                <a:off x="2107" y="1936"/>
                <a:ext cx="112"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566" name="Freeform 69">
                <a:extLst>
                  <a:ext uri="{FF2B5EF4-FFF2-40B4-BE49-F238E27FC236}">
                    <a16:creationId xmlns:a16="http://schemas.microsoft.com/office/drawing/2014/main" id="{B308D48B-0932-481A-A29D-8C66C67DD20B}"/>
                  </a:ext>
                </a:extLst>
              </p:cNvPr>
              <p:cNvSpPr>
                <a:spLocks/>
              </p:cNvSpPr>
              <p:nvPr/>
            </p:nvSpPr>
            <p:spPr bwMode="auto">
              <a:xfrm>
                <a:off x="2177" y="1840"/>
                <a:ext cx="48" cy="97"/>
              </a:xfrm>
              <a:custGeom>
                <a:avLst/>
                <a:gdLst>
                  <a:gd name="T0" fmla="*/ 0 w 48"/>
                  <a:gd name="T1" fmla="*/ 96 h 97"/>
                  <a:gd name="T2" fmla="*/ 0 w 48"/>
                  <a:gd name="T3" fmla="*/ 0 h 97"/>
                  <a:gd name="T4" fmla="*/ 47 w 48"/>
                  <a:gd name="T5" fmla="*/ 0 h 97"/>
                  <a:gd name="T6" fmla="*/ 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67" name="Line 70">
                <a:extLst>
                  <a:ext uri="{FF2B5EF4-FFF2-40B4-BE49-F238E27FC236}">
                    <a16:creationId xmlns:a16="http://schemas.microsoft.com/office/drawing/2014/main" id="{FE660BA8-4E47-44F4-BAD5-B73717B9F0F6}"/>
                  </a:ext>
                </a:extLst>
              </p:cNvPr>
              <p:cNvSpPr>
                <a:spLocks noChangeShapeType="1"/>
              </p:cNvSpPr>
              <p:nvPr/>
            </p:nvSpPr>
            <p:spPr bwMode="auto">
              <a:xfrm>
                <a:off x="2523" y="1840"/>
                <a:ext cx="17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568" name="Rectangle 71">
                <a:extLst>
                  <a:ext uri="{FF2B5EF4-FFF2-40B4-BE49-F238E27FC236}">
                    <a16:creationId xmlns:a16="http://schemas.microsoft.com/office/drawing/2014/main" id="{6CB8377E-B00F-4D9E-854D-F89385D8D875}"/>
                  </a:ext>
                </a:extLst>
              </p:cNvPr>
              <p:cNvSpPr>
                <a:spLocks noChangeArrowheads="1"/>
              </p:cNvSpPr>
              <p:nvPr/>
            </p:nvSpPr>
            <p:spPr bwMode="auto">
              <a:xfrm>
                <a:off x="3031" y="1805"/>
                <a:ext cx="3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grpSp>
            <p:nvGrpSpPr>
              <p:cNvPr id="61569" name="Group 72">
                <a:extLst>
                  <a:ext uri="{FF2B5EF4-FFF2-40B4-BE49-F238E27FC236}">
                    <a16:creationId xmlns:a16="http://schemas.microsoft.com/office/drawing/2014/main" id="{D967918F-165C-4343-A19A-5FA9FEC145AD}"/>
                  </a:ext>
                </a:extLst>
              </p:cNvPr>
              <p:cNvGrpSpPr>
                <a:grpSpLocks/>
              </p:cNvGrpSpPr>
              <p:nvPr/>
            </p:nvGrpSpPr>
            <p:grpSpPr bwMode="auto">
              <a:xfrm>
                <a:off x="3079" y="1792"/>
                <a:ext cx="325" cy="289"/>
                <a:chOff x="3079" y="1792"/>
                <a:chExt cx="325" cy="289"/>
              </a:xfrm>
            </p:grpSpPr>
            <p:sp>
              <p:nvSpPr>
                <p:cNvPr id="61579" name="Freeform 73">
                  <a:extLst>
                    <a:ext uri="{FF2B5EF4-FFF2-40B4-BE49-F238E27FC236}">
                      <a16:creationId xmlns:a16="http://schemas.microsoft.com/office/drawing/2014/main" id="{9C6379DD-89F2-4EA0-B227-9D0B06E367BF}"/>
                    </a:ext>
                  </a:extLst>
                </p:cNvPr>
                <p:cNvSpPr>
                  <a:spLocks/>
                </p:cNvSpPr>
                <p:nvPr/>
              </p:nvSpPr>
              <p:spPr bwMode="auto">
                <a:xfrm>
                  <a:off x="3079" y="1792"/>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 name="T12" fmla="*/ 0 w 162"/>
                    <a:gd name="T13" fmla="*/ 0 h 289"/>
                    <a:gd name="T14" fmla="*/ 162 w 162"/>
                    <a:gd name="T15" fmla="*/ 289 h 289"/>
                  </a:gdLst>
                  <a:ahLst/>
                  <a:cxnLst>
                    <a:cxn ang="T8">
                      <a:pos x="T0" y="T1"/>
                    </a:cxn>
                    <a:cxn ang="T9">
                      <a:pos x="T2" y="T3"/>
                    </a:cxn>
                    <a:cxn ang="T10">
                      <a:pos x="T4" y="T5"/>
                    </a:cxn>
                    <a:cxn ang="T11">
                      <a:pos x="T6" y="T7"/>
                    </a:cxn>
                  </a:cxnLst>
                  <a:rect l="T12" t="T13" r="T14" b="T15"/>
                  <a:pathLst>
                    <a:path w="162" h="289">
                      <a:moveTo>
                        <a:pt x="161" y="0"/>
                      </a:moveTo>
                      <a:lnTo>
                        <a:pt x="0" y="0"/>
                      </a:lnTo>
                      <a:lnTo>
                        <a:pt x="0" y="288"/>
                      </a:lnTo>
                      <a:lnTo>
                        <a:pt x="16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80" name="Freeform 74">
                  <a:extLst>
                    <a:ext uri="{FF2B5EF4-FFF2-40B4-BE49-F238E27FC236}">
                      <a16:creationId xmlns:a16="http://schemas.microsoft.com/office/drawing/2014/main" id="{15D9B0B0-9B75-4B82-956C-921E73024C44}"/>
                    </a:ext>
                  </a:extLst>
                </p:cNvPr>
                <p:cNvSpPr>
                  <a:spLocks/>
                </p:cNvSpPr>
                <p:nvPr/>
              </p:nvSpPr>
              <p:spPr bwMode="auto">
                <a:xfrm>
                  <a:off x="3240" y="1792"/>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 name="T12" fmla="*/ 0 w 164"/>
                    <a:gd name="T13" fmla="*/ 0 h 289"/>
                    <a:gd name="T14" fmla="*/ 164 w 164"/>
                    <a:gd name="T15" fmla="*/ 289 h 289"/>
                  </a:gdLst>
                  <a:ahLst/>
                  <a:cxnLst>
                    <a:cxn ang="T8">
                      <a:pos x="T0" y="T1"/>
                    </a:cxn>
                    <a:cxn ang="T9">
                      <a:pos x="T2" y="T3"/>
                    </a:cxn>
                    <a:cxn ang="T10">
                      <a:pos x="T4" y="T5"/>
                    </a:cxn>
                    <a:cxn ang="T11">
                      <a:pos x="T6" y="T7"/>
                    </a:cxn>
                  </a:cxnLst>
                  <a:rect l="T12" t="T13" r="T14" b="T15"/>
                  <a:pathLst>
                    <a:path w="164" h="289">
                      <a:moveTo>
                        <a:pt x="0" y="0"/>
                      </a:moveTo>
                      <a:lnTo>
                        <a:pt x="163" y="0"/>
                      </a:lnTo>
                      <a:lnTo>
                        <a:pt x="163"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sp>
            <p:nvSpPr>
              <p:cNvPr id="61570" name="Rectangle 75">
                <a:extLst>
                  <a:ext uri="{FF2B5EF4-FFF2-40B4-BE49-F238E27FC236}">
                    <a16:creationId xmlns:a16="http://schemas.microsoft.com/office/drawing/2014/main" id="{AA9546FB-89C1-45CB-9F73-5F1AD418C660}"/>
                  </a:ext>
                </a:extLst>
              </p:cNvPr>
              <p:cNvSpPr>
                <a:spLocks noChangeArrowheads="1"/>
              </p:cNvSpPr>
              <p:nvPr/>
            </p:nvSpPr>
            <p:spPr bwMode="auto">
              <a:xfrm>
                <a:off x="3523" y="1805"/>
                <a:ext cx="30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a:t>
                </a:r>
              </a:p>
            </p:txBody>
          </p:sp>
          <p:grpSp>
            <p:nvGrpSpPr>
              <p:cNvPr id="61571" name="Group 76">
                <a:extLst>
                  <a:ext uri="{FF2B5EF4-FFF2-40B4-BE49-F238E27FC236}">
                    <a16:creationId xmlns:a16="http://schemas.microsoft.com/office/drawing/2014/main" id="{159CFEA3-0121-4193-B741-D43A9D4B5193}"/>
                  </a:ext>
                </a:extLst>
              </p:cNvPr>
              <p:cNvGrpSpPr>
                <a:grpSpLocks/>
              </p:cNvGrpSpPr>
              <p:nvPr/>
            </p:nvGrpSpPr>
            <p:grpSpPr bwMode="auto">
              <a:xfrm>
                <a:off x="3547" y="1792"/>
                <a:ext cx="284" cy="289"/>
                <a:chOff x="3547" y="1792"/>
                <a:chExt cx="284" cy="289"/>
              </a:xfrm>
            </p:grpSpPr>
            <p:sp>
              <p:nvSpPr>
                <p:cNvPr id="61577" name="Freeform 77">
                  <a:extLst>
                    <a:ext uri="{FF2B5EF4-FFF2-40B4-BE49-F238E27FC236}">
                      <a16:creationId xmlns:a16="http://schemas.microsoft.com/office/drawing/2014/main" id="{061A4998-533D-4C5B-B322-6300EE689048}"/>
                    </a:ext>
                  </a:extLst>
                </p:cNvPr>
                <p:cNvSpPr>
                  <a:spLocks/>
                </p:cNvSpPr>
                <p:nvPr/>
              </p:nvSpPr>
              <p:spPr bwMode="auto">
                <a:xfrm>
                  <a:off x="3547" y="1792"/>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78" name="Freeform 78">
                  <a:extLst>
                    <a:ext uri="{FF2B5EF4-FFF2-40B4-BE49-F238E27FC236}">
                      <a16:creationId xmlns:a16="http://schemas.microsoft.com/office/drawing/2014/main" id="{056EDB7A-8EA0-4CA7-BE4B-3B4DEAF20433}"/>
                    </a:ext>
                  </a:extLst>
                </p:cNvPr>
                <p:cNvSpPr>
                  <a:spLocks/>
                </p:cNvSpPr>
                <p:nvPr/>
              </p:nvSpPr>
              <p:spPr bwMode="auto">
                <a:xfrm>
                  <a:off x="3688" y="1792"/>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sp>
            <p:nvSpPr>
              <p:cNvPr id="61572" name="Line 79">
                <a:extLst>
                  <a:ext uri="{FF2B5EF4-FFF2-40B4-BE49-F238E27FC236}">
                    <a16:creationId xmlns:a16="http://schemas.microsoft.com/office/drawing/2014/main" id="{8408EDB9-1E51-4ED0-89A2-8C429F4A9EF8}"/>
                  </a:ext>
                </a:extLst>
              </p:cNvPr>
              <p:cNvSpPr>
                <a:spLocks noChangeShapeType="1"/>
              </p:cNvSpPr>
              <p:nvPr/>
            </p:nvSpPr>
            <p:spPr bwMode="auto">
              <a:xfrm>
                <a:off x="3392" y="1936"/>
                <a:ext cx="15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573" name="Line 80">
                <a:extLst>
                  <a:ext uri="{FF2B5EF4-FFF2-40B4-BE49-F238E27FC236}">
                    <a16:creationId xmlns:a16="http://schemas.microsoft.com/office/drawing/2014/main" id="{91C0D5AE-AAA7-4167-B20D-246CABDA874E}"/>
                  </a:ext>
                </a:extLst>
              </p:cNvPr>
              <p:cNvSpPr>
                <a:spLocks noChangeShapeType="1"/>
              </p:cNvSpPr>
              <p:nvPr/>
            </p:nvSpPr>
            <p:spPr bwMode="auto">
              <a:xfrm>
                <a:off x="2908" y="1936"/>
                <a:ext cx="171"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574" name="Freeform 81">
                <a:extLst>
                  <a:ext uri="{FF2B5EF4-FFF2-40B4-BE49-F238E27FC236}">
                    <a16:creationId xmlns:a16="http://schemas.microsoft.com/office/drawing/2014/main" id="{CCB8D58B-97D1-44B1-B9CB-22DAF1589BA4}"/>
                  </a:ext>
                </a:extLst>
              </p:cNvPr>
              <p:cNvSpPr>
                <a:spLocks/>
              </p:cNvSpPr>
              <p:nvPr/>
            </p:nvSpPr>
            <p:spPr bwMode="auto">
              <a:xfrm>
                <a:off x="3037" y="1936"/>
                <a:ext cx="431" cy="193"/>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75" name="Line 82">
                <a:extLst>
                  <a:ext uri="{FF2B5EF4-FFF2-40B4-BE49-F238E27FC236}">
                    <a16:creationId xmlns:a16="http://schemas.microsoft.com/office/drawing/2014/main" id="{75D5F1ED-8E81-45C5-81FA-4BDE79BE75EF}"/>
                  </a:ext>
                </a:extLst>
              </p:cNvPr>
              <p:cNvSpPr>
                <a:spLocks noChangeShapeType="1"/>
              </p:cNvSpPr>
              <p:nvPr/>
            </p:nvSpPr>
            <p:spPr bwMode="auto">
              <a:xfrm>
                <a:off x="2523" y="2032"/>
                <a:ext cx="17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576" name="Freeform 83">
                <a:extLst>
                  <a:ext uri="{FF2B5EF4-FFF2-40B4-BE49-F238E27FC236}">
                    <a16:creationId xmlns:a16="http://schemas.microsoft.com/office/drawing/2014/main" id="{D0768080-B627-42F3-9CC9-5F3089E070BE}"/>
                  </a:ext>
                </a:extLst>
              </p:cNvPr>
              <p:cNvSpPr>
                <a:spLocks/>
              </p:cNvSpPr>
              <p:nvPr/>
            </p:nvSpPr>
            <p:spPr bwMode="auto">
              <a:xfrm>
                <a:off x="2624" y="1931"/>
                <a:ext cx="337" cy="278"/>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grpSp>
          <p:nvGrpSpPr>
            <p:cNvPr id="61478" name="Group 84">
              <a:extLst>
                <a:ext uri="{FF2B5EF4-FFF2-40B4-BE49-F238E27FC236}">
                  <a16:creationId xmlns:a16="http://schemas.microsoft.com/office/drawing/2014/main" id="{5AE41ACB-8E5A-417E-8134-3527C8D6844D}"/>
                </a:ext>
              </a:extLst>
            </p:cNvPr>
            <p:cNvGrpSpPr>
              <a:grpSpLocks/>
            </p:cNvGrpSpPr>
            <p:nvPr/>
          </p:nvGrpSpPr>
          <p:grpSpPr bwMode="auto">
            <a:xfrm>
              <a:off x="3670698" y="2552700"/>
              <a:ext cx="2678906" cy="610791"/>
              <a:chOff x="2181" y="2144"/>
              <a:chExt cx="2077" cy="513"/>
            </a:xfrm>
          </p:grpSpPr>
          <p:grpSp>
            <p:nvGrpSpPr>
              <p:cNvPr id="61533" name="Group 85">
                <a:extLst>
                  <a:ext uri="{FF2B5EF4-FFF2-40B4-BE49-F238E27FC236}">
                    <a16:creationId xmlns:a16="http://schemas.microsoft.com/office/drawing/2014/main" id="{65E7DEFB-F891-445C-9768-A6898F713718}"/>
                  </a:ext>
                </a:extLst>
              </p:cNvPr>
              <p:cNvGrpSpPr>
                <a:grpSpLocks/>
              </p:cNvGrpSpPr>
              <p:nvPr/>
            </p:nvGrpSpPr>
            <p:grpSpPr bwMode="auto">
              <a:xfrm>
                <a:off x="3121" y="2144"/>
                <a:ext cx="215" cy="481"/>
                <a:chOff x="3121" y="2144"/>
                <a:chExt cx="215" cy="481"/>
              </a:xfrm>
            </p:grpSpPr>
            <p:sp>
              <p:nvSpPr>
                <p:cNvPr id="61559" name="Freeform 86">
                  <a:extLst>
                    <a:ext uri="{FF2B5EF4-FFF2-40B4-BE49-F238E27FC236}">
                      <a16:creationId xmlns:a16="http://schemas.microsoft.com/office/drawing/2014/main" id="{F8D703F3-60A0-4344-B9C3-EA2E8DF9DCE0}"/>
                    </a:ext>
                  </a:extLst>
                </p:cNvPr>
                <p:cNvSpPr>
                  <a:spLocks/>
                </p:cNvSpPr>
                <p:nvPr/>
              </p:nvSpPr>
              <p:spPr bwMode="auto">
                <a:xfrm>
                  <a:off x="3123" y="2144"/>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60" name="Rectangle 87">
                  <a:extLst>
                    <a:ext uri="{FF2B5EF4-FFF2-40B4-BE49-F238E27FC236}">
                      <a16:creationId xmlns:a16="http://schemas.microsoft.com/office/drawing/2014/main" id="{F634276B-93AC-487F-BEA8-BBF4848B6B13}"/>
                    </a:ext>
                  </a:extLst>
                </p:cNvPr>
                <p:cNvSpPr>
                  <a:spLocks noChangeArrowheads="1"/>
                </p:cNvSpPr>
                <p:nvPr/>
              </p:nvSpPr>
              <p:spPr bwMode="auto">
                <a:xfrm rot="5400000">
                  <a:off x="3025" y="2281"/>
                  <a:ext cx="38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ALU</a:t>
                  </a:r>
                </a:p>
              </p:txBody>
            </p:sp>
          </p:grpSp>
          <p:grpSp>
            <p:nvGrpSpPr>
              <p:cNvPr id="61534" name="Group 88">
                <a:extLst>
                  <a:ext uri="{FF2B5EF4-FFF2-40B4-BE49-F238E27FC236}">
                    <a16:creationId xmlns:a16="http://schemas.microsoft.com/office/drawing/2014/main" id="{0E0B03BD-6446-4E3B-84E8-EAE7B06A0BDB}"/>
                  </a:ext>
                </a:extLst>
              </p:cNvPr>
              <p:cNvGrpSpPr>
                <a:grpSpLocks/>
              </p:cNvGrpSpPr>
              <p:nvPr/>
            </p:nvGrpSpPr>
            <p:grpSpPr bwMode="auto">
              <a:xfrm>
                <a:off x="2181" y="2240"/>
                <a:ext cx="374" cy="289"/>
                <a:chOff x="2181" y="2240"/>
                <a:chExt cx="374" cy="289"/>
              </a:xfrm>
            </p:grpSpPr>
            <p:sp>
              <p:nvSpPr>
                <p:cNvPr id="61555" name="Rectangle 89">
                  <a:extLst>
                    <a:ext uri="{FF2B5EF4-FFF2-40B4-BE49-F238E27FC236}">
                      <a16:creationId xmlns:a16="http://schemas.microsoft.com/office/drawing/2014/main" id="{F8649D47-FF74-4E64-BF78-906FD1442E17}"/>
                    </a:ext>
                  </a:extLst>
                </p:cNvPr>
                <p:cNvSpPr>
                  <a:spLocks noChangeArrowheads="1"/>
                </p:cNvSpPr>
                <p:nvPr/>
              </p:nvSpPr>
              <p:spPr bwMode="auto">
                <a:xfrm>
                  <a:off x="2181" y="2253"/>
                  <a:ext cx="3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grpSp>
              <p:nvGrpSpPr>
                <p:cNvPr id="61556" name="Group 90">
                  <a:extLst>
                    <a:ext uri="{FF2B5EF4-FFF2-40B4-BE49-F238E27FC236}">
                      <a16:creationId xmlns:a16="http://schemas.microsoft.com/office/drawing/2014/main" id="{07D51ECB-FA9C-4540-9A22-68CBA0068834}"/>
                    </a:ext>
                  </a:extLst>
                </p:cNvPr>
                <p:cNvGrpSpPr>
                  <a:grpSpLocks/>
                </p:cNvGrpSpPr>
                <p:nvPr/>
              </p:nvGrpSpPr>
              <p:grpSpPr bwMode="auto">
                <a:xfrm>
                  <a:off x="2197" y="2240"/>
                  <a:ext cx="340" cy="289"/>
                  <a:chOff x="2197" y="2240"/>
                  <a:chExt cx="340" cy="289"/>
                </a:xfrm>
              </p:grpSpPr>
              <p:sp>
                <p:nvSpPr>
                  <p:cNvPr id="61557" name="Freeform 91">
                    <a:extLst>
                      <a:ext uri="{FF2B5EF4-FFF2-40B4-BE49-F238E27FC236}">
                        <a16:creationId xmlns:a16="http://schemas.microsoft.com/office/drawing/2014/main" id="{755D1C20-4921-4584-B3D9-EC35756AE7F0}"/>
                      </a:ext>
                    </a:extLst>
                  </p:cNvPr>
                  <p:cNvSpPr>
                    <a:spLocks/>
                  </p:cNvSpPr>
                  <p:nvPr/>
                </p:nvSpPr>
                <p:spPr bwMode="auto">
                  <a:xfrm>
                    <a:off x="2197" y="2240"/>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58" name="Freeform 92">
                    <a:extLst>
                      <a:ext uri="{FF2B5EF4-FFF2-40B4-BE49-F238E27FC236}">
                        <a16:creationId xmlns:a16="http://schemas.microsoft.com/office/drawing/2014/main" id="{3441CF7B-8ABF-407C-AB51-0E007086CD02}"/>
                      </a:ext>
                    </a:extLst>
                  </p:cNvPr>
                  <p:cNvSpPr>
                    <a:spLocks/>
                  </p:cNvSpPr>
                  <p:nvPr/>
                </p:nvSpPr>
                <p:spPr bwMode="auto">
                  <a:xfrm>
                    <a:off x="2366" y="2240"/>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grpSp>
          <p:sp>
            <p:nvSpPr>
              <p:cNvPr id="61535" name="Rectangle 93">
                <a:extLst>
                  <a:ext uri="{FF2B5EF4-FFF2-40B4-BE49-F238E27FC236}">
                    <a16:creationId xmlns:a16="http://schemas.microsoft.com/office/drawing/2014/main" id="{7AA3BC4B-DDD5-44CA-B73C-BED3C2B43B37}"/>
                  </a:ext>
                </a:extLst>
              </p:cNvPr>
              <p:cNvSpPr>
                <a:spLocks noChangeArrowheads="1"/>
              </p:cNvSpPr>
              <p:nvPr/>
            </p:nvSpPr>
            <p:spPr bwMode="auto">
              <a:xfrm>
                <a:off x="2641" y="2258"/>
                <a:ext cx="30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a:t>
                </a:r>
              </a:p>
            </p:txBody>
          </p:sp>
          <p:grpSp>
            <p:nvGrpSpPr>
              <p:cNvPr id="61536" name="Group 94">
                <a:extLst>
                  <a:ext uri="{FF2B5EF4-FFF2-40B4-BE49-F238E27FC236}">
                    <a16:creationId xmlns:a16="http://schemas.microsoft.com/office/drawing/2014/main" id="{B2648F6F-AC89-43F5-955A-46F53DAF8D33}"/>
                  </a:ext>
                </a:extLst>
              </p:cNvPr>
              <p:cNvGrpSpPr>
                <a:grpSpLocks/>
              </p:cNvGrpSpPr>
              <p:nvPr/>
            </p:nvGrpSpPr>
            <p:grpSpPr bwMode="auto">
              <a:xfrm>
                <a:off x="2657" y="2240"/>
                <a:ext cx="296" cy="289"/>
                <a:chOff x="2657" y="2240"/>
                <a:chExt cx="296" cy="289"/>
              </a:xfrm>
            </p:grpSpPr>
            <p:sp>
              <p:nvSpPr>
                <p:cNvPr id="61553" name="Freeform 95">
                  <a:extLst>
                    <a:ext uri="{FF2B5EF4-FFF2-40B4-BE49-F238E27FC236}">
                      <a16:creationId xmlns:a16="http://schemas.microsoft.com/office/drawing/2014/main" id="{35D82017-3746-483C-974B-2A1717917A42}"/>
                    </a:ext>
                  </a:extLst>
                </p:cNvPr>
                <p:cNvSpPr>
                  <a:spLocks/>
                </p:cNvSpPr>
                <p:nvPr/>
              </p:nvSpPr>
              <p:spPr bwMode="auto">
                <a:xfrm>
                  <a:off x="2657" y="2240"/>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54" name="Freeform 96">
                  <a:extLst>
                    <a:ext uri="{FF2B5EF4-FFF2-40B4-BE49-F238E27FC236}">
                      <a16:creationId xmlns:a16="http://schemas.microsoft.com/office/drawing/2014/main" id="{F9619D09-1642-4BF2-BF76-079B8F2349A2}"/>
                    </a:ext>
                  </a:extLst>
                </p:cNvPr>
                <p:cNvSpPr>
                  <a:spLocks/>
                </p:cNvSpPr>
                <p:nvPr/>
              </p:nvSpPr>
              <p:spPr bwMode="auto">
                <a:xfrm>
                  <a:off x="2805" y="2240"/>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sp>
            <p:nvSpPr>
              <p:cNvPr id="61537" name="Line 97">
                <a:extLst>
                  <a:ext uri="{FF2B5EF4-FFF2-40B4-BE49-F238E27FC236}">
                    <a16:creationId xmlns:a16="http://schemas.microsoft.com/office/drawing/2014/main" id="{8A0FACDD-CD94-4D23-A195-196E47922DCD}"/>
                  </a:ext>
                </a:extLst>
              </p:cNvPr>
              <p:cNvSpPr>
                <a:spLocks noChangeShapeType="1"/>
              </p:cNvSpPr>
              <p:nvPr/>
            </p:nvSpPr>
            <p:spPr bwMode="auto">
              <a:xfrm>
                <a:off x="2534" y="2384"/>
                <a:ext cx="112"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538" name="Freeform 98">
                <a:extLst>
                  <a:ext uri="{FF2B5EF4-FFF2-40B4-BE49-F238E27FC236}">
                    <a16:creationId xmlns:a16="http://schemas.microsoft.com/office/drawing/2014/main" id="{C03AC73A-66F3-44BB-B4E4-6B63E23AC8D0}"/>
                  </a:ext>
                </a:extLst>
              </p:cNvPr>
              <p:cNvSpPr>
                <a:spLocks/>
              </p:cNvSpPr>
              <p:nvPr/>
            </p:nvSpPr>
            <p:spPr bwMode="auto">
              <a:xfrm>
                <a:off x="2604" y="2288"/>
                <a:ext cx="48" cy="97"/>
              </a:xfrm>
              <a:custGeom>
                <a:avLst/>
                <a:gdLst>
                  <a:gd name="T0" fmla="*/ 0 w 48"/>
                  <a:gd name="T1" fmla="*/ 96 h 97"/>
                  <a:gd name="T2" fmla="*/ 0 w 48"/>
                  <a:gd name="T3" fmla="*/ 0 h 97"/>
                  <a:gd name="T4" fmla="*/ 47 w 48"/>
                  <a:gd name="T5" fmla="*/ 0 h 97"/>
                  <a:gd name="T6" fmla="*/ 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39" name="Line 99">
                <a:extLst>
                  <a:ext uri="{FF2B5EF4-FFF2-40B4-BE49-F238E27FC236}">
                    <a16:creationId xmlns:a16="http://schemas.microsoft.com/office/drawing/2014/main" id="{BF396FCD-AF13-4CBD-B7E3-CB9028855EAD}"/>
                  </a:ext>
                </a:extLst>
              </p:cNvPr>
              <p:cNvSpPr>
                <a:spLocks noChangeShapeType="1"/>
              </p:cNvSpPr>
              <p:nvPr/>
            </p:nvSpPr>
            <p:spPr bwMode="auto">
              <a:xfrm>
                <a:off x="2950" y="2288"/>
                <a:ext cx="17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540" name="Rectangle 100">
                <a:extLst>
                  <a:ext uri="{FF2B5EF4-FFF2-40B4-BE49-F238E27FC236}">
                    <a16:creationId xmlns:a16="http://schemas.microsoft.com/office/drawing/2014/main" id="{343BFD8D-8E1C-43EA-9F35-89675128B201}"/>
                  </a:ext>
                </a:extLst>
              </p:cNvPr>
              <p:cNvSpPr>
                <a:spLocks noChangeArrowheads="1"/>
              </p:cNvSpPr>
              <p:nvPr/>
            </p:nvSpPr>
            <p:spPr bwMode="auto">
              <a:xfrm>
                <a:off x="3458" y="2253"/>
                <a:ext cx="3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grpSp>
            <p:nvGrpSpPr>
              <p:cNvPr id="61541" name="Group 101">
                <a:extLst>
                  <a:ext uri="{FF2B5EF4-FFF2-40B4-BE49-F238E27FC236}">
                    <a16:creationId xmlns:a16="http://schemas.microsoft.com/office/drawing/2014/main" id="{6B04CC86-E936-448E-808B-5093F69BB59E}"/>
                  </a:ext>
                </a:extLst>
              </p:cNvPr>
              <p:cNvGrpSpPr>
                <a:grpSpLocks/>
              </p:cNvGrpSpPr>
              <p:nvPr/>
            </p:nvGrpSpPr>
            <p:grpSpPr bwMode="auto">
              <a:xfrm>
                <a:off x="3506" y="2240"/>
                <a:ext cx="325" cy="289"/>
                <a:chOff x="3506" y="2240"/>
                <a:chExt cx="325" cy="289"/>
              </a:xfrm>
            </p:grpSpPr>
            <p:sp>
              <p:nvSpPr>
                <p:cNvPr id="61551" name="Freeform 102">
                  <a:extLst>
                    <a:ext uri="{FF2B5EF4-FFF2-40B4-BE49-F238E27FC236}">
                      <a16:creationId xmlns:a16="http://schemas.microsoft.com/office/drawing/2014/main" id="{D020B74E-7820-4861-8ABF-4AC2EF80CE1A}"/>
                    </a:ext>
                  </a:extLst>
                </p:cNvPr>
                <p:cNvSpPr>
                  <a:spLocks/>
                </p:cNvSpPr>
                <p:nvPr/>
              </p:nvSpPr>
              <p:spPr bwMode="auto">
                <a:xfrm>
                  <a:off x="3506" y="2240"/>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 name="T12" fmla="*/ 0 w 162"/>
                    <a:gd name="T13" fmla="*/ 0 h 289"/>
                    <a:gd name="T14" fmla="*/ 162 w 162"/>
                    <a:gd name="T15" fmla="*/ 289 h 289"/>
                  </a:gdLst>
                  <a:ahLst/>
                  <a:cxnLst>
                    <a:cxn ang="T8">
                      <a:pos x="T0" y="T1"/>
                    </a:cxn>
                    <a:cxn ang="T9">
                      <a:pos x="T2" y="T3"/>
                    </a:cxn>
                    <a:cxn ang="T10">
                      <a:pos x="T4" y="T5"/>
                    </a:cxn>
                    <a:cxn ang="T11">
                      <a:pos x="T6" y="T7"/>
                    </a:cxn>
                  </a:cxnLst>
                  <a:rect l="T12" t="T13" r="T14" b="T15"/>
                  <a:pathLst>
                    <a:path w="162" h="289">
                      <a:moveTo>
                        <a:pt x="161" y="0"/>
                      </a:moveTo>
                      <a:lnTo>
                        <a:pt x="0" y="0"/>
                      </a:lnTo>
                      <a:lnTo>
                        <a:pt x="0" y="288"/>
                      </a:lnTo>
                      <a:lnTo>
                        <a:pt x="16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52" name="Freeform 103">
                  <a:extLst>
                    <a:ext uri="{FF2B5EF4-FFF2-40B4-BE49-F238E27FC236}">
                      <a16:creationId xmlns:a16="http://schemas.microsoft.com/office/drawing/2014/main" id="{AA6D6519-20A8-4E3A-B1F4-FA812811B06E}"/>
                    </a:ext>
                  </a:extLst>
                </p:cNvPr>
                <p:cNvSpPr>
                  <a:spLocks/>
                </p:cNvSpPr>
                <p:nvPr/>
              </p:nvSpPr>
              <p:spPr bwMode="auto">
                <a:xfrm>
                  <a:off x="3667" y="2240"/>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 name="T12" fmla="*/ 0 w 164"/>
                    <a:gd name="T13" fmla="*/ 0 h 289"/>
                    <a:gd name="T14" fmla="*/ 164 w 164"/>
                    <a:gd name="T15" fmla="*/ 289 h 289"/>
                  </a:gdLst>
                  <a:ahLst/>
                  <a:cxnLst>
                    <a:cxn ang="T8">
                      <a:pos x="T0" y="T1"/>
                    </a:cxn>
                    <a:cxn ang="T9">
                      <a:pos x="T2" y="T3"/>
                    </a:cxn>
                    <a:cxn ang="T10">
                      <a:pos x="T4" y="T5"/>
                    </a:cxn>
                    <a:cxn ang="T11">
                      <a:pos x="T6" y="T7"/>
                    </a:cxn>
                  </a:cxnLst>
                  <a:rect l="T12" t="T13" r="T14" b="T15"/>
                  <a:pathLst>
                    <a:path w="164" h="289">
                      <a:moveTo>
                        <a:pt x="0" y="0"/>
                      </a:moveTo>
                      <a:lnTo>
                        <a:pt x="163" y="0"/>
                      </a:lnTo>
                      <a:lnTo>
                        <a:pt x="163"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sp>
            <p:nvSpPr>
              <p:cNvPr id="61542" name="Rectangle 104">
                <a:extLst>
                  <a:ext uri="{FF2B5EF4-FFF2-40B4-BE49-F238E27FC236}">
                    <a16:creationId xmlns:a16="http://schemas.microsoft.com/office/drawing/2014/main" id="{9998510E-F75B-49C1-8EB7-B74FDDC5385B}"/>
                  </a:ext>
                </a:extLst>
              </p:cNvPr>
              <p:cNvSpPr>
                <a:spLocks noChangeArrowheads="1"/>
              </p:cNvSpPr>
              <p:nvPr/>
            </p:nvSpPr>
            <p:spPr bwMode="auto">
              <a:xfrm>
                <a:off x="3950" y="2253"/>
                <a:ext cx="30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a:t>
                </a:r>
              </a:p>
            </p:txBody>
          </p:sp>
          <p:grpSp>
            <p:nvGrpSpPr>
              <p:cNvPr id="61543" name="Group 105">
                <a:extLst>
                  <a:ext uri="{FF2B5EF4-FFF2-40B4-BE49-F238E27FC236}">
                    <a16:creationId xmlns:a16="http://schemas.microsoft.com/office/drawing/2014/main" id="{49F70123-BACF-4F11-AD78-26F4AAD748C5}"/>
                  </a:ext>
                </a:extLst>
              </p:cNvPr>
              <p:cNvGrpSpPr>
                <a:grpSpLocks/>
              </p:cNvGrpSpPr>
              <p:nvPr/>
            </p:nvGrpSpPr>
            <p:grpSpPr bwMode="auto">
              <a:xfrm>
                <a:off x="3974" y="2240"/>
                <a:ext cx="284" cy="289"/>
                <a:chOff x="3974" y="2240"/>
                <a:chExt cx="284" cy="289"/>
              </a:xfrm>
            </p:grpSpPr>
            <p:sp>
              <p:nvSpPr>
                <p:cNvPr id="61549" name="Freeform 106">
                  <a:extLst>
                    <a:ext uri="{FF2B5EF4-FFF2-40B4-BE49-F238E27FC236}">
                      <a16:creationId xmlns:a16="http://schemas.microsoft.com/office/drawing/2014/main" id="{5F34E924-B3B9-486A-A494-74642FAAF8E4}"/>
                    </a:ext>
                  </a:extLst>
                </p:cNvPr>
                <p:cNvSpPr>
                  <a:spLocks/>
                </p:cNvSpPr>
                <p:nvPr/>
              </p:nvSpPr>
              <p:spPr bwMode="auto">
                <a:xfrm>
                  <a:off x="3974" y="2240"/>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50" name="Freeform 107">
                  <a:extLst>
                    <a:ext uri="{FF2B5EF4-FFF2-40B4-BE49-F238E27FC236}">
                      <a16:creationId xmlns:a16="http://schemas.microsoft.com/office/drawing/2014/main" id="{4923748C-CEFE-402B-ABA4-32826A223248}"/>
                    </a:ext>
                  </a:extLst>
                </p:cNvPr>
                <p:cNvSpPr>
                  <a:spLocks/>
                </p:cNvSpPr>
                <p:nvPr/>
              </p:nvSpPr>
              <p:spPr bwMode="auto">
                <a:xfrm>
                  <a:off x="4115" y="2240"/>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sp>
            <p:nvSpPr>
              <p:cNvPr id="61544" name="Line 108">
                <a:extLst>
                  <a:ext uri="{FF2B5EF4-FFF2-40B4-BE49-F238E27FC236}">
                    <a16:creationId xmlns:a16="http://schemas.microsoft.com/office/drawing/2014/main" id="{4A7FEEEA-4FEC-4783-A22D-A3A543AB8CDF}"/>
                  </a:ext>
                </a:extLst>
              </p:cNvPr>
              <p:cNvSpPr>
                <a:spLocks noChangeShapeType="1"/>
              </p:cNvSpPr>
              <p:nvPr/>
            </p:nvSpPr>
            <p:spPr bwMode="auto">
              <a:xfrm>
                <a:off x="3819" y="2384"/>
                <a:ext cx="15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545" name="Line 109">
                <a:extLst>
                  <a:ext uri="{FF2B5EF4-FFF2-40B4-BE49-F238E27FC236}">
                    <a16:creationId xmlns:a16="http://schemas.microsoft.com/office/drawing/2014/main" id="{2DD650AA-4043-4E0D-9D2B-D7372CBFC359}"/>
                  </a:ext>
                </a:extLst>
              </p:cNvPr>
              <p:cNvSpPr>
                <a:spLocks noChangeShapeType="1"/>
              </p:cNvSpPr>
              <p:nvPr/>
            </p:nvSpPr>
            <p:spPr bwMode="auto">
              <a:xfrm>
                <a:off x="3335" y="2384"/>
                <a:ext cx="171"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546" name="Freeform 110">
                <a:extLst>
                  <a:ext uri="{FF2B5EF4-FFF2-40B4-BE49-F238E27FC236}">
                    <a16:creationId xmlns:a16="http://schemas.microsoft.com/office/drawing/2014/main" id="{49508766-150D-4383-8D40-34639A7F20F8}"/>
                  </a:ext>
                </a:extLst>
              </p:cNvPr>
              <p:cNvSpPr>
                <a:spLocks/>
              </p:cNvSpPr>
              <p:nvPr/>
            </p:nvSpPr>
            <p:spPr bwMode="auto">
              <a:xfrm>
                <a:off x="3464" y="2384"/>
                <a:ext cx="431" cy="193"/>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47" name="Line 111">
                <a:extLst>
                  <a:ext uri="{FF2B5EF4-FFF2-40B4-BE49-F238E27FC236}">
                    <a16:creationId xmlns:a16="http://schemas.microsoft.com/office/drawing/2014/main" id="{61DBE2FD-19D7-49C8-9978-D0ADAF4CD01D}"/>
                  </a:ext>
                </a:extLst>
              </p:cNvPr>
              <p:cNvSpPr>
                <a:spLocks noChangeShapeType="1"/>
              </p:cNvSpPr>
              <p:nvPr/>
            </p:nvSpPr>
            <p:spPr bwMode="auto">
              <a:xfrm>
                <a:off x="2950" y="2480"/>
                <a:ext cx="17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548" name="Freeform 112">
                <a:extLst>
                  <a:ext uri="{FF2B5EF4-FFF2-40B4-BE49-F238E27FC236}">
                    <a16:creationId xmlns:a16="http://schemas.microsoft.com/office/drawing/2014/main" id="{0D3349F1-D876-45A9-A368-A3BB6A3C165D}"/>
                  </a:ext>
                </a:extLst>
              </p:cNvPr>
              <p:cNvSpPr>
                <a:spLocks/>
              </p:cNvSpPr>
              <p:nvPr/>
            </p:nvSpPr>
            <p:spPr bwMode="auto">
              <a:xfrm>
                <a:off x="3051" y="2379"/>
                <a:ext cx="337" cy="278"/>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grpSp>
          <p:nvGrpSpPr>
            <p:cNvPr id="61479" name="Group 113">
              <a:extLst>
                <a:ext uri="{FF2B5EF4-FFF2-40B4-BE49-F238E27FC236}">
                  <a16:creationId xmlns:a16="http://schemas.microsoft.com/office/drawing/2014/main" id="{D6A053E6-2103-4C4A-86F6-FC8EB00946E1}"/>
                </a:ext>
              </a:extLst>
            </p:cNvPr>
            <p:cNvGrpSpPr>
              <a:grpSpLocks/>
            </p:cNvGrpSpPr>
            <p:nvPr/>
          </p:nvGrpSpPr>
          <p:grpSpPr bwMode="auto">
            <a:xfrm>
              <a:off x="5433538" y="3086100"/>
              <a:ext cx="277894" cy="572691"/>
              <a:chOff x="3548" y="2592"/>
              <a:chExt cx="215" cy="481"/>
            </a:xfrm>
          </p:grpSpPr>
          <p:sp>
            <p:nvSpPr>
              <p:cNvPr id="61531" name="Freeform 114">
                <a:extLst>
                  <a:ext uri="{FF2B5EF4-FFF2-40B4-BE49-F238E27FC236}">
                    <a16:creationId xmlns:a16="http://schemas.microsoft.com/office/drawing/2014/main" id="{5EEB08B9-A9EC-44A8-BCB5-F72552CC23F5}"/>
                  </a:ext>
                </a:extLst>
              </p:cNvPr>
              <p:cNvSpPr>
                <a:spLocks/>
              </p:cNvSpPr>
              <p:nvPr/>
            </p:nvSpPr>
            <p:spPr bwMode="auto">
              <a:xfrm>
                <a:off x="3550" y="2592"/>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32" name="Rectangle 115">
                <a:extLst>
                  <a:ext uri="{FF2B5EF4-FFF2-40B4-BE49-F238E27FC236}">
                    <a16:creationId xmlns:a16="http://schemas.microsoft.com/office/drawing/2014/main" id="{3D493CCC-BBCB-4155-B716-6D08711B6795}"/>
                  </a:ext>
                </a:extLst>
              </p:cNvPr>
              <p:cNvSpPr>
                <a:spLocks noChangeArrowheads="1"/>
              </p:cNvSpPr>
              <p:nvPr/>
            </p:nvSpPr>
            <p:spPr bwMode="auto">
              <a:xfrm rot="5400000">
                <a:off x="3452" y="2729"/>
                <a:ext cx="38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ALU</a:t>
                </a:r>
              </a:p>
            </p:txBody>
          </p:sp>
        </p:grpSp>
        <p:sp>
          <p:nvSpPr>
            <p:cNvPr id="61480" name="Rectangle 116">
              <a:extLst>
                <a:ext uri="{FF2B5EF4-FFF2-40B4-BE49-F238E27FC236}">
                  <a16:creationId xmlns:a16="http://schemas.microsoft.com/office/drawing/2014/main" id="{D8D776EF-F704-44F6-B1A3-4529B658F894}"/>
                </a:ext>
              </a:extLst>
            </p:cNvPr>
            <p:cNvSpPr>
              <a:spLocks noChangeArrowheads="1"/>
            </p:cNvSpPr>
            <p:nvPr/>
          </p:nvSpPr>
          <p:spPr bwMode="auto">
            <a:xfrm>
              <a:off x="4814888" y="3221832"/>
              <a:ext cx="39594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a:t>
              </a:r>
            </a:p>
          </p:txBody>
        </p:sp>
        <p:grpSp>
          <p:nvGrpSpPr>
            <p:cNvPr id="61481" name="Group 117">
              <a:extLst>
                <a:ext uri="{FF2B5EF4-FFF2-40B4-BE49-F238E27FC236}">
                  <a16:creationId xmlns:a16="http://schemas.microsoft.com/office/drawing/2014/main" id="{16285441-D9B5-4ED0-9A5E-AAFEBEA23DE9}"/>
                </a:ext>
              </a:extLst>
            </p:cNvPr>
            <p:cNvGrpSpPr>
              <a:grpSpLocks/>
            </p:cNvGrpSpPr>
            <p:nvPr/>
          </p:nvGrpSpPr>
          <p:grpSpPr bwMode="auto">
            <a:xfrm>
              <a:off x="4835129" y="3200400"/>
              <a:ext cx="382190" cy="344091"/>
              <a:chOff x="3084" y="2688"/>
              <a:chExt cx="296" cy="289"/>
            </a:xfrm>
          </p:grpSpPr>
          <p:sp>
            <p:nvSpPr>
              <p:cNvPr id="61529" name="Freeform 118">
                <a:extLst>
                  <a:ext uri="{FF2B5EF4-FFF2-40B4-BE49-F238E27FC236}">
                    <a16:creationId xmlns:a16="http://schemas.microsoft.com/office/drawing/2014/main" id="{3F6D14F4-E6A7-48D8-BB7D-8C31692F7AEC}"/>
                  </a:ext>
                </a:extLst>
              </p:cNvPr>
              <p:cNvSpPr>
                <a:spLocks/>
              </p:cNvSpPr>
              <p:nvPr/>
            </p:nvSpPr>
            <p:spPr bwMode="auto">
              <a:xfrm>
                <a:off x="3084" y="2688"/>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30" name="Freeform 119">
                <a:extLst>
                  <a:ext uri="{FF2B5EF4-FFF2-40B4-BE49-F238E27FC236}">
                    <a16:creationId xmlns:a16="http://schemas.microsoft.com/office/drawing/2014/main" id="{36C7D664-E540-4486-AB05-F2EB5EC5109F}"/>
                  </a:ext>
                </a:extLst>
              </p:cNvPr>
              <p:cNvSpPr>
                <a:spLocks/>
              </p:cNvSpPr>
              <p:nvPr/>
            </p:nvSpPr>
            <p:spPr bwMode="auto">
              <a:xfrm>
                <a:off x="3232" y="2688"/>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sp>
          <p:nvSpPr>
            <p:cNvPr id="61482" name="Line 120">
              <a:extLst>
                <a:ext uri="{FF2B5EF4-FFF2-40B4-BE49-F238E27FC236}">
                  <a16:creationId xmlns:a16="http://schemas.microsoft.com/office/drawing/2014/main" id="{643B78B9-8F9A-4931-9008-53B8FBCF8C85}"/>
                </a:ext>
              </a:extLst>
            </p:cNvPr>
            <p:cNvSpPr>
              <a:spLocks noChangeShapeType="1"/>
            </p:cNvSpPr>
            <p:nvPr/>
          </p:nvSpPr>
          <p:spPr bwMode="auto">
            <a:xfrm>
              <a:off x="4676775" y="3371850"/>
              <a:ext cx="144066"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83" name="Freeform 121">
              <a:extLst>
                <a:ext uri="{FF2B5EF4-FFF2-40B4-BE49-F238E27FC236}">
                  <a16:creationId xmlns:a16="http://schemas.microsoft.com/office/drawing/2014/main" id="{62B6258D-8F2B-4EC8-B30F-B4B5E7609EF3}"/>
                </a:ext>
              </a:extLst>
            </p:cNvPr>
            <p:cNvSpPr>
              <a:spLocks/>
            </p:cNvSpPr>
            <p:nvPr/>
          </p:nvSpPr>
          <p:spPr bwMode="auto">
            <a:xfrm>
              <a:off x="4767262" y="3257550"/>
              <a:ext cx="61913" cy="115491"/>
            </a:xfrm>
            <a:custGeom>
              <a:avLst/>
              <a:gdLst>
                <a:gd name="T0" fmla="*/ 0 w 48"/>
                <a:gd name="T1" fmla="*/ 2147483647 h 97"/>
                <a:gd name="T2" fmla="*/ 0 w 48"/>
                <a:gd name="T3" fmla="*/ 0 h 97"/>
                <a:gd name="T4" fmla="*/ 2147483647 w 48"/>
                <a:gd name="T5" fmla="*/ 0 h 97"/>
                <a:gd name="T6" fmla="*/ 21474836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484" name="Line 122">
              <a:extLst>
                <a:ext uri="{FF2B5EF4-FFF2-40B4-BE49-F238E27FC236}">
                  <a16:creationId xmlns:a16="http://schemas.microsoft.com/office/drawing/2014/main" id="{B3285B51-883D-4411-8C04-214D5A06BFD3}"/>
                </a:ext>
              </a:extLst>
            </p:cNvPr>
            <p:cNvSpPr>
              <a:spLocks noChangeShapeType="1"/>
            </p:cNvSpPr>
            <p:nvPr/>
          </p:nvSpPr>
          <p:spPr bwMode="auto">
            <a:xfrm>
              <a:off x="5212556" y="3257550"/>
              <a:ext cx="2238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85" name="Rectangle 123">
              <a:extLst>
                <a:ext uri="{FF2B5EF4-FFF2-40B4-BE49-F238E27FC236}">
                  <a16:creationId xmlns:a16="http://schemas.microsoft.com/office/drawing/2014/main" id="{4D3692BD-5570-4B69-98C6-35C623E7C720}"/>
                </a:ext>
              </a:extLst>
            </p:cNvPr>
            <p:cNvSpPr>
              <a:spLocks noChangeArrowheads="1"/>
            </p:cNvSpPr>
            <p:nvPr/>
          </p:nvSpPr>
          <p:spPr bwMode="auto">
            <a:xfrm>
              <a:off x="5868592" y="3215879"/>
              <a:ext cx="48250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grpSp>
          <p:nvGrpSpPr>
            <p:cNvPr id="61486" name="Group 124">
              <a:extLst>
                <a:ext uri="{FF2B5EF4-FFF2-40B4-BE49-F238E27FC236}">
                  <a16:creationId xmlns:a16="http://schemas.microsoft.com/office/drawing/2014/main" id="{AED08465-7283-40D4-82DA-F344A9C204DA}"/>
                </a:ext>
              </a:extLst>
            </p:cNvPr>
            <p:cNvGrpSpPr>
              <a:grpSpLocks/>
            </p:cNvGrpSpPr>
            <p:nvPr/>
          </p:nvGrpSpPr>
          <p:grpSpPr bwMode="auto">
            <a:xfrm>
              <a:off x="5930504" y="3200400"/>
              <a:ext cx="419100" cy="344091"/>
              <a:chOff x="3933" y="2688"/>
              <a:chExt cx="325" cy="289"/>
            </a:xfrm>
          </p:grpSpPr>
          <p:sp>
            <p:nvSpPr>
              <p:cNvPr id="61527" name="Freeform 125">
                <a:extLst>
                  <a:ext uri="{FF2B5EF4-FFF2-40B4-BE49-F238E27FC236}">
                    <a16:creationId xmlns:a16="http://schemas.microsoft.com/office/drawing/2014/main" id="{11FEB5F2-5A39-42ED-8DED-C5A254D69EC9}"/>
                  </a:ext>
                </a:extLst>
              </p:cNvPr>
              <p:cNvSpPr>
                <a:spLocks/>
              </p:cNvSpPr>
              <p:nvPr/>
            </p:nvSpPr>
            <p:spPr bwMode="auto">
              <a:xfrm>
                <a:off x="3933" y="2688"/>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 name="T12" fmla="*/ 0 w 162"/>
                  <a:gd name="T13" fmla="*/ 0 h 289"/>
                  <a:gd name="T14" fmla="*/ 162 w 162"/>
                  <a:gd name="T15" fmla="*/ 289 h 289"/>
                </a:gdLst>
                <a:ahLst/>
                <a:cxnLst>
                  <a:cxn ang="T8">
                    <a:pos x="T0" y="T1"/>
                  </a:cxn>
                  <a:cxn ang="T9">
                    <a:pos x="T2" y="T3"/>
                  </a:cxn>
                  <a:cxn ang="T10">
                    <a:pos x="T4" y="T5"/>
                  </a:cxn>
                  <a:cxn ang="T11">
                    <a:pos x="T6" y="T7"/>
                  </a:cxn>
                </a:cxnLst>
                <a:rect l="T12" t="T13" r="T14" b="T15"/>
                <a:pathLst>
                  <a:path w="162" h="289">
                    <a:moveTo>
                      <a:pt x="161" y="0"/>
                    </a:moveTo>
                    <a:lnTo>
                      <a:pt x="0" y="0"/>
                    </a:lnTo>
                    <a:lnTo>
                      <a:pt x="0" y="288"/>
                    </a:lnTo>
                    <a:lnTo>
                      <a:pt x="16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28" name="Freeform 126">
                <a:extLst>
                  <a:ext uri="{FF2B5EF4-FFF2-40B4-BE49-F238E27FC236}">
                    <a16:creationId xmlns:a16="http://schemas.microsoft.com/office/drawing/2014/main" id="{3370CFB3-176D-4889-BF96-1912B729DADA}"/>
                  </a:ext>
                </a:extLst>
              </p:cNvPr>
              <p:cNvSpPr>
                <a:spLocks/>
              </p:cNvSpPr>
              <p:nvPr/>
            </p:nvSpPr>
            <p:spPr bwMode="auto">
              <a:xfrm>
                <a:off x="4094" y="2688"/>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 name="T12" fmla="*/ 0 w 164"/>
                  <a:gd name="T13" fmla="*/ 0 h 289"/>
                  <a:gd name="T14" fmla="*/ 164 w 164"/>
                  <a:gd name="T15" fmla="*/ 289 h 289"/>
                </a:gdLst>
                <a:ahLst/>
                <a:cxnLst>
                  <a:cxn ang="T8">
                    <a:pos x="T0" y="T1"/>
                  </a:cxn>
                  <a:cxn ang="T9">
                    <a:pos x="T2" y="T3"/>
                  </a:cxn>
                  <a:cxn ang="T10">
                    <a:pos x="T4" y="T5"/>
                  </a:cxn>
                  <a:cxn ang="T11">
                    <a:pos x="T6" y="T7"/>
                  </a:cxn>
                </a:cxnLst>
                <a:rect l="T12" t="T13" r="T14" b="T15"/>
                <a:pathLst>
                  <a:path w="164" h="289">
                    <a:moveTo>
                      <a:pt x="0" y="0"/>
                    </a:moveTo>
                    <a:lnTo>
                      <a:pt x="163" y="0"/>
                    </a:lnTo>
                    <a:lnTo>
                      <a:pt x="163"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sp>
          <p:nvSpPr>
            <p:cNvPr id="61487" name="Rectangle 127">
              <a:extLst>
                <a:ext uri="{FF2B5EF4-FFF2-40B4-BE49-F238E27FC236}">
                  <a16:creationId xmlns:a16="http://schemas.microsoft.com/office/drawing/2014/main" id="{73CCF6D1-C475-4DF9-AEAC-E26C3090C4DB}"/>
                </a:ext>
              </a:extLst>
            </p:cNvPr>
            <p:cNvSpPr>
              <a:spLocks noChangeArrowheads="1"/>
            </p:cNvSpPr>
            <p:nvPr/>
          </p:nvSpPr>
          <p:spPr bwMode="auto">
            <a:xfrm>
              <a:off x="6503194" y="3215879"/>
              <a:ext cx="39594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a:t>
              </a:r>
            </a:p>
          </p:txBody>
        </p:sp>
        <p:grpSp>
          <p:nvGrpSpPr>
            <p:cNvPr id="61488" name="Group 128">
              <a:extLst>
                <a:ext uri="{FF2B5EF4-FFF2-40B4-BE49-F238E27FC236}">
                  <a16:creationId xmlns:a16="http://schemas.microsoft.com/office/drawing/2014/main" id="{84E93A56-7A32-4D33-9967-473B11DB325F}"/>
                </a:ext>
              </a:extLst>
            </p:cNvPr>
            <p:cNvGrpSpPr>
              <a:grpSpLocks/>
            </p:cNvGrpSpPr>
            <p:nvPr/>
          </p:nvGrpSpPr>
          <p:grpSpPr bwMode="auto">
            <a:xfrm>
              <a:off x="6534151" y="3200400"/>
              <a:ext cx="365522" cy="344091"/>
              <a:chOff x="4401" y="2688"/>
              <a:chExt cx="284" cy="289"/>
            </a:xfrm>
          </p:grpSpPr>
          <p:sp>
            <p:nvSpPr>
              <p:cNvPr id="61525" name="Freeform 129">
                <a:extLst>
                  <a:ext uri="{FF2B5EF4-FFF2-40B4-BE49-F238E27FC236}">
                    <a16:creationId xmlns:a16="http://schemas.microsoft.com/office/drawing/2014/main" id="{6900B3C5-5FED-48D6-B1B6-77ACF92212AD}"/>
                  </a:ext>
                </a:extLst>
              </p:cNvPr>
              <p:cNvSpPr>
                <a:spLocks/>
              </p:cNvSpPr>
              <p:nvPr/>
            </p:nvSpPr>
            <p:spPr bwMode="auto">
              <a:xfrm>
                <a:off x="4401" y="2688"/>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26" name="Freeform 130">
                <a:extLst>
                  <a:ext uri="{FF2B5EF4-FFF2-40B4-BE49-F238E27FC236}">
                    <a16:creationId xmlns:a16="http://schemas.microsoft.com/office/drawing/2014/main" id="{F0E0A219-F4A4-4C59-887A-05BA92F5BE93}"/>
                  </a:ext>
                </a:extLst>
              </p:cNvPr>
              <p:cNvSpPr>
                <a:spLocks/>
              </p:cNvSpPr>
              <p:nvPr/>
            </p:nvSpPr>
            <p:spPr bwMode="auto">
              <a:xfrm>
                <a:off x="4542" y="2688"/>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sp>
          <p:nvSpPr>
            <p:cNvPr id="61489" name="Line 131">
              <a:extLst>
                <a:ext uri="{FF2B5EF4-FFF2-40B4-BE49-F238E27FC236}">
                  <a16:creationId xmlns:a16="http://schemas.microsoft.com/office/drawing/2014/main" id="{52EF1402-E2DE-4062-9AEF-27085C0E33FA}"/>
                </a:ext>
              </a:extLst>
            </p:cNvPr>
            <p:cNvSpPr>
              <a:spLocks noChangeShapeType="1"/>
            </p:cNvSpPr>
            <p:nvPr/>
          </p:nvSpPr>
          <p:spPr bwMode="auto">
            <a:xfrm>
              <a:off x="6334125" y="3371850"/>
              <a:ext cx="2000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90" name="Line 132">
              <a:extLst>
                <a:ext uri="{FF2B5EF4-FFF2-40B4-BE49-F238E27FC236}">
                  <a16:creationId xmlns:a16="http://schemas.microsoft.com/office/drawing/2014/main" id="{BCCBC617-962F-41D6-8842-665797B984C3}"/>
                </a:ext>
              </a:extLst>
            </p:cNvPr>
            <p:cNvSpPr>
              <a:spLocks noChangeShapeType="1"/>
            </p:cNvSpPr>
            <p:nvPr/>
          </p:nvSpPr>
          <p:spPr bwMode="auto">
            <a:xfrm>
              <a:off x="5710238" y="3371850"/>
              <a:ext cx="220266"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91" name="Freeform 133">
              <a:extLst>
                <a:ext uri="{FF2B5EF4-FFF2-40B4-BE49-F238E27FC236}">
                  <a16:creationId xmlns:a16="http://schemas.microsoft.com/office/drawing/2014/main" id="{7BDE96A1-40EE-4C08-83F6-A499E8C5AFDD}"/>
                </a:ext>
              </a:extLst>
            </p:cNvPr>
            <p:cNvSpPr>
              <a:spLocks/>
            </p:cNvSpPr>
            <p:nvPr/>
          </p:nvSpPr>
          <p:spPr bwMode="auto">
            <a:xfrm>
              <a:off x="5875735" y="3371850"/>
              <a:ext cx="556022" cy="229791"/>
            </a:xfrm>
            <a:custGeom>
              <a:avLst/>
              <a:gdLst>
                <a:gd name="T0" fmla="*/ 0 w 431"/>
                <a:gd name="T1" fmla="*/ 0 h 193"/>
                <a:gd name="T2" fmla="*/ 0 w 431"/>
                <a:gd name="T3" fmla="*/ 2147483647 h 193"/>
                <a:gd name="T4" fmla="*/ 2147483647 w 431"/>
                <a:gd name="T5" fmla="*/ 2147483647 h 193"/>
                <a:gd name="T6" fmla="*/ 2147483647 w 431"/>
                <a:gd name="T7" fmla="*/ 2147483647 h 193"/>
                <a:gd name="T8" fmla="*/ 2147483647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492" name="Line 134">
              <a:extLst>
                <a:ext uri="{FF2B5EF4-FFF2-40B4-BE49-F238E27FC236}">
                  <a16:creationId xmlns:a16="http://schemas.microsoft.com/office/drawing/2014/main" id="{A3DBD734-D5DA-48E2-B252-0258A06166D4}"/>
                </a:ext>
              </a:extLst>
            </p:cNvPr>
            <p:cNvSpPr>
              <a:spLocks noChangeShapeType="1"/>
            </p:cNvSpPr>
            <p:nvPr/>
          </p:nvSpPr>
          <p:spPr bwMode="auto">
            <a:xfrm>
              <a:off x="5212556" y="3486150"/>
              <a:ext cx="2238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493" name="Freeform 135">
              <a:extLst>
                <a:ext uri="{FF2B5EF4-FFF2-40B4-BE49-F238E27FC236}">
                  <a16:creationId xmlns:a16="http://schemas.microsoft.com/office/drawing/2014/main" id="{ACDB9E11-2257-4D0F-9811-BEB8D76CCAC6}"/>
                </a:ext>
              </a:extLst>
            </p:cNvPr>
            <p:cNvSpPr>
              <a:spLocks/>
            </p:cNvSpPr>
            <p:nvPr/>
          </p:nvSpPr>
          <p:spPr bwMode="auto">
            <a:xfrm>
              <a:off x="5343525" y="3365898"/>
              <a:ext cx="434579" cy="330994"/>
            </a:xfrm>
            <a:custGeom>
              <a:avLst/>
              <a:gdLst>
                <a:gd name="T0" fmla="*/ 0 w 337"/>
                <a:gd name="T1" fmla="*/ 2147483647 h 278"/>
                <a:gd name="T2" fmla="*/ 0 w 337"/>
                <a:gd name="T3" fmla="*/ 2147483647 h 278"/>
                <a:gd name="T4" fmla="*/ 2147483647 w 337"/>
                <a:gd name="T5" fmla="*/ 2147483647 h 278"/>
                <a:gd name="T6" fmla="*/ 2147483647 w 337"/>
                <a:gd name="T7" fmla="*/ 2147483647 h 278"/>
                <a:gd name="T8" fmla="*/ 2147483647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nvGrpSpPr>
            <p:cNvPr id="61494" name="Group 136">
              <a:extLst>
                <a:ext uri="{FF2B5EF4-FFF2-40B4-BE49-F238E27FC236}">
                  <a16:creationId xmlns:a16="http://schemas.microsoft.com/office/drawing/2014/main" id="{3A1F0463-335E-4321-88B7-7C6ABD5889DF}"/>
                </a:ext>
              </a:extLst>
            </p:cNvPr>
            <p:cNvGrpSpPr>
              <a:grpSpLocks/>
            </p:cNvGrpSpPr>
            <p:nvPr/>
          </p:nvGrpSpPr>
          <p:grpSpPr bwMode="auto">
            <a:xfrm>
              <a:off x="4772026" y="3619500"/>
              <a:ext cx="2678906" cy="610791"/>
              <a:chOff x="3035" y="3040"/>
              <a:chExt cx="2077" cy="513"/>
            </a:xfrm>
          </p:grpSpPr>
          <p:grpSp>
            <p:nvGrpSpPr>
              <p:cNvPr id="61497" name="Group 137">
                <a:extLst>
                  <a:ext uri="{FF2B5EF4-FFF2-40B4-BE49-F238E27FC236}">
                    <a16:creationId xmlns:a16="http://schemas.microsoft.com/office/drawing/2014/main" id="{BC999BF6-DC6F-44C5-9071-826353928433}"/>
                  </a:ext>
                </a:extLst>
              </p:cNvPr>
              <p:cNvGrpSpPr>
                <a:grpSpLocks/>
              </p:cNvGrpSpPr>
              <p:nvPr/>
            </p:nvGrpSpPr>
            <p:grpSpPr bwMode="auto">
              <a:xfrm>
                <a:off x="3975" y="3040"/>
                <a:ext cx="215" cy="481"/>
                <a:chOff x="3975" y="3040"/>
                <a:chExt cx="215" cy="481"/>
              </a:xfrm>
            </p:grpSpPr>
            <p:sp>
              <p:nvSpPr>
                <p:cNvPr id="61523" name="Freeform 138">
                  <a:extLst>
                    <a:ext uri="{FF2B5EF4-FFF2-40B4-BE49-F238E27FC236}">
                      <a16:creationId xmlns:a16="http://schemas.microsoft.com/office/drawing/2014/main" id="{3E9D841D-8060-48AB-956E-33C0E8423F43}"/>
                    </a:ext>
                  </a:extLst>
                </p:cNvPr>
                <p:cNvSpPr>
                  <a:spLocks/>
                </p:cNvSpPr>
                <p:nvPr/>
              </p:nvSpPr>
              <p:spPr bwMode="auto">
                <a:xfrm>
                  <a:off x="3977" y="3040"/>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24" name="Rectangle 139">
                  <a:extLst>
                    <a:ext uri="{FF2B5EF4-FFF2-40B4-BE49-F238E27FC236}">
                      <a16:creationId xmlns:a16="http://schemas.microsoft.com/office/drawing/2014/main" id="{84EC5076-CA60-44C4-9098-79DDD2CBB399}"/>
                    </a:ext>
                  </a:extLst>
                </p:cNvPr>
                <p:cNvSpPr>
                  <a:spLocks noChangeArrowheads="1"/>
                </p:cNvSpPr>
                <p:nvPr/>
              </p:nvSpPr>
              <p:spPr bwMode="auto">
                <a:xfrm rot="5400000">
                  <a:off x="3879" y="3177"/>
                  <a:ext cx="38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ALU</a:t>
                  </a:r>
                </a:p>
              </p:txBody>
            </p:sp>
          </p:grpSp>
          <p:grpSp>
            <p:nvGrpSpPr>
              <p:cNvPr id="61498" name="Group 140">
                <a:extLst>
                  <a:ext uri="{FF2B5EF4-FFF2-40B4-BE49-F238E27FC236}">
                    <a16:creationId xmlns:a16="http://schemas.microsoft.com/office/drawing/2014/main" id="{8E3DAFEE-3486-472B-A225-B0E59080AA38}"/>
                  </a:ext>
                </a:extLst>
              </p:cNvPr>
              <p:cNvGrpSpPr>
                <a:grpSpLocks/>
              </p:cNvGrpSpPr>
              <p:nvPr/>
            </p:nvGrpSpPr>
            <p:grpSpPr bwMode="auto">
              <a:xfrm>
                <a:off x="3035" y="3136"/>
                <a:ext cx="374" cy="289"/>
                <a:chOff x="3035" y="3136"/>
                <a:chExt cx="374" cy="289"/>
              </a:xfrm>
            </p:grpSpPr>
            <p:sp>
              <p:nvSpPr>
                <p:cNvPr id="61519" name="Rectangle 141">
                  <a:extLst>
                    <a:ext uri="{FF2B5EF4-FFF2-40B4-BE49-F238E27FC236}">
                      <a16:creationId xmlns:a16="http://schemas.microsoft.com/office/drawing/2014/main" id="{97F02532-90F4-43C6-8F16-A706306A5D3D}"/>
                    </a:ext>
                  </a:extLst>
                </p:cNvPr>
                <p:cNvSpPr>
                  <a:spLocks noChangeArrowheads="1"/>
                </p:cNvSpPr>
                <p:nvPr/>
              </p:nvSpPr>
              <p:spPr bwMode="auto">
                <a:xfrm>
                  <a:off x="3035" y="3149"/>
                  <a:ext cx="3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grpSp>
              <p:nvGrpSpPr>
                <p:cNvPr id="61520" name="Group 142">
                  <a:extLst>
                    <a:ext uri="{FF2B5EF4-FFF2-40B4-BE49-F238E27FC236}">
                      <a16:creationId xmlns:a16="http://schemas.microsoft.com/office/drawing/2014/main" id="{D7503D8A-B546-4A58-AD6C-4B46A0488A45}"/>
                    </a:ext>
                  </a:extLst>
                </p:cNvPr>
                <p:cNvGrpSpPr>
                  <a:grpSpLocks/>
                </p:cNvGrpSpPr>
                <p:nvPr/>
              </p:nvGrpSpPr>
              <p:grpSpPr bwMode="auto">
                <a:xfrm>
                  <a:off x="3051" y="3136"/>
                  <a:ext cx="340" cy="289"/>
                  <a:chOff x="3051" y="3136"/>
                  <a:chExt cx="340" cy="289"/>
                </a:xfrm>
              </p:grpSpPr>
              <p:sp>
                <p:nvSpPr>
                  <p:cNvPr id="61521" name="Freeform 143">
                    <a:extLst>
                      <a:ext uri="{FF2B5EF4-FFF2-40B4-BE49-F238E27FC236}">
                        <a16:creationId xmlns:a16="http://schemas.microsoft.com/office/drawing/2014/main" id="{37C5E4DD-764B-4AF9-A777-0D1738FF0077}"/>
                      </a:ext>
                    </a:extLst>
                  </p:cNvPr>
                  <p:cNvSpPr>
                    <a:spLocks/>
                  </p:cNvSpPr>
                  <p:nvPr/>
                </p:nvSpPr>
                <p:spPr bwMode="auto">
                  <a:xfrm>
                    <a:off x="3051" y="3136"/>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22" name="Freeform 144">
                    <a:extLst>
                      <a:ext uri="{FF2B5EF4-FFF2-40B4-BE49-F238E27FC236}">
                        <a16:creationId xmlns:a16="http://schemas.microsoft.com/office/drawing/2014/main" id="{A1F5B1BE-6BAA-4A4E-A7CD-B82CDCB25412}"/>
                      </a:ext>
                    </a:extLst>
                  </p:cNvPr>
                  <p:cNvSpPr>
                    <a:spLocks/>
                  </p:cNvSpPr>
                  <p:nvPr/>
                </p:nvSpPr>
                <p:spPr bwMode="auto">
                  <a:xfrm>
                    <a:off x="3220" y="3136"/>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grpSp>
          <p:sp>
            <p:nvSpPr>
              <p:cNvPr id="61499" name="Rectangle 145">
                <a:extLst>
                  <a:ext uri="{FF2B5EF4-FFF2-40B4-BE49-F238E27FC236}">
                    <a16:creationId xmlns:a16="http://schemas.microsoft.com/office/drawing/2014/main" id="{F9CA4BED-31F2-47B6-8309-81B66BE5391E}"/>
                  </a:ext>
                </a:extLst>
              </p:cNvPr>
              <p:cNvSpPr>
                <a:spLocks noChangeArrowheads="1"/>
              </p:cNvSpPr>
              <p:nvPr/>
            </p:nvSpPr>
            <p:spPr bwMode="auto">
              <a:xfrm>
                <a:off x="3495" y="3154"/>
                <a:ext cx="30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a:t>
                </a:r>
              </a:p>
            </p:txBody>
          </p:sp>
          <p:grpSp>
            <p:nvGrpSpPr>
              <p:cNvPr id="61500" name="Group 146">
                <a:extLst>
                  <a:ext uri="{FF2B5EF4-FFF2-40B4-BE49-F238E27FC236}">
                    <a16:creationId xmlns:a16="http://schemas.microsoft.com/office/drawing/2014/main" id="{8B15AD24-F608-4794-9D3C-9BC6C485167E}"/>
                  </a:ext>
                </a:extLst>
              </p:cNvPr>
              <p:cNvGrpSpPr>
                <a:grpSpLocks/>
              </p:cNvGrpSpPr>
              <p:nvPr/>
            </p:nvGrpSpPr>
            <p:grpSpPr bwMode="auto">
              <a:xfrm>
                <a:off x="3511" y="3136"/>
                <a:ext cx="296" cy="289"/>
                <a:chOff x="3511" y="3136"/>
                <a:chExt cx="296" cy="289"/>
              </a:xfrm>
            </p:grpSpPr>
            <p:sp>
              <p:nvSpPr>
                <p:cNvPr id="61517" name="Freeform 147">
                  <a:extLst>
                    <a:ext uri="{FF2B5EF4-FFF2-40B4-BE49-F238E27FC236}">
                      <a16:creationId xmlns:a16="http://schemas.microsoft.com/office/drawing/2014/main" id="{9BFA27CA-6D5A-43AF-939F-FA3F67C6583C}"/>
                    </a:ext>
                  </a:extLst>
                </p:cNvPr>
                <p:cNvSpPr>
                  <a:spLocks/>
                </p:cNvSpPr>
                <p:nvPr/>
              </p:nvSpPr>
              <p:spPr bwMode="auto">
                <a:xfrm>
                  <a:off x="3511" y="3136"/>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18" name="Freeform 148">
                  <a:extLst>
                    <a:ext uri="{FF2B5EF4-FFF2-40B4-BE49-F238E27FC236}">
                      <a16:creationId xmlns:a16="http://schemas.microsoft.com/office/drawing/2014/main" id="{DDD7FB00-B22D-4C28-B803-C5E4D0A13F0D}"/>
                    </a:ext>
                  </a:extLst>
                </p:cNvPr>
                <p:cNvSpPr>
                  <a:spLocks/>
                </p:cNvSpPr>
                <p:nvPr/>
              </p:nvSpPr>
              <p:spPr bwMode="auto">
                <a:xfrm>
                  <a:off x="3659" y="3136"/>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sp>
            <p:nvSpPr>
              <p:cNvPr id="61501" name="Line 149">
                <a:extLst>
                  <a:ext uri="{FF2B5EF4-FFF2-40B4-BE49-F238E27FC236}">
                    <a16:creationId xmlns:a16="http://schemas.microsoft.com/office/drawing/2014/main" id="{6C019662-CAD1-4140-A6D4-FB6C6BF93D52}"/>
                  </a:ext>
                </a:extLst>
              </p:cNvPr>
              <p:cNvSpPr>
                <a:spLocks noChangeShapeType="1"/>
              </p:cNvSpPr>
              <p:nvPr/>
            </p:nvSpPr>
            <p:spPr bwMode="auto">
              <a:xfrm>
                <a:off x="3388" y="3280"/>
                <a:ext cx="112"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502" name="Freeform 150">
                <a:extLst>
                  <a:ext uri="{FF2B5EF4-FFF2-40B4-BE49-F238E27FC236}">
                    <a16:creationId xmlns:a16="http://schemas.microsoft.com/office/drawing/2014/main" id="{927A6AF4-3E13-4CB9-8C15-6555EF650084}"/>
                  </a:ext>
                </a:extLst>
              </p:cNvPr>
              <p:cNvSpPr>
                <a:spLocks/>
              </p:cNvSpPr>
              <p:nvPr/>
            </p:nvSpPr>
            <p:spPr bwMode="auto">
              <a:xfrm>
                <a:off x="3458" y="3184"/>
                <a:ext cx="48" cy="97"/>
              </a:xfrm>
              <a:custGeom>
                <a:avLst/>
                <a:gdLst>
                  <a:gd name="T0" fmla="*/ 0 w 48"/>
                  <a:gd name="T1" fmla="*/ 96 h 97"/>
                  <a:gd name="T2" fmla="*/ 0 w 48"/>
                  <a:gd name="T3" fmla="*/ 0 h 97"/>
                  <a:gd name="T4" fmla="*/ 47 w 48"/>
                  <a:gd name="T5" fmla="*/ 0 h 97"/>
                  <a:gd name="T6" fmla="*/ 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03" name="Line 151">
                <a:extLst>
                  <a:ext uri="{FF2B5EF4-FFF2-40B4-BE49-F238E27FC236}">
                    <a16:creationId xmlns:a16="http://schemas.microsoft.com/office/drawing/2014/main" id="{CC1794F7-779A-4B2F-924C-D8E476127E29}"/>
                  </a:ext>
                </a:extLst>
              </p:cNvPr>
              <p:cNvSpPr>
                <a:spLocks noChangeShapeType="1"/>
              </p:cNvSpPr>
              <p:nvPr/>
            </p:nvSpPr>
            <p:spPr bwMode="auto">
              <a:xfrm>
                <a:off x="3804" y="3184"/>
                <a:ext cx="17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504" name="Rectangle 152">
                <a:extLst>
                  <a:ext uri="{FF2B5EF4-FFF2-40B4-BE49-F238E27FC236}">
                    <a16:creationId xmlns:a16="http://schemas.microsoft.com/office/drawing/2014/main" id="{5FF6CF68-D194-4F2E-AAC2-037C6E53912B}"/>
                  </a:ext>
                </a:extLst>
              </p:cNvPr>
              <p:cNvSpPr>
                <a:spLocks noChangeArrowheads="1"/>
              </p:cNvSpPr>
              <p:nvPr/>
            </p:nvSpPr>
            <p:spPr bwMode="auto">
              <a:xfrm>
                <a:off x="4312" y="3149"/>
                <a:ext cx="3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grpSp>
            <p:nvGrpSpPr>
              <p:cNvPr id="61505" name="Group 153">
                <a:extLst>
                  <a:ext uri="{FF2B5EF4-FFF2-40B4-BE49-F238E27FC236}">
                    <a16:creationId xmlns:a16="http://schemas.microsoft.com/office/drawing/2014/main" id="{A30084D5-8F8A-4B95-A5D7-399063255ECD}"/>
                  </a:ext>
                </a:extLst>
              </p:cNvPr>
              <p:cNvGrpSpPr>
                <a:grpSpLocks/>
              </p:cNvGrpSpPr>
              <p:nvPr/>
            </p:nvGrpSpPr>
            <p:grpSpPr bwMode="auto">
              <a:xfrm>
                <a:off x="4360" y="3136"/>
                <a:ext cx="325" cy="289"/>
                <a:chOff x="4360" y="3136"/>
                <a:chExt cx="325" cy="289"/>
              </a:xfrm>
            </p:grpSpPr>
            <p:sp>
              <p:nvSpPr>
                <p:cNvPr id="61515" name="Freeform 154">
                  <a:extLst>
                    <a:ext uri="{FF2B5EF4-FFF2-40B4-BE49-F238E27FC236}">
                      <a16:creationId xmlns:a16="http://schemas.microsoft.com/office/drawing/2014/main" id="{66669419-AE06-4377-AB26-DF2F573DD142}"/>
                    </a:ext>
                  </a:extLst>
                </p:cNvPr>
                <p:cNvSpPr>
                  <a:spLocks/>
                </p:cNvSpPr>
                <p:nvPr/>
              </p:nvSpPr>
              <p:spPr bwMode="auto">
                <a:xfrm>
                  <a:off x="4360" y="3136"/>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 name="T12" fmla="*/ 0 w 162"/>
                    <a:gd name="T13" fmla="*/ 0 h 289"/>
                    <a:gd name="T14" fmla="*/ 162 w 162"/>
                    <a:gd name="T15" fmla="*/ 289 h 289"/>
                  </a:gdLst>
                  <a:ahLst/>
                  <a:cxnLst>
                    <a:cxn ang="T8">
                      <a:pos x="T0" y="T1"/>
                    </a:cxn>
                    <a:cxn ang="T9">
                      <a:pos x="T2" y="T3"/>
                    </a:cxn>
                    <a:cxn ang="T10">
                      <a:pos x="T4" y="T5"/>
                    </a:cxn>
                    <a:cxn ang="T11">
                      <a:pos x="T6" y="T7"/>
                    </a:cxn>
                  </a:cxnLst>
                  <a:rect l="T12" t="T13" r="T14" b="T15"/>
                  <a:pathLst>
                    <a:path w="162" h="289">
                      <a:moveTo>
                        <a:pt x="161" y="0"/>
                      </a:moveTo>
                      <a:lnTo>
                        <a:pt x="0" y="0"/>
                      </a:lnTo>
                      <a:lnTo>
                        <a:pt x="0" y="288"/>
                      </a:lnTo>
                      <a:lnTo>
                        <a:pt x="16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16" name="Freeform 155">
                  <a:extLst>
                    <a:ext uri="{FF2B5EF4-FFF2-40B4-BE49-F238E27FC236}">
                      <a16:creationId xmlns:a16="http://schemas.microsoft.com/office/drawing/2014/main" id="{D6991C65-947C-4984-9BF7-A3EE208CDEB3}"/>
                    </a:ext>
                  </a:extLst>
                </p:cNvPr>
                <p:cNvSpPr>
                  <a:spLocks/>
                </p:cNvSpPr>
                <p:nvPr/>
              </p:nvSpPr>
              <p:spPr bwMode="auto">
                <a:xfrm>
                  <a:off x="4521" y="3136"/>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 name="T12" fmla="*/ 0 w 164"/>
                    <a:gd name="T13" fmla="*/ 0 h 289"/>
                    <a:gd name="T14" fmla="*/ 164 w 164"/>
                    <a:gd name="T15" fmla="*/ 289 h 289"/>
                  </a:gdLst>
                  <a:ahLst/>
                  <a:cxnLst>
                    <a:cxn ang="T8">
                      <a:pos x="T0" y="T1"/>
                    </a:cxn>
                    <a:cxn ang="T9">
                      <a:pos x="T2" y="T3"/>
                    </a:cxn>
                    <a:cxn ang="T10">
                      <a:pos x="T4" y="T5"/>
                    </a:cxn>
                    <a:cxn ang="T11">
                      <a:pos x="T6" y="T7"/>
                    </a:cxn>
                  </a:cxnLst>
                  <a:rect l="T12" t="T13" r="T14" b="T15"/>
                  <a:pathLst>
                    <a:path w="164" h="289">
                      <a:moveTo>
                        <a:pt x="0" y="0"/>
                      </a:moveTo>
                      <a:lnTo>
                        <a:pt x="163" y="0"/>
                      </a:lnTo>
                      <a:lnTo>
                        <a:pt x="163"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sp>
            <p:nvSpPr>
              <p:cNvPr id="61506" name="Rectangle 156">
                <a:extLst>
                  <a:ext uri="{FF2B5EF4-FFF2-40B4-BE49-F238E27FC236}">
                    <a16:creationId xmlns:a16="http://schemas.microsoft.com/office/drawing/2014/main" id="{BB6C89DE-F244-4E8F-9AB6-A693907580D9}"/>
                  </a:ext>
                </a:extLst>
              </p:cNvPr>
              <p:cNvSpPr>
                <a:spLocks noChangeArrowheads="1"/>
              </p:cNvSpPr>
              <p:nvPr/>
            </p:nvSpPr>
            <p:spPr bwMode="auto">
              <a:xfrm>
                <a:off x="4804" y="3149"/>
                <a:ext cx="30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a:t>
                </a:r>
              </a:p>
            </p:txBody>
          </p:sp>
          <p:grpSp>
            <p:nvGrpSpPr>
              <p:cNvPr id="61507" name="Group 157">
                <a:extLst>
                  <a:ext uri="{FF2B5EF4-FFF2-40B4-BE49-F238E27FC236}">
                    <a16:creationId xmlns:a16="http://schemas.microsoft.com/office/drawing/2014/main" id="{8EE2CC1D-30B4-4BEB-B50F-1EEE7C00316A}"/>
                  </a:ext>
                </a:extLst>
              </p:cNvPr>
              <p:cNvGrpSpPr>
                <a:grpSpLocks/>
              </p:cNvGrpSpPr>
              <p:nvPr/>
            </p:nvGrpSpPr>
            <p:grpSpPr bwMode="auto">
              <a:xfrm>
                <a:off x="4828" y="3136"/>
                <a:ext cx="284" cy="289"/>
                <a:chOff x="4828" y="3136"/>
                <a:chExt cx="284" cy="289"/>
              </a:xfrm>
            </p:grpSpPr>
            <p:sp>
              <p:nvSpPr>
                <p:cNvPr id="61513" name="Freeform 158">
                  <a:extLst>
                    <a:ext uri="{FF2B5EF4-FFF2-40B4-BE49-F238E27FC236}">
                      <a16:creationId xmlns:a16="http://schemas.microsoft.com/office/drawing/2014/main" id="{B23A1C0D-DE1E-4691-84CF-15E470F03B82}"/>
                    </a:ext>
                  </a:extLst>
                </p:cNvPr>
                <p:cNvSpPr>
                  <a:spLocks/>
                </p:cNvSpPr>
                <p:nvPr/>
              </p:nvSpPr>
              <p:spPr bwMode="auto">
                <a:xfrm>
                  <a:off x="4828" y="3136"/>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14" name="Freeform 159">
                  <a:extLst>
                    <a:ext uri="{FF2B5EF4-FFF2-40B4-BE49-F238E27FC236}">
                      <a16:creationId xmlns:a16="http://schemas.microsoft.com/office/drawing/2014/main" id="{646798B6-AD15-4FCD-8523-CE8B86AD01FC}"/>
                    </a:ext>
                  </a:extLst>
                </p:cNvPr>
                <p:cNvSpPr>
                  <a:spLocks/>
                </p:cNvSpPr>
                <p:nvPr/>
              </p:nvSpPr>
              <p:spPr bwMode="auto">
                <a:xfrm>
                  <a:off x="4969" y="3136"/>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sp>
            <p:nvSpPr>
              <p:cNvPr id="61508" name="Line 160">
                <a:extLst>
                  <a:ext uri="{FF2B5EF4-FFF2-40B4-BE49-F238E27FC236}">
                    <a16:creationId xmlns:a16="http://schemas.microsoft.com/office/drawing/2014/main" id="{7B296618-9879-446C-92B6-25DB28FEA1AB}"/>
                  </a:ext>
                </a:extLst>
              </p:cNvPr>
              <p:cNvSpPr>
                <a:spLocks noChangeShapeType="1"/>
              </p:cNvSpPr>
              <p:nvPr/>
            </p:nvSpPr>
            <p:spPr bwMode="auto">
              <a:xfrm>
                <a:off x="4673" y="3280"/>
                <a:ext cx="15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509" name="Line 161">
                <a:extLst>
                  <a:ext uri="{FF2B5EF4-FFF2-40B4-BE49-F238E27FC236}">
                    <a16:creationId xmlns:a16="http://schemas.microsoft.com/office/drawing/2014/main" id="{CFAF7B65-2C80-4A5C-A7FA-3972010AA095}"/>
                  </a:ext>
                </a:extLst>
              </p:cNvPr>
              <p:cNvSpPr>
                <a:spLocks noChangeShapeType="1"/>
              </p:cNvSpPr>
              <p:nvPr/>
            </p:nvSpPr>
            <p:spPr bwMode="auto">
              <a:xfrm>
                <a:off x="4189" y="3280"/>
                <a:ext cx="171"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510" name="Freeform 162">
                <a:extLst>
                  <a:ext uri="{FF2B5EF4-FFF2-40B4-BE49-F238E27FC236}">
                    <a16:creationId xmlns:a16="http://schemas.microsoft.com/office/drawing/2014/main" id="{BDA172F7-F738-4C49-AA8E-44049608B0D2}"/>
                  </a:ext>
                </a:extLst>
              </p:cNvPr>
              <p:cNvSpPr>
                <a:spLocks/>
              </p:cNvSpPr>
              <p:nvPr/>
            </p:nvSpPr>
            <p:spPr bwMode="auto">
              <a:xfrm>
                <a:off x="4318" y="3280"/>
                <a:ext cx="431" cy="193"/>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1511" name="Line 163">
                <a:extLst>
                  <a:ext uri="{FF2B5EF4-FFF2-40B4-BE49-F238E27FC236}">
                    <a16:creationId xmlns:a16="http://schemas.microsoft.com/office/drawing/2014/main" id="{C377E918-0A13-410B-BBF0-2E35743DFD11}"/>
                  </a:ext>
                </a:extLst>
              </p:cNvPr>
              <p:cNvSpPr>
                <a:spLocks noChangeShapeType="1"/>
              </p:cNvSpPr>
              <p:nvPr/>
            </p:nvSpPr>
            <p:spPr bwMode="auto">
              <a:xfrm>
                <a:off x="3804" y="3376"/>
                <a:ext cx="17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1512" name="Freeform 164">
                <a:extLst>
                  <a:ext uri="{FF2B5EF4-FFF2-40B4-BE49-F238E27FC236}">
                    <a16:creationId xmlns:a16="http://schemas.microsoft.com/office/drawing/2014/main" id="{66BECCB2-8BAE-4799-9AA6-DB2B318BFB62}"/>
                  </a:ext>
                </a:extLst>
              </p:cNvPr>
              <p:cNvSpPr>
                <a:spLocks/>
              </p:cNvSpPr>
              <p:nvPr/>
            </p:nvSpPr>
            <p:spPr bwMode="auto">
              <a:xfrm>
                <a:off x="3905" y="3275"/>
                <a:ext cx="337" cy="278"/>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grpSp>
      <p:sp>
        <p:nvSpPr>
          <p:cNvPr id="61495" name="Rectangle 166">
            <a:extLst>
              <a:ext uri="{FF2B5EF4-FFF2-40B4-BE49-F238E27FC236}">
                <a16:creationId xmlns:a16="http://schemas.microsoft.com/office/drawing/2014/main" id="{AA78F361-6E36-4FCA-AA80-5B2129A19E68}"/>
              </a:ext>
            </a:extLst>
          </p:cNvPr>
          <p:cNvSpPr>
            <a:spLocks noGrp="1" noChangeArrowheads="1"/>
          </p:cNvSpPr>
          <p:nvPr>
            <p:ph type="title"/>
          </p:nvPr>
        </p:nvSpPr>
        <p:spPr/>
        <p:txBody>
          <a:bodyPr/>
          <a:lstStyle/>
          <a:p>
            <a:r>
              <a:rPr lang="en-US" altLang="zh-TW" dirty="0"/>
              <a:t>Structural Hazard - Single Memory (1)</a:t>
            </a:r>
          </a:p>
        </p:txBody>
      </p:sp>
      <p:sp>
        <p:nvSpPr>
          <p:cNvPr id="61496" name="投影片編號版面配置區 1">
            <a:extLst>
              <a:ext uri="{FF2B5EF4-FFF2-40B4-BE49-F238E27FC236}">
                <a16:creationId xmlns:a16="http://schemas.microsoft.com/office/drawing/2014/main" id="{3A46C90E-E7FC-4841-BCED-113650F8ADF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7F60C7FD-0078-4C35-A5B1-DA6C9E8D9E90}"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58</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2D4C92FE-052F-449C-A844-BE5159C84BA4}"/>
              </a:ext>
            </a:extLst>
          </p:cNvPr>
          <p:cNvGrpSpPr/>
          <p:nvPr/>
        </p:nvGrpSpPr>
        <p:grpSpPr>
          <a:xfrm>
            <a:off x="612059" y="964176"/>
            <a:ext cx="7903625" cy="3334980"/>
            <a:chOff x="1216930" y="971550"/>
            <a:chExt cx="6234001" cy="3600450"/>
          </a:xfrm>
        </p:grpSpPr>
        <p:grpSp>
          <p:nvGrpSpPr>
            <p:cNvPr id="63490" name="Group 2">
              <a:extLst>
                <a:ext uri="{FF2B5EF4-FFF2-40B4-BE49-F238E27FC236}">
                  <a16:creationId xmlns:a16="http://schemas.microsoft.com/office/drawing/2014/main" id="{1C8BEF50-06EF-4EC1-B8BB-0B84EC2DE23F}"/>
                </a:ext>
              </a:extLst>
            </p:cNvPr>
            <p:cNvGrpSpPr>
              <a:grpSpLocks/>
            </p:cNvGrpSpPr>
            <p:nvPr/>
          </p:nvGrpSpPr>
          <p:grpSpPr bwMode="auto">
            <a:xfrm>
              <a:off x="4242197" y="1543050"/>
              <a:ext cx="438150" cy="350044"/>
              <a:chOff x="2624" y="1296"/>
              <a:chExt cx="340" cy="294"/>
            </a:xfrm>
          </p:grpSpPr>
          <p:sp>
            <p:nvSpPr>
              <p:cNvPr id="63652" name="Freeform 3">
                <a:extLst>
                  <a:ext uri="{FF2B5EF4-FFF2-40B4-BE49-F238E27FC236}">
                    <a16:creationId xmlns:a16="http://schemas.microsoft.com/office/drawing/2014/main" id="{3FBDF18C-B4E9-4EDE-A51E-866899E7FF23}"/>
                  </a:ext>
                </a:extLst>
              </p:cNvPr>
              <p:cNvSpPr>
                <a:spLocks/>
              </p:cNvSpPr>
              <p:nvPr/>
            </p:nvSpPr>
            <p:spPr bwMode="auto">
              <a:xfrm>
                <a:off x="2816" y="1301"/>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solidFill>
                <a:schemeClr val="accent1"/>
              </a:solidFill>
              <a:ln w="25400" cap="rnd">
                <a:solidFill>
                  <a:schemeClr val="tx1"/>
                </a:solidFill>
                <a:round/>
                <a:headEnd type="none" w="sm" len="sm"/>
                <a:tailEnd type="none" w="sm" len="sm"/>
              </a:ln>
            </p:spPr>
            <p:txBody>
              <a:bodyPr/>
              <a:lstStyle/>
              <a:p>
                <a:endParaRPr lang="zh-CN" altLang="en-US" sz="1200"/>
              </a:p>
            </p:txBody>
          </p:sp>
          <p:grpSp>
            <p:nvGrpSpPr>
              <p:cNvPr id="63653" name="Group 4">
                <a:extLst>
                  <a:ext uri="{FF2B5EF4-FFF2-40B4-BE49-F238E27FC236}">
                    <a16:creationId xmlns:a16="http://schemas.microsoft.com/office/drawing/2014/main" id="{A0A672FF-55A0-4E20-A7FA-3F9880889B79}"/>
                  </a:ext>
                </a:extLst>
              </p:cNvPr>
              <p:cNvGrpSpPr>
                <a:grpSpLocks/>
              </p:cNvGrpSpPr>
              <p:nvPr/>
            </p:nvGrpSpPr>
            <p:grpSpPr bwMode="auto">
              <a:xfrm>
                <a:off x="2624" y="1296"/>
                <a:ext cx="340" cy="289"/>
                <a:chOff x="2624" y="1296"/>
                <a:chExt cx="340" cy="289"/>
              </a:xfrm>
            </p:grpSpPr>
            <p:sp>
              <p:nvSpPr>
                <p:cNvPr id="63654" name="Freeform 5">
                  <a:extLst>
                    <a:ext uri="{FF2B5EF4-FFF2-40B4-BE49-F238E27FC236}">
                      <a16:creationId xmlns:a16="http://schemas.microsoft.com/office/drawing/2014/main" id="{BBE1F06A-C27B-486D-9C99-F3581FBC7D3F}"/>
                    </a:ext>
                  </a:extLst>
                </p:cNvPr>
                <p:cNvSpPr>
                  <a:spLocks/>
                </p:cNvSpPr>
                <p:nvPr/>
              </p:nvSpPr>
              <p:spPr bwMode="auto">
                <a:xfrm>
                  <a:off x="2624" y="1296"/>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55" name="Freeform 6">
                  <a:extLst>
                    <a:ext uri="{FF2B5EF4-FFF2-40B4-BE49-F238E27FC236}">
                      <a16:creationId xmlns:a16="http://schemas.microsoft.com/office/drawing/2014/main" id="{B847EA8D-B657-4C99-BF1C-A0AA45326895}"/>
                    </a:ext>
                  </a:extLst>
                </p:cNvPr>
                <p:cNvSpPr>
                  <a:spLocks/>
                </p:cNvSpPr>
                <p:nvPr/>
              </p:nvSpPr>
              <p:spPr bwMode="auto">
                <a:xfrm>
                  <a:off x="2793" y="1296"/>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grpSp>
        <p:grpSp>
          <p:nvGrpSpPr>
            <p:cNvPr id="63491" name="Group 7">
              <a:extLst>
                <a:ext uri="{FF2B5EF4-FFF2-40B4-BE49-F238E27FC236}">
                  <a16:creationId xmlns:a16="http://schemas.microsoft.com/office/drawing/2014/main" id="{66B47AA1-3D10-49F1-A0DA-D5FDEE6FE77E}"/>
                </a:ext>
              </a:extLst>
            </p:cNvPr>
            <p:cNvGrpSpPr>
              <a:grpSpLocks/>
            </p:cNvGrpSpPr>
            <p:nvPr/>
          </p:nvGrpSpPr>
          <p:grpSpPr bwMode="auto">
            <a:xfrm>
              <a:off x="4242197" y="3200400"/>
              <a:ext cx="438150" cy="350044"/>
              <a:chOff x="2624" y="2688"/>
              <a:chExt cx="340" cy="294"/>
            </a:xfrm>
          </p:grpSpPr>
          <p:sp>
            <p:nvSpPr>
              <p:cNvPr id="63648" name="Freeform 8">
                <a:extLst>
                  <a:ext uri="{FF2B5EF4-FFF2-40B4-BE49-F238E27FC236}">
                    <a16:creationId xmlns:a16="http://schemas.microsoft.com/office/drawing/2014/main" id="{C473DF75-06A4-427C-B769-337DD549C827}"/>
                  </a:ext>
                </a:extLst>
              </p:cNvPr>
              <p:cNvSpPr>
                <a:spLocks/>
              </p:cNvSpPr>
              <p:nvPr/>
            </p:nvSpPr>
            <p:spPr bwMode="auto">
              <a:xfrm>
                <a:off x="2816" y="2693"/>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solidFill>
                <a:schemeClr val="accent1"/>
              </a:solidFill>
              <a:ln w="25400" cap="rnd">
                <a:solidFill>
                  <a:schemeClr val="tx1"/>
                </a:solidFill>
                <a:round/>
                <a:headEnd type="none" w="sm" len="sm"/>
                <a:tailEnd type="none" w="sm" len="sm"/>
              </a:ln>
            </p:spPr>
            <p:txBody>
              <a:bodyPr/>
              <a:lstStyle/>
              <a:p>
                <a:endParaRPr lang="zh-CN" altLang="en-US" sz="1200"/>
              </a:p>
            </p:txBody>
          </p:sp>
          <p:grpSp>
            <p:nvGrpSpPr>
              <p:cNvPr id="63649" name="Group 9">
                <a:extLst>
                  <a:ext uri="{FF2B5EF4-FFF2-40B4-BE49-F238E27FC236}">
                    <a16:creationId xmlns:a16="http://schemas.microsoft.com/office/drawing/2014/main" id="{A12AE07E-0732-4F89-B9BB-5B4A5530B6E7}"/>
                  </a:ext>
                </a:extLst>
              </p:cNvPr>
              <p:cNvGrpSpPr>
                <a:grpSpLocks/>
              </p:cNvGrpSpPr>
              <p:nvPr/>
            </p:nvGrpSpPr>
            <p:grpSpPr bwMode="auto">
              <a:xfrm>
                <a:off x="2624" y="2688"/>
                <a:ext cx="340" cy="289"/>
                <a:chOff x="2624" y="2688"/>
                <a:chExt cx="340" cy="289"/>
              </a:xfrm>
            </p:grpSpPr>
            <p:sp>
              <p:nvSpPr>
                <p:cNvPr id="63650" name="Freeform 10">
                  <a:extLst>
                    <a:ext uri="{FF2B5EF4-FFF2-40B4-BE49-F238E27FC236}">
                      <a16:creationId xmlns:a16="http://schemas.microsoft.com/office/drawing/2014/main" id="{6C0F6521-161B-4EF3-BBD4-154F7675CDEE}"/>
                    </a:ext>
                  </a:extLst>
                </p:cNvPr>
                <p:cNvSpPr>
                  <a:spLocks/>
                </p:cNvSpPr>
                <p:nvPr/>
              </p:nvSpPr>
              <p:spPr bwMode="auto">
                <a:xfrm>
                  <a:off x="2624" y="2688"/>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51" name="Freeform 11">
                  <a:extLst>
                    <a:ext uri="{FF2B5EF4-FFF2-40B4-BE49-F238E27FC236}">
                      <a16:creationId xmlns:a16="http://schemas.microsoft.com/office/drawing/2014/main" id="{7D1CC70C-0B3E-4BB7-870C-66D16B959CFB}"/>
                    </a:ext>
                  </a:extLst>
                </p:cNvPr>
                <p:cNvSpPr>
                  <a:spLocks/>
                </p:cNvSpPr>
                <p:nvPr/>
              </p:nvSpPr>
              <p:spPr bwMode="auto">
                <a:xfrm>
                  <a:off x="2793" y="2688"/>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grpSp>
        <p:sp>
          <p:nvSpPr>
            <p:cNvPr id="63492" name="Rectangle 12">
              <a:extLst>
                <a:ext uri="{FF2B5EF4-FFF2-40B4-BE49-F238E27FC236}">
                  <a16:creationId xmlns:a16="http://schemas.microsoft.com/office/drawing/2014/main" id="{E4E797FA-2116-420E-BB5C-C210943F2AB6}"/>
                </a:ext>
              </a:extLst>
            </p:cNvPr>
            <p:cNvSpPr>
              <a:spLocks noChangeArrowheads="1"/>
            </p:cNvSpPr>
            <p:nvPr/>
          </p:nvSpPr>
          <p:spPr bwMode="auto">
            <a:xfrm>
              <a:off x="4255666" y="3223840"/>
              <a:ext cx="387129" cy="274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Mem</a:t>
              </a:r>
            </a:p>
          </p:txBody>
        </p:sp>
        <p:sp>
          <p:nvSpPr>
            <p:cNvPr id="63493" name="Rectangle 13">
              <a:extLst>
                <a:ext uri="{FF2B5EF4-FFF2-40B4-BE49-F238E27FC236}">
                  <a16:creationId xmlns:a16="http://schemas.microsoft.com/office/drawing/2014/main" id="{0C1930D6-EC3B-4EBA-B6F7-8E5A863AD2AC}"/>
                </a:ext>
              </a:extLst>
            </p:cNvPr>
            <p:cNvSpPr>
              <a:spLocks noChangeArrowheads="1"/>
            </p:cNvSpPr>
            <p:nvPr/>
          </p:nvSpPr>
          <p:spPr bwMode="auto">
            <a:xfrm>
              <a:off x="1216930" y="1722835"/>
              <a:ext cx="291481" cy="2268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200" b="0" dirty="0">
                  <a:latin typeface="Arial" panose="020B0604020202020204" pitchFamily="34" charset="0"/>
                  <a:ea typeface="新細明體" panose="02020500000000000000" pitchFamily="18" charset="-120"/>
                </a:rPr>
                <a:t>I</a:t>
              </a:r>
            </a:p>
            <a:p>
              <a:pPr algn="ctr">
                <a:lnSpc>
                  <a:spcPct val="100000"/>
                </a:lnSpc>
                <a:spcBef>
                  <a:spcPct val="0"/>
                </a:spcBef>
                <a:buClrTx/>
                <a:buSzTx/>
                <a:buFontTx/>
                <a:buNone/>
              </a:pPr>
              <a:r>
                <a:rPr kumimoji="1" lang="en-US" altLang="zh-TW" sz="1200" b="0" dirty="0">
                  <a:latin typeface="Arial" panose="020B0604020202020204" pitchFamily="34" charset="0"/>
                  <a:ea typeface="新細明體" panose="02020500000000000000" pitchFamily="18" charset="-120"/>
                </a:rPr>
                <a:t>n</a:t>
              </a:r>
            </a:p>
            <a:p>
              <a:pPr algn="ctr">
                <a:lnSpc>
                  <a:spcPct val="100000"/>
                </a:lnSpc>
                <a:spcBef>
                  <a:spcPct val="0"/>
                </a:spcBef>
                <a:buClrTx/>
                <a:buSzTx/>
                <a:buFontTx/>
                <a:buNone/>
              </a:pPr>
              <a:r>
                <a:rPr kumimoji="1" lang="en-US" altLang="zh-TW" sz="1200" b="0" dirty="0">
                  <a:latin typeface="Arial" panose="020B0604020202020204" pitchFamily="34" charset="0"/>
                  <a:ea typeface="新細明體" panose="02020500000000000000" pitchFamily="18" charset="-120"/>
                </a:rPr>
                <a:t>s</a:t>
              </a:r>
            </a:p>
            <a:p>
              <a:pPr algn="ctr">
                <a:lnSpc>
                  <a:spcPct val="100000"/>
                </a:lnSpc>
                <a:spcBef>
                  <a:spcPct val="0"/>
                </a:spcBef>
                <a:buClrTx/>
                <a:buSzTx/>
                <a:buFontTx/>
                <a:buNone/>
              </a:pPr>
              <a:r>
                <a:rPr kumimoji="1" lang="en-US" altLang="zh-TW" sz="1200" b="0" dirty="0">
                  <a:latin typeface="Arial" panose="020B0604020202020204" pitchFamily="34" charset="0"/>
                  <a:ea typeface="新細明體" panose="02020500000000000000" pitchFamily="18" charset="-120"/>
                </a:rPr>
                <a:t>t</a:t>
              </a:r>
            </a:p>
            <a:p>
              <a:pPr algn="ctr">
                <a:lnSpc>
                  <a:spcPct val="100000"/>
                </a:lnSpc>
                <a:spcBef>
                  <a:spcPct val="0"/>
                </a:spcBef>
                <a:buClrTx/>
                <a:buSzTx/>
                <a:buFontTx/>
                <a:buNone/>
              </a:pPr>
              <a:r>
                <a:rPr kumimoji="1" lang="en-US" altLang="zh-TW" sz="1200" b="0" dirty="0">
                  <a:latin typeface="Arial" panose="020B0604020202020204" pitchFamily="34" charset="0"/>
                  <a:ea typeface="新細明體" panose="02020500000000000000" pitchFamily="18" charset="-120"/>
                </a:rPr>
                <a:t>r.</a:t>
              </a:r>
            </a:p>
            <a:p>
              <a:pPr algn="ctr">
                <a:lnSpc>
                  <a:spcPct val="100000"/>
                </a:lnSpc>
                <a:spcBef>
                  <a:spcPct val="0"/>
                </a:spcBef>
                <a:buClrTx/>
                <a:buSzTx/>
                <a:buFontTx/>
                <a:buNone/>
              </a:pPr>
              <a:endParaRPr kumimoji="1" lang="en-US" altLang="zh-TW" sz="1200" b="0" dirty="0">
                <a:latin typeface="Arial" panose="020B0604020202020204" pitchFamily="34" charset="0"/>
                <a:ea typeface="新細明體" panose="02020500000000000000" pitchFamily="18" charset="-120"/>
              </a:endParaRPr>
            </a:p>
            <a:p>
              <a:pPr algn="ctr">
                <a:lnSpc>
                  <a:spcPct val="100000"/>
                </a:lnSpc>
                <a:spcBef>
                  <a:spcPct val="0"/>
                </a:spcBef>
                <a:buClrTx/>
                <a:buSzTx/>
                <a:buFontTx/>
                <a:buNone/>
              </a:pPr>
              <a:r>
                <a:rPr kumimoji="1" lang="en-US" altLang="zh-TW" sz="1200" b="0" dirty="0">
                  <a:latin typeface="Arial" panose="020B0604020202020204" pitchFamily="34" charset="0"/>
                  <a:ea typeface="新細明體" panose="02020500000000000000" pitchFamily="18" charset="-120"/>
                </a:rPr>
                <a:t>O</a:t>
              </a:r>
            </a:p>
            <a:p>
              <a:pPr algn="ctr">
                <a:lnSpc>
                  <a:spcPct val="100000"/>
                </a:lnSpc>
                <a:spcBef>
                  <a:spcPct val="0"/>
                </a:spcBef>
                <a:buClrTx/>
                <a:buSzTx/>
                <a:buFontTx/>
                <a:buNone/>
              </a:pPr>
              <a:r>
                <a:rPr kumimoji="1" lang="en-US" altLang="zh-TW" sz="1200" b="0" dirty="0">
                  <a:latin typeface="Arial" panose="020B0604020202020204" pitchFamily="34" charset="0"/>
                  <a:ea typeface="新細明體" panose="02020500000000000000" pitchFamily="18" charset="-120"/>
                </a:rPr>
                <a:t>r</a:t>
              </a:r>
            </a:p>
            <a:p>
              <a:pPr algn="ctr">
                <a:lnSpc>
                  <a:spcPct val="100000"/>
                </a:lnSpc>
                <a:spcBef>
                  <a:spcPct val="0"/>
                </a:spcBef>
                <a:buClrTx/>
                <a:buSzTx/>
                <a:buFontTx/>
                <a:buNone/>
              </a:pPr>
              <a:r>
                <a:rPr kumimoji="1" lang="en-US" altLang="zh-TW" sz="1200" b="0" dirty="0">
                  <a:latin typeface="Arial" panose="020B0604020202020204" pitchFamily="34" charset="0"/>
                  <a:ea typeface="新細明體" panose="02020500000000000000" pitchFamily="18" charset="-120"/>
                </a:rPr>
                <a:t>d</a:t>
              </a:r>
            </a:p>
            <a:p>
              <a:pPr algn="ctr">
                <a:lnSpc>
                  <a:spcPct val="100000"/>
                </a:lnSpc>
                <a:spcBef>
                  <a:spcPct val="0"/>
                </a:spcBef>
                <a:buClrTx/>
                <a:buSzTx/>
                <a:buFontTx/>
                <a:buNone/>
              </a:pPr>
              <a:r>
                <a:rPr kumimoji="1" lang="en-US" altLang="zh-TW" sz="1200" b="0" dirty="0">
                  <a:latin typeface="Arial" panose="020B0604020202020204" pitchFamily="34" charset="0"/>
                  <a:ea typeface="新細明體" panose="02020500000000000000" pitchFamily="18" charset="-120"/>
                </a:rPr>
                <a:t>e</a:t>
              </a:r>
            </a:p>
            <a:p>
              <a:pPr algn="ctr">
                <a:lnSpc>
                  <a:spcPct val="100000"/>
                </a:lnSpc>
                <a:spcBef>
                  <a:spcPct val="0"/>
                </a:spcBef>
                <a:buClrTx/>
                <a:buSzTx/>
                <a:buFontTx/>
                <a:buNone/>
              </a:pPr>
              <a:r>
                <a:rPr kumimoji="1" lang="en-US" altLang="zh-TW" sz="1200" b="0" dirty="0">
                  <a:latin typeface="Arial" panose="020B0604020202020204" pitchFamily="34" charset="0"/>
                  <a:ea typeface="新細明體" panose="02020500000000000000" pitchFamily="18" charset="-120"/>
                </a:rPr>
                <a:t>r</a:t>
              </a:r>
            </a:p>
          </p:txBody>
        </p:sp>
        <p:sp>
          <p:nvSpPr>
            <p:cNvPr id="63494" name="Line 14">
              <a:extLst>
                <a:ext uri="{FF2B5EF4-FFF2-40B4-BE49-F238E27FC236}">
                  <a16:creationId xmlns:a16="http://schemas.microsoft.com/office/drawing/2014/main" id="{D8FBF87A-DFDD-40B5-A4EB-6E4596F8C2D3}"/>
                </a:ext>
              </a:extLst>
            </p:cNvPr>
            <p:cNvSpPr>
              <a:spLocks noChangeShapeType="1"/>
            </p:cNvSpPr>
            <p:nvPr/>
          </p:nvSpPr>
          <p:spPr bwMode="auto">
            <a:xfrm>
              <a:off x="1610916" y="1676400"/>
              <a:ext cx="0" cy="24384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495" name="Line 15">
              <a:extLst>
                <a:ext uri="{FF2B5EF4-FFF2-40B4-BE49-F238E27FC236}">
                  <a16:creationId xmlns:a16="http://schemas.microsoft.com/office/drawing/2014/main" id="{20351456-C027-454E-828D-67B3C733C05F}"/>
                </a:ext>
              </a:extLst>
            </p:cNvPr>
            <p:cNvSpPr>
              <a:spLocks noChangeShapeType="1"/>
            </p:cNvSpPr>
            <p:nvPr/>
          </p:nvSpPr>
          <p:spPr bwMode="auto">
            <a:xfrm>
              <a:off x="2115741" y="1114425"/>
              <a:ext cx="5149453"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496" name="Rectangle 16">
              <a:extLst>
                <a:ext uri="{FF2B5EF4-FFF2-40B4-BE49-F238E27FC236}">
                  <a16:creationId xmlns:a16="http://schemas.microsoft.com/office/drawing/2014/main" id="{4D7B9D67-3C56-4B00-968D-363B54D6CC26}"/>
                </a:ext>
              </a:extLst>
            </p:cNvPr>
            <p:cNvSpPr>
              <a:spLocks noChangeArrowheads="1"/>
            </p:cNvSpPr>
            <p:nvPr/>
          </p:nvSpPr>
          <p:spPr bwMode="auto">
            <a:xfrm>
              <a:off x="1352550" y="971550"/>
              <a:ext cx="538270" cy="274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i="1">
                  <a:latin typeface="Arial" panose="020B0604020202020204" pitchFamily="34" charset="0"/>
                  <a:ea typeface="新細明體" panose="02020500000000000000" pitchFamily="18" charset="-120"/>
                </a:rPr>
                <a:t>Time</a:t>
              </a:r>
            </a:p>
          </p:txBody>
        </p:sp>
        <p:sp>
          <p:nvSpPr>
            <p:cNvPr id="63497" name="Rectangle 17">
              <a:extLst>
                <a:ext uri="{FF2B5EF4-FFF2-40B4-BE49-F238E27FC236}">
                  <a16:creationId xmlns:a16="http://schemas.microsoft.com/office/drawing/2014/main" id="{0D35C8A7-CD28-43FA-81FA-E06C5B367AAF}"/>
                </a:ext>
              </a:extLst>
            </p:cNvPr>
            <p:cNvSpPr>
              <a:spLocks noChangeArrowheads="1"/>
            </p:cNvSpPr>
            <p:nvPr/>
          </p:nvSpPr>
          <p:spPr bwMode="auto">
            <a:xfrm>
              <a:off x="1608535" y="1684735"/>
              <a:ext cx="705314" cy="34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dirty="0">
                  <a:latin typeface="Arial" panose="020B0604020202020204" pitchFamily="34" charset="0"/>
                  <a:ea typeface="新細明體" panose="02020500000000000000" pitchFamily="18" charset="-120"/>
                </a:rPr>
                <a:t>Load</a:t>
              </a:r>
            </a:p>
          </p:txBody>
        </p:sp>
        <p:sp>
          <p:nvSpPr>
            <p:cNvPr id="63498" name="Rectangle 18">
              <a:extLst>
                <a:ext uri="{FF2B5EF4-FFF2-40B4-BE49-F238E27FC236}">
                  <a16:creationId xmlns:a16="http://schemas.microsoft.com/office/drawing/2014/main" id="{B4A4E963-8D24-4860-9B5D-1A54412656F3}"/>
                </a:ext>
              </a:extLst>
            </p:cNvPr>
            <p:cNvSpPr>
              <a:spLocks noChangeArrowheads="1"/>
            </p:cNvSpPr>
            <p:nvPr/>
          </p:nvSpPr>
          <p:spPr bwMode="auto">
            <a:xfrm>
              <a:off x="1587103" y="2180035"/>
              <a:ext cx="849256" cy="34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dirty="0" err="1">
                  <a:latin typeface="Arial" panose="020B0604020202020204" pitchFamily="34" charset="0"/>
                  <a:ea typeface="新細明體" panose="02020500000000000000" pitchFamily="18" charset="-120"/>
                </a:rPr>
                <a:t>Instr</a:t>
              </a:r>
              <a:r>
                <a:rPr kumimoji="1" lang="en-US" altLang="zh-TW" sz="1600" dirty="0">
                  <a:latin typeface="Arial" panose="020B0604020202020204" pitchFamily="34" charset="0"/>
                  <a:ea typeface="新細明體" panose="02020500000000000000" pitchFamily="18" charset="-120"/>
                </a:rPr>
                <a:t> 1</a:t>
              </a:r>
            </a:p>
          </p:txBody>
        </p:sp>
        <p:sp>
          <p:nvSpPr>
            <p:cNvPr id="63499" name="Rectangle 19">
              <a:extLst>
                <a:ext uri="{FF2B5EF4-FFF2-40B4-BE49-F238E27FC236}">
                  <a16:creationId xmlns:a16="http://schemas.microsoft.com/office/drawing/2014/main" id="{427171B3-5233-4C3A-B932-D954EC89EF3E}"/>
                </a:ext>
              </a:extLst>
            </p:cNvPr>
            <p:cNvSpPr>
              <a:spLocks noChangeArrowheads="1"/>
            </p:cNvSpPr>
            <p:nvPr/>
          </p:nvSpPr>
          <p:spPr bwMode="auto">
            <a:xfrm>
              <a:off x="1577578" y="2732485"/>
              <a:ext cx="849256" cy="34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a:latin typeface="Arial" panose="020B0604020202020204" pitchFamily="34" charset="0"/>
                  <a:ea typeface="新細明體" panose="02020500000000000000" pitchFamily="18" charset="-120"/>
                </a:rPr>
                <a:t>Instr 2</a:t>
              </a:r>
            </a:p>
          </p:txBody>
        </p:sp>
        <p:sp>
          <p:nvSpPr>
            <p:cNvPr id="63500" name="Rectangle 20">
              <a:extLst>
                <a:ext uri="{FF2B5EF4-FFF2-40B4-BE49-F238E27FC236}">
                  <a16:creationId xmlns:a16="http://schemas.microsoft.com/office/drawing/2014/main" id="{39893561-9E1B-46B4-9012-2FD4DD955F35}"/>
                </a:ext>
              </a:extLst>
            </p:cNvPr>
            <p:cNvSpPr>
              <a:spLocks noChangeArrowheads="1"/>
            </p:cNvSpPr>
            <p:nvPr/>
          </p:nvSpPr>
          <p:spPr bwMode="auto">
            <a:xfrm>
              <a:off x="1572816" y="3244454"/>
              <a:ext cx="849256" cy="34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a:latin typeface="Arial" panose="020B0604020202020204" pitchFamily="34" charset="0"/>
                  <a:ea typeface="新細明體" panose="02020500000000000000" pitchFamily="18" charset="-120"/>
                </a:rPr>
                <a:t>Instr 3</a:t>
              </a:r>
            </a:p>
          </p:txBody>
        </p:sp>
        <p:sp>
          <p:nvSpPr>
            <p:cNvPr id="63501" name="Rectangle 21">
              <a:extLst>
                <a:ext uri="{FF2B5EF4-FFF2-40B4-BE49-F238E27FC236}">
                  <a16:creationId xmlns:a16="http://schemas.microsoft.com/office/drawing/2014/main" id="{3C280CA6-974A-4D2A-A8AB-D8AE993558A3}"/>
                </a:ext>
              </a:extLst>
            </p:cNvPr>
            <p:cNvSpPr>
              <a:spLocks noChangeArrowheads="1"/>
            </p:cNvSpPr>
            <p:nvPr/>
          </p:nvSpPr>
          <p:spPr bwMode="auto">
            <a:xfrm>
              <a:off x="1618060" y="3786188"/>
              <a:ext cx="849256" cy="34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dirty="0" err="1">
                  <a:latin typeface="Arial" panose="020B0604020202020204" pitchFamily="34" charset="0"/>
                  <a:ea typeface="新細明體" panose="02020500000000000000" pitchFamily="18" charset="-120"/>
                </a:rPr>
                <a:t>Instr</a:t>
              </a:r>
              <a:r>
                <a:rPr kumimoji="1" lang="en-US" altLang="zh-TW" sz="1600" dirty="0">
                  <a:latin typeface="Arial" panose="020B0604020202020204" pitchFamily="34" charset="0"/>
                  <a:ea typeface="新細明體" panose="02020500000000000000" pitchFamily="18" charset="-120"/>
                </a:rPr>
                <a:t> 4</a:t>
              </a:r>
            </a:p>
          </p:txBody>
        </p:sp>
        <p:sp>
          <p:nvSpPr>
            <p:cNvPr id="63502" name="Line 22">
              <a:extLst>
                <a:ext uri="{FF2B5EF4-FFF2-40B4-BE49-F238E27FC236}">
                  <a16:creationId xmlns:a16="http://schemas.microsoft.com/office/drawing/2014/main" id="{82763FD7-E38B-4FE8-9342-86CA27905B08}"/>
                </a:ext>
              </a:extLst>
            </p:cNvPr>
            <p:cNvSpPr>
              <a:spLocks noChangeShapeType="1"/>
            </p:cNvSpPr>
            <p:nvPr/>
          </p:nvSpPr>
          <p:spPr bwMode="auto">
            <a:xfrm>
              <a:off x="3086100" y="1200150"/>
              <a:ext cx="0" cy="3371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03" name="Line 23">
              <a:extLst>
                <a:ext uri="{FF2B5EF4-FFF2-40B4-BE49-F238E27FC236}">
                  <a16:creationId xmlns:a16="http://schemas.microsoft.com/office/drawing/2014/main" id="{BB82A79C-8D7E-4B34-9214-5229B02B0FED}"/>
                </a:ext>
              </a:extLst>
            </p:cNvPr>
            <p:cNvSpPr>
              <a:spLocks noChangeShapeType="1"/>
            </p:cNvSpPr>
            <p:nvPr/>
          </p:nvSpPr>
          <p:spPr bwMode="auto">
            <a:xfrm>
              <a:off x="3643313" y="1200150"/>
              <a:ext cx="0" cy="3371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04" name="Line 24">
              <a:extLst>
                <a:ext uri="{FF2B5EF4-FFF2-40B4-BE49-F238E27FC236}">
                  <a16:creationId xmlns:a16="http://schemas.microsoft.com/office/drawing/2014/main" id="{1851D0CF-E1C1-45EE-9705-8E62DF3BC424}"/>
                </a:ext>
              </a:extLst>
            </p:cNvPr>
            <p:cNvSpPr>
              <a:spLocks noChangeShapeType="1"/>
            </p:cNvSpPr>
            <p:nvPr/>
          </p:nvSpPr>
          <p:spPr bwMode="auto">
            <a:xfrm>
              <a:off x="4200525" y="1200150"/>
              <a:ext cx="0" cy="3371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05" name="Line 25">
              <a:extLst>
                <a:ext uri="{FF2B5EF4-FFF2-40B4-BE49-F238E27FC236}">
                  <a16:creationId xmlns:a16="http://schemas.microsoft.com/office/drawing/2014/main" id="{02A94F98-D58E-49C6-B717-1F91416ABFE3}"/>
                </a:ext>
              </a:extLst>
            </p:cNvPr>
            <p:cNvSpPr>
              <a:spLocks noChangeShapeType="1"/>
            </p:cNvSpPr>
            <p:nvPr/>
          </p:nvSpPr>
          <p:spPr bwMode="auto">
            <a:xfrm>
              <a:off x="4757738" y="1200150"/>
              <a:ext cx="0" cy="3371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06" name="Line 26">
              <a:extLst>
                <a:ext uri="{FF2B5EF4-FFF2-40B4-BE49-F238E27FC236}">
                  <a16:creationId xmlns:a16="http://schemas.microsoft.com/office/drawing/2014/main" id="{42685F9F-F97A-4AC4-81C6-27862BE96230}"/>
                </a:ext>
              </a:extLst>
            </p:cNvPr>
            <p:cNvSpPr>
              <a:spLocks noChangeShapeType="1"/>
            </p:cNvSpPr>
            <p:nvPr/>
          </p:nvSpPr>
          <p:spPr bwMode="auto">
            <a:xfrm>
              <a:off x="5314950" y="1200150"/>
              <a:ext cx="0" cy="3371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07" name="Line 27">
              <a:extLst>
                <a:ext uri="{FF2B5EF4-FFF2-40B4-BE49-F238E27FC236}">
                  <a16:creationId xmlns:a16="http://schemas.microsoft.com/office/drawing/2014/main" id="{74D02D0A-5F56-4B55-B25D-69529B161881}"/>
                </a:ext>
              </a:extLst>
            </p:cNvPr>
            <p:cNvSpPr>
              <a:spLocks noChangeShapeType="1"/>
            </p:cNvSpPr>
            <p:nvPr/>
          </p:nvSpPr>
          <p:spPr bwMode="auto">
            <a:xfrm>
              <a:off x="5872163" y="1200150"/>
              <a:ext cx="0" cy="3371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08" name="Line 28">
              <a:extLst>
                <a:ext uri="{FF2B5EF4-FFF2-40B4-BE49-F238E27FC236}">
                  <a16:creationId xmlns:a16="http://schemas.microsoft.com/office/drawing/2014/main" id="{2B27FE84-EBE6-4DF7-8936-809AFDD84DB4}"/>
                </a:ext>
              </a:extLst>
            </p:cNvPr>
            <p:cNvSpPr>
              <a:spLocks noChangeShapeType="1"/>
            </p:cNvSpPr>
            <p:nvPr/>
          </p:nvSpPr>
          <p:spPr bwMode="auto">
            <a:xfrm>
              <a:off x="6429375" y="1200150"/>
              <a:ext cx="0" cy="3371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09" name="Line 29">
              <a:extLst>
                <a:ext uri="{FF2B5EF4-FFF2-40B4-BE49-F238E27FC236}">
                  <a16:creationId xmlns:a16="http://schemas.microsoft.com/office/drawing/2014/main" id="{8FEDD6C7-E194-4DE1-BD2D-55551EE665A7}"/>
                </a:ext>
              </a:extLst>
            </p:cNvPr>
            <p:cNvSpPr>
              <a:spLocks noChangeShapeType="1"/>
            </p:cNvSpPr>
            <p:nvPr/>
          </p:nvSpPr>
          <p:spPr bwMode="auto">
            <a:xfrm>
              <a:off x="6986588" y="1200150"/>
              <a:ext cx="0" cy="33718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grpSp>
          <p:nvGrpSpPr>
            <p:cNvPr id="63510" name="Group 30">
              <a:extLst>
                <a:ext uri="{FF2B5EF4-FFF2-40B4-BE49-F238E27FC236}">
                  <a16:creationId xmlns:a16="http://schemas.microsoft.com/office/drawing/2014/main" id="{BA932AD3-5520-47B4-AD27-25B1C6C759B4}"/>
                </a:ext>
              </a:extLst>
            </p:cNvPr>
            <p:cNvGrpSpPr>
              <a:grpSpLocks/>
            </p:cNvGrpSpPr>
            <p:nvPr/>
          </p:nvGrpSpPr>
          <p:grpSpPr bwMode="auto">
            <a:xfrm>
              <a:off x="3764147" y="1485900"/>
              <a:ext cx="294697" cy="572691"/>
              <a:chOff x="2254" y="1248"/>
              <a:chExt cx="228" cy="481"/>
            </a:xfrm>
          </p:grpSpPr>
          <p:sp>
            <p:nvSpPr>
              <p:cNvPr id="63646" name="Freeform 31">
                <a:extLst>
                  <a:ext uri="{FF2B5EF4-FFF2-40B4-BE49-F238E27FC236}">
                    <a16:creationId xmlns:a16="http://schemas.microsoft.com/office/drawing/2014/main" id="{6B3EBAFA-CE51-4336-B94A-BD00F0C5C51B}"/>
                  </a:ext>
                </a:extLst>
              </p:cNvPr>
              <p:cNvSpPr>
                <a:spLocks/>
              </p:cNvSpPr>
              <p:nvPr/>
            </p:nvSpPr>
            <p:spPr bwMode="auto">
              <a:xfrm>
                <a:off x="2269" y="1248"/>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47" name="Rectangle 32">
                <a:extLst>
                  <a:ext uri="{FF2B5EF4-FFF2-40B4-BE49-F238E27FC236}">
                    <a16:creationId xmlns:a16="http://schemas.microsoft.com/office/drawing/2014/main" id="{D0DFF73D-E988-4D3C-99CE-D124B86489AC}"/>
                  </a:ext>
                </a:extLst>
              </p:cNvPr>
              <p:cNvSpPr>
                <a:spLocks noChangeArrowheads="1"/>
              </p:cNvSpPr>
              <p:nvPr/>
            </p:nvSpPr>
            <p:spPr bwMode="auto">
              <a:xfrm rot="5400000">
                <a:off x="2155" y="1373"/>
                <a:ext cx="42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ALU</a:t>
                </a:r>
              </a:p>
            </p:txBody>
          </p:sp>
        </p:grpSp>
        <p:grpSp>
          <p:nvGrpSpPr>
            <p:cNvPr id="63511" name="Group 33">
              <a:extLst>
                <a:ext uri="{FF2B5EF4-FFF2-40B4-BE49-F238E27FC236}">
                  <a16:creationId xmlns:a16="http://schemas.microsoft.com/office/drawing/2014/main" id="{F5331750-9F7C-4D4E-B759-073DADD65DAC}"/>
                </a:ext>
              </a:extLst>
            </p:cNvPr>
            <p:cNvGrpSpPr>
              <a:grpSpLocks/>
            </p:cNvGrpSpPr>
            <p:nvPr/>
          </p:nvGrpSpPr>
          <p:grpSpPr bwMode="auto">
            <a:xfrm>
              <a:off x="2590015" y="1600200"/>
              <a:ext cx="438730" cy="344091"/>
              <a:chOff x="1343" y="1344"/>
              <a:chExt cx="340" cy="289"/>
            </a:xfrm>
          </p:grpSpPr>
          <p:sp>
            <p:nvSpPr>
              <p:cNvPr id="63642" name="Rectangle 34">
                <a:extLst>
                  <a:ext uri="{FF2B5EF4-FFF2-40B4-BE49-F238E27FC236}">
                    <a16:creationId xmlns:a16="http://schemas.microsoft.com/office/drawing/2014/main" id="{3DE0E89F-05CA-4BF9-B3D5-B3AC94D2A783}"/>
                  </a:ext>
                </a:extLst>
              </p:cNvPr>
              <p:cNvSpPr>
                <a:spLocks noChangeArrowheads="1"/>
              </p:cNvSpPr>
              <p:nvPr/>
            </p:nvSpPr>
            <p:spPr bwMode="auto">
              <a:xfrm>
                <a:off x="1363" y="1377"/>
                <a:ext cx="31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Mem</a:t>
                </a:r>
              </a:p>
            </p:txBody>
          </p:sp>
          <p:grpSp>
            <p:nvGrpSpPr>
              <p:cNvPr id="63643" name="Group 35">
                <a:extLst>
                  <a:ext uri="{FF2B5EF4-FFF2-40B4-BE49-F238E27FC236}">
                    <a16:creationId xmlns:a16="http://schemas.microsoft.com/office/drawing/2014/main" id="{6A6AC700-6DF4-483C-BDF8-4A64828DB69F}"/>
                  </a:ext>
                </a:extLst>
              </p:cNvPr>
              <p:cNvGrpSpPr>
                <a:grpSpLocks/>
              </p:cNvGrpSpPr>
              <p:nvPr/>
            </p:nvGrpSpPr>
            <p:grpSpPr bwMode="auto">
              <a:xfrm>
                <a:off x="1343" y="1344"/>
                <a:ext cx="340" cy="289"/>
                <a:chOff x="1343" y="1344"/>
                <a:chExt cx="340" cy="289"/>
              </a:xfrm>
            </p:grpSpPr>
            <p:sp>
              <p:nvSpPr>
                <p:cNvPr id="63644" name="Freeform 36">
                  <a:extLst>
                    <a:ext uri="{FF2B5EF4-FFF2-40B4-BE49-F238E27FC236}">
                      <a16:creationId xmlns:a16="http://schemas.microsoft.com/office/drawing/2014/main" id="{9F545C28-32AF-469D-8F82-2CFE8966897F}"/>
                    </a:ext>
                  </a:extLst>
                </p:cNvPr>
                <p:cNvSpPr>
                  <a:spLocks/>
                </p:cNvSpPr>
                <p:nvPr/>
              </p:nvSpPr>
              <p:spPr bwMode="auto">
                <a:xfrm>
                  <a:off x="1343" y="1344"/>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45" name="Freeform 37">
                  <a:extLst>
                    <a:ext uri="{FF2B5EF4-FFF2-40B4-BE49-F238E27FC236}">
                      <a16:creationId xmlns:a16="http://schemas.microsoft.com/office/drawing/2014/main" id="{AC91A957-76F6-4E83-A1CE-8D3A73ABECBC}"/>
                    </a:ext>
                  </a:extLst>
                </p:cNvPr>
                <p:cNvSpPr>
                  <a:spLocks/>
                </p:cNvSpPr>
                <p:nvPr/>
              </p:nvSpPr>
              <p:spPr bwMode="auto">
                <a:xfrm>
                  <a:off x="1512" y="1344"/>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grpSp>
        <p:sp>
          <p:nvSpPr>
            <p:cNvPr id="63512" name="Rectangle 38">
              <a:extLst>
                <a:ext uri="{FF2B5EF4-FFF2-40B4-BE49-F238E27FC236}">
                  <a16:creationId xmlns:a16="http://schemas.microsoft.com/office/drawing/2014/main" id="{A45F56DF-DEBD-49FC-A7DA-F952B6948762}"/>
                </a:ext>
              </a:extLst>
            </p:cNvPr>
            <p:cNvSpPr>
              <a:spLocks noChangeArrowheads="1"/>
            </p:cNvSpPr>
            <p:nvPr/>
          </p:nvSpPr>
          <p:spPr bwMode="auto">
            <a:xfrm>
              <a:off x="3203016" y="1629593"/>
              <a:ext cx="323029" cy="274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Reg</a:t>
              </a:r>
            </a:p>
          </p:txBody>
        </p:sp>
        <p:grpSp>
          <p:nvGrpSpPr>
            <p:cNvPr id="63513" name="Group 39">
              <a:extLst>
                <a:ext uri="{FF2B5EF4-FFF2-40B4-BE49-F238E27FC236}">
                  <a16:creationId xmlns:a16="http://schemas.microsoft.com/office/drawing/2014/main" id="{979D5447-9839-4A37-91C7-F9C408E174B4}"/>
                </a:ext>
              </a:extLst>
            </p:cNvPr>
            <p:cNvGrpSpPr>
              <a:grpSpLocks/>
            </p:cNvGrpSpPr>
            <p:nvPr/>
          </p:nvGrpSpPr>
          <p:grpSpPr bwMode="auto">
            <a:xfrm>
              <a:off x="3182542" y="1600200"/>
              <a:ext cx="382190" cy="344091"/>
              <a:chOff x="1803" y="1344"/>
              <a:chExt cx="296" cy="289"/>
            </a:xfrm>
          </p:grpSpPr>
          <p:sp>
            <p:nvSpPr>
              <p:cNvPr id="63640" name="Freeform 40">
                <a:extLst>
                  <a:ext uri="{FF2B5EF4-FFF2-40B4-BE49-F238E27FC236}">
                    <a16:creationId xmlns:a16="http://schemas.microsoft.com/office/drawing/2014/main" id="{8D1CFE49-7ACB-4F88-AED7-CB2EC5912AFD}"/>
                  </a:ext>
                </a:extLst>
              </p:cNvPr>
              <p:cNvSpPr>
                <a:spLocks/>
              </p:cNvSpPr>
              <p:nvPr/>
            </p:nvSpPr>
            <p:spPr bwMode="auto">
              <a:xfrm>
                <a:off x="1803" y="1344"/>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41" name="Freeform 41">
                <a:extLst>
                  <a:ext uri="{FF2B5EF4-FFF2-40B4-BE49-F238E27FC236}">
                    <a16:creationId xmlns:a16="http://schemas.microsoft.com/office/drawing/2014/main" id="{54AA9D3B-1A29-4ECC-8D3D-6906B0830A9A}"/>
                  </a:ext>
                </a:extLst>
              </p:cNvPr>
              <p:cNvSpPr>
                <a:spLocks/>
              </p:cNvSpPr>
              <p:nvPr/>
            </p:nvSpPr>
            <p:spPr bwMode="auto">
              <a:xfrm>
                <a:off x="1951" y="1344"/>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sp>
          <p:nvSpPr>
            <p:cNvPr id="63514" name="Line 42">
              <a:extLst>
                <a:ext uri="{FF2B5EF4-FFF2-40B4-BE49-F238E27FC236}">
                  <a16:creationId xmlns:a16="http://schemas.microsoft.com/office/drawing/2014/main" id="{A52E0D87-6DFC-4CDA-A1C3-23F8F0A187C3}"/>
                </a:ext>
              </a:extLst>
            </p:cNvPr>
            <p:cNvSpPr>
              <a:spLocks noChangeShapeType="1"/>
            </p:cNvSpPr>
            <p:nvPr/>
          </p:nvSpPr>
          <p:spPr bwMode="auto">
            <a:xfrm>
              <a:off x="3024188" y="1771650"/>
              <a:ext cx="144066"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15" name="Freeform 43">
              <a:extLst>
                <a:ext uri="{FF2B5EF4-FFF2-40B4-BE49-F238E27FC236}">
                  <a16:creationId xmlns:a16="http://schemas.microsoft.com/office/drawing/2014/main" id="{9C6F9AD5-5572-438B-A432-177E31420905}"/>
                </a:ext>
              </a:extLst>
            </p:cNvPr>
            <p:cNvSpPr>
              <a:spLocks/>
            </p:cNvSpPr>
            <p:nvPr/>
          </p:nvSpPr>
          <p:spPr bwMode="auto">
            <a:xfrm>
              <a:off x="3114675" y="1657350"/>
              <a:ext cx="61913" cy="115491"/>
            </a:xfrm>
            <a:custGeom>
              <a:avLst/>
              <a:gdLst>
                <a:gd name="T0" fmla="*/ 0 w 48"/>
                <a:gd name="T1" fmla="*/ 2147483647 h 97"/>
                <a:gd name="T2" fmla="*/ 0 w 48"/>
                <a:gd name="T3" fmla="*/ 0 h 97"/>
                <a:gd name="T4" fmla="*/ 2147483647 w 48"/>
                <a:gd name="T5" fmla="*/ 0 h 97"/>
                <a:gd name="T6" fmla="*/ 21474836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16" name="Line 44">
              <a:extLst>
                <a:ext uri="{FF2B5EF4-FFF2-40B4-BE49-F238E27FC236}">
                  <a16:creationId xmlns:a16="http://schemas.microsoft.com/office/drawing/2014/main" id="{AAE64543-6970-44F3-A6F5-C5CAA752EA47}"/>
                </a:ext>
              </a:extLst>
            </p:cNvPr>
            <p:cNvSpPr>
              <a:spLocks noChangeShapeType="1"/>
            </p:cNvSpPr>
            <p:nvPr/>
          </p:nvSpPr>
          <p:spPr bwMode="auto">
            <a:xfrm>
              <a:off x="3561160" y="1657350"/>
              <a:ext cx="222647"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17" name="Rectangle 45">
              <a:extLst>
                <a:ext uri="{FF2B5EF4-FFF2-40B4-BE49-F238E27FC236}">
                  <a16:creationId xmlns:a16="http://schemas.microsoft.com/office/drawing/2014/main" id="{FF077347-143E-4B7E-AF2E-53847C0778D8}"/>
                </a:ext>
              </a:extLst>
            </p:cNvPr>
            <p:cNvSpPr>
              <a:spLocks noChangeArrowheads="1"/>
            </p:cNvSpPr>
            <p:nvPr/>
          </p:nvSpPr>
          <p:spPr bwMode="auto">
            <a:xfrm>
              <a:off x="4250904" y="1599757"/>
              <a:ext cx="409342" cy="274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Mem</a:t>
              </a:r>
            </a:p>
          </p:txBody>
        </p:sp>
        <p:sp>
          <p:nvSpPr>
            <p:cNvPr id="63518" name="Rectangle 46">
              <a:extLst>
                <a:ext uri="{FF2B5EF4-FFF2-40B4-BE49-F238E27FC236}">
                  <a16:creationId xmlns:a16="http://schemas.microsoft.com/office/drawing/2014/main" id="{8D61679D-25DB-4D00-9FAE-23CADEFE3AB1}"/>
                </a:ext>
              </a:extLst>
            </p:cNvPr>
            <p:cNvSpPr>
              <a:spLocks noChangeArrowheads="1"/>
            </p:cNvSpPr>
            <p:nvPr/>
          </p:nvSpPr>
          <p:spPr bwMode="auto">
            <a:xfrm>
              <a:off x="4891322" y="1615679"/>
              <a:ext cx="327298" cy="274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Reg</a:t>
              </a:r>
            </a:p>
          </p:txBody>
        </p:sp>
        <p:grpSp>
          <p:nvGrpSpPr>
            <p:cNvPr id="63519" name="Group 47">
              <a:extLst>
                <a:ext uri="{FF2B5EF4-FFF2-40B4-BE49-F238E27FC236}">
                  <a16:creationId xmlns:a16="http://schemas.microsoft.com/office/drawing/2014/main" id="{275E48B1-9DD4-44B1-A301-520676526CC7}"/>
                </a:ext>
              </a:extLst>
            </p:cNvPr>
            <p:cNvGrpSpPr>
              <a:grpSpLocks/>
            </p:cNvGrpSpPr>
            <p:nvPr/>
          </p:nvGrpSpPr>
          <p:grpSpPr bwMode="auto">
            <a:xfrm>
              <a:off x="4881562" y="1600200"/>
              <a:ext cx="366713" cy="344091"/>
              <a:chOff x="3120" y="1344"/>
              <a:chExt cx="284" cy="289"/>
            </a:xfrm>
          </p:grpSpPr>
          <p:sp>
            <p:nvSpPr>
              <p:cNvPr id="63638" name="Freeform 48">
                <a:extLst>
                  <a:ext uri="{FF2B5EF4-FFF2-40B4-BE49-F238E27FC236}">
                    <a16:creationId xmlns:a16="http://schemas.microsoft.com/office/drawing/2014/main" id="{B46BE2AE-6533-4DDF-9276-07C59008ED3A}"/>
                  </a:ext>
                </a:extLst>
              </p:cNvPr>
              <p:cNvSpPr>
                <a:spLocks/>
              </p:cNvSpPr>
              <p:nvPr/>
            </p:nvSpPr>
            <p:spPr bwMode="auto">
              <a:xfrm>
                <a:off x="3120" y="1344"/>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39" name="Freeform 49">
                <a:extLst>
                  <a:ext uri="{FF2B5EF4-FFF2-40B4-BE49-F238E27FC236}">
                    <a16:creationId xmlns:a16="http://schemas.microsoft.com/office/drawing/2014/main" id="{F65E4F73-4CEA-4518-892B-650CBB22DA62}"/>
                  </a:ext>
                </a:extLst>
              </p:cNvPr>
              <p:cNvSpPr>
                <a:spLocks/>
              </p:cNvSpPr>
              <p:nvPr/>
            </p:nvSpPr>
            <p:spPr bwMode="auto">
              <a:xfrm>
                <a:off x="3261" y="1344"/>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sp>
          <p:nvSpPr>
            <p:cNvPr id="63520" name="Line 50">
              <a:extLst>
                <a:ext uri="{FF2B5EF4-FFF2-40B4-BE49-F238E27FC236}">
                  <a16:creationId xmlns:a16="http://schemas.microsoft.com/office/drawing/2014/main" id="{49F77E50-2033-48B9-A4DE-DC3CEF0AED40}"/>
                </a:ext>
              </a:extLst>
            </p:cNvPr>
            <p:cNvSpPr>
              <a:spLocks noChangeShapeType="1"/>
            </p:cNvSpPr>
            <p:nvPr/>
          </p:nvSpPr>
          <p:spPr bwMode="auto">
            <a:xfrm>
              <a:off x="4681538" y="1771650"/>
              <a:ext cx="2000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21" name="Line 51">
              <a:extLst>
                <a:ext uri="{FF2B5EF4-FFF2-40B4-BE49-F238E27FC236}">
                  <a16:creationId xmlns:a16="http://schemas.microsoft.com/office/drawing/2014/main" id="{94052671-F649-48F9-A198-547A787BC422}"/>
                </a:ext>
              </a:extLst>
            </p:cNvPr>
            <p:cNvSpPr>
              <a:spLocks noChangeShapeType="1"/>
            </p:cNvSpPr>
            <p:nvPr/>
          </p:nvSpPr>
          <p:spPr bwMode="auto">
            <a:xfrm>
              <a:off x="4057650" y="1771650"/>
              <a:ext cx="220266"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22" name="Freeform 52">
              <a:extLst>
                <a:ext uri="{FF2B5EF4-FFF2-40B4-BE49-F238E27FC236}">
                  <a16:creationId xmlns:a16="http://schemas.microsoft.com/office/drawing/2014/main" id="{36C27BBD-B376-4EF3-9D8F-0668D9D4A1E9}"/>
                </a:ext>
              </a:extLst>
            </p:cNvPr>
            <p:cNvSpPr>
              <a:spLocks/>
            </p:cNvSpPr>
            <p:nvPr/>
          </p:nvSpPr>
          <p:spPr bwMode="auto">
            <a:xfrm>
              <a:off x="4224338" y="1771650"/>
              <a:ext cx="554831" cy="229791"/>
            </a:xfrm>
            <a:custGeom>
              <a:avLst/>
              <a:gdLst>
                <a:gd name="T0" fmla="*/ 0 w 431"/>
                <a:gd name="T1" fmla="*/ 0 h 193"/>
                <a:gd name="T2" fmla="*/ 0 w 431"/>
                <a:gd name="T3" fmla="*/ 2147483647 h 193"/>
                <a:gd name="T4" fmla="*/ 2147483647 w 431"/>
                <a:gd name="T5" fmla="*/ 2147483647 h 193"/>
                <a:gd name="T6" fmla="*/ 2147483647 w 431"/>
                <a:gd name="T7" fmla="*/ 2147483647 h 193"/>
                <a:gd name="T8" fmla="*/ 2147483647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23" name="Line 53">
              <a:extLst>
                <a:ext uri="{FF2B5EF4-FFF2-40B4-BE49-F238E27FC236}">
                  <a16:creationId xmlns:a16="http://schemas.microsoft.com/office/drawing/2014/main" id="{0883954D-37B5-4E19-A987-8189719FEAD7}"/>
                </a:ext>
              </a:extLst>
            </p:cNvPr>
            <p:cNvSpPr>
              <a:spLocks noChangeShapeType="1"/>
            </p:cNvSpPr>
            <p:nvPr/>
          </p:nvSpPr>
          <p:spPr bwMode="auto">
            <a:xfrm>
              <a:off x="3561160" y="1885950"/>
              <a:ext cx="222647"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24" name="Freeform 54">
              <a:extLst>
                <a:ext uri="{FF2B5EF4-FFF2-40B4-BE49-F238E27FC236}">
                  <a16:creationId xmlns:a16="http://schemas.microsoft.com/office/drawing/2014/main" id="{90A28A46-33E3-4B06-875E-AE5F1887D323}"/>
                </a:ext>
              </a:extLst>
            </p:cNvPr>
            <p:cNvSpPr>
              <a:spLocks/>
            </p:cNvSpPr>
            <p:nvPr/>
          </p:nvSpPr>
          <p:spPr bwMode="auto">
            <a:xfrm>
              <a:off x="3690937" y="1765698"/>
              <a:ext cx="434579" cy="330994"/>
            </a:xfrm>
            <a:custGeom>
              <a:avLst/>
              <a:gdLst>
                <a:gd name="T0" fmla="*/ 0 w 337"/>
                <a:gd name="T1" fmla="*/ 2147483647 h 278"/>
                <a:gd name="T2" fmla="*/ 0 w 337"/>
                <a:gd name="T3" fmla="*/ 2147483647 h 278"/>
                <a:gd name="T4" fmla="*/ 2147483647 w 337"/>
                <a:gd name="T5" fmla="*/ 2147483647 h 278"/>
                <a:gd name="T6" fmla="*/ 2147483647 w 337"/>
                <a:gd name="T7" fmla="*/ 2147483647 h 278"/>
                <a:gd name="T8" fmla="*/ 2147483647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nvGrpSpPr>
            <p:cNvPr id="63525" name="Group 55">
              <a:extLst>
                <a:ext uri="{FF2B5EF4-FFF2-40B4-BE49-F238E27FC236}">
                  <a16:creationId xmlns:a16="http://schemas.microsoft.com/office/drawing/2014/main" id="{281DC5D2-61BB-4A71-9204-DC8E5919F378}"/>
                </a:ext>
              </a:extLst>
            </p:cNvPr>
            <p:cNvGrpSpPr>
              <a:grpSpLocks/>
            </p:cNvGrpSpPr>
            <p:nvPr/>
          </p:nvGrpSpPr>
          <p:grpSpPr bwMode="auto">
            <a:xfrm>
              <a:off x="3140075" y="2019300"/>
              <a:ext cx="2658269" cy="610791"/>
              <a:chOff x="1770" y="1696"/>
              <a:chExt cx="2061" cy="513"/>
            </a:xfrm>
          </p:grpSpPr>
          <p:grpSp>
            <p:nvGrpSpPr>
              <p:cNvPr id="63610" name="Group 56">
                <a:extLst>
                  <a:ext uri="{FF2B5EF4-FFF2-40B4-BE49-F238E27FC236}">
                    <a16:creationId xmlns:a16="http://schemas.microsoft.com/office/drawing/2014/main" id="{82CECFBA-14E6-4328-8642-D9E0727CBF74}"/>
                  </a:ext>
                </a:extLst>
              </p:cNvPr>
              <p:cNvGrpSpPr>
                <a:grpSpLocks/>
              </p:cNvGrpSpPr>
              <p:nvPr/>
            </p:nvGrpSpPr>
            <p:grpSpPr bwMode="auto">
              <a:xfrm>
                <a:off x="2681" y="1696"/>
                <a:ext cx="228" cy="481"/>
                <a:chOff x="2681" y="1696"/>
                <a:chExt cx="228" cy="481"/>
              </a:xfrm>
            </p:grpSpPr>
            <p:sp>
              <p:nvSpPr>
                <p:cNvPr id="63636" name="Freeform 57">
                  <a:extLst>
                    <a:ext uri="{FF2B5EF4-FFF2-40B4-BE49-F238E27FC236}">
                      <a16:creationId xmlns:a16="http://schemas.microsoft.com/office/drawing/2014/main" id="{9BEFFB30-B3B4-4BFF-994C-CD47BFF45878}"/>
                    </a:ext>
                  </a:extLst>
                </p:cNvPr>
                <p:cNvSpPr>
                  <a:spLocks/>
                </p:cNvSpPr>
                <p:nvPr/>
              </p:nvSpPr>
              <p:spPr bwMode="auto">
                <a:xfrm>
                  <a:off x="2696" y="1696"/>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37" name="Rectangle 58">
                  <a:extLst>
                    <a:ext uri="{FF2B5EF4-FFF2-40B4-BE49-F238E27FC236}">
                      <a16:creationId xmlns:a16="http://schemas.microsoft.com/office/drawing/2014/main" id="{228E4DAB-A589-4707-A686-E1023A0622E3}"/>
                    </a:ext>
                  </a:extLst>
                </p:cNvPr>
                <p:cNvSpPr>
                  <a:spLocks noChangeArrowheads="1"/>
                </p:cNvSpPr>
                <p:nvPr/>
              </p:nvSpPr>
              <p:spPr bwMode="auto">
                <a:xfrm rot="5400000">
                  <a:off x="2582" y="1821"/>
                  <a:ext cx="42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ALU</a:t>
                  </a:r>
                </a:p>
              </p:txBody>
            </p:sp>
          </p:grpSp>
          <p:grpSp>
            <p:nvGrpSpPr>
              <p:cNvPr id="63611" name="Group 59">
                <a:extLst>
                  <a:ext uri="{FF2B5EF4-FFF2-40B4-BE49-F238E27FC236}">
                    <a16:creationId xmlns:a16="http://schemas.microsoft.com/office/drawing/2014/main" id="{74309E00-6C10-44F3-9551-91C28D031FC3}"/>
                  </a:ext>
                </a:extLst>
              </p:cNvPr>
              <p:cNvGrpSpPr>
                <a:grpSpLocks/>
              </p:cNvGrpSpPr>
              <p:nvPr/>
            </p:nvGrpSpPr>
            <p:grpSpPr bwMode="auto">
              <a:xfrm>
                <a:off x="1770" y="1792"/>
                <a:ext cx="349" cy="289"/>
                <a:chOff x="1770" y="1792"/>
                <a:chExt cx="349" cy="289"/>
              </a:xfrm>
            </p:grpSpPr>
            <p:sp>
              <p:nvSpPr>
                <p:cNvPr id="63632" name="Rectangle 60">
                  <a:extLst>
                    <a:ext uri="{FF2B5EF4-FFF2-40B4-BE49-F238E27FC236}">
                      <a16:creationId xmlns:a16="http://schemas.microsoft.com/office/drawing/2014/main" id="{C1C008EC-8BF4-4C06-BD57-32F0CC6299A5}"/>
                    </a:ext>
                  </a:extLst>
                </p:cNvPr>
                <p:cNvSpPr>
                  <a:spLocks noChangeArrowheads="1"/>
                </p:cNvSpPr>
                <p:nvPr/>
              </p:nvSpPr>
              <p:spPr bwMode="auto">
                <a:xfrm>
                  <a:off x="1790" y="1832"/>
                  <a:ext cx="329"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Mem</a:t>
                  </a:r>
                </a:p>
              </p:txBody>
            </p:sp>
            <p:grpSp>
              <p:nvGrpSpPr>
                <p:cNvPr id="63633" name="Group 61">
                  <a:extLst>
                    <a:ext uri="{FF2B5EF4-FFF2-40B4-BE49-F238E27FC236}">
                      <a16:creationId xmlns:a16="http://schemas.microsoft.com/office/drawing/2014/main" id="{B133FB26-6081-4A8A-9898-6B23455FA1DB}"/>
                    </a:ext>
                  </a:extLst>
                </p:cNvPr>
                <p:cNvGrpSpPr>
                  <a:grpSpLocks/>
                </p:cNvGrpSpPr>
                <p:nvPr/>
              </p:nvGrpSpPr>
              <p:grpSpPr bwMode="auto">
                <a:xfrm>
                  <a:off x="1770" y="1792"/>
                  <a:ext cx="340" cy="289"/>
                  <a:chOff x="1770" y="1792"/>
                  <a:chExt cx="340" cy="289"/>
                </a:xfrm>
              </p:grpSpPr>
              <p:sp>
                <p:nvSpPr>
                  <p:cNvPr id="63634" name="Freeform 62">
                    <a:extLst>
                      <a:ext uri="{FF2B5EF4-FFF2-40B4-BE49-F238E27FC236}">
                        <a16:creationId xmlns:a16="http://schemas.microsoft.com/office/drawing/2014/main" id="{09EACBF9-8251-41B2-A356-C0B9EF1F70CE}"/>
                      </a:ext>
                    </a:extLst>
                  </p:cNvPr>
                  <p:cNvSpPr>
                    <a:spLocks/>
                  </p:cNvSpPr>
                  <p:nvPr/>
                </p:nvSpPr>
                <p:spPr bwMode="auto">
                  <a:xfrm>
                    <a:off x="1770" y="1792"/>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35" name="Freeform 63">
                    <a:extLst>
                      <a:ext uri="{FF2B5EF4-FFF2-40B4-BE49-F238E27FC236}">
                        <a16:creationId xmlns:a16="http://schemas.microsoft.com/office/drawing/2014/main" id="{418BE533-BF5A-41AB-9AE7-CCC11220D651}"/>
                      </a:ext>
                    </a:extLst>
                  </p:cNvPr>
                  <p:cNvSpPr>
                    <a:spLocks/>
                  </p:cNvSpPr>
                  <p:nvPr/>
                </p:nvSpPr>
                <p:spPr bwMode="auto">
                  <a:xfrm>
                    <a:off x="1939" y="1792"/>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grpSp>
          <p:sp>
            <p:nvSpPr>
              <p:cNvPr id="63612" name="Rectangle 64">
                <a:extLst>
                  <a:ext uri="{FF2B5EF4-FFF2-40B4-BE49-F238E27FC236}">
                    <a16:creationId xmlns:a16="http://schemas.microsoft.com/office/drawing/2014/main" id="{3FBCB536-7DD0-440F-BD9E-08E944C657B1}"/>
                  </a:ext>
                </a:extLst>
              </p:cNvPr>
              <p:cNvSpPr>
                <a:spLocks noChangeArrowheads="1"/>
              </p:cNvSpPr>
              <p:nvPr/>
            </p:nvSpPr>
            <p:spPr bwMode="auto">
              <a:xfrm>
                <a:off x="2246" y="1810"/>
                <a:ext cx="2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Reg</a:t>
                </a:r>
              </a:p>
            </p:txBody>
          </p:sp>
          <p:grpSp>
            <p:nvGrpSpPr>
              <p:cNvPr id="63613" name="Group 65">
                <a:extLst>
                  <a:ext uri="{FF2B5EF4-FFF2-40B4-BE49-F238E27FC236}">
                    <a16:creationId xmlns:a16="http://schemas.microsoft.com/office/drawing/2014/main" id="{A237680F-D414-4AA3-B858-EFA1E727199A}"/>
                  </a:ext>
                </a:extLst>
              </p:cNvPr>
              <p:cNvGrpSpPr>
                <a:grpSpLocks/>
              </p:cNvGrpSpPr>
              <p:nvPr/>
            </p:nvGrpSpPr>
            <p:grpSpPr bwMode="auto">
              <a:xfrm>
                <a:off x="2230" y="1792"/>
                <a:ext cx="296" cy="289"/>
                <a:chOff x="2230" y="1792"/>
                <a:chExt cx="296" cy="289"/>
              </a:xfrm>
            </p:grpSpPr>
            <p:sp>
              <p:nvSpPr>
                <p:cNvPr id="63630" name="Freeform 66">
                  <a:extLst>
                    <a:ext uri="{FF2B5EF4-FFF2-40B4-BE49-F238E27FC236}">
                      <a16:creationId xmlns:a16="http://schemas.microsoft.com/office/drawing/2014/main" id="{094144CF-9E8F-4303-96EB-4B57462757CE}"/>
                    </a:ext>
                  </a:extLst>
                </p:cNvPr>
                <p:cNvSpPr>
                  <a:spLocks/>
                </p:cNvSpPr>
                <p:nvPr/>
              </p:nvSpPr>
              <p:spPr bwMode="auto">
                <a:xfrm>
                  <a:off x="2230" y="1792"/>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31" name="Freeform 67">
                  <a:extLst>
                    <a:ext uri="{FF2B5EF4-FFF2-40B4-BE49-F238E27FC236}">
                      <a16:creationId xmlns:a16="http://schemas.microsoft.com/office/drawing/2014/main" id="{8CA00443-5CBD-418E-B5BB-4C04D05B93A8}"/>
                    </a:ext>
                  </a:extLst>
                </p:cNvPr>
                <p:cNvSpPr>
                  <a:spLocks/>
                </p:cNvSpPr>
                <p:nvPr/>
              </p:nvSpPr>
              <p:spPr bwMode="auto">
                <a:xfrm>
                  <a:off x="2378" y="1792"/>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sp>
            <p:nvSpPr>
              <p:cNvPr id="63614" name="Line 68">
                <a:extLst>
                  <a:ext uri="{FF2B5EF4-FFF2-40B4-BE49-F238E27FC236}">
                    <a16:creationId xmlns:a16="http://schemas.microsoft.com/office/drawing/2014/main" id="{BD363BD1-5AC6-4F5E-9470-DDAB63E26BE0}"/>
                  </a:ext>
                </a:extLst>
              </p:cNvPr>
              <p:cNvSpPr>
                <a:spLocks noChangeShapeType="1"/>
              </p:cNvSpPr>
              <p:nvPr/>
            </p:nvSpPr>
            <p:spPr bwMode="auto">
              <a:xfrm>
                <a:off x="2107" y="1936"/>
                <a:ext cx="112"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615" name="Freeform 69">
                <a:extLst>
                  <a:ext uri="{FF2B5EF4-FFF2-40B4-BE49-F238E27FC236}">
                    <a16:creationId xmlns:a16="http://schemas.microsoft.com/office/drawing/2014/main" id="{F147BD97-42EC-4906-A475-47ACA2F187F2}"/>
                  </a:ext>
                </a:extLst>
              </p:cNvPr>
              <p:cNvSpPr>
                <a:spLocks/>
              </p:cNvSpPr>
              <p:nvPr/>
            </p:nvSpPr>
            <p:spPr bwMode="auto">
              <a:xfrm>
                <a:off x="2177" y="1840"/>
                <a:ext cx="48" cy="97"/>
              </a:xfrm>
              <a:custGeom>
                <a:avLst/>
                <a:gdLst>
                  <a:gd name="T0" fmla="*/ 0 w 48"/>
                  <a:gd name="T1" fmla="*/ 96 h 97"/>
                  <a:gd name="T2" fmla="*/ 0 w 48"/>
                  <a:gd name="T3" fmla="*/ 0 h 97"/>
                  <a:gd name="T4" fmla="*/ 47 w 48"/>
                  <a:gd name="T5" fmla="*/ 0 h 97"/>
                  <a:gd name="T6" fmla="*/ 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16" name="Line 70">
                <a:extLst>
                  <a:ext uri="{FF2B5EF4-FFF2-40B4-BE49-F238E27FC236}">
                    <a16:creationId xmlns:a16="http://schemas.microsoft.com/office/drawing/2014/main" id="{3C6F8CFD-E973-4FB7-BA55-FF9D3171AA20}"/>
                  </a:ext>
                </a:extLst>
              </p:cNvPr>
              <p:cNvSpPr>
                <a:spLocks noChangeShapeType="1"/>
              </p:cNvSpPr>
              <p:nvPr/>
            </p:nvSpPr>
            <p:spPr bwMode="auto">
              <a:xfrm>
                <a:off x="2523" y="1840"/>
                <a:ext cx="17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617" name="Rectangle 71">
                <a:extLst>
                  <a:ext uri="{FF2B5EF4-FFF2-40B4-BE49-F238E27FC236}">
                    <a16:creationId xmlns:a16="http://schemas.microsoft.com/office/drawing/2014/main" id="{981E8089-0DE1-4238-885A-E802734C4D67}"/>
                  </a:ext>
                </a:extLst>
              </p:cNvPr>
              <p:cNvSpPr>
                <a:spLocks noChangeArrowheads="1"/>
              </p:cNvSpPr>
              <p:nvPr/>
            </p:nvSpPr>
            <p:spPr bwMode="auto">
              <a:xfrm>
                <a:off x="3090" y="1832"/>
                <a:ext cx="30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Mem</a:t>
                </a:r>
              </a:p>
            </p:txBody>
          </p:sp>
          <p:grpSp>
            <p:nvGrpSpPr>
              <p:cNvPr id="63618" name="Group 72">
                <a:extLst>
                  <a:ext uri="{FF2B5EF4-FFF2-40B4-BE49-F238E27FC236}">
                    <a16:creationId xmlns:a16="http://schemas.microsoft.com/office/drawing/2014/main" id="{BC013106-B475-4789-82B2-AD267D3BC02F}"/>
                  </a:ext>
                </a:extLst>
              </p:cNvPr>
              <p:cNvGrpSpPr>
                <a:grpSpLocks/>
              </p:cNvGrpSpPr>
              <p:nvPr/>
            </p:nvGrpSpPr>
            <p:grpSpPr bwMode="auto">
              <a:xfrm>
                <a:off x="3079" y="1792"/>
                <a:ext cx="325" cy="289"/>
                <a:chOff x="3079" y="1792"/>
                <a:chExt cx="325" cy="289"/>
              </a:xfrm>
            </p:grpSpPr>
            <p:sp>
              <p:nvSpPr>
                <p:cNvPr id="63628" name="Freeform 73">
                  <a:extLst>
                    <a:ext uri="{FF2B5EF4-FFF2-40B4-BE49-F238E27FC236}">
                      <a16:creationId xmlns:a16="http://schemas.microsoft.com/office/drawing/2014/main" id="{C4FA1D14-A044-48C5-AB51-62282FADCDD6}"/>
                    </a:ext>
                  </a:extLst>
                </p:cNvPr>
                <p:cNvSpPr>
                  <a:spLocks/>
                </p:cNvSpPr>
                <p:nvPr/>
              </p:nvSpPr>
              <p:spPr bwMode="auto">
                <a:xfrm>
                  <a:off x="3079" y="1792"/>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 name="T12" fmla="*/ 0 w 162"/>
                    <a:gd name="T13" fmla="*/ 0 h 289"/>
                    <a:gd name="T14" fmla="*/ 162 w 162"/>
                    <a:gd name="T15" fmla="*/ 289 h 289"/>
                  </a:gdLst>
                  <a:ahLst/>
                  <a:cxnLst>
                    <a:cxn ang="T8">
                      <a:pos x="T0" y="T1"/>
                    </a:cxn>
                    <a:cxn ang="T9">
                      <a:pos x="T2" y="T3"/>
                    </a:cxn>
                    <a:cxn ang="T10">
                      <a:pos x="T4" y="T5"/>
                    </a:cxn>
                    <a:cxn ang="T11">
                      <a:pos x="T6" y="T7"/>
                    </a:cxn>
                  </a:cxnLst>
                  <a:rect l="T12" t="T13" r="T14" b="T15"/>
                  <a:pathLst>
                    <a:path w="162" h="289">
                      <a:moveTo>
                        <a:pt x="161" y="0"/>
                      </a:moveTo>
                      <a:lnTo>
                        <a:pt x="0" y="0"/>
                      </a:lnTo>
                      <a:lnTo>
                        <a:pt x="0" y="288"/>
                      </a:lnTo>
                      <a:lnTo>
                        <a:pt x="16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29" name="Freeform 74">
                  <a:extLst>
                    <a:ext uri="{FF2B5EF4-FFF2-40B4-BE49-F238E27FC236}">
                      <a16:creationId xmlns:a16="http://schemas.microsoft.com/office/drawing/2014/main" id="{A2B60E40-421A-4DE6-8DF0-88E50790845F}"/>
                    </a:ext>
                  </a:extLst>
                </p:cNvPr>
                <p:cNvSpPr>
                  <a:spLocks/>
                </p:cNvSpPr>
                <p:nvPr/>
              </p:nvSpPr>
              <p:spPr bwMode="auto">
                <a:xfrm>
                  <a:off x="3240" y="1792"/>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 name="T12" fmla="*/ 0 w 164"/>
                    <a:gd name="T13" fmla="*/ 0 h 289"/>
                    <a:gd name="T14" fmla="*/ 164 w 164"/>
                    <a:gd name="T15" fmla="*/ 289 h 289"/>
                  </a:gdLst>
                  <a:ahLst/>
                  <a:cxnLst>
                    <a:cxn ang="T8">
                      <a:pos x="T0" y="T1"/>
                    </a:cxn>
                    <a:cxn ang="T9">
                      <a:pos x="T2" y="T3"/>
                    </a:cxn>
                    <a:cxn ang="T10">
                      <a:pos x="T4" y="T5"/>
                    </a:cxn>
                    <a:cxn ang="T11">
                      <a:pos x="T6" y="T7"/>
                    </a:cxn>
                  </a:cxnLst>
                  <a:rect l="T12" t="T13" r="T14" b="T15"/>
                  <a:pathLst>
                    <a:path w="164" h="289">
                      <a:moveTo>
                        <a:pt x="0" y="0"/>
                      </a:moveTo>
                      <a:lnTo>
                        <a:pt x="163" y="0"/>
                      </a:lnTo>
                      <a:lnTo>
                        <a:pt x="163"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sp>
            <p:nvSpPr>
              <p:cNvPr id="63619" name="Rectangle 75">
                <a:extLst>
                  <a:ext uri="{FF2B5EF4-FFF2-40B4-BE49-F238E27FC236}">
                    <a16:creationId xmlns:a16="http://schemas.microsoft.com/office/drawing/2014/main" id="{0073818E-0E8F-403A-B8A7-516FB37F8713}"/>
                  </a:ext>
                </a:extLst>
              </p:cNvPr>
              <p:cNvSpPr>
                <a:spLocks noChangeArrowheads="1"/>
              </p:cNvSpPr>
              <p:nvPr/>
            </p:nvSpPr>
            <p:spPr bwMode="auto">
              <a:xfrm>
                <a:off x="3564" y="1825"/>
                <a:ext cx="25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Reg</a:t>
                </a:r>
              </a:p>
            </p:txBody>
          </p:sp>
          <p:grpSp>
            <p:nvGrpSpPr>
              <p:cNvPr id="63620" name="Group 76">
                <a:extLst>
                  <a:ext uri="{FF2B5EF4-FFF2-40B4-BE49-F238E27FC236}">
                    <a16:creationId xmlns:a16="http://schemas.microsoft.com/office/drawing/2014/main" id="{01FC2223-08E9-4354-B421-14C2A403FAFB}"/>
                  </a:ext>
                </a:extLst>
              </p:cNvPr>
              <p:cNvGrpSpPr>
                <a:grpSpLocks/>
              </p:cNvGrpSpPr>
              <p:nvPr/>
            </p:nvGrpSpPr>
            <p:grpSpPr bwMode="auto">
              <a:xfrm>
                <a:off x="3547" y="1792"/>
                <a:ext cx="284" cy="289"/>
                <a:chOff x="3547" y="1792"/>
                <a:chExt cx="284" cy="289"/>
              </a:xfrm>
            </p:grpSpPr>
            <p:sp>
              <p:nvSpPr>
                <p:cNvPr id="63626" name="Freeform 77">
                  <a:extLst>
                    <a:ext uri="{FF2B5EF4-FFF2-40B4-BE49-F238E27FC236}">
                      <a16:creationId xmlns:a16="http://schemas.microsoft.com/office/drawing/2014/main" id="{F166AD5F-D32F-4E49-9412-7B81BE38AF5D}"/>
                    </a:ext>
                  </a:extLst>
                </p:cNvPr>
                <p:cNvSpPr>
                  <a:spLocks/>
                </p:cNvSpPr>
                <p:nvPr/>
              </p:nvSpPr>
              <p:spPr bwMode="auto">
                <a:xfrm>
                  <a:off x="3547" y="1792"/>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27" name="Freeform 78">
                  <a:extLst>
                    <a:ext uri="{FF2B5EF4-FFF2-40B4-BE49-F238E27FC236}">
                      <a16:creationId xmlns:a16="http://schemas.microsoft.com/office/drawing/2014/main" id="{34855B7E-366E-4C18-89B6-E49A62B1806C}"/>
                    </a:ext>
                  </a:extLst>
                </p:cNvPr>
                <p:cNvSpPr>
                  <a:spLocks/>
                </p:cNvSpPr>
                <p:nvPr/>
              </p:nvSpPr>
              <p:spPr bwMode="auto">
                <a:xfrm>
                  <a:off x="3688" y="1792"/>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sp>
            <p:nvSpPr>
              <p:cNvPr id="63621" name="Line 79">
                <a:extLst>
                  <a:ext uri="{FF2B5EF4-FFF2-40B4-BE49-F238E27FC236}">
                    <a16:creationId xmlns:a16="http://schemas.microsoft.com/office/drawing/2014/main" id="{1B767E5E-A4EC-424E-A7DE-7AF427DE5973}"/>
                  </a:ext>
                </a:extLst>
              </p:cNvPr>
              <p:cNvSpPr>
                <a:spLocks noChangeShapeType="1"/>
              </p:cNvSpPr>
              <p:nvPr/>
            </p:nvSpPr>
            <p:spPr bwMode="auto">
              <a:xfrm>
                <a:off x="3392" y="1936"/>
                <a:ext cx="15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622" name="Line 80">
                <a:extLst>
                  <a:ext uri="{FF2B5EF4-FFF2-40B4-BE49-F238E27FC236}">
                    <a16:creationId xmlns:a16="http://schemas.microsoft.com/office/drawing/2014/main" id="{BC3E4B8E-9004-480B-B4A3-0933BFC6DCA7}"/>
                  </a:ext>
                </a:extLst>
              </p:cNvPr>
              <p:cNvSpPr>
                <a:spLocks noChangeShapeType="1"/>
              </p:cNvSpPr>
              <p:nvPr/>
            </p:nvSpPr>
            <p:spPr bwMode="auto">
              <a:xfrm>
                <a:off x="2908" y="1936"/>
                <a:ext cx="171"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623" name="Freeform 81">
                <a:extLst>
                  <a:ext uri="{FF2B5EF4-FFF2-40B4-BE49-F238E27FC236}">
                    <a16:creationId xmlns:a16="http://schemas.microsoft.com/office/drawing/2014/main" id="{FD4B5E98-A5B7-45B0-BA84-A6BAD3D3A08A}"/>
                  </a:ext>
                </a:extLst>
              </p:cNvPr>
              <p:cNvSpPr>
                <a:spLocks/>
              </p:cNvSpPr>
              <p:nvPr/>
            </p:nvSpPr>
            <p:spPr bwMode="auto">
              <a:xfrm>
                <a:off x="3037" y="1936"/>
                <a:ext cx="431" cy="193"/>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24" name="Line 82">
                <a:extLst>
                  <a:ext uri="{FF2B5EF4-FFF2-40B4-BE49-F238E27FC236}">
                    <a16:creationId xmlns:a16="http://schemas.microsoft.com/office/drawing/2014/main" id="{FB61E0E9-F521-47B3-809E-C7A447685A88}"/>
                  </a:ext>
                </a:extLst>
              </p:cNvPr>
              <p:cNvSpPr>
                <a:spLocks noChangeShapeType="1"/>
              </p:cNvSpPr>
              <p:nvPr/>
            </p:nvSpPr>
            <p:spPr bwMode="auto">
              <a:xfrm>
                <a:off x="2523" y="2032"/>
                <a:ext cx="17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625" name="Freeform 83">
                <a:extLst>
                  <a:ext uri="{FF2B5EF4-FFF2-40B4-BE49-F238E27FC236}">
                    <a16:creationId xmlns:a16="http://schemas.microsoft.com/office/drawing/2014/main" id="{403385C4-CFCE-489B-9C49-E12CA4AACE61}"/>
                  </a:ext>
                </a:extLst>
              </p:cNvPr>
              <p:cNvSpPr>
                <a:spLocks/>
              </p:cNvSpPr>
              <p:nvPr/>
            </p:nvSpPr>
            <p:spPr bwMode="auto">
              <a:xfrm>
                <a:off x="2624" y="1931"/>
                <a:ext cx="337" cy="278"/>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grpSp>
          <p:nvGrpSpPr>
            <p:cNvPr id="63526" name="Group 84">
              <a:extLst>
                <a:ext uri="{FF2B5EF4-FFF2-40B4-BE49-F238E27FC236}">
                  <a16:creationId xmlns:a16="http://schemas.microsoft.com/office/drawing/2014/main" id="{0409B898-7008-410C-938A-1A26B958807B}"/>
                </a:ext>
              </a:extLst>
            </p:cNvPr>
            <p:cNvGrpSpPr>
              <a:grpSpLocks/>
            </p:cNvGrpSpPr>
            <p:nvPr/>
          </p:nvGrpSpPr>
          <p:grpSpPr bwMode="auto">
            <a:xfrm>
              <a:off x="3691334" y="2552700"/>
              <a:ext cx="2658269" cy="610791"/>
              <a:chOff x="2197" y="2144"/>
              <a:chExt cx="2061" cy="513"/>
            </a:xfrm>
          </p:grpSpPr>
          <p:grpSp>
            <p:nvGrpSpPr>
              <p:cNvPr id="63582" name="Group 85">
                <a:extLst>
                  <a:ext uri="{FF2B5EF4-FFF2-40B4-BE49-F238E27FC236}">
                    <a16:creationId xmlns:a16="http://schemas.microsoft.com/office/drawing/2014/main" id="{EE3DE5D8-50A2-4860-A172-2DF0A74C6815}"/>
                  </a:ext>
                </a:extLst>
              </p:cNvPr>
              <p:cNvGrpSpPr>
                <a:grpSpLocks/>
              </p:cNvGrpSpPr>
              <p:nvPr/>
            </p:nvGrpSpPr>
            <p:grpSpPr bwMode="auto">
              <a:xfrm>
                <a:off x="3108" y="2144"/>
                <a:ext cx="228" cy="481"/>
                <a:chOff x="3108" y="2144"/>
                <a:chExt cx="228" cy="481"/>
              </a:xfrm>
            </p:grpSpPr>
            <p:sp>
              <p:nvSpPr>
                <p:cNvPr id="63608" name="Freeform 86">
                  <a:extLst>
                    <a:ext uri="{FF2B5EF4-FFF2-40B4-BE49-F238E27FC236}">
                      <a16:creationId xmlns:a16="http://schemas.microsoft.com/office/drawing/2014/main" id="{E6E32ED9-7E2A-4E0F-8ED8-09F9C2A36EA8}"/>
                    </a:ext>
                  </a:extLst>
                </p:cNvPr>
                <p:cNvSpPr>
                  <a:spLocks/>
                </p:cNvSpPr>
                <p:nvPr/>
              </p:nvSpPr>
              <p:spPr bwMode="auto">
                <a:xfrm>
                  <a:off x="3123" y="2144"/>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09" name="Rectangle 87">
                  <a:extLst>
                    <a:ext uri="{FF2B5EF4-FFF2-40B4-BE49-F238E27FC236}">
                      <a16:creationId xmlns:a16="http://schemas.microsoft.com/office/drawing/2014/main" id="{19FB7045-BE05-4E3A-9966-F350F86C6A1F}"/>
                    </a:ext>
                  </a:extLst>
                </p:cNvPr>
                <p:cNvSpPr>
                  <a:spLocks noChangeArrowheads="1"/>
                </p:cNvSpPr>
                <p:nvPr/>
              </p:nvSpPr>
              <p:spPr bwMode="auto">
                <a:xfrm rot="5400000">
                  <a:off x="3009" y="2269"/>
                  <a:ext cx="42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ALU</a:t>
                  </a:r>
                </a:p>
              </p:txBody>
            </p:sp>
          </p:grpSp>
          <p:grpSp>
            <p:nvGrpSpPr>
              <p:cNvPr id="63583" name="Group 88">
                <a:extLst>
                  <a:ext uri="{FF2B5EF4-FFF2-40B4-BE49-F238E27FC236}">
                    <a16:creationId xmlns:a16="http://schemas.microsoft.com/office/drawing/2014/main" id="{501B6730-67F3-40AB-ABF1-41523DDC4DE2}"/>
                  </a:ext>
                </a:extLst>
              </p:cNvPr>
              <p:cNvGrpSpPr>
                <a:grpSpLocks/>
              </p:cNvGrpSpPr>
              <p:nvPr/>
            </p:nvGrpSpPr>
            <p:grpSpPr bwMode="auto">
              <a:xfrm>
                <a:off x="2197" y="2240"/>
                <a:ext cx="377" cy="289"/>
                <a:chOff x="2197" y="2240"/>
                <a:chExt cx="377" cy="289"/>
              </a:xfrm>
            </p:grpSpPr>
            <p:sp>
              <p:nvSpPr>
                <p:cNvPr id="63604" name="Rectangle 89">
                  <a:extLst>
                    <a:ext uri="{FF2B5EF4-FFF2-40B4-BE49-F238E27FC236}">
                      <a16:creationId xmlns:a16="http://schemas.microsoft.com/office/drawing/2014/main" id="{FBB30D57-7051-4663-B897-0A48BFD23F23}"/>
                    </a:ext>
                  </a:extLst>
                </p:cNvPr>
                <p:cNvSpPr>
                  <a:spLocks noChangeArrowheads="1"/>
                </p:cNvSpPr>
                <p:nvPr/>
              </p:nvSpPr>
              <p:spPr bwMode="auto">
                <a:xfrm>
                  <a:off x="2226" y="2260"/>
                  <a:ext cx="3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Mem</a:t>
                  </a:r>
                </a:p>
              </p:txBody>
            </p:sp>
            <p:grpSp>
              <p:nvGrpSpPr>
                <p:cNvPr id="63605" name="Group 90">
                  <a:extLst>
                    <a:ext uri="{FF2B5EF4-FFF2-40B4-BE49-F238E27FC236}">
                      <a16:creationId xmlns:a16="http://schemas.microsoft.com/office/drawing/2014/main" id="{221820B1-E319-441C-BCC9-9A45BA9CEE6F}"/>
                    </a:ext>
                  </a:extLst>
                </p:cNvPr>
                <p:cNvGrpSpPr>
                  <a:grpSpLocks/>
                </p:cNvGrpSpPr>
                <p:nvPr/>
              </p:nvGrpSpPr>
              <p:grpSpPr bwMode="auto">
                <a:xfrm>
                  <a:off x="2197" y="2240"/>
                  <a:ext cx="340" cy="289"/>
                  <a:chOff x="2197" y="2240"/>
                  <a:chExt cx="340" cy="289"/>
                </a:xfrm>
              </p:grpSpPr>
              <p:sp>
                <p:nvSpPr>
                  <p:cNvPr id="63606" name="Freeform 91">
                    <a:extLst>
                      <a:ext uri="{FF2B5EF4-FFF2-40B4-BE49-F238E27FC236}">
                        <a16:creationId xmlns:a16="http://schemas.microsoft.com/office/drawing/2014/main" id="{57C4458B-23BF-43F2-A4D1-DD13EF41B657}"/>
                      </a:ext>
                    </a:extLst>
                  </p:cNvPr>
                  <p:cNvSpPr>
                    <a:spLocks/>
                  </p:cNvSpPr>
                  <p:nvPr/>
                </p:nvSpPr>
                <p:spPr bwMode="auto">
                  <a:xfrm>
                    <a:off x="2197" y="2240"/>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07" name="Freeform 92">
                    <a:extLst>
                      <a:ext uri="{FF2B5EF4-FFF2-40B4-BE49-F238E27FC236}">
                        <a16:creationId xmlns:a16="http://schemas.microsoft.com/office/drawing/2014/main" id="{8F7096B8-6D75-402E-8FCC-5BB206E0EF91}"/>
                      </a:ext>
                    </a:extLst>
                  </p:cNvPr>
                  <p:cNvSpPr>
                    <a:spLocks/>
                  </p:cNvSpPr>
                  <p:nvPr/>
                </p:nvSpPr>
                <p:spPr bwMode="auto">
                  <a:xfrm>
                    <a:off x="2366" y="2240"/>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grpSp>
          <p:sp>
            <p:nvSpPr>
              <p:cNvPr id="63584" name="Rectangle 93">
                <a:extLst>
                  <a:ext uri="{FF2B5EF4-FFF2-40B4-BE49-F238E27FC236}">
                    <a16:creationId xmlns:a16="http://schemas.microsoft.com/office/drawing/2014/main" id="{12DFFBC3-DF6B-422B-9F03-C55F3DA4345F}"/>
                  </a:ext>
                </a:extLst>
              </p:cNvPr>
              <p:cNvSpPr>
                <a:spLocks noChangeArrowheads="1"/>
              </p:cNvSpPr>
              <p:nvPr/>
            </p:nvSpPr>
            <p:spPr bwMode="auto">
              <a:xfrm>
                <a:off x="2659" y="2271"/>
                <a:ext cx="262"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Reg</a:t>
                </a:r>
              </a:p>
            </p:txBody>
          </p:sp>
          <p:grpSp>
            <p:nvGrpSpPr>
              <p:cNvPr id="63585" name="Group 94">
                <a:extLst>
                  <a:ext uri="{FF2B5EF4-FFF2-40B4-BE49-F238E27FC236}">
                    <a16:creationId xmlns:a16="http://schemas.microsoft.com/office/drawing/2014/main" id="{1557E157-957F-40FF-836E-6BAAD2AD9236}"/>
                  </a:ext>
                </a:extLst>
              </p:cNvPr>
              <p:cNvGrpSpPr>
                <a:grpSpLocks/>
              </p:cNvGrpSpPr>
              <p:nvPr/>
            </p:nvGrpSpPr>
            <p:grpSpPr bwMode="auto">
              <a:xfrm>
                <a:off x="2657" y="2240"/>
                <a:ext cx="296" cy="289"/>
                <a:chOff x="2657" y="2240"/>
                <a:chExt cx="296" cy="289"/>
              </a:xfrm>
            </p:grpSpPr>
            <p:sp>
              <p:nvSpPr>
                <p:cNvPr id="63602" name="Freeform 95">
                  <a:extLst>
                    <a:ext uri="{FF2B5EF4-FFF2-40B4-BE49-F238E27FC236}">
                      <a16:creationId xmlns:a16="http://schemas.microsoft.com/office/drawing/2014/main" id="{5F38C135-962F-4DC4-8CBB-E90EBC3367AF}"/>
                    </a:ext>
                  </a:extLst>
                </p:cNvPr>
                <p:cNvSpPr>
                  <a:spLocks/>
                </p:cNvSpPr>
                <p:nvPr/>
              </p:nvSpPr>
              <p:spPr bwMode="auto">
                <a:xfrm>
                  <a:off x="2657" y="2240"/>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03" name="Freeform 96">
                  <a:extLst>
                    <a:ext uri="{FF2B5EF4-FFF2-40B4-BE49-F238E27FC236}">
                      <a16:creationId xmlns:a16="http://schemas.microsoft.com/office/drawing/2014/main" id="{CA566ECC-4043-4E72-AEDA-94CDDDF5918B}"/>
                    </a:ext>
                  </a:extLst>
                </p:cNvPr>
                <p:cNvSpPr>
                  <a:spLocks/>
                </p:cNvSpPr>
                <p:nvPr/>
              </p:nvSpPr>
              <p:spPr bwMode="auto">
                <a:xfrm>
                  <a:off x="2805" y="2240"/>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sp>
            <p:nvSpPr>
              <p:cNvPr id="63586" name="Line 97">
                <a:extLst>
                  <a:ext uri="{FF2B5EF4-FFF2-40B4-BE49-F238E27FC236}">
                    <a16:creationId xmlns:a16="http://schemas.microsoft.com/office/drawing/2014/main" id="{AA1EE494-39AF-4886-8C34-072DF4C29903}"/>
                  </a:ext>
                </a:extLst>
              </p:cNvPr>
              <p:cNvSpPr>
                <a:spLocks noChangeShapeType="1"/>
              </p:cNvSpPr>
              <p:nvPr/>
            </p:nvSpPr>
            <p:spPr bwMode="auto">
              <a:xfrm>
                <a:off x="2534" y="2384"/>
                <a:ext cx="112"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87" name="Freeform 98">
                <a:extLst>
                  <a:ext uri="{FF2B5EF4-FFF2-40B4-BE49-F238E27FC236}">
                    <a16:creationId xmlns:a16="http://schemas.microsoft.com/office/drawing/2014/main" id="{C7C4CE1F-5EBF-445D-A049-A8AC8D02DB59}"/>
                  </a:ext>
                </a:extLst>
              </p:cNvPr>
              <p:cNvSpPr>
                <a:spLocks/>
              </p:cNvSpPr>
              <p:nvPr/>
            </p:nvSpPr>
            <p:spPr bwMode="auto">
              <a:xfrm>
                <a:off x="2604" y="2288"/>
                <a:ext cx="48" cy="97"/>
              </a:xfrm>
              <a:custGeom>
                <a:avLst/>
                <a:gdLst>
                  <a:gd name="T0" fmla="*/ 0 w 48"/>
                  <a:gd name="T1" fmla="*/ 96 h 97"/>
                  <a:gd name="T2" fmla="*/ 0 w 48"/>
                  <a:gd name="T3" fmla="*/ 0 h 97"/>
                  <a:gd name="T4" fmla="*/ 47 w 48"/>
                  <a:gd name="T5" fmla="*/ 0 h 97"/>
                  <a:gd name="T6" fmla="*/ 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88" name="Line 99">
                <a:extLst>
                  <a:ext uri="{FF2B5EF4-FFF2-40B4-BE49-F238E27FC236}">
                    <a16:creationId xmlns:a16="http://schemas.microsoft.com/office/drawing/2014/main" id="{E8FE70E9-439E-44BA-BCA3-ED6A063225DA}"/>
                  </a:ext>
                </a:extLst>
              </p:cNvPr>
              <p:cNvSpPr>
                <a:spLocks noChangeShapeType="1"/>
              </p:cNvSpPr>
              <p:nvPr/>
            </p:nvSpPr>
            <p:spPr bwMode="auto">
              <a:xfrm>
                <a:off x="2950" y="2288"/>
                <a:ext cx="17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89" name="Rectangle 100">
                <a:extLst>
                  <a:ext uri="{FF2B5EF4-FFF2-40B4-BE49-F238E27FC236}">
                    <a16:creationId xmlns:a16="http://schemas.microsoft.com/office/drawing/2014/main" id="{CF26E226-86AF-4198-96A5-84C840F15676}"/>
                  </a:ext>
                </a:extLst>
              </p:cNvPr>
              <p:cNvSpPr>
                <a:spLocks noChangeArrowheads="1"/>
              </p:cNvSpPr>
              <p:nvPr/>
            </p:nvSpPr>
            <p:spPr bwMode="auto">
              <a:xfrm>
                <a:off x="3508" y="2260"/>
                <a:ext cx="30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a:t>
                </a:r>
              </a:p>
            </p:txBody>
          </p:sp>
          <p:grpSp>
            <p:nvGrpSpPr>
              <p:cNvPr id="63590" name="Group 101">
                <a:extLst>
                  <a:ext uri="{FF2B5EF4-FFF2-40B4-BE49-F238E27FC236}">
                    <a16:creationId xmlns:a16="http://schemas.microsoft.com/office/drawing/2014/main" id="{C0B80E07-E67C-4962-B562-183ED403D46F}"/>
                  </a:ext>
                </a:extLst>
              </p:cNvPr>
              <p:cNvGrpSpPr>
                <a:grpSpLocks/>
              </p:cNvGrpSpPr>
              <p:nvPr/>
            </p:nvGrpSpPr>
            <p:grpSpPr bwMode="auto">
              <a:xfrm>
                <a:off x="3506" y="2240"/>
                <a:ext cx="325" cy="289"/>
                <a:chOff x="3506" y="2240"/>
                <a:chExt cx="325" cy="289"/>
              </a:xfrm>
            </p:grpSpPr>
            <p:sp>
              <p:nvSpPr>
                <p:cNvPr id="63600" name="Freeform 102">
                  <a:extLst>
                    <a:ext uri="{FF2B5EF4-FFF2-40B4-BE49-F238E27FC236}">
                      <a16:creationId xmlns:a16="http://schemas.microsoft.com/office/drawing/2014/main" id="{E36988EB-E614-4D7F-BE5D-2DF2B6B2DFDC}"/>
                    </a:ext>
                  </a:extLst>
                </p:cNvPr>
                <p:cNvSpPr>
                  <a:spLocks/>
                </p:cNvSpPr>
                <p:nvPr/>
              </p:nvSpPr>
              <p:spPr bwMode="auto">
                <a:xfrm>
                  <a:off x="3506" y="2240"/>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 name="T12" fmla="*/ 0 w 162"/>
                    <a:gd name="T13" fmla="*/ 0 h 289"/>
                    <a:gd name="T14" fmla="*/ 162 w 162"/>
                    <a:gd name="T15" fmla="*/ 289 h 289"/>
                  </a:gdLst>
                  <a:ahLst/>
                  <a:cxnLst>
                    <a:cxn ang="T8">
                      <a:pos x="T0" y="T1"/>
                    </a:cxn>
                    <a:cxn ang="T9">
                      <a:pos x="T2" y="T3"/>
                    </a:cxn>
                    <a:cxn ang="T10">
                      <a:pos x="T4" y="T5"/>
                    </a:cxn>
                    <a:cxn ang="T11">
                      <a:pos x="T6" y="T7"/>
                    </a:cxn>
                  </a:cxnLst>
                  <a:rect l="T12" t="T13" r="T14" b="T15"/>
                  <a:pathLst>
                    <a:path w="162" h="289">
                      <a:moveTo>
                        <a:pt x="161" y="0"/>
                      </a:moveTo>
                      <a:lnTo>
                        <a:pt x="0" y="0"/>
                      </a:lnTo>
                      <a:lnTo>
                        <a:pt x="0" y="288"/>
                      </a:lnTo>
                      <a:lnTo>
                        <a:pt x="16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601" name="Freeform 103">
                  <a:extLst>
                    <a:ext uri="{FF2B5EF4-FFF2-40B4-BE49-F238E27FC236}">
                      <a16:creationId xmlns:a16="http://schemas.microsoft.com/office/drawing/2014/main" id="{23C1DC5D-49C5-4A23-81AF-001F6B08EC65}"/>
                    </a:ext>
                  </a:extLst>
                </p:cNvPr>
                <p:cNvSpPr>
                  <a:spLocks/>
                </p:cNvSpPr>
                <p:nvPr/>
              </p:nvSpPr>
              <p:spPr bwMode="auto">
                <a:xfrm>
                  <a:off x="3667" y="2240"/>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 name="T12" fmla="*/ 0 w 164"/>
                    <a:gd name="T13" fmla="*/ 0 h 289"/>
                    <a:gd name="T14" fmla="*/ 164 w 164"/>
                    <a:gd name="T15" fmla="*/ 289 h 289"/>
                  </a:gdLst>
                  <a:ahLst/>
                  <a:cxnLst>
                    <a:cxn ang="T8">
                      <a:pos x="T0" y="T1"/>
                    </a:cxn>
                    <a:cxn ang="T9">
                      <a:pos x="T2" y="T3"/>
                    </a:cxn>
                    <a:cxn ang="T10">
                      <a:pos x="T4" y="T5"/>
                    </a:cxn>
                    <a:cxn ang="T11">
                      <a:pos x="T6" y="T7"/>
                    </a:cxn>
                  </a:cxnLst>
                  <a:rect l="T12" t="T13" r="T14" b="T15"/>
                  <a:pathLst>
                    <a:path w="164" h="289">
                      <a:moveTo>
                        <a:pt x="0" y="0"/>
                      </a:moveTo>
                      <a:lnTo>
                        <a:pt x="163" y="0"/>
                      </a:lnTo>
                      <a:lnTo>
                        <a:pt x="163"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sp>
            <p:nvSpPr>
              <p:cNvPr id="63591" name="Rectangle 104">
                <a:extLst>
                  <a:ext uri="{FF2B5EF4-FFF2-40B4-BE49-F238E27FC236}">
                    <a16:creationId xmlns:a16="http://schemas.microsoft.com/office/drawing/2014/main" id="{440DC930-E3C4-4098-8BD3-139A6C6E5AB3}"/>
                  </a:ext>
                </a:extLst>
              </p:cNvPr>
              <p:cNvSpPr>
                <a:spLocks noChangeArrowheads="1"/>
              </p:cNvSpPr>
              <p:nvPr/>
            </p:nvSpPr>
            <p:spPr bwMode="auto">
              <a:xfrm>
                <a:off x="3982" y="2280"/>
                <a:ext cx="27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Reg</a:t>
                </a:r>
              </a:p>
            </p:txBody>
          </p:sp>
          <p:grpSp>
            <p:nvGrpSpPr>
              <p:cNvPr id="63592" name="Group 105">
                <a:extLst>
                  <a:ext uri="{FF2B5EF4-FFF2-40B4-BE49-F238E27FC236}">
                    <a16:creationId xmlns:a16="http://schemas.microsoft.com/office/drawing/2014/main" id="{48F6FCAB-EBF3-4495-98A9-164A7FF6A44E}"/>
                  </a:ext>
                </a:extLst>
              </p:cNvPr>
              <p:cNvGrpSpPr>
                <a:grpSpLocks/>
              </p:cNvGrpSpPr>
              <p:nvPr/>
            </p:nvGrpSpPr>
            <p:grpSpPr bwMode="auto">
              <a:xfrm>
                <a:off x="3974" y="2240"/>
                <a:ext cx="284" cy="289"/>
                <a:chOff x="3974" y="2240"/>
                <a:chExt cx="284" cy="289"/>
              </a:xfrm>
            </p:grpSpPr>
            <p:sp>
              <p:nvSpPr>
                <p:cNvPr id="63598" name="Freeform 106">
                  <a:extLst>
                    <a:ext uri="{FF2B5EF4-FFF2-40B4-BE49-F238E27FC236}">
                      <a16:creationId xmlns:a16="http://schemas.microsoft.com/office/drawing/2014/main" id="{BE4A9FA6-886E-4AEB-962B-A914C747702D}"/>
                    </a:ext>
                  </a:extLst>
                </p:cNvPr>
                <p:cNvSpPr>
                  <a:spLocks/>
                </p:cNvSpPr>
                <p:nvPr/>
              </p:nvSpPr>
              <p:spPr bwMode="auto">
                <a:xfrm>
                  <a:off x="3974" y="2240"/>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99" name="Freeform 107">
                  <a:extLst>
                    <a:ext uri="{FF2B5EF4-FFF2-40B4-BE49-F238E27FC236}">
                      <a16:creationId xmlns:a16="http://schemas.microsoft.com/office/drawing/2014/main" id="{6E2824F0-332F-4CC8-9523-9E4B08D75D0A}"/>
                    </a:ext>
                  </a:extLst>
                </p:cNvPr>
                <p:cNvSpPr>
                  <a:spLocks/>
                </p:cNvSpPr>
                <p:nvPr/>
              </p:nvSpPr>
              <p:spPr bwMode="auto">
                <a:xfrm>
                  <a:off x="4115" y="2240"/>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sp>
            <p:nvSpPr>
              <p:cNvPr id="63593" name="Line 108">
                <a:extLst>
                  <a:ext uri="{FF2B5EF4-FFF2-40B4-BE49-F238E27FC236}">
                    <a16:creationId xmlns:a16="http://schemas.microsoft.com/office/drawing/2014/main" id="{3127B5F0-908D-420F-BFDA-78680D92331D}"/>
                  </a:ext>
                </a:extLst>
              </p:cNvPr>
              <p:cNvSpPr>
                <a:spLocks noChangeShapeType="1"/>
              </p:cNvSpPr>
              <p:nvPr/>
            </p:nvSpPr>
            <p:spPr bwMode="auto">
              <a:xfrm>
                <a:off x="3819" y="2384"/>
                <a:ext cx="15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94" name="Line 109">
                <a:extLst>
                  <a:ext uri="{FF2B5EF4-FFF2-40B4-BE49-F238E27FC236}">
                    <a16:creationId xmlns:a16="http://schemas.microsoft.com/office/drawing/2014/main" id="{DF04BF6B-3A31-41CB-AA32-E815CA10262C}"/>
                  </a:ext>
                </a:extLst>
              </p:cNvPr>
              <p:cNvSpPr>
                <a:spLocks noChangeShapeType="1"/>
              </p:cNvSpPr>
              <p:nvPr/>
            </p:nvSpPr>
            <p:spPr bwMode="auto">
              <a:xfrm>
                <a:off x="3335" y="2384"/>
                <a:ext cx="171"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95" name="Freeform 110">
                <a:extLst>
                  <a:ext uri="{FF2B5EF4-FFF2-40B4-BE49-F238E27FC236}">
                    <a16:creationId xmlns:a16="http://schemas.microsoft.com/office/drawing/2014/main" id="{C15595CD-23CE-47FA-A6D1-2E973BAEF5BC}"/>
                  </a:ext>
                </a:extLst>
              </p:cNvPr>
              <p:cNvSpPr>
                <a:spLocks/>
              </p:cNvSpPr>
              <p:nvPr/>
            </p:nvSpPr>
            <p:spPr bwMode="auto">
              <a:xfrm>
                <a:off x="3464" y="2384"/>
                <a:ext cx="431" cy="193"/>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96" name="Line 111">
                <a:extLst>
                  <a:ext uri="{FF2B5EF4-FFF2-40B4-BE49-F238E27FC236}">
                    <a16:creationId xmlns:a16="http://schemas.microsoft.com/office/drawing/2014/main" id="{D2144264-D712-48DD-A572-69DAE399BB06}"/>
                  </a:ext>
                </a:extLst>
              </p:cNvPr>
              <p:cNvSpPr>
                <a:spLocks noChangeShapeType="1"/>
              </p:cNvSpPr>
              <p:nvPr/>
            </p:nvSpPr>
            <p:spPr bwMode="auto">
              <a:xfrm>
                <a:off x="2950" y="2480"/>
                <a:ext cx="17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97" name="Freeform 112">
                <a:extLst>
                  <a:ext uri="{FF2B5EF4-FFF2-40B4-BE49-F238E27FC236}">
                    <a16:creationId xmlns:a16="http://schemas.microsoft.com/office/drawing/2014/main" id="{39922EAC-41FB-45C8-A9E7-373A7E05F8BA}"/>
                  </a:ext>
                </a:extLst>
              </p:cNvPr>
              <p:cNvSpPr>
                <a:spLocks/>
              </p:cNvSpPr>
              <p:nvPr/>
            </p:nvSpPr>
            <p:spPr bwMode="auto">
              <a:xfrm>
                <a:off x="3051" y="2379"/>
                <a:ext cx="337" cy="278"/>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grpSp>
          <p:nvGrpSpPr>
            <p:cNvPr id="63527" name="Group 113">
              <a:extLst>
                <a:ext uri="{FF2B5EF4-FFF2-40B4-BE49-F238E27FC236}">
                  <a16:creationId xmlns:a16="http://schemas.microsoft.com/office/drawing/2014/main" id="{57266ED5-7EA4-43DA-BABE-CB82BC04F857}"/>
                </a:ext>
              </a:extLst>
            </p:cNvPr>
            <p:cNvGrpSpPr>
              <a:grpSpLocks/>
            </p:cNvGrpSpPr>
            <p:nvPr/>
          </p:nvGrpSpPr>
          <p:grpSpPr bwMode="auto">
            <a:xfrm>
              <a:off x="5416737" y="3086100"/>
              <a:ext cx="294697" cy="572691"/>
              <a:chOff x="3535" y="2592"/>
              <a:chExt cx="228" cy="481"/>
            </a:xfrm>
          </p:grpSpPr>
          <p:sp>
            <p:nvSpPr>
              <p:cNvPr id="63580" name="Freeform 114">
                <a:extLst>
                  <a:ext uri="{FF2B5EF4-FFF2-40B4-BE49-F238E27FC236}">
                    <a16:creationId xmlns:a16="http://schemas.microsoft.com/office/drawing/2014/main" id="{E0D319BA-5504-4500-B927-4F5F1A1D5F3D}"/>
                  </a:ext>
                </a:extLst>
              </p:cNvPr>
              <p:cNvSpPr>
                <a:spLocks/>
              </p:cNvSpPr>
              <p:nvPr/>
            </p:nvSpPr>
            <p:spPr bwMode="auto">
              <a:xfrm>
                <a:off x="3550" y="2592"/>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81" name="Rectangle 115">
                <a:extLst>
                  <a:ext uri="{FF2B5EF4-FFF2-40B4-BE49-F238E27FC236}">
                    <a16:creationId xmlns:a16="http://schemas.microsoft.com/office/drawing/2014/main" id="{353D56B2-431D-4E99-A54A-160B9CC4E759}"/>
                  </a:ext>
                </a:extLst>
              </p:cNvPr>
              <p:cNvSpPr>
                <a:spLocks noChangeArrowheads="1"/>
              </p:cNvSpPr>
              <p:nvPr/>
            </p:nvSpPr>
            <p:spPr bwMode="auto">
              <a:xfrm rot="5400000">
                <a:off x="3436" y="2717"/>
                <a:ext cx="42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ALU</a:t>
                </a:r>
              </a:p>
            </p:txBody>
          </p:sp>
        </p:grpSp>
        <p:sp>
          <p:nvSpPr>
            <p:cNvPr id="63528" name="Rectangle 116">
              <a:extLst>
                <a:ext uri="{FF2B5EF4-FFF2-40B4-BE49-F238E27FC236}">
                  <a16:creationId xmlns:a16="http://schemas.microsoft.com/office/drawing/2014/main" id="{AC5999C8-D34A-46CD-AD3D-4D2D797EA8D5}"/>
                </a:ext>
              </a:extLst>
            </p:cNvPr>
            <p:cNvSpPr>
              <a:spLocks noChangeArrowheads="1"/>
            </p:cNvSpPr>
            <p:nvPr/>
          </p:nvSpPr>
          <p:spPr bwMode="auto">
            <a:xfrm>
              <a:off x="4849787" y="3221832"/>
              <a:ext cx="322302" cy="274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Reg</a:t>
              </a:r>
            </a:p>
          </p:txBody>
        </p:sp>
        <p:grpSp>
          <p:nvGrpSpPr>
            <p:cNvPr id="63529" name="Group 117">
              <a:extLst>
                <a:ext uri="{FF2B5EF4-FFF2-40B4-BE49-F238E27FC236}">
                  <a16:creationId xmlns:a16="http://schemas.microsoft.com/office/drawing/2014/main" id="{2325E67F-A6F0-4998-AB04-EDD34A1172B8}"/>
                </a:ext>
              </a:extLst>
            </p:cNvPr>
            <p:cNvGrpSpPr>
              <a:grpSpLocks/>
            </p:cNvGrpSpPr>
            <p:nvPr/>
          </p:nvGrpSpPr>
          <p:grpSpPr bwMode="auto">
            <a:xfrm>
              <a:off x="4835129" y="3200400"/>
              <a:ext cx="382190" cy="344091"/>
              <a:chOff x="3084" y="2688"/>
              <a:chExt cx="296" cy="289"/>
            </a:xfrm>
          </p:grpSpPr>
          <p:sp>
            <p:nvSpPr>
              <p:cNvPr id="63578" name="Freeform 118">
                <a:extLst>
                  <a:ext uri="{FF2B5EF4-FFF2-40B4-BE49-F238E27FC236}">
                    <a16:creationId xmlns:a16="http://schemas.microsoft.com/office/drawing/2014/main" id="{B9234F3F-9C27-4EED-B522-00A48B9B117E}"/>
                  </a:ext>
                </a:extLst>
              </p:cNvPr>
              <p:cNvSpPr>
                <a:spLocks/>
              </p:cNvSpPr>
              <p:nvPr/>
            </p:nvSpPr>
            <p:spPr bwMode="auto">
              <a:xfrm>
                <a:off x="3084" y="2688"/>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79" name="Freeform 119">
                <a:extLst>
                  <a:ext uri="{FF2B5EF4-FFF2-40B4-BE49-F238E27FC236}">
                    <a16:creationId xmlns:a16="http://schemas.microsoft.com/office/drawing/2014/main" id="{505A199E-5512-40B6-BFE0-DCA268BB3B73}"/>
                  </a:ext>
                </a:extLst>
              </p:cNvPr>
              <p:cNvSpPr>
                <a:spLocks/>
              </p:cNvSpPr>
              <p:nvPr/>
            </p:nvSpPr>
            <p:spPr bwMode="auto">
              <a:xfrm>
                <a:off x="3232" y="2688"/>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sp>
          <p:nvSpPr>
            <p:cNvPr id="63530" name="Line 120">
              <a:extLst>
                <a:ext uri="{FF2B5EF4-FFF2-40B4-BE49-F238E27FC236}">
                  <a16:creationId xmlns:a16="http://schemas.microsoft.com/office/drawing/2014/main" id="{752FEF7E-F58C-4784-B7D4-55F8B97E6399}"/>
                </a:ext>
              </a:extLst>
            </p:cNvPr>
            <p:cNvSpPr>
              <a:spLocks noChangeShapeType="1"/>
            </p:cNvSpPr>
            <p:nvPr/>
          </p:nvSpPr>
          <p:spPr bwMode="auto">
            <a:xfrm>
              <a:off x="4676775" y="3371850"/>
              <a:ext cx="144066"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31" name="Freeform 121">
              <a:extLst>
                <a:ext uri="{FF2B5EF4-FFF2-40B4-BE49-F238E27FC236}">
                  <a16:creationId xmlns:a16="http://schemas.microsoft.com/office/drawing/2014/main" id="{365B08BE-8FFE-4B3C-9C00-ACA9E40D3EED}"/>
                </a:ext>
              </a:extLst>
            </p:cNvPr>
            <p:cNvSpPr>
              <a:spLocks/>
            </p:cNvSpPr>
            <p:nvPr/>
          </p:nvSpPr>
          <p:spPr bwMode="auto">
            <a:xfrm>
              <a:off x="4767262" y="3257550"/>
              <a:ext cx="61913" cy="115491"/>
            </a:xfrm>
            <a:custGeom>
              <a:avLst/>
              <a:gdLst>
                <a:gd name="T0" fmla="*/ 0 w 48"/>
                <a:gd name="T1" fmla="*/ 2147483647 h 97"/>
                <a:gd name="T2" fmla="*/ 0 w 48"/>
                <a:gd name="T3" fmla="*/ 0 h 97"/>
                <a:gd name="T4" fmla="*/ 2147483647 w 48"/>
                <a:gd name="T5" fmla="*/ 0 h 97"/>
                <a:gd name="T6" fmla="*/ 21474836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32" name="Line 122">
              <a:extLst>
                <a:ext uri="{FF2B5EF4-FFF2-40B4-BE49-F238E27FC236}">
                  <a16:creationId xmlns:a16="http://schemas.microsoft.com/office/drawing/2014/main" id="{8FF7BD10-EC88-4ECD-87E0-50B6FD76C282}"/>
                </a:ext>
              </a:extLst>
            </p:cNvPr>
            <p:cNvSpPr>
              <a:spLocks noChangeShapeType="1"/>
            </p:cNvSpPr>
            <p:nvPr/>
          </p:nvSpPr>
          <p:spPr bwMode="auto">
            <a:xfrm>
              <a:off x="5212556" y="3257550"/>
              <a:ext cx="2238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33" name="Rectangle 123">
              <a:extLst>
                <a:ext uri="{FF2B5EF4-FFF2-40B4-BE49-F238E27FC236}">
                  <a16:creationId xmlns:a16="http://schemas.microsoft.com/office/drawing/2014/main" id="{7E22DD15-6AD4-45A1-85D9-30F192856D66}"/>
                </a:ext>
              </a:extLst>
            </p:cNvPr>
            <p:cNvSpPr>
              <a:spLocks noChangeArrowheads="1"/>
            </p:cNvSpPr>
            <p:nvPr/>
          </p:nvSpPr>
          <p:spPr bwMode="auto">
            <a:xfrm>
              <a:off x="5926757" y="3239762"/>
              <a:ext cx="402798" cy="274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Mem</a:t>
              </a:r>
            </a:p>
          </p:txBody>
        </p:sp>
        <p:grpSp>
          <p:nvGrpSpPr>
            <p:cNvPr id="63534" name="Group 124">
              <a:extLst>
                <a:ext uri="{FF2B5EF4-FFF2-40B4-BE49-F238E27FC236}">
                  <a16:creationId xmlns:a16="http://schemas.microsoft.com/office/drawing/2014/main" id="{FECDE414-3F47-4AF7-8D2E-7C61E88B46BA}"/>
                </a:ext>
              </a:extLst>
            </p:cNvPr>
            <p:cNvGrpSpPr>
              <a:grpSpLocks/>
            </p:cNvGrpSpPr>
            <p:nvPr/>
          </p:nvGrpSpPr>
          <p:grpSpPr bwMode="auto">
            <a:xfrm>
              <a:off x="5930504" y="3200400"/>
              <a:ext cx="419100" cy="344091"/>
              <a:chOff x="3933" y="2688"/>
              <a:chExt cx="325" cy="289"/>
            </a:xfrm>
          </p:grpSpPr>
          <p:sp>
            <p:nvSpPr>
              <p:cNvPr id="63576" name="Freeform 125">
                <a:extLst>
                  <a:ext uri="{FF2B5EF4-FFF2-40B4-BE49-F238E27FC236}">
                    <a16:creationId xmlns:a16="http://schemas.microsoft.com/office/drawing/2014/main" id="{00928D28-B24B-4EF7-905C-7AFE43D86B09}"/>
                  </a:ext>
                </a:extLst>
              </p:cNvPr>
              <p:cNvSpPr>
                <a:spLocks/>
              </p:cNvSpPr>
              <p:nvPr/>
            </p:nvSpPr>
            <p:spPr bwMode="auto">
              <a:xfrm>
                <a:off x="3933" y="2688"/>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 name="T12" fmla="*/ 0 w 162"/>
                  <a:gd name="T13" fmla="*/ 0 h 289"/>
                  <a:gd name="T14" fmla="*/ 162 w 162"/>
                  <a:gd name="T15" fmla="*/ 289 h 289"/>
                </a:gdLst>
                <a:ahLst/>
                <a:cxnLst>
                  <a:cxn ang="T8">
                    <a:pos x="T0" y="T1"/>
                  </a:cxn>
                  <a:cxn ang="T9">
                    <a:pos x="T2" y="T3"/>
                  </a:cxn>
                  <a:cxn ang="T10">
                    <a:pos x="T4" y="T5"/>
                  </a:cxn>
                  <a:cxn ang="T11">
                    <a:pos x="T6" y="T7"/>
                  </a:cxn>
                </a:cxnLst>
                <a:rect l="T12" t="T13" r="T14" b="T15"/>
                <a:pathLst>
                  <a:path w="162" h="289">
                    <a:moveTo>
                      <a:pt x="161" y="0"/>
                    </a:moveTo>
                    <a:lnTo>
                      <a:pt x="0" y="0"/>
                    </a:lnTo>
                    <a:lnTo>
                      <a:pt x="0" y="288"/>
                    </a:lnTo>
                    <a:lnTo>
                      <a:pt x="16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77" name="Freeform 126">
                <a:extLst>
                  <a:ext uri="{FF2B5EF4-FFF2-40B4-BE49-F238E27FC236}">
                    <a16:creationId xmlns:a16="http://schemas.microsoft.com/office/drawing/2014/main" id="{0F0D6C13-0F7F-4542-8062-C357680C2BDB}"/>
                  </a:ext>
                </a:extLst>
              </p:cNvPr>
              <p:cNvSpPr>
                <a:spLocks/>
              </p:cNvSpPr>
              <p:nvPr/>
            </p:nvSpPr>
            <p:spPr bwMode="auto">
              <a:xfrm>
                <a:off x="4094" y="2688"/>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 name="T12" fmla="*/ 0 w 164"/>
                  <a:gd name="T13" fmla="*/ 0 h 289"/>
                  <a:gd name="T14" fmla="*/ 164 w 164"/>
                  <a:gd name="T15" fmla="*/ 289 h 289"/>
                </a:gdLst>
                <a:ahLst/>
                <a:cxnLst>
                  <a:cxn ang="T8">
                    <a:pos x="T0" y="T1"/>
                  </a:cxn>
                  <a:cxn ang="T9">
                    <a:pos x="T2" y="T3"/>
                  </a:cxn>
                  <a:cxn ang="T10">
                    <a:pos x="T4" y="T5"/>
                  </a:cxn>
                  <a:cxn ang="T11">
                    <a:pos x="T6" y="T7"/>
                  </a:cxn>
                </a:cxnLst>
                <a:rect l="T12" t="T13" r="T14" b="T15"/>
                <a:pathLst>
                  <a:path w="164" h="289">
                    <a:moveTo>
                      <a:pt x="0" y="0"/>
                    </a:moveTo>
                    <a:lnTo>
                      <a:pt x="163" y="0"/>
                    </a:lnTo>
                    <a:lnTo>
                      <a:pt x="163"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sp>
          <p:nvSpPr>
            <p:cNvPr id="63535" name="Rectangle 127">
              <a:extLst>
                <a:ext uri="{FF2B5EF4-FFF2-40B4-BE49-F238E27FC236}">
                  <a16:creationId xmlns:a16="http://schemas.microsoft.com/office/drawing/2014/main" id="{2B17E2F1-5F08-489F-BA72-99199CA0E7FA}"/>
                </a:ext>
              </a:extLst>
            </p:cNvPr>
            <p:cNvSpPr>
              <a:spLocks noChangeArrowheads="1"/>
            </p:cNvSpPr>
            <p:nvPr/>
          </p:nvSpPr>
          <p:spPr bwMode="auto">
            <a:xfrm>
              <a:off x="6538093" y="3247724"/>
              <a:ext cx="344021" cy="274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Reg</a:t>
              </a:r>
            </a:p>
          </p:txBody>
        </p:sp>
        <p:grpSp>
          <p:nvGrpSpPr>
            <p:cNvPr id="63536" name="Group 128">
              <a:extLst>
                <a:ext uri="{FF2B5EF4-FFF2-40B4-BE49-F238E27FC236}">
                  <a16:creationId xmlns:a16="http://schemas.microsoft.com/office/drawing/2014/main" id="{9F902EFE-CA5B-435A-B972-DB1875A20D58}"/>
                </a:ext>
              </a:extLst>
            </p:cNvPr>
            <p:cNvGrpSpPr>
              <a:grpSpLocks/>
            </p:cNvGrpSpPr>
            <p:nvPr/>
          </p:nvGrpSpPr>
          <p:grpSpPr bwMode="auto">
            <a:xfrm>
              <a:off x="6534151" y="3200400"/>
              <a:ext cx="365522" cy="344091"/>
              <a:chOff x="4401" y="2688"/>
              <a:chExt cx="284" cy="289"/>
            </a:xfrm>
          </p:grpSpPr>
          <p:sp>
            <p:nvSpPr>
              <p:cNvPr id="63574" name="Freeform 129">
                <a:extLst>
                  <a:ext uri="{FF2B5EF4-FFF2-40B4-BE49-F238E27FC236}">
                    <a16:creationId xmlns:a16="http://schemas.microsoft.com/office/drawing/2014/main" id="{90C1CF02-0B42-434D-BC49-58D8A738DE0B}"/>
                  </a:ext>
                </a:extLst>
              </p:cNvPr>
              <p:cNvSpPr>
                <a:spLocks/>
              </p:cNvSpPr>
              <p:nvPr/>
            </p:nvSpPr>
            <p:spPr bwMode="auto">
              <a:xfrm>
                <a:off x="4401" y="2688"/>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75" name="Freeform 130">
                <a:extLst>
                  <a:ext uri="{FF2B5EF4-FFF2-40B4-BE49-F238E27FC236}">
                    <a16:creationId xmlns:a16="http://schemas.microsoft.com/office/drawing/2014/main" id="{036059FA-A49D-40B7-8F21-DB89007061B2}"/>
                  </a:ext>
                </a:extLst>
              </p:cNvPr>
              <p:cNvSpPr>
                <a:spLocks/>
              </p:cNvSpPr>
              <p:nvPr/>
            </p:nvSpPr>
            <p:spPr bwMode="auto">
              <a:xfrm>
                <a:off x="4542" y="2688"/>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sp>
          <p:nvSpPr>
            <p:cNvPr id="63537" name="Line 131">
              <a:extLst>
                <a:ext uri="{FF2B5EF4-FFF2-40B4-BE49-F238E27FC236}">
                  <a16:creationId xmlns:a16="http://schemas.microsoft.com/office/drawing/2014/main" id="{25B29D8E-7099-46A0-8ABD-90C0207037FE}"/>
                </a:ext>
              </a:extLst>
            </p:cNvPr>
            <p:cNvSpPr>
              <a:spLocks noChangeShapeType="1"/>
            </p:cNvSpPr>
            <p:nvPr/>
          </p:nvSpPr>
          <p:spPr bwMode="auto">
            <a:xfrm>
              <a:off x="6334125" y="3371850"/>
              <a:ext cx="2000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38" name="Line 132">
              <a:extLst>
                <a:ext uri="{FF2B5EF4-FFF2-40B4-BE49-F238E27FC236}">
                  <a16:creationId xmlns:a16="http://schemas.microsoft.com/office/drawing/2014/main" id="{751B63B2-8976-4959-8DC6-6D9FD240C4F1}"/>
                </a:ext>
              </a:extLst>
            </p:cNvPr>
            <p:cNvSpPr>
              <a:spLocks noChangeShapeType="1"/>
            </p:cNvSpPr>
            <p:nvPr/>
          </p:nvSpPr>
          <p:spPr bwMode="auto">
            <a:xfrm>
              <a:off x="5710238" y="3371850"/>
              <a:ext cx="220266"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39" name="Freeform 133">
              <a:extLst>
                <a:ext uri="{FF2B5EF4-FFF2-40B4-BE49-F238E27FC236}">
                  <a16:creationId xmlns:a16="http://schemas.microsoft.com/office/drawing/2014/main" id="{997DD959-545D-446A-9F54-8B6DF4C270B6}"/>
                </a:ext>
              </a:extLst>
            </p:cNvPr>
            <p:cNvSpPr>
              <a:spLocks/>
            </p:cNvSpPr>
            <p:nvPr/>
          </p:nvSpPr>
          <p:spPr bwMode="auto">
            <a:xfrm>
              <a:off x="5875735" y="3371850"/>
              <a:ext cx="556022" cy="229791"/>
            </a:xfrm>
            <a:custGeom>
              <a:avLst/>
              <a:gdLst>
                <a:gd name="T0" fmla="*/ 0 w 431"/>
                <a:gd name="T1" fmla="*/ 0 h 193"/>
                <a:gd name="T2" fmla="*/ 0 w 431"/>
                <a:gd name="T3" fmla="*/ 2147483647 h 193"/>
                <a:gd name="T4" fmla="*/ 2147483647 w 431"/>
                <a:gd name="T5" fmla="*/ 2147483647 h 193"/>
                <a:gd name="T6" fmla="*/ 2147483647 w 431"/>
                <a:gd name="T7" fmla="*/ 2147483647 h 193"/>
                <a:gd name="T8" fmla="*/ 2147483647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40" name="Line 134">
              <a:extLst>
                <a:ext uri="{FF2B5EF4-FFF2-40B4-BE49-F238E27FC236}">
                  <a16:creationId xmlns:a16="http://schemas.microsoft.com/office/drawing/2014/main" id="{CF5B82D6-38A7-44DA-8E2D-A930A76D38CB}"/>
                </a:ext>
              </a:extLst>
            </p:cNvPr>
            <p:cNvSpPr>
              <a:spLocks noChangeShapeType="1"/>
            </p:cNvSpPr>
            <p:nvPr/>
          </p:nvSpPr>
          <p:spPr bwMode="auto">
            <a:xfrm>
              <a:off x="5212556" y="3486150"/>
              <a:ext cx="2238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41" name="Freeform 135">
              <a:extLst>
                <a:ext uri="{FF2B5EF4-FFF2-40B4-BE49-F238E27FC236}">
                  <a16:creationId xmlns:a16="http://schemas.microsoft.com/office/drawing/2014/main" id="{FEF7074D-3B39-412D-9A1D-FEB9EFF68F96}"/>
                </a:ext>
              </a:extLst>
            </p:cNvPr>
            <p:cNvSpPr>
              <a:spLocks/>
            </p:cNvSpPr>
            <p:nvPr/>
          </p:nvSpPr>
          <p:spPr bwMode="auto">
            <a:xfrm>
              <a:off x="5343525" y="3365898"/>
              <a:ext cx="434579" cy="330994"/>
            </a:xfrm>
            <a:custGeom>
              <a:avLst/>
              <a:gdLst>
                <a:gd name="T0" fmla="*/ 0 w 337"/>
                <a:gd name="T1" fmla="*/ 2147483647 h 278"/>
                <a:gd name="T2" fmla="*/ 0 w 337"/>
                <a:gd name="T3" fmla="*/ 2147483647 h 278"/>
                <a:gd name="T4" fmla="*/ 2147483647 w 337"/>
                <a:gd name="T5" fmla="*/ 2147483647 h 278"/>
                <a:gd name="T6" fmla="*/ 2147483647 w 337"/>
                <a:gd name="T7" fmla="*/ 2147483647 h 278"/>
                <a:gd name="T8" fmla="*/ 2147483647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nvGrpSpPr>
            <p:cNvPr id="63542" name="Group 136">
              <a:extLst>
                <a:ext uri="{FF2B5EF4-FFF2-40B4-BE49-F238E27FC236}">
                  <a16:creationId xmlns:a16="http://schemas.microsoft.com/office/drawing/2014/main" id="{33BF7996-2B93-4603-9B27-73E78B3B4866}"/>
                </a:ext>
              </a:extLst>
            </p:cNvPr>
            <p:cNvGrpSpPr>
              <a:grpSpLocks/>
            </p:cNvGrpSpPr>
            <p:nvPr/>
          </p:nvGrpSpPr>
          <p:grpSpPr bwMode="auto">
            <a:xfrm>
              <a:off x="4792662" y="3619500"/>
              <a:ext cx="2658269" cy="610791"/>
              <a:chOff x="3051" y="3040"/>
              <a:chExt cx="2061" cy="513"/>
            </a:xfrm>
          </p:grpSpPr>
          <p:grpSp>
            <p:nvGrpSpPr>
              <p:cNvPr id="63546" name="Group 137">
                <a:extLst>
                  <a:ext uri="{FF2B5EF4-FFF2-40B4-BE49-F238E27FC236}">
                    <a16:creationId xmlns:a16="http://schemas.microsoft.com/office/drawing/2014/main" id="{F858EC8D-2C09-4FAB-A4B4-D94F3D4FC20A}"/>
                  </a:ext>
                </a:extLst>
              </p:cNvPr>
              <p:cNvGrpSpPr>
                <a:grpSpLocks/>
              </p:cNvGrpSpPr>
              <p:nvPr/>
            </p:nvGrpSpPr>
            <p:grpSpPr bwMode="auto">
              <a:xfrm>
                <a:off x="3962" y="3040"/>
                <a:ext cx="228" cy="481"/>
                <a:chOff x="3962" y="3040"/>
                <a:chExt cx="228" cy="481"/>
              </a:xfrm>
            </p:grpSpPr>
            <p:sp>
              <p:nvSpPr>
                <p:cNvPr id="63572" name="Freeform 138">
                  <a:extLst>
                    <a:ext uri="{FF2B5EF4-FFF2-40B4-BE49-F238E27FC236}">
                      <a16:creationId xmlns:a16="http://schemas.microsoft.com/office/drawing/2014/main" id="{23D7B2CD-4774-4D38-B9FF-90988F10697A}"/>
                    </a:ext>
                  </a:extLst>
                </p:cNvPr>
                <p:cNvSpPr>
                  <a:spLocks/>
                </p:cNvSpPr>
                <p:nvPr/>
              </p:nvSpPr>
              <p:spPr bwMode="auto">
                <a:xfrm>
                  <a:off x="3977" y="3040"/>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73" name="Rectangle 139">
                  <a:extLst>
                    <a:ext uri="{FF2B5EF4-FFF2-40B4-BE49-F238E27FC236}">
                      <a16:creationId xmlns:a16="http://schemas.microsoft.com/office/drawing/2014/main" id="{DE9D588C-7E53-46B3-9052-ED517A913D73}"/>
                    </a:ext>
                  </a:extLst>
                </p:cNvPr>
                <p:cNvSpPr>
                  <a:spLocks noChangeArrowheads="1"/>
                </p:cNvSpPr>
                <p:nvPr/>
              </p:nvSpPr>
              <p:spPr bwMode="auto">
                <a:xfrm rot="5400000">
                  <a:off x="3863" y="3165"/>
                  <a:ext cx="42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ALU</a:t>
                  </a:r>
                </a:p>
              </p:txBody>
            </p:sp>
          </p:grpSp>
          <p:grpSp>
            <p:nvGrpSpPr>
              <p:cNvPr id="63547" name="Group 140">
                <a:extLst>
                  <a:ext uri="{FF2B5EF4-FFF2-40B4-BE49-F238E27FC236}">
                    <a16:creationId xmlns:a16="http://schemas.microsoft.com/office/drawing/2014/main" id="{EBCB07BD-D3E2-4313-BD68-0332A6D5E364}"/>
                  </a:ext>
                </a:extLst>
              </p:cNvPr>
              <p:cNvGrpSpPr>
                <a:grpSpLocks/>
              </p:cNvGrpSpPr>
              <p:nvPr/>
            </p:nvGrpSpPr>
            <p:grpSpPr bwMode="auto">
              <a:xfrm>
                <a:off x="3051" y="3136"/>
                <a:ext cx="340" cy="289"/>
                <a:chOff x="3051" y="3136"/>
                <a:chExt cx="340" cy="289"/>
              </a:xfrm>
            </p:grpSpPr>
            <p:sp>
              <p:nvSpPr>
                <p:cNvPr id="63568" name="Rectangle 141">
                  <a:extLst>
                    <a:ext uri="{FF2B5EF4-FFF2-40B4-BE49-F238E27FC236}">
                      <a16:creationId xmlns:a16="http://schemas.microsoft.com/office/drawing/2014/main" id="{CD4931B0-4935-464D-941E-16E2679696E1}"/>
                    </a:ext>
                  </a:extLst>
                </p:cNvPr>
                <p:cNvSpPr>
                  <a:spLocks noChangeArrowheads="1"/>
                </p:cNvSpPr>
                <p:nvPr/>
              </p:nvSpPr>
              <p:spPr bwMode="auto">
                <a:xfrm>
                  <a:off x="3058" y="3162"/>
                  <a:ext cx="30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Mem</a:t>
                  </a:r>
                </a:p>
              </p:txBody>
            </p:sp>
            <p:grpSp>
              <p:nvGrpSpPr>
                <p:cNvPr id="63569" name="Group 142">
                  <a:extLst>
                    <a:ext uri="{FF2B5EF4-FFF2-40B4-BE49-F238E27FC236}">
                      <a16:creationId xmlns:a16="http://schemas.microsoft.com/office/drawing/2014/main" id="{381A94E8-C686-411F-89D9-5D45DD3DB61B}"/>
                    </a:ext>
                  </a:extLst>
                </p:cNvPr>
                <p:cNvGrpSpPr>
                  <a:grpSpLocks/>
                </p:cNvGrpSpPr>
                <p:nvPr/>
              </p:nvGrpSpPr>
              <p:grpSpPr bwMode="auto">
                <a:xfrm>
                  <a:off x="3051" y="3136"/>
                  <a:ext cx="340" cy="289"/>
                  <a:chOff x="3051" y="3136"/>
                  <a:chExt cx="340" cy="289"/>
                </a:xfrm>
              </p:grpSpPr>
              <p:sp>
                <p:nvSpPr>
                  <p:cNvPr id="63570" name="Freeform 143">
                    <a:extLst>
                      <a:ext uri="{FF2B5EF4-FFF2-40B4-BE49-F238E27FC236}">
                        <a16:creationId xmlns:a16="http://schemas.microsoft.com/office/drawing/2014/main" id="{ADEC3E6F-2872-4A64-AE47-D7BAB97F5F90}"/>
                      </a:ext>
                    </a:extLst>
                  </p:cNvPr>
                  <p:cNvSpPr>
                    <a:spLocks/>
                  </p:cNvSpPr>
                  <p:nvPr/>
                </p:nvSpPr>
                <p:spPr bwMode="auto">
                  <a:xfrm>
                    <a:off x="3051" y="3136"/>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71" name="Freeform 144">
                    <a:extLst>
                      <a:ext uri="{FF2B5EF4-FFF2-40B4-BE49-F238E27FC236}">
                        <a16:creationId xmlns:a16="http://schemas.microsoft.com/office/drawing/2014/main" id="{56A6603A-513B-4DF3-8A0E-ADA1E22153A3}"/>
                      </a:ext>
                    </a:extLst>
                  </p:cNvPr>
                  <p:cNvSpPr>
                    <a:spLocks/>
                  </p:cNvSpPr>
                  <p:nvPr/>
                </p:nvSpPr>
                <p:spPr bwMode="auto">
                  <a:xfrm>
                    <a:off x="3220" y="3136"/>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grpSp>
          <p:sp>
            <p:nvSpPr>
              <p:cNvPr id="63548" name="Rectangle 145">
                <a:extLst>
                  <a:ext uri="{FF2B5EF4-FFF2-40B4-BE49-F238E27FC236}">
                    <a16:creationId xmlns:a16="http://schemas.microsoft.com/office/drawing/2014/main" id="{B7117543-30C8-4ED2-8998-E0A027D21693}"/>
                  </a:ext>
                </a:extLst>
              </p:cNvPr>
              <p:cNvSpPr>
                <a:spLocks noChangeArrowheads="1"/>
              </p:cNvSpPr>
              <p:nvPr/>
            </p:nvSpPr>
            <p:spPr bwMode="auto">
              <a:xfrm>
                <a:off x="3531" y="3154"/>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Reg</a:t>
                </a:r>
              </a:p>
            </p:txBody>
          </p:sp>
          <p:grpSp>
            <p:nvGrpSpPr>
              <p:cNvPr id="63549" name="Group 146">
                <a:extLst>
                  <a:ext uri="{FF2B5EF4-FFF2-40B4-BE49-F238E27FC236}">
                    <a16:creationId xmlns:a16="http://schemas.microsoft.com/office/drawing/2014/main" id="{217B4E91-18F6-4664-B8BC-EA11E4B078B6}"/>
                  </a:ext>
                </a:extLst>
              </p:cNvPr>
              <p:cNvGrpSpPr>
                <a:grpSpLocks/>
              </p:cNvGrpSpPr>
              <p:nvPr/>
            </p:nvGrpSpPr>
            <p:grpSpPr bwMode="auto">
              <a:xfrm>
                <a:off x="3511" y="3136"/>
                <a:ext cx="296" cy="289"/>
                <a:chOff x="3511" y="3136"/>
                <a:chExt cx="296" cy="289"/>
              </a:xfrm>
            </p:grpSpPr>
            <p:sp>
              <p:nvSpPr>
                <p:cNvPr id="63566" name="Freeform 147">
                  <a:extLst>
                    <a:ext uri="{FF2B5EF4-FFF2-40B4-BE49-F238E27FC236}">
                      <a16:creationId xmlns:a16="http://schemas.microsoft.com/office/drawing/2014/main" id="{8C438563-F982-4D71-9309-DF2E6DF06677}"/>
                    </a:ext>
                  </a:extLst>
                </p:cNvPr>
                <p:cNvSpPr>
                  <a:spLocks/>
                </p:cNvSpPr>
                <p:nvPr/>
              </p:nvSpPr>
              <p:spPr bwMode="auto">
                <a:xfrm>
                  <a:off x="3511" y="3136"/>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67" name="Freeform 148">
                  <a:extLst>
                    <a:ext uri="{FF2B5EF4-FFF2-40B4-BE49-F238E27FC236}">
                      <a16:creationId xmlns:a16="http://schemas.microsoft.com/office/drawing/2014/main" id="{D60B9A96-1A08-4B17-B011-32FDD10FF424}"/>
                    </a:ext>
                  </a:extLst>
                </p:cNvPr>
                <p:cNvSpPr>
                  <a:spLocks/>
                </p:cNvSpPr>
                <p:nvPr/>
              </p:nvSpPr>
              <p:spPr bwMode="auto">
                <a:xfrm>
                  <a:off x="3659" y="3136"/>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sp>
            <p:nvSpPr>
              <p:cNvPr id="63550" name="Line 149">
                <a:extLst>
                  <a:ext uri="{FF2B5EF4-FFF2-40B4-BE49-F238E27FC236}">
                    <a16:creationId xmlns:a16="http://schemas.microsoft.com/office/drawing/2014/main" id="{2AF045DC-560B-47B9-92BD-BF8ABF7902A9}"/>
                  </a:ext>
                </a:extLst>
              </p:cNvPr>
              <p:cNvSpPr>
                <a:spLocks noChangeShapeType="1"/>
              </p:cNvSpPr>
              <p:nvPr/>
            </p:nvSpPr>
            <p:spPr bwMode="auto">
              <a:xfrm>
                <a:off x="3388" y="3280"/>
                <a:ext cx="112"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51" name="Freeform 150">
                <a:extLst>
                  <a:ext uri="{FF2B5EF4-FFF2-40B4-BE49-F238E27FC236}">
                    <a16:creationId xmlns:a16="http://schemas.microsoft.com/office/drawing/2014/main" id="{310C1B4D-3BA3-4D56-9FD6-6DAC5CC1798B}"/>
                  </a:ext>
                </a:extLst>
              </p:cNvPr>
              <p:cNvSpPr>
                <a:spLocks/>
              </p:cNvSpPr>
              <p:nvPr/>
            </p:nvSpPr>
            <p:spPr bwMode="auto">
              <a:xfrm>
                <a:off x="3458" y="3184"/>
                <a:ext cx="48" cy="97"/>
              </a:xfrm>
              <a:custGeom>
                <a:avLst/>
                <a:gdLst>
                  <a:gd name="T0" fmla="*/ 0 w 48"/>
                  <a:gd name="T1" fmla="*/ 96 h 97"/>
                  <a:gd name="T2" fmla="*/ 0 w 48"/>
                  <a:gd name="T3" fmla="*/ 0 h 97"/>
                  <a:gd name="T4" fmla="*/ 47 w 48"/>
                  <a:gd name="T5" fmla="*/ 0 h 97"/>
                  <a:gd name="T6" fmla="*/ 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52" name="Line 151">
                <a:extLst>
                  <a:ext uri="{FF2B5EF4-FFF2-40B4-BE49-F238E27FC236}">
                    <a16:creationId xmlns:a16="http://schemas.microsoft.com/office/drawing/2014/main" id="{F45F7E9E-369F-4A79-960E-728865CD21D0}"/>
                  </a:ext>
                </a:extLst>
              </p:cNvPr>
              <p:cNvSpPr>
                <a:spLocks noChangeShapeType="1"/>
              </p:cNvSpPr>
              <p:nvPr/>
            </p:nvSpPr>
            <p:spPr bwMode="auto">
              <a:xfrm>
                <a:off x="3804" y="3184"/>
                <a:ext cx="17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53" name="Rectangle 152">
                <a:extLst>
                  <a:ext uri="{FF2B5EF4-FFF2-40B4-BE49-F238E27FC236}">
                    <a16:creationId xmlns:a16="http://schemas.microsoft.com/office/drawing/2014/main" id="{DE258D76-2843-436F-BA0C-1A9DCCE69D06}"/>
                  </a:ext>
                </a:extLst>
              </p:cNvPr>
              <p:cNvSpPr>
                <a:spLocks noChangeArrowheads="1"/>
              </p:cNvSpPr>
              <p:nvPr/>
            </p:nvSpPr>
            <p:spPr bwMode="auto">
              <a:xfrm>
                <a:off x="4353" y="3176"/>
                <a:ext cx="32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Mem</a:t>
                </a:r>
              </a:p>
            </p:txBody>
          </p:sp>
          <p:grpSp>
            <p:nvGrpSpPr>
              <p:cNvPr id="63554" name="Group 153">
                <a:extLst>
                  <a:ext uri="{FF2B5EF4-FFF2-40B4-BE49-F238E27FC236}">
                    <a16:creationId xmlns:a16="http://schemas.microsoft.com/office/drawing/2014/main" id="{53CF4937-8B37-40E1-B088-1B377BFDFD39}"/>
                  </a:ext>
                </a:extLst>
              </p:cNvPr>
              <p:cNvGrpSpPr>
                <a:grpSpLocks/>
              </p:cNvGrpSpPr>
              <p:nvPr/>
            </p:nvGrpSpPr>
            <p:grpSpPr bwMode="auto">
              <a:xfrm>
                <a:off x="4360" y="3136"/>
                <a:ext cx="325" cy="289"/>
                <a:chOff x="4360" y="3136"/>
                <a:chExt cx="325" cy="289"/>
              </a:xfrm>
            </p:grpSpPr>
            <p:sp>
              <p:nvSpPr>
                <p:cNvPr id="63564" name="Freeform 154">
                  <a:extLst>
                    <a:ext uri="{FF2B5EF4-FFF2-40B4-BE49-F238E27FC236}">
                      <a16:creationId xmlns:a16="http://schemas.microsoft.com/office/drawing/2014/main" id="{01ABDBF0-4A50-4BB8-B8BA-D74EF271ABF0}"/>
                    </a:ext>
                  </a:extLst>
                </p:cNvPr>
                <p:cNvSpPr>
                  <a:spLocks/>
                </p:cNvSpPr>
                <p:nvPr/>
              </p:nvSpPr>
              <p:spPr bwMode="auto">
                <a:xfrm>
                  <a:off x="4360" y="3136"/>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 name="T12" fmla="*/ 0 w 162"/>
                    <a:gd name="T13" fmla="*/ 0 h 289"/>
                    <a:gd name="T14" fmla="*/ 162 w 162"/>
                    <a:gd name="T15" fmla="*/ 289 h 289"/>
                  </a:gdLst>
                  <a:ahLst/>
                  <a:cxnLst>
                    <a:cxn ang="T8">
                      <a:pos x="T0" y="T1"/>
                    </a:cxn>
                    <a:cxn ang="T9">
                      <a:pos x="T2" y="T3"/>
                    </a:cxn>
                    <a:cxn ang="T10">
                      <a:pos x="T4" y="T5"/>
                    </a:cxn>
                    <a:cxn ang="T11">
                      <a:pos x="T6" y="T7"/>
                    </a:cxn>
                  </a:cxnLst>
                  <a:rect l="T12" t="T13" r="T14" b="T15"/>
                  <a:pathLst>
                    <a:path w="162" h="289">
                      <a:moveTo>
                        <a:pt x="161" y="0"/>
                      </a:moveTo>
                      <a:lnTo>
                        <a:pt x="0" y="0"/>
                      </a:lnTo>
                      <a:lnTo>
                        <a:pt x="0" y="288"/>
                      </a:lnTo>
                      <a:lnTo>
                        <a:pt x="16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65" name="Freeform 155">
                  <a:extLst>
                    <a:ext uri="{FF2B5EF4-FFF2-40B4-BE49-F238E27FC236}">
                      <a16:creationId xmlns:a16="http://schemas.microsoft.com/office/drawing/2014/main" id="{D3110A59-9077-42F1-9F69-A14E6F1F4844}"/>
                    </a:ext>
                  </a:extLst>
                </p:cNvPr>
                <p:cNvSpPr>
                  <a:spLocks/>
                </p:cNvSpPr>
                <p:nvPr/>
              </p:nvSpPr>
              <p:spPr bwMode="auto">
                <a:xfrm>
                  <a:off x="4521" y="3136"/>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 name="T12" fmla="*/ 0 w 164"/>
                    <a:gd name="T13" fmla="*/ 0 h 289"/>
                    <a:gd name="T14" fmla="*/ 164 w 164"/>
                    <a:gd name="T15" fmla="*/ 289 h 289"/>
                  </a:gdLst>
                  <a:ahLst/>
                  <a:cxnLst>
                    <a:cxn ang="T8">
                      <a:pos x="T0" y="T1"/>
                    </a:cxn>
                    <a:cxn ang="T9">
                      <a:pos x="T2" y="T3"/>
                    </a:cxn>
                    <a:cxn ang="T10">
                      <a:pos x="T4" y="T5"/>
                    </a:cxn>
                    <a:cxn ang="T11">
                      <a:pos x="T6" y="T7"/>
                    </a:cxn>
                  </a:cxnLst>
                  <a:rect l="T12" t="T13" r="T14" b="T15"/>
                  <a:pathLst>
                    <a:path w="164" h="289">
                      <a:moveTo>
                        <a:pt x="0" y="0"/>
                      </a:moveTo>
                      <a:lnTo>
                        <a:pt x="163" y="0"/>
                      </a:lnTo>
                      <a:lnTo>
                        <a:pt x="163"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sp>
            <p:nvSpPr>
              <p:cNvPr id="63555" name="Rectangle 156">
                <a:extLst>
                  <a:ext uri="{FF2B5EF4-FFF2-40B4-BE49-F238E27FC236}">
                    <a16:creationId xmlns:a16="http://schemas.microsoft.com/office/drawing/2014/main" id="{83668CB1-D329-45B8-97F5-C9202651BBDF}"/>
                  </a:ext>
                </a:extLst>
              </p:cNvPr>
              <p:cNvSpPr>
                <a:spLocks noChangeArrowheads="1"/>
              </p:cNvSpPr>
              <p:nvPr/>
            </p:nvSpPr>
            <p:spPr bwMode="auto">
              <a:xfrm>
                <a:off x="4840" y="3176"/>
                <a:ext cx="2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Reg</a:t>
                </a:r>
              </a:p>
            </p:txBody>
          </p:sp>
          <p:grpSp>
            <p:nvGrpSpPr>
              <p:cNvPr id="63556" name="Group 157">
                <a:extLst>
                  <a:ext uri="{FF2B5EF4-FFF2-40B4-BE49-F238E27FC236}">
                    <a16:creationId xmlns:a16="http://schemas.microsoft.com/office/drawing/2014/main" id="{5E1DFA3E-AC2D-4CA0-AE4C-A2CCE028BA50}"/>
                  </a:ext>
                </a:extLst>
              </p:cNvPr>
              <p:cNvGrpSpPr>
                <a:grpSpLocks/>
              </p:cNvGrpSpPr>
              <p:nvPr/>
            </p:nvGrpSpPr>
            <p:grpSpPr bwMode="auto">
              <a:xfrm>
                <a:off x="4828" y="3136"/>
                <a:ext cx="284" cy="289"/>
                <a:chOff x="4828" y="3136"/>
                <a:chExt cx="284" cy="289"/>
              </a:xfrm>
            </p:grpSpPr>
            <p:sp>
              <p:nvSpPr>
                <p:cNvPr id="63562" name="Freeform 158">
                  <a:extLst>
                    <a:ext uri="{FF2B5EF4-FFF2-40B4-BE49-F238E27FC236}">
                      <a16:creationId xmlns:a16="http://schemas.microsoft.com/office/drawing/2014/main" id="{906A5EB2-83AB-4DE6-94A1-3E2736519CEB}"/>
                    </a:ext>
                  </a:extLst>
                </p:cNvPr>
                <p:cNvSpPr>
                  <a:spLocks/>
                </p:cNvSpPr>
                <p:nvPr/>
              </p:nvSpPr>
              <p:spPr bwMode="auto">
                <a:xfrm>
                  <a:off x="4828" y="3136"/>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63" name="Freeform 159">
                  <a:extLst>
                    <a:ext uri="{FF2B5EF4-FFF2-40B4-BE49-F238E27FC236}">
                      <a16:creationId xmlns:a16="http://schemas.microsoft.com/office/drawing/2014/main" id="{C53F773F-1F9C-4EF4-BB7A-6014FA47BEDC}"/>
                    </a:ext>
                  </a:extLst>
                </p:cNvPr>
                <p:cNvSpPr>
                  <a:spLocks/>
                </p:cNvSpPr>
                <p:nvPr/>
              </p:nvSpPr>
              <p:spPr bwMode="auto">
                <a:xfrm>
                  <a:off x="4969" y="3136"/>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sp>
            <p:nvSpPr>
              <p:cNvPr id="63557" name="Line 160">
                <a:extLst>
                  <a:ext uri="{FF2B5EF4-FFF2-40B4-BE49-F238E27FC236}">
                    <a16:creationId xmlns:a16="http://schemas.microsoft.com/office/drawing/2014/main" id="{FA0DFBD3-F8C6-4016-A954-A383FC0533BA}"/>
                  </a:ext>
                </a:extLst>
              </p:cNvPr>
              <p:cNvSpPr>
                <a:spLocks noChangeShapeType="1"/>
              </p:cNvSpPr>
              <p:nvPr/>
            </p:nvSpPr>
            <p:spPr bwMode="auto">
              <a:xfrm>
                <a:off x="4673" y="3280"/>
                <a:ext cx="15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58" name="Line 161">
                <a:extLst>
                  <a:ext uri="{FF2B5EF4-FFF2-40B4-BE49-F238E27FC236}">
                    <a16:creationId xmlns:a16="http://schemas.microsoft.com/office/drawing/2014/main" id="{8EF31623-2C85-4069-9AEE-1E16A3D1A4AE}"/>
                  </a:ext>
                </a:extLst>
              </p:cNvPr>
              <p:cNvSpPr>
                <a:spLocks noChangeShapeType="1"/>
              </p:cNvSpPr>
              <p:nvPr/>
            </p:nvSpPr>
            <p:spPr bwMode="auto">
              <a:xfrm>
                <a:off x="4189" y="3280"/>
                <a:ext cx="171"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59" name="Freeform 162">
                <a:extLst>
                  <a:ext uri="{FF2B5EF4-FFF2-40B4-BE49-F238E27FC236}">
                    <a16:creationId xmlns:a16="http://schemas.microsoft.com/office/drawing/2014/main" id="{9507B321-27B7-4A33-B485-AB0DE632DE96}"/>
                  </a:ext>
                </a:extLst>
              </p:cNvPr>
              <p:cNvSpPr>
                <a:spLocks/>
              </p:cNvSpPr>
              <p:nvPr/>
            </p:nvSpPr>
            <p:spPr bwMode="auto">
              <a:xfrm>
                <a:off x="4318" y="3280"/>
                <a:ext cx="431" cy="193"/>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sp>
            <p:nvSpPr>
              <p:cNvPr id="63560" name="Line 163">
                <a:extLst>
                  <a:ext uri="{FF2B5EF4-FFF2-40B4-BE49-F238E27FC236}">
                    <a16:creationId xmlns:a16="http://schemas.microsoft.com/office/drawing/2014/main" id="{DA89639B-EB16-4E7C-A1CD-2318AA4B5907}"/>
                  </a:ext>
                </a:extLst>
              </p:cNvPr>
              <p:cNvSpPr>
                <a:spLocks noChangeShapeType="1"/>
              </p:cNvSpPr>
              <p:nvPr/>
            </p:nvSpPr>
            <p:spPr bwMode="auto">
              <a:xfrm>
                <a:off x="3804" y="3376"/>
                <a:ext cx="17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p>
            </p:txBody>
          </p:sp>
          <p:sp>
            <p:nvSpPr>
              <p:cNvPr id="63561" name="Freeform 164">
                <a:extLst>
                  <a:ext uri="{FF2B5EF4-FFF2-40B4-BE49-F238E27FC236}">
                    <a16:creationId xmlns:a16="http://schemas.microsoft.com/office/drawing/2014/main" id="{33B6E179-E241-475C-9AFA-C3458979644C}"/>
                  </a:ext>
                </a:extLst>
              </p:cNvPr>
              <p:cNvSpPr>
                <a:spLocks/>
              </p:cNvSpPr>
              <p:nvPr/>
            </p:nvSpPr>
            <p:spPr bwMode="auto">
              <a:xfrm>
                <a:off x="3905" y="3275"/>
                <a:ext cx="337" cy="278"/>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p>
            </p:txBody>
          </p:sp>
        </p:grpSp>
      </p:grpSp>
      <p:sp>
        <p:nvSpPr>
          <p:cNvPr id="63543" name="Rectangle 165">
            <a:extLst>
              <a:ext uri="{FF2B5EF4-FFF2-40B4-BE49-F238E27FC236}">
                <a16:creationId xmlns:a16="http://schemas.microsoft.com/office/drawing/2014/main" id="{263E5FDD-5454-41A4-9E32-F190B7EC99A0}"/>
              </a:ext>
            </a:extLst>
          </p:cNvPr>
          <p:cNvSpPr>
            <a:spLocks noChangeArrowheads="1"/>
          </p:cNvSpPr>
          <p:nvPr/>
        </p:nvSpPr>
        <p:spPr bwMode="auto">
          <a:xfrm>
            <a:off x="1555610" y="4230752"/>
            <a:ext cx="6262688" cy="3467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800" dirty="0">
                <a:ea typeface="新細明體" panose="02020500000000000000" pitchFamily="18" charset="-120"/>
              </a:rPr>
              <a:t>Use 2 memory: data memory and instruction memory</a:t>
            </a:r>
            <a:endParaRPr kumimoji="1" lang="en-US" altLang="zh-TW" sz="1350" b="0" dirty="0">
              <a:latin typeface="Arial" panose="020B0604020202020204" pitchFamily="34" charset="0"/>
              <a:ea typeface="新細明體" panose="02020500000000000000" pitchFamily="18" charset="-120"/>
            </a:endParaRPr>
          </a:p>
        </p:txBody>
      </p:sp>
      <p:sp>
        <p:nvSpPr>
          <p:cNvPr id="63544" name="Rectangle 166">
            <a:extLst>
              <a:ext uri="{FF2B5EF4-FFF2-40B4-BE49-F238E27FC236}">
                <a16:creationId xmlns:a16="http://schemas.microsoft.com/office/drawing/2014/main" id="{1705EE2A-3247-4A27-90FC-E12667D88FC8}"/>
              </a:ext>
            </a:extLst>
          </p:cNvPr>
          <p:cNvSpPr>
            <a:spLocks noGrp="1" noChangeArrowheads="1"/>
          </p:cNvSpPr>
          <p:nvPr>
            <p:ph type="title"/>
          </p:nvPr>
        </p:nvSpPr>
        <p:spPr/>
        <p:txBody>
          <a:bodyPr/>
          <a:lstStyle/>
          <a:p>
            <a:r>
              <a:rPr lang="en-US" altLang="zh-TW" dirty="0"/>
              <a:t>Structural Hazard </a:t>
            </a:r>
            <a:r>
              <a:rPr lang="en-US" altLang="zh-CN" dirty="0"/>
              <a:t>-</a:t>
            </a:r>
            <a:r>
              <a:rPr lang="en-US" altLang="zh-TW" dirty="0"/>
              <a:t> Single Memory (2)</a:t>
            </a:r>
          </a:p>
        </p:txBody>
      </p:sp>
      <p:sp>
        <p:nvSpPr>
          <p:cNvPr id="63545" name="投影片編號版面配置區 1">
            <a:extLst>
              <a:ext uri="{FF2B5EF4-FFF2-40B4-BE49-F238E27FC236}">
                <a16:creationId xmlns:a16="http://schemas.microsoft.com/office/drawing/2014/main" id="{9FAB2AC6-A2F6-4E04-A822-4EDF3AF24C3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08DAFE3F-9D6E-49A1-A892-2B67280FAC68}"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59</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Hazards (1)</a:t>
            </a:r>
          </a:p>
        </p:txBody>
      </p:sp>
      <p:sp>
        <p:nvSpPr>
          <p:cNvPr id="3" name="Content Placeholder 2"/>
          <p:cNvSpPr>
            <a:spLocks noGrp="1"/>
          </p:cNvSpPr>
          <p:nvPr>
            <p:ph idx="1"/>
          </p:nvPr>
        </p:nvSpPr>
        <p:spPr>
          <a:xfrm>
            <a:off x="973122" y="844153"/>
            <a:ext cx="7331979" cy="3671888"/>
          </a:xfrm>
        </p:spPr>
        <p:txBody>
          <a:bodyPr/>
          <a:lstStyle/>
          <a:p>
            <a:r>
              <a:rPr lang="en-US" dirty="0"/>
              <a:t>An instruction depends on completion of data access by a previous instruction</a:t>
            </a:r>
          </a:p>
          <a:p>
            <a:pPr marL="342900" lvl="1" indent="0">
              <a:buNone/>
            </a:pPr>
            <a:r>
              <a:rPr lang="fr-FR" dirty="0" err="1">
                <a:latin typeface="Courier New" panose="02070309020205020404" pitchFamily="49" charset="0"/>
                <a:cs typeface="Courier New" panose="02070309020205020404" pitchFamily="49" charset="0"/>
              </a:rPr>
              <a:t>add</a:t>
            </a:r>
            <a:r>
              <a:rPr lang="fr-FR" dirty="0">
                <a:latin typeface="Courier New" panose="02070309020205020404" pitchFamily="49" charset="0"/>
                <a:cs typeface="Courier New" panose="02070309020205020404" pitchFamily="49" charset="0"/>
              </a:rPr>
              <a:t> </a:t>
            </a:r>
            <a:r>
              <a:rPr lang="fr-FR" b="1" dirty="0">
                <a:solidFill>
                  <a:srgbClr val="FF0000"/>
                </a:solidFill>
                <a:latin typeface="Courier New" panose="02070309020205020404" pitchFamily="49" charset="0"/>
                <a:cs typeface="Courier New" panose="02070309020205020404" pitchFamily="49" charset="0"/>
              </a:rPr>
              <a:t>$s0</a:t>
            </a:r>
            <a:r>
              <a:rPr lang="fr-FR" dirty="0">
                <a:latin typeface="Courier New" panose="02070309020205020404" pitchFamily="49" charset="0"/>
                <a:cs typeface="Courier New" panose="02070309020205020404" pitchFamily="49" charset="0"/>
              </a:rPr>
              <a:t>, $t0, $t1 </a:t>
            </a:r>
            <a:br>
              <a:rPr lang="fr-FR" dirty="0">
                <a:latin typeface="Courier New" panose="02070309020205020404" pitchFamily="49" charset="0"/>
                <a:cs typeface="Courier New" panose="02070309020205020404" pitchFamily="49" charset="0"/>
              </a:rPr>
            </a:br>
            <a:r>
              <a:rPr lang="fr-FR" dirty="0" err="1">
                <a:latin typeface="Courier New" panose="02070309020205020404" pitchFamily="49" charset="0"/>
                <a:cs typeface="Courier New" panose="02070309020205020404" pitchFamily="49" charset="0"/>
              </a:rPr>
              <a:t>sub</a:t>
            </a:r>
            <a:r>
              <a:rPr lang="fr-FR" dirty="0">
                <a:latin typeface="Courier New" panose="02070309020205020404" pitchFamily="49" charset="0"/>
                <a:cs typeface="Courier New" panose="02070309020205020404" pitchFamily="49" charset="0"/>
              </a:rPr>
              <a:t> $t2, </a:t>
            </a:r>
            <a:r>
              <a:rPr lang="fr-FR" b="1" dirty="0">
                <a:solidFill>
                  <a:srgbClr val="FF0000"/>
                </a:solidFill>
                <a:latin typeface="Courier New" panose="02070309020205020404" pitchFamily="49" charset="0"/>
                <a:cs typeface="Courier New" panose="02070309020205020404" pitchFamily="49" charset="0"/>
              </a:rPr>
              <a:t>$s0</a:t>
            </a:r>
            <a:r>
              <a:rPr lang="fr-FR" dirty="0">
                <a:latin typeface="Courier New" panose="02070309020205020404" pitchFamily="49" charset="0"/>
                <a:cs typeface="Courier New" panose="02070309020205020404" pitchFamily="49" charset="0"/>
              </a:rPr>
              <a:t>, $t3</a:t>
            </a:r>
          </a:p>
          <a:p>
            <a:pPr lvl="0"/>
            <a:r>
              <a:rPr lang="en-US" dirty="0">
                <a:solidFill>
                  <a:srgbClr val="000000"/>
                </a:solidFill>
              </a:rPr>
              <a:t>We may need to insert a </a:t>
            </a:r>
            <a:r>
              <a:rPr lang="en-US" b="1" dirty="0">
                <a:solidFill>
                  <a:srgbClr val="FF0000"/>
                </a:solidFill>
              </a:rPr>
              <a:t>pipeline stall</a:t>
            </a:r>
            <a:r>
              <a:rPr lang="en-US" dirty="0">
                <a:solidFill>
                  <a:srgbClr val="FF0000"/>
                </a:solidFill>
              </a:rPr>
              <a:t> </a:t>
            </a:r>
            <a:r>
              <a:rPr lang="en-US" dirty="0">
                <a:solidFill>
                  <a:srgbClr val="000000"/>
                </a:solidFill>
              </a:rPr>
              <a:t>(or </a:t>
            </a:r>
            <a:r>
              <a:rPr lang="en-US" b="1" dirty="0">
                <a:solidFill>
                  <a:srgbClr val="FF0000"/>
                </a:solidFill>
              </a:rPr>
              <a:t>bubble</a:t>
            </a:r>
            <a:r>
              <a:rPr lang="en-US" dirty="0">
                <a:solidFill>
                  <a:srgbClr val="000000"/>
                </a:solidFill>
              </a:rPr>
              <a:t>)</a:t>
            </a:r>
          </a:p>
          <a:p>
            <a:pPr marL="342900" lvl="1" indent="0">
              <a:buNone/>
            </a:pPr>
            <a:endParaRPr lang="en-US" dirty="0">
              <a:latin typeface="Courier New" panose="02070309020205020404" pitchFamily="49" charset="0"/>
              <a:cs typeface="Courier New" panose="02070309020205020404" pitchFamily="49" charset="0"/>
            </a:endParaRPr>
          </a:p>
        </p:txBody>
      </p:sp>
      <p:sp>
        <p:nvSpPr>
          <p:cNvPr id="6" name="灯片编号占位符 5">
            <a:extLst>
              <a:ext uri="{FF2B5EF4-FFF2-40B4-BE49-F238E27FC236}">
                <a16:creationId xmlns:a16="http://schemas.microsoft.com/office/drawing/2014/main" id="{F7A3AD7B-8C0A-466C-A5F8-31DBB28D0373}"/>
              </a:ext>
            </a:extLst>
          </p:cNvPr>
          <p:cNvSpPr>
            <a:spLocks noGrp="1"/>
          </p:cNvSpPr>
          <p:nvPr>
            <p:ph type="sldNum" sz="quarter" idx="10"/>
          </p:nvPr>
        </p:nvSpPr>
        <p:spPr/>
        <p:txBody>
          <a:bodyPr/>
          <a:lstStyle/>
          <a:p>
            <a:fld id="{D9B6BDF2-6896-4B98-8776-C18582F63BA5}" type="slidenum">
              <a:rPr lang="zh-TW" altLang="en-US" smtClean="0"/>
              <a:pPr/>
              <a:t>60</a:t>
            </a:fld>
            <a:endParaRPr lang="zh-TW" altLang="en-US"/>
          </a:p>
        </p:txBody>
      </p:sp>
    </p:spTree>
    <p:extLst>
      <p:ext uri="{BB962C8B-B14F-4D97-AF65-F5344CB8AC3E}">
        <p14:creationId xmlns:p14="http://schemas.microsoft.com/office/powerpoint/2010/main" val="42188158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CD31CBFC-F408-4812-9914-C700EC84D44E}"/>
              </a:ext>
            </a:extLst>
          </p:cNvPr>
          <p:cNvSpPr>
            <a:spLocks noChangeArrowheads="1"/>
          </p:cNvSpPr>
          <p:nvPr/>
        </p:nvSpPr>
        <p:spPr bwMode="auto">
          <a:xfrm>
            <a:off x="1040607" y="234554"/>
            <a:ext cx="1750219" cy="35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539" name="Rectangle 4">
            <a:extLst>
              <a:ext uri="{FF2B5EF4-FFF2-40B4-BE49-F238E27FC236}">
                <a16:creationId xmlns:a16="http://schemas.microsoft.com/office/drawing/2014/main" id="{77F15BD6-B703-4A59-B956-955C84FBC554}"/>
              </a:ext>
            </a:extLst>
          </p:cNvPr>
          <p:cNvSpPr>
            <a:spLocks noGrp="1" noChangeArrowheads="1"/>
          </p:cNvSpPr>
          <p:nvPr>
            <p:ph type="title"/>
          </p:nvPr>
        </p:nvSpPr>
        <p:spPr>
          <a:noFill/>
        </p:spPr>
        <p:txBody>
          <a:bodyPr/>
          <a:lstStyle/>
          <a:p>
            <a:r>
              <a:rPr lang="en-US" altLang="zh-TW" dirty="0"/>
              <a:t>Data Hazards (2)</a:t>
            </a:r>
          </a:p>
        </p:txBody>
      </p:sp>
      <p:sp>
        <p:nvSpPr>
          <p:cNvPr id="65782" name="投影片編號版面配置區 1">
            <a:extLst>
              <a:ext uri="{FF2B5EF4-FFF2-40B4-BE49-F238E27FC236}">
                <a16:creationId xmlns:a16="http://schemas.microsoft.com/office/drawing/2014/main" id="{FB252F18-BBBB-4E4C-AC46-35CD0AEA1A9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77E8DE0B-13FB-493F-A71D-9B3D365EDC6A}" type="slidenum">
              <a:rPr lang="zh-TW" altLang="en-US" sz="1050" b="0">
                <a:latin typeface="Arial" panose="020B0604020202020204" pitchFamily="34" charset="0"/>
                <a:ea typeface="新細明體" panose="02020500000000000000" pitchFamily="18" charset="-120"/>
              </a:rPr>
              <a:pPr>
                <a:lnSpc>
                  <a:spcPct val="100000"/>
                </a:lnSpc>
                <a:spcBef>
                  <a:spcPct val="0"/>
                </a:spcBef>
                <a:buClrTx/>
                <a:buSzTx/>
                <a:buFontTx/>
                <a:buNone/>
              </a:pPr>
              <a:t>61</a:t>
            </a:fld>
            <a:endParaRPr lang="en-US" altLang="zh-TW" sz="1050" b="0">
              <a:latin typeface="Arial" panose="020B0604020202020204" pitchFamily="34" charset="0"/>
              <a:ea typeface="新細明體" panose="02020500000000000000" pitchFamily="18" charset="-120"/>
            </a:endParaRPr>
          </a:p>
        </p:txBody>
      </p:sp>
      <p:grpSp>
        <p:nvGrpSpPr>
          <p:cNvPr id="3" name="组合 2">
            <a:extLst>
              <a:ext uri="{FF2B5EF4-FFF2-40B4-BE49-F238E27FC236}">
                <a16:creationId xmlns:a16="http://schemas.microsoft.com/office/drawing/2014/main" id="{FC201652-B42F-4CC0-B634-289F17A672C8}"/>
              </a:ext>
            </a:extLst>
          </p:cNvPr>
          <p:cNvGrpSpPr/>
          <p:nvPr/>
        </p:nvGrpSpPr>
        <p:grpSpPr>
          <a:xfrm>
            <a:off x="1054508" y="881216"/>
            <a:ext cx="6369229" cy="3624416"/>
            <a:chOff x="990600" y="800100"/>
            <a:chExt cx="7074694" cy="3949304"/>
          </a:xfrm>
        </p:grpSpPr>
        <p:grpSp>
          <p:nvGrpSpPr>
            <p:cNvPr id="65540" name="Group 208">
              <a:extLst>
                <a:ext uri="{FF2B5EF4-FFF2-40B4-BE49-F238E27FC236}">
                  <a16:creationId xmlns:a16="http://schemas.microsoft.com/office/drawing/2014/main" id="{76A759FF-2BE3-4F34-AD2F-E341CC5BB824}"/>
                </a:ext>
              </a:extLst>
            </p:cNvPr>
            <p:cNvGrpSpPr>
              <a:grpSpLocks/>
            </p:cNvGrpSpPr>
            <p:nvPr/>
          </p:nvGrpSpPr>
          <p:grpSpPr bwMode="auto">
            <a:xfrm>
              <a:off x="990600" y="800100"/>
              <a:ext cx="7010400" cy="3814763"/>
              <a:chOff x="112" y="672"/>
              <a:chExt cx="5888" cy="3204"/>
            </a:xfrm>
          </p:grpSpPr>
          <p:sp>
            <p:nvSpPr>
              <p:cNvPr id="65783" name="Freeform 8">
                <a:extLst>
                  <a:ext uri="{FF2B5EF4-FFF2-40B4-BE49-F238E27FC236}">
                    <a16:creationId xmlns:a16="http://schemas.microsoft.com/office/drawing/2014/main" id="{6965181F-C11F-4663-A793-12AF7382E983}"/>
                  </a:ext>
                </a:extLst>
              </p:cNvPr>
              <p:cNvSpPr>
                <a:spLocks/>
              </p:cNvSpPr>
              <p:nvPr/>
            </p:nvSpPr>
            <p:spPr bwMode="auto">
              <a:xfrm>
                <a:off x="5223" y="3654"/>
                <a:ext cx="124" cy="222"/>
              </a:xfrm>
              <a:custGeom>
                <a:avLst/>
                <a:gdLst>
                  <a:gd name="T0" fmla="*/ 121 w 124"/>
                  <a:gd name="T1" fmla="*/ 222 h 222"/>
                  <a:gd name="T2" fmla="*/ 0 w 124"/>
                  <a:gd name="T3" fmla="*/ 222 h 222"/>
                  <a:gd name="T4" fmla="*/ 0 w 124"/>
                  <a:gd name="T5" fmla="*/ 0 h 222"/>
                  <a:gd name="T6" fmla="*/ 124 w 124"/>
                  <a:gd name="T7" fmla="*/ 0 h 222"/>
                  <a:gd name="T8" fmla="*/ 121 w 124"/>
                  <a:gd name="T9" fmla="*/ 222 h 222"/>
                  <a:gd name="T10" fmla="*/ 0 60000 65536"/>
                  <a:gd name="T11" fmla="*/ 0 60000 65536"/>
                  <a:gd name="T12" fmla="*/ 0 60000 65536"/>
                  <a:gd name="T13" fmla="*/ 0 60000 65536"/>
                  <a:gd name="T14" fmla="*/ 0 60000 65536"/>
                  <a:gd name="T15" fmla="*/ 0 w 124"/>
                  <a:gd name="T16" fmla="*/ 0 h 222"/>
                  <a:gd name="T17" fmla="*/ 124 w 124"/>
                  <a:gd name="T18" fmla="*/ 222 h 222"/>
                </a:gdLst>
                <a:ahLst/>
                <a:cxnLst>
                  <a:cxn ang="T10">
                    <a:pos x="T0" y="T1"/>
                  </a:cxn>
                  <a:cxn ang="T11">
                    <a:pos x="T2" y="T3"/>
                  </a:cxn>
                  <a:cxn ang="T12">
                    <a:pos x="T4" y="T5"/>
                  </a:cxn>
                  <a:cxn ang="T13">
                    <a:pos x="T6" y="T7"/>
                  </a:cxn>
                  <a:cxn ang="T14">
                    <a:pos x="T8" y="T9"/>
                  </a:cxn>
                </a:cxnLst>
                <a:rect l="T15" t="T16" r="T17" b="T18"/>
                <a:pathLst>
                  <a:path w="124" h="222">
                    <a:moveTo>
                      <a:pt x="121" y="222"/>
                    </a:moveTo>
                    <a:lnTo>
                      <a:pt x="0" y="222"/>
                    </a:lnTo>
                    <a:lnTo>
                      <a:pt x="0" y="0"/>
                    </a:lnTo>
                    <a:lnTo>
                      <a:pt x="124" y="0"/>
                    </a:lnTo>
                    <a:lnTo>
                      <a:pt x="121" y="22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784" name="Freeform 9">
                <a:extLst>
                  <a:ext uri="{FF2B5EF4-FFF2-40B4-BE49-F238E27FC236}">
                    <a16:creationId xmlns:a16="http://schemas.microsoft.com/office/drawing/2014/main" id="{26D30F7A-7333-4891-803E-56F7F02CD180}"/>
                  </a:ext>
                </a:extLst>
              </p:cNvPr>
              <p:cNvSpPr>
                <a:spLocks/>
              </p:cNvSpPr>
              <p:nvPr/>
            </p:nvSpPr>
            <p:spPr bwMode="auto">
              <a:xfrm>
                <a:off x="5223" y="3654"/>
                <a:ext cx="124" cy="222"/>
              </a:xfrm>
              <a:custGeom>
                <a:avLst/>
                <a:gdLst>
                  <a:gd name="T0" fmla="*/ 121 w 124"/>
                  <a:gd name="T1" fmla="*/ 222 h 222"/>
                  <a:gd name="T2" fmla="*/ 0 w 124"/>
                  <a:gd name="T3" fmla="*/ 222 h 222"/>
                  <a:gd name="T4" fmla="*/ 0 w 124"/>
                  <a:gd name="T5" fmla="*/ 0 h 222"/>
                  <a:gd name="T6" fmla="*/ 124 w 124"/>
                  <a:gd name="T7" fmla="*/ 0 h 222"/>
                  <a:gd name="T8" fmla="*/ 0 60000 65536"/>
                  <a:gd name="T9" fmla="*/ 0 60000 65536"/>
                  <a:gd name="T10" fmla="*/ 0 60000 65536"/>
                  <a:gd name="T11" fmla="*/ 0 60000 65536"/>
                  <a:gd name="T12" fmla="*/ 0 w 124"/>
                  <a:gd name="T13" fmla="*/ 0 h 222"/>
                  <a:gd name="T14" fmla="*/ 124 w 124"/>
                  <a:gd name="T15" fmla="*/ 222 h 222"/>
                </a:gdLst>
                <a:ahLst/>
                <a:cxnLst>
                  <a:cxn ang="T8">
                    <a:pos x="T0" y="T1"/>
                  </a:cxn>
                  <a:cxn ang="T9">
                    <a:pos x="T2" y="T3"/>
                  </a:cxn>
                  <a:cxn ang="T10">
                    <a:pos x="T4" y="T5"/>
                  </a:cxn>
                  <a:cxn ang="T11">
                    <a:pos x="T6" y="T7"/>
                  </a:cxn>
                </a:cxnLst>
                <a:rect l="T12" t="T13" r="T14" b="T15"/>
                <a:pathLst>
                  <a:path w="124" h="222">
                    <a:moveTo>
                      <a:pt x="121" y="222"/>
                    </a:moveTo>
                    <a:lnTo>
                      <a:pt x="0" y="222"/>
                    </a:lnTo>
                    <a:lnTo>
                      <a:pt x="0" y="0"/>
                    </a:lnTo>
                    <a:lnTo>
                      <a:pt x="124"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785" name="Freeform 10">
                <a:extLst>
                  <a:ext uri="{FF2B5EF4-FFF2-40B4-BE49-F238E27FC236}">
                    <a16:creationId xmlns:a16="http://schemas.microsoft.com/office/drawing/2014/main" id="{498E0900-1405-4EBB-8AA9-0E9EA4C2BB12}"/>
                  </a:ext>
                </a:extLst>
              </p:cNvPr>
              <p:cNvSpPr>
                <a:spLocks/>
              </p:cNvSpPr>
              <p:nvPr/>
            </p:nvSpPr>
            <p:spPr bwMode="auto">
              <a:xfrm>
                <a:off x="5344" y="3654"/>
                <a:ext cx="125" cy="222"/>
              </a:xfrm>
              <a:custGeom>
                <a:avLst/>
                <a:gdLst>
                  <a:gd name="T0" fmla="*/ 0 w 125"/>
                  <a:gd name="T1" fmla="*/ 0 h 222"/>
                  <a:gd name="T2" fmla="*/ 125 w 125"/>
                  <a:gd name="T3" fmla="*/ 0 h 222"/>
                  <a:gd name="T4" fmla="*/ 125 w 125"/>
                  <a:gd name="T5" fmla="*/ 222 h 222"/>
                  <a:gd name="T6" fmla="*/ 3 w 125"/>
                  <a:gd name="T7" fmla="*/ 222 h 222"/>
                  <a:gd name="T8" fmla="*/ 0 60000 65536"/>
                  <a:gd name="T9" fmla="*/ 0 60000 65536"/>
                  <a:gd name="T10" fmla="*/ 0 60000 65536"/>
                  <a:gd name="T11" fmla="*/ 0 60000 65536"/>
                  <a:gd name="T12" fmla="*/ 0 w 125"/>
                  <a:gd name="T13" fmla="*/ 0 h 222"/>
                  <a:gd name="T14" fmla="*/ 125 w 125"/>
                  <a:gd name="T15" fmla="*/ 222 h 222"/>
                </a:gdLst>
                <a:ahLst/>
                <a:cxnLst>
                  <a:cxn ang="T8">
                    <a:pos x="T0" y="T1"/>
                  </a:cxn>
                  <a:cxn ang="T9">
                    <a:pos x="T2" y="T3"/>
                  </a:cxn>
                  <a:cxn ang="T10">
                    <a:pos x="T4" y="T5"/>
                  </a:cxn>
                  <a:cxn ang="T11">
                    <a:pos x="T6" y="T7"/>
                  </a:cxn>
                </a:cxnLst>
                <a:rect l="T12" t="T13" r="T14" b="T15"/>
                <a:pathLst>
                  <a:path w="125" h="222">
                    <a:moveTo>
                      <a:pt x="0" y="0"/>
                    </a:moveTo>
                    <a:lnTo>
                      <a:pt x="125" y="0"/>
                    </a:lnTo>
                    <a:lnTo>
                      <a:pt x="125" y="222"/>
                    </a:lnTo>
                    <a:lnTo>
                      <a:pt x="3" y="222"/>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786" name="Line 11">
                <a:extLst>
                  <a:ext uri="{FF2B5EF4-FFF2-40B4-BE49-F238E27FC236}">
                    <a16:creationId xmlns:a16="http://schemas.microsoft.com/office/drawing/2014/main" id="{8546628C-E891-48A4-8481-DA9951BFF93C}"/>
                  </a:ext>
                </a:extLst>
              </p:cNvPr>
              <p:cNvSpPr>
                <a:spLocks noChangeShapeType="1"/>
              </p:cNvSpPr>
              <p:nvPr/>
            </p:nvSpPr>
            <p:spPr bwMode="auto">
              <a:xfrm>
                <a:off x="4301" y="3710"/>
                <a:ext cx="125" cy="1"/>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87" name="Line 12">
                <a:extLst>
                  <a:ext uri="{FF2B5EF4-FFF2-40B4-BE49-F238E27FC236}">
                    <a16:creationId xmlns:a16="http://schemas.microsoft.com/office/drawing/2014/main" id="{240B45B4-212F-4EF7-9D96-31C61BBAF9F0}"/>
                  </a:ext>
                </a:extLst>
              </p:cNvPr>
              <p:cNvSpPr>
                <a:spLocks noChangeShapeType="1"/>
              </p:cNvSpPr>
              <p:nvPr/>
            </p:nvSpPr>
            <p:spPr bwMode="auto">
              <a:xfrm>
                <a:off x="3717" y="3209"/>
                <a:ext cx="122" cy="1"/>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88" name="Line 13">
                <a:extLst>
                  <a:ext uri="{FF2B5EF4-FFF2-40B4-BE49-F238E27FC236}">
                    <a16:creationId xmlns:a16="http://schemas.microsoft.com/office/drawing/2014/main" id="{B8ED3108-3342-4E90-B18D-02A7BADF06B3}"/>
                  </a:ext>
                </a:extLst>
              </p:cNvPr>
              <p:cNvSpPr>
                <a:spLocks noChangeShapeType="1"/>
              </p:cNvSpPr>
              <p:nvPr/>
            </p:nvSpPr>
            <p:spPr bwMode="auto">
              <a:xfrm>
                <a:off x="3717" y="3319"/>
                <a:ext cx="122" cy="3"/>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89" name="Freeform 14">
                <a:extLst>
                  <a:ext uri="{FF2B5EF4-FFF2-40B4-BE49-F238E27FC236}">
                    <a16:creationId xmlns:a16="http://schemas.microsoft.com/office/drawing/2014/main" id="{CF8292EC-EF39-48AD-9D4D-DA734279719E}"/>
                  </a:ext>
                </a:extLst>
              </p:cNvPr>
              <p:cNvSpPr>
                <a:spLocks/>
              </p:cNvSpPr>
              <p:nvPr/>
            </p:nvSpPr>
            <p:spPr bwMode="auto">
              <a:xfrm>
                <a:off x="4760" y="3153"/>
                <a:ext cx="125" cy="223"/>
              </a:xfrm>
              <a:custGeom>
                <a:avLst/>
                <a:gdLst>
                  <a:gd name="T0" fmla="*/ 0 w 125"/>
                  <a:gd name="T1" fmla="*/ 223 h 223"/>
                  <a:gd name="T2" fmla="*/ 125 w 125"/>
                  <a:gd name="T3" fmla="*/ 223 h 223"/>
                  <a:gd name="T4" fmla="*/ 125 w 125"/>
                  <a:gd name="T5" fmla="*/ 0 h 223"/>
                  <a:gd name="T6" fmla="*/ 4 w 125"/>
                  <a:gd name="T7" fmla="*/ 0 h 223"/>
                  <a:gd name="T8" fmla="*/ 0 60000 65536"/>
                  <a:gd name="T9" fmla="*/ 0 60000 65536"/>
                  <a:gd name="T10" fmla="*/ 0 60000 65536"/>
                  <a:gd name="T11" fmla="*/ 0 60000 65536"/>
                  <a:gd name="T12" fmla="*/ 0 w 125"/>
                  <a:gd name="T13" fmla="*/ 0 h 223"/>
                  <a:gd name="T14" fmla="*/ 125 w 125"/>
                  <a:gd name="T15" fmla="*/ 223 h 223"/>
                </a:gdLst>
                <a:ahLst/>
                <a:cxnLst>
                  <a:cxn ang="T8">
                    <a:pos x="T0" y="T1"/>
                  </a:cxn>
                  <a:cxn ang="T9">
                    <a:pos x="T2" y="T3"/>
                  </a:cxn>
                  <a:cxn ang="T10">
                    <a:pos x="T4" y="T5"/>
                  </a:cxn>
                  <a:cxn ang="T11">
                    <a:pos x="T6" y="T7"/>
                  </a:cxn>
                </a:cxnLst>
                <a:rect l="T12" t="T13" r="T14" b="T15"/>
                <a:pathLst>
                  <a:path w="125" h="223">
                    <a:moveTo>
                      <a:pt x="0" y="223"/>
                    </a:moveTo>
                    <a:lnTo>
                      <a:pt x="125" y="223"/>
                    </a:lnTo>
                    <a:lnTo>
                      <a:pt x="125" y="0"/>
                    </a:lnTo>
                    <a:lnTo>
                      <a:pt x="4"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790" name="Freeform 15">
                <a:extLst>
                  <a:ext uri="{FF2B5EF4-FFF2-40B4-BE49-F238E27FC236}">
                    <a16:creationId xmlns:a16="http://schemas.microsoft.com/office/drawing/2014/main" id="{96AB6DD1-331A-4E68-A62F-832A2ED312F2}"/>
                  </a:ext>
                </a:extLst>
              </p:cNvPr>
              <p:cNvSpPr>
                <a:spLocks/>
              </p:cNvSpPr>
              <p:nvPr/>
            </p:nvSpPr>
            <p:spPr bwMode="auto">
              <a:xfrm>
                <a:off x="4639" y="3153"/>
                <a:ext cx="125" cy="223"/>
              </a:xfrm>
              <a:custGeom>
                <a:avLst/>
                <a:gdLst>
                  <a:gd name="T0" fmla="*/ 121 w 125"/>
                  <a:gd name="T1" fmla="*/ 0 h 223"/>
                  <a:gd name="T2" fmla="*/ 0 w 125"/>
                  <a:gd name="T3" fmla="*/ 0 h 223"/>
                  <a:gd name="T4" fmla="*/ 0 w 125"/>
                  <a:gd name="T5" fmla="*/ 223 h 223"/>
                  <a:gd name="T6" fmla="*/ 125 w 125"/>
                  <a:gd name="T7" fmla="*/ 223 h 223"/>
                  <a:gd name="T8" fmla="*/ 0 60000 65536"/>
                  <a:gd name="T9" fmla="*/ 0 60000 65536"/>
                  <a:gd name="T10" fmla="*/ 0 60000 65536"/>
                  <a:gd name="T11" fmla="*/ 0 60000 65536"/>
                  <a:gd name="T12" fmla="*/ 0 w 125"/>
                  <a:gd name="T13" fmla="*/ 0 h 223"/>
                  <a:gd name="T14" fmla="*/ 125 w 125"/>
                  <a:gd name="T15" fmla="*/ 223 h 223"/>
                </a:gdLst>
                <a:ahLst/>
                <a:cxnLst>
                  <a:cxn ang="T8">
                    <a:pos x="T0" y="T1"/>
                  </a:cxn>
                  <a:cxn ang="T9">
                    <a:pos x="T2" y="T3"/>
                  </a:cxn>
                  <a:cxn ang="T10">
                    <a:pos x="T4" y="T5"/>
                  </a:cxn>
                  <a:cxn ang="T11">
                    <a:pos x="T6" y="T7"/>
                  </a:cxn>
                </a:cxnLst>
                <a:rect l="T12" t="T13" r="T14" b="T15"/>
                <a:pathLst>
                  <a:path w="125" h="223">
                    <a:moveTo>
                      <a:pt x="121" y="0"/>
                    </a:moveTo>
                    <a:lnTo>
                      <a:pt x="0" y="0"/>
                    </a:lnTo>
                    <a:lnTo>
                      <a:pt x="0" y="223"/>
                    </a:lnTo>
                    <a:lnTo>
                      <a:pt x="125" y="223"/>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791" name="Line 16">
                <a:extLst>
                  <a:ext uri="{FF2B5EF4-FFF2-40B4-BE49-F238E27FC236}">
                    <a16:creationId xmlns:a16="http://schemas.microsoft.com/office/drawing/2014/main" id="{DFA38ED8-3B06-4EB4-AD33-88C5C9E321CB}"/>
                  </a:ext>
                </a:extLst>
              </p:cNvPr>
              <p:cNvSpPr>
                <a:spLocks noChangeShapeType="1"/>
              </p:cNvSpPr>
              <p:nvPr/>
            </p:nvSpPr>
            <p:spPr bwMode="auto">
              <a:xfrm>
                <a:off x="3130" y="2821"/>
                <a:ext cx="125" cy="1"/>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92" name="Line 17">
                <a:extLst>
                  <a:ext uri="{FF2B5EF4-FFF2-40B4-BE49-F238E27FC236}">
                    <a16:creationId xmlns:a16="http://schemas.microsoft.com/office/drawing/2014/main" id="{B14A7A97-4858-4D68-829D-9B6C82356D8A}"/>
                  </a:ext>
                </a:extLst>
              </p:cNvPr>
              <p:cNvSpPr>
                <a:spLocks noChangeShapeType="1"/>
              </p:cNvSpPr>
              <p:nvPr/>
            </p:nvSpPr>
            <p:spPr bwMode="auto">
              <a:xfrm>
                <a:off x="3130" y="2709"/>
                <a:ext cx="37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93" name="Line 18">
                <a:extLst>
                  <a:ext uri="{FF2B5EF4-FFF2-40B4-BE49-F238E27FC236}">
                    <a16:creationId xmlns:a16="http://schemas.microsoft.com/office/drawing/2014/main" id="{4B0A8FDE-D0E0-439C-AEF0-86E32C872B8C}"/>
                  </a:ext>
                </a:extLst>
              </p:cNvPr>
              <p:cNvSpPr>
                <a:spLocks noChangeShapeType="1"/>
              </p:cNvSpPr>
              <p:nvPr/>
            </p:nvSpPr>
            <p:spPr bwMode="auto">
              <a:xfrm>
                <a:off x="2546" y="2320"/>
                <a:ext cx="37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94" name="Line 19">
                <a:extLst>
                  <a:ext uri="{FF2B5EF4-FFF2-40B4-BE49-F238E27FC236}">
                    <a16:creationId xmlns:a16="http://schemas.microsoft.com/office/drawing/2014/main" id="{316C45FB-4F02-4D55-91DF-7E61B328B39B}"/>
                  </a:ext>
                </a:extLst>
              </p:cNvPr>
              <p:cNvSpPr>
                <a:spLocks noChangeShapeType="1"/>
              </p:cNvSpPr>
              <p:nvPr/>
            </p:nvSpPr>
            <p:spPr bwMode="auto">
              <a:xfrm>
                <a:off x="2546" y="2208"/>
                <a:ext cx="125" cy="2"/>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95" name="Line 20">
                <a:extLst>
                  <a:ext uri="{FF2B5EF4-FFF2-40B4-BE49-F238E27FC236}">
                    <a16:creationId xmlns:a16="http://schemas.microsoft.com/office/drawing/2014/main" id="{F1486FBA-F98B-4260-B309-5B2670DFEED8}"/>
                  </a:ext>
                </a:extLst>
              </p:cNvPr>
              <p:cNvSpPr>
                <a:spLocks noChangeShapeType="1"/>
              </p:cNvSpPr>
              <p:nvPr/>
            </p:nvSpPr>
            <p:spPr bwMode="auto">
              <a:xfrm>
                <a:off x="3346" y="1763"/>
                <a:ext cx="125" cy="3"/>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96" name="Rectangle 21">
                <a:extLst>
                  <a:ext uri="{FF2B5EF4-FFF2-40B4-BE49-F238E27FC236}">
                    <a16:creationId xmlns:a16="http://schemas.microsoft.com/office/drawing/2014/main" id="{CE3FBF09-C896-4C7E-AC1C-D6E972EE7674}"/>
                  </a:ext>
                </a:extLst>
              </p:cNvPr>
              <p:cNvSpPr>
                <a:spLocks noChangeArrowheads="1"/>
              </p:cNvSpPr>
              <p:nvPr/>
            </p:nvSpPr>
            <p:spPr bwMode="auto">
              <a:xfrm>
                <a:off x="3471" y="1653"/>
                <a:ext cx="122" cy="222"/>
              </a:xfrm>
              <a:prstGeom prst="rect">
                <a:avLst/>
              </a:prstGeom>
              <a:solidFill>
                <a:srgbClr val="FBE2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797" name="Rectangle 22">
                <a:extLst>
                  <a:ext uri="{FF2B5EF4-FFF2-40B4-BE49-F238E27FC236}">
                    <a16:creationId xmlns:a16="http://schemas.microsoft.com/office/drawing/2014/main" id="{F7E57E2E-64B6-4F03-88A3-DA984EC8D427}"/>
                  </a:ext>
                </a:extLst>
              </p:cNvPr>
              <p:cNvSpPr>
                <a:spLocks noChangeArrowheads="1"/>
              </p:cNvSpPr>
              <p:nvPr/>
            </p:nvSpPr>
            <p:spPr bwMode="auto">
              <a:xfrm>
                <a:off x="3471" y="1653"/>
                <a:ext cx="122" cy="222"/>
              </a:xfrm>
              <a:prstGeom prst="rect">
                <a:avLst/>
              </a:prstGeom>
              <a:noFill/>
              <a:ln w="15875">
                <a:solidFill>
                  <a:srgbClr val="EB75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798" name="Line 23">
                <a:extLst>
                  <a:ext uri="{FF2B5EF4-FFF2-40B4-BE49-F238E27FC236}">
                    <a16:creationId xmlns:a16="http://schemas.microsoft.com/office/drawing/2014/main" id="{A8320754-913F-4BF9-8E71-DD936519C563}"/>
                  </a:ext>
                </a:extLst>
              </p:cNvPr>
              <p:cNvSpPr>
                <a:spLocks noChangeShapeType="1"/>
              </p:cNvSpPr>
              <p:nvPr/>
            </p:nvSpPr>
            <p:spPr bwMode="auto">
              <a:xfrm flipV="1">
                <a:off x="3717" y="1650"/>
                <a:ext cx="1" cy="22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99" name="Line 24">
                <a:extLst>
                  <a:ext uri="{FF2B5EF4-FFF2-40B4-BE49-F238E27FC236}">
                    <a16:creationId xmlns:a16="http://schemas.microsoft.com/office/drawing/2014/main" id="{815671D1-E395-4000-9CF9-43E883189ADC}"/>
                  </a:ext>
                </a:extLst>
              </p:cNvPr>
              <p:cNvSpPr>
                <a:spLocks noChangeShapeType="1"/>
              </p:cNvSpPr>
              <p:nvPr/>
            </p:nvSpPr>
            <p:spPr bwMode="auto">
              <a:xfrm flipH="1">
                <a:off x="3593" y="1653"/>
                <a:ext cx="124"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00" name="Line 25">
                <a:extLst>
                  <a:ext uri="{FF2B5EF4-FFF2-40B4-BE49-F238E27FC236}">
                    <a16:creationId xmlns:a16="http://schemas.microsoft.com/office/drawing/2014/main" id="{B1E21820-C6A5-476A-BAC8-95DD2C68A74B}"/>
                  </a:ext>
                </a:extLst>
              </p:cNvPr>
              <p:cNvSpPr>
                <a:spLocks noChangeShapeType="1"/>
              </p:cNvSpPr>
              <p:nvPr/>
            </p:nvSpPr>
            <p:spPr bwMode="auto">
              <a:xfrm flipH="1">
                <a:off x="3593" y="1875"/>
                <a:ext cx="124"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01" name="Rectangle 26">
                <a:extLst>
                  <a:ext uri="{FF2B5EF4-FFF2-40B4-BE49-F238E27FC236}">
                    <a16:creationId xmlns:a16="http://schemas.microsoft.com/office/drawing/2014/main" id="{5B60B200-C373-4A7C-95D3-0086F9691E72}"/>
                  </a:ext>
                </a:extLst>
              </p:cNvPr>
              <p:cNvSpPr>
                <a:spLocks noChangeArrowheads="1"/>
              </p:cNvSpPr>
              <p:nvPr/>
            </p:nvSpPr>
            <p:spPr bwMode="auto">
              <a:xfrm>
                <a:off x="1841" y="1653"/>
                <a:ext cx="125" cy="222"/>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802" name="Rectangle 27">
                <a:extLst>
                  <a:ext uri="{FF2B5EF4-FFF2-40B4-BE49-F238E27FC236}">
                    <a16:creationId xmlns:a16="http://schemas.microsoft.com/office/drawing/2014/main" id="{A8962A6D-8370-41F3-B3B4-924F3D562095}"/>
                  </a:ext>
                </a:extLst>
              </p:cNvPr>
              <p:cNvSpPr>
                <a:spLocks noChangeArrowheads="1"/>
              </p:cNvSpPr>
              <p:nvPr/>
            </p:nvSpPr>
            <p:spPr bwMode="auto">
              <a:xfrm>
                <a:off x="1841" y="1653"/>
                <a:ext cx="125" cy="222"/>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803" name="Line 28">
                <a:extLst>
                  <a:ext uri="{FF2B5EF4-FFF2-40B4-BE49-F238E27FC236}">
                    <a16:creationId xmlns:a16="http://schemas.microsoft.com/office/drawing/2014/main" id="{3AACE47F-677F-4844-A053-CB7DF904413E}"/>
                  </a:ext>
                </a:extLst>
              </p:cNvPr>
              <p:cNvSpPr>
                <a:spLocks noChangeShapeType="1"/>
              </p:cNvSpPr>
              <p:nvPr/>
            </p:nvSpPr>
            <p:spPr bwMode="auto">
              <a:xfrm flipV="1">
                <a:off x="1716" y="1650"/>
                <a:ext cx="4" cy="22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04" name="Line 29">
                <a:extLst>
                  <a:ext uri="{FF2B5EF4-FFF2-40B4-BE49-F238E27FC236}">
                    <a16:creationId xmlns:a16="http://schemas.microsoft.com/office/drawing/2014/main" id="{CFFE9096-A53D-4ED3-901E-90223E515449}"/>
                  </a:ext>
                </a:extLst>
              </p:cNvPr>
              <p:cNvSpPr>
                <a:spLocks noChangeShapeType="1"/>
              </p:cNvSpPr>
              <p:nvPr/>
            </p:nvSpPr>
            <p:spPr bwMode="auto">
              <a:xfrm>
                <a:off x="1716" y="1653"/>
                <a:ext cx="13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05" name="Line 30">
                <a:extLst>
                  <a:ext uri="{FF2B5EF4-FFF2-40B4-BE49-F238E27FC236}">
                    <a16:creationId xmlns:a16="http://schemas.microsoft.com/office/drawing/2014/main" id="{69B7BF98-98FA-4639-9061-32A9F1E38634}"/>
                  </a:ext>
                </a:extLst>
              </p:cNvPr>
              <p:cNvSpPr>
                <a:spLocks noChangeShapeType="1"/>
              </p:cNvSpPr>
              <p:nvPr/>
            </p:nvSpPr>
            <p:spPr bwMode="auto">
              <a:xfrm>
                <a:off x="1716" y="1875"/>
                <a:ext cx="13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06" name="Rectangle 31">
                <a:extLst>
                  <a:ext uri="{FF2B5EF4-FFF2-40B4-BE49-F238E27FC236}">
                    <a16:creationId xmlns:a16="http://schemas.microsoft.com/office/drawing/2014/main" id="{75BE8DAC-4953-4A49-A93F-F6F3089F8168}"/>
                  </a:ext>
                </a:extLst>
              </p:cNvPr>
              <p:cNvSpPr>
                <a:spLocks noChangeArrowheads="1"/>
              </p:cNvSpPr>
              <p:nvPr/>
            </p:nvSpPr>
            <p:spPr bwMode="auto">
              <a:xfrm>
                <a:off x="1257" y="1653"/>
                <a:ext cx="121" cy="222"/>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807" name="Rectangle 32">
                <a:extLst>
                  <a:ext uri="{FF2B5EF4-FFF2-40B4-BE49-F238E27FC236}">
                    <a16:creationId xmlns:a16="http://schemas.microsoft.com/office/drawing/2014/main" id="{2481DF87-9569-4840-BEEE-2C38BC04DF68}"/>
                  </a:ext>
                </a:extLst>
              </p:cNvPr>
              <p:cNvSpPr>
                <a:spLocks noChangeArrowheads="1"/>
              </p:cNvSpPr>
              <p:nvPr/>
            </p:nvSpPr>
            <p:spPr bwMode="auto">
              <a:xfrm>
                <a:off x="1257" y="1653"/>
                <a:ext cx="121" cy="222"/>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808" name="Rectangle 33">
                <a:extLst>
                  <a:ext uri="{FF2B5EF4-FFF2-40B4-BE49-F238E27FC236}">
                    <a16:creationId xmlns:a16="http://schemas.microsoft.com/office/drawing/2014/main" id="{CD081C6D-17C9-4495-8C4A-8DE4178BDC86}"/>
                  </a:ext>
                </a:extLst>
              </p:cNvPr>
              <p:cNvSpPr>
                <a:spLocks noChangeArrowheads="1"/>
              </p:cNvSpPr>
              <p:nvPr/>
            </p:nvSpPr>
            <p:spPr bwMode="auto">
              <a:xfrm>
                <a:off x="1132" y="1653"/>
                <a:ext cx="125" cy="222"/>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809" name="Rectangle 34">
                <a:extLst>
                  <a:ext uri="{FF2B5EF4-FFF2-40B4-BE49-F238E27FC236}">
                    <a16:creationId xmlns:a16="http://schemas.microsoft.com/office/drawing/2014/main" id="{4BF67AF4-9D78-48CB-8D75-2A025BEE4902}"/>
                  </a:ext>
                </a:extLst>
              </p:cNvPr>
              <p:cNvSpPr>
                <a:spLocks noChangeArrowheads="1"/>
              </p:cNvSpPr>
              <p:nvPr/>
            </p:nvSpPr>
            <p:spPr bwMode="auto">
              <a:xfrm>
                <a:off x="1198" y="1698"/>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65810" name="Rectangle 35">
                <a:extLst>
                  <a:ext uri="{FF2B5EF4-FFF2-40B4-BE49-F238E27FC236}">
                    <a16:creationId xmlns:a16="http://schemas.microsoft.com/office/drawing/2014/main" id="{635F3E55-AEA3-4D96-A6D2-961CD014093F}"/>
                  </a:ext>
                </a:extLst>
              </p:cNvPr>
              <p:cNvSpPr>
                <a:spLocks noChangeArrowheads="1"/>
              </p:cNvSpPr>
              <p:nvPr/>
            </p:nvSpPr>
            <p:spPr bwMode="auto">
              <a:xfrm>
                <a:off x="1228" y="1698"/>
                <a:ext cx="81"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65811" name="Rectangle 36">
                <a:extLst>
                  <a:ext uri="{FF2B5EF4-FFF2-40B4-BE49-F238E27FC236}">
                    <a16:creationId xmlns:a16="http://schemas.microsoft.com/office/drawing/2014/main" id="{215D9C25-C8B5-4DE6-834D-75F80F91B70E}"/>
                  </a:ext>
                </a:extLst>
              </p:cNvPr>
              <p:cNvSpPr>
                <a:spLocks noChangeArrowheads="1"/>
              </p:cNvSpPr>
              <p:nvPr/>
            </p:nvSpPr>
            <p:spPr bwMode="auto">
              <a:xfrm>
                <a:off x="1749" y="1698"/>
                <a:ext cx="7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812" name="Rectangle 37">
                <a:extLst>
                  <a:ext uri="{FF2B5EF4-FFF2-40B4-BE49-F238E27FC236}">
                    <a16:creationId xmlns:a16="http://schemas.microsoft.com/office/drawing/2014/main" id="{07A71DD0-22E2-495E-A864-6476529C6633}"/>
                  </a:ext>
                </a:extLst>
              </p:cNvPr>
              <p:cNvSpPr>
                <a:spLocks noChangeArrowheads="1"/>
              </p:cNvSpPr>
              <p:nvPr/>
            </p:nvSpPr>
            <p:spPr bwMode="auto">
              <a:xfrm>
                <a:off x="1828" y="1698"/>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813" name="Rectangle 38">
                <a:extLst>
                  <a:ext uri="{FF2B5EF4-FFF2-40B4-BE49-F238E27FC236}">
                    <a16:creationId xmlns:a16="http://schemas.microsoft.com/office/drawing/2014/main" id="{722BF38B-8E93-42B3-A297-0EA94B1F5867}"/>
                  </a:ext>
                </a:extLst>
              </p:cNvPr>
              <p:cNvSpPr>
                <a:spLocks noChangeArrowheads="1"/>
              </p:cNvSpPr>
              <p:nvPr/>
            </p:nvSpPr>
            <p:spPr bwMode="auto">
              <a:xfrm>
                <a:off x="1890" y="1698"/>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65814" name="Freeform 39">
                <a:extLst>
                  <a:ext uri="{FF2B5EF4-FFF2-40B4-BE49-F238E27FC236}">
                    <a16:creationId xmlns:a16="http://schemas.microsoft.com/office/drawing/2014/main" id="{4D056B0F-B818-494D-95FA-E19ECE25ADA5}"/>
                  </a:ext>
                </a:extLst>
              </p:cNvPr>
              <p:cNvSpPr>
                <a:spLocks/>
              </p:cNvSpPr>
              <p:nvPr/>
            </p:nvSpPr>
            <p:spPr bwMode="auto">
              <a:xfrm>
                <a:off x="2330" y="1543"/>
                <a:ext cx="187" cy="442"/>
              </a:xfrm>
              <a:custGeom>
                <a:avLst/>
                <a:gdLst>
                  <a:gd name="T0" fmla="*/ 0 w 187"/>
                  <a:gd name="T1" fmla="*/ 0 h 442"/>
                  <a:gd name="T2" fmla="*/ 3 w 187"/>
                  <a:gd name="T3" fmla="*/ 178 h 442"/>
                  <a:gd name="T4" fmla="*/ 62 w 187"/>
                  <a:gd name="T5" fmla="*/ 223 h 442"/>
                  <a:gd name="T6" fmla="*/ 3 w 187"/>
                  <a:gd name="T7" fmla="*/ 264 h 442"/>
                  <a:gd name="T8" fmla="*/ 3 w 187"/>
                  <a:gd name="T9" fmla="*/ 442 h 442"/>
                  <a:gd name="T10" fmla="*/ 187 w 187"/>
                  <a:gd name="T11" fmla="*/ 306 h 442"/>
                  <a:gd name="T12" fmla="*/ 187 w 187"/>
                  <a:gd name="T13" fmla="*/ 137 h 442"/>
                  <a:gd name="T14" fmla="*/ 3 w 187"/>
                  <a:gd name="T15" fmla="*/ 0 h 442"/>
                  <a:gd name="T16" fmla="*/ 3 w 187"/>
                  <a:gd name="T17" fmla="*/ 0 h 442"/>
                  <a:gd name="T18" fmla="*/ 0 w 187"/>
                  <a:gd name="T19" fmla="*/ 0 h 4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7"/>
                  <a:gd name="T31" fmla="*/ 0 h 442"/>
                  <a:gd name="T32" fmla="*/ 187 w 187"/>
                  <a:gd name="T33" fmla="*/ 442 h 4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7" h="442">
                    <a:moveTo>
                      <a:pt x="0" y="0"/>
                    </a:moveTo>
                    <a:lnTo>
                      <a:pt x="3" y="178"/>
                    </a:lnTo>
                    <a:lnTo>
                      <a:pt x="62" y="223"/>
                    </a:lnTo>
                    <a:lnTo>
                      <a:pt x="3" y="264"/>
                    </a:lnTo>
                    <a:lnTo>
                      <a:pt x="3" y="442"/>
                    </a:lnTo>
                    <a:lnTo>
                      <a:pt x="187" y="306"/>
                    </a:lnTo>
                    <a:lnTo>
                      <a:pt x="187" y="137"/>
                    </a:lnTo>
                    <a:lnTo>
                      <a:pt x="3" y="0"/>
                    </a:ln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815" name="Freeform 40">
                <a:extLst>
                  <a:ext uri="{FF2B5EF4-FFF2-40B4-BE49-F238E27FC236}">
                    <a16:creationId xmlns:a16="http://schemas.microsoft.com/office/drawing/2014/main" id="{A09A6F28-8F03-4856-8E28-6F425501CD0C}"/>
                  </a:ext>
                </a:extLst>
              </p:cNvPr>
              <p:cNvSpPr>
                <a:spLocks/>
              </p:cNvSpPr>
              <p:nvPr/>
            </p:nvSpPr>
            <p:spPr bwMode="auto">
              <a:xfrm>
                <a:off x="2330" y="1543"/>
                <a:ext cx="187" cy="442"/>
              </a:xfrm>
              <a:custGeom>
                <a:avLst/>
                <a:gdLst>
                  <a:gd name="T0" fmla="*/ 0 w 187"/>
                  <a:gd name="T1" fmla="*/ 0 h 442"/>
                  <a:gd name="T2" fmla="*/ 3 w 187"/>
                  <a:gd name="T3" fmla="*/ 178 h 442"/>
                  <a:gd name="T4" fmla="*/ 62 w 187"/>
                  <a:gd name="T5" fmla="*/ 223 h 442"/>
                  <a:gd name="T6" fmla="*/ 3 w 187"/>
                  <a:gd name="T7" fmla="*/ 264 h 442"/>
                  <a:gd name="T8" fmla="*/ 3 w 187"/>
                  <a:gd name="T9" fmla="*/ 442 h 442"/>
                  <a:gd name="T10" fmla="*/ 187 w 187"/>
                  <a:gd name="T11" fmla="*/ 306 h 442"/>
                  <a:gd name="T12" fmla="*/ 187 w 187"/>
                  <a:gd name="T13" fmla="*/ 137 h 442"/>
                  <a:gd name="T14" fmla="*/ 3 w 187"/>
                  <a:gd name="T15" fmla="*/ 0 h 442"/>
                  <a:gd name="T16" fmla="*/ 3 w 187"/>
                  <a:gd name="T17" fmla="*/ 0 h 4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442"/>
                  <a:gd name="T29" fmla="*/ 187 w 187"/>
                  <a:gd name="T30" fmla="*/ 442 h 4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442">
                    <a:moveTo>
                      <a:pt x="0" y="0"/>
                    </a:moveTo>
                    <a:lnTo>
                      <a:pt x="3" y="178"/>
                    </a:lnTo>
                    <a:lnTo>
                      <a:pt x="62" y="223"/>
                    </a:lnTo>
                    <a:lnTo>
                      <a:pt x="3" y="264"/>
                    </a:lnTo>
                    <a:lnTo>
                      <a:pt x="3" y="442"/>
                    </a:lnTo>
                    <a:lnTo>
                      <a:pt x="187" y="306"/>
                    </a:lnTo>
                    <a:lnTo>
                      <a:pt x="187" y="137"/>
                    </a:lnTo>
                    <a:lnTo>
                      <a:pt x="3"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816" name="Line 41">
                <a:extLst>
                  <a:ext uri="{FF2B5EF4-FFF2-40B4-BE49-F238E27FC236}">
                    <a16:creationId xmlns:a16="http://schemas.microsoft.com/office/drawing/2014/main" id="{04E3478E-E033-42AE-A55D-C15B35E8E3D4}"/>
                  </a:ext>
                </a:extLst>
              </p:cNvPr>
              <p:cNvSpPr>
                <a:spLocks noChangeShapeType="1"/>
              </p:cNvSpPr>
              <p:nvPr/>
            </p:nvSpPr>
            <p:spPr bwMode="auto">
              <a:xfrm>
                <a:off x="1378" y="1763"/>
                <a:ext cx="342" cy="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17" name="Line 42">
                <a:extLst>
                  <a:ext uri="{FF2B5EF4-FFF2-40B4-BE49-F238E27FC236}">
                    <a16:creationId xmlns:a16="http://schemas.microsoft.com/office/drawing/2014/main" id="{5666997C-1FCB-45B0-9264-799CAB4C8618}"/>
                  </a:ext>
                </a:extLst>
              </p:cNvPr>
              <p:cNvSpPr>
                <a:spLocks noChangeShapeType="1"/>
              </p:cNvSpPr>
              <p:nvPr/>
            </p:nvSpPr>
            <p:spPr bwMode="auto">
              <a:xfrm>
                <a:off x="1962" y="1709"/>
                <a:ext cx="37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18" name="Line 43">
                <a:extLst>
                  <a:ext uri="{FF2B5EF4-FFF2-40B4-BE49-F238E27FC236}">
                    <a16:creationId xmlns:a16="http://schemas.microsoft.com/office/drawing/2014/main" id="{32EE7BD3-BFCF-43D1-821E-38793D95C02D}"/>
                  </a:ext>
                </a:extLst>
              </p:cNvPr>
              <p:cNvSpPr>
                <a:spLocks noChangeShapeType="1"/>
              </p:cNvSpPr>
              <p:nvPr/>
            </p:nvSpPr>
            <p:spPr bwMode="auto">
              <a:xfrm>
                <a:off x="2517" y="1763"/>
                <a:ext cx="370" cy="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19" name="Line 44">
                <a:extLst>
                  <a:ext uri="{FF2B5EF4-FFF2-40B4-BE49-F238E27FC236}">
                    <a16:creationId xmlns:a16="http://schemas.microsoft.com/office/drawing/2014/main" id="{3A56B433-688B-4AF7-931A-CF8F24D23B40}"/>
                  </a:ext>
                </a:extLst>
              </p:cNvPr>
              <p:cNvSpPr>
                <a:spLocks noChangeShapeType="1"/>
              </p:cNvSpPr>
              <p:nvPr/>
            </p:nvSpPr>
            <p:spPr bwMode="auto">
              <a:xfrm>
                <a:off x="1962" y="1819"/>
                <a:ext cx="37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20" name="Freeform 45">
                <a:extLst>
                  <a:ext uri="{FF2B5EF4-FFF2-40B4-BE49-F238E27FC236}">
                    <a16:creationId xmlns:a16="http://schemas.microsoft.com/office/drawing/2014/main" id="{33588078-FF02-427D-9C05-5694E03541D9}"/>
                  </a:ext>
                </a:extLst>
              </p:cNvPr>
              <p:cNvSpPr>
                <a:spLocks/>
              </p:cNvSpPr>
              <p:nvPr/>
            </p:nvSpPr>
            <p:spPr bwMode="auto">
              <a:xfrm>
                <a:off x="1654" y="1709"/>
                <a:ext cx="62" cy="54"/>
              </a:xfrm>
              <a:custGeom>
                <a:avLst/>
                <a:gdLst>
                  <a:gd name="T0" fmla="*/ 0 w 62"/>
                  <a:gd name="T1" fmla="*/ 54 h 54"/>
                  <a:gd name="T2" fmla="*/ 3 w 62"/>
                  <a:gd name="T3" fmla="*/ 0 h 54"/>
                  <a:gd name="T4" fmla="*/ 62 w 62"/>
                  <a:gd name="T5" fmla="*/ 0 h 54"/>
                  <a:gd name="T6" fmla="*/ 0 60000 65536"/>
                  <a:gd name="T7" fmla="*/ 0 60000 65536"/>
                  <a:gd name="T8" fmla="*/ 0 60000 65536"/>
                  <a:gd name="T9" fmla="*/ 0 w 62"/>
                  <a:gd name="T10" fmla="*/ 0 h 54"/>
                  <a:gd name="T11" fmla="*/ 62 w 62"/>
                  <a:gd name="T12" fmla="*/ 54 h 54"/>
                </a:gdLst>
                <a:ahLst/>
                <a:cxnLst>
                  <a:cxn ang="T6">
                    <a:pos x="T0" y="T1"/>
                  </a:cxn>
                  <a:cxn ang="T7">
                    <a:pos x="T2" y="T3"/>
                  </a:cxn>
                  <a:cxn ang="T8">
                    <a:pos x="T4" y="T5"/>
                  </a:cxn>
                </a:cxnLst>
                <a:rect l="T9" t="T10" r="T11" b="T12"/>
                <a:pathLst>
                  <a:path w="62" h="54">
                    <a:moveTo>
                      <a:pt x="0" y="54"/>
                    </a:moveTo>
                    <a:lnTo>
                      <a:pt x="3" y="0"/>
                    </a:lnTo>
                    <a:lnTo>
                      <a:pt x="62"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821" name="Freeform 46">
                <a:extLst>
                  <a:ext uri="{FF2B5EF4-FFF2-40B4-BE49-F238E27FC236}">
                    <a16:creationId xmlns:a16="http://schemas.microsoft.com/office/drawing/2014/main" id="{9F81B853-FA45-42DB-82B8-4AC2AA5E7204}"/>
                  </a:ext>
                </a:extLst>
              </p:cNvPr>
              <p:cNvSpPr>
                <a:spLocks/>
              </p:cNvSpPr>
              <p:nvPr/>
            </p:nvSpPr>
            <p:spPr bwMode="auto">
              <a:xfrm>
                <a:off x="4055" y="2154"/>
                <a:ext cx="125" cy="222"/>
              </a:xfrm>
              <a:custGeom>
                <a:avLst/>
                <a:gdLst>
                  <a:gd name="T0" fmla="*/ 121 w 125"/>
                  <a:gd name="T1" fmla="*/ 222 h 222"/>
                  <a:gd name="T2" fmla="*/ 0 w 125"/>
                  <a:gd name="T3" fmla="*/ 222 h 222"/>
                  <a:gd name="T4" fmla="*/ 0 w 125"/>
                  <a:gd name="T5" fmla="*/ 0 h 222"/>
                  <a:gd name="T6" fmla="*/ 125 w 125"/>
                  <a:gd name="T7" fmla="*/ 0 h 222"/>
                  <a:gd name="T8" fmla="*/ 121 w 125"/>
                  <a:gd name="T9" fmla="*/ 222 h 222"/>
                  <a:gd name="T10" fmla="*/ 0 60000 65536"/>
                  <a:gd name="T11" fmla="*/ 0 60000 65536"/>
                  <a:gd name="T12" fmla="*/ 0 60000 65536"/>
                  <a:gd name="T13" fmla="*/ 0 60000 65536"/>
                  <a:gd name="T14" fmla="*/ 0 60000 65536"/>
                  <a:gd name="T15" fmla="*/ 0 w 125"/>
                  <a:gd name="T16" fmla="*/ 0 h 222"/>
                  <a:gd name="T17" fmla="*/ 125 w 125"/>
                  <a:gd name="T18" fmla="*/ 222 h 222"/>
                </a:gdLst>
                <a:ahLst/>
                <a:cxnLst>
                  <a:cxn ang="T10">
                    <a:pos x="T0" y="T1"/>
                  </a:cxn>
                  <a:cxn ang="T11">
                    <a:pos x="T2" y="T3"/>
                  </a:cxn>
                  <a:cxn ang="T12">
                    <a:pos x="T4" y="T5"/>
                  </a:cxn>
                  <a:cxn ang="T13">
                    <a:pos x="T6" y="T7"/>
                  </a:cxn>
                  <a:cxn ang="T14">
                    <a:pos x="T8" y="T9"/>
                  </a:cxn>
                </a:cxnLst>
                <a:rect l="T15" t="T16" r="T17" b="T18"/>
                <a:pathLst>
                  <a:path w="125" h="222">
                    <a:moveTo>
                      <a:pt x="121" y="222"/>
                    </a:moveTo>
                    <a:lnTo>
                      <a:pt x="0" y="222"/>
                    </a:lnTo>
                    <a:lnTo>
                      <a:pt x="0" y="0"/>
                    </a:lnTo>
                    <a:lnTo>
                      <a:pt x="125" y="0"/>
                    </a:lnTo>
                    <a:lnTo>
                      <a:pt x="121" y="22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822" name="Freeform 47">
                <a:extLst>
                  <a:ext uri="{FF2B5EF4-FFF2-40B4-BE49-F238E27FC236}">
                    <a16:creationId xmlns:a16="http://schemas.microsoft.com/office/drawing/2014/main" id="{5DBCA397-544B-4EFF-B4DF-D9C55B276309}"/>
                  </a:ext>
                </a:extLst>
              </p:cNvPr>
              <p:cNvSpPr>
                <a:spLocks/>
              </p:cNvSpPr>
              <p:nvPr/>
            </p:nvSpPr>
            <p:spPr bwMode="auto">
              <a:xfrm>
                <a:off x="4055" y="2154"/>
                <a:ext cx="125" cy="222"/>
              </a:xfrm>
              <a:custGeom>
                <a:avLst/>
                <a:gdLst>
                  <a:gd name="T0" fmla="*/ 121 w 125"/>
                  <a:gd name="T1" fmla="*/ 222 h 222"/>
                  <a:gd name="T2" fmla="*/ 0 w 125"/>
                  <a:gd name="T3" fmla="*/ 222 h 222"/>
                  <a:gd name="T4" fmla="*/ 0 w 125"/>
                  <a:gd name="T5" fmla="*/ 0 h 222"/>
                  <a:gd name="T6" fmla="*/ 125 w 125"/>
                  <a:gd name="T7" fmla="*/ 0 h 222"/>
                  <a:gd name="T8" fmla="*/ 0 60000 65536"/>
                  <a:gd name="T9" fmla="*/ 0 60000 65536"/>
                  <a:gd name="T10" fmla="*/ 0 60000 65536"/>
                  <a:gd name="T11" fmla="*/ 0 60000 65536"/>
                  <a:gd name="T12" fmla="*/ 0 w 125"/>
                  <a:gd name="T13" fmla="*/ 0 h 222"/>
                  <a:gd name="T14" fmla="*/ 125 w 125"/>
                  <a:gd name="T15" fmla="*/ 222 h 222"/>
                </a:gdLst>
                <a:ahLst/>
                <a:cxnLst>
                  <a:cxn ang="T8">
                    <a:pos x="T0" y="T1"/>
                  </a:cxn>
                  <a:cxn ang="T9">
                    <a:pos x="T2" y="T3"/>
                  </a:cxn>
                  <a:cxn ang="T10">
                    <a:pos x="T4" y="T5"/>
                  </a:cxn>
                  <a:cxn ang="T11">
                    <a:pos x="T6" y="T7"/>
                  </a:cxn>
                </a:cxnLst>
                <a:rect l="T12" t="T13" r="T14" b="T15"/>
                <a:pathLst>
                  <a:path w="125" h="222">
                    <a:moveTo>
                      <a:pt x="121" y="222"/>
                    </a:moveTo>
                    <a:lnTo>
                      <a:pt x="0" y="222"/>
                    </a:lnTo>
                    <a:lnTo>
                      <a:pt x="0" y="0"/>
                    </a:lnTo>
                    <a:lnTo>
                      <a:pt x="125"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823" name="Line 48">
                <a:extLst>
                  <a:ext uri="{FF2B5EF4-FFF2-40B4-BE49-F238E27FC236}">
                    <a16:creationId xmlns:a16="http://schemas.microsoft.com/office/drawing/2014/main" id="{FD34750A-A943-41DA-AC82-020805768029}"/>
                  </a:ext>
                </a:extLst>
              </p:cNvPr>
              <p:cNvSpPr>
                <a:spLocks noChangeShapeType="1"/>
              </p:cNvSpPr>
              <p:nvPr/>
            </p:nvSpPr>
            <p:spPr bwMode="auto">
              <a:xfrm flipV="1">
                <a:off x="4301" y="2148"/>
                <a:ext cx="1" cy="23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24" name="Line 49">
                <a:extLst>
                  <a:ext uri="{FF2B5EF4-FFF2-40B4-BE49-F238E27FC236}">
                    <a16:creationId xmlns:a16="http://schemas.microsoft.com/office/drawing/2014/main" id="{DA91A697-E30A-4B84-9F7F-69F7A10C020E}"/>
                  </a:ext>
                </a:extLst>
              </p:cNvPr>
              <p:cNvSpPr>
                <a:spLocks noChangeShapeType="1"/>
              </p:cNvSpPr>
              <p:nvPr/>
            </p:nvSpPr>
            <p:spPr bwMode="auto">
              <a:xfrm flipH="1">
                <a:off x="4173" y="2154"/>
                <a:ext cx="12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25" name="Line 50">
                <a:extLst>
                  <a:ext uri="{FF2B5EF4-FFF2-40B4-BE49-F238E27FC236}">
                    <a16:creationId xmlns:a16="http://schemas.microsoft.com/office/drawing/2014/main" id="{699F3CEA-E181-4DF9-A60A-7B3364CF82C6}"/>
                  </a:ext>
                </a:extLst>
              </p:cNvPr>
              <p:cNvSpPr>
                <a:spLocks noChangeShapeType="1"/>
              </p:cNvSpPr>
              <p:nvPr/>
            </p:nvSpPr>
            <p:spPr bwMode="auto">
              <a:xfrm flipH="1">
                <a:off x="4173" y="2376"/>
                <a:ext cx="12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26" name="Rectangle 51">
                <a:extLst>
                  <a:ext uri="{FF2B5EF4-FFF2-40B4-BE49-F238E27FC236}">
                    <a16:creationId xmlns:a16="http://schemas.microsoft.com/office/drawing/2014/main" id="{6DE4EE92-A56B-4ACD-AB94-07711A4D6EE1}"/>
                  </a:ext>
                </a:extLst>
              </p:cNvPr>
              <p:cNvSpPr>
                <a:spLocks noChangeArrowheads="1"/>
              </p:cNvSpPr>
              <p:nvPr/>
            </p:nvSpPr>
            <p:spPr bwMode="auto">
              <a:xfrm>
                <a:off x="1841" y="2154"/>
                <a:ext cx="125" cy="222"/>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827" name="Rectangle 52">
                <a:extLst>
                  <a:ext uri="{FF2B5EF4-FFF2-40B4-BE49-F238E27FC236}">
                    <a16:creationId xmlns:a16="http://schemas.microsoft.com/office/drawing/2014/main" id="{98F80EDA-A6B6-4512-9D6E-F702E357ECBA}"/>
                  </a:ext>
                </a:extLst>
              </p:cNvPr>
              <p:cNvSpPr>
                <a:spLocks noChangeArrowheads="1"/>
              </p:cNvSpPr>
              <p:nvPr/>
            </p:nvSpPr>
            <p:spPr bwMode="auto">
              <a:xfrm>
                <a:off x="1841" y="2154"/>
                <a:ext cx="125" cy="222"/>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828" name="Rectangle 53">
                <a:extLst>
                  <a:ext uri="{FF2B5EF4-FFF2-40B4-BE49-F238E27FC236}">
                    <a16:creationId xmlns:a16="http://schemas.microsoft.com/office/drawing/2014/main" id="{4C838AC0-418B-4E25-A5DF-F953A0F23589}"/>
                  </a:ext>
                </a:extLst>
              </p:cNvPr>
              <p:cNvSpPr>
                <a:spLocks noChangeArrowheads="1"/>
              </p:cNvSpPr>
              <p:nvPr/>
            </p:nvSpPr>
            <p:spPr bwMode="auto">
              <a:xfrm>
                <a:off x="1720" y="2154"/>
                <a:ext cx="121" cy="222"/>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829" name="Rectangle 54">
                <a:extLst>
                  <a:ext uri="{FF2B5EF4-FFF2-40B4-BE49-F238E27FC236}">
                    <a16:creationId xmlns:a16="http://schemas.microsoft.com/office/drawing/2014/main" id="{105017CC-4C76-42FB-BDD7-764660CC52E3}"/>
                  </a:ext>
                </a:extLst>
              </p:cNvPr>
              <p:cNvSpPr>
                <a:spLocks noChangeArrowheads="1"/>
              </p:cNvSpPr>
              <p:nvPr/>
            </p:nvSpPr>
            <p:spPr bwMode="auto">
              <a:xfrm>
                <a:off x="1782" y="2199"/>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65830" name="Rectangle 55">
                <a:extLst>
                  <a:ext uri="{FF2B5EF4-FFF2-40B4-BE49-F238E27FC236}">
                    <a16:creationId xmlns:a16="http://schemas.microsoft.com/office/drawing/2014/main" id="{299A117D-6836-4CB0-9B65-9826280F0A50}"/>
                  </a:ext>
                </a:extLst>
              </p:cNvPr>
              <p:cNvSpPr>
                <a:spLocks noChangeArrowheads="1"/>
              </p:cNvSpPr>
              <p:nvPr/>
            </p:nvSpPr>
            <p:spPr bwMode="auto">
              <a:xfrm>
                <a:off x="1811" y="2199"/>
                <a:ext cx="81"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65831" name="Rectangle 56">
                <a:extLst>
                  <a:ext uri="{FF2B5EF4-FFF2-40B4-BE49-F238E27FC236}">
                    <a16:creationId xmlns:a16="http://schemas.microsoft.com/office/drawing/2014/main" id="{7B9AFAAB-286B-41D2-B76D-845ECD314C38}"/>
                  </a:ext>
                </a:extLst>
              </p:cNvPr>
              <p:cNvSpPr>
                <a:spLocks noChangeArrowheads="1"/>
              </p:cNvSpPr>
              <p:nvPr/>
            </p:nvSpPr>
            <p:spPr bwMode="auto">
              <a:xfrm>
                <a:off x="2425" y="2154"/>
                <a:ext cx="124" cy="222"/>
              </a:xfrm>
              <a:prstGeom prst="rect">
                <a:avLst/>
              </a:prstGeom>
              <a:solidFill>
                <a:srgbClr val="FBE2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832" name="Rectangle 57">
                <a:extLst>
                  <a:ext uri="{FF2B5EF4-FFF2-40B4-BE49-F238E27FC236}">
                    <a16:creationId xmlns:a16="http://schemas.microsoft.com/office/drawing/2014/main" id="{E9E28E05-AB77-4D65-8A61-0DBFC3E254C6}"/>
                  </a:ext>
                </a:extLst>
              </p:cNvPr>
              <p:cNvSpPr>
                <a:spLocks noChangeArrowheads="1"/>
              </p:cNvSpPr>
              <p:nvPr/>
            </p:nvSpPr>
            <p:spPr bwMode="auto">
              <a:xfrm>
                <a:off x="2425" y="2154"/>
                <a:ext cx="124" cy="222"/>
              </a:xfrm>
              <a:prstGeom prst="rect">
                <a:avLst/>
              </a:prstGeom>
              <a:noFill/>
              <a:ln w="15875">
                <a:solidFill>
                  <a:srgbClr val="EB75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833" name="Line 58">
                <a:extLst>
                  <a:ext uri="{FF2B5EF4-FFF2-40B4-BE49-F238E27FC236}">
                    <a16:creationId xmlns:a16="http://schemas.microsoft.com/office/drawing/2014/main" id="{13FB99BF-9E09-4E9B-B077-CE4F977B41DB}"/>
                  </a:ext>
                </a:extLst>
              </p:cNvPr>
              <p:cNvSpPr>
                <a:spLocks noChangeShapeType="1"/>
              </p:cNvSpPr>
              <p:nvPr/>
            </p:nvSpPr>
            <p:spPr bwMode="auto">
              <a:xfrm flipV="1">
                <a:off x="2300" y="2148"/>
                <a:ext cx="3" cy="23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34" name="Line 59">
                <a:extLst>
                  <a:ext uri="{FF2B5EF4-FFF2-40B4-BE49-F238E27FC236}">
                    <a16:creationId xmlns:a16="http://schemas.microsoft.com/office/drawing/2014/main" id="{3FB0C4CE-9EE1-4693-905B-2DAC12E14D83}"/>
                  </a:ext>
                </a:extLst>
              </p:cNvPr>
              <p:cNvSpPr>
                <a:spLocks noChangeShapeType="1"/>
              </p:cNvSpPr>
              <p:nvPr/>
            </p:nvSpPr>
            <p:spPr bwMode="auto">
              <a:xfrm>
                <a:off x="2300" y="2154"/>
                <a:ext cx="12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35" name="Line 60">
                <a:extLst>
                  <a:ext uri="{FF2B5EF4-FFF2-40B4-BE49-F238E27FC236}">
                    <a16:creationId xmlns:a16="http://schemas.microsoft.com/office/drawing/2014/main" id="{795A514C-86A4-40DE-9821-A7E78777E05B}"/>
                  </a:ext>
                </a:extLst>
              </p:cNvPr>
              <p:cNvSpPr>
                <a:spLocks noChangeShapeType="1"/>
              </p:cNvSpPr>
              <p:nvPr/>
            </p:nvSpPr>
            <p:spPr bwMode="auto">
              <a:xfrm>
                <a:off x="2300" y="2376"/>
                <a:ext cx="12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36" name="Freeform 61">
                <a:extLst>
                  <a:ext uri="{FF2B5EF4-FFF2-40B4-BE49-F238E27FC236}">
                    <a16:creationId xmlns:a16="http://schemas.microsoft.com/office/drawing/2014/main" id="{C87DC335-D7BF-4D40-B942-6CE071A7FC42}"/>
                  </a:ext>
                </a:extLst>
              </p:cNvPr>
              <p:cNvSpPr>
                <a:spLocks/>
              </p:cNvSpPr>
              <p:nvPr/>
            </p:nvSpPr>
            <p:spPr bwMode="auto">
              <a:xfrm>
                <a:off x="2917" y="2044"/>
                <a:ext cx="187" cy="442"/>
              </a:xfrm>
              <a:custGeom>
                <a:avLst/>
                <a:gdLst>
                  <a:gd name="T0" fmla="*/ 0 w 187"/>
                  <a:gd name="T1" fmla="*/ 0 h 442"/>
                  <a:gd name="T2" fmla="*/ 0 w 187"/>
                  <a:gd name="T3" fmla="*/ 178 h 442"/>
                  <a:gd name="T4" fmla="*/ 59 w 187"/>
                  <a:gd name="T5" fmla="*/ 220 h 442"/>
                  <a:gd name="T6" fmla="*/ 0 w 187"/>
                  <a:gd name="T7" fmla="*/ 264 h 442"/>
                  <a:gd name="T8" fmla="*/ 0 w 187"/>
                  <a:gd name="T9" fmla="*/ 442 h 442"/>
                  <a:gd name="T10" fmla="*/ 187 w 187"/>
                  <a:gd name="T11" fmla="*/ 306 h 442"/>
                  <a:gd name="T12" fmla="*/ 187 w 187"/>
                  <a:gd name="T13" fmla="*/ 134 h 442"/>
                  <a:gd name="T14" fmla="*/ 0 w 187"/>
                  <a:gd name="T15" fmla="*/ 0 h 442"/>
                  <a:gd name="T16" fmla="*/ 0 w 187"/>
                  <a:gd name="T17" fmla="*/ 0 h 4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442"/>
                  <a:gd name="T29" fmla="*/ 187 w 187"/>
                  <a:gd name="T30" fmla="*/ 442 h 4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442">
                    <a:moveTo>
                      <a:pt x="0" y="0"/>
                    </a:moveTo>
                    <a:lnTo>
                      <a:pt x="0" y="178"/>
                    </a:lnTo>
                    <a:lnTo>
                      <a:pt x="59" y="220"/>
                    </a:lnTo>
                    <a:lnTo>
                      <a:pt x="0" y="264"/>
                    </a:lnTo>
                    <a:lnTo>
                      <a:pt x="0" y="442"/>
                    </a:lnTo>
                    <a:lnTo>
                      <a:pt x="187" y="306"/>
                    </a:lnTo>
                    <a:lnTo>
                      <a:pt x="187" y="134"/>
                    </a:ln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837" name="Freeform 62">
                <a:extLst>
                  <a:ext uri="{FF2B5EF4-FFF2-40B4-BE49-F238E27FC236}">
                    <a16:creationId xmlns:a16="http://schemas.microsoft.com/office/drawing/2014/main" id="{99458FA6-F1BF-402C-BD33-74AC17B4D3D7}"/>
                  </a:ext>
                </a:extLst>
              </p:cNvPr>
              <p:cNvSpPr>
                <a:spLocks/>
              </p:cNvSpPr>
              <p:nvPr/>
            </p:nvSpPr>
            <p:spPr bwMode="auto">
              <a:xfrm>
                <a:off x="2917" y="2044"/>
                <a:ext cx="187" cy="442"/>
              </a:xfrm>
              <a:custGeom>
                <a:avLst/>
                <a:gdLst>
                  <a:gd name="T0" fmla="*/ 0 w 187"/>
                  <a:gd name="T1" fmla="*/ 0 h 442"/>
                  <a:gd name="T2" fmla="*/ 0 w 187"/>
                  <a:gd name="T3" fmla="*/ 178 h 442"/>
                  <a:gd name="T4" fmla="*/ 59 w 187"/>
                  <a:gd name="T5" fmla="*/ 220 h 442"/>
                  <a:gd name="T6" fmla="*/ 0 w 187"/>
                  <a:gd name="T7" fmla="*/ 264 h 442"/>
                  <a:gd name="T8" fmla="*/ 0 w 187"/>
                  <a:gd name="T9" fmla="*/ 442 h 442"/>
                  <a:gd name="T10" fmla="*/ 187 w 187"/>
                  <a:gd name="T11" fmla="*/ 306 h 442"/>
                  <a:gd name="T12" fmla="*/ 187 w 187"/>
                  <a:gd name="T13" fmla="*/ 134 h 442"/>
                  <a:gd name="T14" fmla="*/ 0 w 187"/>
                  <a:gd name="T15" fmla="*/ 0 h 442"/>
                  <a:gd name="T16" fmla="*/ 0 w 187"/>
                  <a:gd name="T17" fmla="*/ 0 h 4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442"/>
                  <a:gd name="T29" fmla="*/ 187 w 187"/>
                  <a:gd name="T30" fmla="*/ 442 h 4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442">
                    <a:moveTo>
                      <a:pt x="0" y="0"/>
                    </a:moveTo>
                    <a:lnTo>
                      <a:pt x="0" y="178"/>
                    </a:lnTo>
                    <a:lnTo>
                      <a:pt x="59" y="220"/>
                    </a:lnTo>
                    <a:lnTo>
                      <a:pt x="0" y="264"/>
                    </a:lnTo>
                    <a:lnTo>
                      <a:pt x="0" y="442"/>
                    </a:lnTo>
                    <a:lnTo>
                      <a:pt x="187" y="306"/>
                    </a:lnTo>
                    <a:lnTo>
                      <a:pt x="187" y="134"/>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838" name="Rectangle 63">
                <a:extLst>
                  <a:ext uri="{FF2B5EF4-FFF2-40B4-BE49-F238E27FC236}">
                    <a16:creationId xmlns:a16="http://schemas.microsoft.com/office/drawing/2014/main" id="{F2250CAC-A343-4BAD-9647-C43B671270D6}"/>
                  </a:ext>
                </a:extLst>
              </p:cNvPr>
              <p:cNvSpPr>
                <a:spLocks noChangeArrowheads="1"/>
              </p:cNvSpPr>
              <p:nvPr/>
            </p:nvSpPr>
            <p:spPr bwMode="auto">
              <a:xfrm>
                <a:off x="4085" y="2199"/>
                <a:ext cx="7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839" name="Rectangle 64">
                <a:extLst>
                  <a:ext uri="{FF2B5EF4-FFF2-40B4-BE49-F238E27FC236}">
                    <a16:creationId xmlns:a16="http://schemas.microsoft.com/office/drawing/2014/main" id="{560D869F-CB08-41D8-8CD6-DB12761DB756}"/>
                  </a:ext>
                </a:extLst>
              </p:cNvPr>
              <p:cNvSpPr>
                <a:spLocks noChangeArrowheads="1"/>
              </p:cNvSpPr>
              <p:nvPr/>
            </p:nvSpPr>
            <p:spPr bwMode="auto">
              <a:xfrm>
                <a:off x="4167" y="2199"/>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840" name="Rectangle 65">
                <a:extLst>
                  <a:ext uri="{FF2B5EF4-FFF2-40B4-BE49-F238E27FC236}">
                    <a16:creationId xmlns:a16="http://schemas.microsoft.com/office/drawing/2014/main" id="{9965B358-36DE-4C17-8A4B-DC9E75E2A9E0}"/>
                  </a:ext>
                </a:extLst>
              </p:cNvPr>
              <p:cNvSpPr>
                <a:spLocks noChangeArrowheads="1"/>
              </p:cNvSpPr>
              <p:nvPr/>
            </p:nvSpPr>
            <p:spPr bwMode="auto">
              <a:xfrm>
                <a:off x="4226" y="2199"/>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65841" name="Line 66">
                <a:extLst>
                  <a:ext uri="{FF2B5EF4-FFF2-40B4-BE49-F238E27FC236}">
                    <a16:creationId xmlns:a16="http://schemas.microsoft.com/office/drawing/2014/main" id="{DC04273B-4EA2-408E-905D-56D76BC3049C}"/>
                  </a:ext>
                </a:extLst>
              </p:cNvPr>
              <p:cNvSpPr>
                <a:spLocks noChangeShapeType="1"/>
              </p:cNvSpPr>
              <p:nvPr/>
            </p:nvSpPr>
            <p:spPr bwMode="auto">
              <a:xfrm>
                <a:off x="1962" y="2264"/>
                <a:ext cx="34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42" name="Line 67">
                <a:extLst>
                  <a:ext uri="{FF2B5EF4-FFF2-40B4-BE49-F238E27FC236}">
                    <a16:creationId xmlns:a16="http://schemas.microsoft.com/office/drawing/2014/main" id="{CA8E429A-0485-44DF-90F6-5C6A5825C840}"/>
                  </a:ext>
                </a:extLst>
              </p:cNvPr>
              <p:cNvSpPr>
                <a:spLocks noChangeShapeType="1"/>
              </p:cNvSpPr>
              <p:nvPr/>
            </p:nvSpPr>
            <p:spPr bwMode="auto">
              <a:xfrm>
                <a:off x="3100" y="2264"/>
                <a:ext cx="37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43" name="Line 68">
                <a:extLst>
                  <a:ext uri="{FF2B5EF4-FFF2-40B4-BE49-F238E27FC236}">
                    <a16:creationId xmlns:a16="http://schemas.microsoft.com/office/drawing/2014/main" id="{633E1B6E-5FA7-415E-BE5D-B544C787291E}"/>
                  </a:ext>
                </a:extLst>
              </p:cNvPr>
              <p:cNvSpPr>
                <a:spLocks noChangeShapeType="1"/>
              </p:cNvSpPr>
              <p:nvPr/>
            </p:nvSpPr>
            <p:spPr bwMode="auto">
              <a:xfrm>
                <a:off x="3714" y="2264"/>
                <a:ext cx="34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844" name="Freeform 69">
                <a:extLst>
                  <a:ext uri="{FF2B5EF4-FFF2-40B4-BE49-F238E27FC236}">
                    <a16:creationId xmlns:a16="http://schemas.microsoft.com/office/drawing/2014/main" id="{60FEE890-8F29-4EA1-94F2-B88C5236286C}"/>
                  </a:ext>
                </a:extLst>
              </p:cNvPr>
              <p:cNvSpPr>
                <a:spLocks/>
              </p:cNvSpPr>
              <p:nvPr/>
            </p:nvSpPr>
            <p:spPr bwMode="auto">
              <a:xfrm>
                <a:off x="2241" y="2210"/>
                <a:ext cx="59" cy="54"/>
              </a:xfrm>
              <a:custGeom>
                <a:avLst/>
                <a:gdLst>
                  <a:gd name="T0" fmla="*/ 0 w 59"/>
                  <a:gd name="T1" fmla="*/ 54 h 54"/>
                  <a:gd name="T2" fmla="*/ 0 w 59"/>
                  <a:gd name="T3" fmla="*/ 0 h 54"/>
                  <a:gd name="T4" fmla="*/ 59 w 59"/>
                  <a:gd name="T5" fmla="*/ 0 h 54"/>
                  <a:gd name="T6" fmla="*/ 0 60000 65536"/>
                  <a:gd name="T7" fmla="*/ 0 60000 65536"/>
                  <a:gd name="T8" fmla="*/ 0 60000 65536"/>
                  <a:gd name="T9" fmla="*/ 0 w 59"/>
                  <a:gd name="T10" fmla="*/ 0 h 54"/>
                  <a:gd name="T11" fmla="*/ 59 w 59"/>
                  <a:gd name="T12" fmla="*/ 54 h 54"/>
                </a:gdLst>
                <a:ahLst/>
                <a:cxnLst>
                  <a:cxn ang="T6">
                    <a:pos x="T0" y="T1"/>
                  </a:cxn>
                  <a:cxn ang="T7">
                    <a:pos x="T2" y="T3"/>
                  </a:cxn>
                  <a:cxn ang="T8">
                    <a:pos x="T4" y="T5"/>
                  </a:cxn>
                </a:cxnLst>
                <a:rect l="T9" t="T10" r="T11" b="T12"/>
                <a:pathLst>
                  <a:path w="59" h="54">
                    <a:moveTo>
                      <a:pt x="0" y="54"/>
                    </a:moveTo>
                    <a:lnTo>
                      <a:pt x="0" y="0"/>
                    </a:lnTo>
                    <a:lnTo>
                      <a:pt x="59"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845" name="Rectangle 70">
                <a:extLst>
                  <a:ext uri="{FF2B5EF4-FFF2-40B4-BE49-F238E27FC236}">
                    <a16:creationId xmlns:a16="http://schemas.microsoft.com/office/drawing/2014/main" id="{6FF84C53-B926-4C6E-84AA-E0A44FA6A116}"/>
                  </a:ext>
                </a:extLst>
              </p:cNvPr>
              <p:cNvSpPr>
                <a:spLocks noChangeArrowheads="1"/>
              </p:cNvSpPr>
              <p:nvPr/>
            </p:nvSpPr>
            <p:spPr bwMode="auto">
              <a:xfrm>
                <a:off x="1139" y="841"/>
                <a:ext cx="7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846" name="Rectangle 71">
                <a:extLst>
                  <a:ext uri="{FF2B5EF4-FFF2-40B4-BE49-F238E27FC236}">
                    <a16:creationId xmlns:a16="http://schemas.microsoft.com/office/drawing/2014/main" id="{CD8EC519-16FE-4E11-8A60-F5E260F3F44C}"/>
                  </a:ext>
                </a:extLst>
              </p:cNvPr>
              <p:cNvSpPr>
                <a:spLocks noChangeArrowheads="1"/>
              </p:cNvSpPr>
              <p:nvPr/>
            </p:nvSpPr>
            <p:spPr bwMode="auto">
              <a:xfrm>
                <a:off x="1218" y="841"/>
                <a:ext cx="7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847" name="Rectangle 72">
                <a:extLst>
                  <a:ext uri="{FF2B5EF4-FFF2-40B4-BE49-F238E27FC236}">
                    <a16:creationId xmlns:a16="http://schemas.microsoft.com/office/drawing/2014/main" id="{02C10703-CE4F-494B-ADE6-C0C2933FFCAF}"/>
                  </a:ext>
                </a:extLst>
              </p:cNvPr>
              <p:cNvSpPr>
                <a:spLocks noChangeArrowheads="1"/>
              </p:cNvSpPr>
              <p:nvPr/>
            </p:nvSpPr>
            <p:spPr bwMode="auto">
              <a:xfrm>
                <a:off x="1296" y="841"/>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848" name="Rectangle 73">
                <a:extLst>
                  <a:ext uri="{FF2B5EF4-FFF2-40B4-BE49-F238E27FC236}">
                    <a16:creationId xmlns:a16="http://schemas.microsoft.com/office/drawing/2014/main" id="{7912090D-0BC6-4483-9D39-BC2A8B328C82}"/>
                  </a:ext>
                </a:extLst>
              </p:cNvPr>
              <p:cNvSpPr>
                <a:spLocks noChangeArrowheads="1"/>
              </p:cNvSpPr>
              <p:nvPr/>
            </p:nvSpPr>
            <p:spPr bwMode="auto">
              <a:xfrm>
                <a:off x="1326" y="841"/>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65849" name="Rectangle 74">
                <a:extLst>
                  <a:ext uri="{FF2B5EF4-FFF2-40B4-BE49-F238E27FC236}">
                    <a16:creationId xmlns:a16="http://schemas.microsoft.com/office/drawing/2014/main" id="{96595A36-7C0A-43B6-9DFD-3795DDB8B2D6}"/>
                  </a:ext>
                </a:extLst>
              </p:cNvPr>
              <p:cNvSpPr>
                <a:spLocks noChangeArrowheads="1"/>
              </p:cNvSpPr>
              <p:nvPr/>
            </p:nvSpPr>
            <p:spPr bwMode="auto">
              <a:xfrm>
                <a:off x="1723" y="841"/>
                <a:ext cx="7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850" name="Rectangle 75">
                <a:extLst>
                  <a:ext uri="{FF2B5EF4-FFF2-40B4-BE49-F238E27FC236}">
                    <a16:creationId xmlns:a16="http://schemas.microsoft.com/office/drawing/2014/main" id="{6337045C-4FD4-4B0E-9A4A-572DA2FB7641}"/>
                  </a:ext>
                </a:extLst>
              </p:cNvPr>
              <p:cNvSpPr>
                <a:spLocks noChangeArrowheads="1"/>
              </p:cNvSpPr>
              <p:nvPr/>
            </p:nvSpPr>
            <p:spPr bwMode="auto">
              <a:xfrm>
                <a:off x="1802" y="841"/>
                <a:ext cx="7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851" name="Rectangle 76">
                <a:extLst>
                  <a:ext uri="{FF2B5EF4-FFF2-40B4-BE49-F238E27FC236}">
                    <a16:creationId xmlns:a16="http://schemas.microsoft.com/office/drawing/2014/main" id="{02525B99-07FD-4B65-B257-97AF481EB5D5}"/>
                  </a:ext>
                </a:extLst>
              </p:cNvPr>
              <p:cNvSpPr>
                <a:spLocks noChangeArrowheads="1"/>
              </p:cNvSpPr>
              <p:nvPr/>
            </p:nvSpPr>
            <p:spPr bwMode="auto">
              <a:xfrm>
                <a:off x="1880" y="841"/>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852" name="Rectangle 77">
                <a:extLst>
                  <a:ext uri="{FF2B5EF4-FFF2-40B4-BE49-F238E27FC236}">
                    <a16:creationId xmlns:a16="http://schemas.microsoft.com/office/drawing/2014/main" id="{63457EFE-33EA-44CA-A5E2-C5451079B331}"/>
                  </a:ext>
                </a:extLst>
              </p:cNvPr>
              <p:cNvSpPr>
                <a:spLocks noChangeArrowheads="1"/>
              </p:cNvSpPr>
              <p:nvPr/>
            </p:nvSpPr>
            <p:spPr bwMode="auto">
              <a:xfrm>
                <a:off x="1910" y="841"/>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65853" name="Rectangle 78">
                <a:extLst>
                  <a:ext uri="{FF2B5EF4-FFF2-40B4-BE49-F238E27FC236}">
                    <a16:creationId xmlns:a16="http://schemas.microsoft.com/office/drawing/2014/main" id="{41F74146-8F60-4B4B-981A-4A097B8FD263}"/>
                  </a:ext>
                </a:extLst>
              </p:cNvPr>
              <p:cNvSpPr>
                <a:spLocks noChangeArrowheads="1"/>
              </p:cNvSpPr>
              <p:nvPr/>
            </p:nvSpPr>
            <p:spPr bwMode="auto">
              <a:xfrm>
                <a:off x="2307" y="841"/>
                <a:ext cx="7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854" name="Rectangle 79">
                <a:extLst>
                  <a:ext uri="{FF2B5EF4-FFF2-40B4-BE49-F238E27FC236}">
                    <a16:creationId xmlns:a16="http://schemas.microsoft.com/office/drawing/2014/main" id="{B3573205-2B96-4085-A971-AE9FA1106ADD}"/>
                  </a:ext>
                </a:extLst>
              </p:cNvPr>
              <p:cNvSpPr>
                <a:spLocks noChangeArrowheads="1"/>
              </p:cNvSpPr>
              <p:nvPr/>
            </p:nvSpPr>
            <p:spPr bwMode="auto">
              <a:xfrm>
                <a:off x="2385" y="841"/>
                <a:ext cx="7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855" name="Rectangle 80">
                <a:extLst>
                  <a:ext uri="{FF2B5EF4-FFF2-40B4-BE49-F238E27FC236}">
                    <a16:creationId xmlns:a16="http://schemas.microsoft.com/office/drawing/2014/main" id="{BB461E1D-02BF-46E4-8BFA-840B9CAB53C0}"/>
                  </a:ext>
                </a:extLst>
              </p:cNvPr>
              <p:cNvSpPr>
                <a:spLocks noChangeArrowheads="1"/>
              </p:cNvSpPr>
              <p:nvPr/>
            </p:nvSpPr>
            <p:spPr bwMode="auto">
              <a:xfrm>
                <a:off x="2464" y="841"/>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856" name="Rectangle 81">
                <a:extLst>
                  <a:ext uri="{FF2B5EF4-FFF2-40B4-BE49-F238E27FC236}">
                    <a16:creationId xmlns:a16="http://schemas.microsoft.com/office/drawing/2014/main" id="{53609976-7D2D-4096-979D-F7D210D07408}"/>
                  </a:ext>
                </a:extLst>
              </p:cNvPr>
              <p:cNvSpPr>
                <a:spLocks noChangeArrowheads="1"/>
              </p:cNvSpPr>
              <p:nvPr/>
            </p:nvSpPr>
            <p:spPr bwMode="auto">
              <a:xfrm>
                <a:off x="2494" y="841"/>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3</a:t>
                </a:r>
                <a:endParaRPr lang="zh-TW" altLang="en-US" sz="1800" b="0">
                  <a:latin typeface="Times New Roman" panose="02020603050405020304" pitchFamily="18" charset="0"/>
                  <a:ea typeface="新細明體" panose="02020500000000000000" pitchFamily="18" charset="-120"/>
                </a:endParaRPr>
              </a:p>
            </p:txBody>
          </p:sp>
          <p:sp>
            <p:nvSpPr>
              <p:cNvPr id="65857" name="Rectangle 82">
                <a:extLst>
                  <a:ext uri="{FF2B5EF4-FFF2-40B4-BE49-F238E27FC236}">
                    <a16:creationId xmlns:a16="http://schemas.microsoft.com/office/drawing/2014/main" id="{EBAE1E62-D5E6-48F3-95F3-D9F50193F47E}"/>
                  </a:ext>
                </a:extLst>
              </p:cNvPr>
              <p:cNvSpPr>
                <a:spLocks noChangeArrowheads="1"/>
              </p:cNvSpPr>
              <p:nvPr/>
            </p:nvSpPr>
            <p:spPr bwMode="auto">
              <a:xfrm>
                <a:off x="2891" y="841"/>
                <a:ext cx="7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858" name="Rectangle 83">
                <a:extLst>
                  <a:ext uri="{FF2B5EF4-FFF2-40B4-BE49-F238E27FC236}">
                    <a16:creationId xmlns:a16="http://schemas.microsoft.com/office/drawing/2014/main" id="{60F23238-A2A2-4E80-A65E-FC1F01B6AEF2}"/>
                  </a:ext>
                </a:extLst>
              </p:cNvPr>
              <p:cNvSpPr>
                <a:spLocks noChangeArrowheads="1"/>
              </p:cNvSpPr>
              <p:nvPr/>
            </p:nvSpPr>
            <p:spPr bwMode="auto">
              <a:xfrm>
                <a:off x="2969" y="841"/>
                <a:ext cx="7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859" name="Rectangle 84">
                <a:extLst>
                  <a:ext uri="{FF2B5EF4-FFF2-40B4-BE49-F238E27FC236}">
                    <a16:creationId xmlns:a16="http://schemas.microsoft.com/office/drawing/2014/main" id="{F369F56F-43A6-497E-B7E1-6FC82305717A}"/>
                  </a:ext>
                </a:extLst>
              </p:cNvPr>
              <p:cNvSpPr>
                <a:spLocks noChangeArrowheads="1"/>
              </p:cNvSpPr>
              <p:nvPr/>
            </p:nvSpPr>
            <p:spPr bwMode="auto">
              <a:xfrm>
                <a:off x="3048" y="841"/>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860" name="Rectangle 85">
                <a:extLst>
                  <a:ext uri="{FF2B5EF4-FFF2-40B4-BE49-F238E27FC236}">
                    <a16:creationId xmlns:a16="http://schemas.microsoft.com/office/drawing/2014/main" id="{C2CC7C33-44A8-46A5-9F51-1DA474B69768}"/>
                  </a:ext>
                </a:extLst>
              </p:cNvPr>
              <p:cNvSpPr>
                <a:spLocks noChangeArrowheads="1"/>
              </p:cNvSpPr>
              <p:nvPr/>
            </p:nvSpPr>
            <p:spPr bwMode="auto">
              <a:xfrm>
                <a:off x="3081" y="841"/>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4</a:t>
                </a:r>
                <a:endParaRPr lang="zh-TW" altLang="en-US" sz="1800" b="0">
                  <a:latin typeface="Times New Roman" panose="02020603050405020304" pitchFamily="18" charset="0"/>
                  <a:ea typeface="新細明體" panose="02020500000000000000" pitchFamily="18" charset="-120"/>
                </a:endParaRPr>
              </a:p>
            </p:txBody>
          </p:sp>
          <p:sp>
            <p:nvSpPr>
              <p:cNvPr id="65861" name="Rectangle 86">
                <a:extLst>
                  <a:ext uri="{FF2B5EF4-FFF2-40B4-BE49-F238E27FC236}">
                    <a16:creationId xmlns:a16="http://schemas.microsoft.com/office/drawing/2014/main" id="{12591490-2A33-4B2C-AC90-1111A192E5C0}"/>
                  </a:ext>
                </a:extLst>
              </p:cNvPr>
              <p:cNvSpPr>
                <a:spLocks noChangeArrowheads="1"/>
              </p:cNvSpPr>
              <p:nvPr/>
            </p:nvSpPr>
            <p:spPr bwMode="auto">
              <a:xfrm>
                <a:off x="3474" y="841"/>
                <a:ext cx="7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862" name="Rectangle 87">
                <a:extLst>
                  <a:ext uri="{FF2B5EF4-FFF2-40B4-BE49-F238E27FC236}">
                    <a16:creationId xmlns:a16="http://schemas.microsoft.com/office/drawing/2014/main" id="{0B9A6312-CC38-4B53-BF8F-320FB1B17A1D}"/>
                  </a:ext>
                </a:extLst>
              </p:cNvPr>
              <p:cNvSpPr>
                <a:spLocks noChangeArrowheads="1"/>
              </p:cNvSpPr>
              <p:nvPr/>
            </p:nvSpPr>
            <p:spPr bwMode="auto">
              <a:xfrm>
                <a:off x="3553" y="841"/>
                <a:ext cx="7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863" name="Rectangle 88">
                <a:extLst>
                  <a:ext uri="{FF2B5EF4-FFF2-40B4-BE49-F238E27FC236}">
                    <a16:creationId xmlns:a16="http://schemas.microsoft.com/office/drawing/2014/main" id="{4702137B-B927-4E56-88F6-F48D5AC40A81}"/>
                  </a:ext>
                </a:extLst>
              </p:cNvPr>
              <p:cNvSpPr>
                <a:spLocks noChangeArrowheads="1"/>
              </p:cNvSpPr>
              <p:nvPr/>
            </p:nvSpPr>
            <p:spPr bwMode="auto">
              <a:xfrm>
                <a:off x="3632" y="841"/>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864" name="Rectangle 89">
                <a:extLst>
                  <a:ext uri="{FF2B5EF4-FFF2-40B4-BE49-F238E27FC236}">
                    <a16:creationId xmlns:a16="http://schemas.microsoft.com/office/drawing/2014/main" id="{0D1097EE-FFF8-4AB8-8AB8-D1824E37F241}"/>
                  </a:ext>
                </a:extLst>
              </p:cNvPr>
              <p:cNvSpPr>
                <a:spLocks noChangeArrowheads="1"/>
              </p:cNvSpPr>
              <p:nvPr/>
            </p:nvSpPr>
            <p:spPr bwMode="auto">
              <a:xfrm>
                <a:off x="3665" y="841"/>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5</a:t>
                </a:r>
                <a:endParaRPr lang="zh-TW" altLang="en-US" sz="1800" b="0">
                  <a:latin typeface="Times New Roman" panose="02020603050405020304" pitchFamily="18" charset="0"/>
                  <a:ea typeface="新細明體" panose="02020500000000000000" pitchFamily="18" charset="-120"/>
                </a:endParaRPr>
              </a:p>
            </p:txBody>
          </p:sp>
          <p:sp>
            <p:nvSpPr>
              <p:cNvPr id="65865" name="Rectangle 90">
                <a:extLst>
                  <a:ext uri="{FF2B5EF4-FFF2-40B4-BE49-F238E27FC236}">
                    <a16:creationId xmlns:a16="http://schemas.microsoft.com/office/drawing/2014/main" id="{D495AA58-FC01-4B8C-931C-4233D406510F}"/>
                  </a:ext>
                </a:extLst>
              </p:cNvPr>
              <p:cNvSpPr>
                <a:spLocks noChangeArrowheads="1"/>
              </p:cNvSpPr>
              <p:nvPr/>
            </p:nvSpPr>
            <p:spPr bwMode="auto">
              <a:xfrm>
                <a:off x="4058" y="841"/>
                <a:ext cx="7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866" name="Rectangle 91">
                <a:extLst>
                  <a:ext uri="{FF2B5EF4-FFF2-40B4-BE49-F238E27FC236}">
                    <a16:creationId xmlns:a16="http://schemas.microsoft.com/office/drawing/2014/main" id="{B5AC323A-BD51-4963-B9C5-AEBEC8CD8E76}"/>
                  </a:ext>
                </a:extLst>
              </p:cNvPr>
              <p:cNvSpPr>
                <a:spLocks noChangeArrowheads="1"/>
              </p:cNvSpPr>
              <p:nvPr/>
            </p:nvSpPr>
            <p:spPr bwMode="auto">
              <a:xfrm>
                <a:off x="4140" y="841"/>
                <a:ext cx="7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867" name="Rectangle 92">
                <a:extLst>
                  <a:ext uri="{FF2B5EF4-FFF2-40B4-BE49-F238E27FC236}">
                    <a16:creationId xmlns:a16="http://schemas.microsoft.com/office/drawing/2014/main" id="{2889A39E-F778-463B-8646-93D79FF0D52B}"/>
                  </a:ext>
                </a:extLst>
              </p:cNvPr>
              <p:cNvSpPr>
                <a:spLocks noChangeArrowheads="1"/>
              </p:cNvSpPr>
              <p:nvPr/>
            </p:nvSpPr>
            <p:spPr bwMode="auto">
              <a:xfrm>
                <a:off x="4219" y="841"/>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868" name="Rectangle 93">
                <a:extLst>
                  <a:ext uri="{FF2B5EF4-FFF2-40B4-BE49-F238E27FC236}">
                    <a16:creationId xmlns:a16="http://schemas.microsoft.com/office/drawing/2014/main" id="{DF1C1EFC-53DF-4454-AD01-D1F958F6FA6D}"/>
                  </a:ext>
                </a:extLst>
              </p:cNvPr>
              <p:cNvSpPr>
                <a:spLocks noChangeArrowheads="1"/>
              </p:cNvSpPr>
              <p:nvPr/>
            </p:nvSpPr>
            <p:spPr bwMode="auto">
              <a:xfrm>
                <a:off x="4249" y="841"/>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6</a:t>
                </a:r>
                <a:endParaRPr lang="zh-TW" altLang="en-US" sz="1800" b="0">
                  <a:latin typeface="Times New Roman" panose="02020603050405020304" pitchFamily="18" charset="0"/>
                  <a:ea typeface="新細明體" panose="02020500000000000000" pitchFamily="18" charset="-120"/>
                </a:endParaRPr>
              </a:p>
            </p:txBody>
          </p:sp>
          <p:sp>
            <p:nvSpPr>
              <p:cNvPr id="65869" name="Rectangle 94">
                <a:extLst>
                  <a:ext uri="{FF2B5EF4-FFF2-40B4-BE49-F238E27FC236}">
                    <a16:creationId xmlns:a16="http://schemas.microsoft.com/office/drawing/2014/main" id="{A6B23355-2478-43CA-BE94-845BBBD2D10A}"/>
                  </a:ext>
                </a:extLst>
              </p:cNvPr>
              <p:cNvSpPr>
                <a:spLocks noChangeArrowheads="1"/>
              </p:cNvSpPr>
              <p:nvPr/>
            </p:nvSpPr>
            <p:spPr bwMode="auto">
              <a:xfrm>
                <a:off x="647" y="672"/>
                <a:ext cx="5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T</a:t>
                </a:r>
                <a:endParaRPr lang="en-US" altLang="zh-TW" sz="1800" b="0">
                  <a:latin typeface="Times New Roman" panose="02020603050405020304" pitchFamily="18" charset="0"/>
                  <a:ea typeface="新細明體" panose="02020500000000000000" pitchFamily="18" charset="-120"/>
                </a:endParaRPr>
              </a:p>
            </p:txBody>
          </p:sp>
          <p:sp>
            <p:nvSpPr>
              <p:cNvPr id="65870" name="Rectangle 95">
                <a:extLst>
                  <a:ext uri="{FF2B5EF4-FFF2-40B4-BE49-F238E27FC236}">
                    <a16:creationId xmlns:a16="http://schemas.microsoft.com/office/drawing/2014/main" id="{8125AF30-C84F-49C0-B64D-3B77F7AE7186}"/>
                  </a:ext>
                </a:extLst>
              </p:cNvPr>
              <p:cNvSpPr>
                <a:spLocks noChangeArrowheads="1"/>
              </p:cNvSpPr>
              <p:nvPr/>
            </p:nvSpPr>
            <p:spPr bwMode="auto">
              <a:xfrm>
                <a:off x="713" y="672"/>
                <a:ext cx="2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65871" name="Rectangle 96">
                <a:extLst>
                  <a:ext uri="{FF2B5EF4-FFF2-40B4-BE49-F238E27FC236}">
                    <a16:creationId xmlns:a16="http://schemas.microsoft.com/office/drawing/2014/main" id="{BA4576CE-F7BB-4E9C-B910-7BE76A39EF5B}"/>
                  </a:ext>
                </a:extLst>
              </p:cNvPr>
              <p:cNvSpPr>
                <a:spLocks noChangeArrowheads="1"/>
              </p:cNvSpPr>
              <p:nvPr/>
            </p:nvSpPr>
            <p:spPr bwMode="auto">
              <a:xfrm>
                <a:off x="739" y="672"/>
                <a:ext cx="81"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65872" name="Rectangle 97">
                <a:extLst>
                  <a:ext uri="{FF2B5EF4-FFF2-40B4-BE49-F238E27FC236}">
                    <a16:creationId xmlns:a16="http://schemas.microsoft.com/office/drawing/2014/main" id="{DAD6EE42-2AA8-4919-839E-7C3F255B33E7}"/>
                  </a:ext>
                </a:extLst>
              </p:cNvPr>
              <p:cNvSpPr>
                <a:spLocks noChangeArrowheads="1"/>
              </p:cNvSpPr>
              <p:nvPr/>
            </p:nvSpPr>
            <p:spPr bwMode="auto">
              <a:xfrm>
                <a:off x="831" y="672"/>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873" name="Rectangle 98">
                <a:extLst>
                  <a:ext uri="{FF2B5EF4-FFF2-40B4-BE49-F238E27FC236}">
                    <a16:creationId xmlns:a16="http://schemas.microsoft.com/office/drawing/2014/main" id="{6F4DD192-A50D-486B-B772-29135D88E5E7}"/>
                  </a:ext>
                </a:extLst>
              </p:cNvPr>
              <p:cNvSpPr>
                <a:spLocks noChangeArrowheads="1"/>
              </p:cNvSpPr>
              <p:nvPr/>
            </p:nvSpPr>
            <p:spPr bwMode="auto">
              <a:xfrm>
                <a:off x="890" y="672"/>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874" name="Rectangle 99">
                <a:extLst>
                  <a:ext uri="{FF2B5EF4-FFF2-40B4-BE49-F238E27FC236}">
                    <a16:creationId xmlns:a16="http://schemas.microsoft.com/office/drawing/2014/main" id="{44FE2006-E58C-4DC1-A032-4D44289CCE8D}"/>
                  </a:ext>
                </a:extLst>
              </p:cNvPr>
              <p:cNvSpPr>
                <a:spLocks noChangeArrowheads="1"/>
              </p:cNvSpPr>
              <p:nvPr/>
            </p:nvSpPr>
            <p:spPr bwMode="auto">
              <a:xfrm>
                <a:off x="919" y="672"/>
                <a:ext cx="3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875" name="Rectangle 100">
                <a:extLst>
                  <a:ext uri="{FF2B5EF4-FFF2-40B4-BE49-F238E27FC236}">
                    <a16:creationId xmlns:a16="http://schemas.microsoft.com/office/drawing/2014/main" id="{8E7183D8-DE13-4EED-AB13-AA5E77A10152}"/>
                  </a:ext>
                </a:extLst>
              </p:cNvPr>
              <p:cNvSpPr>
                <a:spLocks noChangeArrowheads="1"/>
              </p:cNvSpPr>
              <p:nvPr/>
            </p:nvSpPr>
            <p:spPr bwMode="auto">
              <a:xfrm>
                <a:off x="955" y="672"/>
                <a:ext cx="2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65876" name="Rectangle 101">
                <a:extLst>
                  <a:ext uri="{FF2B5EF4-FFF2-40B4-BE49-F238E27FC236}">
                    <a16:creationId xmlns:a16="http://schemas.microsoft.com/office/drawing/2014/main" id="{20D11EDA-9E70-418F-8F12-A7844AFEF820}"/>
                  </a:ext>
                </a:extLst>
              </p:cNvPr>
              <p:cNvSpPr>
                <a:spLocks noChangeArrowheads="1"/>
              </p:cNvSpPr>
              <p:nvPr/>
            </p:nvSpPr>
            <p:spPr bwMode="auto">
              <a:xfrm>
                <a:off x="982" y="672"/>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n</a:t>
                </a:r>
                <a:endParaRPr lang="en-US" altLang="zh-TW" sz="1800" b="0">
                  <a:latin typeface="Times New Roman" panose="02020603050405020304" pitchFamily="18" charset="0"/>
                  <a:ea typeface="新細明體" panose="02020500000000000000" pitchFamily="18" charset="-120"/>
                </a:endParaRPr>
              </a:p>
            </p:txBody>
          </p:sp>
          <p:sp>
            <p:nvSpPr>
              <p:cNvPr id="65877" name="Rectangle 102">
                <a:extLst>
                  <a:ext uri="{FF2B5EF4-FFF2-40B4-BE49-F238E27FC236}">
                    <a16:creationId xmlns:a16="http://schemas.microsoft.com/office/drawing/2014/main" id="{F27D2A47-C342-44AF-8BF7-B55B138B4F21}"/>
                  </a:ext>
                </a:extLst>
              </p:cNvPr>
              <p:cNvSpPr>
                <a:spLocks noChangeArrowheads="1"/>
              </p:cNvSpPr>
              <p:nvPr/>
            </p:nvSpPr>
            <p:spPr bwMode="auto">
              <a:xfrm>
                <a:off x="1041" y="672"/>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878" name="Rectangle 103">
                <a:extLst>
                  <a:ext uri="{FF2B5EF4-FFF2-40B4-BE49-F238E27FC236}">
                    <a16:creationId xmlns:a16="http://schemas.microsoft.com/office/drawing/2014/main" id="{AAA32ADD-B5D8-4CA6-BE6D-6C5736639F16}"/>
                  </a:ext>
                </a:extLst>
              </p:cNvPr>
              <p:cNvSpPr>
                <a:spLocks noChangeArrowheads="1"/>
              </p:cNvSpPr>
              <p:nvPr/>
            </p:nvSpPr>
            <p:spPr bwMode="auto">
              <a:xfrm>
                <a:off x="1073" y="672"/>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879" name="Rectangle 104">
                <a:extLst>
                  <a:ext uri="{FF2B5EF4-FFF2-40B4-BE49-F238E27FC236}">
                    <a16:creationId xmlns:a16="http://schemas.microsoft.com/office/drawing/2014/main" id="{2752A7FA-1329-42DB-B821-AD03E6FD3043}"/>
                  </a:ext>
                </a:extLst>
              </p:cNvPr>
              <p:cNvSpPr>
                <a:spLocks noChangeArrowheads="1"/>
              </p:cNvSpPr>
              <p:nvPr/>
            </p:nvSpPr>
            <p:spPr bwMode="auto">
              <a:xfrm>
                <a:off x="1126" y="672"/>
                <a:ext cx="2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l</a:t>
                </a:r>
                <a:endParaRPr lang="en-US" altLang="zh-TW" sz="1800" b="0">
                  <a:latin typeface="Times New Roman" panose="02020603050405020304" pitchFamily="18" charset="0"/>
                  <a:ea typeface="新細明體" panose="02020500000000000000" pitchFamily="18" charset="-120"/>
                </a:endParaRPr>
              </a:p>
            </p:txBody>
          </p:sp>
          <p:sp>
            <p:nvSpPr>
              <p:cNvPr id="65880" name="Rectangle 105">
                <a:extLst>
                  <a:ext uri="{FF2B5EF4-FFF2-40B4-BE49-F238E27FC236}">
                    <a16:creationId xmlns:a16="http://schemas.microsoft.com/office/drawing/2014/main" id="{BCDE1CBC-2397-450D-AF3F-A85A243E9385}"/>
                  </a:ext>
                </a:extLst>
              </p:cNvPr>
              <p:cNvSpPr>
                <a:spLocks noChangeArrowheads="1"/>
              </p:cNvSpPr>
              <p:nvPr/>
            </p:nvSpPr>
            <p:spPr bwMode="auto">
              <a:xfrm>
                <a:off x="1152" y="672"/>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o</a:t>
                </a:r>
                <a:endParaRPr lang="en-US" altLang="zh-TW" sz="1800" b="0">
                  <a:latin typeface="Times New Roman" panose="02020603050405020304" pitchFamily="18" charset="0"/>
                  <a:ea typeface="新細明體" panose="02020500000000000000" pitchFamily="18" charset="-120"/>
                </a:endParaRPr>
              </a:p>
            </p:txBody>
          </p:sp>
          <p:sp>
            <p:nvSpPr>
              <p:cNvPr id="65881" name="Rectangle 106">
                <a:extLst>
                  <a:ext uri="{FF2B5EF4-FFF2-40B4-BE49-F238E27FC236}">
                    <a16:creationId xmlns:a16="http://schemas.microsoft.com/office/drawing/2014/main" id="{152F5C3A-6647-4F7E-B388-7000BE05DF04}"/>
                  </a:ext>
                </a:extLst>
              </p:cNvPr>
              <p:cNvSpPr>
                <a:spLocks noChangeArrowheads="1"/>
              </p:cNvSpPr>
              <p:nvPr/>
            </p:nvSpPr>
            <p:spPr bwMode="auto">
              <a:xfrm>
                <a:off x="1211" y="672"/>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882" name="Rectangle 107">
                <a:extLst>
                  <a:ext uri="{FF2B5EF4-FFF2-40B4-BE49-F238E27FC236}">
                    <a16:creationId xmlns:a16="http://schemas.microsoft.com/office/drawing/2014/main" id="{7DEDE6F6-0BC0-4E35-8018-2C21127CE026}"/>
                  </a:ext>
                </a:extLst>
              </p:cNvPr>
              <p:cNvSpPr>
                <a:spLocks noChangeArrowheads="1"/>
              </p:cNvSpPr>
              <p:nvPr/>
            </p:nvSpPr>
            <p:spPr bwMode="auto">
              <a:xfrm>
                <a:off x="1267" y="672"/>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k</a:t>
                </a:r>
                <a:endParaRPr lang="en-US" altLang="zh-TW" sz="1800" b="0">
                  <a:latin typeface="Times New Roman" panose="02020603050405020304" pitchFamily="18" charset="0"/>
                  <a:ea typeface="新細明體" panose="02020500000000000000" pitchFamily="18" charset="-120"/>
                </a:endParaRPr>
              </a:p>
            </p:txBody>
          </p:sp>
          <p:sp>
            <p:nvSpPr>
              <p:cNvPr id="65883" name="Rectangle 108">
                <a:extLst>
                  <a:ext uri="{FF2B5EF4-FFF2-40B4-BE49-F238E27FC236}">
                    <a16:creationId xmlns:a16="http://schemas.microsoft.com/office/drawing/2014/main" id="{54C7C335-D330-4740-A283-36A842D4ED1D}"/>
                  </a:ext>
                </a:extLst>
              </p:cNvPr>
              <p:cNvSpPr>
                <a:spLocks noChangeArrowheads="1"/>
              </p:cNvSpPr>
              <p:nvPr/>
            </p:nvSpPr>
            <p:spPr bwMode="auto">
              <a:xfrm>
                <a:off x="1323" y="672"/>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884" name="Rectangle 109">
                <a:extLst>
                  <a:ext uri="{FF2B5EF4-FFF2-40B4-BE49-F238E27FC236}">
                    <a16:creationId xmlns:a16="http://schemas.microsoft.com/office/drawing/2014/main" id="{D35265B9-ADFF-46D6-988D-A95A5F7418F5}"/>
                  </a:ext>
                </a:extLst>
              </p:cNvPr>
              <p:cNvSpPr>
                <a:spLocks noChangeArrowheads="1"/>
              </p:cNvSpPr>
              <p:nvPr/>
            </p:nvSpPr>
            <p:spPr bwMode="auto">
              <a:xfrm>
                <a:off x="1352" y="672"/>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885" name="Rectangle 110">
                <a:extLst>
                  <a:ext uri="{FF2B5EF4-FFF2-40B4-BE49-F238E27FC236}">
                    <a16:creationId xmlns:a16="http://schemas.microsoft.com/office/drawing/2014/main" id="{72874C08-34E3-424C-BED5-D83FDC1A9B6C}"/>
                  </a:ext>
                </a:extLst>
              </p:cNvPr>
              <p:cNvSpPr>
                <a:spLocks noChangeArrowheads="1"/>
              </p:cNvSpPr>
              <p:nvPr/>
            </p:nvSpPr>
            <p:spPr bwMode="auto">
              <a:xfrm>
                <a:off x="1405" y="672"/>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y</a:t>
                </a:r>
                <a:endParaRPr lang="en-US" altLang="zh-TW" sz="1800" b="0">
                  <a:latin typeface="Times New Roman" panose="02020603050405020304" pitchFamily="18" charset="0"/>
                  <a:ea typeface="新細明體" panose="02020500000000000000" pitchFamily="18" charset="-120"/>
                </a:endParaRPr>
              </a:p>
            </p:txBody>
          </p:sp>
          <p:sp>
            <p:nvSpPr>
              <p:cNvPr id="65886" name="Rectangle 111">
                <a:extLst>
                  <a:ext uri="{FF2B5EF4-FFF2-40B4-BE49-F238E27FC236}">
                    <a16:creationId xmlns:a16="http://schemas.microsoft.com/office/drawing/2014/main" id="{3F0684AB-5C4A-431C-9663-972B5C052D6E}"/>
                  </a:ext>
                </a:extLst>
              </p:cNvPr>
              <p:cNvSpPr>
                <a:spLocks noChangeArrowheads="1"/>
              </p:cNvSpPr>
              <p:nvPr/>
            </p:nvSpPr>
            <p:spPr bwMode="auto">
              <a:xfrm>
                <a:off x="1460" y="672"/>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887" name="Rectangle 112">
                <a:extLst>
                  <a:ext uri="{FF2B5EF4-FFF2-40B4-BE49-F238E27FC236}">
                    <a16:creationId xmlns:a16="http://schemas.microsoft.com/office/drawing/2014/main" id="{9814A1C1-C947-489E-8171-3FB128FE45BF}"/>
                  </a:ext>
                </a:extLst>
              </p:cNvPr>
              <p:cNvSpPr>
                <a:spLocks noChangeArrowheads="1"/>
              </p:cNvSpPr>
              <p:nvPr/>
            </p:nvSpPr>
            <p:spPr bwMode="auto">
              <a:xfrm>
                <a:off x="1516" y="672"/>
                <a:ext cx="2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l</a:t>
                </a:r>
                <a:endParaRPr lang="en-US" altLang="zh-TW" sz="1800" b="0">
                  <a:latin typeface="Times New Roman" panose="02020603050405020304" pitchFamily="18" charset="0"/>
                  <a:ea typeface="新細明體" panose="02020500000000000000" pitchFamily="18" charset="-120"/>
                </a:endParaRPr>
              </a:p>
            </p:txBody>
          </p:sp>
          <p:sp>
            <p:nvSpPr>
              <p:cNvPr id="65888" name="Rectangle 113">
                <a:extLst>
                  <a:ext uri="{FF2B5EF4-FFF2-40B4-BE49-F238E27FC236}">
                    <a16:creationId xmlns:a16="http://schemas.microsoft.com/office/drawing/2014/main" id="{FE5EAE0E-37CC-45E6-BFA3-DF4965B01858}"/>
                  </a:ext>
                </a:extLst>
              </p:cNvPr>
              <p:cNvSpPr>
                <a:spLocks noChangeArrowheads="1"/>
              </p:cNvSpPr>
              <p:nvPr/>
            </p:nvSpPr>
            <p:spPr bwMode="auto">
              <a:xfrm>
                <a:off x="1539" y="672"/>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889" name="Rectangle 114">
                <a:extLst>
                  <a:ext uri="{FF2B5EF4-FFF2-40B4-BE49-F238E27FC236}">
                    <a16:creationId xmlns:a16="http://schemas.microsoft.com/office/drawing/2014/main" id="{B3D94058-96B1-40CD-9B0C-467E93174BE2}"/>
                  </a:ext>
                </a:extLst>
              </p:cNvPr>
              <p:cNvSpPr>
                <a:spLocks noChangeArrowheads="1"/>
              </p:cNvSpPr>
              <p:nvPr/>
            </p:nvSpPr>
            <p:spPr bwMode="auto">
              <a:xfrm>
                <a:off x="1601" y="672"/>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s</a:t>
                </a:r>
                <a:endParaRPr lang="en-US" altLang="zh-TW" sz="1800" b="0">
                  <a:latin typeface="Times New Roman" panose="02020603050405020304" pitchFamily="18" charset="0"/>
                  <a:ea typeface="新細明體" panose="02020500000000000000" pitchFamily="18" charset="-120"/>
                </a:endParaRPr>
              </a:p>
            </p:txBody>
          </p:sp>
          <p:sp>
            <p:nvSpPr>
              <p:cNvPr id="65890" name="Rectangle 115">
                <a:extLst>
                  <a:ext uri="{FF2B5EF4-FFF2-40B4-BE49-F238E27FC236}">
                    <a16:creationId xmlns:a16="http://schemas.microsoft.com/office/drawing/2014/main" id="{B146AE04-4D4B-4865-BE90-1CE9EBF550CD}"/>
                  </a:ext>
                </a:extLst>
              </p:cNvPr>
              <p:cNvSpPr>
                <a:spLocks noChangeArrowheads="1"/>
              </p:cNvSpPr>
              <p:nvPr/>
            </p:nvSpPr>
            <p:spPr bwMode="auto">
              <a:xfrm>
                <a:off x="1654" y="672"/>
                <a:ext cx="3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891" name="Rectangle 116">
                <a:extLst>
                  <a:ext uri="{FF2B5EF4-FFF2-40B4-BE49-F238E27FC236}">
                    <a16:creationId xmlns:a16="http://schemas.microsoft.com/office/drawing/2014/main" id="{2CF3A1E7-9D0B-4049-9DE4-F3E0B9919C49}"/>
                  </a:ext>
                </a:extLst>
              </p:cNvPr>
              <p:cNvSpPr>
                <a:spLocks noChangeArrowheads="1"/>
              </p:cNvSpPr>
              <p:nvPr/>
            </p:nvSpPr>
            <p:spPr bwMode="auto">
              <a:xfrm>
                <a:off x="312" y="1698"/>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s</a:t>
                </a:r>
                <a:endParaRPr lang="en-US" altLang="zh-TW" sz="1800" b="0">
                  <a:latin typeface="Times New Roman" panose="02020603050405020304" pitchFamily="18" charset="0"/>
                  <a:ea typeface="新細明體" panose="02020500000000000000" pitchFamily="18" charset="-120"/>
                </a:endParaRPr>
              </a:p>
            </p:txBody>
          </p:sp>
          <p:sp>
            <p:nvSpPr>
              <p:cNvPr id="65892" name="Rectangle 117">
                <a:extLst>
                  <a:ext uri="{FF2B5EF4-FFF2-40B4-BE49-F238E27FC236}">
                    <a16:creationId xmlns:a16="http://schemas.microsoft.com/office/drawing/2014/main" id="{F1BA1CF1-7FD1-48DE-8845-1FCFED535764}"/>
                  </a:ext>
                </a:extLst>
              </p:cNvPr>
              <p:cNvSpPr>
                <a:spLocks noChangeArrowheads="1"/>
              </p:cNvSpPr>
              <p:nvPr/>
            </p:nvSpPr>
            <p:spPr bwMode="auto">
              <a:xfrm>
                <a:off x="365" y="1698"/>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u</a:t>
                </a:r>
                <a:endParaRPr lang="en-US" altLang="zh-TW" sz="1800" b="0">
                  <a:latin typeface="Times New Roman" panose="02020603050405020304" pitchFamily="18" charset="0"/>
                  <a:ea typeface="新細明體" panose="02020500000000000000" pitchFamily="18" charset="-120"/>
                </a:endParaRPr>
              </a:p>
            </p:txBody>
          </p:sp>
          <p:sp>
            <p:nvSpPr>
              <p:cNvPr id="65893" name="Rectangle 118">
                <a:extLst>
                  <a:ext uri="{FF2B5EF4-FFF2-40B4-BE49-F238E27FC236}">
                    <a16:creationId xmlns:a16="http://schemas.microsoft.com/office/drawing/2014/main" id="{390FA70C-60B1-4EB4-83C3-26B0AB6BBDDE}"/>
                  </a:ext>
                </a:extLst>
              </p:cNvPr>
              <p:cNvSpPr>
                <a:spLocks noChangeArrowheads="1"/>
              </p:cNvSpPr>
              <p:nvPr/>
            </p:nvSpPr>
            <p:spPr bwMode="auto">
              <a:xfrm>
                <a:off x="427" y="1698"/>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b</a:t>
                </a:r>
                <a:endParaRPr lang="en-US" altLang="zh-TW" sz="1800" b="0">
                  <a:latin typeface="Times New Roman" panose="02020603050405020304" pitchFamily="18" charset="0"/>
                  <a:ea typeface="新細明體" panose="02020500000000000000" pitchFamily="18" charset="-120"/>
                </a:endParaRPr>
              </a:p>
            </p:txBody>
          </p:sp>
          <p:sp>
            <p:nvSpPr>
              <p:cNvPr id="65894" name="Rectangle 119">
                <a:extLst>
                  <a:ext uri="{FF2B5EF4-FFF2-40B4-BE49-F238E27FC236}">
                    <a16:creationId xmlns:a16="http://schemas.microsoft.com/office/drawing/2014/main" id="{F304D510-4208-4BE9-B1C1-21BCA1785C6A}"/>
                  </a:ext>
                </a:extLst>
              </p:cNvPr>
              <p:cNvSpPr>
                <a:spLocks noChangeArrowheads="1"/>
              </p:cNvSpPr>
              <p:nvPr/>
            </p:nvSpPr>
            <p:spPr bwMode="auto">
              <a:xfrm>
                <a:off x="486" y="1698"/>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895" name="Rectangle 120">
                <a:extLst>
                  <a:ext uri="{FF2B5EF4-FFF2-40B4-BE49-F238E27FC236}">
                    <a16:creationId xmlns:a16="http://schemas.microsoft.com/office/drawing/2014/main" id="{9EDC5C0F-7773-4A9A-B879-EC4ACCF6CA65}"/>
                  </a:ext>
                </a:extLst>
              </p:cNvPr>
              <p:cNvSpPr>
                <a:spLocks noChangeArrowheads="1"/>
              </p:cNvSpPr>
              <p:nvPr/>
            </p:nvSpPr>
            <p:spPr bwMode="auto">
              <a:xfrm>
                <a:off x="519" y="1698"/>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896" name="Rectangle 121">
                <a:extLst>
                  <a:ext uri="{FF2B5EF4-FFF2-40B4-BE49-F238E27FC236}">
                    <a16:creationId xmlns:a16="http://schemas.microsoft.com/office/drawing/2014/main" id="{1EFC7BB2-6833-4175-A231-6B220546E1EA}"/>
                  </a:ext>
                </a:extLst>
              </p:cNvPr>
              <p:cNvSpPr>
                <a:spLocks noChangeArrowheads="1"/>
              </p:cNvSpPr>
              <p:nvPr/>
            </p:nvSpPr>
            <p:spPr bwMode="auto">
              <a:xfrm>
                <a:off x="578" y="1698"/>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65897" name="Rectangle 122">
                <a:extLst>
                  <a:ext uri="{FF2B5EF4-FFF2-40B4-BE49-F238E27FC236}">
                    <a16:creationId xmlns:a16="http://schemas.microsoft.com/office/drawing/2014/main" id="{899E108C-2097-41BA-824F-B75A94C1B89C}"/>
                  </a:ext>
                </a:extLst>
              </p:cNvPr>
              <p:cNvSpPr>
                <a:spLocks noChangeArrowheads="1"/>
              </p:cNvSpPr>
              <p:nvPr/>
            </p:nvSpPr>
            <p:spPr bwMode="auto">
              <a:xfrm>
                <a:off x="640" y="1698"/>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898" name="Rectangle 123">
                <a:extLst>
                  <a:ext uri="{FF2B5EF4-FFF2-40B4-BE49-F238E27FC236}">
                    <a16:creationId xmlns:a16="http://schemas.microsoft.com/office/drawing/2014/main" id="{69E5CB9A-2233-477D-BED4-E334BA863CC8}"/>
                  </a:ext>
                </a:extLst>
              </p:cNvPr>
              <p:cNvSpPr>
                <a:spLocks noChangeArrowheads="1"/>
              </p:cNvSpPr>
              <p:nvPr/>
            </p:nvSpPr>
            <p:spPr bwMode="auto">
              <a:xfrm>
                <a:off x="670" y="1698"/>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899" name="Rectangle 124">
                <a:extLst>
                  <a:ext uri="{FF2B5EF4-FFF2-40B4-BE49-F238E27FC236}">
                    <a16:creationId xmlns:a16="http://schemas.microsoft.com/office/drawing/2014/main" id="{C03A9398-6F99-4849-BCF2-498DEDFE8C15}"/>
                  </a:ext>
                </a:extLst>
              </p:cNvPr>
              <p:cNvSpPr>
                <a:spLocks noChangeArrowheads="1"/>
              </p:cNvSpPr>
              <p:nvPr/>
            </p:nvSpPr>
            <p:spPr bwMode="auto">
              <a:xfrm>
                <a:off x="699" y="1698"/>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900" name="Rectangle 125">
                <a:extLst>
                  <a:ext uri="{FF2B5EF4-FFF2-40B4-BE49-F238E27FC236}">
                    <a16:creationId xmlns:a16="http://schemas.microsoft.com/office/drawing/2014/main" id="{94FD5074-5695-4A22-922E-630B0E094468}"/>
                  </a:ext>
                </a:extLst>
              </p:cNvPr>
              <p:cNvSpPr>
                <a:spLocks noChangeArrowheads="1"/>
              </p:cNvSpPr>
              <p:nvPr/>
            </p:nvSpPr>
            <p:spPr bwMode="auto">
              <a:xfrm>
                <a:off x="762" y="1698"/>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65901" name="Rectangle 126">
                <a:extLst>
                  <a:ext uri="{FF2B5EF4-FFF2-40B4-BE49-F238E27FC236}">
                    <a16:creationId xmlns:a16="http://schemas.microsoft.com/office/drawing/2014/main" id="{58DAA010-CF21-4451-BE18-C8AED862F062}"/>
                  </a:ext>
                </a:extLst>
              </p:cNvPr>
              <p:cNvSpPr>
                <a:spLocks noChangeArrowheads="1"/>
              </p:cNvSpPr>
              <p:nvPr/>
            </p:nvSpPr>
            <p:spPr bwMode="auto">
              <a:xfrm>
                <a:off x="821" y="1698"/>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902" name="Rectangle 127">
                <a:extLst>
                  <a:ext uri="{FF2B5EF4-FFF2-40B4-BE49-F238E27FC236}">
                    <a16:creationId xmlns:a16="http://schemas.microsoft.com/office/drawing/2014/main" id="{C813C8FE-253B-4D4D-9FDD-2F5F29ABFF95}"/>
                  </a:ext>
                </a:extLst>
              </p:cNvPr>
              <p:cNvSpPr>
                <a:spLocks noChangeArrowheads="1"/>
              </p:cNvSpPr>
              <p:nvPr/>
            </p:nvSpPr>
            <p:spPr bwMode="auto">
              <a:xfrm>
                <a:off x="854" y="1698"/>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903" name="Rectangle 128">
                <a:extLst>
                  <a:ext uri="{FF2B5EF4-FFF2-40B4-BE49-F238E27FC236}">
                    <a16:creationId xmlns:a16="http://schemas.microsoft.com/office/drawing/2014/main" id="{14FB4EBB-F18C-4479-B8C9-ED73683F4E77}"/>
                  </a:ext>
                </a:extLst>
              </p:cNvPr>
              <p:cNvSpPr>
                <a:spLocks noChangeArrowheads="1"/>
              </p:cNvSpPr>
              <p:nvPr/>
            </p:nvSpPr>
            <p:spPr bwMode="auto">
              <a:xfrm>
                <a:off x="883" y="1698"/>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904" name="Rectangle 129">
                <a:extLst>
                  <a:ext uri="{FF2B5EF4-FFF2-40B4-BE49-F238E27FC236}">
                    <a16:creationId xmlns:a16="http://schemas.microsoft.com/office/drawing/2014/main" id="{0C6C11B2-139F-4E23-885E-FEA307B7253D}"/>
                  </a:ext>
                </a:extLst>
              </p:cNvPr>
              <p:cNvSpPr>
                <a:spLocks noChangeArrowheads="1"/>
              </p:cNvSpPr>
              <p:nvPr/>
            </p:nvSpPr>
            <p:spPr bwMode="auto">
              <a:xfrm>
                <a:off x="942" y="1698"/>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3</a:t>
                </a:r>
                <a:endParaRPr lang="zh-TW" altLang="en-US" sz="1800" b="0">
                  <a:latin typeface="Times New Roman" panose="02020603050405020304" pitchFamily="18" charset="0"/>
                  <a:ea typeface="新細明體" panose="02020500000000000000" pitchFamily="18" charset="-120"/>
                </a:endParaRPr>
              </a:p>
            </p:txBody>
          </p:sp>
          <p:sp>
            <p:nvSpPr>
              <p:cNvPr id="65905" name="Line 130">
                <a:extLst>
                  <a:ext uri="{FF2B5EF4-FFF2-40B4-BE49-F238E27FC236}">
                    <a16:creationId xmlns:a16="http://schemas.microsoft.com/office/drawing/2014/main" id="{17871FF7-FA67-4032-B328-C75DCA9DA57A}"/>
                  </a:ext>
                </a:extLst>
              </p:cNvPr>
              <p:cNvSpPr>
                <a:spLocks noChangeShapeType="1"/>
              </p:cNvSpPr>
              <p:nvPr/>
            </p:nvSpPr>
            <p:spPr bwMode="auto">
              <a:xfrm>
                <a:off x="188" y="1653"/>
                <a:ext cx="3" cy="2197"/>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906" name="Freeform 131">
                <a:extLst>
                  <a:ext uri="{FF2B5EF4-FFF2-40B4-BE49-F238E27FC236}">
                    <a16:creationId xmlns:a16="http://schemas.microsoft.com/office/drawing/2014/main" id="{EAB55367-899C-480E-B204-1FBFE4387CE3}"/>
                  </a:ext>
                </a:extLst>
              </p:cNvPr>
              <p:cNvSpPr>
                <a:spLocks/>
              </p:cNvSpPr>
              <p:nvPr/>
            </p:nvSpPr>
            <p:spPr bwMode="auto">
              <a:xfrm>
                <a:off x="168" y="3838"/>
                <a:ext cx="43" cy="38"/>
              </a:xfrm>
              <a:custGeom>
                <a:avLst/>
                <a:gdLst>
                  <a:gd name="T0" fmla="*/ 43 w 43"/>
                  <a:gd name="T1" fmla="*/ 0 h 38"/>
                  <a:gd name="T2" fmla="*/ 0 w 43"/>
                  <a:gd name="T3" fmla="*/ 3 h 38"/>
                  <a:gd name="T4" fmla="*/ 23 w 43"/>
                  <a:gd name="T5" fmla="*/ 38 h 38"/>
                  <a:gd name="T6" fmla="*/ 43 w 43"/>
                  <a:gd name="T7" fmla="*/ 3 h 38"/>
                  <a:gd name="T8" fmla="*/ 43 w 43"/>
                  <a:gd name="T9" fmla="*/ 3 h 38"/>
                  <a:gd name="T10" fmla="*/ 43 w 43"/>
                  <a:gd name="T11" fmla="*/ 0 h 38"/>
                  <a:gd name="T12" fmla="*/ 0 60000 65536"/>
                  <a:gd name="T13" fmla="*/ 0 60000 65536"/>
                  <a:gd name="T14" fmla="*/ 0 60000 65536"/>
                  <a:gd name="T15" fmla="*/ 0 60000 65536"/>
                  <a:gd name="T16" fmla="*/ 0 60000 65536"/>
                  <a:gd name="T17" fmla="*/ 0 60000 65536"/>
                  <a:gd name="T18" fmla="*/ 0 w 43"/>
                  <a:gd name="T19" fmla="*/ 0 h 38"/>
                  <a:gd name="T20" fmla="*/ 43 w 43"/>
                  <a:gd name="T21" fmla="*/ 38 h 38"/>
                </a:gdLst>
                <a:ahLst/>
                <a:cxnLst>
                  <a:cxn ang="T12">
                    <a:pos x="T0" y="T1"/>
                  </a:cxn>
                  <a:cxn ang="T13">
                    <a:pos x="T2" y="T3"/>
                  </a:cxn>
                  <a:cxn ang="T14">
                    <a:pos x="T4" y="T5"/>
                  </a:cxn>
                  <a:cxn ang="T15">
                    <a:pos x="T6" y="T7"/>
                  </a:cxn>
                  <a:cxn ang="T16">
                    <a:pos x="T8" y="T9"/>
                  </a:cxn>
                  <a:cxn ang="T17">
                    <a:pos x="T10" y="T11"/>
                  </a:cxn>
                </a:cxnLst>
                <a:rect l="T18" t="T19" r="T20" b="T21"/>
                <a:pathLst>
                  <a:path w="43" h="38">
                    <a:moveTo>
                      <a:pt x="43" y="0"/>
                    </a:moveTo>
                    <a:lnTo>
                      <a:pt x="0" y="3"/>
                    </a:lnTo>
                    <a:lnTo>
                      <a:pt x="23" y="38"/>
                    </a:lnTo>
                    <a:lnTo>
                      <a:pt x="43" y="3"/>
                    </a:lnTo>
                    <a:lnTo>
                      <a:pt x="4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907" name="Rectangle 132">
                <a:extLst>
                  <a:ext uri="{FF2B5EF4-FFF2-40B4-BE49-F238E27FC236}">
                    <a16:creationId xmlns:a16="http://schemas.microsoft.com/office/drawing/2014/main" id="{6719264C-FC24-4CC6-9919-67A082B95E51}"/>
                  </a:ext>
                </a:extLst>
              </p:cNvPr>
              <p:cNvSpPr>
                <a:spLocks noChangeArrowheads="1"/>
              </p:cNvSpPr>
              <p:nvPr/>
            </p:nvSpPr>
            <p:spPr bwMode="auto">
              <a:xfrm>
                <a:off x="112" y="1161"/>
                <a:ext cx="6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P</a:t>
                </a:r>
                <a:endParaRPr lang="en-US" altLang="zh-TW" sz="1800" b="0">
                  <a:latin typeface="Times New Roman" panose="02020603050405020304" pitchFamily="18" charset="0"/>
                  <a:ea typeface="新細明體" panose="02020500000000000000" pitchFamily="18" charset="-120"/>
                </a:endParaRPr>
              </a:p>
            </p:txBody>
          </p:sp>
          <p:sp>
            <p:nvSpPr>
              <p:cNvPr id="65908" name="Rectangle 133">
                <a:extLst>
                  <a:ext uri="{FF2B5EF4-FFF2-40B4-BE49-F238E27FC236}">
                    <a16:creationId xmlns:a16="http://schemas.microsoft.com/office/drawing/2014/main" id="{44A8A571-6C17-4C7B-8813-D7BC567942CA}"/>
                  </a:ext>
                </a:extLst>
              </p:cNvPr>
              <p:cNvSpPr>
                <a:spLocks noChangeArrowheads="1"/>
              </p:cNvSpPr>
              <p:nvPr/>
            </p:nvSpPr>
            <p:spPr bwMode="auto">
              <a:xfrm>
                <a:off x="184" y="1161"/>
                <a:ext cx="3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909" name="Rectangle 134">
                <a:extLst>
                  <a:ext uri="{FF2B5EF4-FFF2-40B4-BE49-F238E27FC236}">
                    <a16:creationId xmlns:a16="http://schemas.microsoft.com/office/drawing/2014/main" id="{536361BD-D3D5-4119-9BF5-4C495B8480C7}"/>
                  </a:ext>
                </a:extLst>
              </p:cNvPr>
              <p:cNvSpPr>
                <a:spLocks noChangeArrowheads="1"/>
              </p:cNvSpPr>
              <p:nvPr/>
            </p:nvSpPr>
            <p:spPr bwMode="auto">
              <a:xfrm>
                <a:off x="221" y="1161"/>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o</a:t>
                </a:r>
                <a:endParaRPr lang="en-US" altLang="zh-TW" sz="1800" b="0">
                  <a:latin typeface="Times New Roman" panose="02020603050405020304" pitchFamily="18" charset="0"/>
                  <a:ea typeface="新細明體" panose="02020500000000000000" pitchFamily="18" charset="-120"/>
                </a:endParaRPr>
              </a:p>
            </p:txBody>
          </p:sp>
          <p:sp>
            <p:nvSpPr>
              <p:cNvPr id="65910" name="Rectangle 135">
                <a:extLst>
                  <a:ext uri="{FF2B5EF4-FFF2-40B4-BE49-F238E27FC236}">
                    <a16:creationId xmlns:a16="http://schemas.microsoft.com/office/drawing/2014/main" id="{E4D3F40F-D55C-4744-8966-8233990D3799}"/>
                  </a:ext>
                </a:extLst>
              </p:cNvPr>
              <p:cNvSpPr>
                <a:spLocks noChangeArrowheads="1"/>
              </p:cNvSpPr>
              <p:nvPr/>
            </p:nvSpPr>
            <p:spPr bwMode="auto">
              <a:xfrm>
                <a:off x="283" y="1161"/>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65911" name="Rectangle 136">
                <a:extLst>
                  <a:ext uri="{FF2B5EF4-FFF2-40B4-BE49-F238E27FC236}">
                    <a16:creationId xmlns:a16="http://schemas.microsoft.com/office/drawing/2014/main" id="{71AA5D9D-EA5C-4EA2-8A4B-CAC5E843FCC2}"/>
                  </a:ext>
                </a:extLst>
              </p:cNvPr>
              <p:cNvSpPr>
                <a:spLocks noChangeArrowheads="1"/>
              </p:cNvSpPr>
              <p:nvPr/>
            </p:nvSpPr>
            <p:spPr bwMode="auto">
              <a:xfrm>
                <a:off x="342" y="1161"/>
                <a:ext cx="3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912" name="Rectangle 137">
                <a:extLst>
                  <a:ext uri="{FF2B5EF4-FFF2-40B4-BE49-F238E27FC236}">
                    <a16:creationId xmlns:a16="http://schemas.microsoft.com/office/drawing/2014/main" id="{28EEF06E-037B-4943-AD19-3703F93B3523}"/>
                  </a:ext>
                </a:extLst>
              </p:cNvPr>
              <p:cNvSpPr>
                <a:spLocks noChangeArrowheads="1"/>
              </p:cNvSpPr>
              <p:nvPr/>
            </p:nvSpPr>
            <p:spPr bwMode="auto">
              <a:xfrm>
                <a:off x="378" y="1161"/>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a</a:t>
                </a:r>
                <a:endParaRPr lang="en-US" altLang="zh-TW" sz="1800" b="0">
                  <a:latin typeface="Times New Roman" panose="02020603050405020304" pitchFamily="18" charset="0"/>
                  <a:ea typeface="新細明體" panose="02020500000000000000" pitchFamily="18" charset="-120"/>
                </a:endParaRPr>
              </a:p>
            </p:txBody>
          </p:sp>
          <p:sp>
            <p:nvSpPr>
              <p:cNvPr id="65913" name="Rectangle 138">
                <a:extLst>
                  <a:ext uri="{FF2B5EF4-FFF2-40B4-BE49-F238E27FC236}">
                    <a16:creationId xmlns:a16="http://schemas.microsoft.com/office/drawing/2014/main" id="{DF855332-8C33-48F4-BE5A-AA62B38F0E9D}"/>
                  </a:ext>
                </a:extLst>
              </p:cNvPr>
              <p:cNvSpPr>
                <a:spLocks noChangeArrowheads="1"/>
              </p:cNvSpPr>
              <p:nvPr/>
            </p:nvSpPr>
            <p:spPr bwMode="auto">
              <a:xfrm>
                <a:off x="440" y="1161"/>
                <a:ext cx="81"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65914" name="Rectangle 139">
                <a:extLst>
                  <a:ext uri="{FF2B5EF4-FFF2-40B4-BE49-F238E27FC236}">
                    <a16:creationId xmlns:a16="http://schemas.microsoft.com/office/drawing/2014/main" id="{7C5EDF6E-AD20-4ED0-A401-6732FFA2B085}"/>
                  </a:ext>
                </a:extLst>
              </p:cNvPr>
              <p:cNvSpPr>
                <a:spLocks noChangeArrowheads="1"/>
              </p:cNvSpPr>
              <p:nvPr/>
            </p:nvSpPr>
            <p:spPr bwMode="auto">
              <a:xfrm>
                <a:off x="532" y="1161"/>
                <a:ext cx="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915" name="Rectangle 140">
                <a:extLst>
                  <a:ext uri="{FF2B5EF4-FFF2-40B4-BE49-F238E27FC236}">
                    <a16:creationId xmlns:a16="http://schemas.microsoft.com/office/drawing/2014/main" id="{41B6CC7D-2574-42FF-93DB-B2CACFC28686}"/>
                  </a:ext>
                </a:extLst>
              </p:cNvPr>
              <p:cNvSpPr>
                <a:spLocks noChangeArrowheads="1"/>
              </p:cNvSpPr>
              <p:nvPr/>
            </p:nvSpPr>
            <p:spPr bwMode="auto">
              <a:xfrm>
                <a:off x="112" y="1280"/>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916" name="Rectangle 141">
                <a:extLst>
                  <a:ext uri="{FF2B5EF4-FFF2-40B4-BE49-F238E27FC236}">
                    <a16:creationId xmlns:a16="http://schemas.microsoft.com/office/drawing/2014/main" id="{8121D464-0265-458E-89D4-E694C4F19FC2}"/>
                  </a:ext>
                </a:extLst>
              </p:cNvPr>
              <p:cNvSpPr>
                <a:spLocks noChangeArrowheads="1"/>
              </p:cNvSpPr>
              <p:nvPr/>
            </p:nvSpPr>
            <p:spPr bwMode="auto">
              <a:xfrm>
                <a:off x="171" y="1280"/>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x</a:t>
                </a:r>
                <a:endParaRPr lang="en-US" altLang="zh-TW" sz="1800" b="0">
                  <a:latin typeface="Times New Roman" panose="02020603050405020304" pitchFamily="18" charset="0"/>
                  <a:ea typeface="新細明體" panose="02020500000000000000" pitchFamily="18" charset="-120"/>
                </a:endParaRPr>
              </a:p>
            </p:txBody>
          </p:sp>
          <p:sp>
            <p:nvSpPr>
              <p:cNvPr id="65917" name="Rectangle 142">
                <a:extLst>
                  <a:ext uri="{FF2B5EF4-FFF2-40B4-BE49-F238E27FC236}">
                    <a16:creationId xmlns:a16="http://schemas.microsoft.com/office/drawing/2014/main" id="{C865656A-709C-4B3D-A1E8-A9DBC394CD78}"/>
                  </a:ext>
                </a:extLst>
              </p:cNvPr>
              <p:cNvSpPr>
                <a:spLocks noChangeArrowheads="1"/>
              </p:cNvSpPr>
              <p:nvPr/>
            </p:nvSpPr>
            <p:spPr bwMode="auto">
              <a:xfrm>
                <a:off x="227" y="1280"/>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918" name="Rectangle 143">
                <a:extLst>
                  <a:ext uri="{FF2B5EF4-FFF2-40B4-BE49-F238E27FC236}">
                    <a16:creationId xmlns:a16="http://schemas.microsoft.com/office/drawing/2014/main" id="{56A2A2D0-D24B-46EB-B35A-770CE5EF877E}"/>
                  </a:ext>
                </a:extLst>
              </p:cNvPr>
              <p:cNvSpPr>
                <a:spLocks noChangeArrowheads="1"/>
              </p:cNvSpPr>
              <p:nvPr/>
            </p:nvSpPr>
            <p:spPr bwMode="auto">
              <a:xfrm>
                <a:off x="289" y="1280"/>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919" name="Rectangle 144">
                <a:extLst>
                  <a:ext uri="{FF2B5EF4-FFF2-40B4-BE49-F238E27FC236}">
                    <a16:creationId xmlns:a16="http://schemas.microsoft.com/office/drawing/2014/main" id="{6F9D6A48-BCA0-42FE-B872-D6B6104CF4FC}"/>
                  </a:ext>
                </a:extLst>
              </p:cNvPr>
              <p:cNvSpPr>
                <a:spLocks noChangeArrowheads="1"/>
              </p:cNvSpPr>
              <p:nvPr/>
            </p:nvSpPr>
            <p:spPr bwMode="auto">
              <a:xfrm>
                <a:off x="342" y="1280"/>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u</a:t>
                </a:r>
                <a:endParaRPr lang="en-US" altLang="zh-TW" sz="1800" b="0">
                  <a:latin typeface="Times New Roman" panose="02020603050405020304" pitchFamily="18" charset="0"/>
                  <a:ea typeface="新細明體" panose="02020500000000000000" pitchFamily="18" charset="-120"/>
                </a:endParaRPr>
              </a:p>
            </p:txBody>
          </p:sp>
          <p:sp>
            <p:nvSpPr>
              <p:cNvPr id="65920" name="Rectangle 145">
                <a:extLst>
                  <a:ext uri="{FF2B5EF4-FFF2-40B4-BE49-F238E27FC236}">
                    <a16:creationId xmlns:a16="http://schemas.microsoft.com/office/drawing/2014/main" id="{D66F45EF-7B87-4A32-A600-657B01968173}"/>
                  </a:ext>
                </a:extLst>
              </p:cNvPr>
              <p:cNvSpPr>
                <a:spLocks noChangeArrowheads="1"/>
              </p:cNvSpPr>
              <p:nvPr/>
            </p:nvSpPr>
            <p:spPr bwMode="auto">
              <a:xfrm>
                <a:off x="404" y="1280"/>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t</a:t>
                </a:r>
                <a:endParaRPr lang="en-US" altLang="zh-TW" sz="1800" b="0">
                  <a:latin typeface="Times New Roman" panose="02020603050405020304" pitchFamily="18" charset="0"/>
                  <a:ea typeface="新細明體" panose="02020500000000000000" pitchFamily="18" charset="-120"/>
                </a:endParaRPr>
              </a:p>
            </p:txBody>
          </p:sp>
          <p:sp>
            <p:nvSpPr>
              <p:cNvPr id="65921" name="Rectangle 146">
                <a:extLst>
                  <a:ext uri="{FF2B5EF4-FFF2-40B4-BE49-F238E27FC236}">
                    <a16:creationId xmlns:a16="http://schemas.microsoft.com/office/drawing/2014/main" id="{F9FB97FA-2ED8-434D-A458-B5DA0517602E}"/>
                  </a:ext>
                </a:extLst>
              </p:cNvPr>
              <p:cNvSpPr>
                <a:spLocks noChangeArrowheads="1"/>
              </p:cNvSpPr>
              <p:nvPr/>
            </p:nvSpPr>
            <p:spPr bwMode="auto">
              <a:xfrm>
                <a:off x="434" y="1280"/>
                <a:ext cx="2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65922" name="Rectangle 147">
                <a:extLst>
                  <a:ext uri="{FF2B5EF4-FFF2-40B4-BE49-F238E27FC236}">
                    <a16:creationId xmlns:a16="http://schemas.microsoft.com/office/drawing/2014/main" id="{E4FF87D9-5D68-4FEB-83BA-96BC38133E45}"/>
                  </a:ext>
                </a:extLst>
              </p:cNvPr>
              <p:cNvSpPr>
                <a:spLocks noChangeArrowheads="1"/>
              </p:cNvSpPr>
              <p:nvPr/>
            </p:nvSpPr>
            <p:spPr bwMode="auto">
              <a:xfrm>
                <a:off x="460" y="1280"/>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o</a:t>
                </a:r>
                <a:endParaRPr lang="en-US" altLang="zh-TW" sz="1800" b="0">
                  <a:latin typeface="Times New Roman" panose="02020603050405020304" pitchFamily="18" charset="0"/>
                  <a:ea typeface="新細明體" panose="02020500000000000000" pitchFamily="18" charset="-120"/>
                </a:endParaRPr>
              </a:p>
            </p:txBody>
          </p:sp>
          <p:sp>
            <p:nvSpPr>
              <p:cNvPr id="65923" name="Rectangle 148">
                <a:extLst>
                  <a:ext uri="{FF2B5EF4-FFF2-40B4-BE49-F238E27FC236}">
                    <a16:creationId xmlns:a16="http://schemas.microsoft.com/office/drawing/2014/main" id="{678BA468-7238-40C3-BB21-96A1A718948F}"/>
                  </a:ext>
                </a:extLst>
              </p:cNvPr>
              <p:cNvSpPr>
                <a:spLocks noChangeArrowheads="1"/>
              </p:cNvSpPr>
              <p:nvPr/>
            </p:nvSpPr>
            <p:spPr bwMode="auto">
              <a:xfrm>
                <a:off x="519" y="1280"/>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n</a:t>
                </a:r>
                <a:endParaRPr lang="en-US" altLang="zh-TW" sz="1800" b="0">
                  <a:latin typeface="Times New Roman" panose="02020603050405020304" pitchFamily="18" charset="0"/>
                  <a:ea typeface="新細明體" panose="02020500000000000000" pitchFamily="18" charset="-120"/>
                </a:endParaRPr>
              </a:p>
            </p:txBody>
          </p:sp>
          <p:sp>
            <p:nvSpPr>
              <p:cNvPr id="65924" name="Rectangle 149">
                <a:extLst>
                  <a:ext uri="{FF2B5EF4-FFF2-40B4-BE49-F238E27FC236}">
                    <a16:creationId xmlns:a16="http://schemas.microsoft.com/office/drawing/2014/main" id="{615F75BF-90AA-4BC0-BA9C-068AA02DEDD8}"/>
                  </a:ext>
                </a:extLst>
              </p:cNvPr>
              <p:cNvSpPr>
                <a:spLocks noChangeArrowheads="1"/>
              </p:cNvSpPr>
              <p:nvPr/>
            </p:nvSpPr>
            <p:spPr bwMode="auto">
              <a:xfrm>
                <a:off x="581" y="1280"/>
                <a:ext cx="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925" name="Rectangle 150">
                <a:extLst>
                  <a:ext uri="{FF2B5EF4-FFF2-40B4-BE49-F238E27FC236}">
                    <a16:creationId xmlns:a16="http://schemas.microsoft.com/office/drawing/2014/main" id="{DDA3911A-A69D-473A-973D-C9E131BC9EAE}"/>
                  </a:ext>
                </a:extLst>
              </p:cNvPr>
              <p:cNvSpPr>
                <a:spLocks noChangeArrowheads="1"/>
              </p:cNvSpPr>
              <p:nvPr/>
            </p:nvSpPr>
            <p:spPr bwMode="auto">
              <a:xfrm>
                <a:off x="112" y="1395"/>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o</a:t>
                </a:r>
                <a:endParaRPr lang="en-US" altLang="zh-TW" sz="1800" b="0">
                  <a:latin typeface="Times New Roman" panose="02020603050405020304" pitchFamily="18" charset="0"/>
                  <a:ea typeface="新細明體" panose="02020500000000000000" pitchFamily="18" charset="-120"/>
                </a:endParaRPr>
              </a:p>
            </p:txBody>
          </p:sp>
          <p:sp>
            <p:nvSpPr>
              <p:cNvPr id="65926" name="Rectangle 151">
                <a:extLst>
                  <a:ext uri="{FF2B5EF4-FFF2-40B4-BE49-F238E27FC236}">
                    <a16:creationId xmlns:a16="http://schemas.microsoft.com/office/drawing/2014/main" id="{05008E26-B81E-4857-BF3D-A263FFE67501}"/>
                  </a:ext>
                </a:extLst>
              </p:cNvPr>
              <p:cNvSpPr>
                <a:spLocks noChangeArrowheads="1"/>
              </p:cNvSpPr>
              <p:nvPr/>
            </p:nvSpPr>
            <p:spPr bwMode="auto">
              <a:xfrm>
                <a:off x="171" y="1395"/>
                <a:ext cx="3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927" name="Rectangle 152">
                <a:extLst>
                  <a:ext uri="{FF2B5EF4-FFF2-40B4-BE49-F238E27FC236}">
                    <a16:creationId xmlns:a16="http://schemas.microsoft.com/office/drawing/2014/main" id="{E9F4023F-B9A3-4C75-8BB4-2DF2814EB614}"/>
                  </a:ext>
                </a:extLst>
              </p:cNvPr>
              <p:cNvSpPr>
                <a:spLocks noChangeArrowheads="1"/>
              </p:cNvSpPr>
              <p:nvPr/>
            </p:nvSpPr>
            <p:spPr bwMode="auto">
              <a:xfrm>
                <a:off x="211" y="1395"/>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65928" name="Rectangle 153">
                <a:extLst>
                  <a:ext uri="{FF2B5EF4-FFF2-40B4-BE49-F238E27FC236}">
                    <a16:creationId xmlns:a16="http://schemas.microsoft.com/office/drawing/2014/main" id="{935A2EF9-9FF3-493B-AA06-CFB708FBA20D}"/>
                  </a:ext>
                </a:extLst>
              </p:cNvPr>
              <p:cNvSpPr>
                <a:spLocks noChangeArrowheads="1"/>
              </p:cNvSpPr>
              <p:nvPr/>
            </p:nvSpPr>
            <p:spPr bwMode="auto">
              <a:xfrm>
                <a:off x="270" y="1395"/>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929" name="Rectangle 154">
                <a:extLst>
                  <a:ext uri="{FF2B5EF4-FFF2-40B4-BE49-F238E27FC236}">
                    <a16:creationId xmlns:a16="http://schemas.microsoft.com/office/drawing/2014/main" id="{866F42BC-8F8A-4B8C-A0AE-EE1F72589B46}"/>
                  </a:ext>
                </a:extLst>
              </p:cNvPr>
              <p:cNvSpPr>
                <a:spLocks noChangeArrowheads="1"/>
              </p:cNvSpPr>
              <p:nvPr/>
            </p:nvSpPr>
            <p:spPr bwMode="auto">
              <a:xfrm>
                <a:off x="332" y="1395"/>
                <a:ext cx="3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930" name="Rectangle 155">
                <a:extLst>
                  <a:ext uri="{FF2B5EF4-FFF2-40B4-BE49-F238E27FC236}">
                    <a16:creationId xmlns:a16="http://schemas.microsoft.com/office/drawing/2014/main" id="{B24F43B2-7ED4-48AC-AC6D-7C12BC72394C}"/>
                  </a:ext>
                </a:extLst>
              </p:cNvPr>
              <p:cNvSpPr>
                <a:spLocks noChangeArrowheads="1"/>
              </p:cNvSpPr>
              <p:nvPr/>
            </p:nvSpPr>
            <p:spPr bwMode="auto">
              <a:xfrm>
                <a:off x="368" y="1395"/>
                <a:ext cx="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931" name="Rectangle 156">
                <a:extLst>
                  <a:ext uri="{FF2B5EF4-FFF2-40B4-BE49-F238E27FC236}">
                    <a16:creationId xmlns:a16="http://schemas.microsoft.com/office/drawing/2014/main" id="{388EF6B4-DE75-4102-933D-07C157101C26}"/>
                  </a:ext>
                </a:extLst>
              </p:cNvPr>
              <p:cNvSpPr>
                <a:spLocks noChangeArrowheads="1"/>
              </p:cNvSpPr>
              <p:nvPr/>
            </p:nvSpPr>
            <p:spPr bwMode="auto">
              <a:xfrm>
                <a:off x="112" y="1514"/>
                <a:ext cx="3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932" name="Rectangle 157">
                <a:extLst>
                  <a:ext uri="{FF2B5EF4-FFF2-40B4-BE49-F238E27FC236}">
                    <a16:creationId xmlns:a16="http://schemas.microsoft.com/office/drawing/2014/main" id="{595AD17C-721A-42AB-B413-3A849C7A65B6}"/>
                  </a:ext>
                </a:extLst>
              </p:cNvPr>
              <p:cNvSpPr>
                <a:spLocks noChangeArrowheads="1"/>
              </p:cNvSpPr>
              <p:nvPr/>
            </p:nvSpPr>
            <p:spPr bwMode="auto">
              <a:xfrm>
                <a:off x="148" y="1514"/>
                <a:ext cx="2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65933" name="Rectangle 158">
                <a:extLst>
                  <a:ext uri="{FF2B5EF4-FFF2-40B4-BE49-F238E27FC236}">
                    <a16:creationId xmlns:a16="http://schemas.microsoft.com/office/drawing/2014/main" id="{88941F5C-CDE7-42B6-9AC3-E8BC56DBA1E3}"/>
                  </a:ext>
                </a:extLst>
              </p:cNvPr>
              <p:cNvSpPr>
                <a:spLocks noChangeArrowheads="1"/>
              </p:cNvSpPr>
              <p:nvPr/>
            </p:nvSpPr>
            <p:spPr bwMode="auto">
              <a:xfrm>
                <a:off x="171" y="1514"/>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n</a:t>
                </a:r>
                <a:endParaRPr lang="en-US" altLang="zh-TW" sz="1800" b="0">
                  <a:latin typeface="Times New Roman" panose="02020603050405020304" pitchFamily="18" charset="0"/>
                  <a:ea typeface="新細明體" panose="02020500000000000000" pitchFamily="18" charset="-120"/>
                </a:endParaRPr>
              </a:p>
            </p:txBody>
          </p:sp>
          <p:sp>
            <p:nvSpPr>
              <p:cNvPr id="65934" name="Rectangle 159">
                <a:extLst>
                  <a:ext uri="{FF2B5EF4-FFF2-40B4-BE49-F238E27FC236}">
                    <a16:creationId xmlns:a16="http://schemas.microsoft.com/office/drawing/2014/main" id="{5611EAF3-67BE-49A9-9447-3AC331605E2B}"/>
                  </a:ext>
                </a:extLst>
              </p:cNvPr>
              <p:cNvSpPr>
                <a:spLocks noChangeArrowheads="1"/>
              </p:cNvSpPr>
              <p:nvPr/>
            </p:nvSpPr>
            <p:spPr bwMode="auto">
              <a:xfrm>
                <a:off x="234" y="1514"/>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935" name="Rectangle 160">
                <a:extLst>
                  <a:ext uri="{FF2B5EF4-FFF2-40B4-BE49-F238E27FC236}">
                    <a16:creationId xmlns:a16="http://schemas.microsoft.com/office/drawing/2014/main" id="{43E45274-E614-41B9-BB4C-405E40590836}"/>
                  </a:ext>
                </a:extLst>
              </p:cNvPr>
              <p:cNvSpPr>
                <a:spLocks noChangeArrowheads="1"/>
              </p:cNvSpPr>
              <p:nvPr/>
            </p:nvSpPr>
            <p:spPr bwMode="auto">
              <a:xfrm>
                <a:off x="263" y="1514"/>
                <a:ext cx="2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65936" name="Rectangle 161">
                <a:extLst>
                  <a:ext uri="{FF2B5EF4-FFF2-40B4-BE49-F238E27FC236}">
                    <a16:creationId xmlns:a16="http://schemas.microsoft.com/office/drawing/2014/main" id="{6EA36E8C-E35A-4352-91E0-418688E8C0B1}"/>
                  </a:ext>
                </a:extLst>
              </p:cNvPr>
              <p:cNvSpPr>
                <a:spLocks noChangeArrowheads="1"/>
              </p:cNvSpPr>
              <p:nvPr/>
            </p:nvSpPr>
            <p:spPr bwMode="auto">
              <a:xfrm>
                <a:off x="289" y="1514"/>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n</a:t>
                </a:r>
                <a:endParaRPr lang="en-US" altLang="zh-TW" sz="1800" b="0">
                  <a:latin typeface="Times New Roman" panose="02020603050405020304" pitchFamily="18" charset="0"/>
                  <a:ea typeface="新細明體" panose="02020500000000000000" pitchFamily="18" charset="-120"/>
                </a:endParaRPr>
              </a:p>
            </p:txBody>
          </p:sp>
          <p:sp>
            <p:nvSpPr>
              <p:cNvPr id="65937" name="Rectangle 162">
                <a:extLst>
                  <a:ext uri="{FF2B5EF4-FFF2-40B4-BE49-F238E27FC236}">
                    <a16:creationId xmlns:a16="http://schemas.microsoft.com/office/drawing/2014/main" id="{B0CAB186-CF42-4D6C-82BE-3F4AA3E894FF}"/>
                  </a:ext>
                </a:extLst>
              </p:cNvPr>
              <p:cNvSpPr>
                <a:spLocks noChangeArrowheads="1"/>
              </p:cNvSpPr>
              <p:nvPr/>
            </p:nvSpPr>
            <p:spPr bwMode="auto">
              <a:xfrm>
                <a:off x="348" y="1514"/>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s</a:t>
                </a:r>
                <a:endParaRPr lang="en-US" altLang="zh-TW" sz="1800" b="0">
                  <a:latin typeface="Times New Roman" panose="02020603050405020304" pitchFamily="18" charset="0"/>
                  <a:ea typeface="新細明體" panose="02020500000000000000" pitchFamily="18" charset="-120"/>
                </a:endParaRPr>
              </a:p>
            </p:txBody>
          </p:sp>
          <p:sp>
            <p:nvSpPr>
              <p:cNvPr id="65938" name="Rectangle 163">
                <a:extLst>
                  <a:ext uri="{FF2B5EF4-FFF2-40B4-BE49-F238E27FC236}">
                    <a16:creationId xmlns:a16="http://schemas.microsoft.com/office/drawing/2014/main" id="{0FE090F9-1ADB-45C5-8838-A9BBD63A56CE}"/>
                  </a:ext>
                </a:extLst>
              </p:cNvPr>
              <p:cNvSpPr>
                <a:spLocks noChangeArrowheads="1"/>
              </p:cNvSpPr>
              <p:nvPr/>
            </p:nvSpPr>
            <p:spPr bwMode="auto">
              <a:xfrm>
                <a:off x="404" y="1514"/>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t</a:t>
                </a:r>
                <a:endParaRPr lang="en-US" altLang="zh-TW" sz="1800" b="0">
                  <a:latin typeface="Times New Roman" panose="02020603050405020304" pitchFamily="18" charset="0"/>
                  <a:ea typeface="新細明體" panose="02020500000000000000" pitchFamily="18" charset="-120"/>
                </a:endParaRPr>
              </a:p>
            </p:txBody>
          </p:sp>
          <p:sp>
            <p:nvSpPr>
              <p:cNvPr id="65939" name="Rectangle 164">
                <a:extLst>
                  <a:ext uri="{FF2B5EF4-FFF2-40B4-BE49-F238E27FC236}">
                    <a16:creationId xmlns:a16="http://schemas.microsoft.com/office/drawing/2014/main" id="{696C29EB-75F9-430C-BB43-00C814D507C1}"/>
                  </a:ext>
                </a:extLst>
              </p:cNvPr>
              <p:cNvSpPr>
                <a:spLocks noChangeArrowheads="1"/>
              </p:cNvSpPr>
              <p:nvPr/>
            </p:nvSpPr>
            <p:spPr bwMode="auto">
              <a:xfrm>
                <a:off x="434" y="1514"/>
                <a:ext cx="3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940" name="Rectangle 165">
                <a:extLst>
                  <a:ext uri="{FF2B5EF4-FFF2-40B4-BE49-F238E27FC236}">
                    <a16:creationId xmlns:a16="http://schemas.microsoft.com/office/drawing/2014/main" id="{58D7CFF8-CC84-45C1-A126-2AF5494B722B}"/>
                  </a:ext>
                </a:extLst>
              </p:cNvPr>
              <p:cNvSpPr>
                <a:spLocks noChangeArrowheads="1"/>
              </p:cNvSpPr>
              <p:nvPr/>
            </p:nvSpPr>
            <p:spPr bwMode="auto">
              <a:xfrm>
                <a:off x="470" y="1514"/>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u</a:t>
                </a:r>
                <a:endParaRPr lang="en-US" altLang="zh-TW" sz="1800" b="0">
                  <a:latin typeface="Times New Roman" panose="02020603050405020304" pitchFamily="18" charset="0"/>
                  <a:ea typeface="新細明體" panose="02020500000000000000" pitchFamily="18" charset="-120"/>
                </a:endParaRPr>
              </a:p>
            </p:txBody>
          </p:sp>
          <p:sp>
            <p:nvSpPr>
              <p:cNvPr id="65941" name="Rectangle 166">
                <a:extLst>
                  <a:ext uri="{FF2B5EF4-FFF2-40B4-BE49-F238E27FC236}">
                    <a16:creationId xmlns:a16="http://schemas.microsoft.com/office/drawing/2014/main" id="{F92B0179-833E-4589-8DEC-187C2CFBBD8D}"/>
                  </a:ext>
                </a:extLst>
              </p:cNvPr>
              <p:cNvSpPr>
                <a:spLocks noChangeArrowheads="1"/>
              </p:cNvSpPr>
              <p:nvPr/>
            </p:nvSpPr>
            <p:spPr bwMode="auto">
              <a:xfrm>
                <a:off x="532" y="1514"/>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942" name="Rectangle 167">
                <a:extLst>
                  <a:ext uri="{FF2B5EF4-FFF2-40B4-BE49-F238E27FC236}">
                    <a16:creationId xmlns:a16="http://schemas.microsoft.com/office/drawing/2014/main" id="{51BA1AF8-9929-44E3-B396-A03AAE678586}"/>
                  </a:ext>
                </a:extLst>
              </p:cNvPr>
              <p:cNvSpPr>
                <a:spLocks noChangeArrowheads="1"/>
              </p:cNvSpPr>
              <p:nvPr/>
            </p:nvSpPr>
            <p:spPr bwMode="auto">
              <a:xfrm>
                <a:off x="585" y="1514"/>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t</a:t>
                </a:r>
                <a:endParaRPr lang="en-US" altLang="zh-TW" sz="1800" b="0">
                  <a:latin typeface="Times New Roman" panose="02020603050405020304" pitchFamily="18" charset="0"/>
                  <a:ea typeface="新細明體" panose="02020500000000000000" pitchFamily="18" charset="-120"/>
                </a:endParaRPr>
              </a:p>
            </p:txBody>
          </p:sp>
          <p:sp>
            <p:nvSpPr>
              <p:cNvPr id="65943" name="Rectangle 168">
                <a:extLst>
                  <a:ext uri="{FF2B5EF4-FFF2-40B4-BE49-F238E27FC236}">
                    <a16:creationId xmlns:a16="http://schemas.microsoft.com/office/drawing/2014/main" id="{1A623317-1221-40F3-94CC-A74248CE728E}"/>
                  </a:ext>
                </a:extLst>
              </p:cNvPr>
              <p:cNvSpPr>
                <a:spLocks noChangeArrowheads="1"/>
              </p:cNvSpPr>
              <p:nvPr/>
            </p:nvSpPr>
            <p:spPr bwMode="auto">
              <a:xfrm>
                <a:off x="617" y="1514"/>
                <a:ext cx="2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65944" name="Rectangle 169">
                <a:extLst>
                  <a:ext uri="{FF2B5EF4-FFF2-40B4-BE49-F238E27FC236}">
                    <a16:creationId xmlns:a16="http://schemas.microsoft.com/office/drawing/2014/main" id="{6D7A516A-0FE1-4497-8C2C-6FF9C2338717}"/>
                  </a:ext>
                </a:extLst>
              </p:cNvPr>
              <p:cNvSpPr>
                <a:spLocks noChangeArrowheads="1"/>
              </p:cNvSpPr>
              <p:nvPr/>
            </p:nvSpPr>
            <p:spPr bwMode="auto">
              <a:xfrm>
                <a:off x="640" y="1514"/>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o</a:t>
                </a:r>
                <a:endParaRPr lang="en-US" altLang="zh-TW" sz="1800" b="0">
                  <a:latin typeface="Times New Roman" panose="02020603050405020304" pitchFamily="18" charset="0"/>
                  <a:ea typeface="新細明體" panose="02020500000000000000" pitchFamily="18" charset="-120"/>
                </a:endParaRPr>
              </a:p>
            </p:txBody>
          </p:sp>
          <p:sp>
            <p:nvSpPr>
              <p:cNvPr id="65945" name="Rectangle 170">
                <a:extLst>
                  <a:ext uri="{FF2B5EF4-FFF2-40B4-BE49-F238E27FC236}">
                    <a16:creationId xmlns:a16="http://schemas.microsoft.com/office/drawing/2014/main" id="{7A5F7779-6554-4F45-880D-EC6547315F69}"/>
                  </a:ext>
                </a:extLst>
              </p:cNvPr>
              <p:cNvSpPr>
                <a:spLocks noChangeArrowheads="1"/>
              </p:cNvSpPr>
              <p:nvPr/>
            </p:nvSpPr>
            <p:spPr bwMode="auto">
              <a:xfrm>
                <a:off x="703" y="1514"/>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n</a:t>
                </a:r>
                <a:endParaRPr lang="en-US" altLang="zh-TW" sz="1800" b="0">
                  <a:latin typeface="Times New Roman" panose="02020603050405020304" pitchFamily="18" charset="0"/>
                  <a:ea typeface="新細明體" panose="02020500000000000000" pitchFamily="18" charset="-120"/>
                </a:endParaRPr>
              </a:p>
            </p:txBody>
          </p:sp>
          <p:sp>
            <p:nvSpPr>
              <p:cNvPr id="65946" name="Rectangle 171">
                <a:extLst>
                  <a:ext uri="{FF2B5EF4-FFF2-40B4-BE49-F238E27FC236}">
                    <a16:creationId xmlns:a16="http://schemas.microsoft.com/office/drawing/2014/main" id="{DAC67504-224D-41E0-9B4F-E55CFFAD73D1}"/>
                  </a:ext>
                </a:extLst>
              </p:cNvPr>
              <p:cNvSpPr>
                <a:spLocks noChangeArrowheads="1"/>
              </p:cNvSpPr>
              <p:nvPr/>
            </p:nvSpPr>
            <p:spPr bwMode="auto">
              <a:xfrm>
                <a:off x="762" y="1514"/>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s</a:t>
                </a:r>
                <a:endParaRPr lang="en-US" altLang="zh-TW" sz="1800" b="0">
                  <a:latin typeface="Times New Roman" panose="02020603050405020304" pitchFamily="18" charset="0"/>
                  <a:ea typeface="新細明體" panose="02020500000000000000" pitchFamily="18" charset="-120"/>
                </a:endParaRPr>
              </a:p>
            </p:txBody>
          </p:sp>
          <p:sp>
            <p:nvSpPr>
              <p:cNvPr id="65947" name="Rectangle 172">
                <a:extLst>
                  <a:ext uri="{FF2B5EF4-FFF2-40B4-BE49-F238E27FC236}">
                    <a16:creationId xmlns:a16="http://schemas.microsoft.com/office/drawing/2014/main" id="{B4A1A7BA-2579-4371-A5D7-F3C806DB5287}"/>
                  </a:ext>
                </a:extLst>
              </p:cNvPr>
              <p:cNvSpPr>
                <a:spLocks noChangeArrowheads="1"/>
              </p:cNvSpPr>
              <p:nvPr/>
            </p:nvSpPr>
            <p:spPr bwMode="auto">
              <a:xfrm>
                <a:off x="818" y="1514"/>
                <a:ext cx="3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948" name="Line 173">
                <a:extLst>
                  <a:ext uri="{FF2B5EF4-FFF2-40B4-BE49-F238E27FC236}">
                    <a16:creationId xmlns:a16="http://schemas.microsoft.com/office/drawing/2014/main" id="{C78DCD23-CC75-4D7B-9224-3DF2A3252F2E}"/>
                  </a:ext>
                </a:extLst>
              </p:cNvPr>
              <p:cNvSpPr>
                <a:spLocks noChangeShapeType="1"/>
              </p:cNvSpPr>
              <p:nvPr/>
            </p:nvSpPr>
            <p:spPr bwMode="auto">
              <a:xfrm>
                <a:off x="1900" y="740"/>
                <a:ext cx="4067"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949" name="Freeform 174">
                <a:extLst>
                  <a:ext uri="{FF2B5EF4-FFF2-40B4-BE49-F238E27FC236}">
                    <a16:creationId xmlns:a16="http://schemas.microsoft.com/office/drawing/2014/main" id="{39FF621D-646E-4761-B20E-18D4DD10DDC1}"/>
                  </a:ext>
                </a:extLst>
              </p:cNvPr>
              <p:cNvSpPr>
                <a:spLocks/>
              </p:cNvSpPr>
              <p:nvPr/>
            </p:nvSpPr>
            <p:spPr bwMode="auto">
              <a:xfrm>
                <a:off x="5957" y="722"/>
                <a:ext cx="43" cy="36"/>
              </a:xfrm>
              <a:custGeom>
                <a:avLst/>
                <a:gdLst>
                  <a:gd name="T0" fmla="*/ 0 w 43"/>
                  <a:gd name="T1" fmla="*/ 0 h 36"/>
                  <a:gd name="T2" fmla="*/ 4 w 43"/>
                  <a:gd name="T3" fmla="*/ 36 h 36"/>
                  <a:gd name="T4" fmla="*/ 43 w 43"/>
                  <a:gd name="T5" fmla="*/ 18 h 36"/>
                  <a:gd name="T6" fmla="*/ 4 w 43"/>
                  <a:gd name="T7" fmla="*/ 0 h 36"/>
                  <a:gd name="T8" fmla="*/ 4 w 43"/>
                  <a:gd name="T9" fmla="*/ 0 h 36"/>
                  <a:gd name="T10" fmla="*/ 0 w 43"/>
                  <a:gd name="T11" fmla="*/ 0 h 36"/>
                  <a:gd name="T12" fmla="*/ 0 60000 65536"/>
                  <a:gd name="T13" fmla="*/ 0 60000 65536"/>
                  <a:gd name="T14" fmla="*/ 0 60000 65536"/>
                  <a:gd name="T15" fmla="*/ 0 60000 65536"/>
                  <a:gd name="T16" fmla="*/ 0 60000 65536"/>
                  <a:gd name="T17" fmla="*/ 0 60000 65536"/>
                  <a:gd name="T18" fmla="*/ 0 w 43"/>
                  <a:gd name="T19" fmla="*/ 0 h 36"/>
                  <a:gd name="T20" fmla="*/ 43 w 43"/>
                  <a:gd name="T21" fmla="*/ 36 h 36"/>
                </a:gdLst>
                <a:ahLst/>
                <a:cxnLst>
                  <a:cxn ang="T12">
                    <a:pos x="T0" y="T1"/>
                  </a:cxn>
                  <a:cxn ang="T13">
                    <a:pos x="T2" y="T3"/>
                  </a:cxn>
                  <a:cxn ang="T14">
                    <a:pos x="T4" y="T5"/>
                  </a:cxn>
                  <a:cxn ang="T15">
                    <a:pos x="T6" y="T7"/>
                  </a:cxn>
                  <a:cxn ang="T16">
                    <a:pos x="T8" y="T9"/>
                  </a:cxn>
                  <a:cxn ang="T17">
                    <a:pos x="T10" y="T11"/>
                  </a:cxn>
                </a:cxnLst>
                <a:rect l="T18" t="T19" r="T20" b="T21"/>
                <a:pathLst>
                  <a:path w="43" h="36">
                    <a:moveTo>
                      <a:pt x="0" y="0"/>
                    </a:moveTo>
                    <a:lnTo>
                      <a:pt x="4" y="36"/>
                    </a:lnTo>
                    <a:lnTo>
                      <a:pt x="43" y="18"/>
                    </a:lnTo>
                    <a:lnTo>
                      <a:pt x="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950" name="Rectangle 175">
                <a:extLst>
                  <a:ext uri="{FF2B5EF4-FFF2-40B4-BE49-F238E27FC236}">
                    <a16:creationId xmlns:a16="http://schemas.microsoft.com/office/drawing/2014/main" id="{FB0FF7DF-19AF-4D4F-8192-79D59EEE4B93}"/>
                  </a:ext>
                </a:extLst>
              </p:cNvPr>
              <p:cNvSpPr>
                <a:spLocks noChangeArrowheads="1"/>
              </p:cNvSpPr>
              <p:nvPr/>
            </p:nvSpPr>
            <p:spPr bwMode="auto">
              <a:xfrm>
                <a:off x="312" y="2199"/>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a</a:t>
                </a:r>
                <a:endParaRPr lang="en-US" altLang="zh-TW" sz="1800" b="0">
                  <a:latin typeface="Times New Roman" panose="02020603050405020304" pitchFamily="18" charset="0"/>
                  <a:ea typeface="新細明體" panose="02020500000000000000" pitchFamily="18" charset="-120"/>
                </a:endParaRPr>
              </a:p>
            </p:txBody>
          </p:sp>
          <p:sp>
            <p:nvSpPr>
              <p:cNvPr id="65951" name="Rectangle 176">
                <a:extLst>
                  <a:ext uri="{FF2B5EF4-FFF2-40B4-BE49-F238E27FC236}">
                    <a16:creationId xmlns:a16="http://schemas.microsoft.com/office/drawing/2014/main" id="{B000D617-59FF-4560-93AA-D7902884D03A}"/>
                  </a:ext>
                </a:extLst>
              </p:cNvPr>
              <p:cNvSpPr>
                <a:spLocks noChangeArrowheads="1"/>
              </p:cNvSpPr>
              <p:nvPr/>
            </p:nvSpPr>
            <p:spPr bwMode="auto">
              <a:xfrm>
                <a:off x="371" y="2199"/>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n</a:t>
                </a:r>
                <a:endParaRPr lang="en-US" altLang="zh-TW" sz="1800" b="0">
                  <a:latin typeface="Times New Roman" panose="02020603050405020304" pitchFamily="18" charset="0"/>
                  <a:ea typeface="新細明體" panose="02020500000000000000" pitchFamily="18" charset="-120"/>
                </a:endParaRPr>
              </a:p>
            </p:txBody>
          </p:sp>
          <p:sp>
            <p:nvSpPr>
              <p:cNvPr id="65952" name="Rectangle 177">
                <a:extLst>
                  <a:ext uri="{FF2B5EF4-FFF2-40B4-BE49-F238E27FC236}">
                    <a16:creationId xmlns:a16="http://schemas.microsoft.com/office/drawing/2014/main" id="{AC86D02F-7BD8-4CEB-9A32-457351C32DAE}"/>
                  </a:ext>
                </a:extLst>
              </p:cNvPr>
              <p:cNvSpPr>
                <a:spLocks noChangeArrowheads="1"/>
              </p:cNvSpPr>
              <p:nvPr/>
            </p:nvSpPr>
            <p:spPr bwMode="auto">
              <a:xfrm>
                <a:off x="434" y="2199"/>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65953" name="Rectangle 178">
                <a:extLst>
                  <a:ext uri="{FF2B5EF4-FFF2-40B4-BE49-F238E27FC236}">
                    <a16:creationId xmlns:a16="http://schemas.microsoft.com/office/drawing/2014/main" id="{95B85527-DEE2-45A4-A86B-F44DD8337346}"/>
                  </a:ext>
                </a:extLst>
              </p:cNvPr>
              <p:cNvSpPr>
                <a:spLocks noChangeArrowheads="1"/>
              </p:cNvSpPr>
              <p:nvPr/>
            </p:nvSpPr>
            <p:spPr bwMode="auto">
              <a:xfrm>
                <a:off x="493" y="2199"/>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954" name="Rectangle 179">
                <a:extLst>
                  <a:ext uri="{FF2B5EF4-FFF2-40B4-BE49-F238E27FC236}">
                    <a16:creationId xmlns:a16="http://schemas.microsoft.com/office/drawing/2014/main" id="{5BC94586-CBA5-49FA-B03E-7D3C64C7585A}"/>
                  </a:ext>
                </a:extLst>
              </p:cNvPr>
              <p:cNvSpPr>
                <a:spLocks noChangeArrowheads="1"/>
              </p:cNvSpPr>
              <p:nvPr/>
            </p:nvSpPr>
            <p:spPr bwMode="auto">
              <a:xfrm>
                <a:off x="526" y="2199"/>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955" name="Rectangle 180">
                <a:extLst>
                  <a:ext uri="{FF2B5EF4-FFF2-40B4-BE49-F238E27FC236}">
                    <a16:creationId xmlns:a16="http://schemas.microsoft.com/office/drawing/2014/main" id="{F0A35EEB-7421-4CE9-81ED-0FAFADD1128B}"/>
                  </a:ext>
                </a:extLst>
              </p:cNvPr>
              <p:cNvSpPr>
                <a:spLocks noChangeArrowheads="1"/>
              </p:cNvSpPr>
              <p:nvPr/>
            </p:nvSpPr>
            <p:spPr bwMode="auto">
              <a:xfrm>
                <a:off x="585" y="2199"/>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65956" name="Rectangle 181">
                <a:extLst>
                  <a:ext uri="{FF2B5EF4-FFF2-40B4-BE49-F238E27FC236}">
                    <a16:creationId xmlns:a16="http://schemas.microsoft.com/office/drawing/2014/main" id="{6FA126E5-5F90-47E9-AF7D-9A2AFC7BC8A3}"/>
                  </a:ext>
                </a:extLst>
              </p:cNvPr>
              <p:cNvSpPr>
                <a:spLocks noChangeArrowheads="1"/>
              </p:cNvSpPr>
              <p:nvPr/>
            </p:nvSpPr>
            <p:spPr bwMode="auto">
              <a:xfrm>
                <a:off x="647" y="2199"/>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65957" name="Rectangle 182">
                <a:extLst>
                  <a:ext uri="{FF2B5EF4-FFF2-40B4-BE49-F238E27FC236}">
                    <a16:creationId xmlns:a16="http://schemas.microsoft.com/office/drawing/2014/main" id="{C8EAA1EC-9976-4CF5-B680-ED9C15E7E58F}"/>
                  </a:ext>
                </a:extLst>
              </p:cNvPr>
              <p:cNvSpPr>
                <a:spLocks noChangeArrowheads="1"/>
              </p:cNvSpPr>
              <p:nvPr/>
            </p:nvSpPr>
            <p:spPr bwMode="auto">
              <a:xfrm>
                <a:off x="706" y="2199"/>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958" name="Rectangle 183">
                <a:extLst>
                  <a:ext uri="{FF2B5EF4-FFF2-40B4-BE49-F238E27FC236}">
                    <a16:creationId xmlns:a16="http://schemas.microsoft.com/office/drawing/2014/main" id="{AD6742B0-45A2-4205-981E-D5EAC777B88F}"/>
                  </a:ext>
                </a:extLst>
              </p:cNvPr>
              <p:cNvSpPr>
                <a:spLocks noChangeArrowheads="1"/>
              </p:cNvSpPr>
              <p:nvPr/>
            </p:nvSpPr>
            <p:spPr bwMode="auto">
              <a:xfrm>
                <a:off x="736" y="2199"/>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959" name="Rectangle 184">
                <a:extLst>
                  <a:ext uri="{FF2B5EF4-FFF2-40B4-BE49-F238E27FC236}">
                    <a16:creationId xmlns:a16="http://schemas.microsoft.com/office/drawing/2014/main" id="{ECCCD007-DA4B-4613-BF0E-9A63580A3490}"/>
                  </a:ext>
                </a:extLst>
              </p:cNvPr>
              <p:cNvSpPr>
                <a:spLocks noChangeArrowheads="1"/>
              </p:cNvSpPr>
              <p:nvPr/>
            </p:nvSpPr>
            <p:spPr bwMode="auto">
              <a:xfrm>
                <a:off x="768" y="2199"/>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960" name="Rectangle 185">
                <a:extLst>
                  <a:ext uri="{FF2B5EF4-FFF2-40B4-BE49-F238E27FC236}">
                    <a16:creationId xmlns:a16="http://schemas.microsoft.com/office/drawing/2014/main" id="{BA566D4A-0DAB-4A1B-B7B3-6A449272FDF2}"/>
                  </a:ext>
                </a:extLst>
              </p:cNvPr>
              <p:cNvSpPr>
                <a:spLocks noChangeArrowheads="1"/>
              </p:cNvSpPr>
              <p:nvPr/>
            </p:nvSpPr>
            <p:spPr bwMode="auto">
              <a:xfrm>
                <a:off x="827" y="2199"/>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65961" name="Rectangle 186">
                <a:extLst>
                  <a:ext uri="{FF2B5EF4-FFF2-40B4-BE49-F238E27FC236}">
                    <a16:creationId xmlns:a16="http://schemas.microsoft.com/office/drawing/2014/main" id="{52BD3EA0-BC36-4E7F-BF91-AE77EB58EE6A}"/>
                  </a:ext>
                </a:extLst>
              </p:cNvPr>
              <p:cNvSpPr>
                <a:spLocks noChangeArrowheads="1"/>
              </p:cNvSpPr>
              <p:nvPr/>
            </p:nvSpPr>
            <p:spPr bwMode="auto">
              <a:xfrm>
                <a:off x="890" y="2199"/>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962" name="Rectangle 187">
                <a:extLst>
                  <a:ext uri="{FF2B5EF4-FFF2-40B4-BE49-F238E27FC236}">
                    <a16:creationId xmlns:a16="http://schemas.microsoft.com/office/drawing/2014/main" id="{95640D06-3B82-4544-9931-FC8BDD021901}"/>
                  </a:ext>
                </a:extLst>
              </p:cNvPr>
              <p:cNvSpPr>
                <a:spLocks noChangeArrowheads="1"/>
              </p:cNvSpPr>
              <p:nvPr/>
            </p:nvSpPr>
            <p:spPr bwMode="auto">
              <a:xfrm>
                <a:off x="919" y="2199"/>
                <a:ext cx="2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963" name="Rectangle 188">
                <a:extLst>
                  <a:ext uri="{FF2B5EF4-FFF2-40B4-BE49-F238E27FC236}">
                    <a16:creationId xmlns:a16="http://schemas.microsoft.com/office/drawing/2014/main" id="{53FDB6D6-0AB2-436B-BBB9-C78693D0A1E1}"/>
                  </a:ext>
                </a:extLst>
              </p:cNvPr>
              <p:cNvSpPr>
                <a:spLocks noChangeArrowheads="1"/>
              </p:cNvSpPr>
              <p:nvPr/>
            </p:nvSpPr>
            <p:spPr bwMode="auto">
              <a:xfrm>
                <a:off x="949" y="2199"/>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964" name="Rectangle 189">
                <a:extLst>
                  <a:ext uri="{FF2B5EF4-FFF2-40B4-BE49-F238E27FC236}">
                    <a16:creationId xmlns:a16="http://schemas.microsoft.com/office/drawing/2014/main" id="{796574ED-1553-4FC0-9243-7BBA1F15F003}"/>
                  </a:ext>
                </a:extLst>
              </p:cNvPr>
              <p:cNvSpPr>
                <a:spLocks noChangeArrowheads="1"/>
              </p:cNvSpPr>
              <p:nvPr/>
            </p:nvSpPr>
            <p:spPr bwMode="auto">
              <a:xfrm>
                <a:off x="1011" y="2199"/>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5</a:t>
                </a:r>
                <a:endParaRPr lang="zh-TW" altLang="en-US" sz="1800" b="0">
                  <a:latin typeface="Times New Roman" panose="02020603050405020304" pitchFamily="18" charset="0"/>
                  <a:ea typeface="新細明體" panose="02020500000000000000" pitchFamily="18" charset="-120"/>
                </a:endParaRPr>
              </a:p>
            </p:txBody>
          </p:sp>
          <p:sp>
            <p:nvSpPr>
              <p:cNvPr id="65965" name="Freeform 190">
                <a:extLst>
                  <a:ext uri="{FF2B5EF4-FFF2-40B4-BE49-F238E27FC236}">
                    <a16:creationId xmlns:a16="http://schemas.microsoft.com/office/drawing/2014/main" id="{5667DD59-E1B5-4A87-BAE1-E76D7646A8B2}"/>
                  </a:ext>
                </a:extLst>
              </p:cNvPr>
              <p:cNvSpPr>
                <a:spLocks/>
              </p:cNvSpPr>
              <p:nvPr/>
            </p:nvSpPr>
            <p:spPr bwMode="auto">
              <a:xfrm>
                <a:off x="1503" y="1543"/>
                <a:ext cx="92" cy="445"/>
              </a:xfrm>
              <a:custGeom>
                <a:avLst/>
                <a:gdLst>
                  <a:gd name="T0" fmla="*/ 92 w 92"/>
                  <a:gd name="T1" fmla="*/ 442 h 445"/>
                  <a:gd name="T2" fmla="*/ 92 w 92"/>
                  <a:gd name="T3" fmla="*/ 0 h 445"/>
                  <a:gd name="T4" fmla="*/ 0 w 92"/>
                  <a:gd name="T5" fmla="*/ 0 h 445"/>
                  <a:gd name="T6" fmla="*/ 0 w 92"/>
                  <a:gd name="T7" fmla="*/ 445 h 445"/>
                  <a:gd name="T8" fmla="*/ 92 w 92"/>
                  <a:gd name="T9" fmla="*/ 445 h 445"/>
                  <a:gd name="T10" fmla="*/ 92 w 92"/>
                  <a:gd name="T11" fmla="*/ 445 h 445"/>
                  <a:gd name="T12" fmla="*/ 92 w 92"/>
                  <a:gd name="T13" fmla="*/ 442 h 445"/>
                  <a:gd name="T14" fmla="*/ 0 60000 65536"/>
                  <a:gd name="T15" fmla="*/ 0 60000 65536"/>
                  <a:gd name="T16" fmla="*/ 0 60000 65536"/>
                  <a:gd name="T17" fmla="*/ 0 60000 65536"/>
                  <a:gd name="T18" fmla="*/ 0 60000 65536"/>
                  <a:gd name="T19" fmla="*/ 0 60000 65536"/>
                  <a:gd name="T20" fmla="*/ 0 60000 65536"/>
                  <a:gd name="T21" fmla="*/ 0 w 92"/>
                  <a:gd name="T22" fmla="*/ 0 h 445"/>
                  <a:gd name="T23" fmla="*/ 92 w 92"/>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 h="445">
                    <a:moveTo>
                      <a:pt x="92" y="442"/>
                    </a:moveTo>
                    <a:lnTo>
                      <a:pt x="92" y="0"/>
                    </a:lnTo>
                    <a:lnTo>
                      <a:pt x="0" y="0"/>
                    </a:lnTo>
                    <a:lnTo>
                      <a:pt x="0" y="445"/>
                    </a:lnTo>
                    <a:lnTo>
                      <a:pt x="92" y="445"/>
                    </a:lnTo>
                    <a:lnTo>
                      <a:pt x="92" y="44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966" name="Freeform 191">
                <a:extLst>
                  <a:ext uri="{FF2B5EF4-FFF2-40B4-BE49-F238E27FC236}">
                    <a16:creationId xmlns:a16="http://schemas.microsoft.com/office/drawing/2014/main" id="{356B5EAE-AACE-48C2-9110-FE59BDC8A0B0}"/>
                  </a:ext>
                </a:extLst>
              </p:cNvPr>
              <p:cNvSpPr>
                <a:spLocks/>
              </p:cNvSpPr>
              <p:nvPr/>
            </p:nvSpPr>
            <p:spPr bwMode="auto">
              <a:xfrm>
                <a:off x="1503" y="1543"/>
                <a:ext cx="92" cy="445"/>
              </a:xfrm>
              <a:custGeom>
                <a:avLst/>
                <a:gdLst>
                  <a:gd name="T0" fmla="*/ 92 w 92"/>
                  <a:gd name="T1" fmla="*/ 442 h 445"/>
                  <a:gd name="T2" fmla="*/ 92 w 92"/>
                  <a:gd name="T3" fmla="*/ 0 h 445"/>
                  <a:gd name="T4" fmla="*/ 0 w 92"/>
                  <a:gd name="T5" fmla="*/ 0 h 445"/>
                  <a:gd name="T6" fmla="*/ 0 w 92"/>
                  <a:gd name="T7" fmla="*/ 445 h 445"/>
                  <a:gd name="T8" fmla="*/ 92 w 92"/>
                  <a:gd name="T9" fmla="*/ 445 h 445"/>
                  <a:gd name="T10" fmla="*/ 92 w 92"/>
                  <a:gd name="T11" fmla="*/ 445 h 445"/>
                  <a:gd name="T12" fmla="*/ 0 60000 65536"/>
                  <a:gd name="T13" fmla="*/ 0 60000 65536"/>
                  <a:gd name="T14" fmla="*/ 0 60000 65536"/>
                  <a:gd name="T15" fmla="*/ 0 60000 65536"/>
                  <a:gd name="T16" fmla="*/ 0 60000 65536"/>
                  <a:gd name="T17" fmla="*/ 0 60000 65536"/>
                  <a:gd name="T18" fmla="*/ 0 w 92"/>
                  <a:gd name="T19" fmla="*/ 0 h 445"/>
                  <a:gd name="T20" fmla="*/ 92 w 92"/>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2" h="445">
                    <a:moveTo>
                      <a:pt x="92" y="442"/>
                    </a:moveTo>
                    <a:lnTo>
                      <a:pt x="92" y="0"/>
                    </a:lnTo>
                    <a:lnTo>
                      <a:pt x="0" y="0"/>
                    </a:lnTo>
                    <a:lnTo>
                      <a:pt x="0" y="445"/>
                    </a:lnTo>
                    <a:lnTo>
                      <a:pt x="92"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967" name="Freeform 192">
                <a:extLst>
                  <a:ext uri="{FF2B5EF4-FFF2-40B4-BE49-F238E27FC236}">
                    <a16:creationId xmlns:a16="http://schemas.microsoft.com/office/drawing/2014/main" id="{14A15F04-570C-4834-9943-9DD6F08839CC}"/>
                  </a:ext>
                </a:extLst>
              </p:cNvPr>
              <p:cNvSpPr>
                <a:spLocks/>
              </p:cNvSpPr>
              <p:nvPr/>
            </p:nvSpPr>
            <p:spPr bwMode="auto">
              <a:xfrm>
                <a:off x="2087" y="1543"/>
                <a:ext cx="92" cy="445"/>
              </a:xfrm>
              <a:custGeom>
                <a:avLst/>
                <a:gdLst>
                  <a:gd name="T0" fmla="*/ 92 w 92"/>
                  <a:gd name="T1" fmla="*/ 442 h 445"/>
                  <a:gd name="T2" fmla="*/ 92 w 92"/>
                  <a:gd name="T3" fmla="*/ 0 h 445"/>
                  <a:gd name="T4" fmla="*/ 0 w 92"/>
                  <a:gd name="T5" fmla="*/ 0 h 445"/>
                  <a:gd name="T6" fmla="*/ 0 w 92"/>
                  <a:gd name="T7" fmla="*/ 445 h 445"/>
                  <a:gd name="T8" fmla="*/ 92 w 92"/>
                  <a:gd name="T9" fmla="*/ 445 h 445"/>
                  <a:gd name="T10" fmla="*/ 92 w 92"/>
                  <a:gd name="T11" fmla="*/ 445 h 445"/>
                  <a:gd name="T12" fmla="*/ 92 w 92"/>
                  <a:gd name="T13" fmla="*/ 442 h 445"/>
                  <a:gd name="T14" fmla="*/ 0 60000 65536"/>
                  <a:gd name="T15" fmla="*/ 0 60000 65536"/>
                  <a:gd name="T16" fmla="*/ 0 60000 65536"/>
                  <a:gd name="T17" fmla="*/ 0 60000 65536"/>
                  <a:gd name="T18" fmla="*/ 0 60000 65536"/>
                  <a:gd name="T19" fmla="*/ 0 60000 65536"/>
                  <a:gd name="T20" fmla="*/ 0 60000 65536"/>
                  <a:gd name="T21" fmla="*/ 0 w 92"/>
                  <a:gd name="T22" fmla="*/ 0 h 445"/>
                  <a:gd name="T23" fmla="*/ 92 w 92"/>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 h="445">
                    <a:moveTo>
                      <a:pt x="92" y="442"/>
                    </a:moveTo>
                    <a:lnTo>
                      <a:pt x="92" y="0"/>
                    </a:lnTo>
                    <a:lnTo>
                      <a:pt x="0" y="0"/>
                    </a:lnTo>
                    <a:lnTo>
                      <a:pt x="0" y="445"/>
                    </a:lnTo>
                    <a:lnTo>
                      <a:pt x="92" y="445"/>
                    </a:lnTo>
                    <a:lnTo>
                      <a:pt x="92" y="44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968" name="Freeform 193">
                <a:extLst>
                  <a:ext uri="{FF2B5EF4-FFF2-40B4-BE49-F238E27FC236}">
                    <a16:creationId xmlns:a16="http://schemas.microsoft.com/office/drawing/2014/main" id="{A86D1EB2-58FA-44E7-A8DE-FF4FE4987996}"/>
                  </a:ext>
                </a:extLst>
              </p:cNvPr>
              <p:cNvSpPr>
                <a:spLocks/>
              </p:cNvSpPr>
              <p:nvPr/>
            </p:nvSpPr>
            <p:spPr bwMode="auto">
              <a:xfrm>
                <a:off x="2087" y="1543"/>
                <a:ext cx="92" cy="445"/>
              </a:xfrm>
              <a:custGeom>
                <a:avLst/>
                <a:gdLst>
                  <a:gd name="T0" fmla="*/ 92 w 92"/>
                  <a:gd name="T1" fmla="*/ 442 h 445"/>
                  <a:gd name="T2" fmla="*/ 92 w 92"/>
                  <a:gd name="T3" fmla="*/ 0 h 445"/>
                  <a:gd name="T4" fmla="*/ 0 w 92"/>
                  <a:gd name="T5" fmla="*/ 0 h 445"/>
                  <a:gd name="T6" fmla="*/ 0 w 92"/>
                  <a:gd name="T7" fmla="*/ 445 h 445"/>
                  <a:gd name="T8" fmla="*/ 92 w 92"/>
                  <a:gd name="T9" fmla="*/ 445 h 445"/>
                  <a:gd name="T10" fmla="*/ 92 w 92"/>
                  <a:gd name="T11" fmla="*/ 445 h 445"/>
                  <a:gd name="T12" fmla="*/ 0 60000 65536"/>
                  <a:gd name="T13" fmla="*/ 0 60000 65536"/>
                  <a:gd name="T14" fmla="*/ 0 60000 65536"/>
                  <a:gd name="T15" fmla="*/ 0 60000 65536"/>
                  <a:gd name="T16" fmla="*/ 0 60000 65536"/>
                  <a:gd name="T17" fmla="*/ 0 60000 65536"/>
                  <a:gd name="T18" fmla="*/ 0 w 92"/>
                  <a:gd name="T19" fmla="*/ 0 h 445"/>
                  <a:gd name="T20" fmla="*/ 92 w 92"/>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2" h="445">
                    <a:moveTo>
                      <a:pt x="92" y="442"/>
                    </a:moveTo>
                    <a:lnTo>
                      <a:pt x="92" y="0"/>
                    </a:lnTo>
                    <a:lnTo>
                      <a:pt x="0" y="0"/>
                    </a:lnTo>
                    <a:lnTo>
                      <a:pt x="0" y="445"/>
                    </a:lnTo>
                    <a:lnTo>
                      <a:pt x="92"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969" name="Freeform 194">
                <a:extLst>
                  <a:ext uri="{FF2B5EF4-FFF2-40B4-BE49-F238E27FC236}">
                    <a16:creationId xmlns:a16="http://schemas.microsoft.com/office/drawing/2014/main" id="{A00CE3E3-267C-42AF-ADE3-221C388C92D5}"/>
                  </a:ext>
                </a:extLst>
              </p:cNvPr>
              <p:cNvSpPr>
                <a:spLocks/>
              </p:cNvSpPr>
              <p:nvPr/>
            </p:nvSpPr>
            <p:spPr bwMode="auto">
              <a:xfrm>
                <a:off x="2671" y="1543"/>
                <a:ext cx="92" cy="445"/>
              </a:xfrm>
              <a:custGeom>
                <a:avLst/>
                <a:gdLst>
                  <a:gd name="T0" fmla="*/ 92 w 92"/>
                  <a:gd name="T1" fmla="*/ 442 h 445"/>
                  <a:gd name="T2" fmla="*/ 92 w 92"/>
                  <a:gd name="T3" fmla="*/ 0 h 445"/>
                  <a:gd name="T4" fmla="*/ 0 w 92"/>
                  <a:gd name="T5" fmla="*/ 0 h 445"/>
                  <a:gd name="T6" fmla="*/ 0 w 92"/>
                  <a:gd name="T7" fmla="*/ 445 h 445"/>
                  <a:gd name="T8" fmla="*/ 92 w 92"/>
                  <a:gd name="T9" fmla="*/ 445 h 445"/>
                  <a:gd name="T10" fmla="*/ 92 w 92"/>
                  <a:gd name="T11" fmla="*/ 445 h 445"/>
                  <a:gd name="T12" fmla="*/ 92 w 92"/>
                  <a:gd name="T13" fmla="*/ 442 h 445"/>
                  <a:gd name="T14" fmla="*/ 0 60000 65536"/>
                  <a:gd name="T15" fmla="*/ 0 60000 65536"/>
                  <a:gd name="T16" fmla="*/ 0 60000 65536"/>
                  <a:gd name="T17" fmla="*/ 0 60000 65536"/>
                  <a:gd name="T18" fmla="*/ 0 60000 65536"/>
                  <a:gd name="T19" fmla="*/ 0 60000 65536"/>
                  <a:gd name="T20" fmla="*/ 0 60000 65536"/>
                  <a:gd name="T21" fmla="*/ 0 w 92"/>
                  <a:gd name="T22" fmla="*/ 0 h 445"/>
                  <a:gd name="T23" fmla="*/ 92 w 92"/>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 h="445">
                    <a:moveTo>
                      <a:pt x="92" y="442"/>
                    </a:moveTo>
                    <a:lnTo>
                      <a:pt x="92" y="0"/>
                    </a:lnTo>
                    <a:lnTo>
                      <a:pt x="0" y="0"/>
                    </a:lnTo>
                    <a:lnTo>
                      <a:pt x="0" y="445"/>
                    </a:lnTo>
                    <a:lnTo>
                      <a:pt x="92" y="445"/>
                    </a:lnTo>
                    <a:lnTo>
                      <a:pt x="92" y="44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970" name="Freeform 195">
                <a:extLst>
                  <a:ext uri="{FF2B5EF4-FFF2-40B4-BE49-F238E27FC236}">
                    <a16:creationId xmlns:a16="http://schemas.microsoft.com/office/drawing/2014/main" id="{E0AEC61A-3409-4A16-8F97-4ABCCC3BE9BC}"/>
                  </a:ext>
                </a:extLst>
              </p:cNvPr>
              <p:cNvSpPr>
                <a:spLocks/>
              </p:cNvSpPr>
              <p:nvPr/>
            </p:nvSpPr>
            <p:spPr bwMode="auto">
              <a:xfrm>
                <a:off x="2671" y="1543"/>
                <a:ext cx="92" cy="445"/>
              </a:xfrm>
              <a:custGeom>
                <a:avLst/>
                <a:gdLst>
                  <a:gd name="T0" fmla="*/ 92 w 92"/>
                  <a:gd name="T1" fmla="*/ 442 h 445"/>
                  <a:gd name="T2" fmla="*/ 92 w 92"/>
                  <a:gd name="T3" fmla="*/ 0 h 445"/>
                  <a:gd name="T4" fmla="*/ 0 w 92"/>
                  <a:gd name="T5" fmla="*/ 0 h 445"/>
                  <a:gd name="T6" fmla="*/ 0 w 92"/>
                  <a:gd name="T7" fmla="*/ 445 h 445"/>
                  <a:gd name="T8" fmla="*/ 92 w 92"/>
                  <a:gd name="T9" fmla="*/ 445 h 445"/>
                  <a:gd name="T10" fmla="*/ 92 w 92"/>
                  <a:gd name="T11" fmla="*/ 445 h 445"/>
                  <a:gd name="T12" fmla="*/ 0 60000 65536"/>
                  <a:gd name="T13" fmla="*/ 0 60000 65536"/>
                  <a:gd name="T14" fmla="*/ 0 60000 65536"/>
                  <a:gd name="T15" fmla="*/ 0 60000 65536"/>
                  <a:gd name="T16" fmla="*/ 0 60000 65536"/>
                  <a:gd name="T17" fmla="*/ 0 60000 65536"/>
                  <a:gd name="T18" fmla="*/ 0 w 92"/>
                  <a:gd name="T19" fmla="*/ 0 h 445"/>
                  <a:gd name="T20" fmla="*/ 92 w 92"/>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2" h="445">
                    <a:moveTo>
                      <a:pt x="92" y="442"/>
                    </a:moveTo>
                    <a:lnTo>
                      <a:pt x="92" y="0"/>
                    </a:lnTo>
                    <a:lnTo>
                      <a:pt x="0" y="0"/>
                    </a:lnTo>
                    <a:lnTo>
                      <a:pt x="0" y="445"/>
                    </a:lnTo>
                    <a:lnTo>
                      <a:pt x="92"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971" name="Freeform 196">
                <a:extLst>
                  <a:ext uri="{FF2B5EF4-FFF2-40B4-BE49-F238E27FC236}">
                    <a16:creationId xmlns:a16="http://schemas.microsoft.com/office/drawing/2014/main" id="{FC07BAED-B088-4A58-A02E-3246993EF3B2}"/>
                  </a:ext>
                </a:extLst>
              </p:cNvPr>
              <p:cNvSpPr>
                <a:spLocks/>
              </p:cNvSpPr>
              <p:nvPr/>
            </p:nvSpPr>
            <p:spPr bwMode="auto">
              <a:xfrm>
                <a:off x="3255" y="1543"/>
                <a:ext cx="91" cy="445"/>
              </a:xfrm>
              <a:custGeom>
                <a:avLst/>
                <a:gdLst>
                  <a:gd name="T0" fmla="*/ 91 w 91"/>
                  <a:gd name="T1" fmla="*/ 442 h 445"/>
                  <a:gd name="T2" fmla="*/ 91 w 91"/>
                  <a:gd name="T3" fmla="*/ 0 h 445"/>
                  <a:gd name="T4" fmla="*/ 0 w 91"/>
                  <a:gd name="T5" fmla="*/ 0 h 445"/>
                  <a:gd name="T6" fmla="*/ 0 w 91"/>
                  <a:gd name="T7" fmla="*/ 445 h 445"/>
                  <a:gd name="T8" fmla="*/ 91 w 91"/>
                  <a:gd name="T9" fmla="*/ 445 h 445"/>
                  <a:gd name="T10" fmla="*/ 91 w 91"/>
                  <a:gd name="T11" fmla="*/ 445 h 445"/>
                  <a:gd name="T12" fmla="*/ 91 w 91"/>
                  <a:gd name="T13" fmla="*/ 442 h 445"/>
                  <a:gd name="T14" fmla="*/ 0 60000 65536"/>
                  <a:gd name="T15" fmla="*/ 0 60000 65536"/>
                  <a:gd name="T16" fmla="*/ 0 60000 65536"/>
                  <a:gd name="T17" fmla="*/ 0 60000 65536"/>
                  <a:gd name="T18" fmla="*/ 0 60000 65536"/>
                  <a:gd name="T19" fmla="*/ 0 60000 65536"/>
                  <a:gd name="T20" fmla="*/ 0 60000 65536"/>
                  <a:gd name="T21" fmla="*/ 0 w 91"/>
                  <a:gd name="T22" fmla="*/ 0 h 445"/>
                  <a:gd name="T23" fmla="*/ 91 w 91"/>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445">
                    <a:moveTo>
                      <a:pt x="91" y="442"/>
                    </a:moveTo>
                    <a:lnTo>
                      <a:pt x="91" y="0"/>
                    </a:lnTo>
                    <a:lnTo>
                      <a:pt x="0" y="0"/>
                    </a:lnTo>
                    <a:lnTo>
                      <a:pt x="0" y="445"/>
                    </a:lnTo>
                    <a:lnTo>
                      <a:pt x="91" y="445"/>
                    </a:lnTo>
                    <a:lnTo>
                      <a:pt x="91" y="44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972" name="Freeform 197">
                <a:extLst>
                  <a:ext uri="{FF2B5EF4-FFF2-40B4-BE49-F238E27FC236}">
                    <a16:creationId xmlns:a16="http://schemas.microsoft.com/office/drawing/2014/main" id="{6B9099D4-9122-4922-A788-9448F6EC14E7}"/>
                  </a:ext>
                </a:extLst>
              </p:cNvPr>
              <p:cNvSpPr>
                <a:spLocks/>
              </p:cNvSpPr>
              <p:nvPr/>
            </p:nvSpPr>
            <p:spPr bwMode="auto">
              <a:xfrm>
                <a:off x="2087" y="2042"/>
                <a:ext cx="92" cy="444"/>
              </a:xfrm>
              <a:custGeom>
                <a:avLst/>
                <a:gdLst>
                  <a:gd name="T0" fmla="*/ 92 w 92"/>
                  <a:gd name="T1" fmla="*/ 444 h 444"/>
                  <a:gd name="T2" fmla="*/ 92 w 92"/>
                  <a:gd name="T3" fmla="*/ 0 h 444"/>
                  <a:gd name="T4" fmla="*/ 0 w 92"/>
                  <a:gd name="T5" fmla="*/ 0 h 444"/>
                  <a:gd name="T6" fmla="*/ 0 w 92"/>
                  <a:gd name="T7" fmla="*/ 444 h 444"/>
                  <a:gd name="T8" fmla="*/ 92 w 92"/>
                  <a:gd name="T9" fmla="*/ 444 h 444"/>
                  <a:gd name="T10" fmla="*/ 92 w 92"/>
                  <a:gd name="T11" fmla="*/ 444 h 444"/>
                  <a:gd name="T12" fmla="*/ 0 60000 65536"/>
                  <a:gd name="T13" fmla="*/ 0 60000 65536"/>
                  <a:gd name="T14" fmla="*/ 0 60000 65536"/>
                  <a:gd name="T15" fmla="*/ 0 60000 65536"/>
                  <a:gd name="T16" fmla="*/ 0 60000 65536"/>
                  <a:gd name="T17" fmla="*/ 0 60000 65536"/>
                  <a:gd name="T18" fmla="*/ 0 w 92"/>
                  <a:gd name="T19" fmla="*/ 0 h 444"/>
                  <a:gd name="T20" fmla="*/ 92 w 92"/>
                  <a:gd name="T21" fmla="*/ 444 h 444"/>
                </a:gdLst>
                <a:ahLst/>
                <a:cxnLst>
                  <a:cxn ang="T12">
                    <a:pos x="T0" y="T1"/>
                  </a:cxn>
                  <a:cxn ang="T13">
                    <a:pos x="T2" y="T3"/>
                  </a:cxn>
                  <a:cxn ang="T14">
                    <a:pos x="T4" y="T5"/>
                  </a:cxn>
                  <a:cxn ang="T15">
                    <a:pos x="T6" y="T7"/>
                  </a:cxn>
                  <a:cxn ang="T16">
                    <a:pos x="T8" y="T9"/>
                  </a:cxn>
                  <a:cxn ang="T17">
                    <a:pos x="T10" y="T11"/>
                  </a:cxn>
                </a:cxnLst>
                <a:rect l="T18" t="T19" r="T20" b="T21"/>
                <a:pathLst>
                  <a:path w="92" h="444">
                    <a:moveTo>
                      <a:pt x="92" y="444"/>
                    </a:moveTo>
                    <a:lnTo>
                      <a:pt x="92" y="0"/>
                    </a:lnTo>
                    <a:lnTo>
                      <a:pt x="0" y="0"/>
                    </a:lnTo>
                    <a:lnTo>
                      <a:pt x="0" y="444"/>
                    </a:lnTo>
                    <a:lnTo>
                      <a:pt x="92" y="444"/>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973" name="Freeform 198">
                <a:extLst>
                  <a:ext uri="{FF2B5EF4-FFF2-40B4-BE49-F238E27FC236}">
                    <a16:creationId xmlns:a16="http://schemas.microsoft.com/office/drawing/2014/main" id="{B5D27806-374F-46EE-B514-7DA97F9D123F}"/>
                  </a:ext>
                </a:extLst>
              </p:cNvPr>
              <p:cNvSpPr>
                <a:spLocks/>
              </p:cNvSpPr>
              <p:nvPr/>
            </p:nvSpPr>
            <p:spPr bwMode="auto">
              <a:xfrm>
                <a:off x="2087" y="2042"/>
                <a:ext cx="92" cy="444"/>
              </a:xfrm>
              <a:custGeom>
                <a:avLst/>
                <a:gdLst>
                  <a:gd name="T0" fmla="*/ 92 w 92"/>
                  <a:gd name="T1" fmla="*/ 444 h 444"/>
                  <a:gd name="T2" fmla="*/ 92 w 92"/>
                  <a:gd name="T3" fmla="*/ 0 h 444"/>
                  <a:gd name="T4" fmla="*/ 0 w 92"/>
                  <a:gd name="T5" fmla="*/ 0 h 444"/>
                  <a:gd name="T6" fmla="*/ 0 w 92"/>
                  <a:gd name="T7" fmla="*/ 444 h 444"/>
                  <a:gd name="T8" fmla="*/ 92 w 92"/>
                  <a:gd name="T9" fmla="*/ 444 h 444"/>
                  <a:gd name="T10" fmla="*/ 92 w 92"/>
                  <a:gd name="T11" fmla="*/ 444 h 444"/>
                  <a:gd name="T12" fmla="*/ 0 60000 65536"/>
                  <a:gd name="T13" fmla="*/ 0 60000 65536"/>
                  <a:gd name="T14" fmla="*/ 0 60000 65536"/>
                  <a:gd name="T15" fmla="*/ 0 60000 65536"/>
                  <a:gd name="T16" fmla="*/ 0 60000 65536"/>
                  <a:gd name="T17" fmla="*/ 0 60000 65536"/>
                  <a:gd name="T18" fmla="*/ 0 w 92"/>
                  <a:gd name="T19" fmla="*/ 0 h 444"/>
                  <a:gd name="T20" fmla="*/ 92 w 92"/>
                  <a:gd name="T21" fmla="*/ 444 h 444"/>
                </a:gdLst>
                <a:ahLst/>
                <a:cxnLst>
                  <a:cxn ang="T12">
                    <a:pos x="T0" y="T1"/>
                  </a:cxn>
                  <a:cxn ang="T13">
                    <a:pos x="T2" y="T3"/>
                  </a:cxn>
                  <a:cxn ang="T14">
                    <a:pos x="T4" y="T5"/>
                  </a:cxn>
                  <a:cxn ang="T15">
                    <a:pos x="T6" y="T7"/>
                  </a:cxn>
                  <a:cxn ang="T16">
                    <a:pos x="T8" y="T9"/>
                  </a:cxn>
                  <a:cxn ang="T17">
                    <a:pos x="T10" y="T11"/>
                  </a:cxn>
                </a:cxnLst>
                <a:rect l="T18" t="T19" r="T20" b="T21"/>
                <a:pathLst>
                  <a:path w="92" h="444">
                    <a:moveTo>
                      <a:pt x="92" y="444"/>
                    </a:moveTo>
                    <a:lnTo>
                      <a:pt x="92" y="0"/>
                    </a:lnTo>
                    <a:lnTo>
                      <a:pt x="0" y="0"/>
                    </a:lnTo>
                    <a:lnTo>
                      <a:pt x="0" y="444"/>
                    </a:lnTo>
                    <a:lnTo>
                      <a:pt x="92" y="444"/>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974" name="Freeform 199">
                <a:extLst>
                  <a:ext uri="{FF2B5EF4-FFF2-40B4-BE49-F238E27FC236}">
                    <a16:creationId xmlns:a16="http://schemas.microsoft.com/office/drawing/2014/main" id="{EC3E99D6-9B7E-4A8F-9591-52905BD2B9D8}"/>
                  </a:ext>
                </a:extLst>
              </p:cNvPr>
              <p:cNvSpPr>
                <a:spLocks/>
              </p:cNvSpPr>
              <p:nvPr/>
            </p:nvSpPr>
            <p:spPr bwMode="auto">
              <a:xfrm>
                <a:off x="2671" y="2042"/>
                <a:ext cx="92" cy="444"/>
              </a:xfrm>
              <a:custGeom>
                <a:avLst/>
                <a:gdLst>
                  <a:gd name="T0" fmla="*/ 92 w 92"/>
                  <a:gd name="T1" fmla="*/ 444 h 444"/>
                  <a:gd name="T2" fmla="*/ 92 w 92"/>
                  <a:gd name="T3" fmla="*/ 0 h 444"/>
                  <a:gd name="T4" fmla="*/ 0 w 92"/>
                  <a:gd name="T5" fmla="*/ 0 h 444"/>
                  <a:gd name="T6" fmla="*/ 0 w 92"/>
                  <a:gd name="T7" fmla="*/ 444 h 444"/>
                  <a:gd name="T8" fmla="*/ 92 w 92"/>
                  <a:gd name="T9" fmla="*/ 444 h 444"/>
                  <a:gd name="T10" fmla="*/ 92 w 92"/>
                  <a:gd name="T11" fmla="*/ 444 h 444"/>
                  <a:gd name="T12" fmla="*/ 0 60000 65536"/>
                  <a:gd name="T13" fmla="*/ 0 60000 65536"/>
                  <a:gd name="T14" fmla="*/ 0 60000 65536"/>
                  <a:gd name="T15" fmla="*/ 0 60000 65536"/>
                  <a:gd name="T16" fmla="*/ 0 60000 65536"/>
                  <a:gd name="T17" fmla="*/ 0 60000 65536"/>
                  <a:gd name="T18" fmla="*/ 0 w 92"/>
                  <a:gd name="T19" fmla="*/ 0 h 444"/>
                  <a:gd name="T20" fmla="*/ 92 w 92"/>
                  <a:gd name="T21" fmla="*/ 444 h 444"/>
                </a:gdLst>
                <a:ahLst/>
                <a:cxnLst>
                  <a:cxn ang="T12">
                    <a:pos x="T0" y="T1"/>
                  </a:cxn>
                  <a:cxn ang="T13">
                    <a:pos x="T2" y="T3"/>
                  </a:cxn>
                  <a:cxn ang="T14">
                    <a:pos x="T4" y="T5"/>
                  </a:cxn>
                  <a:cxn ang="T15">
                    <a:pos x="T6" y="T7"/>
                  </a:cxn>
                  <a:cxn ang="T16">
                    <a:pos x="T8" y="T9"/>
                  </a:cxn>
                  <a:cxn ang="T17">
                    <a:pos x="T10" y="T11"/>
                  </a:cxn>
                </a:cxnLst>
                <a:rect l="T18" t="T19" r="T20" b="T21"/>
                <a:pathLst>
                  <a:path w="92" h="444">
                    <a:moveTo>
                      <a:pt x="92" y="444"/>
                    </a:moveTo>
                    <a:lnTo>
                      <a:pt x="92" y="0"/>
                    </a:lnTo>
                    <a:lnTo>
                      <a:pt x="0" y="0"/>
                    </a:lnTo>
                    <a:lnTo>
                      <a:pt x="0" y="444"/>
                    </a:lnTo>
                    <a:lnTo>
                      <a:pt x="92" y="444"/>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975" name="Freeform 200">
                <a:extLst>
                  <a:ext uri="{FF2B5EF4-FFF2-40B4-BE49-F238E27FC236}">
                    <a16:creationId xmlns:a16="http://schemas.microsoft.com/office/drawing/2014/main" id="{231C99A8-F740-4DD1-BD35-114776E03D67}"/>
                  </a:ext>
                </a:extLst>
              </p:cNvPr>
              <p:cNvSpPr>
                <a:spLocks/>
              </p:cNvSpPr>
              <p:nvPr/>
            </p:nvSpPr>
            <p:spPr bwMode="auto">
              <a:xfrm>
                <a:off x="3255" y="2042"/>
                <a:ext cx="91" cy="444"/>
              </a:xfrm>
              <a:custGeom>
                <a:avLst/>
                <a:gdLst>
                  <a:gd name="T0" fmla="*/ 91 w 91"/>
                  <a:gd name="T1" fmla="*/ 444 h 444"/>
                  <a:gd name="T2" fmla="*/ 91 w 91"/>
                  <a:gd name="T3" fmla="*/ 0 h 444"/>
                  <a:gd name="T4" fmla="*/ 0 w 91"/>
                  <a:gd name="T5" fmla="*/ 0 h 444"/>
                  <a:gd name="T6" fmla="*/ 0 w 91"/>
                  <a:gd name="T7" fmla="*/ 444 h 444"/>
                  <a:gd name="T8" fmla="*/ 91 w 91"/>
                  <a:gd name="T9" fmla="*/ 444 h 444"/>
                  <a:gd name="T10" fmla="*/ 91 w 91"/>
                  <a:gd name="T11" fmla="*/ 444 h 444"/>
                  <a:gd name="T12" fmla="*/ 0 60000 65536"/>
                  <a:gd name="T13" fmla="*/ 0 60000 65536"/>
                  <a:gd name="T14" fmla="*/ 0 60000 65536"/>
                  <a:gd name="T15" fmla="*/ 0 60000 65536"/>
                  <a:gd name="T16" fmla="*/ 0 60000 65536"/>
                  <a:gd name="T17" fmla="*/ 0 60000 65536"/>
                  <a:gd name="T18" fmla="*/ 0 w 91"/>
                  <a:gd name="T19" fmla="*/ 0 h 444"/>
                  <a:gd name="T20" fmla="*/ 91 w 91"/>
                  <a:gd name="T21" fmla="*/ 444 h 444"/>
                </a:gdLst>
                <a:ahLst/>
                <a:cxnLst>
                  <a:cxn ang="T12">
                    <a:pos x="T0" y="T1"/>
                  </a:cxn>
                  <a:cxn ang="T13">
                    <a:pos x="T2" y="T3"/>
                  </a:cxn>
                  <a:cxn ang="T14">
                    <a:pos x="T4" y="T5"/>
                  </a:cxn>
                  <a:cxn ang="T15">
                    <a:pos x="T6" y="T7"/>
                  </a:cxn>
                  <a:cxn ang="T16">
                    <a:pos x="T8" y="T9"/>
                  </a:cxn>
                  <a:cxn ang="T17">
                    <a:pos x="T10" y="T11"/>
                  </a:cxn>
                </a:cxnLst>
                <a:rect l="T18" t="T19" r="T20" b="T21"/>
                <a:pathLst>
                  <a:path w="91" h="444">
                    <a:moveTo>
                      <a:pt x="91" y="444"/>
                    </a:moveTo>
                    <a:lnTo>
                      <a:pt x="91" y="0"/>
                    </a:lnTo>
                    <a:lnTo>
                      <a:pt x="0" y="0"/>
                    </a:lnTo>
                    <a:lnTo>
                      <a:pt x="0" y="444"/>
                    </a:lnTo>
                    <a:lnTo>
                      <a:pt x="91" y="444"/>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976" name="Freeform 201">
                <a:extLst>
                  <a:ext uri="{FF2B5EF4-FFF2-40B4-BE49-F238E27FC236}">
                    <a16:creationId xmlns:a16="http://schemas.microsoft.com/office/drawing/2014/main" id="{E05A9E2B-E605-4D94-8ED9-9B21282AE7DB}"/>
                  </a:ext>
                </a:extLst>
              </p:cNvPr>
              <p:cNvSpPr>
                <a:spLocks/>
              </p:cNvSpPr>
              <p:nvPr/>
            </p:nvSpPr>
            <p:spPr bwMode="auto">
              <a:xfrm>
                <a:off x="3839" y="2042"/>
                <a:ext cx="95" cy="444"/>
              </a:xfrm>
              <a:custGeom>
                <a:avLst/>
                <a:gdLst>
                  <a:gd name="T0" fmla="*/ 91 w 95"/>
                  <a:gd name="T1" fmla="*/ 444 h 444"/>
                  <a:gd name="T2" fmla="*/ 95 w 95"/>
                  <a:gd name="T3" fmla="*/ 0 h 444"/>
                  <a:gd name="T4" fmla="*/ 0 w 95"/>
                  <a:gd name="T5" fmla="*/ 0 h 444"/>
                  <a:gd name="T6" fmla="*/ 0 w 95"/>
                  <a:gd name="T7" fmla="*/ 444 h 444"/>
                  <a:gd name="T8" fmla="*/ 95 w 95"/>
                  <a:gd name="T9" fmla="*/ 444 h 444"/>
                  <a:gd name="T10" fmla="*/ 95 w 95"/>
                  <a:gd name="T11" fmla="*/ 444 h 444"/>
                  <a:gd name="T12" fmla="*/ 91 w 95"/>
                  <a:gd name="T13" fmla="*/ 444 h 444"/>
                  <a:gd name="T14" fmla="*/ 0 60000 65536"/>
                  <a:gd name="T15" fmla="*/ 0 60000 65536"/>
                  <a:gd name="T16" fmla="*/ 0 60000 65536"/>
                  <a:gd name="T17" fmla="*/ 0 60000 65536"/>
                  <a:gd name="T18" fmla="*/ 0 60000 65536"/>
                  <a:gd name="T19" fmla="*/ 0 60000 65536"/>
                  <a:gd name="T20" fmla="*/ 0 60000 65536"/>
                  <a:gd name="T21" fmla="*/ 0 w 95"/>
                  <a:gd name="T22" fmla="*/ 0 h 444"/>
                  <a:gd name="T23" fmla="*/ 95 w 95"/>
                  <a:gd name="T24" fmla="*/ 444 h 4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5" h="444">
                    <a:moveTo>
                      <a:pt x="91" y="444"/>
                    </a:moveTo>
                    <a:lnTo>
                      <a:pt x="95" y="0"/>
                    </a:lnTo>
                    <a:lnTo>
                      <a:pt x="0" y="0"/>
                    </a:lnTo>
                    <a:lnTo>
                      <a:pt x="0" y="444"/>
                    </a:lnTo>
                    <a:lnTo>
                      <a:pt x="95" y="444"/>
                    </a:lnTo>
                    <a:lnTo>
                      <a:pt x="91" y="444"/>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977" name="Freeform 202">
                <a:extLst>
                  <a:ext uri="{FF2B5EF4-FFF2-40B4-BE49-F238E27FC236}">
                    <a16:creationId xmlns:a16="http://schemas.microsoft.com/office/drawing/2014/main" id="{5A9A4985-F4BE-4D56-8DF7-271EF96D1587}"/>
                  </a:ext>
                </a:extLst>
              </p:cNvPr>
              <p:cNvSpPr>
                <a:spLocks/>
              </p:cNvSpPr>
              <p:nvPr/>
            </p:nvSpPr>
            <p:spPr bwMode="auto">
              <a:xfrm>
                <a:off x="3839" y="2042"/>
                <a:ext cx="95" cy="444"/>
              </a:xfrm>
              <a:custGeom>
                <a:avLst/>
                <a:gdLst>
                  <a:gd name="T0" fmla="*/ 91 w 95"/>
                  <a:gd name="T1" fmla="*/ 444 h 444"/>
                  <a:gd name="T2" fmla="*/ 95 w 95"/>
                  <a:gd name="T3" fmla="*/ 0 h 444"/>
                  <a:gd name="T4" fmla="*/ 0 w 95"/>
                  <a:gd name="T5" fmla="*/ 0 h 444"/>
                  <a:gd name="T6" fmla="*/ 0 w 95"/>
                  <a:gd name="T7" fmla="*/ 444 h 444"/>
                  <a:gd name="T8" fmla="*/ 95 w 95"/>
                  <a:gd name="T9" fmla="*/ 444 h 444"/>
                  <a:gd name="T10" fmla="*/ 95 w 95"/>
                  <a:gd name="T11" fmla="*/ 444 h 444"/>
                  <a:gd name="T12" fmla="*/ 0 60000 65536"/>
                  <a:gd name="T13" fmla="*/ 0 60000 65536"/>
                  <a:gd name="T14" fmla="*/ 0 60000 65536"/>
                  <a:gd name="T15" fmla="*/ 0 60000 65536"/>
                  <a:gd name="T16" fmla="*/ 0 60000 65536"/>
                  <a:gd name="T17" fmla="*/ 0 60000 65536"/>
                  <a:gd name="T18" fmla="*/ 0 w 95"/>
                  <a:gd name="T19" fmla="*/ 0 h 444"/>
                  <a:gd name="T20" fmla="*/ 95 w 95"/>
                  <a:gd name="T21" fmla="*/ 444 h 444"/>
                </a:gdLst>
                <a:ahLst/>
                <a:cxnLst>
                  <a:cxn ang="T12">
                    <a:pos x="T0" y="T1"/>
                  </a:cxn>
                  <a:cxn ang="T13">
                    <a:pos x="T2" y="T3"/>
                  </a:cxn>
                  <a:cxn ang="T14">
                    <a:pos x="T4" y="T5"/>
                  </a:cxn>
                  <a:cxn ang="T15">
                    <a:pos x="T6" y="T7"/>
                  </a:cxn>
                  <a:cxn ang="T16">
                    <a:pos x="T8" y="T9"/>
                  </a:cxn>
                  <a:cxn ang="T17">
                    <a:pos x="T10" y="T11"/>
                  </a:cxn>
                </a:cxnLst>
                <a:rect l="T18" t="T19" r="T20" b="T21"/>
                <a:pathLst>
                  <a:path w="95" h="444">
                    <a:moveTo>
                      <a:pt x="91" y="444"/>
                    </a:moveTo>
                    <a:lnTo>
                      <a:pt x="95" y="0"/>
                    </a:lnTo>
                    <a:lnTo>
                      <a:pt x="0" y="0"/>
                    </a:lnTo>
                    <a:lnTo>
                      <a:pt x="0" y="444"/>
                    </a:lnTo>
                    <a:lnTo>
                      <a:pt x="95" y="444"/>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978" name="Freeform 203">
                <a:extLst>
                  <a:ext uri="{FF2B5EF4-FFF2-40B4-BE49-F238E27FC236}">
                    <a16:creationId xmlns:a16="http://schemas.microsoft.com/office/drawing/2014/main" id="{B1F048F6-C55B-432A-8A4E-3228CAB42ABE}"/>
                  </a:ext>
                </a:extLst>
              </p:cNvPr>
              <p:cNvSpPr>
                <a:spLocks/>
              </p:cNvSpPr>
              <p:nvPr/>
            </p:nvSpPr>
            <p:spPr bwMode="auto">
              <a:xfrm>
                <a:off x="4639" y="2655"/>
                <a:ext cx="125" cy="222"/>
              </a:xfrm>
              <a:custGeom>
                <a:avLst/>
                <a:gdLst>
                  <a:gd name="T0" fmla="*/ 121 w 125"/>
                  <a:gd name="T1" fmla="*/ 220 h 222"/>
                  <a:gd name="T2" fmla="*/ 0 w 125"/>
                  <a:gd name="T3" fmla="*/ 222 h 222"/>
                  <a:gd name="T4" fmla="*/ 0 w 125"/>
                  <a:gd name="T5" fmla="*/ 0 h 222"/>
                  <a:gd name="T6" fmla="*/ 125 w 125"/>
                  <a:gd name="T7" fmla="*/ 0 h 222"/>
                  <a:gd name="T8" fmla="*/ 121 w 125"/>
                  <a:gd name="T9" fmla="*/ 220 h 222"/>
                  <a:gd name="T10" fmla="*/ 0 60000 65536"/>
                  <a:gd name="T11" fmla="*/ 0 60000 65536"/>
                  <a:gd name="T12" fmla="*/ 0 60000 65536"/>
                  <a:gd name="T13" fmla="*/ 0 60000 65536"/>
                  <a:gd name="T14" fmla="*/ 0 60000 65536"/>
                  <a:gd name="T15" fmla="*/ 0 w 125"/>
                  <a:gd name="T16" fmla="*/ 0 h 222"/>
                  <a:gd name="T17" fmla="*/ 125 w 125"/>
                  <a:gd name="T18" fmla="*/ 222 h 222"/>
                </a:gdLst>
                <a:ahLst/>
                <a:cxnLst>
                  <a:cxn ang="T10">
                    <a:pos x="T0" y="T1"/>
                  </a:cxn>
                  <a:cxn ang="T11">
                    <a:pos x="T2" y="T3"/>
                  </a:cxn>
                  <a:cxn ang="T12">
                    <a:pos x="T4" y="T5"/>
                  </a:cxn>
                  <a:cxn ang="T13">
                    <a:pos x="T6" y="T7"/>
                  </a:cxn>
                  <a:cxn ang="T14">
                    <a:pos x="T8" y="T9"/>
                  </a:cxn>
                </a:cxnLst>
                <a:rect l="T15" t="T16" r="T17" b="T18"/>
                <a:pathLst>
                  <a:path w="125" h="222">
                    <a:moveTo>
                      <a:pt x="121" y="220"/>
                    </a:moveTo>
                    <a:lnTo>
                      <a:pt x="0" y="222"/>
                    </a:lnTo>
                    <a:lnTo>
                      <a:pt x="0" y="0"/>
                    </a:lnTo>
                    <a:lnTo>
                      <a:pt x="125" y="0"/>
                    </a:lnTo>
                    <a:lnTo>
                      <a:pt x="121" y="22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979" name="Freeform 204">
                <a:extLst>
                  <a:ext uri="{FF2B5EF4-FFF2-40B4-BE49-F238E27FC236}">
                    <a16:creationId xmlns:a16="http://schemas.microsoft.com/office/drawing/2014/main" id="{95585E6C-1AEE-4F2F-90B0-E78FE35061CA}"/>
                  </a:ext>
                </a:extLst>
              </p:cNvPr>
              <p:cNvSpPr>
                <a:spLocks/>
              </p:cNvSpPr>
              <p:nvPr/>
            </p:nvSpPr>
            <p:spPr bwMode="auto">
              <a:xfrm>
                <a:off x="4639" y="2655"/>
                <a:ext cx="125" cy="222"/>
              </a:xfrm>
              <a:custGeom>
                <a:avLst/>
                <a:gdLst>
                  <a:gd name="T0" fmla="*/ 121 w 125"/>
                  <a:gd name="T1" fmla="*/ 220 h 222"/>
                  <a:gd name="T2" fmla="*/ 0 w 125"/>
                  <a:gd name="T3" fmla="*/ 222 h 222"/>
                  <a:gd name="T4" fmla="*/ 0 w 125"/>
                  <a:gd name="T5" fmla="*/ 0 h 222"/>
                  <a:gd name="T6" fmla="*/ 125 w 125"/>
                  <a:gd name="T7" fmla="*/ 0 h 222"/>
                  <a:gd name="T8" fmla="*/ 0 60000 65536"/>
                  <a:gd name="T9" fmla="*/ 0 60000 65536"/>
                  <a:gd name="T10" fmla="*/ 0 60000 65536"/>
                  <a:gd name="T11" fmla="*/ 0 60000 65536"/>
                  <a:gd name="T12" fmla="*/ 0 w 125"/>
                  <a:gd name="T13" fmla="*/ 0 h 222"/>
                  <a:gd name="T14" fmla="*/ 125 w 125"/>
                  <a:gd name="T15" fmla="*/ 222 h 222"/>
                </a:gdLst>
                <a:ahLst/>
                <a:cxnLst>
                  <a:cxn ang="T8">
                    <a:pos x="T0" y="T1"/>
                  </a:cxn>
                  <a:cxn ang="T9">
                    <a:pos x="T2" y="T3"/>
                  </a:cxn>
                  <a:cxn ang="T10">
                    <a:pos x="T4" y="T5"/>
                  </a:cxn>
                  <a:cxn ang="T11">
                    <a:pos x="T6" y="T7"/>
                  </a:cxn>
                </a:cxnLst>
                <a:rect l="T12" t="T13" r="T14" b="T15"/>
                <a:pathLst>
                  <a:path w="125" h="222">
                    <a:moveTo>
                      <a:pt x="121" y="220"/>
                    </a:moveTo>
                    <a:lnTo>
                      <a:pt x="0" y="222"/>
                    </a:lnTo>
                    <a:lnTo>
                      <a:pt x="0" y="0"/>
                    </a:lnTo>
                    <a:lnTo>
                      <a:pt x="125"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980" name="Line 205">
                <a:extLst>
                  <a:ext uri="{FF2B5EF4-FFF2-40B4-BE49-F238E27FC236}">
                    <a16:creationId xmlns:a16="http://schemas.microsoft.com/office/drawing/2014/main" id="{DEEE8F9F-4FEF-4515-B695-1640C49D3CB5}"/>
                  </a:ext>
                </a:extLst>
              </p:cNvPr>
              <p:cNvSpPr>
                <a:spLocks noChangeShapeType="1"/>
              </p:cNvSpPr>
              <p:nvPr/>
            </p:nvSpPr>
            <p:spPr bwMode="auto">
              <a:xfrm flipV="1">
                <a:off x="4885" y="2649"/>
                <a:ext cx="1" cy="23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981" name="Line 206">
                <a:extLst>
                  <a:ext uri="{FF2B5EF4-FFF2-40B4-BE49-F238E27FC236}">
                    <a16:creationId xmlns:a16="http://schemas.microsoft.com/office/drawing/2014/main" id="{19038CD6-C586-4DE1-BA63-66C64757DF11}"/>
                  </a:ext>
                </a:extLst>
              </p:cNvPr>
              <p:cNvSpPr>
                <a:spLocks noChangeShapeType="1"/>
              </p:cNvSpPr>
              <p:nvPr/>
            </p:nvSpPr>
            <p:spPr bwMode="auto">
              <a:xfrm flipH="1">
                <a:off x="4757" y="2652"/>
                <a:ext cx="128" cy="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982" name="Line 207">
                <a:extLst>
                  <a:ext uri="{FF2B5EF4-FFF2-40B4-BE49-F238E27FC236}">
                    <a16:creationId xmlns:a16="http://schemas.microsoft.com/office/drawing/2014/main" id="{F16A8A4E-7307-489F-9807-F9C78E539C63}"/>
                  </a:ext>
                </a:extLst>
              </p:cNvPr>
              <p:cNvSpPr>
                <a:spLocks noChangeShapeType="1"/>
              </p:cNvSpPr>
              <p:nvPr/>
            </p:nvSpPr>
            <p:spPr bwMode="auto">
              <a:xfrm flipH="1">
                <a:off x="4757" y="2875"/>
                <a:ext cx="128" cy="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grpSp>
        <p:sp>
          <p:nvSpPr>
            <p:cNvPr id="65541" name="Freeform 209">
              <a:extLst>
                <a:ext uri="{FF2B5EF4-FFF2-40B4-BE49-F238E27FC236}">
                  <a16:creationId xmlns:a16="http://schemas.microsoft.com/office/drawing/2014/main" id="{FAF8E42E-49D6-4220-9967-C7BDA9FCFFCC}"/>
                </a:ext>
              </a:extLst>
            </p:cNvPr>
            <p:cNvSpPr>
              <a:spLocks/>
            </p:cNvSpPr>
            <p:nvPr/>
          </p:nvSpPr>
          <p:spPr bwMode="auto">
            <a:xfrm>
              <a:off x="3744516" y="3161110"/>
              <a:ext cx="147638" cy="264319"/>
            </a:xfrm>
            <a:custGeom>
              <a:avLst/>
              <a:gdLst>
                <a:gd name="T0" fmla="*/ 0 w 124"/>
                <a:gd name="T1" fmla="*/ 2147483647 h 222"/>
                <a:gd name="T2" fmla="*/ 2147483647 w 124"/>
                <a:gd name="T3" fmla="*/ 2147483647 h 222"/>
                <a:gd name="T4" fmla="*/ 2147483647 w 124"/>
                <a:gd name="T5" fmla="*/ 0 h 222"/>
                <a:gd name="T6" fmla="*/ 0 w 124"/>
                <a:gd name="T7" fmla="*/ 0 h 222"/>
                <a:gd name="T8" fmla="*/ 0 w 124"/>
                <a:gd name="T9" fmla="*/ 2147483647 h 222"/>
                <a:gd name="T10" fmla="*/ 0 60000 65536"/>
                <a:gd name="T11" fmla="*/ 0 60000 65536"/>
                <a:gd name="T12" fmla="*/ 0 60000 65536"/>
                <a:gd name="T13" fmla="*/ 0 60000 65536"/>
                <a:gd name="T14" fmla="*/ 0 60000 65536"/>
                <a:gd name="T15" fmla="*/ 0 w 124"/>
                <a:gd name="T16" fmla="*/ 0 h 222"/>
                <a:gd name="T17" fmla="*/ 124 w 124"/>
                <a:gd name="T18" fmla="*/ 222 h 222"/>
              </a:gdLst>
              <a:ahLst/>
              <a:cxnLst>
                <a:cxn ang="T10">
                  <a:pos x="T0" y="T1"/>
                </a:cxn>
                <a:cxn ang="T11">
                  <a:pos x="T2" y="T3"/>
                </a:cxn>
                <a:cxn ang="T12">
                  <a:pos x="T4" y="T5"/>
                </a:cxn>
                <a:cxn ang="T13">
                  <a:pos x="T6" y="T7"/>
                </a:cxn>
                <a:cxn ang="T14">
                  <a:pos x="T8" y="T9"/>
                </a:cxn>
              </a:cxnLst>
              <a:rect l="T15" t="T16" r="T17" b="T18"/>
              <a:pathLst>
                <a:path w="124" h="222">
                  <a:moveTo>
                    <a:pt x="0" y="220"/>
                  </a:moveTo>
                  <a:lnTo>
                    <a:pt x="124" y="222"/>
                  </a:lnTo>
                  <a:lnTo>
                    <a:pt x="124" y="0"/>
                  </a:lnTo>
                  <a:lnTo>
                    <a:pt x="0" y="0"/>
                  </a:lnTo>
                  <a:lnTo>
                    <a:pt x="0" y="22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542" name="Freeform 210">
              <a:extLst>
                <a:ext uri="{FF2B5EF4-FFF2-40B4-BE49-F238E27FC236}">
                  <a16:creationId xmlns:a16="http://schemas.microsoft.com/office/drawing/2014/main" id="{222E4F95-A9AC-40D1-BF31-7FF8F26018FC}"/>
                </a:ext>
              </a:extLst>
            </p:cNvPr>
            <p:cNvSpPr>
              <a:spLocks/>
            </p:cNvSpPr>
            <p:nvPr/>
          </p:nvSpPr>
          <p:spPr bwMode="auto">
            <a:xfrm>
              <a:off x="3744516" y="3161110"/>
              <a:ext cx="147638" cy="264319"/>
            </a:xfrm>
            <a:custGeom>
              <a:avLst/>
              <a:gdLst>
                <a:gd name="T0" fmla="*/ 0 w 124"/>
                <a:gd name="T1" fmla="*/ 2147483647 h 222"/>
                <a:gd name="T2" fmla="*/ 2147483647 w 124"/>
                <a:gd name="T3" fmla="*/ 2147483647 h 222"/>
                <a:gd name="T4" fmla="*/ 2147483647 w 124"/>
                <a:gd name="T5" fmla="*/ 0 h 222"/>
                <a:gd name="T6" fmla="*/ 0 w 124"/>
                <a:gd name="T7" fmla="*/ 0 h 222"/>
                <a:gd name="T8" fmla="*/ 0 60000 65536"/>
                <a:gd name="T9" fmla="*/ 0 60000 65536"/>
                <a:gd name="T10" fmla="*/ 0 60000 65536"/>
                <a:gd name="T11" fmla="*/ 0 60000 65536"/>
                <a:gd name="T12" fmla="*/ 0 w 124"/>
                <a:gd name="T13" fmla="*/ 0 h 222"/>
                <a:gd name="T14" fmla="*/ 124 w 124"/>
                <a:gd name="T15" fmla="*/ 222 h 222"/>
              </a:gdLst>
              <a:ahLst/>
              <a:cxnLst>
                <a:cxn ang="T8">
                  <a:pos x="T0" y="T1"/>
                </a:cxn>
                <a:cxn ang="T9">
                  <a:pos x="T2" y="T3"/>
                </a:cxn>
                <a:cxn ang="T10">
                  <a:pos x="T4" y="T5"/>
                </a:cxn>
                <a:cxn ang="T11">
                  <a:pos x="T6" y="T7"/>
                </a:cxn>
              </a:cxnLst>
              <a:rect l="T12" t="T13" r="T14" b="T15"/>
              <a:pathLst>
                <a:path w="124" h="222">
                  <a:moveTo>
                    <a:pt x="0" y="220"/>
                  </a:moveTo>
                  <a:lnTo>
                    <a:pt x="124" y="222"/>
                  </a:lnTo>
                  <a:lnTo>
                    <a:pt x="124" y="0"/>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543" name="Freeform 211">
              <a:extLst>
                <a:ext uri="{FF2B5EF4-FFF2-40B4-BE49-F238E27FC236}">
                  <a16:creationId xmlns:a16="http://schemas.microsoft.com/office/drawing/2014/main" id="{DBD226F9-9859-4A01-ADAA-9A5D2AD362A0}"/>
                </a:ext>
              </a:extLst>
            </p:cNvPr>
            <p:cNvSpPr>
              <a:spLocks/>
            </p:cNvSpPr>
            <p:nvPr/>
          </p:nvSpPr>
          <p:spPr bwMode="auto">
            <a:xfrm>
              <a:off x="3599260" y="3157538"/>
              <a:ext cx="145256" cy="267891"/>
            </a:xfrm>
            <a:custGeom>
              <a:avLst/>
              <a:gdLst>
                <a:gd name="T0" fmla="*/ 2147483647 w 122"/>
                <a:gd name="T1" fmla="*/ 0 h 225"/>
                <a:gd name="T2" fmla="*/ 0 w 122"/>
                <a:gd name="T3" fmla="*/ 2147483647 h 225"/>
                <a:gd name="T4" fmla="*/ 0 w 122"/>
                <a:gd name="T5" fmla="*/ 2147483647 h 225"/>
                <a:gd name="T6" fmla="*/ 2147483647 w 122"/>
                <a:gd name="T7" fmla="*/ 2147483647 h 225"/>
                <a:gd name="T8" fmla="*/ 0 60000 65536"/>
                <a:gd name="T9" fmla="*/ 0 60000 65536"/>
                <a:gd name="T10" fmla="*/ 0 60000 65536"/>
                <a:gd name="T11" fmla="*/ 0 60000 65536"/>
                <a:gd name="T12" fmla="*/ 0 w 122"/>
                <a:gd name="T13" fmla="*/ 0 h 225"/>
                <a:gd name="T14" fmla="*/ 122 w 122"/>
                <a:gd name="T15" fmla="*/ 225 h 225"/>
              </a:gdLst>
              <a:ahLst/>
              <a:cxnLst>
                <a:cxn ang="T8">
                  <a:pos x="T0" y="T1"/>
                </a:cxn>
                <a:cxn ang="T9">
                  <a:pos x="T2" y="T3"/>
                </a:cxn>
                <a:cxn ang="T10">
                  <a:pos x="T4" y="T5"/>
                </a:cxn>
                <a:cxn ang="T11">
                  <a:pos x="T6" y="T7"/>
                </a:cxn>
              </a:cxnLst>
              <a:rect l="T12" t="T13" r="T14" b="T15"/>
              <a:pathLst>
                <a:path w="122" h="225">
                  <a:moveTo>
                    <a:pt x="122" y="0"/>
                  </a:moveTo>
                  <a:lnTo>
                    <a:pt x="0" y="3"/>
                  </a:lnTo>
                  <a:lnTo>
                    <a:pt x="0" y="225"/>
                  </a:lnTo>
                  <a:lnTo>
                    <a:pt x="122" y="22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544" name="Rectangle 212">
              <a:extLst>
                <a:ext uri="{FF2B5EF4-FFF2-40B4-BE49-F238E27FC236}">
                  <a16:creationId xmlns:a16="http://schemas.microsoft.com/office/drawing/2014/main" id="{B3256F3F-805A-41C6-AD6E-1985B43743C1}"/>
                </a:ext>
              </a:extLst>
            </p:cNvPr>
            <p:cNvSpPr>
              <a:spLocks noChangeArrowheads="1"/>
            </p:cNvSpPr>
            <p:nvPr/>
          </p:nvSpPr>
          <p:spPr bwMode="auto">
            <a:xfrm>
              <a:off x="3674269" y="3211117"/>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65545" name="Rectangle 213">
              <a:extLst>
                <a:ext uri="{FF2B5EF4-FFF2-40B4-BE49-F238E27FC236}">
                  <a16:creationId xmlns:a16="http://schemas.microsoft.com/office/drawing/2014/main" id="{F9BA301B-39C4-423F-831C-D6FC1C07283C}"/>
                </a:ext>
              </a:extLst>
            </p:cNvPr>
            <p:cNvSpPr>
              <a:spLocks noChangeArrowheads="1"/>
            </p:cNvSpPr>
            <p:nvPr/>
          </p:nvSpPr>
          <p:spPr bwMode="auto">
            <a:xfrm>
              <a:off x="3708797" y="3211117"/>
              <a:ext cx="9618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65546" name="Freeform 214">
              <a:extLst>
                <a:ext uri="{FF2B5EF4-FFF2-40B4-BE49-F238E27FC236}">
                  <a16:creationId xmlns:a16="http://schemas.microsoft.com/office/drawing/2014/main" id="{083772E0-AB82-4A65-A487-F031DCDD36EF}"/>
                </a:ext>
              </a:extLst>
            </p:cNvPr>
            <p:cNvSpPr>
              <a:spLocks/>
            </p:cNvSpPr>
            <p:nvPr/>
          </p:nvSpPr>
          <p:spPr bwMode="auto">
            <a:xfrm>
              <a:off x="4439841" y="3161110"/>
              <a:ext cx="147638" cy="264319"/>
            </a:xfrm>
            <a:custGeom>
              <a:avLst/>
              <a:gdLst>
                <a:gd name="T0" fmla="*/ 0 w 124"/>
                <a:gd name="T1" fmla="*/ 2147483647 h 222"/>
                <a:gd name="T2" fmla="*/ 2147483647 w 124"/>
                <a:gd name="T3" fmla="*/ 2147483647 h 222"/>
                <a:gd name="T4" fmla="*/ 2147483647 w 124"/>
                <a:gd name="T5" fmla="*/ 0 h 222"/>
                <a:gd name="T6" fmla="*/ 0 w 124"/>
                <a:gd name="T7" fmla="*/ 0 h 222"/>
                <a:gd name="T8" fmla="*/ 0 w 124"/>
                <a:gd name="T9" fmla="*/ 2147483647 h 222"/>
                <a:gd name="T10" fmla="*/ 0 60000 65536"/>
                <a:gd name="T11" fmla="*/ 0 60000 65536"/>
                <a:gd name="T12" fmla="*/ 0 60000 65536"/>
                <a:gd name="T13" fmla="*/ 0 60000 65536"/>
                <a:gd name="T14" fmla="*/ 0 60000 65536"/>
                <a:gd name="T15" fmla="*/ 0 w 124"/>
                <a:gd name="T16" fmla="*/ 0 h 222"/>
                <a:gd name="T17" fmla="*/ 124 w 124"/>
                <a:gd name="T18" fmla="*/ 222 h 222"/>
              </a:gdLst>
              <a:ahLst/>
              <a:cxnLst>
                <a:cxn ang="T10">
                  <a:pos x="T0" y="T1"/>
                </a:cxn>
                <a:cxn ang="T11">
                  <a:pos x="T2" y="T3"/>
                </a:cxn>
                <a:cxn ang="T12">
                  <a:pos x="T4" y="T5"/>
                </a:cxn>
                <a:cxn ang="T13">
                  <a:pos x="T6" y="T7"/>
                </a:cxn>
                <a:cxn ang="T14">
                  <a:pos x="T8" y="T9"/>
                </a:cxn>
              </a:cxnLst>
              <a:rect l="T15" t="T16" r="T17" b="T18"/>
              <a:pathLst>
                <a:path w="124" h="222">
                  <a:moveTo>
                    <a:pt x="0" y="220"/>
                  </a:moveTo>
                  <a:lnTo>
                    <a:pt x="124" y="222"/>
                  </a:lnTo>
                  <a:lnTo>
                    <a:pt x="124" y="0"/>
                  </a:lnTo>
                  <a:lnTo>
                    <a:pt x="0" y="0"/>
                  </a:lnTo>
                  <a:lnTo>
                    <a:pt x="0" y="220"/>
                  </a:lnTo>
                  <a:close/>
                </a:path>
              </a:pathLst>
            </a:custGeom>
            <a:solidFill>
              <a:srgbClr val="FBE2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547" name="Freeform 215">
              <a:extLst>
                <a:ext uri="{FF2B5EF4-FFF2-40B4-BE49-F238E27FC236}">
                  <a16:creationId xmlns:a16="http://schemas.microsoft.com/office/drawing/2014/main" id="{F90A2AC3-BA9A-4E64-84A7-4C03AFE79047}"/>
                </a:ext>
              </a:extLst>
            </p:cNvPr>
            <p:cNvSpPr>
              <a:spLocks/>
            </p:cNvSpPr>
            <p:nvPr/>
          </p:nvSpPr>
          <p:spPr bwMode="auto">
            <a:xfrm>
              <a:off x="4439841" y="3161110"/>
              <a:ext cx="147638" cy="264319"/>
            </a:xfrm>
            <a:custGeom>
              <a:avLst/>
              <a:gdLst>
                <a:gd name="T0" fmla="*/ 0 w 124"/>
                <a:gd name="T1" fmla="*/ 2147483647 h 222"/>
                <a:gd name="T2" fmla="*/ 2147483647 w 124"/>
                <a:gd name="T3" fmla="*/ 2147483647 h 222"/>
                <a:gd name="T4" fmla="*/ 2147483647 w 124"/>
                <a:gd name="T5" fmla="*/ 0 h 222"/>
                <a:gd name="T6" fmla="*/ 0 w 124"/>
                <a:gd name="T7" fmla="*/ 0 h 222"/>
                <a:gd name="T8" fmla="*/ 0 60000 65536"/>
                <a:gd name="T9" fmla="*/ 0 60000 65536"/>
                <a:gd name="T10" fmla="*/ 0 60000 65536"/>
                <a:gd name="T11" fmla="*/ 0 60000 65536"/>
                <a:gd name="T12" fmla="*/ 0 w 124"/>
                <a:gd name="T13" fmla="*/ 0 h 222"/>
                <a:gd name="T14" fmla="*/ 124 w 124"/>
                <a:gd name="T15" fmla="*/ 222 h 222"/>
              </a:gdLst>
              <a:ahLst/>
              <a:cxnLst>
                <a:cxn ang="T8">
                  <a:pos x="T0" y="T1"/>
                </a:cxn>
                <a:cxn ang="T9">
                  <a:pos x="T2" y="T3"/>
                </a:cxn>
                <a:cxn ang="T10">
                  <a:pos x="T4" y="T5"/>
                </a:cxn>
                <a:cxn ang="T11">
                  <a:pos x="T6" y="T7"/>
                </a:cxn>
              </a:cxnLst>
              <a:rect l="T12" t="T13" r="T14" b="T15"/>
              <a:pathLst>
                <a:path w="124" h="222">
                  <a:moveTo>
                    <a:pt x="0" y="220"/>
                  </a:moveTo>
                  <a:lnTo>
                    <a:pt x="124" y="222"/>
                  </a:lnTo>
                  <a:lnTo>
                    <a:pt x="124" y="0"/>
                  </a:lnTo>
                  <a:lnTo>
                    <a:pt x="0" y="0"/>
                  </a:lnTo>
                </a:path>
              </a:pathLst>
            </a:custGeom>
            <a:noFill/>
            <a:ln w="15875">
              <a:solidFill>
                <a:srgbClr val="EB7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548" name="Line 216">
              <a:extLst>
                <a:ext uri="{FF2B5EF4-FFF2-40B4-BE49-F238E27FC236}">
                  <a16:creationId xmlns:a16="http://schemas.microsoft.com/office/drawing/2014/main" id="{8F848D4F-F2C8-4FCD-9115-BDE2A350AF24}"/>
                </a:ext>
              </a:extLst>
            </p:cNvPr>
            <p:cNvSpPr>
              <a:spLocks noChangeShapeType="1"/>
            </p:cNvSpPr>
            <p:nvPr/>
          </p:nvSpPr>
          <p:spPr bwMode="auto">
            <a:xfrm flipV="1">
              <a:off x="4291013" y="3153966"/>
              <a:ext cx="3572" cy="275034"/>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549" name="Line 217">
              <a:extLst>
                <a:ext uri="{FF2B5EF4-FFF2-40B4-BE49-F238E27FC236}">
                  <a16:creationId xmlns:a16="http://schemas.microsoft.com/office/drawing/2014/main" id="{331975AA-AECE-4AFA-A3A9-7E6B06EBCEB4}"/>
                </a:ext>
              </a:extLst>
            </p:cNvPr>
            <p:cNvSpPr>
              <a:spLocks noChangeShapeType="1"/>
            </p:cNvSpPr>
            <p:nvPr/>
          </p:nvSpPr>
          <p:spPr bwMode="auto">
            <a:xfrm>
              <a:off x="4291012" y="3157538"/>
              <a:ext cx="148829" cy="357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550" name="Line 218">
              <a:extLst>
                <a:ext uri="{FF2B5EF4-FFF2-40B4-BE49-F238E27FC236}">
                  <a16:creationId xmlns:a16="http://schemas.microsoft.com/office/drawing/2014/main" id="{288C3A9A-7A03-4C84-A1F5-1ED82CFD298B}"/>
                </a:ext>
              </a:extLst>
            </p:cNvPr>
            <p:cNvSpPr>
              <a:spLocks noChangeShapeType="1"/>
            </p:cNvSpPr>
            <p:nvPr/>
          </p:nvSpPr>
          <p:spPr bwMode="auto">
            <a:xfrm>
              <a:off x="4291012" y="3423048"/>
              <a:ext cx="148829" cy="238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551" name="Rectangle 219">
              <a:extLst>
                <a:ext uri="{FF2B5EF4-FFF2-40B4-BE49-F238E27FC236}">
                  <a16:creationId xmlns:a16="http://schemas.microsoft.com/office/drawing/2014/main" id="{D325CEA3-2ECA-497A-8681-31B5C97F4F93}"/>
                </a:ext>
              </a:extLst>
            </p:cNvPr>
            <p:cNvSpPr>
              <a:spLocks noChangeArrowheads="1"/>
            </p:cNvSpPr>
            <p:nvPr/>
          </p:nvSpPr>
          <p:spPr bwMode="auto">
            <a:xfrm>
              <a:off x="4333875" y="3245644"/>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552" name="Rectangle 220">
              <a:extLst>
                <a:ext uri="{FF2B5EF4-FFF2-40B4-BE49-F238E27FC236}">
                  <a16:creationId xmlns:a16="http://schemas.microsoft.com/office/drawing/2014/main" id="{24F027F5-2324-4544-97AF-408E91CD25A4}"/>
                </a:ext>
              </a:extLst>
            </p:cNvPr>
            <p:cNvSpPr>
              <a:spLocks noChangeArrowheads="1"/>
            </p:cNvSpPr>
            <p:nvPr/>
          </p:nvSpPr>
          <p:spPr bwMode="auto">
            <a:xfrm>
              <a:off x="4427935" y="3245644"/>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553" name="Rectangle 221">
              <a:extLst>
                <a:ext uri="{FF2B5EF4-FFF2-40B4-BE49-F238E27FC236}">
                  <a16:creationId xmlns:a16="http://schemas.microsoft.com/office/drawing/2014/main" id="{A6598BD5-450B-4884-B566-8D71EC85A886}"/>
                </a:ext>
              </a:extLst>
            </p:cNvPr>
            <p:cNvSpPr>
              <a:spLocks noChangeArrowheads="1"/>
            </p:cNvSpPr>
            <p:nvPr/>
          </p:nvSpPr>
          <p:spPr bwMode="auto">
            <a:xfrm>
              <a:off x="4498181" y="3245644"/>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65554" name="Freeform 222">
              <a:extLst>
                <a:ext uri="{FF2B5EF4-FFF2-40B4-BE49-F238E27FC236}">
                  <a16:creationId xmlns:a16="http://schemas.microsoft.com/office/drawing/2014/main" id="{FA895391-5A9A-45FD-B693-12D17A907F74}"/>
                </a:ext>
              </a:extLst>
            </p:cNvPr>
            <p:cNvSpPr>
              <a:spLocks/>
            </p:cNvSpPr>
            <p:nvPr/>
          </p:nvSpPr>
          <p:spPr bwMode="auto">
            <a:xfrm>
              <a:off x="5025628" y="3026569"/>
              <a:ext cx="222647" cy="526256"/>
            </a:xfrm>
            <a:custGeom>
              <a:avLst/>
              <a:gdLst>
                <a:gd name="T0" fmla="*/ 0 w 187"/>
                <a:gd name="T1" fmla="*/ 0 h 442"/>
                <a:gd name="T2" fmla="*/ 0 w 187"/>
                <a:gd name="T3" fmla="*/ 2147483647 h 442"/>
                <a:gd name="T4" fmla="*/ 2147483647 w 187"/>
                <a:gd name="T5" fmla="*/ 2147483647 h 442"/>
                <a:gd name="T6" fmla="*/ 0 w 187"/>
                <a:gd name="T7" fmla="*/ 2147483647 h 442"/>
                <a:gd name="T8" fmla="*/ 0 w 187"/>
                <a:gd name="T9" fmla="*/ 2147483647 h 442"/>
                <a:gd name="T10" fmla="*/ 2147483647 w 187"/>
                <a:gd name="T11" fmla="*/ 2147483647 h 442"/>
                <a:gd name="T12" fmla="*/ 2147483647 w 187"/>
                <a:gd name="T13" fmla="*/ 2147483647 h 442"/>
                <a:gd name="T14" fmla="*/ 0 w 187"/>
                <a:gd name="T15" fmla="*/ 2147483647 h 442"/>
                <a:gd name="T16" fmla="*/ 0 w 187"/>
                <a:gd name="T17" fmla="*/ 2147483647 h 442"/>
                <a:gd name="T18" fmla="*/ 0 w 187"/>
                <a:gd name="T19" fmla="*/ 0 h 4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7"/>
                <a:gd name="T31" fmla="*/ 0 h 442"/>
                <a:gd name="T32" fmla="*/ 187 w 187"/>
                <a:gd name="T33" fmla="*/ 442 h 4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7" h="442">
                  <a:moveTo>
                    <a:pt x="0" y="0"/>
                  </a:moveTo>
                  <a:lnTo>
                    <a:pt x="0" y="181"/>
                  </a:lnTo>
                  <a:lnTo>
                    <a:pt x="59" y="223"/>
                  </a:lnTo>
                  <a:lnTo>
                    <a:pt x="0" y="264"/>
                  </a:lnTo>
                  <a:lnTo>
                    <a:pt x="0" y="442"/>
                  </a:lnTo>
                  <a:lnTo>
                    <a:pt x="187" y="309"/>
                  </a:lnTo>
                  <a:lnTo>
                    <a:pt x="187" y="137"/>
                  </a:lnTo>
                  <a:lnTo>
                    <a:pt x="0" y="3"/>
                  </a:ln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555" name="Freeform 223">
              <a:extLst>
                <a:ext uri="{FF2B5EF4-FFF2-40B4-BE49-F238E27FC236}">
                  <a16:creationId xmlns:a16="http://schemas.microsoft.com/office/drawing/2014/main" id="{3CC07732-ED5F-4CCC-9587-ACD21BA0A0AB}"/>
                </a:ext>
              </a:extLst>
            </p:cNvPr>
            <p:cNvSpPr>
              <a:spLocks/>
            </p:cNvSpPr>
            <p:nvPr/>
          </p:nvSpPr>
          <p:spPr bwMode="auto">
            <a:xfrm>
              <a:off x="5685235" y="3161110"/>
              <a:ext cx="292894" cy="264319"/>
            </a:xfrm>
            <a:custGeom>
              <a:avLst/>
              <a:gdLst>
                <a:gd name="T0" fmla="*/ 2147483647 w 246"/>
                <a:gd name="T1" fmla="*/ 2147483647 h 222"/>
                <a:gd name="T2" fmla="*/ 2147483647 w 246"/>
                <a:gd name="T3" fmla="*/ 0 h 222"/>
                <a:gd name="T4" fmla="*/ 0 w 246"/>
                <a:gd name="T5" fmla="*/ 0 h 222"/>
                <a:gd name="T6" fmla="*/ 0 w 246"/>
                <a:gd name="T7" fmla="*/ 2147483647 h 222"/>
                <a:gd name="T8" fmla="*/ 2147483647 w 246"/>
                <a:gd name="T9" fmla="*/ 2147483647 h 222"/>
                <a:gd name="T10" fmla="*/ 2147483647 w 246"/>
                <a:gd name="T11" fmla="*/ 2147483647 h 222"/>
                <a:gd name="T12" fmla="*/ 0 60000 65536"/>
                <a:gd name="T13" fmla="*/ 0 60000 65536"/>
                <a:gd name="T14" fmla="*/ 0 60000 65536"/>
                <a:gd name="T15" fmla="*/ 0 60000 65536"/>
                <a:gd name="T16" fmla="*/ 0 60000 65536"/>
                <a:gd name="T17" fmla="*/ 0 60000 65536"/>
                <a:gd name="T18" fmla="*/ 0 w 246"/>
                <a:gd name="T19" fmla="*/ 0 h 222"/>
                <a:gd name="T20" fmla="*/ 246 w 246"/>
                <a:gd name="T21" fmla="*/ 222 h 222"/>
              </a:gdLst>
              <a:ahLst/>
              <a:cxnLst>
                <a:cxn ang="T12">
                  <a:pos x="T0" y="T1"/>
                </a:cxn>
                <a:cxn ang="T13">
                  <a:pos x="T2" y="T3"/>
                </a:cxn>
                <a:cxn ang="T14">
                  <a:pos x="T4" y="T5"/>
                </a:cxn>
                <a:cxn ang="T15">
                  <a:pos x="T6" y="T7"/>
                </a:cxn>
                <a:cxn ang="T16">
                  <a:pos x="T8" y="T9"/>
                </a:cxn>
                <a:cxn ang="T17">
                  <a:pos x="T10" y="T11"/>
                </a:cxn>
              </a:cxnLst>
              <a:rect l="T18" t="T19" r="T20" b="T21"/>
              <a:pathLst>
                <a:path w="246" h="222">
                  <a:moveTo>
                    <a:pt x="246" y="220"/>
                  </a:moveTo>
                  <a:lnTo>
                    <a:pt x="246" y="0"/>
                  </a:lnTo>
                  <a:lnTo>
                    <a:pt x="0" y="0"/>
                  </a:lnTo>
                  <a:lnTo>
                    <a:pt x="0" y="222"/>
                  </a:lnTo>
                  <a:lnTo>
                    <a:pt x="246" y="222"/>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556" name="Rectangle 224">
              <a:extLst>
                <a:ext uri="{FF2B5EF4-FFF2-40B4-BE49-F238E27FC236}">
                  <a16:creationId xmlns:a16="http://schemas.microsoft.com/office/drawing/2014/main" id="{1CA45ABF-F795-475B-8718-BC35B3D187AA}"/>
                </a:ext>
              </a:extLst>
            </p:cNvPr>
            <p:cNvSpPr>
              <a:spLocks noChangeArrowheads="1"/>
            </p:cNvSpPr>
            <p:nvPr/>
          </p:nvSpPr>
          <p:spPr bwMode="auto">
            <a:xfrm>
              <a:off x="5731669" y="3211117"/>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65557" name="Rectangle 225">
              <a:extLst>
                <a:ext uri="{FF2B5EF4-FFF2-40B4-BE49-F238E27FC236}">
                  <a16:creationId xmlns:a16="http://schemas.microsoft.com/office/drawing/2014/main" id="{188C9A28-0897-4449-B66D-02F1C907ADA6}"/>
                </a:ext>
              </a:extLst>
            </p:cNvPr>
            <p:cNvSpPr>
              <a:spLocks noChangeArrowheads="1"/>
            </p:cNvSpPr>
            <p:nvPr/>
          </p:nvSpPr>
          <p:spPr bwMode="auto">
            <a:xfrm>
              <a:off x="5829300" y="3211117"/>
              <a:ext cx="9618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65558" name="Rectangle 226">
              <a:extLst>
                <a:ext uri="{FF2B5EF4-FFF2-40B4-BE49-F238E27FC236}">
                  <a16:creationId xmlns:a16="http://schemas.microsoft.com/office/drawing/2014/main" id="{2DD9920F-D661-452F-84B9-8548657EC79D}"/>
                </a:ext>
              </a:extLst>
            </p:cNvPr>
            <p:cNvSpPr>
              <a:spLocks noChangeArrowheads="1"/>
            </p:cNvSpPr>
            <p:nvPr/>
          </p:nvSpPr>
          <p:spPr bwMode="auto">
            <a:xfrm>
              <a:off x="6419850" y="3211117"/>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559" name="Rectangle 227">
              <a:extLst>
                <a:ext uri="{FF2B5EF4-FFF2-40B4-BE49-F238E27FC236}">
                  <a16:creationId xmlns:a16="http://schemas.microsoft.com/office/drawing/2014/main" id="{5E1733CD-BE34-49B8-A4DD-36B934A9153F}"/>
                </a:ext>
              </a:extLst>
            </p:cNvPr>
            <p:cNvSpPr>
              <a:spLocks noChangeArrowheads="1"/>
            </p:cNvSpPr>
            <p:nvPr/>
          </p:nvSpPr>
          <p:spPr bwMode="auto">
            <a:xfrm>
              <a:off x="6512719" y="3211117"/>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560" name="Rectangle 228">
              <a:extLst>
                <a:ext uri="{FF2B5EF4-FFF2-40B4-BE49-F238E27FC236}">
                  <a16:creationId xmlns:a16="http://schemas.microsoft.com/office/drawing/2014/main" id="{89EBD810-5EC7-4921-8C38-8370E4171D90}"/>
                </a:ext>
              </a:extLst>
            </p:cNvPr>
            <p:cNvSpPr>
              <a:spLocks noChangeArrowheads="1"/>
            </p:cNvSpPr>
            <p:nvPr/>
          </p:nvSpPr>
          <p:spPr bwMode="auto">
            <a:xfrm>
              <a:off x="6582966" y="3211117"/>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65561" name="Line 229">
              <a:extLst>
                <a:ext uri="{FF2B5EF4-FFF2-40B4-BE49-F238E27FC236}">
                  <a16:creationId xmlns:a16="http://schemas.microsoft.com/office/drawing/2014/main" id="{457691AD-15DA-4647-ADE9-4ED17222E44D}"/>
                </a:ext>
              </a:extLst>
            </p:cNvPr>
            <p:cNvSpPr>
              <a:spLocks noChangeShapeType="1"/>
            </p:cNvSpPr>
            <p:nvPr/>
          </p:nvSpPr>
          <p:spPr bwMode="auto">
            <a:xfrm>
              <a:off x="3888581" y="3292079"/>
              <a:ext cx="406004" cy="119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562" name="Line 230">
              <a:extLst>
                <a:ext uri="{FF2B5EF4-FFF2-40B4-BE49-F238E27FC236}">
                  <a16:creationId xmlns:a16="http://schemas.microsoft.com/office/drawing/2014/main" id="{E203354C-C062-4FA8-B132-97CF44B7B819}"/>
                </a:ext>
              </a:extLst>
            </p:cNvPr>
            <p:cNvSpPr>
              <a:spLocks noChangeShapeType="1"/>
            </p:cNvSpPr>
            <p:nvPr/>
          </p:nvSpPr>
          <p:spPr bwMode="auto">
            <a:xfrm>
              <a:off x="5243513" y="3292079"/>
              <a:ext cx="441722" cy="119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563" name="Line 231">
              <a:extLst>
                <a:ext uri="{FF2B5EF4-FFF2-40B4-BE49-F238E27FC236}">
                  <a16:creationId xmlns:a16="http://schemas.microsoft.com/office/drawing/2014/main" id="{10705119-6100-4BBE-8277-B473214B83D2}"/>
                </a:ext>
              </a:extLst>
            </p:cNvPr>
            <p:cNvSpPr>
              <a:spLocks noChangeShapeType="1"/>
            </p:cNvSpPr>
            <p:nvPr/>
          </p:nvSpPr>
          <p:spPr bwMode="auto">
            <a:xfrm>
              <a:off x="5974556" y="3292079"/>
              <a:ext cx="406004" cy="119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564" name="Freeform 232">
              <a:extLst>
                <a:ext uri="{FF2B5EF4-FFF2-40B4-BE49-F238E27FC236}">
                  <a16:creationId xmlns:a16="http://schemas.microsoft.com/office/drawing/2014/main" id="{9F3341D4-4DAA-4C86-991A-9072C1368B28}"/>
                </a:ext>
              </a:extLst>
            </p:cNvPr>
            <p:cNvSpPr>
              <a:spLocks/>
            </p:cNvSpPr>
            <p:nvPr/>
          </p:nvSpPr>
          <p:spPr bwMode="auto">
            <a:xfrm>
              <a:off x="4220766" y="3225404"/>
              <a:ext cx="73819" cy="66675"/>
            </a:xfrm>
            <a:custGeom>
              <a:avLst/>
              <a:gdLst>
                <a:gd name="T0" fmla="*/ 0 w 62"/>
                <a:gd name="T1" fmla="*/ 2147483647 h 56"/>
                <a:gd name="T2" fmla="*/ 0 w 62"/>
                <a:gd name="T3" fmla="*/ 0 h 56"/>
                <a:gd name="T4" fmla="*/ 2147483647 w 62"/>
                <a:gd name="T5" fmla="*/ 0 h 56"/>
                <a:gd name="T6" fmla="*/ 0 60000 65536"/>
                <a:gd name="T7" fmla="*/ 0 60000 65536"/>
                <a:gd name="T8" fmla="*/ 0 60000 65536"/>
                <a:gd name="T9" fmla="*/ 0 w 62"/>
                <a:gd name="T10" fmla="*/ 0 h 56"/>
                <a:gd name="T11" fmla="*/ 62 w 62"/>
                <a:gd name="T12" fmla="*/ 56 h 56"/>
              </a:gdLst>
              <a:ahLst/>
              <a:cxnLst>
                <a:cxn ang="T6">
                  <a:pos x="T0" y="T1"/>
                </a:cxn>
                <a:cxn ang="T7">
                  <a:pos x="T2" y="T3"/>
                </a:cxn>
                <a:cxn ang="T8">
                  <a:pos x="T4" y="T5"/>
                </a:cxn>
              </a:cxnLst>
              <a:rect l="T9" t="T10" r="T11" b="T12"/>
              <a:pathLst>
                <a:path w="62" h="56">
                  <a:moveTo>
                    <a:pt x="0" y="56"/>
                  </a:moveTo>
                  <a:lnTo>
                    <a:pt x="0" y="0"/>
                  </a:lnTo>
                  <a:lnTo>
                    <a:pt x="62"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565" name="Freeform 233">
              <a:extLst>
                <a:ext uri="{FF2B5EF4-FFF2-40B4-BE49-F238E27FC236}">
                  <a16:creationId xmlns:a16="http://schemas.microsoft.com/office/drawing/2014/main" id="{201A0524-A278-4B50-8CFB-76E7875E9B7C}"/>
                </a:ext>
              </a:extLst>
            </p:cNvPr>
            <p:cNvSpPr>
              <a:spLocks/>
            </p:cNvSpPr>
            <p:nvPr/>
          </p:nvSpPr>
          <p:spPr bwMode="auto">
            <a:xfrm>
              <a:off x="5611417" y="3292079"/>
              <a:ext cx="515540" cy="197644"/>
            </a:xfrm>
            <a:custGeom>
              <a:avLst/>
              <a:gdLst>
                <a:gd name="T0" fmla="*/ 0 w 433"/>
                <a:gd name="T1" fmla="*/ 0 h 166"/>
                <a:gd name="T2" fmla="*/ 0 w 433"/>
                <a:gd name="T3" fmla="*/ 2147483647 h 166"/>
                <a:gd name="T4" fmla="*/ 2147483647 w 433"/>
                <a:gd name="T5" fmla="*/ 2147483647 h 166"/>
                <a:gd name="T6" fmla="*/ 2147483647 w 433"/>
                <a:gd name="T7" fmla="*/ 2147483647 h 166"/>
                <a:gd name="T8" fmla="*/ 2147483647 w 433"/>
                <a:gd name="T9" fmla="*/ 2147483647 h 166"/>
                <a:gd name="T10" fmla="*/ 0 60000 65536"/>
                <a:gd name="T11" fmla="*/ 0 60000 65536"/>
                <a:gd name="T12" fmla="*/ 0 60000 65536"/>
                <a:gd name="T13" fmla="*/ 0 60000 65536"/>
                <a:gd name="T14" fmla="*/ 0 60000 65536"/>
                <a:gd name="T15" fmla="*/ 0 w 433"/>
                <a:gd name="T16" fmla="*/ 0 h 166"/>
                <a:gd name="T17" fmla="*/ 433 w 433"/>
                <a:gd name="T18" fmla="*/ 166 h 166"/>
              </a:gdLst>
              <a:ahLst/>
              <a:cxnLst>
                <a:cxn ang="T10">
                  <a:pos x="T0" y="T1"/>
                </a:cxn>
                <a:cxn ang="T11">
                  <a:pos x="T2" y="T3"/>
                </a:cxn>
                <a:cxn ang="T12">
                  <a:pos x="T4" y="T5"/>
                </a:cxn>
                <a:cxn ang="T13">
                  <a:pos x="T6" y="T7"/>
                </a:cxn>
                <a:cxn ang="T14">
                  <a:pos x="T8" y="T9"/>
                </a:cxn>
              </a:cxnLst>
              <a:rect l="T15" t="T16" r="T17" b="T18"/>
              <a:pathLst>
                <a:path w="433" h="166">
                  <a:moveTo>
                    <a:pt x="0" y="0"/>
                  </a:moveTo>
                  <a:lnTo>
                    <a:pt x="0" y="166"/>
                  </a:lnTo>
                  <a:lnTo>
                    <a:pt x="370" y="166"/>
                  </a:lnTo>
                  <a:lnTo>
                    <a:pt x="370" y="56"/>
                  </a:lnTo>
                  <a:lnTo>
                    <a:pt x="433" y="56"/>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566" name="Freeform 234">
              <a:extLst>
                <a:ext uri="{FF2B5EF4-FFF2-40B4-BE49-F238E27FC236}">
                  <a16:creationId xmlns:a16="http://schemas.microsoft.com/office/drawing/2014/main" id="{9A16D6AC-626F-48CF-836D-950B14157083}"/>
                </a:ext>
              </a:extLst>
            </p:cNvPr>
            <p:cNvSpPr>
              <a:spLocks/>
            </p:cNvSpPr>
            <p:nvPr/>
          </p:nvSpPr>
          <p:spPr bwMode="auto">
            <a:xfrm>
              <a:off x="4037410" y="3026569"/>
              <a:ext cx="109538" cy="529829"/>
            </a:xfrm>
            <a:custGeom>
              <a:avLst/>
              <a:gdLst>
                <a:gd name="T0" fmla="*/ 2147483647 w 92"/>
                <a:gd name="T1" fmla="*/ 2147483647 h 445"/>
                <a:gd name="T2" fmla="*/ 2147483647 w 92"/>
                <a:gd name="T3" fmla="*/ 0 h 445"/>
                <a:gd name="T4" fmla="*/ 0 w 92"/>
                <a:gd name="T5" fmla="*/ 0 h 445"/>
                <a:gd name="T6" fmla="*/ 0 w 92"/>
                <a:gd name="T7" fmla="*/ 2147483647 h 445"/>
                <a:gd name="T8" fmla="*/ 2147483647 w 92"/>
                <a:gd name="T9" fmla="*/ 2147483647 h 445"/>
                <a:gd name="T10" fmla="*/ 2147483647 w 92"/>
                <a:gd name="T11" fmla="*/ 2147483647 h 445"/>
                <a:gd name="T12" fmla="*/ 0 60000 65536"/>
                <a:gd name="T13" fmla="*/ 0 60000 65536"/>
                <a:gd name="T14" fmla="*/ 0 60000 65536"/>
                <a:gd name="T15" fmla="*/ 0 60000 65536"/>
                <a:gd name="T16" fmla="*/ 0 60000 65536"/>
                <a:gd name="T17" fmla="*/ 0 60000 65536"/>
                <a:gd name="T18" fmla="*/ 0 w 92"/>
                <a:gd name="T19" fmla="*/ 0 h 445"/>
                <a:gd name="T20" fmla="*/ 92 w 92"/>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2" h="445">
                  <a:moveTo>
                    <a:pt x="92" y="445"/>
                  </a:moveTo>
                  <a:lnTo>
                    <a:pt x="92" y="0"/>
                  </a:lnTo>
                  <a:lnTo>
                    <a:pt x="0" y="0"/>
                  </a:lnTo>
                  <a:lnTo>
                    <a:pt x="0" y="445"/>
                  </a:lnTo>
                  <a:lnTo>
                    <a:pt x="92" y="44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567" name="Freeform 235">
              <a:extLst>
                <a:ext uri="{FF2B5EF4-FFF2-40B4-BE49-F238E27FC236}">
                  <a16:creationId xmlns:a16="http://schemas.microsoft.com/office/drawing/2014/main" id="{CBC1A27F-1622-43A3-9806-2CAB16D48F17}"/>
                </a:ext>
              </a:extLst>
            </p:cNvPr>
            <p:cNvSpPr>
              <a:spLocks/>
            </p:cNvSpPr>
            <p:nvPr/>
          </p:nvSpPr>
          <p:spPr bwMode="auto">
            <a:xfrm>
              <a:off x="4037410" y="3026569"/>
              <a:ext cx="109538" cy="529829"/>
            </a:xfrm>
            <a:custGeom>
              <a:avLst/>
              <a:gdLst>
                <a:gd name="T0" fmla="*/ 2147483647 w 92"/>
                <a:gd name="T1" fmla="*/ 2147483647 h 445"/>
                <a:gd name="T2" fmla="*/ 2147483647 w 92"/>
                <a:gd name="T3" fmla="*/ 0 h 445"/>
                <a:gd name="T4" fmla="*/ 0 w 92"/>
                <a:gd name="T5" fmla="*/ 0 h 445"/>
                <a:gd name="T6" fmla="*/ 0 w 92"/>
                <a:gd name="T7" fmla="*/ 2147483647 h 445"/>
                <a:gd name="T8" fmla="*/ 2147483647 w 92"/>
                <a:gd name="T9" fmla="*/ 2147483647 h 445"/>
                <a:gd name="T10" fmla="*/ 2147483647 w 92"/>
                <a:gd name="T11" fmla="*/ 2147483647 h 445"/>
                <a:gd name="T12" fmla="*/ 0 60000 65536"/>
                <a:gd name="T13" fmla="*/ 0 60000 65536"/>
                <a:gd name="T14" fmla="*/ 0 60000 65536"/>
                <a:gd name="T15" fmla="*/ 0 60000 65536"/>
                <a:gd name="T16" fmla="*/ 0 60000 65536"/>
                <a:gd name="T17" fmla="*/ 0 60000 65536"/>
                <a:gd name="T18" fmla="*/ 0 w 92"/>
                <a:gd name="T19" fmla="*/ 0 h 445"/>
                <a:gd name="T20" fmla="*/ 92 w 92"/>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2" h="445">
                  <a:moveTo>
                    <a:pt x="92" y="445"/>
                  </a:moveTo>
                  <a:lnTo>
                    <a:pt x="92" y="0"/>
                  </a:lnTo>
                  <a:lnTo>
                    <a:pt x="0" y="0"/>
                  </a:lnTo>
                  <a:lnTo>
                    <a:pt x="0" y="445"/>
                  </a:lnTo>
                  <a:lnTo>
                    <a:pt x="92"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568" name="Freeform 236">
              <a:extLst>
                <a:ext uri="{FF2B5EF4-FFF2-40B4-BE49-F238E27FC236}">
                  <a16:creationId xmlns:a16="http://schemas.microsoft.com/office/drawing/2014/main" id="{47FA187B-8C09-4BA1-B53F-D6DCF2187139}"/>
                </a:ext>
              </a:extLst>
            </p:cNvPr>
            <p:cNvSpPr>
              <a:spLocks/>
            </p:cNvSpPr>
            <p:nvPr/>
          </p:nvSpPr>
          <p:spPr bwMode="auto">
            <a:xfrm>
              <a:off x="4732735" y="3026569"/>
              <a:ext cx="108347" cy="529829"/>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91" y="445"/>
                  </a:moveTo>
                  <a:lnTo>
                    <a:pt x="91" y="0"/>
                  </a:lnTo>
                  <a:lnTo>
                    <a:pt x="0" y="0"/>
                  </a:lnTo>
                  <a:lnTo>
                    <a:pt x="0" y="445"/>
                  </a:lnTo>
                  <a:lnTo>
                    <a:pt x="91" y="44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569" name="Freeform 237">
              <a:extLst>
                <a:ext uri="{FF2B5EF4-FFF2-40B4-BE49-F238E27FC236}">
                  <a16:creationId xmlns:a16="http://schemas.microsoft.com/office/drawing/2014/main" id="{F3DF3AA3-A3BC-447C-9E66-CEE3628B9FF7}"/>
                </a:ext>
              </a:extLst>
            </p:cNvPr>
            <p:cNvSpPr>
              <a:spLocks/>
            </p:cNvSpPr>
            <p:nvPr/>
          </p:nvSpPr>
          <p:spPr bwMode="auto">
            <a:xfrm>
              <a:off x="4732735" y="3026569"/>
              <a:ext cx="108347" cy="529829"/>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91" y="445"/>
                  </a:moveTo>
                  <a:lnTo>
                    <a:pt x="91" y="0"/>
                  </a:lnTo>
                  <a:lnTo>
                    <a:pt x="0" y="0"/>
                  </a:lnTo>
                  <a:lnTo>
                    <a:pt x="0" y="445"/>
                  </a:lnTo>
                  <a:lnTo>
                    <a:pt x="91"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570" name="Freeform 238">
              <a:extLst>
                <a:ext uri="{FF2B5EF4-FFF2-40B4-BE49-F238E27FC236}">
                  <a16:creationId xmlns:a16="http://schemas.microsoft.com/office/drawing/2014/main" id="{C6393FA5-5EFE-4F8C-95F3-39EAB304BFB2}"/>
                </a:ext>
              </a:extLst>
            </p:cNvPr>
            <p:cNvSpPr>
              <a:spLocks/>
            </p:cNvSpPr>
            <p:nvPr/>
          </p:nvSpPr>
          <p:spPr bwMode="auto">
            <a:xfrm>
              <a:off x="5428060" y="3026569"/>
              <a:ext cx="113109" cy="529829"/>
            </a:xfrm>
            <a:custGeom>
              <a:avLst/>
              <a:gdLst>
                <a:gd name="T0" fmla="*/ 2147483647 w 95"/>
                <a:gd name="T1" fmla="*/ 2147483647 h 445"/>
                <a:gd name="T2" fmla="*/ 2147483647 w 95"/>
                <a:gd name="T3" fmla="*/ 0 h 445"/>
                <a:gd name="T4" fmla="*/ 0 w 95"/>
                <a:gd name="T5" fmla="*/ 0 h 445"/>
                <a:gd name="T6" fmla="*/ 0 w 95"/>
                <a:gd name="T7" fmla="*/ 2147483647 h 445"/>
                <a:gd name="T8" fmla="*/ 2147483647 w 95"/>
                <a:gd name="T9" fmla="*/ 2147483647 h 445"/>
                <a:gd name="T10" fmla="*/ 2147483647 w 95"/>
                <a:gd name="T11" fmla="*/ 2147483647 h 445"/>
                <a:gd name="T12" fmla="*/ 2147483647 w 95"/>
                <a:gd name="T13" fmla="*/ 2147483647 h 445"/>
                <a:gd name="T14" fmla="*/ 0 60000 65536"/>
                <a:gd name="T15" fmla="*/ 0 60000 65536"/>
                <a:gd name="T16" fmla="*/ 0 60000 65536"/>
                <a:gd name="T17" fmla="*/ 0 60000 65536"/>
                <a:gd name="T18" fmla="*/ 0 60000 65536"/>
                <a:gd name="T19" fmla="*/ 0 60000 65536"/>
                <a:gd name="T20" fmla="*/ 0 60000 65536"/>
                <a:gd name="T21" fmla="*/ 0 w 95"/>
                <a:gd name="T22" fmla="*/ 0 h 445"/>
                <a:gd name="T23" fmla="*/ 95 w 95"/>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5" h="445">
                  <a:moveTo>
                    <a:pt x="91" y="445"/>
                  </a:moveTo>
                  <a:lnTo>
                    <a:pt x="95" y="0"/>
                  </a:lnTo>
                  <a:lnTo>
                    <a:pt x="0" y="0"/>
                  </a:lnTo>
                  <a:lnTo>
                    <a:pt x="0" y="445"/>
                  </a:lnTo>
                  <a:lnTo>
                    <a:pt x="95" y="445"/>
                  </a:lnTo>
                  <a:lnTo>
                    <a:pt x="91" y="44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571" name="Freeform 239">
              <a:extLst>
                <a:ext uri="{FF2B5EF4-FFF2-40B4-BE49-F238E27FC236}">
                  <a16:creationId xmlns:a16="http://schemas.microsoft.com/office/drawing/2014/main" id="{E93C6BC9-1491-48C4-836B-5484D2E7BD18}"/>
                </a:ext>
              </a:extLst>
            </p:cNvPr>
            <p:cNvSpPr>
              <a:spLocks/>
            </p:cNvSpPr>
            <p:nvPr/>
          </p:nvSpPr>
          <p:spPr bwMode="auto">
            <a:xfrm>
              <a:off x="6126957" y="3026569"/>
              <a:ext cx="108347" cy="529829"/>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2147483647 w 91"/>
                <a:gd name="T13" fmla="*/ 2147483647 h 445"/>
                <a:gd name="T14" fmla="*/ 0 60000 65536"/>
                <a:gd name="T15" fmla="*/ 0 60000 65536"/>
                <a:gd name="T16" fmla="*/ 0 60000 65536"/>
                <a:gd name="T17" fmla="*/ 0 60000 65536"/>
                <a:gd name="T18" fmla="*/ 0 60000 65536"/>
                <a:gd name="T19" fmla="*/ 0 60000 65536"/>
                <a:gd name="T20" fmla="*/ 0 60000 65536"/>
                <a:gd name="T21" fmla="*/ 0 w 91"/>
                <a:gd name="T22" fmla="*/ 0 h 445"/>
                <a:gd name="T23" fmla="*/ 91 w 91"/>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445">
                  <a:moveTo>
                    <a:pt x="88" y="445"/>
                  </a:moveTo>
                  <a:lnTo>
                    <a:pt x="91" y="0"/>
                  </a:lnTo>
                  <a:lnTo>
                    <a:pt x="0" y="0"/>
                  </a:lnTo>
                  <a:lnTo>
                    <a:pt x="0" y="445"/>
                  </a:lnTo>
                  <a:lnTo>
                    <a:pt x="91" y="445"/>
                  </a:lnTo>
                  <a:lnTo>
                    <a:pt x="88" y="44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572" name="Freeform 240">
              <a:extLst>
                <a:ext uri="{FF2B5EF4-FFF2-40B4-BE49-F238E27FC236}">
                  <a16:creationId xmlns:a16="http://schemas.microsoft.com/office/drawing/2014/main" id="{C545561C-096B-465B-8865-539BA4D9DC6F}"/>
                </a:ext>
              </a:extLst>
            </p:cNvPr>
            <p:cNvSpPr>
              <a:spLocks/>
            </p:cNvSpPr>
            <p:nvPr/>
          </p:nvSpPr>
          <p:spPr bwMode="auto">
            <a:xfrm>
              <a:off x="6126957" y="3026569"/>
              <a:ext cx="108347" cy="529829"/>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88" y="445"/>
                  </a:moveTo>
                  <a:lnTo>
                    <a:pt x="91" y="0"/>
                  </a:lnTo>
                  <a:lnTo>
                    <a:pt x="0" y="0"/>
                  </a:lnTo>
                  <a:lnTo>
                    <a:pt x="0" y="445"/>
                  </a:lnTo>
                  <a:lnTo>
                    <a:pt x="91"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573" name="Freeform 241">
              <a:extLst>
                <a:ext uri="{FF2B5EF4-FFF2-40B4-BE49-F238E27FC236}">
                  <a16:creationId xmlns:a16="http://schemas.microsoft.com/office/drawing/2014/main" id="{F917D53A-04D2-4A68-92C7-A2FEC4666ADF}"/>
                </a:ext>
              </a:extLst>
            </p:cNvPr>
            <p:cNvSpPr>
              <a:spLocks/>
            </p:cNvSpPr>
            <p:nvPr/>
          </p:nvSpPr>
          <p:spPr bwMode="auto">
            <a:xfrm>
              <a:off x="7075885" y="3754041"/>
              <a:ext cx="147638" cy="265509"/>
            </a:xfrm>
            <a:custGeom>
              <a:avLst/>
              <a:gdLst>
                <a:gd name="T0" fmla="*/ 2147483647 w 124"/>
                <a:gd name="T1" fmla="*/ 2147483647 h 223"/>
                <a:gd name="T2" fmla="*/ 0 w 124"/>
                <a:gd name="T3" fmla="*/ 2147483647 h 223"/>
                <a:gd name="T4" fmla="*/ 0 w 124"/>
                <a:gd name="T5" fmla="*/ 0 h 223"/>
                <a:gd name="T6" fmla="*/ 2147483647 w 124"/>
                <a:gd name="T7" fmla="*/ 0 h 223"/>
                <a:gd name="T8" fmla="*/ 2147483647 w 124"/>
                <a:gd name="T9" fmla="*/ 2147483647 h 223"/>
                <a:gd name="T10" fmla="*/ 0 60000 65536"/>
                <a:gd name="T11" fmla="*/ 0 60000 65536"/>
                <a:gd name="T12" fmla="*/ 0 60000 65536"/>
                <a:gd name="T13" fmla="*/ 0 60000 65536"/>
                <a:gd name="T14" fmla="*/ 0 60000 65536"/>
                <a:gd name="T15" fmla="*/ 0 w 124"/>
                <a:gd name="T16" fmla="*/ 0 h 223"/>
                <a:gd name="T17" fmla="*/ 124 w 124"/>
                <a:gd name="T18" fmla="*/ 223 h 223"/>
              </a:gdLst>
              <a:ahLst/>
              <a:cxnLst>
                <a:cxn ang="T10">
                  <a:pos x="T0" y="T1"/>
                </a:cxn>
                <a:cxn ang="T11">
                  <a:pos x="T2" y="T3"/>
                </a:cxn>
                <a:cxn ang="T12">
                  <a:pos x="T4" y="T5"/>
                </a:cxn>
                <a:cxn ang="T13">
                  <a:pos x="T6" y="T7"/>
                </a:cxn>
                <a:cxn ang="T14">
                  <a:pos x="T8" y="T9"/>
                </a:cxn>
              </a:cxnLst>
              <a:rect l="T15" t="T16" r="T17" b="T18"/>
              <a:pathLst>
                <a:path w="124" h="223">
                  <a:moveTo>
                    <a:pt x="121" y="223"/>
                  </a:moveTo>
                  <a:lnTo>
                    <a:pt x="0" y="223"/>
                  </a:lnTo>
                  <a:lnTo>
                    <a:pt x="0" y="0"/>
                  </a:lnTo>
                  <a:lnTo>
                    <a:pt x="124" y="0"/>
                  </a:lnTo>
                  <a:lnTo>
                    <a:pt x="121" y="223"/>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574" name="Freeform 242">
              <a:extLst>
                <a:ext uri="{FF2B5EF4-FFF2-40B4-BE49-F238E27FC236}">
                  <a16:creationId xmlns:a16="http://schemas.microsoft.com/office/drawing/2014/main" id="{C5CF9A18-D0F4-4555-933A-EBC8DEFBDEA2}"/>
                </a:ext>
              </a:extLst>
            </p:cNvPr>
            <p:cNvSpPr>
              <a:spLocks/>
            </p:cNvSpPr>
            <p:nvPr/>
          </p:nvSpPr>
          <p:spPr bwMode="auto">
            <a:xfrm>
              <a:off x="7075885" y="3754041"/>
              <a:ext cx="147638" cy="265509"/>
            </a:xfrm>
            <a:custGeom>
              <a:avLst/>
              <a:gdLst>
                <a:gd name="T0" fmla="*/ 2147483647 w 124"/>
                <a:gd name="T1" fmla="*/ 2147483647 h 223"/>
                <a:gd name="T2" fmla="*/ 0 w 124"/>
                <a:gd name="T3" fmla="*/ 2147483647 h 223"/>
                <a:gd name="T4" fmla="*/ 0 w 124"/>
                <a:gd name="T5" fmla="*/ 0 h 223"/>
                <a:gd name="T6" fmla="*/ 2147483647 w 124"/>
                <a:gd name="T7" fmla="*/ 0 h 223"/>
                <a:gd name="T8" fmla="*/ 0 60000 65536"/>
                <a:gd name="T9" fmla="*/ 0 60000 65536"/>
                <a:gd name="T10" fmla="*/ 0 60000 65536"/>
                <a:gd name="T11" fmla="*/ 0 60000 65536"/>
                <a:gd name="T12" fmla="*/ 0 w 124"/>
                <a:gd name="T13" fmla="*/ 0 h 223"/>
                <a:gd name="T14" fmla="*/ 124 w 124"/>
                <a:gd name="T15" fmla="*/ 223 h 223"/>
              </a:gdLst>
              <a:ahLst/>
              <a:cxnLst>
                <a:cxn ang="T8">
                  <a:pos x="T0" y="T1"/>
                </a:cxn>
                <a:cxn ang="T9">
                  <a:pos x="T2" y="T3"/>
                </a:cxn>
                <a:cxn ang="T10">
                  <a:pos x="T4" y="T5"/>
                </a:cxn>
                <a:cxn ang="T11">
                  <a:pos x="T6" y="T7"/>
                </a:cxn>
              </a:cxnLst>
              <a:rect l="T12" t="T13" r="T14" b="T15"/>
              <a:pathLst>
                <a:path w="124" h="223">
                  <a:moveTo>
                    <a:pt x="121" y="223"/>
                  </a:moveTo>
                  <a:lnTo>
                    <a:pt x="0" y="223"/>
                  </a:lnTo>
                  <a:lnTo>
                    <a:pt x="0" y="0"/>
                  </a:lnTo>
                  <a:lnTo>
                    <a:pt x="124"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575" name="Line 243">
              <a:extLst>
                <a:ext uri="{FF2B5EF4-FFF2-40B4-BE49-F238E27FC236}">
                  <a16:creationId xmlns:a16="http://schemas.microsoft.com/office/drawing/2014/main" id="{AAF41BE9-A8CD-48BF-A94E-341B6D593B93}"/>
                </a:ext>
              </a:extLst>
            </p:cNvPr>
            <p:cNvSpPr>
              <a:spLocks noChangeShapeType="1"/>
            </p:cNvSpPr>
            <p:nvPr/>
          </p:nvSpPr>
          <p:spPr bwMode="auto">
            <a:xfrm flipV="1">
              <a:off x="7368779" y="3750469"/>
              <a:ext cx="1190" cy="27503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576" name="Line 244">
              <a:extLst>
                <a:ext uri="{FF2B5EF4-FFF2-40B4-BE49-F238E27FC236}">
                  <a16:creationId xmlns:a16="http://schemas.microsoft.com/office/drawing/2014/main" id="{CB1D43D3-5D75-4619-BC98-8C7328219F9C}"/>
                </a:ext>
              </a:extLst>
            </p:cNvPr>
            <p:cNvSpPr>
              <a:spLocks noChangeShapeType="1"/>
            </p:cNvSpPr>
            <p:nvPr/>
          </p:nvSpPr>
          <p:spPr bwMode="auto">
            <a:xfrm flipH="1">
              <a:off x="7216379" y="3754042"/>
              <a:ext cx="152400" cy="119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577" name="Line 245">
              <a:extLst>
                <a:ext uri="{FF2B5EF4-FFF2-40B4-BE49-F238E27FC236}">
                  <a16:creationId xmlns:a16="http://schemas.microsoft.com/office/drawing/2014/main" id="{D3624651-DC1D-4531-8291-AD872A29B64E}"/>
                </a:ext>
              </a:extLst>
            </p:cNvPr>
            <p:cNvSpPr>
              <a:spLocks noChangeShapeType="1"/>
            </p:cNvSpPr>
            <p:nvPr/>
          </p:nvSpPr>
          <p:spPr bwMode="auto">
            <a:xfrm flipH="1">
              <a:off x="7216379" y="4019550"/>
              <a:ext cx="152400" cy="119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578" name="Rectangle 246">
              <a:extLst>
                <a:ext uri="{FF2B5EF4-FFF2-40B4-BE49-F238E27FC236}">
                  <a16:creationId xmlns:a16="http://schemas.microsoft.com/office/drawing/2014/main" id="{181E9114-6EF0-4DF3-8924-D2E7BBF912F9}"/>
                </a:ext>
              </a:extLst>
            </p:cNvPr>
            <p:cNvSpPr>
              <a:spLocks noChangeArrowheads="1"/>
            </p:cNvSpPr>
            <p:nvPr/>
          </p:nvSpPr>
          <p:spPr bwMode="auto">
            <a:xfrm>
              <a:off x="4439841" y="3754041"/>
              <a:ext cx="147638" cy="265509"/>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579" name="Rectangle 247">
              <a:extLst>
                <a:ext uri="{FF2B5EF4-FFF2-40B4-BE49-F238E27FC236}">
                  <a16:creationId xmlns:a16="http://schemas.microsoft.com/office/drawing/2014/main" id="{AA56F84A-BF34-4118-A253-7288A9F40E37}"/>
                </a:ext>
              </a:extLst>
            </p:cNvPr>
            <p:cNvSpPr>
              <a:spLocks noChangeArrowheads="1"/>
            </p:cNvSpPr>
            <p:nvPr/>
          </p:nvSpPr>
          <p:spPr bwMode="auto">
            <a:xfrm>
              <a:off x="4439841" y="3754041"/>
              <a:ext cx="147638" cy="265509"/>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580" name="Rectangle 248">
              <a:extLst>
                <a:ext uri="{FF2B5EF4-FFF2-40B4-BE49-F238E27FC236}">
                  <a16:creationId xmlns:a16="http://schemas.microsoft.com/office/drawing/2014/main" id="{57AE646B-8F65-4841-AA05-7B49A4FFED3F}"/>
                </a:ext>
              </a:extLst>
            </p:cNvPr>
            <p:cNvSpPr>
              <a:spLocks noChangeArrowheads="1"/>
            </p:cNvSpPr>
            <p:nvPr/>
          </p:nvSpPr>
          <p:spPr bwMode="auto">
            <a:xfrm>
              <a:off x="4294585" y="3754041"/>
              <a:ext cx="145256" cy="265509"/>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581" name="Rectangle 249">
              <a:extLst>
                <a:ext uri="{FF2B5EF4-FFF2-40B4-BE49-F238E27FC236}">
                  <a16:creationId xmlns:a16="http://schemas.microsoft.com/office/drawing/2014/main" id="{DF3FA5FB-C2A2-4E44-81B8-20343B98B253}"/>
                </a:ext>
              </a:extLst>
            </p:cNvPr>
            <p:cNvSpPr>
              <a:spLocks noChangeArrowheads="1"/>
            </p:cNvSpPr>
            <p:nvPr/>
          </p:nvSpPr>
          <p:spPr bwMode="auto">
            <a:xfrm>
              <a:off x="4369594" y="3807619"/>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65582" name="Rectangle 250">
              <a:extLst>
                <a:ext uri="{FF2B5EF4-FFF2-40B4-BE49-F238E27FC236}">
                  <a16:creationId xmlns:a16="http://schemas.microsoft.com/office/drawing/2014/main" id="{B971788B-2469-47BC-A9FA-04BC104067EF}"/>
                </a:ext>
              </a:extLst>
            </p:cNvPr>
            <p:cNvSpPr>
              <a:spLocks noChangeArrowheads="1"/>
            </p:cNvSpPr>
            <p:nvPr/>
          </p:nvSpPr>
          <p:spPr bwMode="auto">
            <a:xfrm>
              <a:off x="4404122" y="3807619"/>
              <a:ext cx="9618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65583" name="Rectangle 251">
              <a:extLst>
                <a:ext uri="{FF2B5EF4-FFF2-40B4-BE49-F238E27FC236}">
                  <a16:creationId xmlns:a16="http://schemas.microsoft.com/office/drawing/2014/main" id="{19056F96-F13D-4979-80E9-7F1AD54763F5}"/>
                </a:ext>
              </a:extLst>
            </p:cNvPr>
            <p:cNvSpPr>
              <a:spLocks noChangeArrowheads="1"/>
            </p:cNvSpPr>
            <p:nvPr/>
          </p:nvSpPr>
          <p:spPr bwMode="auto">
            <a:xfrm>
              <a:off x="5135166" y="3754041"/>
              <a:ext cx="147638" cy="265509"/>
            </a:xfrm>
            <a:prstGeom prst="rect">
              <a:avLst/>
            </a:prstGeom>
            <a:solidFill>
              <a:srgbClr val="FBE2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584" name="Rectangle 252">
              <a:extLst>
                <a:ext uri="{FF2B5EF4-FFF2-40B4-BE49-F238E27FC236}">
                  <a16:creationId xmlns:a16="http://schemas.microsoft.com/office/drawing/2014/main" id="{D238A99C-0B12-4522-9255-C899A82B63C7}"/>
                </a:ext>
              </a:extLst>
            </p:cNvPr>
            <p:cNvSpPr>
              <a:spLocks noChangeArrowheads="1"/>
            </p:cNvSpPr>
            <p:nvPr/>
          </p:nvSpPr>
          <p:spPr bwMode="auto">
            <a:xfrm>
              <a:off x="5135166" y="3754041"/>
              <a:ext cx="147638" cy="265509"/>
            </a:xfrm>
            <a:prstGeom prst="rect">
              <a:avLst/>
            </a:prstGeom>
            <a:noFill/>
            <a:ln w="15875">
              <a:solidFill>
                <a:srgbClr val="EB75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585" name="Line 253">
              <a:extLst>
                <a:ext uri="{FF2B5EF4-FFF2-40B4-BE49-F238E27FC236}">
                  <a16:creationId xmlns:a16="http://schemas.microsoft.com/office/drawing/2014/main" id="{525B6091-74A5-4952-A27C-DCB27A9F9EE8}"/>
                </a:ext>
              </a:extLst>
            </p:cNvPr>
            <p:cNvSpPr>
              <a:spLocks noChangeShapeType="1"/>
            </p:cNvSpPr>
            <p:nvPr/>
          </p:nvSpPr>
          <p:spPr bwMode="auto">
            <a:xfrm flipV="1">
              <a:off x="4989910" y="3750469"/>
              <a:ext cx="1190" cy="27503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586" name="Line 254">
              <a:extLst>
                <a:ext uri="{FF2B5EF4-FFF2-40B4-BE49-F238E27FC236}">
                  <a16:creationId xmlns:a16="http://schemas.microsoft.com/office/drawing/2014/main" id="{FD2BAD4A-57EA-4D91-A746-4F8109836F46}"/>
                </a:ext>
              </a:extLst>
            </p:cNvPr>
            <p:cNvSpPr>
              <a:spLocks noChangeShapeType="1"/>
            </p:cNvSpPr>
            <p:nvPr/>
          </p:nvSpPr>
          <p:spPr bwMode="auto">
            <a:xfrm>
              <a:off x="4989910" y="3754042"/>
              <a:ext cx="145256" cy="119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587" name="Line 255">
              <a:extLst>
                <a:ext uri="{FF2B5EF4-FFF2-40B4-BE49-F238E27FC236}">
                  <a16:creationId xmlns:a16="http://schemas.microsoft.com/office/drawing/2014/main" id="{AB134CAF-ED1F-40FB-A97A-7E9B5309AD53}"/>
                </a:ext>
              </a:extLst>
            </p:cNvPr>
            <p:cNvSpPr>
              <a:spLocks noChangeShapeType="1"/>
            </p:cNvSpPr>
            <p:nvPr/>
          </p:nvSpPr>
          <p:spPr bwMode="auto">
            <a:xfrm>
              <a:off x="4989910" y="4019550"/>
              <a:ext cx="145256" cy="119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588" name="Freeform 256">
              <a:extLst>
                <a:ext uri="{FF2B5EF4-FFF2-40B4-BE49-F238E27FC236}">
                  <a16:creationId xmlns:a16="http://schemas.microsoft.com/office/drawing/2014/main" id="{152FD784-41F6-4331-A8C8-880BD4A8F84F}"/>
                </a:ext>
              </a:extLst>
            </p:cNvPr>
            <p:cNvSpPr>
              <a:spLocks/>
            </p:cNvSpPr>
            <p:nvPr/>
          </p:nvSpPr>
          <p:spPr bwMode="auto">
            <a:xfrm>
              <a:off x="5720954" y="3623073"/>
              <a:ext cx="221456" cy="526256"/>
            </a:xfrm>
            <a:custGeom>
              <a:avLst/>
              <a:gdLst>
                <a:gd name="T0" fmla="*/ 0 w 186"/>
                <a:gd name="T1" fmla="*/ 0 h 442"/>
                <a:gd name="T2" fmla="*/ 0 w 186"/>
                <a:gd name="T3" fmla="*/ 2147483647 h 442"/>
                <a:gd name="T4" fmla="*/ 2147483647 w 186"/>
                <a:gd name="T5" fmla="*/ 2147483647 h 442"/>
                <a:gd name="T6" fmla="*/ 0 w 186"/>
                <a:gd name="T7" fmla="*/ 2147483647 h 442"/>
                <a:gd name="T8" fmla="*/ 0 w 186"/>
                <a:gd name="T9" fmla="*/ 2147483647 h 442"/>
                <a:gd name="T10" fmla="*/ 2147483647 w 186"/>
                <a:gd name="T11" fmla="*/ 2147483647 h 442"/>
                <a:gd name="T12" fmla="*/ 2147483647 w 186"/>
                <a:gd name="T13" fmla="*/ 2147483647 h 442"/>
                <a:gd name="T14" fmla="*/ 0 w 186"/>
                <a:gd name="T15" fmla="*/ 0 h 442"/>
                <a:gd name="T16" fmla="*/ 0 w 186"/>
                <a:gd name="T17" fmla="*/ 0 h 4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6"/>
                <a:gd name="T28" fmla="*/ 0 h 442"/>
                <a:gd name="T29" fmla="*/ 186 w 186"/>
                <a:gd name="T30" fmla="*/ 442 h 4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6" h="442">
                  <a:moveTo>
                    <a:pt x="0" y="0"/>
                  </a:moveTo>
                  <a:lnTo>
                    <a:pt x="0" y="181"/>
                  </a:lnTo>
                  <a:lnTo>
                    <a:pt x="59" y="223"/>
                  </a:lnTo>
                  <a:lnTo>
                    <a:pt x="0" y="264"/>
                  </a:lnTo>
                  <a:lnTo>
                    <a:pt x="0" y="442"/>
                  </a:lnTo>
                  <a:lnTo>
                    <a:pt x="186" y="309"/>
                  </a:lnTo>
                  <a:lnTo>
                    <a:pt x="186" y="137"/>
                  </a:ln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589" name="Rectangle 257">
              <a:extLst>
                <a:ext uri="{FF2B5EF4-FFF2-40B4-BE49-F238E27FC236}">
                  <a16:creationId xmlns:a16="http://schemas.microsoft.com/office/drawing/2014/main" id="{618209E8-AFFD-44D2-8896-D3BDF5E7682D}"/>
                </a:ext>
              </a:extLst>
            </p:cNvPr>
            <p:cNvSpPr>
              <a:spLocks noChangeArrowheads="1"/>
            </p:cNvSpPr>
            <p:nvPr/>
          </p:nvSpPr>
          <p:spPr bwMode="auto">
            <a:xfrm>
              <a:off x="6431756" y="3807619"/>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65590" name="Rectangle 258">
              <a:extLst>
                <a:ext uri="{FF2B5EF4-FFF2-40B4-BE49-F238E27FC236}">
                  <a16:creationId xmlns:a16="http://schemas.microsoft.com/office/drawing/2014/main" id="{43E8A38A-FDCD-4CAE-B9D4-5E0CE47CE1A8}"/>
                </a:ext>
              </a:extLst>
            </p:cNvPr>
            <p:cNvSpPr>
              <a:spLocks noChangeArrowheads="1"/>
            </p:cNvSpPr>
            <p:nvPr/>
          </p:nvSpPr>
          <p:spPr bwMode="auto">
            <a:xfrm>
              <a:off x="6524625" y="3807619"/>
              <a:ext cx="9618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65591" name="Rectangle 259">
              <a:extLst>
                <a:ext uri="{FF2B5EF4-FFF2-40B4-BE49-F238E27FC236}">
                  <a16:creationId xmlns:a16="http://schemas.microsoft.com/office/drawing/2014/main" id="{17CDEE58-4402-4A38-90E0-689657970035}"/>
                </a:ext>
              </a:extLst>
            </p:cNvPr>
            <p:cNvSpPr>
              <a:spLocks noChangeArrowheads="1"/>
            </p:cNvSpPr>
            <p:nvPr/>
          </p:nvSpPr>
          <p:spPr bwMode="auto">
            <a:xfrm>
              <a:off x="7115175" y="3807619"/>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592" name="Rectangle 260">
              <a:extLst>
                <a:ext uri="{FF2B5EF4-FFF2-40B4-BE49-F238E27FC236}">
                  <a16:creationId xmlns:a16="http://schemas.microsoft.com/office/drawing/2014/main" id="{DF1AFE92-FB36-4EA3-AB1C-A5D310EFF1AF}"/>
                </a:ext>
              </a:extLst>
            </p:cNvPr>
            <p:cNvSpPr>
              <a:spLocks noChangeArrowheads="1"/>
            </p:cNvSpPr>
            <p:nvPr/>
          </p:nvSpPr>
          <p:spPr bwMode="auto">
            <a:xfrm>
              <a:off x="7208044" y="380761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593" name="Rectangle 261">
              <a:extLst>
                <a:ext uri="{FF2B5EF4-FFF2-40B4-BE49-F238E27FC236}">
                  <a16:creationId xmlns:a16="http://schemas.microsoft.com/office/drawing/2014/main" id="{AB895566-98E3-4B55-BC16-A25E71D48488}"/>
                </a:ext>
              </a:extLst>
            </p:cNvPr>
            <p:cNvSpPr>
              <a:spLocks noChangeArrowheads="1"/>
            </p:cNvSpPr>
            <p:nvPr/>
          </p:nvSpPr>
          <p:spPr bwMode="auto">
            <a:xfrm>
              <a:off x="7278291" y="380761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65594" name="Line 262">
              <a:extLst>
                <a:ext uri="{FF2B5EF4-FFF2-40B4-BE49-F238E27FC236}">
                  <a16:creationId xmlns:a16="http://schemas.microsoft.com/office/drawing/2014/main" id="{F1B63226-9A72-49DC-BA99-03D619E65CD8}"/>
                </a:ext>
              </a:extLst>
            </p:cNvPr>
            <p:cNvSpPr>
              <a:spLocks noChangeShapeType="1"/>
            </p:cNvSpPr>
            <p:nvPr/>
          </p:nvSpPr>
          <p:spPr bwMode="auto">
            <a:xfrm>
              <a:off x="4583906" y="3888581"/>
              <a:ext cx="406004" cy="119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595" name="Line 263">
              <a:extLst>
                <a:ext uri="{FF2B5EF4-FFF2-40B4-BE49-F238E27FC236}">
                  <a16:creationId xmlns:a16="http://schemas.microsoft.com/office/drawing/2014/main" id="{9AFD6F66-AF2B-4C68-997A-B01FD057C412}"/>
                </a:ext>
              </a:extLst>
            </p:cNvPr>
            <p:cNvSpPr>
              <a:spLocks noChangeShapeType="1"/>
            </p:cNvSpPr>
            <p:nvPr/>
          </p:nvSpPr>
          <p:spPr bwMode="auto">
            <a:xfrm>
              <a:off x="5938838" y="3888581"/>
              <a:ext cx="441722" cy="119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596" name="Line 264">
              <a:extLst>
                <a:ext uri="{FF2B5EF4-FFF2-40B4-BE49-F238E27FC236}">
                  <a16:creationId xmlns:a16="http://schemas.microsoft.com/office/drawing/2014/main" id="{AE0136B7-C054-4669-A6B9-1A2B717D0730}"/>
                </a:ext>
              </a:extLst>
            </p:cNvPr>
            <p:cNvSpPr>
              <a:spLocks noChangeShapeType="1"/>
            </p:cNvSpPr>
            <p:nvPr/>
          </p:nvSpPr>
          <p:spPr bwMode="auto">
            <a:xfrm>
              <a:off x="6673454" y="3888581"/>
              <a:ext cx="402431" cy="119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597" name="Freeform 265">
              <a:extLst>
                <a:ext uri="{FF2B5EF4-FFF2-40B4-BE49-F238E27FC236}">
                  <a16:creationId xmlns:a16="http://schemas.microsoft.com/office/drawing/2014/main" id="{A9773CAA-D377-4AF1-814B-F2AD455DD5AB}"/>
                </a:ext>
              </a:extLst>
            </p:cNvPr>
            <p:cNvSpPr>
              <a:spLocks/>
            </p:cNvSpPr>
            <p:nvPr/>
          </p:nvSpPr>
          <p:spPr bwMode="auto">
            <a:xfrm>
              <a:off x="4916091" y="3820717"/>
              <a:ext cx="73819" cy="67865"/>
            </a:xfrm>
            <a:custGeom>
              <a:avLst/>
              <a:gdLst>
                <a:gd name="T0" fmla="*/ 0 w 62"/>
                <a:gd name="T1" fmla="*/ 2147483647 h 57"/>
                <a:gd name="T2" fmla="*/ 0 w 62"/>
                <a:gd name="T3" fmla="*/ 0 h 57"/>
                <a:gd name="T4" fmla="*/ 2147483647 w 62"/>
                <a:gd name="T5" fmla="*/ 0 h 57"/>
                <a:gd name="T6" fmla="*/ 0 60000 65536"/>
                <a:gd name="T7" fmla="*/ 0 60000 65536"/>
                <a:gd name="T8" fmla="*/ 0 60000 65536"/>
                <a:gd name="T9" fmla="*/ 0 w 62"/>
                <a:gd name="T10" fmla="*/ 0 h 57"/>
                <a:gd name="T11" fmla="*/ 62 w 62"/>
                <a:gd name="T12" fmla="*/ 57 h 57"/>
              </a:gdLst>
              <a:ahLst/>
              <a:cxnLst>
                <a:cxn ang="T6">
                  <a:pos x="T0" y="T1"/>
                </a:cxn>
                <a:cxn ang="T7">
                  <a:pos x="T2" y="T3"/>
                </a:cxn>
                <a:cxn ang="T8">
                  <a:pos x="T4" y="T5"/>
                </a:cxn>
              </a:cxnLst>
              <a:rect l="T9" t="T10" r="T11" b="T12"/>
              <a:pathLst>
                <a:path w="62" h="57">
                  <a:moveTo>
                    <a:pt x="0" y="57"/>
                  </a:moveTo>
                  <a:lnTo>
                    <a:pt x="0" y="0"/>
                  </a:lnTo>
                  <a:lnTo>
                    <a:pt x="62"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598" name="Freeform 266">
              <a:extLst>
                <a:ext uri="{FF2B5EF4-FFF2-40B4-BE49-F238E27FC236}">
                  <a16:creationId xmlns:a16="http://schemas.microsoft.com/office/drawing/2014/main" id="{94D3A1F5-640D-464A-A92D-7452C63689E2}"/>
                </a:ext>
              </a:extLst>
            </p:cNvPr>
            <p:cNvSpPr>
              <a:spLocks/>
            </p:cNvSpPr>
            <p:nvPr/>
          </p:nvSpPr>
          <p:spPr bwMode="auto">
            <a:xfrm>
              <a:off x="6306742" y="3888582"/>
              <a:ext cx="515540" cy="197644"/>
            </a:xfrm>
            <a:custGeom>
              <a:avLst/>
              <a:gdLst>
                <a:gd name="T0" fmla="*/ 0 w 433"/>
                <a:gd name="T1" fmla="*/ 0 h 166"/>
                <a:gd name="T2" fmla="*/ 0 w 433"/>
                <a:gd name="T3" fmla="*/ 2147483647 h 166"/>
                <a:gd name="T4" fmla="*/ 2147483647 w 433"/>
                <a:gd name="T5" fmla="*/ 2147483647 h 166"/>
                <a:gd name="T6" fmla="*/ 2147483647 w 433"/>
                <a:gd name="T7" fmla="*/ 2147483647 h 166"/>
                <a:gd name="T8" fmla="*/ 2147483647 w 433"/>
                <a:gd name="T9" fmla="*/ 2147483647 h 166"/>
                <a:gd name="T10" fmla="*/ 0 60000 65536"/>
                <a:gd name="T11" fmla="*/ 0 60000 65536"/>
                <a:gd name="T12" fmla="*/ 0 60000 65536"/>
                <a:gd name="T13" fmla="*/ 0 60000 65536"/>
                <a:gd name="T14" fmla="*/ 0 60000 65536"/>
                <a:gd name="T15" fmla="*/ 0 w 433"/>
                <a:gd name="T16" fmla="*/ 0 h 166"/>
                <a:gd name="T17" fmla="*/ 433 w 433"/>
                <a:gd name="T18" fmla="*/ 166 h 166"/>
              </a:gdLst>
              <a:ahLst/>
              <a:cxnLst>
                <a:cxn ang="T10">
                  <a:pos x="T0" y="T1"/>
                </a:cxn>
                <a:cxn ang="T11">
                  <a:pos x="T2" y="T3"/>
                </a:cxn>
                <a:cxn ang="T12">
                  <a:pos x="T4" y="T5"/>
                </a:cxn>
                <a:cxn ang="T13">
                  <a:pos x="T6" y="T7"/>
                </a:cxn>
                <a:cxn ang="T14">
                  <a:pos x="T8" y="T9"/>
                </a:cxn>
              </a:cxnLst>
              <a:rect l="T15" t="T16" r="T17" b="T18"/>
              <a:pathLst>
                <a:path w="433" h="166">
                  <a:moveTo>
                    <a:pt x="0" y="0"/>
                  </a:moveTo>
                  <a:lnTo>
                    <a:pt x="0" y="166"/>
                  </a:lnTo>
                  <a:lnTo>
                    <a:pt x="370" y="166"/>
                  </a:lnTo>
                  <a:lnTo>
                    <a:pt x="370" y="56"/>
                  </a:lnTo>
                  <a:lnTo>
                    <a:pt x="433" y="56"/>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599" name="Freeform 267">
              <a:extLst>
                <a:ext uri="{FF2B5EF4-FFF2-40B4-BE49-F238E27FC236}">
                  <a16:creationId xmlns:a16="http://schemas.microsoft.com/office/drawing/2014/main" id="{645B13D9-A3C7-4C99-8D77-0AB0197F7667}"/>
                </a:ext>
              </a:extLst>
            </p:cNvPr>
            <p:cNvSpPr>
              <a:spLocks/>
            </p:cNvSpPr>
            <p:nvPr/>
          </p:nvSpPr>
          <p:spPr bwMode="auto">
            <a:xfrm>
              <a:off x="4732735" y="3623073"/>
              <a:ext cx="108347" cy="529828"/>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91" y="445"/>
                  </a:moveTo>
                  <a:lnTo>
                    <a:pt x="91" y="0"/>
                  </a:lnTo>
                  <a:lnTo>
                    <a:pt x="0" y="0"/>
                  </a:lnTo>
                  <a:lnTo>
                    <a:pt x="0" y="445"/>
                  </a:lnTo>
                  <a:lnTo>
                    <a:pt x="91" y="44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600" name="Freeform 268">
              <a:extLst>
                <a:ext uri="{FF2B5EF4-FFF2-40B4-BE49-F238E27FC236}">
                  <a16:creationId xmlns:a16="http://schemas.microsoft.com/office/drawing/2014/main" id="{77F02073-2295-4167-863B-985A5BA3DE40}"/>
                </a:ext>
              </a:extLst>
            </p:cNvPr>
            <p:cNvSpPr>
              <a:spLocks/>
            </p:cNvSpPr>
            <p:nvPr/>
          </p:nvSpPr>
          <p:spPr bwMode="auto">
            <a:xfrm>
              <a:off x="4732735" y="3623073"/>
              <a:ext cx="108347" cy="529828"/>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91" y="445"/>
                  </a:moveTo>
                  <a:lnTo>
                    <a:pt x="91" y="0"/>
                  </a:lnTo>
                  <a:lnTo>
                    <a:pt x="0" y="0"/>
                  </a:lnTo>
                  <a:lnTo>
                    <a:pt x="0" y="445"/>
                  </a:lnTo>
                  <a:lnTo>
                    <a:pt x="91"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601" name="Freeform 269">
              <a:extLst>
                <a:ext uri="{FF2B5EF4-FFF2-40B4-BE49-F238E27FC236}">
                  <a16:creationId xmlns:a16="http://schemas.microsoft.com/office/drawing/2014/main" id="{BD1659FC-A2A9-475E-80A0-CBDB5271E8B3}"/>
                </a:ext>
              </a:extLst>
            </p:cNvPr>
            <p:cNvSpPr>
              <a:spLocks/>
            </p:cNvSpPr>
            <p:nvPr/>
          </p:nvSpPr>
          <p:spPr bwMode="auto">
            <a:xfrm>
              <a:off x="5428060" y="3623073"/>
              <a:ext cx="113109" cy="529828"/>
            </a:xfrm>
            <a:custGeom>
              <a:avLst/>
              <a:gdLst>
                <a:gd name="T0" fmla="*/ 2147483647 w 95"/>
                <a:gd name="T1" fmla="*/ 2147483647 h 445"/>
                <a:gd name="T2" fmla="*/ 2147483647 w 95"/>
                <a:gd name="T3" fmla="*/ 0 h 445"/>
                <a:gd name="T4" fmla="*/ 0 w 95"/>
                <a:gd name="T5" fmla="*/ 0 h 445"/>
                <a:gd name="T6" fmla="*/ 0 w 95"/>
                <a:gd name="T7" fmla="*/ 2147483647 h 445"/>
                <a:gd name="T8" fmla="*/ 2147483647 w 95"/>
                <a:gd name="T9" fmla="*/ 2147483647 h 445"/>
                <a:gd name="T10" fmla="*/ 2147483647 w 95"/>
                <a:gd name="T11" fmla="*/ 2147483647 h 445"/>
                <a:gd name="T12" fmla="*/ 2147483647 w 95"/>
                <a:gd name="T13" fmla="*/ 2147483647 h 445"/>
                <a:gd name="T14" fmla="*/ 0 60000 65536"/>
                <a:gd name="T15" fmla="*/ 0 60000 65536"/>
                <a:gd name="T16" fmla="*/ 0 60000 65536"/>
                <a:gd name="T17" fmla="*/ 0 60000 65536"/>
                <a:gd name="T18" fmla="*/ 0 60000 65536"/>
                <a:gd name="T19" fmla="*/ 0 60000 65536"/>
                <a:gd name="T20" fmla="*/ 0 60000 65536"/>
                <a:gd name="T21" fmla="*/ 0 w 95"/>
                <a:gd name="T22" fmla="*/ 0 h 445"/>
                <a:gd name="T23" fmla="*/ 95 w 95"/>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5" h="445">
                  <a:moveTo>
                    <a:pt x="91" y="445"/>
                  </a:moveTo>
                  <a:lnTo>
                    <a:pt x="95" y="0"/>
                  </a:lnTo>
                  <a:lnTo>
                    <a:pt x="0" y="0"/>
                  </a:lnTo>
                  <a:lnTo>
                    <a:pt x="0" y="445"/>
                  </a:lnTo>
                  <a:lnTo>
                    <a:pt x="95" y="445"/>
                  </a:lnTo>
                  <a:lnTo>
                    <a:pt x="91" y="44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602" name="Freeform 270">
              <a:extLst>
                <a:ext uri="{FF2B5EF4-FFF2-40B4-BE49-F238E27FC236}">
                  <a16:creationId xmlns:a16="http://schemas.microsoft.com/office/drawing/2014/main" id="{69DB10EF-192B-4655-B21F-401C7BE53312}"/>
                </a:ext>
              </a:extLst>
            </p:cNvPr>
            <p:cNvSpPr>
              <a:spLocks/>
            </p:cNvSpPr>
            <p:nvPr/>
          </p:nvSpPr>
          <p:spPr bwMode="auto">
            <a:xfrm>
              <a:off x="5428060" y="3623073"/>
              <a:ext cx="113109" cy="529828"/>
            </a:xfrm>
            <a:custGeom>
              <a:avLst/>
              <a:gdLst>
                <a:gd name="T0" fmla="*/ 2147483647 w 95"/>
                <a:gd name="T1" fmla="*/ 2147483647 h 445"/>
                <a:gd name="T2" fmla="*/ 2147483647 w 95"/>
                <a:gd name="T3" fmla="*/ 0 h 445"/>
                <a:gd name="T4" fmla="*/ 0 w 95"/>
                <a:gd name="T5" fmla="*/ 0 h 445"/>
                <a:gd name="T6" fmla="*/ 0 w 95"/>
                <a:gd name="T7" fmla="*/ 2147483647 h 445"/>
                <a:gd name="T8" fmla="*/ 2147483647 w 95"/>
                <a:gd name="T9" fmla="*/ 2147483647 h 445"/>
                <a:gd name="T10" fmla="*/ 2147483647 w 95"/>
                <a:gd name="T11" fmla="*/ 2147483647 h 445"/>
                <a:gd name="T12" fmla="*/ 0 60000 65536"/>
                <a:gd name="T13" fmla="*/ 0 60000 65536"/>
                <a:gd name="T14" fmla="*/ 0 60000 65536"/>
                <a:gd name="T15" fmla="*/ 0 60000 65536"/>
                <a:gd name="T16" fmla="*/ 0 60000 65536"/>
                <a:gd name="T17" fmla="*/ 0 60000 65536"/>
                <a:gd name="T18" fmla="*/ 0 w 95"/>
                <a:gd name="T19" fmla="*/ 0 h 445"/>
                <a:gd name="T20" fmla="*/ 95 w 95"/>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5" h="445">
                  <a:moveTo>
                    <a:pt x="91" y="445"/>
                  </a:moveTo>
                  <a:lnTo>
                    <a:pt x="95" y="0"/>
                  </a:lnTo>
                  <a:lnTo>
                    <a:pt x="0" y="0"/>
                  </a:lnTo>
                  <a:lnTo>
                    <a:pt x="0" y="445"/>
                  </a:lnTo>
                  <a:lnTo>
                    <a:pt x="95"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603" name="Freeform 271">
              <a:extLst>
                <a:ext uri="{FF2B5EF4-FFF2-40B4-BE49-F238E27FC236}">
                  <a16:creationId xmlns:a16="http://schemas.microsoft.com/office/drawing/2014/main" id="{2B679212-CDF4-4250-A681-EA1AC88400C8}"/>
                </a:ext>
              </a:extLst>
            </p:cNvPr>
            <p:cNvSpPr>
              <a:spLocks/>
            </p:cNvSpPr>
            <p:nvPr/>
          </p:nvSpPr>
          <p:spPr bwMode="auto">
            <a:xfrm>
              <a:off x="6126957" y="3623073"/>
              <a:ext cx="108347" cy="529828"/>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2147483647 w 91"/>
                <a:gd name="T13" fmla="*/ 2147483647 h 445"/>
                <a:gd name="T14" fmla="*/ 0 60000 65536"/>
                <a:gd name="T15" fmla="*/ 0 60000 65536"/>
                <a:gd name="T16" fmla="*/ 0 60000 65536"/>
                <a:gd name="T17" fmla="*/ 0 60000 65536"/>
                <a:gd name="T18" fmla="*/ 0 60000 65536"/>
                <a:gd name="T19" fmla="*/ 0 60000 65536"/>
                <a:gd name="T20" fmla="*/ 0 60000 65536"/>
                <a:gd name="T21" fmla="*/ 0 w 91"/>
                <a:gd name="T22" fmla="*/ 0 h 445"/>
                <a:gd name="T23" fmla="*/ 91 w 91"/>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445">
                  <a:moveTo>
                    <a:pt x="88" y="445"/>
                  </a:moveTo>
                  <a:lnTo>
                    <a:pt x="91" y="0"/>
                  </a:lnTo>
                  <a:lnTo>
                    <a:pt x="0" y="0"/>
                  </a:lnTo>
                  <a:lnTo>
                    <a:pt x="0" y="445"/>
                  </a:lnTo>
                  <a:lnTo>
                    <a:pt x="91" y="445"/>
                  </a:lnTo>
                  <a:lnTo>
                    <a:pt x="88" y="44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604" name="Freeform 272">
              <a:extLst>
                <a:ext uri="{FF2B5EF4-FFF2-40B4-BE49-F238E27FC236}">
                  <a16:creationId xmlns:a16="http://schemas.microsoft.com/office/drawing/2014/main" id="{66373F33-FF8C-40EB-B4FF-FBA162C90BE0}"/>
                </a:ext>
              </a:extLst>
            </p:cNvPr>
            <p:cNvSpPr>
              <a:spLocks/>
            </p:cNvSpPr>
            <p:nvPr/>
          </p:nvSpPr>
          <p:spPr bwMode="auto">
            <a:xfrm>
              <a:off x="6126957" y="3623073"/>
              <a:ext cx="108347" cy="529828"/>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88" y="445"/>
                  </a:moveTo>
                  <a:lnTo>
                    <a:pt x="91" y="0"/>
                  </a:lnTo>
                  <a:lnTo>
                    <a:pt x="0" y="0"/>
                  </a:lnTo>
                  <a:lnTo>
                    <a:pt x="0" y="445"/>
                  </a:lnTo>
                  <a:lnTo>
                    <a:pt x="91"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605" name="Freeform 273">
              <a:extLst>
                <a:ext uri="{FF2B5EF4-FFF2-40B4-BE49-F238E27FC236}">
                  <a16:creationId xmlns:a16="http://schemas.microsoft.com/office/drawing/2014/main" id="{B46C8B72-AC04-4AEE-B78C-F000AFDC8679}"/>
                </a:ext>
              </a:extLst>
            </p:cNvPr>
            <p:cNvSpPr>
              <a:spLocks/>
            </p:cNvSpPr>
            <p:nvPr/>
          </p:nvSpPr>
          <p:spPr bwMode="auto">
            <a:xfrm>
              <a:off x="6822282" y="3623073"/>
              <a:ext cx="108347" cy="529828"/>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2147483647 w 91"/>
                <a:gd name="T13" fmla="*/ 2147483647 h 445"/>
                <a:gd name="T14" fmla="*/ 0 60000 65536"/>
                <a:gd name="T15" fmla="*/ 0 60000 65536"/>
                <a:gd name="T16" fmla="*/ 0 60000 65536"/>
                <a:gd name="T17" fmla="*/ 0 60000 65536"/>
                <a:gd name="T18" fmla="*/ 0 60000 65536"/>
                <a:gd name="T19" fmla="*/ 0 60000 65536"/>
                <a:gd name="T20" fmla="*/ 0 60000 65536"/>
                <a:gd name="T21" fmla="*/ 0 w 91"/>
                <a:gd name="T22" fmla="*/ 0 h 445"/>
                <a:gd name="T23" fmla="*/ 91 w 91"/>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445">
                  <a:moveTo>
                    <a:pt x="88" y="445"/>
                  </a:moveTo>
                  <a:lnTo>
                    <a:pt x="91" y="0"/>
                  </a:lnTo>
                  <a:lnTo>
                    <a:pt x="0" y="0"/>
                  </a:lnTo>
                  <a:lnTo>
                    <a:pt x="0" y="445"/>
                  </a:lnTo>
                  <a:lnTo>
                    <a:pt x="91" y="445"/>
                  </a:lnTo>
                  <a:lnTo>
                    <a:pt x="88" y="44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606" name="Freeform 274">
              <a:extLst>
                <a:ext uri="{FF2B5EF4-FFF2-40B4-BE49-F238E27FC236}">
                  <a16:creationId xmlns:a16="http://schemas.microsoft.com/office/drawing/2014/main" id="{0C5556BB-01EE-4AE5-8D53-12019B158910}"/>
                </a:ext>
              </a:extLst>
            </p:cNvPr>
            <p:cNvSpPr>
              <a:spLocks/>
            </p:cNvSpPr>
            <p:nvPr/>
          </p:nvSpPr>
          <p:spPr bwMode="auto">
            <a:xfrm>
              <a:off x="6822282" y="3623073"/>
              <a:ext cx="108347" cy="529828"/>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88" y="445"/>
                  </a:moveTo>
                  <a:lnTo>
                    <a:pt x="91" y="0"/>
                  </a:lnTo>
                  <a:lnTo>
                    <a:pt x="0" y="0"/>
                  </a:lnTo>
                  <a:lnTo>
                    <a:pt x="0" y="445"/>
                  </a:lnTo>
                  <a:lnTo>
                    <a:pt x="91"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607" name="Rectangle 275">
              <a:extLst>
                <a:ext uri="{FF2B5EF4-FFF2-40B4-BE49-F238E27FC236}">
                  <a16:creationId xmlns:a16="http://schemas.microsoft.com/office/drawing/2014/main" id="{B66AB01F-435F-4039-AD18-755A7543B832}"/>
                </a:ext>
              </a:extLst>
            </p:cNvPr>
            <p:cNvSpPr>
              <a:spLocks noChangeArrowheads="1"/>
            </p:cNvSpPr>
            <p:nvPr/>
          </p:nvSpPr>
          <p:spPr bwMode="auto">
            <a:xfrm>
              <a:off x="7771210" y="4350544"/>
              <a:ext cx="147638" cy="264319"/>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608" name="Line 276">
              <a:extLst>
                <a:ext uri="{FF2B5EF4-FFF2-40B4-BE49-F238E27FC236}">
                  <a16:creationId xmlns:a16="http://schemas.microsoft.com/office/drawing/2014/main" id="{1F22346A-B9FC-4FBD-A8A0-2927B65F8C50}"/>
                </a:ext>
              </a:extLst>
            </p:cNvPr>
            <p:cNvSpPr>
              <a:spLocks noChangeShapeType="1"/>
            </p:cNvSpPr>
            <p:nvPr/>
          </p:nvSpPr>
          <p:spPr bwMode="auto">
            <a:xfrm flipV="1">
              <a:off x="8064104" y="4346972"/>
              <a:ext cx="1190" cy="27146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609" name="Line 277">
              <a:extLst>
                <a:ext uri="{FF2B5EF4-FFF2-40B4-BE49-F238E27FC236}">
                  <a16:creationId xmlns:a16="http://schemas.microsoft.com/office/drawing/2014/main" id="{989F2ECE-9286-48E6-9A9D-E2979984CDFE}"/>
                </a:ext>
              </a:extLst>
            </p:cNvPr>
            <p:cNvSpPr>
              <a:spLocks noChangeShapeType="1"/>
            </p:cNvSpPr>
            <p:nvPr/>
          </p:nvSpPr>
          <p:spPr bwMode="auto">
            <a:xfrm flipH="1">
              <a:off x="7911704" y="4350544"/>
              <a:ext cx="152400" cy="119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610" name="Line 278">
              <a:extLst>
                <a:ext uri="{FF2B5EF4-FFF2-40B4-BE49-F238E27FC236}">
                  <a16:creationId xmlns:a16="http://schemas.microsoft.com/office/drawing/2014/main" id="{FE8713B3-265D-4968-8950-14D152961B1C}"/>
                </a:ext>
              </a:extLst>
            </p:cNvPr>
            <p:cNvSpPr>
              <a:spLocks noChangeShapeType="1"/>
            </p:cNvSpPr>
            <p:nvPr/>
          </p:nvSpPr>
          <p:spPr bwMode="auto">
            <a:xfrm flipH="1">
              <a:off x="7911704" y="4614863"/>
              <a:ext cx="152400" cy="119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611" name="Rectangle 279">
              <a:extLst>
                <a:ext uri="{FF2B5EF4-FFF2-40B4-BE49-F238E27FC236}">
                  <a16:creationId xmlns:a16="http://schemas.microsoft.com/office/drawing/2014/main" id="{EEE660E4-182E-4D84-817F-C755470B280F}"/>
                </a:ext>
              </a:extLst>
            </p:cNvPr>
            <p:cNvSpPr>
              <a:spLocks noChangeArrowheads="1"/>
            </p:cNvSpPr>
            <p:nvPr/>
          </p:nvSpPr>
          <p:spPr bwMode="auto">
            <a:xfrm>
              <a:off x="5135166" y="4350544"/>
              <a:ext cx="147638" cy="264319"/>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612" name="Rectangle 280">
              <a:extLst>
                <a:ext uri="{FF2B5EF4-FFF2-40B4-BE49-F238E27FC236}">
                  <a16:creationId xmlns:a16="http://schemas.microsoft.com/office/drawing/2014/main" id="{2DF69FC0-92A0-4E6E-918A-0088D9099566}"/>
                </a:ext>
              </a:extLst>
            </p:cNvPr>
            <p:cNvSpPr>
              <a:spLocks noChangeArrowheads="1"/>
            </p:cNvSpPr>
            <p:nvPr/>
          </p:nvSpPr>
          <p:spPr bwMode="auto">
            <a:xfrm>
              <a:off x="5135166" y="4350544"/>
              <a:ext cx="147638" cy="264319"/>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613" name="Rectangle 281">
              <a:extLst>
                <a:ext uri="{FF2B5EF4-FFF2-40B4-BE49-F238E27FC236}">
                  <a16:creationId xmlns:a16="http://schemas.microsoft.com/office/drawing/2014/main" id="{6494C130-DA24-4E05-98DF-194E7CF2F668}"/>
                </a:ext>
              </a:extLst>
            </p:cNvPr>
            <p:cNvSpPr>
              <a:spLocks noChangeArrowheads="1"/>
            </p:cNvSpPr>
            <p:nvPr/>
          </p:nvSpPr>
          <p:spPr bwMode="auto">
            <a:xfrm>
              <a:off x="4989910" y="4350544"/>
              <a:ext cx="145256" cy="264319"/>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614" name="Rectangle 282">
              <a:extLst>
                <a:ext uri="{FF2B5EF4-FFF2-40B4-BE49-F238E27FC236}">
                  <a16:creationId xmlns:a16="http://schemas.microsoft.com/office/drawing/2014/main" id="{69FF8598-8DE3-42CF-BE31-8F571F108971}"/>
                </a:ext>
              </a:extLst>
            </p:cNvPr>
            <p:cNvSpPr>
              <a:spLocks noChangeArrowheads="1"/>
            </p:cNvSpPr>
            <p:nvPr/>
          </p:nvSpPr>
          <p:spPr bwMode="auto">
            <a:xfrm>
              <a:off x="5063729" y="4404123"/>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65615" name="Rectangle 283">
              <a:extLst>
                <a:ext uri="{FF2B5EF4-FFF2-40B4-BE49-F238E27FC236}">
                  <a16:creationId xmlns:a16="http://schemas.microsoft.com/office/drawing/2014/main" id="{A56BB0FF-809F-4579-A572-8495F3491541}"/>
                </a:ext>
              </a:extLst>
            </p:cNvPr>
            <p:cNvSpPr>
              <a:spLocks noChangeArrowheads="1"/>
            </p:cNvSpPr>
            <p:nvPr/>
          </p:nvSpPr>
          <p:spPr bwMode="auto">
            <a:xfrm>
              <a:off x="5099447" y="4404123"/>
              <a:ext cx="9618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65616" name="Freeform 284">
              <a:extLst>
                <a:ext uri="{FF2B5EF4-FFF2-40B4-BE49-F238E27FC236}">
                  <a16:creationId xmlns:a16="http://schemas.microsoft.com/office/drawing/2014/main" id="{6C365CEF-01FA-485A-A5D6-549D99A07684}"/>
                </a:ext>
              </a:extLst>
            </p:cNvPr>
            <p:cNvSpPr>
              <a:spLocks/>
            </p:cNvSpPr>
            <p:nvPr/>
          </p:nvSpPr>
          <p:spPr bwMode="auto">
            <a:xfrm>
              <a:off x="5829300" y="4350544"/>
              <a:ext cx="148829" cy="264319"/>
            </a:xfrm>
            <a:custGeom>
              <a:avLst/>
              <a:gdLst>
                <a:gd name="T0" fmla="*/ 0 w 125"/>
                <a:gd name="T1" fmla="*/ 2147483647 h 222"/>
                <a:gd name="T2" fmla="*/ 2147483647 w 125"/>
                <a:gd name="T3" fmla="*/ 2147483647 h 222"/>
                <a:gd name="T4" fmla="*/ 2147483647 w 125"/>
                <a:gd name="T5" fmla="*/ 0 h 222"/>
                <a:gd name="T6" fmla="*/ 2147483647 w 125"/>
                <a:gd name="T7" fmla="*/ 0 h 222"/>
                <a:gd name="T8" fmla="*/ 0 w 125"/>
                <a:gd name="T9" fmla="*/ 2147483647 h 222"/>
                <a:gd name="T10" fmla="*/ 0 60000 65536"/>
                <a:gd name="T11" fmla="*/ 0 60000 65536"/>
                <a:gd name="T12" fmla="*/ 0 60000 65536"/>
                <a:gd name="T13" fmla="*/ 0 60000 65536"/>
                <a:gd name="T14" fmla="*/ 0 60000 65536"/>
                <a:gd name="T15" fmla="*/ 0 w 125"/>
                <a:gd name="T16" fmla="*/ 0 h 222"/>
                <a:gd name="T17" fmla="*/ 125 w 125"/>
                <a:gd name="T18" fmla="*/ 222 h 222"/>
              </a:gdLst>
              <a:ahLst/>
              <a:cxnLst>
                <a:cxn ang="T10">
                  <a:pos x="T0" y="T1"/>
                </a:cxn>
                <a:cxn ang="T11">
                  <a:pos x="T2" y="T3"/>
                </a:cxn>
                <a:cxn ang="T12">
                  <a:pos x="T4" y="T5"/>
                </a:cxn>
                <a:cxn ang="T13">
                  <a:pos x="T6" y="T7"/>
                </a:cxn>
                <a:cxn ang="T14">
                  <a:pos x="T8" y="T9"/>
                </a:cxn>
              </a:cxnLst>
              <a:rect l="T15" t="T16" r="T17" b="T18"/>
              <a:pathLst>
                <a:path w="125" h="222">
                  <a:moveTo>
                    <a:pt x="0" y="222"/>
                  </a:moveTo>
                  <a:lnTo>
                    <a:pt x="125" y="222"/>
                  </a:lnTo>
                  <a:lnTo>
                    <a:pt x="125" y="0"/>
                  </a:lnTo>
                  <a:lnTo>
                    <a:pt x="4" y="0"/>
                  </a:lnTo>
                  <a:lnTo>
                    <a:pt x="0" y="222"/>
                  </a:lnTo>
                  <a:close/>
                </a:path>
              </a:pathLst>
            </a:custGeom>
            <a:solidFill>
              <a:srgbClr val="FBE2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617" name="Freeform 285">
              <a:extLst>
                <a:ext uri="{FF2B5EF4-FFF2-40B4-BE49-F238E27FC236}">
                  <a16:creationId xmlns:a16="http://schemas.microsoft.com/office/drawing/2014/main" id="{C145A1FA-5A77-4384-92E2-9C27345E466F}"/>
                </a:ext>
              </a:extLst>
            </p:cNvPr>
            <p:cNvSpPr>
              <a:spLocks/>
            </p:cNvSpPr>
            <p:nvPr/>
          </p:nvSpPr>
          <p:spPr bwMode="auto">
            <a:xfrm>
              <a:off x="5829300" y="4350544"/>
              <a:ext cx="148829" cy="264319"/>
            </a:xfrm>
            <a:custGeom>
              <a:avLst/>
              <a:gdLst>
                <a:gd name="T0" fmla="*/ 0 w 125"/>
                <a:gd name="T1" fmla="*/ 2147483647 h 222"/>
                <a:gd name="T2" fmla="*/ 2147483647 w 125"/>
                <a:gd name="T3" fmla="*/ 2147483647 h 222"/>
                <a:gd name="T4" fmla="*/ 2147483647 w 125"/>
                <a:gd name="T5" fmla="*/ 0 h 222"/>
                <a:gd name="T6" fmla="*/ 2147483647 w 125"/>
                <a:gd name="T7" fmla="*/ 0 h 222"/>
                <a:gd name="T8" fmla="*/ 0 60000 65536"/>
                <a:gd name="T9" fmla="*/ 0 60000 65536"/>
                <a:gd name="T10" fmla="*/ 0 60000 65536"/>
                <a:gd name="T11" fmla="*/ 0 60000 65536"/>
                <a:gd name="T12" fmla="*/ 0 w 125"/>
                <a:gd name="T13" fmla="*/ 0 h 222"/>
                <a:gd name="T14" fmla="*/ 125 w 125"/>
                <a:gd name="T15" fmla="*/ 222 h 222"/>
              </a:gdLst>
              <a:ahLst/>
              <a:cxnLst>
                <a:cxn ang="T8">
                  <a:pos x="T0" y="T1"/>
                </a:cxn>
                <a:cxn ang="T9">
                  <a:pos x="T2" y="T3"/>
                </a:cxn>
                <a:cxn ang="T10">
                  <a:pos x="T4" y="T5"/>
                </a:cxn>
                <a:cxn ang="T11">
                  <a:pos x="T6" y="T7"/>
                </a:cxn>
              </a:cxnLst>
              <a:rect l="T12" t="T13" r="T14" b="T15"/>
              <a:pathLst>
                <a:path w="125" h="222">
                  <a:moveTo>
                    <a:pt x="0" y="222"/>
                  </a:moveTo>
                  <a:lnTo>
                    <a:pt x="125" y="222"/>
                  </a:lnTo>
                  <a:lnTo>
                    <a:pt x="125" y="0"/>
                  </a:lnTo>
                  <a:lnTo>
                    <a:pt x="4" y="0"/>
                  </a:lnTo>
                </a:path>
              </a:pathLst>
            </a:custGeom>
            <a:noFill/>
            <a:ln w="15875">
              <a:solidFill>
                <a:srgbClr val="EB7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618" name="Line 286">
              <a:extLst>
                <a:ext uri="{FF2B5EF4-FFF2-40B4-BE49-F238E27FC236}">
                  <a16:creationId xmlns:a16="http://schemas.microsoft.com/office/drawing/2014/main" id="{72AE62DC-0188-41BD-85D5-E80D56393950}"/>
                </a:ext>
              </a:extLst>
            </p:cNvPr>
            <p:cNvSpPr>
              <a:spLocks noChangeShapeType="1"/>
            </p:cNvSpPr>
            <p:nvPr/>
          </p:nvSpPr>
          <p:spPr bwMode="auto">
            <a:xfrm flipV="1">
              <a:off x="5685235" y="4346972"/>
              <a:ext cx="1190" cy="27146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619" name="Line 287">
              <a:extLst>
                <a:ext uri="{FF2B5EF4-FFF2-40B4-BE49-F238E27FC236}">
                  <a16:creationId xmlns:a16="http://schemas.microsoft.com/office/drawing/2014/main" id="{A391FBA0-8C66-4632-9684-1A7CB059812A}"/>
                </a:ext>
              </a:extLst>
            </p:cNvPr>
            <p:cNvSpPr>
              <a:spLocks noChangeShapeType="1"/>
            </p:cNvSpPr>
            <p:nvPr/>
          </p:nvSpPr>
          <p:spPr bwMode="auto">
            <a:xfrm>
              <a:off x="5685235" y="4350544"/>
              <a:ext cx="148828" cy="119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620" name="Line 288">
              <a:extLst>
                <a:ext uri="{FF2B5EF4-FFF2-40B4-BE49-F238E27FC236}">
                  <a16:creationId xmlns:a16="http://schemas.microsoft.com/office/drawing/2014/main" id="{8FD342AE-77A5-40B6-B94D-C548E75481E9}"/>
                </a:ext>
              </a:extLst>
            </p:cNvPr>
            <p:cNvSpPr>
              <a:spLocks noChangeShapeType="1"/>
            </p:cNvSpPr>
            <p:nvPr/>
          </p:nvSpPr>
          <p:spPr bwMode="auto">
            <a:xfrm>
              <a:off x="5685235" y="4614863"/>
              <a:ext cx="148828" cy="357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621" name="Freeform 289">
              <a:extLst>
                <a:ext uri="{FF2B5EF4-FFF2-40B4-BE49-F238E27FC236}">
                  <a16:creationId xmlns:a16="http://schemas.microsoft.com/office/drawing/2014/main" id="{648B527D-A2F9-40F7-A2F0-42697DB47968}"/>
                </a:ext>
              </a:extLst>
            </p:cNvPr>
            <p:cNvSpPr>
              <a:spLocks/>
            </p:cNvSpPr>
            <p:nvPr/>
          </p:nvSpPr>
          <p:spPr bwMode="auto">
            <a:xfrm>
              <a:off x="6415088" y="4219576"/>
              <a:ext cx="222647" cy="526256"/>
            </a:xfrm>
            <a:custGeom>
              <a:avLst/>
              <a:gdLst>
                <a:gd name="T0" fmla="*/ 0 w 187"/>
                <a:gd name="T1" fmla="*/ 0 h 442"/>
                <a:gd name="T2" fmla="*/ 0 w 187"/>
                <a:gd name="T3" fmla="*/ 2147483647 h 442"/>
                <a:gd name="T4" fmla="*/ 2147483647 w 187"/>
                <a:gd name="T5" fmla="*/ 2147483647 h 442"/>
                <a:gd name="T6" fmla="*/ 0 w 187"/>
                <a:gd name="T7" fmla="*/ 2147483647 h 442"/>
                <a:gd name="T8" fmla="*/ 0 w 187"/>
                <a:gd name="T9" fmla="*/ 2147483647 h 442"/>
                <a:gd name="T10" fmla="*/ 2147483647 w 187"/>
                <a:gd name="T11" fmla="*/ 2147483647 h 442"/>
                <a:gd name="T12" fmla="*/ 2147483647 w 187"/>
                <a:gd name="T13" fmla="*/ 2147483647 h 442"/>
                <a:gd name="T14" fmla="*/ 0 w 187"/>
                <a:gd name="T15" fmla="*/ 0 h 442"/>
                <a:gd name="T16" fmla="*/ 0 w 187"/>
                <a:gd name="T17" fmla="*/ 0 h 4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442"/>
                <a:gd name="T29" fmla="*/ 187 w 187"/>
                <a:gd name="T30" fmla="*/ 442 h 4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442">
                  <a:moveTo>
                    <a:pt x="0" y="0"/>
                  </a:moveTo>
                  <a:lnTo>
                    <a:pt x="0" y="178"/>
                  </a:lnTo>
                  <a:lnTo>
                    <a:pt x="59" y="223"/>
                  </a:lnTo>
                  <a:lnTo>
                    <a:pt x="0" y="264"/>
                  </a:lnTo>
                  <a:lnTo>
                    <a:pt x="0" y="442"/>
                  </a:lnTo>
                  <a:lnTo>
                    <a:pt x="187" y="306"/>
                  </a:lnTo>
                  <a:lnTo>
                    <a:pt x="187" y="137"/>
                  </a:ln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622" name="Freeform 290">
              <a:extLst>
                <a:ext uri="{FF2B5EF4-FFF2-40B4-BE49-F238E27FC236}">
                  <a16:creationId xmlns:a16="http://schemas.microsoft.com/office/drawing/2014/main" id="{4A33AF4B-22D5-4B2C-936D-CF62B63E49E6}"/>
                </a:ext>
              </a:extLst>
            </p:cNvPr>
            <p:cNvSpPr>
              <a:spLocks/>
            </p:cNvSpPr>
            <p:nvPr/>
          </p:nvSpPr>
          <p:spPr bwMode="auto">
            <a:xfrm>
              <a:off x="6415088" y="4219576"/>
              <a:ext cx="222647" cy="526256"/>
            </a:xfrm>
            <a:custGeom>
              <a:avLst/>
              <a:gdLst>
                <a:gd name="T0" fmla="*/ 0 w 187"/>
                <a:gd name="T1" fmla="*/ 0 h 442"/>
                <a:gd name="T2" fmla="*/ 0 w 187"/>
                <a:gd name="T3" fmla="*/ 2147483647 h 442"/>
                <a:gd name="T4" fmla="*/ 2147483647 w 187"/>
                <a:gd name="T5" fmla="*/ 2147483647 h 442"/>
                <a:gd name="T6" fmla="*/ 0 w 187"/>
                <a:gd name="T7" fmla="*/ 2147483647 h 442"/>
                <a:gd name="T8" fmla="*/ 0 w 187"/>
                <a:gd name="T9" fmla="*/ 2147483647 h 442"/>
                <a:gd name="T10" fmla="*/ 2147483647 w 187"/>
                <a:gd name="T11" fmla="*/ 2147483647 h 442"/>
                <a:gd name="T12" fmla="*/ 2147483647 w 187"/>
                <a:gd name="T13" fmla="*/ 2147483647 h 442"/>
                <a:gd name="T14" fmla="*/ 0 w 187"/>
                <a:gd name="T15" fmla="*/ 0 h 442"/>
                <a:gd name="T16" fmla="*/ 0 w 187"/>
                <a:gd name="T17" fmla="*/ 0 h 4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442"/>
                <a:gd name="T29" fmla="*/ 187 w 187"/>
                <a:gd name="T30" fmla="*/ 442 h 4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442">
                  <a:moveTo>
                    <a:pt x="0" y="0"/>
                  </a:moveTo>
                  <a:lnTo>
                    <a:pt x="0" y="178"/>
                  </a:lnTo>
                  <a:lnTo>
                    <a:pt x="59" y="223"/>
                  </a:lnTo>
                  <a:lnTo>
                    <a:pt x="0" y="264"/>
                  </a:lnTo>
                  <a:lnTo>
                    <a:pt x="0" y="442"/>
                  </a:lnTo>
                  <a:lnTo>
                    <a:pt x="187" y="306"/>
                  </a:lnTo>
                  <a:lnTo>
                    <a:pt x="187" y="137"/>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623" name="Rectangle 291">
              <a:extLst>
                <a:ext uri="{FF2B5EF4-FFF2-40B4-BE49-F238E27FC236}">
                  <a16:creationId xmlns:a16="http://schemas.microsoft.com/office/drawing/2014/main" id="{50DB800A-0484-485B-A13B-65D75ECDC20E}"/>
                </a:ext>
              </a:extLst>
            </p:cNvPr>
            <p:cNvSpPr>
              <a:spLocks noChangeArrowheads="1"/>
            </p:cNvSpPr>
            <p:nvPr/>
          </p:nvSpPr>
          <p:spPr bwMode="auto">
            <a:xfrm>
              <a:off x="7125891" y="4404123"/>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65624" name="Rectangle 292">
              <a:extLst>
                <a:ext uri="{FF2B5EF4-FFF2-40B4-BE49-F238E27FC236}">
                  <a16:creationId xmlns:a16="http://schemas.microsoft.com/office/drawing/2014/main" id="{7E7E7B19-D884-4CF4-9C0B-F3EAB68C619E}"/>
                </a:ext>
              </a:extLst>
            </p:cNvPr>
            <p:cNvSpPr>
              <a:spLocks noChangeArrowheads="1"/>
            </p:cNvSpPr>
            <p:nvPr/>
          </p:nvSpPr>
          <p:spPr bwMode="auto">
            <a:xfrm>
              <a:off x="7219950" y="4404123"/>
              <a:ext cx="9618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65625" name="Rectangle 293">
              <a:extLst>
                <a:ext uri="{FF2B5EF4-FFF2-40B4-BE49-F238E27FC236}">
                  <a16:creationId xmlns:a16="http://schemas.microsoft.com/office/drawing/2014/main" id="{D3196FFD-09E2-4935-A423-6FD51AAE3421}"/>
                </a:ext>
              </a:extLst>
            </p:cNvPr>
            <p:cNvSpPr>
              <a:spLocks noChangeArrowheads="1"/>
            </p:cNvSpPr>
            <p:nvPr/>
          </p:nvSpPr>
          <p:spPr bwMode="auto">
            <a:xfrm>
              <a:off x="7809310" y="4404123"/>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626" name="Rectangle 294">
              <a:extLst>
                <a:ext uri="{FF2B5EF4-FFF2-40B4-BE49-F238E27FC236}">
                  <a16:creationId xmlns:a16="http://schemas.microsoft.com/office/drawing/2014/main" id="{08E83A06-E72E-4E3D-8E42-A48BE27E0DFA}"/>
                </a:ext>
              </a:extLst>
            </p:cNvPr>
            <p:cNvSpPr>
              <a:spLocks noChangeArrowheads="1"/>
            </p:cNvSpPr>
            <p:nvPr/>
          </p:nvSpPr>
          <p:spPr bwMode="auto">
            <a:xfrm>
              <a:off x="7903369" y="4404123"/>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627" name="Rectangle 295">
              <a:extLst>
                <a:ext uri="{FF2B5EF4-FFF2-40B4-BE49-F238E27FC236}">
                  <a16:creationId xmlns:a16="http://schemas.microsoft.com/office/drawing/2014/main" id="{649856BB-63D3-4853-BDA6-E7D6A74ED19F}"/>
                </a:ext>
              </a:extLst>
            </p:cNvPr>
            <p:cNvSpPr>
              <a:spLocks noChangeArrowheads="1"/>
            </p:cNvSpPr>
            <p:nvPr/>
          </p:nvSpPr>
          <p:spPr bwMode="auto">
            <a:xfrm>
              <a:off x="7973616" y="4404123"/>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65628" name="Line 296">
              <a:extLst>
                <a:ext uri="{FF2B5EF4-FFF2-40B4-BE49-F238E27FC236}">
                  <a16:creationId xmlns:a16="http://schemas.microsoft.com/office/drawing/2014/main" id="{705DFFC8-52CA-40E4-93FB-90819953F737}"/>
                </a:ext>
              </a:extLst>
            </p:cNvPr>
            <p:cNvSpPr>
              <a:spLocks noChangeShapeType="1"/>
            </p:cNvSpPr>
            <p:nvPr/>
          </p:nvSpPr>
          <p:spPr bwMode="auto">
            <a:xfrm>
              <a:off x="5282804" y="4481513"/>
              <a:ext cx="402431" cy="357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629" name="Line 297">
              <a:extLst>
                <a:ext uri="{FF2B5EF4-FFF2-40B4-BE49-F238E27FC236}">
                  <a16:creationId xmlns:a16="http://schemas.microsoft.com/office/drawing/2014/main" id="{DC45A36E-5FA8-45B4-8F30-F4F3B445D40B}"/>
                </a:ext>
              </a:extLst>
            </p:cNvPr>
            <p:cNvSpPr>
              <a:spLocks noChangeShapeType="1"/>
            </p:cNvSpPr>
            <p:nvPr/>
          </p:nvSpPr>
          <p:spPr bwMode="auto">
            <a:xfrm>
              <a:off x="6637735" y="4481513"/>
              <a:ext cx="438150" cy="357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630" name="Line 298">
              <a:extLst>
                <a:ext uri="{FF2B5EF4-FFF2-40B4-BE49-F238E27FC236}">
                  <a16:creationId xmlns:a16="http://schemas.microsoft.com/office/drawing/2014/main" id="{D0A3E7A9-14DD-4CBA-9070-88C846244F26}"/>
                </a:ext>
              </a:extLst>
            </p:cNvPr>
            <p:cNvSpPr>
              <a:spLocks noChangeShapeType="1"/>
            </p:cNvSpPr>
            <p:nvPr/>
          </p:nvSpPr>
          <p:spPr bwMode="auto">
            <a:xfrm>
              <a:off x="7368779" y="4481513"/>
              <a:ext cx="402431" cy="357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631" name="Line 299">
              <a:extLst>
                <a:ext uri="{FF2B5EF4-FFF2-40B4-BE49-F238E27FC236}">
                  <a16:creationId xmlns:a16="http://schemas.microsoft.com/office/drawing/2014/main" id="{EF05C2F2-EBBC-409B-884A-978ECC4B9E39}"/>
                </a:ext>
              </a:extLst>
            </p:cNvPr>
            <p:cNvSpPr>
              <a:spLocks noChangeShapeType="1"/>
            </p:cNvSpPr>
            <p:nvPr/>
          </p:nvSpPr>
          <p:spPr bwMode="auto">
            <a:xfrm>
              <a:off x="5978129" y="4548188"/>
              <a:ext cx="436959" cy="119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632" name="Freeform 300">
              <a:extLst>
                <a:ext uri="{FF2B5EF4-FFF2-40B4-BE49-F238E27FC236}">
                  <a16:creationId xmlns:a16="http://schemas.microsoft.com/office/drawing/2014/main" id="{5CD338F4-95C7-4EEE-B0BF-1BB34F935D71}"/>
                </a:ext>
              </a:extLst>
            </p:cNvPr>
            <p:cNvSpPr>
              <a:spLocks/>
            </p:cNvSpPr>
            <p:nvPr/>
          </p:nvSpPr>
          <p:spPr bwMode="auto">
            <a:xfrm>
              <a:off x="5611416" y="4417219"/>
              <a:ext cx="73819" cy="64294"/>
            </a:xfrm>
            <a:custGeom>
              <a:avLst/>
              <a:gdLst>
                <a:gd name="T0" fmla="*/ 0 w 62"/>
                <a:gd name="T1" fmla="*/ 2147483647 h 54"/>
                <a:gd name="T2" fmla="*/ 0 w 62"/>
                <a:gd name="T3" fmla="*/ 0 h 54"/>
                <a:gd name="T4" fmla="*/ 2147483647 w 62"/>
                <a:gd name="T5" fmla="*/ 0 h 54"/>
                <a:gd name="T6" fmla="*/ 0 60000 65536"/>
                <a:gd name="T7" fmla="*/ 0 60000 65536"/>
                <a:gd name="T8" fmla="*/ 0 60000 65536"/>
                <a:gd name="T9" fmla="*/ 0 w 62"/>
                <a:gd name="T10" fmla="*/ 0 h 54"/>
                <a:gd name="T11" fmla="*/ 62 w 62"/>
                <a:gd name="T12" fmla="*/ 54 h 54"/>
              </a:gdLst>
              <a:ahLst/>
              <a:cxnLst>
                <a:cxn ang="T6">
                  <a:pos x="T0" y="T1"/>
                </a:cxn>
                <a:cxn ang="T7">
                  <a:pos x="T2" y="T3"/>
                </a:cxn>
                <a:cxn ang="T8">
                  <a:pos x="T4" y="T5"/>
                </a:cxn>
              </a:cxnLst>
              <a:rect l="T9" t="T10" r="T11" b="T12"/>
              <a:pathLst>
                <a:path w="62" h="54">
                  <a:moveTo>
                    <a:pt x="0" y="54"/>
                  </a:moveTo>
                  <a:lnTo>
                    <a:pt x="0" y="0"/>
                  </a:lnTo>
                  <a:lnTo>
                    <a:pt x="62"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633" name="Freeform 301">
              <a:extLst>
                <a:ext uri="{FF2B5EF4-FFF2-40B4-BE49-F238E27FC236}">
                  <a16:creationId xmlns:a16="http://schemas.microsoft.com/office/drawing/2014/main" id="{D0B3280E-F23C-4205-B3D9-D1BBE1C3CDB7}"/>
                </a:ext>
              </a:extLst>
            </p:cNvPr>
            <p:cNvSpPr>
              <a:spLocks/>
            </p:cNvSpPr>
            <p:nvPr/>
          </p:nvSpPr>
          <p:spPr bwMode="auto">
            <a:xfrm>
              <a:off x="7000875" y="4481513"/>
              <a:ext cx="515541" cy="201216"/>
            </a:xfrm>
            <a:custGeom>
              <a:avLst/>
              <a:gdLst>
                <a:gd name="T0" fmla="*/ 0 w 433"/>
                <a:gd name="T1" fmla="*/ 0 h 169"/>
                <a:gd name="T2" fmla="*/ 2147483647 w 433"/>
                <a:gd name="T3" fmla="*/ 2147483647 h 169"/>
                <a:gd name="T4" fmla="*/ 2147483647 w 433"/>
                <a:gd name="T5" fmla="*/ 2147483647 h 169"/>
                <a:gd name="T6" fmla="*/ 2147483647 w 433"/>
                <a:gd name="T7" fmla="*/ 2147483647 h 169"/>
                <a:gd name="T8" fmla="*/ 2147483647 w 433"/>
                <a:gd name="T9" fmla="*/ 2147483647 h 169"/>
                <a:gd name="T10" fmla="*/ 0 60000 65536"/>
                <a:gd name="T11" fmla="*/ 0 60000 65536"/>
                <a:gd name="T12" fmla="*/ 0 60000 65536"/>
                <a:gd name="T13" fmla="*/ 0 60000 65536"/>
                <a:gd name="T14" fmla="*/ 0 60000 65536"/>
                <a:gd name="T15" fmla="*/ 0 w 433"/>
                <a:gd name="T16" fmla="*/ 0 h 169"/>
                <a:gd name="T17" fmla="*/ 433 w 433"/>
                <a:gd name="T18" fmla="*/ 169 h 169"/>
              </a:gdLst>
              <a:ahLst/>
              <a:cxnLst>
                <a:cxn ang="T10">
                  <a:pos x="T0" y="T1"/>
                </a:cxn>
                <a:cxn ang="T11">
                  <a:pos x="T2" y="T3"/>
                </a:cxn>
                <a:cxn ang="T12">
                  <a:pos x="T4" y="T5"/>
                </a:cxn>
                <a:cxn ang="T13">
                  <a:pos x="T6" y="T7"/>
                </a:cxn>
                <a:cxn ang="T14">
                  <a:pos x="T8" y="T9"/>
                </a:cxn>
              </a:cxnLst>
              <a:rect l="T15" t="T16" r="T17" b="T18"/>
              <a:pathLst>
                <a:path w="433" h="169">
                  <a:moveTo>
                    <a:pt x="0" y="0"/>
                  </a:moveTo>
                  <a:lnTo>
                    <a:pt x="4" y="169"/>
                  </a:lnTo>
                  <a:lnTo>
                    <a:pt x="371" y="169"/>
                  </a:lnTo>
                  <a:lnTo>
                    <a:pt x="371" y="56"/>
                  </a:lnTo>
                  <a:lnTo>
                    <a:pt x="433" y="56"/>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634" name="Freeform 302">
              <a:extLst>
                <a:ext uri="{FF2B5EF4-FFF2-40B4-BE49-F238E27FC236}">
                  <a16:creationId xmlns:a16="http://schemas.microsoft.com/office/drawing/2014/main" id="{490AFB8F-92BF-4824-9DB3-30ADF277F060}"/>
                </a:ext>
              </a:extLst>
            </p:cNvPr>
            <p:cNvSpPr>
              <a:spLocks/>
            </p:cNvSpPr>
            <p:nvPr/>
          </p:nvSpPr>
          <p:spPr bwMode="auto">
            <a:xfrm>
              <a:off x="5428060" y="4219575"/>
              <a:ext cx="113109" cy="529829"/>
            </a:xfrm>
            <a:custGeom>
              <a:avLst/>
              <a:gdLst>
                <a:gd name="T0" fmla="*/ 2147483647 w 95"/>
                <a:gd name="T1" fmla="*/ 2147483647 h 445"/>
                <a:gd name="T2" fmla="*/ 2147483647 w 95"/>
                <a:gd name="T3" fmla="*/ 0 h 445"/>
                <a:gd name="T4" fmla="*/ 0 w 95"/>
                <a:gd name="T5" fmla="*/ 0 h 445"/>
                <a:gd name="T6" fmla="*/ 0 w 95"/>
                <a:gd name="T7" fmla="*/ 2147483647 h 445"/>
                <a:gd name="T8" fmla="*/ 2147483647 w 95"/>
                <a:gd name="T9" fmla="*/ 2147483647 h 445"/>
                <a:gd name="T10" fmla="*/ 2147483647 w 95"/>
                <a:gd name="T11" fmla="*/ 2147483647 h 445"/>
                <a:gd name="T12" fmla="*/ 2147483647 w 95"/>
                <a:gd name="T13" fmla="*/ 2147483647 h 445"/>
                <a:gd name="T14" fmla="*/ 0 60000 65536"/>
                <a:gd name="T15" fmla="*/ 0 60000 65536"/>
                <a:gd name="T16" fmla="*/ 0 60000 65536"/>
                <a:gd name="T17" fmla="*/ 0 60000 65536"/>
                <a:gd name="T18" fmla="*/ 0 60000 65536"/>
                <a:gd name="T19" fmla="*/ 0 60000 65536"/>
                <a:gd name="T20" fmla="*/ 0 60000 65536"/>
                <a:gd name="T21" fmla="*/ 0 w 95"/>
                <a:gd name="T22" fmla="*/ 0 h 445"/>
                <a:gd name="T23" fmla="*/ 95 w 95"/>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5" h="445">
                  <a:moveTo>
                    <a:pt x="91" y="442"/>
                  </a:moveTo>
                  <a:lnTo>
                    <a:pt x="95" y="0"/>
                  </a:lnTo>
                  <a:lnTo>
                    <a:pt x="0" y="0"/>
                  </a:lnTo>
                  <a:lnTo>
                    <a:pt x="0" y="445"/>
                  </a:lnTo>
                  <a:lnTo>
                    <a:pt x="95" y="445"/>
                  </a:lnTo>
                  <a:lnTo>
                    <a:pt x="91" y="44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635" name="Freeform 303">
              <a:extLst>
                <a:ext uri="{FF2B5EF4-FFF2-40B4-BE49-F238E27FC236}">
                  <a16:creationId xmlns:a16="http://schemas.microsoft.com/office/drawing/2014/main" id="{417A96DB-3325-4E9F-8490-F580811C4C44}"/>
                </a:ext>
              </a:extLst>
            </p:cNvPr>
            <p:cNvSpPr>
              <a:spLocks/>
            </p:cNvSpPr>
            <p:nvPr/>
          </p:nvSpPr>
          <p:spPr bwMode="auto">
            <a:xfrm>
              <a:off x="5428060" y="4219575"/>
              <a:ext cx="113109" cy="529829"/>
            </a:xfrm>
            <a:custGeom>
              <a:avLst/>
              <a:gdLst>
                <a:gd name="T0" fmla="*/ 2147483647 w 95"/>
                <a:gd name="T1" fmla="*/ 2147483647 h 445"/>
                <a:gd name="T2" fmla="*/ 2147483647 w 95"/>
                <a:gd name="T3" fmla="*/ 0 h 445"/>
                <a:gd name="T4" fmla="*/ 0 w 95"/>
                <a:gd name="T5" fmla="*/ 0 h 445"/>
                <a:gd name="T6" fmla="*/ 0 w 95"/>
                <a:gd name="T7" fmla="*/ 2147483647 h 445"/>
                <a:gd name="T8" fmla="*/ 2147483647 w 95"/>
                <a:gd name="T9" fmla="*/ 2147483647 h 445"/>
                <a:gd name="T10" fmla="*/ 2147483647 w 95"/>
                <a:gd name="T11" fmla="*/ 2147483647 h 445"/>
                <a:gd name="T12" fmla="*/ 0 60000 65536"/>
                <a:gd name="T13" fmla="*/ 0 60000 65536"/>
                <a:gd name="T14" fmla="*/ 0 60000 65536"/>
                <a:gd name="T15" fmla="*/ 0 60000 65536"/>
                <a:gd name="T16" fmla="*/ 0 60000 65536"/>
                <a:gd name="T17" fmla="*/ 0 60000 65536"/>
                <a:gd name="T18" fmla="*/ 0 w 95"/>
                <a:gd name="T19" fmla="*/ 0 h 445"/>
                <a:gd name="T20" fmla="*/ 95 w 95"/>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5" h="445">
                  <a:moveTo>
                    <a:pt x="91" y="442"/>
                  </a:moveTo>
                  <a:lnTo>
                    <a:pt x="95" y="0"/>
                  </a:lnTo>
                  <a:lnTo>
                    <a:pt x="0" y="0"/>
                  </a:lnTo>
                  <a:lnTo>
                    <a:pt x="0" y="445"/>
                  </a:lnTo>
                  <a:lnTo>
                    <a:pt x="95"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636" name="Freeform 304">
              <a:extLst>
                <a:ext uri="{FF2B5EF4-FFF2-40B4-BE49-F238E27FC236}">
                  <a16:creationId xmlns:a16="http://schemas.microsoft.com/office/drawing/2014/main" id="{0BE9D5D8-81FE-4846-9CDB-E7E5878D71FF}"/>
                </a:ext>
              </a:extLst>
            </p:cNvPr>
            <p:cNvSpPr>
              <a:spLocks/>
            </p:cNvSpPr>
            <p:nvPr/>
          </p:nvSpPr>
          <p:spPr bwMode="auto">
            <a:xfrm>
              <a:off x="6126957" y="4219575"/>
              <a:ext cx="108347" cy="529829"/>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2147483647 w 91"/>
                <a:gd name="T13" fmla="*/ 2147483647 h 445"/>
                <a:gd name="T14" fmla="*/ 0 60000 65536"/>
                <a:gd name="T15" fmla="*/ 0 60000 65536"/>
                <a:gd name="T16" fmla="*/ 0 60000 65536"/>
                <a:gd name="T17" fmla="*/ 0 60000 65536"/>
                <a:gd name="T18" fmla="*/ 0 60000 65536"/>
                <a:gd name="T19" fmla="*/ 0 60000 65536"/>
                <a:gd name="T20" fmla="*/ 0 60000 65536"/>
                <a:gd name="T21" fmla="*/ 0 w 91"/>
                <a:gd name="T22" fmla="*/ 0 h 445"/>
                <a:gd name="T23" fmla="*/ 91 w 91"/>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445">
                  <a:moveTo>
                    <a:pt x="88" y="442"/>
                  </a:moveTo>
                  <a:lnTo>
                    <a:pt x="91" y="0"/>
                  </a:lnTo>
                  <a:lnTo>
                    <a:pt x="0" y="0"/>
                  </a:lnTo>
                  <a:lnTo>
                    <a:pt x="0" y="445"/>
                  </a:lnTo>
                  <a:lnTo>
                    <a:pt x="91" y="445"/>
                  </a:lnTo>
                  <a:lnTo>
                    <a:pt x="88" y="44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637" name="Freeform 305">
              <a:extLst>
                <a:ext uri="{FF2B5EF4-FFF2-40B4-BE49-F238E27FC236}">
                  <a16:creationId xmlns:a16="http://schemas.microsoft.com/office/drawing/2014/main" id="{E794F0E2-3ADB-4D2D-876A-2DD511C6007D}"/>
                </a:ext>
              </a:extLst>
            </p:cNvPr>
            <p:cNvSpPr>
              <a:spLocks/>
            </p:cNvSpPr>
            <p:nvPr/>
          </p:nvSpPr>
          <p:spPr bwMode="auto">
            <a:xfrm>
              <a:off x="6126957" y="4219575"/>
              <a:ext cx="108347" cy="529829"/>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88" y="442"/>
                  </a:moveTo>
                  <a:lnTo>
                    <a:pt x="91" y="0"/>
                  </a:lnTo>
                  <a:lnTo>
                    <a:pt x="0" y="0"/>
                  </a:lnTo>
                  <a:lnTo>
                    <a:pt x="0" y="445"/>
                  </a:lnTo>
                  <a:lnTo>
                    <a:pt x="91"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638" name="Freeform 306">
              <a:extLst>
                <a:ext uri="{FF2B5EF4-FFF2-40B4-BE49-F238E27FC236}">
                  <a16:creationId xmlns:a16="http://schemas.microsoft.com/office/drawing/2014/main" id="{A8D1351B-0A88-4FC9-AF4E-6AF6C6ACEEE6}"/>
                </a:ext>
              </a:extLst>
            </p:cNvPr>
            <p:cNvSpPr>
              <a:spLocks/>
            </p:cNvSpPr>
            <p:nvPr/>
          </p:nvSpPr>
          <p:spPr bwMode="auto">
            <a:xfrm>
              <a:off x="6822282" y="4219575"/>
              <a:ext cx="108347" cy="529829"/>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2147483647 w 91"/>
                <a:gd name="T13" fmla="*/ 2147483647 h 445"/>
                <a:gd name="T14" fmla="*/ 0 60000 65536"/>
                <a:gd name="T15" fmla="*/ 0 60000 65536"/>
                <a:gd name="T16" fmla="*/ 0 60000 65536"/>
                <a:gd name="T17" fmla="*/ 0 60000 65536"/>
                <a:gd name="T18" fmla="*/ 0 60000 65536"/>
                <a:gd name="T19" fmla="*/ 0 60000 65536"/>
                <a:gd name="T20" fmla="*/ 0 60000 65536"/>
                <a:gd name="T21" fmla="*/ 0 w 91"/>
                <a:gd name="T22" fmla="*/ 0 h 445"/>
                <a:gd name="T23" fmla="*/ 91 w 91"/>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445">
                  <a:moveTo>
                    <a:pt x="88" y="442"/>
                  </a:moveTo>
                  <a:lnTo>
                    <a:pt x="91" y="0"/>
                  </a:lnTo>
                  <a:lnTo>
                    <a:pt x="0" y="0"/>
                  </a:lnTo>
                  <a:lnTo>
                    <a:pt x="0" y="445"/>
                  </a:lnTo>
                  <a:lnTo>
                    <a:pt x="91" y="445"/>
                  </a:lnTo>
                  <a:lnTo>
                    <a:pt x="88" y="44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639" name="Freeform 307">
              <a:extLst>
                <a:ext uri="{FF2B5EF4-FFF2-40B4-BE49-F238E27FC236}">
                  <a16:creationId xmlns:a16="http://schemas.microsoft.com/office/drawing/2014/main" id="{A6CDCAE7-A5EA-4D05-AC72-F3716FC9F9EF}"/>
                </a:ext>
              </a:extLst>
            </p:cNvPr>
            <p:cNvSpPr>
              <a:spLocks/>
            </p:cNvSpPr>
            <p:nvPr/>
          </p:nvSpPr>
          <p:spPr bwMode="auto">
            <a:xfrm>
              <a:off x="6822282" y="4219575"/>
              <a:ext cx="108347" cy="529829"/>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88" y="442"/>
                  </a:moveTo>
                  <a:lnTo>
                    <a:pt x="91" y="0"/>
                  </a:lnTo>
                  <a:lnTo>
                    <a:pt x="0" y="0"/>
                  </a:lnTo>
                  <a:lnTo>
                    <a:pt x="0" y="445"/>
                  </a:lnTo>
                  <a:lnTo>
                    <a:pt x="91"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640" name="Freeform 308">
              <a:extLst>
                <a:ext uri="{FF2B5EF4-FFF2-40B4-BE49-F238E27FC236}">
                  <a16:creationId xmlns:a16="http://schemas.microsoft.com/office/drawing/2014/main" id="{F892F9BC-A4DB-4686-95C3-D13A4E43B573}"/>
                </a:ext>
              </a:extLst>
            </p:cNvPr>
            <p:cNvSpPr>
              <a:spLocks/>
            </p:cNvSpPr>
            <p:nvPr/>
          </p:nvSpPr>
          <p:spPr bwMode="auto">
            <a:xfrm>
              <a:off x="7516416" y="4219575"/>
              <a:ext cx="109538" cy="529829"/>
            </a:xfrm>
            <a:custGeom>
              <a:avLst/>
              <a:gdLst>
                <a:gd name="T0" fmla="*/ 2147483647 w 92"/>
                <a:gd name="T1" fmla="*/ 2147483647 h 445"/>
                <a:gd name="T2" fmla="*/ 2147483647 w 92"/>
                <a:gd name="T3" fmla="*/ 0 h 445"/>
                <a:gd name="T4" fmla="*/ 0 w 92"/>
                <a:gd name="T5" fmla="*/ 0 h 445"/>
                <a:gd name="T6" fmla="*/ 0 w 92"/>
                <a:gd name="T7" fmla="*/ 2147483647 h 445"/>
                <a:gd name="T8" fmla="*/ 2147483647 w 92"/>
                <a:gd name="T9" fmla="*/ 2147483647 h 445"/>
                <a:gd name="T10" fmla="*/ 2147483647 w 92"/>
                <a:gd name="T11" fmla="*/ 2147483647 h 445"/>
                <a:gd name="T12" fmla="*/ 2147483647 w 92"/>
                <a:gd name="T13" fmla="*/ 2147483647 h 445"/>
                <a:gd name="T14" fmla="*/ 0 60000 65536"/>
                <a:gd name="T15" fmla="*/ 0 60000 65536"/>
                <a:gd name="T16" fmla="*/ 0 60000 65536"/>
                <a:gd name="T17" fmla="*/ 0 60000 65536"/>
                <a:gd name="T18" fmla="*/ 0 60000 65536"/>
                <a:gd name="T19" fmla="*/ 0 60000 65536"/>
                <a:gd name="T20" fmla="*/ 0 60000 65536"/>
                <a:gd name="T21" fmla="*/ 0 w 92"/>
                <a:gd name="T22" fmla="*/ 0 h 445"/>
                <a:gd name="T23" fmla="*/ 92 w 92"/>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 h="445">
                  <a:moveTo>
                    <a:pt x="92" y="442"/>
                  </a:moveTo>
                  <a:lnTo>
                    <a:pt x="92" y="0"/>
                  </a:lnTo>
                  <a:lnTo>
                    <a:pt x="0" y="0"/>
                  </a:lnTo>
                  <a:lnTo>
                    <a:pt x="0" y="445"/>
                  </a:lnTo>
                  <a:lnTo>
                    <a:pt x="92" y="445"/>
                  </a:lnTo>
                  <a:lnTo>
                    <a:pt x="92" y="44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641" name="Freeform 309">
              <a:extLst>
                <a:ext uri="{FF2B5EF4-FFF2-40B4-BE49-F238E27FC236}">
                  <a16:creationId xmlns:a16="http://schemas.microsoft.com/office/drawing/2014/main" id="{232C98C2-CA02-4DD2-B00B-5AA2727E6DA2}"/>
                </a:ext>
              </a:extLst>
            </p:cNvPr>
            <p:cNvSpPr>
              <a:spLocks/>
            </p:cNvSpPr>
            <p:nvPr/>
          </p:nvSpPr>
          <p:spPr bwMode="auto">
            <a:xfrm>
              <a:off x="7516416" y="4219575"/>
              <a:ext cx="109538" cy="529829"/>
            </a:xfrm>
            <a:custGeom>
              <a:avLst/>
              <a:gdLst>
                <a:gd name="T0" fmla="*/ 2147483647 w 92"/>
                <a:gd name="T1" fmla="*/ 2147483647 h 445"/>
                <a:gd name="T2" fmla="*/ 2147483647 w 92"/>
                <a:gd name="T3" fmla="*/ 0 h 445"/>
                <a:gd name="T4" fmla="*/ 0 w 92"/>
                <a:gd name="T5" fmla="*/ 0 h 445"/>
                <a:gd name="T6" fmla="*/ 0 w 92"/>
                <a:gd name="T7" fmla="*/ 2147483647 h 445"/>
                <a:gd name="T8" fmla="*/ 2147483647 w 92"/>
                <a:gd name="T9" fmla="*/ 2147483647 h 445"/>
                <a:gd name="T10" fmla="*/ 2147483647 w 92"/>
                <a:gd name="T11" fmla="*/ 2147483647 h 445"/>
                <a:gd name="T12" fmla="*/ 0 60000 65536"/>
                <a:gd name="T13" fmla="*/ 0 60000 65536"/>
                <a:gd name="T14" fmla="*/ 0 60000 65536"/>
                <a:gd name="T15" fmla="*/ 0 60000 65536"/>
                <a:gd name="T16" fmla="*/ 0 60000 65536"/>
                <a:gd name="T17" fmla="*/ 0 60000 65536"/>
                <a:gd name="T18" fmla="*/ 0 w 92"/>
                <a:gd name="T19" fmla="*/ 0 h 445"/>
                <a:gd name="T20" fmla="*/ 92 w 92"/>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2" h="445">
                  <a:moveTo>
                    <a:pt x="92" y="442"/>
                  </a:moveTo>
                  <a:lnTo>
                    <a:pt x="92" y="0"/>
                  </a:lnTo>
                  <a:lnTo>
                    <a:pt x="0" y="0"/>
                  </a:lnTo>
                  <a:lnTo>
                    <a:pt x="0" y="445"/>
                  </a:lnTo>
                  <a:lnTo>
                    <a:pt x="92"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642" name="Rectangle 310">
              <a:extLst>
                <a:ext uri="{FF2B5EF4-FFF2-40B4-BE49-F238E27FC236}">
                  <a16:creationId xmlns:a16="http://schemas.microsoft.com/office/drawing/2014/main" id="{2E5A78DB-C47C-4C85-8C5C-8AF3B7157342}"/>
                </a:ext>
              </a:extLst>
            </p:cNvPr>
            <p:cNvSpPr>
              <a:spLocks noChangeArrowheads="1"/>
            </p:cNvSpPr>
            <p:nvPr/>
          </p:nvSpPr>
          <p:spPr bwMode="auto">
            <a:xfrm>
              <a:off x="6387704" y="1001317"/>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643" name="Rectangle 311">
              <a:extLst>
                <a:ext uri="{FF2B5EF4-FFF2-40B4-BE49-F238E27FC236}">
                  <a16:creationId xmlns:a16="http://schemas.microsoft.com/office/drawing/2014/main" id="{657E418F-1EC5-4483-A195-364E1AD9C013}"/>
                </a:ext>
              </a:extLst>
            </p:cNvPr>
            <p:cNvSpPr>
              <a:spLocks noChangeArrowheads="1"/>
            </p:cNvSpPr>
            <p:nvPr/>
          </p:nvSpPr>
          <p:spPr bwMode="auto">
            <a:xfrm>
              <a:off x="6481763" y="1001317"/>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644" name="Rectangle 312">
              <a:extLst>
                <a:ext uri="{FF2B5EF4-FFF2-40B4-BE49-F238E27FC236}">
                  <a16:creationId xmlns:a16="http://schemas.microsoft.com/office/drawing/2014/main" id="{062CFF95-D675-4B0C-8A64-D5C576FEB0EF}"/>
                </a:ext>
              </a:extLst>
            </p:cNvPr>
            <p:cNvSpPr>
              <a:spLocks noChangeArrowheads="1"/>
            </p:cNvSpPr>
            <p:nvPr/>
          </p:nvSpPr>
          <p:spPr bwMode="auto">
            <a:xfrm>
              <a:off x="6575822" y="1001317"/>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645" name="Rectangle 313">
              <a:extLst>
                <a:ext uri="{FF2B5EF4-FFF2-40B4-BE49-F238E27FC236}">
                  <a16:creationId xmlns:a16="http://schemas.microsoft.com/office/drawing/2014/main" id="{21A85634-C536-490A-AFAF-B84BCA2193FE}"/>
                </a:ext>
              </a:extLst>
            </p:cNvPr>
            <p:cNvSpPr>
              <a:spLocks noChangeArrowheads="1"/>
            </p:cNvSpPr>
            <p:nvPr/>
          </p:nvSpPr>
          <p:spPr bwMode="auto">
            <a:xfrm>
              <a:off x="6610350" y="1001317"/>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7</a:t>
              </a:r>
              <a:endParaRPr lang="zh-TW" altLang="en-US" sz="1800" b="0">
                <a:latin typeface="Times New Roman" panose="02020603050405020304" pitchFamily="18" charset="0"/>
                <a:ea typeface="新細明體" panose="02020500000000000000" pitchFamily="18" charset="-120"/>
              </a:endParaRPr>
            </a:p>
          </p:txBody>
        </p:sp>
        <p:sp>
          <p:nvSpPr>
            <p:cNvPr id="65646" name="Rectangle 314">
              <a:extLst>
                <a:ext uri="{FF2B5EF4-FFF2-40B4-BE49-F238E27FC236}">
                  <a16:creationId xmlns:a16="http://schemas.microsoft.com/office/drawing/2014/main" id="{F204587C-E4A4-477B-B7EE-8273BC63FF39}"/>
                </a:ext>
              </a:extLst>
            </p:cNvPr>
            <p:cNvSpPr>
              <a:spLocks noChangeArrowheads="1"/>
            </p:cNvSpPr>
            <p:nvPr/>
          </p:nvSpPr>
          <p:spPr bwMode="auto">
            <a:xfrm>
              <a:off x="7083029" y="1001317"/>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647" name="Rectangle 315">
              <a:extLst>
                <a:ext uri="{FF2B5EF4-FFF2-40B4-BE49-F238E27FC236}">
                  <a16:creationId xmlns:a16="http://schemas.microsoft.com/office/drawing/2014/main" id="{92BA3217-93D3-48E2-99A6-6079ABD50D5B}"/>
                </a:ext>
              </a:extLst>
            </p:cNvPr>
            <p:cNvSpPr>
              <a:spLocks noChangeArrowheads="1"/>
            </p:cNvSpPr>
            <p:nvPr/>
          </p:nvSpPr>
          <p:spPr bwMode="auto">
            <a:xfrm>
              <a:off x="7177088" y="1001317"/>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648" name="Rectangle 316">
              <a:extLst>
                <a:ext uri="{FF2B5EF4-FFF2-40B4-BE49-F238E27FC236}">
                  <a16:creationId xmlns:a16="http://schemas.microsoft.com/office/drawing/2014/main" id="{CC5384D0-FD30-4E79-ABD6-6FDB86FF17C6}"/>
                </a:ext>
              </a:extLst>
            </p:cNvPr>
            <p:cNvSpPr>
              <a:spLocks noChangeArrowheads="1"/>
            </p:cNvSpPr>
            <p:nvPr/>
          </p:nvSpPr>
          <p:spPr bwMode="auto">
            <a:xfrm>
              <a:off x="7271147" y="1001317"/>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649" name="Rectangle 317">
              <a:extLst>
                <a:ext uri="{FF2B5EF4-FFF2-40B4-BE49-F238E27FC236}">
                  <a16:creationId xmlns:a16="http://schemas.microsoft.com/office/drawing/2014/main" id="{08BD133F-D23E-47E7-8C41-5031E6801AFE}"/>
                </a:ext>
              </a:extLst>
            </p:cNvPr>
            <p:cNvSpPr>
              <a:spLocks noChangeArrowheads="1"/>
            </p:cNvSpPr>
            <p:nvPr/>
          </p:nvSpPr>
          <p:spPr bwMode="auto">
            <a:xfrm>
              <a:off x="7305675" y="1001317"/>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8</a:t>
              </a:r>
              <a:endParaRPr lang="zh-TW" altLang="en-US" sz="1800" b="0">
                <a:latin typeface="Times New Roman" panose="02020603050405020304" pitchFamily="18" charset="0"/>
                <a:ea typeface="新細明體" panose="02020500000000000000" pitchFamily="18" charset="-120"/>
              </a:endParaRPr>
            </a:p>
          </p:txBody>
        </p:sp>
        <p:sp>
          <p:nvSpPr>
            <p:cNvPr id="65650" name="Rectangle 318">
              <a:extLst>
                <a:ext uri="{FF2B5EF4-FFF2-40B4-BE49-F238E27FC236}">
                  <a16:creationId xmlns:a16="http://schemas.microsoft.com/office/drawing/2014/main" id="{9FAAD9A3-00FA-4A7C-83B5-301F3A48585E}"/>
                </a:ext>
              </a:extLst>
            </p:cNvPr>
            <p:cNvSpPr>
              <a:spLocks noChangeArrowheads="1"/>
            </p:cNvSpPr>
            <p:nvPr/>
          </p:nvSpPr>
          <p:spPr bwMode="auto">
            <a:xfrm>
              <a:off x="7778354" y="1001317"/>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651" name="Rectangle 319">
              <a:extLst>
                <a:ext uri="{FF2B5EF4-FFF2-40B4-BE49-F238E27FC236}">
                  <a16:creationId xmlns:a16="http://schemas.microsoft.com/office/drawing/2014/main" id="{9C38D648-2713-443D-9966-33F0FC249662}"/>
                </a:ext>
              </a:extLst>
            </p:cNvPr>
            <p:cNvSpPr>
              <a:spLocks noChangeArrowheads="1"/>
            </p:cNvSpPr>
            <p:nvPr/>
          </p:nvSpPr>
          <p:spPr bwMode="auto">
            <a:xfrm>
              <a:off x="7872413" y="1001317"/>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65652" name="Rectangle 320">
              <a:extLst>
                <a:ext uri="{FF2B5EF4-FFF2-40B4-BE49-F238E27FC236}">
                  <a16:creationId xmlns:a16="http://schemas.microsoft.com/office/drawing/2014/main" id="{E9986436-BAC9-443B-925A-4E5972B36F63}"/>
                </a:ext>
              </a:extLst>
            </p:cNvPr>
            <p:cNvSpPr>
              <a:spLocks noChangeArrowheads="1"/>
            </p:cNvSpPr>
            <p:nvPr/>
          </p:nvSpPr>
          <p:spPr bwMode="auto">
            <a:xfrm>
              <a:off x="7966472" y="1001317"/>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653" name="Rectangle 321">
              <a:extLst>
                <a:ext uri="{FF2B5EF4-FFF2-40B4-BE49-F238E27FC236}">
                  <a16:creationId xmlns:a16="http://schemas.microsoft.com/office/drawing/2014/main" id="{0D2ED134-77FC-4658-9439-B8CB2D559CC5}"/>
                </a:ext>
              </a:extLst>
            </p:cNvPr>
            <p:cNvSpPr>
              <a:spLocks noChangeArrowheads="1"/>
            </p:cNvSpPr>
            <p:nvPr/>
          </p:nvSpPr>
          <p:spPr bwMode="auto">
            <a:xfrm>
              <a:off x="8001000" y="1001317"/>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9</a:t>
              </a:r>
              <a:endParaRPr lang="zh-TW" altLang="en-US" sz="1800" b="0">
                <a:latin typeface="Times New Roman" panose="02020603050405020304" pitchFamily="18" charset="0"/>
                <a:ea typeface="新細明體" panose="02020500000000000000" pitchFamily="18" charset="-120"/>
              </a:endParaRPr>
            </a:p>
          </p:txBody>
        </p:sp>
        <p:sp>
          <p:nvSpPr>
            <p:cNvPr id="65654" name="Rectangle 322">
              <a:extLst>
                <a:ext uri="{FF2B5EF4-FFF2-40B4-BE49-F238E27FC236}">
                  <a16:creationId xmlns:a16="http://schemas.microsoft.com/office/drawing/2014/main" id="{A3ABF34B-F996-49CD-A99B-BA4DD0FADA3A}"/>
                </a:ext>
              </a:extLst>
            </p:cNvPr>
            <p:cNvSpPr>
              <a:spLocks noChangeArrowheads="1"/>
            </p:cNvSpPr>
            <p:nvPr/>
          </p:nvSpPr>
          <p:spPr bwMode="auto">
            <a:xfrm>
              <a:off x="2275285" y="1198960"/>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65655" name="Rectangle 323">
              <a:extLst>
                <a:ext uri="{FF2B5EF4-FFF2-40B4-BE49-F238E27FC236}">
                  <a16:creationId xmlns:a16="http://schemas.microsoft.com/office/drawing/2014/main" id="{BB82BC2C-A135-49D3-8FAD-AB12F0B4691A}"/>
                </a:ext>
              </a:extLst>
            </p:cNvPr>
            <p:cNvSpPr>
              <a:spLocks noChangeArrowheads="1"/>
            </p:cNvSpPr>
            <p:nvPr/>
          </p:nvSpPr>
          <p:spPr bwMode="auto">
            <a:xfrm>
              <a:off x="2345531" y="1198960"/>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65656" name="Rectangle 324">
              <a:extLst>
                <a:ext uri="{FF2B5EF4-FFF2-40B4-BE49-F238E27FC236}">
                  <a16:creationId xmlns:a16="http://schemas.microsoft.com/office/drawing/2014/main" id="{E3EB1D32-41FF-417D-8CF5-DD95CE670CD6}"/>
                </a:ext>
              </a:extLst>
            </p:cNvPr>
            <p:cNvSpPr>
              <a:spLocks noChangeArrowheads="1"/>
            </p:cNvSpPr>
            <p:nvPr/>
          </p:nvSpPr>
          <p:spPr bwMode="auto">
            <a:xfrm>
              <a:off x="2970610" y="1198960"/>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65657" name="Rectangle 325">
              <a:extLst>
                <a:ext uri="{FF2B5EF4-FFF2-40B4-BE49-F238E27FC236}">
                  <a16:creationId xmlns:a16="http://schemas.microsoft.com/office/drawing/2014/main" id="{DB4C353C-C4A1-40D2-AB41-7A38A045FF93}"/>
                </a:ext>
              </a:extLst>
            </p:cNvPr>
            <p:cNvSpPr>
              <a:spLocks noChangeArrowheads="1"/>
            </p:cNvSpPr>
            <p:nvPr/>
          </p:nvSpPr>
          <p:spPr bwMode="auto">
            <a:xfrm>
              <a:off x="3040856" y="1198960"/>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65658" name="Rectangle 326">
              <a:extLst>
                <a:ext uri="{FF2B5EF4-FFF2-40B4-BE49-F238E27FC236}">
                  <a16:creationId xmlns:a16="http://schemas.microsoft.com/office/drawing/2014/main" id="{0A7B2297-9C06-4054-A159-50BAF2BB4E4C}"/>
                </a:ext>
              </a:extLst>
            </p:cNvPr>
            <p:cNvSpPr>
              <a:spLocks noChangeArrowheads="1"/>
            </p:cNvSpPr>
            <p:nvPr/>
          </p:nvSpPr>
          <p:spPr bwMode="auto">
            <a:xfrm>
              <a:off x="3665935" y="1198960"/>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65659" name="Rectangle 327">
              <a:extLst>
                <a:ext uri="{FF2B5EF4-FFF2-40B4-BE49-F238E27FC236}">
                  <a16:creationId xmlns:a16="http://schemas.microsoft.com/office/drawing/2014/main" id="{E6C4920D-03DA-42A4-ACC5-FAD13B8C7CB8}"/>
                </a:ext>
              </a:extLst>
            </p:cNvPr>
            <p:cNvSpPr>
              <a:spLocks noChangeArrowheads="1"/>
            </p:cNvSpPr>
            <p:nvPr/>
          </p:nvSpPr>
          <p:spPr bwMode="auto">
            <a:xfrm>
              <a:off x="3736181" y="1198960"/>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65660" name="Rectangle 328">
              <a:extLst>
                <a:ext uri="{FF2B5EF4-FFF2-40B4-BE49-F238E27FC236}">
                  <a16:creationId xmlns:a16="http://schemas.microsoft.com/office/drawing/2014/main" id="{3E076E42-3992-4825-A047-3830F936C528}"/>
                </a:ext>
              </a:extLst>
            </p:cNvPr>
            <p:cNvSpPr>
              <a:spLocks noChangeArrowheads="1"/>
            </p:cNvSpPr>
            <p:nvPr/>
          </p:nvSpPr>
          <p:spPr bwMode="auto">
            <a:xfrm>
              <a:off x="4361260" y="1198960"/>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65661" name="Rectangle 329">
              <a:extLst>
                <a:ext uri="{FF2B5EF4-FFF2-40B4-BE49-F238E27FC236}">
                  <a16:creationId xmlns:a16="http://schemas.microsoft.com/office/drawing/2014/main" id="{FEE0F96A-F4B1-4558-A263-82EE2FC89E2A}"/>
                </a:ext>
              </a:extLst>
            </p:cNvPr>
            <p:cNvSpPr>
              <a:spLocks noChangeArrowheads="1"/>
            </p:cNvSpPr>
            <p:nvPr/>
          </p:nvSpPr>
          <p:spPr bwMode="auto">
            <a:xfrm>
              <a:off x="4431506" y="1198960"/>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65662" name="Rectangle 330">
              <a:extLst>
                <a:ext uri="{FF2B5EF4-FFF2-40B4-BE49-F238E27FC236}">
                  <a16:creationId xmlns:a16="http://schemas.microsoft.com/office/drawing/2014/main" id="{A01D9031-2BFA-40FF-8E7E-EFF7B3DDDAC4}"/>
                </a:ext>
              </a:extLst>
            </p:cNvPr>
            <p:cNvSpPr>
              <a:spLocks noChangeArrowheads="1"/>
            </p:cNvSpPr>
            <p:nvPr/>
          </p:nvSpPr>
          <p:spPr bwMode="auto">
            <a:xfrm>
              <a:off x="4912519" y="1198960"/>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65663" name="Rectangle 331">
              <a:extLst>
                <a:ext uri="{FF2B5EF4-FFF2-40B4-BE49-F238E27FC236}">
                  <a16:creationId xmlns:a16="http://schemas.microsoft.com/office/drawing/2014/main" id="{237BF1D1-C2BB-476D-9891-BF86B520B462}"/>
                </a:ext>
              </a:extLst>
            </p:cNvPr>
            <p:cNvSpPr>
              <a:spLocks noChangeArrowheads="1"/>
            </p:cNvSpPr>
            <p:nvPr/>
          </p:nvSpPr>
          <p:spPr bwMode="auto">
            <a:xfrm>
              <a:off x="4986338" y="1198960"/>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65664" name="Rectangle 332">
              <a:extLst>
                <a:ext uri="{FF2B5EF4-FFF2-40B4-BE49-F238E27FC236}">
                  <a16:creationId xmlns:a16="http://schemas.microsoft.com/office/drawing/2014/main" id="{5D943DEA-65C5-40A5-88B0-EE4AE8422D17}"/>
                </a:ext>
              </a:extLst>
            </p:cNvPr>
            <p:cNvSpPr>
              <a:spLocks noChangeArrowheads="1"/>
            </p:cNvSpPr>
            <p:nvPr/>
          </p:nvSpPr>
          <p:spPr bwMode="auto">
            <a:xfrm>
              <a:off x="5056585" y="1198960"/>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665" name="Rectangle 333">
              <a:extLst>
                <a:ext uri="{FF2B5EF4-FFF2-40B4-BE49-F238E27FC236}">
                  <a16:creationId xmlns:a16="http://schemas.microsoft.com/office/drawing/2014/main" id="{C04C1731-7CB6-4AC1-A4A8-3579E529653D}"/>
                </a:ext>
              </a:extLst>
            </p:cNvPr>
            <p:cNvSpPr>
              <a:spLocks noChangeArrowheads="1"/>
            </p:cNvSpPr>
            <p:nvPr/>
          </p:nvSpPr>
          <p:spPr bwMode="auto">
            <a:xfrm>
              <a:off x="5091113" y="1198960"/>
              <a:ext cx="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666" name="Rectangle 334">
              <a:extLst>
                <a:ext uri="{FF2B5EF4-FFF2-40B4-BE49-F238E27FC236}">
                  <a16:creationId xmlns:a16="http://schemas.microsoft.com/office/drawing/2014/main" id="{5B9E15DA-FDDE-43FE-9B18-1007BAF310B0}"/>
                </a:ext>
              </a:extLst>
            </p:cNvPr>
            <p:cNvSpPr>
              <a:spLocks noChangeArrowheads="1"/>
            </p:cNvSpPr>
            <p:nvPr/>
          </p:nvSpPr>
          <p:spPr bwMode="auto">
            <a:xfrm>
              <a:off x="5129213" y="1198960"/>
              <a:ext cx="10259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65667" name="Rectangle 335">
              <a:extLst>
                <a:ext uri="{FF2B5EF4-FFF2-40B4-BE49-F238E27FC236}">
                  <a16:creationId xmlns:a16="http://schemas.microsoft.com/office/drawing/2014/main" id="{4ACBECE1-C018-49D2-B196-5DBF3EA449FB}"/>
                </a:ext>
              </a:extLst>
            </p:cNvPr>
            <p:cNvSpPr>
              <a:spLocks noChangeArrowheads="1"/>
            </p:cNvSpPr>
            <p:nvPr/>
          </p:nvSpPr>
          <p:spPr bwMode="auto">
            <a:xfrm>
              <a:off x="5263754" y="1198960"/>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65668" name="Rectangle 337">
              <a:extLst>
                <a:ext uri="{FF2B5EF4-FFF2-40B4-BE49-F238E27FC236}">
                  <a16:creationId xmlns:a16="http://schemas.microsoft.com/office/drawing/2014/main" id="{3003DE35-21DA-4A1E-BB12-8399425FD066}"/>
                </a:ext>
              </a:extLst>
            </p:cNvPr>
            <p:cNvSpPr>
              <a:spLocks noChangeArrowheads="1"/>
            </p:cNvSpPr>
            <p:nvPr/>
          </p:nvSpPr>
          <p:spPr bwMode="auto">
            <a:xfrm>
              <a:off x="5818585" y="1198960"/>
              <a:ext cx="16671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-20</a:t>
              </a:r>
              <a:endParaRPr lang="zh-TW" altLang="en-US" sz="1800" b="0">
                <a:latin typeface="Times New Roman" panose="02020603050405020304" pitchFamily="18" charset="0"/>
                <a:ea typeface="新細明體" panose="02020500000000000000" pitchFamily="18" charset="-120"/>
              </a:endParaRPr>
            </a:p>
          </p:txBody>
        </p:sp>
        <p:sp>
          <p:nvSpPr>
            <p:cNvPr id="65669" name="Rectangle 340">
              <a:extLst>
                <a:ext uri="{FF2B5EF4-FFF2-40B4-BE49-F238E27FC236}">
                  <a16:creationId xmlns:a16="http://schemas.microsoft.com/office/drawing/2014/main" id="{0DFB6F9A-42A7-486A-82B8-C51D265EB5FF}"/>
                </a:ext>
              </a:extLst>
            </p:cNvPr>
            <p:cNvSpPr>
              <a:spLocks noChangeArrowheads="1"/>
            </p:cNvSpPr>
            <p:nvPr/>
          </p:nvSpPr>
          <p:spPr bwMode="auto">
            <a:xfrm>
              <a:off x="6512719" y="1198960"/>
              <a:ext cx="10259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65670" name="Rectangle 341">
              <a:extLst>
                <a:ext uri="{FF2B5EF4-FFF2-40B4-BE49-F238E27FC236}">
                  <a16:creationId xmlns:a16="http://schemas.microsoft.com/office/drawing/2014/main" id="{F5EDC127-E82F-4211-923C-2F12718764E0}"/>
                </a:ext>
              </a:extLst>
            </p:cNvPr>
            <p:cNvSpPr>
              <a:spLocks noChangeArrowheads="1"/>
            </p:cNvSpPr>
            <p:nvPr/>
          </p:nvSpPr>
          <p:spPr bwMode="auto">
            <a:xfrm>
              <a:off x="6582966" y="1198960"/>
              <a:ext cx="9618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0</a:t>
              </a:r>
              <a:endParaRPr lang="zh-TW" altLang="en-US" sz="1800" b="0">
                <a:latin typeface="Times New Roman" panose="02020603050405020304" pitchFamily="18" charset="0"/>
                <a:ea typeface="新細明體" panose="02020500000000000000" pitchFamily="18" charset="-120"/>
              </a:endParaRPr>
            </a:p>
          </p:txBody>
        </p:sp>
        <p:sp>
          <p:nvSpPr>
            <p:cNvPr id="65671" name="Rectangle 343">
              <a:extLst>
                <a:ext uri="{FF2B5EF4-FFF2-40B4-BE49-F238E27FC236}">
                  <a16:creationId xmlns:a16="http://schemas.microsoft.com/office/drawing/2014/main" id="{97B339CC-A324-4F0F-8579-2F39DDCFAF3E}"/>
                </a:ext>
              </a:extLst>
            </p:cNvPr>
            <p:cNvSpPr>
              <a:spLocks noChangeArrowheads="1"/>
            </p:cNvSpPr>
            <p:nvPr/>
          </p:nvSpPr>
          <p:spPr bwMode="auto">
            <a:xfrm>
              <a:off x="7208044" y="1198960"/>
              <a:ext cx="10259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65672" name="Rectangle 344">
              <a:extLst>
                <a:ext uri="{FF2B5EF4-FFF2-40B4-BE49-F238E27FC236}">
                  <a16:creationId xmlns:a16="http://schemas.microsoft.com/office/drawing/2014/main" id="{E21D7269-61A0-4D70-B53B-2F9D525AA1F6}"/>
                </a:ext>
              </a:extLst>
            </p:cNvPr>
            <p:cNvSpPr>
              <a:spLocks noChangeArrowheads="1"/>
            </p:cNvSpPr>
            <p:nvPr/>
          </p:nvSpPr>
          <p:spPr bwMode="auto">
            <a:xfrm>
              <a:off x="7283054" y="1198960"/>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65673" name="Rectangle 346">
              <a:extLst>
                <a:ext uri="{FF2B5EF4-FFF2-40B4-BE49-F238E27FC236}">
                  <a16:creationId xmlns:a16="http://schemas.microsoft.com/office/drawing/2014/main" id="{0DAF2621-5CDB-4863-BD7C-700A6D9DF525}"/>
                </a:ext>
              </a:extLst>
            </p:cNvPr>
            <p:cNvSpPr>
              <a:spLocks noChangeArrowheads="1"/>
            </p:cNvSpPr>
            <p:nvPr/>
          </p:nvSpPr>
          <p:spPr bwMode="auto">
            <a:xfrm>
              <a:off x="7855744" y="1198960"/>
              <a:ext cx="10259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65674" name="Rectangle 347">
              <a:extLst>
                <a:ext uri="{FF2B5EF4-FFF2-40B4-BE49-F238E27FC236}">
                  <a16:creationId xmlns:a16="http://schemas.microsoft.com/office/drawing/2014/main" id="{215BDB43-2171-4C58-8BCF-B06AA951BCF0}"/>
                </a:ext>
              </a:extLst>
            </p:cNvPr>
            <p:cNvSpPr>
              <a:spLocks noChangeArrowheads="1"/>
            </p:cNvSpPr>
            <p:nvPr/>
          </p:nvSpPr>
          <p:spPr bwMode="auto">
            <a:xfrm>
              <a:off x="7977188" y="1198960"/>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65675" name="Rectangle 348">
              <a:extLst>
                <a:ext uri="{FF2B5EF4-FFF2-40B4-BE49-F238E27FC236}">
                  <a16:creationId xmlns:a16="http://schemas.microsoft.com/office/drawing/2014/main" id="{D2A26E35-4BAF-497A-A178-21298EBE2D1B}"/>
                </a:ext>
              </a:extLst>
            </p:cNvPr>
            <p:cNvSpPr>
              <a:spLocks noChangeArrowheads="1"/>
            </p:cNvSpPr>
            <p:nvPr/>
          </p:nvSpPr>
          <p:spPr bwMode="auto">
            <a:xfrm>
              <a:off x="1228725" y="3214688"/>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o</a:t>
              </a:r>
              <a:endParaRPr lang="en-US" altLang="zh-TW" sz="1800" b="0">
                <a:latin typeface="Times New Roman" panose="02020603050405020304" pitchFamily="18" charset="0"/>
                <a:ea typeface="新細明體" panose="02020500000000000000" pitchFamily="18" charset="-120"/>
              </a:endParaRPr>
            </a:p>
          </p:txBody>
        </p:sp>
        <p:sp>
          <p:nvSpPr>
            <p:cNvPr id="65676" name="Rectangle 349">
              <a:extLst>
                <a:ext uri="{FF2B5EF4-FFF2-40B4-BE49-F238E27FC236}">
                  <a16:creationId xmlns:a16="http://schemas.microsoft.com/office/drawing/2014/main" id="{509E8512-6171-4651-A5CA-528E90030D6A}"/>
                </a:ext>
              </a:extLst>
            </p:cNvPr>
            <p:cNvSpPr>
              <a:spLocks noChangeArrowheads="1"/>
            </p:cNvSpPr>
            <p:nvPr/>
          </p:nvSpPr>
          <p:spPr bwMode="auto">
            <a:xfrm>
              <a:off x="1298972" y="3214688"/>
              <a:ext cx="384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677" name="Rectangle 350">
              <a:extLst>
                <a:ext uri="{FF2B5EF4-FFF2-40B4-BE49-F238E27FC236}">
                  <a16:creationId xmlns:a16="http://schemas.microsoft.com/office/drawing/2014/main" id="{F3023A53-EA34-49FF-91C9-346FBE50217C}"/>
                </a:ext>
              </a:extLst>
            </p:cNvPr>
            <p:cNvSpPr>
              <a:spLocks noChangeArrowheads="1"/>
            </p:cNvSpPr>
            <p:nvPr/>
          </p:nvSpPr>
          <p:spPr bwMode="auto">
            <a:xfrm>
              <a:off x="1341835" y="3214688"/>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678" name="Rectangle 351">
              <a:extLst>
                <a:ext uri="{FF2B5EF4-FFF2-40B4-BE49-F238E27FC236}">
                  <a16:creationId xmlns:a16="http://schemas.microsoft.com/office/drawing/2014/main" id="{900B20EF-B1AC-416A-9380-71B9E2788B66}"/>
                </a:ext>
              </a:extLst>
            </p:cNvPr>
            <p:cNvSpPr>
              <a:spLocks noChangeArrowheads="1"/>
            </p:cNvSpPr>
            <p:nvPr/>
          </p:nvSpPr>
          <p:spPr bwMode="auto">
            <a:xfrm>
              <a:off x="1381125" y="3214688"/>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679" name="Rectangle 352">
              <a:extLst>
                <a:ext uri="{FF2B5EF4-FFF2-40B4-BE49-F238E27FC236}">
                  <a16:creationId xmlns:a16="http://schemas.microsoft.com/office/drawing/2014/main" id="{03D7D61D-4B43-4AD2-8B40-6675D56D081B}"/>
                </a:ext>
              </a:extLst>
            </p:cNvPr>
            <p:cNvSpPr>
              <a:spLocks noChangeArrowheads="1"/>
            </p:cNvSpPr>
            <p:nvPr/>
          </p:nvSpPr>
          <p:spPr bwMode="auto">
            <a:xfrm>
              <a:off x="1451372" y="3214688"/>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65680" name="Rectangle 353">
              <a:extLst>
                <a:ext uri="{FF2B5EF4-FFF2-40B4-BE49-F238E27FC236}">
                  <a16:creationId xmlns:a16="http://schemas.microsoft.com/office/drawing/2014/main" id="{CB00DFFD-31E8-45BE-897A-E6E29EEAD76C}"/>
                </a:ext>
              </a:extLst>
            </p:cNvPr>
            <p:cNvSpPr>
              <a:spLocks noChangeArrowheads="1"/>
            </p:cNvSpPr>
            <p:nvPr/>
          </p:nvSpPr>
          <p:spPr bwMode="auto">
            <a:xfrm>
              <a:off x="1526381" y="3214688"/>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3</a:t>
              </a:r>
              <a:endParaRPr lang="zh-TW" altLang="en-US" sz="1800" b="0">
                <a:latin typeface="Times New Roman" panose="02020603050405020304" pitchFamily="18" charset="0"/>
                <a:ea typeface="新細明體" panose="02020500000000000000" pitchFamily="18" charset="-120"/>
              </a:endParaRPr>
            </a:p>
          </p:txBody>
        </p:sp>
        <p:sp>
          <p:nvSpPr>
            <p:cNvPr id="65681" name="Rectangle 354">
              <a:extLst>
                <a:ext uri="{FF2B5EF4-FFF2-40B4-BE49-F238E27FC236}">
                  <a16:creationId xmlns:a16="http://schemas.microsoft.com/office/drawing/2014/main" id="{93B00E5B-BFB1-4723-A06E-E84661E0E7B0}"/>
                </a:ext>
              </a:extLst>
            </p:cNvPr>
            <p:cNvSpPr>
              <a:spLocks noChangeArrowheads="1"/>
            </p:cNvSpPr>
            <p:nvPr/>
          </p:nvSpPr>
          <p:spPr bwMode="auto">
            <a:xfrm>
              <a:off x="1596629" y="3214688"/>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682" name="Rectangle 355">
              <a:extLst>
                <a:ext uri="{FF2B5EF4-FFF2-40B4-BE49-F238E27FC236}">
                  <a16:creationId xmlns:a16="http://schemas.microsoft.com/office/drawing/2014/main" id="{6A939061-D4FC-424A-BEB6-E6A9C95255B2}"/>
                </a:ext>
              </a:extLst>
            </p:cNvPr>
            <p:cNvSpPr>
              <a:spLocks noChangeArrowheads="1"/>
            </p:cNvSpPr>
            <p:nvPr/>
          </p:nvSpPr>
          <p:spPr bwMode="auto">
            <a:xfrm>
              <a:off x="1631156" y="3214688"/>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683" name="Rectangle 356">
              <a:extLst>
                <a:ext uri="{FF2B5EF4-FFF2-40B4-BE49-F238E27FC236}">
                  <a16:creationId xmlns:a16="http://schemas.microsoft.com/office/drawing/2014/main" id="{F58999B0-B1E9-4ED2-BA06-1BE44853299F}"/>
                </a:ext>
              </a:extLst>
            </p:cNvPr>
            <p:cNvSpPr>
              <a:spLocks noChangeArrowheads="1"/>
            </p:cNvSpPr>
            <p:nvPr/>
          </p:nvSpPr>
          <p:spPr bwMode="auto">
            <a:xfrm>
              <a:off x="1670447" y="3214688"/>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684" name="Rectangle 357">
              <a:extLst>
                <a:ext uri="{FF2B5EF4-FFF2-40B4-BE49-F238E27FC236}">
                  <a16:creationId xmlns:a16="http://schemas.microsoft.com/office/drawing/2014/main" id="{CFB63E1E-D7E5-4438-8141-23090F27D867}"/>
                </a:ext>
              </a:extLst>
            </p:cNvPr>
            <p:cNvSpPr>
              <a:spLocks noChangeArrowheads="1"/>
            </p:cNvSpPr>
            <p:nvPr/>
          </p:nvSpPr>
          <p:spPr bwMode="auto">
            <a:xfrm>
              <a:off x="1740694" y="3214688"/>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6</a:t>
              </a:r>
              <a:endParaRPr lang="zh-TW" altLang="en-US" sz="1800" b="0">
                <a:latin typeface="Times New Roman" panose="02020603050405020304" pitchFamily="18" charset="0"/>
                <a:ea typeface="新細明體" panose="02020500000000000000" pitchFamily="18" charset="-120"/>
              </a:endParaRPr>
            </a:p>
          </p:txBody>
        </p:sp>
        <p:sp>
          <p:nvSpPr>
            <p:cNvPr id="65685" name="Rectangle 358">
              <a:extLst>
                <a:ext uri="{FF2B5EF4-FFF2-40B4-BE49-F238E27FC236}">
                  <a16:creationId xmlns:a16="http://schemas.microsoft.com/office/drawing/2014/main" id="{A6D716D4-3A19-4FAB-BAE2-39D49DA06465}"/>
                </a:ext>
              </a:extLst>
            </p:cNvPr>
            <p:cNvSpPr>
              <a:spLocks noChangeArrowheads="1"/>
            </p:cNvSpPr>
            <p:nvPr/>
          </p:nvSpPr>
          <p:spPr bwMode="auto">
            <a:xfrm>
              <a:off x="1814513" y="3214688"/>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686" name="Rectangle 359">
              <a:extLst>
                <a:ext uri="{FF2B5EF4-FFF2-40B4-BE49-F238E27FC236}">
                  <a16:creationId xmlns:a16="http://schemas.microsoft.com/office/drawing/2014/main" id="{EF41D6DD-35FF-4243-ACF9-7B47673923AC}"/>
                </a:ext>
              </a:extLst>
            </p:cNvPr>
            <p:cNvSpPr>
              <a:spLocks noChangeArrowheads="1"/>
            </p:cNvSpPr>
            <p:nvPr/>
          </p:nvSpPr>
          <p:spPr bwMode="auto">
            <a:xfrm>
              <a:off x="1850231" y="3214688"/>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687" name="Rectangle 360">
              <a:extLst>
                <a:ext uri="{FF2B5EF4-FFF2-40B4-BE49-F238E27FC236}">
                  <a16:creationId xmlns:a16="http://schemas.microsoft.com/office/drawing/2014/main" id="{5039D89A-3BE3-440E-9C8E-E961C23CF73A}"/>
                </a:ext>
              </a:extLst>
            </p:cNvPr>
            <p:cNvSpPr>
              <a:spLocks noChangeArrowheads="1"/>
            </p:cNvSpPr>
            <p:nvPr/>
          </p:nvSpPr>
          <p:spPr bwMode="auto">
            <a:xfrm>
              <a:off x="1884760" y="3214688"/>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688" name="Rectangle 361">
              <a:extLst>
                <a:ext uri="{FF2B5EF4-FFF2-40B4-BE49-F238E27FC236}">
                  <a16:creationId xmlns:a16="http://schemas.microsoft.com/office/drawing/2014/main" id="{10D96F15-046D-4FB6-A0E4-119170A779B7}"/>
                </a:ext>
              </a:extLst>
            </p:cNvPr>
            <p:cNvSpPr>
              <a:spLocks noChangeArrowheads="1"/>
            </p:cNvSpPr>
            <p:nvPr/>
          </p:nvSpPr>
          <p:spPr bwMode="auto">
            <a:xfrm>
              <a:off x="1959769" y="3214688"/>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65689" name="Rectangle 362">
              <a:extLst>
                <a:ext uri="{FF2B5EF4-FFF2-40B4-BE49-F238E27FC236}">
                  <a16:creationId xmlns:a16="http://schemas.microsoft.com/office/drawing/2014/main" id="{B4B5481E-1240-4969-A757-7DBFC931A44F}"/>
                </a:ext>
              </a:extLst>
            </p:cNvPr>
            <p:cNvSpPr>
              <a:spLocks noChangeArrowheads="1"/>
            </p:cNvSpPr>
            <p:nvPr/>
          </p:nvSpPr>
          <p:spPr bwMode="auto">
            <a:xfrm>
              <a:off x="1228725" y="380761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a</a:t>
              </a:r>
              <a:endParaRPr lang="en-US" altLang="zh-TW" sz="1800" b="0">
                <a:latin typeface="Times New Roman" panose="02020603050405020304" pitchFamily="18" charset="0"/>
                <a:ea typeface="新細明體" panose="02020500000000000000" pitchFamily="18" charset="-120"/>
              </a:endParaRPr>
            </a:p>
          </p:txBody>
        </p:sp>
        <p:sp>
          <p:nvSpPr>
            <p:cNvPr id="65690" name="Rectangle 363">
              <a:extLst>
                <a:ext uri="{FF2B5EF4-FFF2-40B4-BE49-F238E27FC236}">
                  <a16:creationId xmlns:a16="http://schemas.microsoft.com/office/drawing/2014/main" id="{8033D72E-85B4-4109-9EBB-4EED7C009E06}"/>
                </a:ext>
              </a:extLst>
            </p:cNvPr>
            <p:cNvSpPr>
              <a:spLocks noChangeArrowheads="1"/>
            </p:cNvSpPr>
            <p:nvPr/>
          </p:nvSpPr>
          <p:spPr bwMode="auto">
            <a:xfrm>
              <a:off x="1298972" y="380761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65691" name="Rectangle 364">
              <a:extLst>
                <a:ext uri="{FF2B5EF4-FFF2-40B4-BE49-F238E27FC236}">
                  <a16:creationId xmlns:a16="http://schemas.microsoft.com/office/drawing/2014/main" id="{06C4441F-89E0-49A2-8686-58F276750C17}"/>
                </a:ext>
              </a:extLst>
            </p:cNvPr>
            <p:cNvSpPr>
              <a:spLocks noChangeArrowheads="1"/>
            </p:cNvSpPr>
            <p:nvPr/>
          </p:nvSpPr>
          <p:spPr bwMode="auto">
            <a:xfrm>
              <a:off x="1373981" y="380761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65692" name="Rectangle 365">
              <a:extLst>
                <a:ext uri="{FF2B5EF4-FFF2-40B4-BE49-F238E27FC236}">
                  <a16:creationId xmlns:a16="http://schemas.microsoft.com/office/drawing/2014/main" id="{786015A0-0CD9-4DFF-9BFC-D963A4A9AD0C}"/>
                </a:ext>
              </a:extLst>
            </p:cNvPr>
            <p:cNvSpPr>
              <a:spLocks noChangeArrowheads="1"/>
            </p:cNvSpPr>
            <p:nvPr/>
          </p:nvSpPr>
          <p:spPr bwMode="auto">
            <a:xfrm>
              <a:off x="1444229" y="3807619"/>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693" name="Rectangle 366">
              <a:extLst>
                <a:ext uri="{FF2B5EF4-FFF2-40B4-BE49-F238E27FC236}">
                  <a16:creationId xmlns:a16="http://schemas.microsoft.com/office/drawing/2014/main" id="{7F04BE5D-6DF8-42A2-B3E6-9E3C17ABB9DB}"/>
                </a:ext>
              </a:extLst>
            </p:cNvPr>
            <p:cNvSpPr>
              <a:spLocks noChangeArrowheads="1"/>
            </p:cNvSpPr>
            <p:nvPr/>
          </p:nvSpPr>
          <p:spPr bwMode="auto">
            <a:xfrm>
              <a:off x="1483519" y="380761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694" name="Rectangle 367">
              <a:extLst>
                <a:ext uri="{FF2B5EF4-FFF2-40B4-BE49-F238E27FC236}">
                  <a16:creationId xmlns:a16="http://schemas.microsoft.com/office/drawing/2014/main" id="{8A9FC39F-F4B6-41BF-8331-0E5BE0E61187}"/>
                </a:ext>
              </a:extLst>
            </p:cNvPr>
            <p:cNvSpPr>
              <a:spLocks noChangeArrowheads="1"/>
            </p:cNvSpPr>
            <p:nvPr/>
          </p:nvSpPr>
          <p:spPr bwMode="auto">
            <a:xfrm>
              <a:off x="1553766" y="380761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65695" name="Rectangle 368">
              <a:extLst>
                <a:ext uri="{FF2B5EF4-FFF2-40B4-BE49-F238E27FC236}">
                  <a16:creationId xmlns:a16="http://schemas.microsoft.com/office/drawing/2014/main" id="{08DEEA79-2BBF-4EAC-AC2D-76336DB0D4FD}"/>
                </a:ext>
              </a:extLst>
            </p:cNvPr>
            <p:cNvSpPr>
              <a:spLocks noChangeArrowheads="1"/>
            </p:cNvSpPr>
            <p:nvPr/>
          </p:nvSpPr>
          <p:spPr bwMode="auto">
            <a:xfrm>
              <a:off x="1627585" y="380761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4</a:t>
              </a:r>
              <a:endParaRPr lang="zh-TW" altLang="en-US" sz="1800" b="0">
                <a:latin typeface="Times New Roman" panose="02020603050405020304" pitchFamily="18" charset="0"/>
                <a:ea typeface="新細明體" panose="02020500000000000000" pitchFamily="18" charset="-120"/>
              </a:endParaRPr>
            </a:p>
          </p:txBody>
        </p:sp>
        <p:sp>
          <p:nvSpPr>
            <p:cNvPr id="65696" name="Rectangle 369">
              <a:extLst>
                <a:ext uri="{FF2B5EF4-FFF2-40B4-BE49-F238E27FC236}">
                  <a16:creationId xmlns:a16="http://schemas.microsoft.com/office/drawing/2014/main" id="{70A114A0-B322-4DDF-8528-2BE34E19CDC0}"/>
                </a:ext>
              </a:extLst>
            </p:cNvPr>
            <p:cNvSpPr>
              <a:spLocks noChangeArrowheads="1"/>
            </p:cNvSpPr>
            <p:nvPr/>
          </p:nvSpPr>
          <p:spPr bwMode="auto">
            <a:xfrm>
              <a:off x="1697831" y="3807619"/>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697" name="Rectangle 370">
              <a:extLst>
                <a:ext uri="{FF2B5EF4-FFF2-40B4-BE49-F238E27FC236}">
                  <a16:creationId xmlns:a16="http://schemas.microsoft.com/office/drawing/2014/main" id="{FCE4EFC2-1BD5-4ACC-8926-CD3E84C2E1F4}"/>
                </a:ext>
              </a:extLst>
            </p:cNvPr>
            <p:cNvSpPr>
              <a:spLocks noChangeArrowheads="1"/>
            </p:cNvSpPr>
            <p:nvPr/>
          </p:nvSpPr>
          <p:spPr bwMode="auto">
            <a:xfrm>
              <a:off x="1733550" y="3807619"/>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698" name="Rectangle 371">
              <a:extLst>
                <a:ext uri="{FF2B5EF4-FFF2-40B4-BE49-F238E27FC236}">
                  <a16:creationId xmlns:a16="http://schemas.microsoft.com/office/drawing/2014/main" id="{56637167-00D5-4733-B69D-B48D715063A5}"/>
                </a:ext>
              </a:extLst>
            </p:cNvPr>
            <p:cNvSpPr>
              <a:spLocks noChangeArrowheads="1"/>
            </p:cNvSpPr>
            <p:nvPr/>
          </p:nvSpPr>
          <p:spPr bwMode="auto">
            <a:xfrm>
              <a:off x="1771650" y="380761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699" name="Rectangle 372">
              <a:extLst>
                <a:ext uri="{FF2B5EF4-FFF2-40B4-BE49-F238E27FC236}">
                  <a16:creationId xmlns:a16="http://schemas.microsoft.com/office/drawing/2014/main" id="{C195B30A-A9D1-4BB6-984C-E9614D8A02BD}"/>
                </a:ext>
              </a:extLst>
            </p:cNvPr>
            <p:cNvSpPr>
              <a:spLocks noChangeArrowheads="1"/>
            </p:cNvSpPr>
            <p:nvPr/>
          </p:nvSpPr>
          <p:spPr bwMode="auto">
            <a:xfrm>
              <a:off x="1841897" y="380761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65700" name="Rectangle 373">
              <a:extLst>
                <a:ext uri="{FF2B5EF4-FFF2-40B4-BE49-F238E27FC236}">
                  <a16:creationId xmlns:a16="http://schemas.microsoft.com/office/drawing/2014/main" id="{2546DE65-2427-43C6-B0EE-54D8A9CE251F}"/>
                </a:ext>
              </a:extLst>
            </p:cNvPr>
            <p:cNvSpPr>
              <a:spLocks noChangeArrowheads="1"/>
            </p:cNvSpPr>
            <p:nvPr/>
          </p:nvSpPr>
          <p:spPr bwMode="auto">
            <a:xfrm>
              <a:off x="1916906" y="3807619"/>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701" name="Rectangle 374">
              <a:extLst>
                <a:ext uri="{FF2B5EF4-FFF2-40B4-BE49-F238E27FC236}">
                  <a16:creationId xmlns:a16="http://schemas.microsoft.com/office/drawing/2014/main" id="{7CD14C33-4FD4-4151-A5FD-A37F86957858}"/>
                </a:ext>
              </a:extLst>
            </p:cNvPr>
            <p:cNvSpPr>
              <a:spLocks noChangeArrowheads="1"/>
            </p:cNvSpPr>
            <p:nvPr/>
          </p:nvSpPr>
          <p:spPr bwMode="auto">
            <a:xfrm>
              <a:off x="1951435" y="3807619"/>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702" name="Rectangle 375">
              <a:extLst>
                <a:ext uri="{FF2B5EF4-FFF2-40B4-BE49-F238E27FC236}">
                  <a16:creationId xmlns:a16="http://schemas.microsoft.com/office/drawing/2014/main" id="{36E567AD-32D4-4C0E-A152-5F4F1956C483}"/>
                </a:ext>
              </a:extLst>
            </p:cNvPr>
            <p:cNvSpPr>
              <a:spLocks noChangeArrowheads="1"/>
            </p:cNvSpPr>
            <p:nvPr/>
          </p:nvSpPr>
          <p:spPr bwMode="auto">
            <a:xfrm>
              <a:off x="1987154" y="380761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703" name="Rectangle 376">
              <a:extLst>
                <a:ext uri="{FF2B5EF4-FFF2-40B4-BE49-F238E27FC236}">
                  <a16:creationId xmlns:a16="http://schemas.microsoft.com/office/drawing/2014/main" id="{081C633A-EE90-47B6-9939-2F1EB7834F02}"/>
                </a:ext>
              </a:extLst>
            </p:cNvPr>
            <p:cNvSpPr>
              <a:spLocks noChangeArrowheads="1"/>
            </p:cNvSpPr>
            <p:nvPr/>
          </p:nvSpPr>
          <p:spPr bwMode="auto">
            <a:xfrm>
              <a:off x="2060972" y="380761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65704" name="Rectangle 377">
              <a:extLst>
                <a:ext uri="{FF2B5EF4-FFF2-40B4-BE49-F238E27FC236}">
                  <a16:creationId xmlns:a16="http://schemas.microsoft.com/office/drawing/2014/main" id="{909D4FAF-0E10-47BE-9377-6E5185DD4900}"/>
                </a:ext>
              </a:extLst>
            </p:cNvPr>
            <p:cNvSpPr>
              <a:spLocks noChangeArrowheads="1"/>
            </p:cNvSpPr>
            <p:nvPr/>
          </p:nvSpPr>
          <p:spPr bwMode="auto">
            <a:xfrm>
              <a:off x="1228725" y="4404123"/>
              <a:ext cx="57708"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s</a:t>
              </a:r>
              <a:endParaRPr lang="en-US" altLang="zh-TW" sz="1800" b="0">
                <a:latin typeface="Times New Roman" panose="02020603050405020304" pitchFamily="18" charset="0"/>
                <a:ea typeface="新細明體" panose="02020500000000000000" pitchFamily="18" charset="-120"/>
              </a:endParaRPr>
            </a:p>
          </p:txBody>
        </p:sp>
        <p:sp>
          <p:nvSpPr>
            <p:cNvPr id="65705" name="Rectangle 378">
              <a:extLst>
                <a:ext uri="{FF2B5EF4-FFF2-40B4-BE49-F238E27FC236}">
                  <a16:creationId xmlns:a16="http://schemas.microsoft.com/office/drawing/2014/main" id="{DD557AA3-2D5C-4663-9542-4685540CF90B}"/>
                </a:ext>
              </a:extLst>
            </p:cNvPr>
            <p:cNvSpPr>
              <a:spLocks noChangeArrowheads="1"/>
            </p:cNvSpPr>
            <p:nvPr/>
          </p:nvSpPr>
          <p:spPr bwMode="auto">
            <a:xfrm>
              <a:off x="1291829" y="4404123"/>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w</a:t>
              </a:r>
              <a:endParaRPr lang="en-US" altLang="zh-TW" sz="1800" b="0">
                <a:latin typeface="Times New Roman" panose="02020603050405020304" pitchFamily="18" charset="0"/>
                <a:ea typeface="新細明體" panose="02020500000000000000" pitchFamily="18" charset="-120"/>
              </a:endParaRPr>
            </a:p>
          </p:txBody>
        </p:sp>
        <p:sp>
          <p:nvSpPr>
            <p:cNvPr id="65706" name="Rectangle 379">
              <a:extLst>
                <a:ext uri="{FF2B5EF4-FFF2-40B4-BE49-F238E27FC236}">
                  <a16:creationId xmlns:a16="http://schemas.microsoft.com/office/drawing/2014/main" id="{97D41298-504A-4514-8E9D-E27D4155A1B2}"/>
                </a:ext>
              </a:extLst>
            </p:cNvPr>
            <p:cNvSpPr>
              <a:spLocks noChangeArrowheads="1"/>
            </p:cNvSpPr>
            <p:nvPr/>
          </p:nvSpPr>
          <p:spPr bwMode="auto">
            <a:xfrm>
              <a:off x="1385888" y="4404123"/>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707" name="Rectangle 380">
              <a:extLst>
                <a:ext uri="{FF2B5EF4-FFF2-40B4-BE49-F238E27FC236}">
                  <a16:creationId xmlns:a16="http://schemas.microsoft.com/office/drawing/2014/main" id="{42541F33-A47E-4B92-9ED8-D38DD99CC847}"/>
                </a:ext>
              </a:extLst>
            </p:cNvPr>
            <p:cNvSpPr>
              <a:spLocks noChangeArrowheads="1"/>
            </p:cNvSpPr>
            <p:nvPr/>
          </p:nvSpPr>
          <p:spPr bwMode="auto">
            <a:xfrm>
              <a:off x="1423988" y="4404123"/>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708" name="Rectangle 381">
              <a:extLst>
                <a:ext uri="{FF2B5EF4-FFF2-40B4-BE49-F238E27FC236}">
                  <a16:creationId xmlns:a16="http://schemas.microsoft.com/office/drawing/2014/main" id="{739CC250-91F1-48F2-86B4-9F2FEFA6ACA3}"/>
                </a:ext>
              </a:extLst>
            </p:cNvPr>
            <p:cNvSpPr>
              <a:spLocks noChangeArrowheads="1"/>
            </p:cNvSpPr>
            <p:nvPr/>
          </p:nvSpPr>
          <p:spPr bwMode="auto">
            <a:xfrm>
              <a:off x="1494235" y="4404123"/>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65709" name="Rectangle 382">
              <a:extLst>
                <a:ext uri="{FF2B5EF4-FFF2-40B4-BE49-F238E27FC236}">
                  <a16:creationId xmlns:a16="http://schemas.microsoft.com/office/drawing/2014/main" id="{FE1B3C07-5CB8-477E-A5B0-ED6834DDBEEF}"/>
                </a:ext>
              </a:extLst>
            </p:cNvPr>
            <p:cNvSpPr>
              <a:spLocks noChangeArrowheads="1"/>
            </p:cNvSpPr>
            <p:nvPr/>
          </p:nvSpPr>
          <p:spPr bwMode="auto">
            <a:xfrm>
              <a:off x="1569244" y="4404123"/>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5</a:t>
              </a:r>
              <a:endParaRPr lang="zh-TW" altLang="en-US" sz="1800" b="0">
                <a:latin typeface="Times New Roman" panose="02020603050405020304" pitchFamily="18" charset="0"/>
                <a:ea typeface="新細明體" panose="02020500000000000000" pitchFamily="18" charset="-120"/>
              </a:endParaRPr>
            </a:p>
          </p:txBody>
        </p:sp>
        <p:sp>
          <p:nvSpPr>
            <p:cNvPr id="65710" name="Rectangle 383">
              <a:extLst>
                <a:ext uri="{FF2B5EF4-FFF2-40B4-BE49-F238E27FC236}">
                  <a16:creationId xmlns:a16="http://schemas.microsoft.com/office/drawing/2014/main" id="{807992EA-8E9A-4497-A940-A4C6386A46FA}"/>
                </a:ext>
              </a:extLst>
            </p:cNvPr>
            <p:cNvSpPr>
              <a:spLocks noChangeArrowheads="1"/>
            </p:cNvSpPr>
            <p:nvPr/>
          </p:nvSpPr>
          <p:spPr bwMode="auto">
            <a:xfrm>
              <a:off x="1639491" y="4404123"/>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711" name="Rectangle 384">
              <a:extLst>
                <a:ext uri="{FF2B5EF4-FFF2-40B4-BE49-F238E27FC236}">
                  <a16:creationId xmlns:a16="http://schemas.microsoft.com/office/drawing/2014/main" id="{12C7D2B2-778F-427A-A5AD-E7B0E5626E9D}"/>
                </a:ext>
              </a:extLst>
            </p:cNvPr>
            <p:cNvSpPr>
              <a:spLocks noChangeArrowheads="1"/>
            </p:cNvSpPr>
            <p:nvPr/>
          </p:nvSpPr>
          <p:spPr bwMode="auto">
            <a:xfrm>
              <a:off x="1678781" y="4404123"/>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712" name="Rectangle 385">
              <a:extLst>
                <a:ext uri="{FF2B5EF4-FFF2-40B4-BE49-F238E27FC236}">
                  <a16:creationId xmlns:a16="http://schemas.microsoft.com/office/drawing/2014/main" id="{CB15BDCE-97CD-4121-B128-93B8F4405872}"/>
                </a:ext>
              </a:extLst>
            </p:cNvPr>
            <p:cNvSpPr>
              <a:spLocks noChangeArrowheads="1"/>
            </p:cNvSpPr>
            <p:nvPr/>
          </p:nvSpPr>
          <p:spPr bwMode="auto">
            <a:xfrm>
              <a:off x="1713310" y="4404123"/>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65713" name="Rectangle 386">
              <a:extLst>
                <a:ext uri="{FF2B5EF4-FFF2-40B4-BE49-F238E27FC236}">
                  <a16:creationId xmlns:a16="http://schemas.microsoft.com/office/drawing/2014/main" id="{D842CE57-3B86-411A-8AE1-7363657FAEBD}"/>
                </a:ext>
              </a:extLst>
            </p:cNvPr>
            <p:cNvSpPr>
              <a:spLocks noChangeArrowheads="1"/>
            </p:cNvSpPr>
            <p:nvPr/>
          </p:nvSpPr>
          <p:spPr bwMode="auto">
            <a:xfrm>
              <a:off x="1783556" y="4404123"/>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65714" name="Rectangle 387">
              <a:extLst>
                <a:ext uri="{FF2B5EF4-FFF2-40B4-BE49-F238E27FC236}">
                  <a16:creationId xmlns:a16="http://schemas.microsoft.com/office/drawing/2014/main" id="{80D7F639-88D5-4E2F-B11C-2606E455CE64}"/>
                </a:ext>
              </a:extLst>
            </p:cNvPr>
            <p:cNvSpPr>
              <a:spLocks noChangeArrowheads="1"/>
            </p:cNvSpPr>
            <p:nvPr/>
          </p:nvSpPr>
          <p:spPr bwMode="auto">
            <a:xfrm>
              <a:off x="1857375" y="4404123"/>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65715" name="Rectangle 388">
              <a:extLst>
                <a:ext uri="{FF2B5EF4-FFF2-40B4-BE49-F238E27FC236}">
                  <a16:creationId xmlns:a16="http://schemas.microsoft.com/office/drawing/2014/main" id="{DAD9BF90-B498-46CF-9BDA-6F680DC55D48}"/>
                </a:ext>
              </a:extLst>
            </p:cNvPr>
            <p:cNvSpPr>
              <a:spLocks noChangeArrowheads="1"/>
            </p:cNvSpPr>
            <p:nvPr/>
          </p:nvSpPr>
          <p:spPr bwMode="auto">
            <a:xfrm>
              <a:off x="1928813" y="4404123"/>
              <a:ext cx="384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716" name="Rectangle 389">
              <a:extLst>
                <a:ext uri="{FF2B5EF4-FFF2-40B4-BE49-F238E27FC236}">
                  <a16:creationId xmlns:a16="http://schemas.microsoft.com/office/drawing/2014/main" id="{72E66326-4674-4E3E-B6C0-11B69466C00E}"/>
                </a:ext>
              </a:extLst>
            </p:cNvPr>
            <p:cNvSpPr>
              <a:spLocks noChangeArrowheads="1"/>
            </p:cNvSpPr>
            <p:nvPr/>
          </p:nvSpPr>
          <p:spPr bwMode="auto">
            <a:xfrm>
              <a:off x="1971675" y="4404123"/>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717" name="Rectangle 390">
              <a:extLst>
                <a:ext uri="{FF2B5EF4-FFF2-40B4-BE49-F238E27FC236}">
                  <a16:creationId xmlns:a16="http://schemas.microsoft.com/office/drawing/2014/main" id="{7431219F-2131-4DB0-9C95-4D7D9977C60D}"/>
                </a:ext>
              </a:extLst>
            </p:cNvPr>
            <p:cNvSpPr>
              <a:spLocks noChangeArrowheads="1"/>
            </p:cNvSpPr>
            <p:nvPr/>
          </p:nvSpPr>
          <p:spPr bwMode="auto">
            <a:xfrm>
              <a:off x="2045494" y="4404123"/>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65718" name="Rectangle 391">
              <a:extLst>
                <a:ext uri="{FF2B5EF4-FFF2-40B4-BE49-F238E27FC236}">
                  <a16:creationId xmlns:a16="http://schemas.microsoft.com/office/drawing/2014/main" id="{2DD3F9AA-4379-461B-822E-82CE85B9DB37}"/>
                </a:ext>
              </a:extLst>
            </p:cNvPr>
            <p:cNvSpPr>
              <a:spLocks noChangeArrowheads="1"/>
            </p:cNvSpPr>
            <p:nvPr/>
          </p:nvSpPr>
          <p:spPr bwMode="auto">
            <a:xfrm>
              <a:off x="2119313" y="4404123"/>
              <a:ext cx="384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719" name="Rectangle 392">
              <a:extLst>
                <a:ext uri="{FF2B5EF4-FFF2-40B4-BE49-F238E27FC236}">
                  <a16:creationId xmlns:a16="http://schemas.microsoft.com/office/drawing/2014/main" id="{48545BE7-474A-4F01-87CF-A94159CBD518}"/>
                </a:ext>
              </a:extLst>
            </p:cNvPr>
            <p:cNvSpPr>
              <a:spLocks noChangeArrowheads="1"/>
            </p:cNvSpPr>
            <p:nvPr/>
          </p:nvSpPr>
          <p:spPr bwMode="auto">
            <a:xfrm>
              <a:off x="1459706" y="1035844"/>
              <a:ext cx="76944"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V</a:t>
              </a:r>
              <a:endParaRPr lang="en-US" altLang="zh-TW" sz="1800" b="0">
                <a:latin typeface="Times New Roman" panose="02020603050405020304" pitchFamily="18" charset="0"/>
                <a:ea typeface="新細明體" panose="02020500000000000000" pitchFamily="18" charset="-120"/>
              </a:endParaRPr>
            </a:p>
          </p:txBody>
        </p:sp>
        <p:sp>
          <p:nvSpPr>
            <p:cNvPr id="65720" name="Rectangle 393">
              <a:extLst>
                <a:ext uri="{FF2B5EF4-FFF2-40B4-BE49-F238E27FC236}">
                  <a16:creationId xmlns:a16="http://schemas.microsoft.com/office/drawing/2014/main" id="{C10A9147-52ED-4C02-822F-B7D4F9521128}"/>
                </a:ext>
              </a:extLst>
            </p:cNvPr>
            <p:cNvSpPr>
              <a:spLocks noChangeArrowheads="1"/>
            </p:cNvSpPr>
            <p:nvPr/>
          </p:nvSpPr>
          <p:spPr bwMode="auto">
            <a:xfrm>
              <a:off x="1545431" y="1035844"/>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a</a:t>
              </a:r>
              <a:endParaRPr lang="en-US" altLang="zh-TW" sz="1800" b="0">
                <a:latin typeface="Times New Roman" panose="02020603050405020304" pitchFamily="18" charset="0"/>
                <a:ea typeface="新細明體" panose="02020500000000000000" pitchFamily="18" charset="-120"/>
              </a:endParaRPr>
            </a:p>
          </p:txBody>
        </p:sp>
        <p:sp>
          <p:nvSpPr>
            <p:cNvPr id="65721" name="Rectangle 394">
              <a:extLst>
                <a:ext uri="{FF2B5EF4-FFF2-40B4-BE49-F238E27FC236}">
                  <a16:creationId xmlns:a16="http://schemas.microsoft.com/office/drawing/2014/main" id="{51DD9106-86CA-4EF2-854D-553C131A7623}"/>
                </a:ext>
              </a:extLst>
            </p:cNvPr>
            <p:cNvSpPr>
              <a:spLocks noChangeArrowheads="1"/>
            </p:cNvSpPr>
            <p:nvPr/>
          </p:nvSpPr>
          <p:spPr bwMode="auto">
            <a:xfrm>
              <a:off x="1615679" y="1035844"/>
              <a:ext cx="25648"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l</a:t>
              </a:r>
              <a:endParaRPr lang="en-US" altLang="zh-TW" sz="1800" b="0">
                <a:latin typeface="Times New Roman" panose="02020603050405020304" pitchFamily="18" charset="0"/>
                <a:ea typeface="新細明體" panose="02020500000000000000" pitchFamily="18" charset="-120"/>
              </a:endParaRPr>
            </a:p>
          </p:txBody>
        </p:sp>
        <p:sp>
          <p:nvSpPr>
            <p:cNvPr id="65722" name="Rectangle 395">
              <a:extLst>
                <a:ext uri="{FF2B5EF4-FFF2-40B4-BE49-F238E27FC236}">
                  <a16:creationId xmlns:a16="http://schemas.microsoft.com/office/drawing/2014/main" id="{DEC64B7E-DD6B-4428-B5A7-F9067884248B}"/>
                </a:ext>
              </a:extLst>
            </p:cNvPr>
            <p:cNvSpPr>
              <a:spLocks noChangeArrowheads="1"/>
            </p:cNvSpPr>
            <p:nvPr/>
          </p:nvSpPr>
          <p:spPr bwMode="auto">
            <a:xfrm>
              <a:off x="1646635" y="1035844"/>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u</a:t>
              </a:r>
              <a:endParaRPr lang="en-US" altLang="zh-TW" sz="1800" b="0">
                <a:latin typeface="Times New Roman" panose="02020603050405020304" pitchFamily="18" charset="0"/>
                <a:ea typeface="新細明體" panose="02020500000000000000" pitchFamily="18" charset="-120"/>
              </a:endParaRPr>
            </a:p>
          </p:txBody>
        </p:sp>
        <p:sp>
          <p:nvSpPr>
            <p:cNvPr id="65723" name="Rectangle 396">
              <a:extLst>
                <a:ext uri="{FF2B5EF4-FFF2-40B4-BE49-F238E27FC236}">
                  <a16:creationId xmlns:a16="http://schemas.microsoft.com/office/drawing/2014/main" id="{4F936EC4-8BBE-445C-B858-58FFB83262E9}"/>
                </a:ext>
              </a:extLst>
            </p:cNvPr>
            <p:cNvSpPr>
              <a:spLocks noChangeArrowheads="1"/>
            </p:cNvSpPr>
            <p:nvPr/>
          </p:nvSpPr>
          <p:spPr bwMode="auto">
            <a:xfrm>
              <a:off x="1716881" y="1035844"/>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724" name="Rectangle 397">
              <a:extLst>
                <a:ext uri="{FF2B5EF4-FFF2-40B4-BE49-F238E27FC236}">
                  <a16:creationId xmlns:a16="http://schemas.microsoft.com/office/drawing/2014/main" id="{7FC2495D-0D64-41DF-B317-06D5E9D9A10B}"/>
                </a:ext>
              </a:extLst>
            </p:cNvPr>
            <p:cNvSpPr>
              <a:spLocks noChangeArrowheads="1"/>
            </p:cNvSpPr>
            <p:nvPr/>
          </p:nvSpPr>
          <p:spPr bwMode="auto">
            <a:xfrm>
              <a:off x="1791891" y="1035844"/>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725" name="Rectangle 398">
              <a:extLst>
                <a:ext uri="{FF2B5EF4-FFF2-40B4-BE49-F238E27FC236}">
                  <a16:creationId xmlns:a16="http://schemas.microsoft.com/office/drawing/2014/main" id="{A56488AD-FF08-46A3-B2EF-FEE66CC2E09B}"/>
                </a:ext>
              </a:extLst>
            </p:cNvPr>
            <p:cNvSpPr>
              <a:spLocks noChangeArrowheads="1"/>
            </p:cNvSpPr>
            <p:nvPr/>
          </p:nvSpPr>
          <p:spPr bwMode="auto">
            <a:xfrm>
              <a:off x="1826419" y="1035844"/>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o</a:t>
              </a:r>
              <a:endParaRPr lang="en-US" altLang="zh-TW" sz="1800" b="0">
                <a:latin typeface="Times New Roman" panose="02020603050405020304" pitchFamily="18" charset="0"/>
                <a:ea typeface="新細明體" panose="02020500000000000000" pitchFamily="18" charset="-120"/>
              </a:endParaRPr>
            </a:p>
          </p:txBody>
        </p:sp>
        <p:sp>
          <p:nvSpPr>
            <p:cNvPr id="65726" name="Rectangle 399">
              <a:extLst>
                <a:ext uri="{FF2B5EF4-FFF2-40B4-BE49-F238E27FC236}">
                  <a16:creationId xmlns:a16="http://schemas.microsoft.com/office/drawing/2014/main" id="{AFBAE555-1585-4F69-A033-4948C022FE82}"/>
                </a:ext>
              </a:extLst>
            </p:cNvPr>
            <p:cNvSpPr>
              <a:spLocks noChangeArrowheads="1"/>
            </p:cNvSpPr>
            <p:nvPr/>
          </p:nvSpPr>
          <p:spPr bwMode="auto">
            <a:xfrm>
              <a:off x="1896666" y="1035844"/>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f</a:t>
              </a:r>
              <a:endParaRPr lang="en-US" altLang="zh-TW" sz="1800" b="0">
                <a:latin typeface="Times New Roman" panose="02020603050405020304" pitchFamily="18" charset="0"/>
                <a:ea typeface="新細明體" panose="02020500000000000000" pitchFamily="18" charset="-120"/>
              </a:endParaRPr>
            </a:p>
          </p:txBody>
        </p:sp>
        <p:sp>
          <p:nvSpPr>
            <p:cNvPr id="65727" name="Rectangle 400">
              <a:extLst>
                <a:ext uri="{FF2B5EF4-FFF2-40B4-BE49-F238E27FC236}">
                  <a16:creationId xmlns:a16="http://schemas.microsoft.com/office/drawing/2014/main" id="{4A9BBD66-7C40-4D2E-BE3C-FA05BA1D029E}"/>
                </a:ext>
              </a:extLst>
            </p:cNvPr>
            <p:cNvSpPr>
              <a:spLocks noChangeArrowheads="1"/>
            </p:cNvSpPr>
            <p:nvPr/>
          </p:nvSpPr>
          <p:spPr bwMode="auto">
            <a:xfrm>
              <a:off x="1935956" y="1035844"/>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728" name="Rectangle 401">
              <a:extLst>
                <a:ext uri="{FF2B5EF4-FFF2-40B4-BE49-F238E27FC236}">
                  <a16:creationId xmlns:a16="http://schemas.microsoft.com/office/drawing/2014/main" id="{473FBA03-351C-452D-A412-EB9741071C8A}"/>
                </a:ext>
              </a:extLst>
            </p:cNvPr>
            <p:cNvSpPr>
              <a:spLocks noChangeArrowheads="1"/>
            </p:cNvSpPr>
            <p:nvPr/>
          </p:nvSpPr>
          <p:spPr bwMode="auto">
            <a:xfrm>
              <a:off x="1971675" y="1035844"/>
              <a:ext cx="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5729" name="Rectangle 402">
              <a:extLst>
                <a:ext uri="{FF2B5EF4-FFF2-40B4-BE49-F238E27FC236}">
                  <a16:creationId xmlns:a16="http://schemas.microsoft.com/office/drawing/2014/main" id="{CD6CB7A2-D496-44FB-B41F-93F3964E13BA}"/>
                </a:ext>
              </a:extLst>
            </p:cNvPr>
            <p:cNvSpPr>
              <a:spLocks noChangeArrowheads="1"/>
            </p:cNvSpPr>
            <p:nvPr/>
          </p:nvSpPr>
          <p:spPr bwMode="auto">
            <a:xfrm>
              <a:off x="1459706" y="1177529"/>
              <a:ext cx="384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730" name="Rectangle 403">
              <a:extLst>
                <a:ext uri="{FF2B5EF4-FFF2-40B4-BE49-F238E27FC236}">
                  <a16:creationId xmlns:a16="http://schemas.microsoft.com/office/drawing/2014/main" id="{D694C83F-3081-425C-BBE0-84D837EDC39F}"/>
                </a:ext>
              </a:extLst>
            </p:cNvPr>
            <p:cNvSpPr>
              <a:spLocks noChangeArrowheads="1"/>
            </p:cNvSpPr>
            <p:nvPr/>
          </p:nvSpPr>
          <p:spPr bwMode="auto">
            <a:xfrm>
              <a:off x="1502569" y="117752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731" name="Rectangle 404">
              <a:extLst>
                <a:ext uri="{FF2B5EF4-FFF2-40B4-BE49-F238E27FC236}">
                  <a16:creationId xmlns:a16="http://schemas.microsoft.com/office/drawing/2014/main" id="{11007D61-16B1-4DD1-A0B5-990F36A89C15}"/>
                </a:ext>
              </a:extLst>
            </p:cNvPr>
            <p:cNvSpPr>
              <a:spLocks noChangeArrowheads="1"/>
            </p:cNvSpPr>
            <p:nvPr/>
          </p:nvSpPr>
          <p:spPr bwMode="auto">
            <a:xfrm>
              <a:off x="1572816" y="117752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65732" name="Rectangle 405">
              <a:extLst>
                <a:ext uri="{FF2B5EF4-FFF2-40B4-BE49-F238E27FC236}">
                  <a16:creationId xmlns:a16="http://schemas.microsoft.com/office/drawing/2014/main" id="{52EE3D9C-F76F-4194-9C75-8CF7FFF29D61}"/>
                </a:ext>
              </a:extLst>
            </p:cNvPr>
            <p:cNvSpPr>
              <a:spLocks noChangeArrowheads="1"/>
            </p:cNvSpPr>
            <p:nvPr/>
          </p:nvSpPr>
          <p:spPr bwMode="auto">
            <a:xfrm>
              <a:off x="1646635" y="1177529"/>
              <a:ext cx="25648"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65733" name="Rectangle 406">
              <a:extLst>
                <a:ext uri="{FF2B5EF4-FFF2-40B4-BE49-F238E27FC236}">
                  <a16:creationId xmlns:a16="http://schemas.microsoft.com/office/drawing/2014/main" id="{4DDF8F6F-ED8A-4530-839D-72CD4AA0B7C2}"/>
                </a:ext>
              </a:extLst>
            </p:cNvPr>
            <p:cNvSpPr>
              <a:spLocks noChangeArrowheads="1"/>
            </p:cNvSpPr>
            <p:nvPr/>
          </p:nvSpPr>
          <p:spPr bwMode="auto">
            <a:xfrm>
              <a:off x="1674019" y="1177529"/>
              <a:ext cx="57708"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s</a:t>
              </a:r>
              <a:endParaRPr lang="en-US" altLang="zh-TW" sz="1800" b="0">
                <a:latin typeface="Times New Roman" panose="02020603050405020304" pitchFamily="18" charset="0"/>
                <a:ea typeface="新細明體" panose="02020500000000000000" pitchFamily="18" charset="-120"/>
              </a:endParaRPr>
            </a:p>
          </p:txBody>
        </p:sp>
        <p:sp>
          <p:nvSpPr>
            <p:cNvPr id="65734" name="Rectangle 407">
              <a:extLst>
                <a:ext uri="{FF2B5EF4-FFF2-40B4-BE49-F238E27FC236}">
                  <a16:creationId xmlns:a16="http://schemas.microsoft.com/office/drawing/2014/main" id="{83235680-FB3E-47A7-B41A-173BD32A0005}"/>
                </a:ext>
              </a:extLst>
            </p:cNvPr>
            <p:cNvSpPr>
              <a:spLocks noChangeArrowheads="1"/>
            </p:cNvSpPr>
            <p:nvPr/>
          </p:nvSpPr>
          <p:spPr bwMode="auto">
            <a:xfrm>
              <a:off x="1740694" y="1177529"/>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t</a:t>
              </a:r>
              <a:endParaRPr lang="en-US" altLang="zh-TW" sz="1800" b="0">
                <a:latin typeface="Times New Roman" panose="02020603050405020304" pitchFamily="18" charset="0"/>
                <a:ea typeface="新細明體" panose="02020500000000000000" pitchFamily="18" charset="-120"/>
              </a:endParaRPr>
            </a:p>
          </p:txBody>
        </p:sp>
        <p:sp>
          <p:nvSpPr>
            <p:cNvPr id="65735" name="Rectangle 408">
              <a:extLst>
                <a:ext uri="{FF2B5EF4-FFF2-40B4-BE49-F238E27FC236}">
                  <a16:creationId xmlns:a16="http://schemas.microsoft.com/office/drawing/2014/main" id="{23B4C846-0641-4EEA-BAE9-0805661FC117}"/>
                </a:ext>
              </a:extLst>
            </p:cNvPr>
            <p:cNvSpPr>
              <a:spLocks noChangeArrowheads="1"/>
            </p:cNvSpPr>
            <p:nvPr/>
          </p:nvSpPr>
          <p:spPr bwMode="auto">
            <a:xfrm>
              <a:off x="1776413" y="117752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736" name="Rectangle 410">
              <a:extLst>
                <a:ext uri="{FF2B5EF4-FFF2-40B4-BE49-F238E27FC236}">
                  <a16:creationId xmlns:a16="http://schemas.microsoft.com/office/drawing/2014/main" id="{B83E7896-F3DC-4631-9FB0-00AFAA4F3C24}"/>
                </a:ext>
              </a:extLst>
            </p:cNvPr>
            <p:cNvSpPr>
              <a:spLocks noChangeArrowheads="1"/>
            </p:cNvSpPr>
            <p:nvPr/>
          </p:nvSpPr>
          <p:spPr bwMode="auto">
            <a:xfrm>
              <a:off x="1850231" y="1177529"/>
              <a:ext cx="3847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737" name="Rectangle 411">
              <a:extLst>
                <a:ext uri="{FF2B5EF4-FFF2-40B4-BE49-F238E27FC236}">
                  <a16:creationId xmlns:a16="http://schemas.microsoft.com/office/drawing/2014/main" id="{DAA8B657-7CB3-4390-9106-3624C49F7C97}"/>
                </a:ext>
              </a:extLst>
            </p:cNvPr>
            <p:cNvSpPr>
              <a:spLocks noChangeArrowheads="1"/>
            </p:cNvSpPr>
            <p:nvPr/>
          </p:nvSpPr>
          <p:spPr bwMode="auto">
            <a:xfrm>
              <a:off x="1893094" y="1177529"/>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65738" name="Rectangle 412">
              <a:extLst>
                <a:ext uri="{FF2B5EF4-FFF2-40B4-BE49-F238E27FC236}">
                  <a16:creationId xmlns:a16="http://schemas.microsoft.com/office/drawing/2014/main" id="{53510185-3AB4-4D5A-AABC-ED526D7DC64A}"/>
                </a:ext>
              </a:extLst>
            </p:cNvPr>
            <p:cNvSpPr>
              <a:spLocks noChangeArrowheads="1"/>
            </p:cNvSpPr>
            <p:nvPr/>
          </p:nvSpPr>
          <p:spPr bwMode="auto">
            <a:xfrm>
              <a:off x="1928813" y="117752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739" name="Rectangle 413">
              <a:extLst>
                <a:ext uri="{FF2B5EF4-FFF2-40B4-BE49-F238E27FC236}">
                  <a16:creationId xmlns:a16="http://schemas.microsoft.com/office/drawing/2014/main" id="{E8EC6C85-C0DE-415D-B240-7DFFA2F66A48}"/>
                </a:ext>
              </a:extLst>
            </p:cNvPr>
            <p:cNvSpPr>
              <a:spLocks noChangeArrowheads="1"/>
            </p:cNvSpPr>
            <p:nvPr/>
          </p:nvSpPr>
          <p:spPr bwMode="auto">
            <a:xfrm>
              <a:off x="1999060" y="1177529"/>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65740" name="Rectangle 414">
              <a:extLst>
                <a:ext uri="{FF2B5EF4-FFF2-40B4-BE49-F238E27FC236}">
                  <a16:creationId xmlns:a16="http://schemas.microsoft.com/office/drawing/2014/main" id="{5641EA25-EF11-4502-8702-8E2B7B071B9C}"/>
                </a:ext>
              </a:extLst>
            </p:cNvPr>
            <p:cNvSpPr>
              <a:spLocks noChangeArrowheads="1"/>
            </p:cNvSpPr>
            <p:nvPr/>
          </p:nvSpPr>
          <p:spPr bwMode="auto">
            <a:xfrm>
              <a:off x="2072879" y="1177529"/>
              <a:ext cx="3206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65741" name="Freeform 415">
              <a:extLst>
                <a:ext uri="{FF2B5EF4-FFF2-40B4-BE49-F238E27FC236}">
                  <a16:creationId xmlns:a16="http://schemas.microsoft.com/office/drawing/2014/main" id="{BD9BB3C8-2DA9-48CE-B747-E44633A4F56A}"/>
                </a:ext>
              </a:extLst>
            </p:cNvPr>
            <p:cNvSpPr>
              <a:spLocks/>
            </p:cNvSpPr>
            <p:nvPr/>
          </p:nvSpPr>
          <p:spPr bwMode="auto">
            <a:xfrm>
              <a:off x="4294585" y="1968104"/>
              <a:ext cx="292894" cy="264319"/>
            </a:xfrm>
            <a:custGeom>
              <a:avLst/>
              <a:gdLst>
                <a:gd name="T0" fmla="*/ 2147483647 w 246"/>
                <a:gd name="T1" fmla="*/ 2147483647 h 222"/>
                <a:gd name="T2" fmla="*/ 2147483647 w 246"/>
                <a:gd name="T3" fmla="*/ 0 h 222"/>
                <a:gd name="T4" fmla="*/ 0 w 246"/>
                <a:gd name="T5" fmla="*/ 0 h 222"/>
                <a:gd name="T6" fmla="*/ 0 w 246"/>
                <a:gd name="T7" fmla="*/ 2147483647 h 222"/>
                <a:gd name="T8" fmla="*/ 2147483647 w 246"/>
                <a:gd name="T9" fmla="*/ 2147483647 h 222"/>
                <a:gd name="T10" fmla="*/ 2147483647 w 246"/>
                <a:gd name="T11" fmla="*/ 2147483647 h 222"/>
                <a:gd name="T12" fmla="*/ 0 60000 65536"/>
                <a:gd name="T13" fmla="*/ 0 60000 65536"/>
                <a:gd name="T14" fmla="*/ 0 60000 65536"/>
                <a:gd name="T15" fmla="*/ 0 60000 65536"/>
                <a:gd name="T16" fmla="*/ 0 60000 65536"/>
                <a:gd name="T17" fmla="*/ 0 60000 65536"/>
                <a:gd name="T18" fmla="*/ 0 w 246"/>
                <a:gd name="T19" fmla="*/ 0 h 222"/>
                <a:gd name="T20" fmla="*/ 246 w 246"/>
                <a:gd name="T21" fmla="*/ 222 h 222"/>
              </a:gdLst>
              <a:ahLst/>
              <a:cxnLst>
                <a:cxn ang="T12">
                  <a:pos x="T0" y="T1"/>
                </a:cxn>
                <a:cxn ang="T13">
                  <a:pos x="T2" y="T3"/>
                </a:cxn>
                <a:cxn ang="T14">
                  <a:pos x="T4" y="T5"/>
                </a:cxn>
                <a:cxn ang="T15">
                  <a:pos x="T6" y="T7"/>
                </a:cxn>
                <a:cxn ang="T16">
                  <a:pos x="T8" y="T9"/>
                </a:cxn>
                <a:cxn ang="T17">
                  <a:pos x="T10" y="T11"/>
                </a:cxn>
              </a:cxnLst>
              <a:rect l="T18" t="T19" r="T20" b="T21"/>
              <a:pathLst>
                <a:path w="246" h="222">
                  <a:moveTo>
                    <a:pt x="243" y="222"/>
                  </a:moveTo>
                  <a:lnTo>
                    <a:pt x="246" y="0"/>
                  </a:lnTo>
                  <a:lnTo>
                    <a:pt x="0" y="0"/>
                  </a:lnTo>
                  <a:lnTo>
                    <a:pt x="0" y="222"/>
                  </a:lnTo>
                  <a:lnTo>
                    <a:pt x="246" y="222"/>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742" name="Rectangle 416">
              <a:extLst>
                <a:ext uri="{FF2B5EF4-FFF2-40B4-BE49-F238E27FC236}">
                  <a16:creationId xmlns:a16="http://schemas.microsoft.com/office/drawing/2014/main" id="{370193AE-B8B0-445C-91CD-042F1894950F}"/>
                </a:ext>
              </a:extLst>
            </p:cNvPr>
            <p:cNvSpPr>
              <a:spLocks noChangeArrowheads="1"/>
            </p:cNvSpPr>
            <p:nvPr/>
          </p:nvSpPr>
          <p:spPr bwMode="auto">
            <a:xfrm>
              <a:off x="4342210" y="2021682"/>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65743" name="Rectangle 417">
              <a:extLst>
                <a:ext uri="{FF2B5EF4-FFF2-40B4-BE49-F238E27FC236}">
                  <a16:creationId xmlns:a16="http://schemas.microsoft.com/office/drawing/2014/main" id="{157401E0-323E-4FA1-8450-C716C9CA68D7}"/>
                </a:ext>
              </a:extLst>
            </p:cNvPr>
            <p:cNvSpPr>
              <a:spLocks noChangeArrowheads="1"/>
            </p:cNvSpPr>
            <p:nvPr/>
          </p:nvSpPr>
          <p:spPr bwMode="auto">
            <a:xfrm>
              <a:off x="4435079" y="2021682"/>
              <a:ext cx="9618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65744" name="Line 418">
              <a:extLst>
                <a:ext uri="{FF2B5EF4-FFF2-40B4-BE49-F238E27FC236}">
                  <a16:creationId xmlns:a16="http://schemas.microsoft.com/office/drawing/2014/main" id="{CF2EFFEC-04C6-40FE-9EDF-4170C678A912}"/>
                </a:ext>
              </a:extLst>
            </p:cNvPr>
            <p:cNvSpPr>
              <a:spLocks noChangeShapeType="1"/>
            </p:cNvSpPr>
            <p:nvPr/>
          </p:nvSpPr>
          <p:spPr bwMode="auto">
            <a:xfrm>
              <a:off x="4583906" y="2099072"/>
              <a:ext cx="148829" cy="357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45" name="Rectangle 419">
              <a:extLst>
                <a:ext uri="{FF2B5EF4-FFF2-40B4-BE49-F238E27FC236}">
                  <a16:creationId xmlns:a16="http://schemas.microsoft.com/office/drawing/2014/main" id="{4606EFDF-9998-415D-8FBB-FB89A44B4D2C}"/>
                </a:ext>
              </a:extLst>
            </p:cNvPr>
            <p:cNvSpPr>
              <a:spLocks noChangeArrowheads="1"/>
            </p:cNvSpPr>
            <p:nvPr/>
          </p:nvSpPr>
          <p:spPr bwMode="auto">
            <a:xfrm>
              <a:off x="5029200" y="1975248"/>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746" name="Rectangle 420">
              <a:extLst>
                <a:ext uri="{FF2B5EF4-FFF2-40B4-BE49-F238E27FC236}">
                  <a16:creationId xmlns:a16="http://schemas.microsoft.com/office/drawing/2014/main" id="{4D4D2F8C-802C-4B87-8926-50B47F2E8DD2}"/>
                </a:ext>
              </a:extLst>
            </p:cNvPr>
            <p:cNvSpPr>
              <a:spLocks noChangeArrowheads="1"/>
            </p:cNvSpPr>
            <p:nvPr/>
          </p:nvSpPr>
          <p:spPr bwMode="auto">
            <a:xfrm>
              <a:off x="5123260" y="1975248"/>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747" name="Rectangle 421">
              <a:extLst>
                <a:ext uri="{FF2B5EF4-FFF2-40B4-BE49-F238E27FC236}">
                  <a16:creationId xmlns:a16="http://schemas.microsoft.com/office/drawing/2014/main" id="{02F87821-D950-46F8-B571-4D735BFF520A}"/>
                </a:ext>
              </a:extLst>
            </p:cNvPr>
            <p:cNvSpPr>
              <a:spLocks noChangeArrowheads="1"/>
            </p:cNvSpPr>
            <p:nvPr/>
          </p:nvSpPr>
          <p:spPr bwMode="auto">
            <a:xfrm>
              <a:off x="5197079" y="1975248"/>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65748" name="Rectangle 422">
              <a:extLst>
                <a:ext uri="{FF2B5EF4-FFF2-40B4-BE49-F238E27FC236}">
                  <a16:creationId xmlns:a16="http://schemas.microsoft.com/office/drawing/2014/main" id="{2E9CE273-F0FC-418D-92F8-E4E11458F3BD}"/>
                </a:ext>
              </a:extLst>
            </p:cNvPr>
            <p:cNvSpPr>
              <a:spLocks noChangeArrowheads="1"/>
            </p:cNvSpPr>
            <p:nvPr/>
          </p:nvSpPr>
          <p:spPr bwMode="auto">
            <a:xfrm>
              <a:off x="3638550" y="2656285"/>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749" name="Rectangle 423">
              <a:extLst>
                <a:ext uri="{FF2B5EF4-FFF2-40B4-BE49-F238E27FC236}">
                  <a16:creationId xmlns:a16="http://schemas.microsoft.com/office/drawing/2014/main" id="{D86E5438-2978-46F3-9157-D959C9C042D3}"/>
                </a:ext>
              </a:extLst>
            </p:cNvPr>
            <p:cNvSpPr>
              <a:spLocks noChangeArrowheads="1"/>
            </p:cNvSpPr>
            <p:nvPr/>
          </p:nvSpPr>
          <p:spPr bwMode="auto">
            <a:xfrm>
              <a:off x="3732610" y="2656285"/>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750" name="Rectangle 424">
              <a:extLst>
                <a:ext uri="{FF2B5EF4-FFF2-40B4-BE49-F238E27FC236}">
                  <a16:creationId xmlns:a16="http://schemas.microsoft.com/office/drawing/2014/main" id="{3EEED188-CFD3-4900-87C3-ECC2588A8763}"/>
                </a:ext>
              </a:extLst>
            </p:cNvPr>
            <p:cNvSpPr>
              <a:spLocks noChangeArrowheads="1"/>
            </p:cNvSpPr>
            <p:nvPr/>
          </p:nvSpPr>
          <p:spPr bwMode="auto">
            <a:xfrm>
              <a:off x="3802856" y="2656285"/>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65751" name="Line 425">
              <a:extLst>
                <a:ext uri="{FF2B5EF4-FFF2-40B4-BE49-F238E27FC236}">
                  <a16:creationId xmlns:a16="http://schemas.microsoft.com/office/drawing/2014/main" id="{9F013895-85C4-40F7-804B-D6364F9453A2}"/>
                </a:ext>
              </a:extLst>
            </p:cNvPr>
            <p:cNvSpPr>
              <a:spLocks noChangeShapeType="1"/>
            </p:cNvSpPr>
            <p:nvPr/>
          </p:nvSpPr>
          <p:spPr bwMode="auto">
            <a:xfrm>
              <a:off x="4146948" y="2628901"/>
              <a:ext cx="183356" cy="238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52" name="Line 426">
              <a:extLst>
                <a:ext uri="{FF2B5EF4-FFF2-40B4-BE49-F238E27FC236}">
                  <a16:creationId xmlns:a16="http://schemas.microsoft.com/office/drawing/2014/main" id="{B959DDA6-2FAA-40D5-A1B9-EFEA2DF9B8B3}"/>
                </a:ext>
              </a:extLst>
            </p:cNvPr>
            <p:cNvSpPr>
              <a:spLocks noChangeShapeType="1"/>
            </p:cNvSpPr>
            <p:nvPr/>
          </p:nvSpPr>
          <p:spPr bwMode="auto">
            <a:xfrm>
              <a:off x="4841082" y="3358754"/>
              <a:ext cx="184547" cy="119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53" name="Rectangle 427">
              <a:extLst>
                <a:ext uri="{FF2B5EF4-FFF2-40B4-BE49-F238E27FC236}">
                  <a16:creationId xmlns:a16="http://schemas.microsoft.com/office/drawing/2014/main" id="{E72379C2-4F51-4132-A7D3-CF07E2F89F6A}"/>
                </a:ext>
              </a:extLst>
            </p:cNvPr>
            <p:cNvSpPr>
              <a:spLocks noChangeArrowheads="1"/>
            </p:cNvSpPr>
            <p:nvPr/>
          </p:nvSpPr>
          <p:spPr bwMode="auto">
            <a:xfrm>
              <a:off x="5720954" y="4431507"/>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754" name="Rectangle 428">
              <a:extLst>
                <a:ext uri="{FF2B5EF4-FFF2-40B4-BE49-F238E27FC236}">
                  <a16:creationId xmlns:a16="http://schemas.microsoft.com/office/drawing/2014/main" id="{FCADFDE4-7766-49EF-9251-AA6AE2F353F0}"/>
                </a:ext>
              </a:extLst>
            </p:cNvPr>
            <p:cNvSpPr>
              <a:spLocks noChangeArrowheads="1"/>
            </p:cNvSpPr>
            <p:nvPr/>
          </p:nvSpPr>
          <p:spPr bwMode="auto">
            <a:xfrm>
              <a:off x="5818585" y="4431507"/>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755" name="Rectangle 429">
              <a:extLst>
                <a:ext uri="{FF2B5EF4-FFF2-40B4-BE49-F238E27FC236}">
                  <a16:creationId xmlns:a16="http://schemas.microsoft.com/office/drawing/2014/main" id="{8122EAD5-3DF9-473E-90AD-C04F3331826E}"/>
                </a:ext>
              </a:extLst>
            </p:cNvPr>
            <p:cNvSpPr>
              <a:spLocks noChangeArrowheads="1"/>
            </p:cNvSpPr>
            <p:nvPr/>
          </p:nvSpPr>
          <p:spPr bwMode="auto">
            <a:xfrm>
              <a:off x="5888831" y="4431507"/>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65756" name="Rectangle 430">
              <a:extLst>
                <a:ext uri="{FF2B5EF4-FFF2-40B4-BE49-F238E27FC236}">
                  <a16:creationId xmlns:a16="http://schemas.microsoft.com/office/drawing/2014/main" id="{D58D57E6-5624-4A00-A58A-2F8118275996}"/>
                </a:ext>
              </a:extLst>
            </p:cNvPr>
            <p:cNvSpPr>
              <a:spLocks noChangeArrowheads="1"/>
            </p:cNvSpPr>
            <p:nvPr/>
          </p:nvSpPr>
          <p:spPr bwMode="auto">
            <a:xfrm>
              <a:off x="5025629" y="3838576"/>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65757" name="Rectangle 431">
              <a:extLst>
                <a:ext uri="{FF2B5EF4-FFF2-40B4-BE49-F238E27FC236}">
                  <a16:creationId xmlns:a16="http://schemas.microsoft.com/office/drawing/2014/main" id="{FE7CB2E0-976B-479C-B569-351AC715D9E5}"/>
                </a:ext>
              </a:extLst>
            </p:cNvPr>
            <p:cNvSpPr>
              <a:spLocks noChangeArrowheads="1"/>
            </p:cNvSpPr>
            <p:nvPr/>
          </p:nvSpPr>
          <p:spPr bwMode="auto">
            <a:xfrm>
              <a:off x="5118497" y="3838576"/>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65758" name="Rectangle 432">
              <a:extLst>
                <a:ext uri="{FF2B5EF4-FFF2-40B4-BE49-F238E27FC236}">
                  <a16:creationId xmlns:a16="http://schemas.microsoft.com/office/drawing/2014/main" id="{228EF369-EF4E-4A12-B1D2-028D064F570F}"/>
                </a:ext>
              </a:extLst>
            </p:cNvPr>
            <p:cNvSpPr>
              <a:spLocks noChangeArrowheads="1"/>
            </p:cNvSpPr>
            <p:nvPr/>
          </p:nvSpPr>
          <p:spPr bwMode="auto">
            <a:xfrm>
              <a:off x="5193506" y="3838576"/>
              <a:ext cx="6412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65759" name="Line 433">
              <a:extLst>
                <a:ext uri="{FF2B5EF4-FFF2-40B4-BE49-F238E27FC236}">
                  <a16:creationId xmlns:a16="http://schemas.microsoft.com/office/drawing/2014/main" id="{7448B008-899E-447F-B54B-47BF31501336}"/>
                </a:ext>
              </a:extLst>
            </p:cNvPr>
            <p:cNvSpPr>
              <a:spLocks noChangeShapeType="1"/>
            </p:cNvSpPr>
            <p:nvPr/>
          </p:nvSpPr>
          <p:spPr bwMode="auto">
            <a:xfrm>
              <a:off x="6231732" y="4417219"/>
              <a:ext cx="183356" cy="119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60" name="Line 434">
              <a:extLst>
                <a:ext uri="{FF2B5EF4-FFF2-40B4-BE49-F238E27FC236}">
                  <a16:creationId xmlns:a16="http://schemas.microsoft.com/office/drawing/2014/main" id="{26CFC0FA-949E-46E3-AD14-193DC6A6EDE2}"/>
                </a:ext>
              </a:extLst>
            </p:cNvPr>
            <p:cNvSpPr>
              <a:spLocks noChangeShapeType="1"/>
            </p:cNvSpPr>
            <p:nvPr/>
          </p:nvSpPr>
          <p:spPr bwMode="auto">
            <a:xfrm flipH="1">
              <a:off x="3736182" y="2131219"/>
              <a:ext cx="1394222" cy="486966"/>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61" name="Line 435">
              <a:extLst>
                <a:ext uri="{FF2B5EF4-FFF2-40B4-BE49-F238E27FC236}">
                  <a16:creationId xmlns:a16="http://schemas.microsoft.com/office/drawing/2014/main" id="{1295FCE2-E546-41F2-A994-0B7C522DB2AE}"/>
                </a:ext>
              </a:extLst>
            </p:cNvPr>
            <p:cNvSpPr>
              <a:spLocks noChangeShapeType="1"/>
            </p:cNvSpPr>
            <p:nvPr/>
          </p:nvSpPr>
          <p:spPr bwMode="auto">
            <a:xfrm flipH="1">
              <a:off x="4419600" y="2131219"/>
              <a:ext cx="719138" cy="1069181"/>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62" name="Line 436">
              <a:extLst>
                <a:ext uri="{FF2B5EF4-FFF2-40B4-BE49-F238E27FC236}">
                  <a16:creationId xmlns:a16="http://schemas.microsoft.com/office/drawing/2014/main" id="{EB622767-1C2B-4EAA-80DB-E93D087357FB}"/>
                </a:ext>
              </a:extLst>
            </p:cNvPr>
            <p:cNvSpPr>
              <a:spLocks noChangeShapeType="1"/>
            </p:cNvSpPr>
            <p:nvPr/>
          </p:nvSpPr>
          <p:spPr bwMode="auto">
            <a:xfrm flipH="1">
              <a:off x="5135166" y="2124075"/>
              <a:ext cx="3572" cy="1683544"/>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63" name="Line 437">
              <a:extLst>
                <a:ext uri="{FF2B5EF4-FFF2-40B4-BE49-F238E27FC236}">
                  <a16:creationId xmlns:a16="http://schemas.microsoft.com/office/drawing/2014/main" id="{5ECC7BC1-C4DB-4DC1-B661-454C202236E2}"/>
                </a:ext>
              </a:extLst>
            </p:cNvPr>
            <p:cNvSpPr>
              <a:spLocks noChangeShapeType="1"/>
            </p:cNvSpPr>
            <p:nvPr/>
          </p:nvSpPr>
          <p:spPr bwMode="auto">
            <a:xfrm>
              <a:off x="5142310" y="2120504"/>
              <a:ext cx="702469" cy="2294334"/>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64" name="Freeform 438">
              <a:extLst>
                <a:ext uri="{FF2B5EF4-FFF2-40B4-BE49-F238E27FC236}">
                  <a16:creationId xmlns:a16="http://schemas.microsoft.com/office/drawing/2014/main" id="{9958F634-05D7-4D3F-A3F6-95A16F09404B}"/>
                </a:ext>
              </a:extLst>
            </p:cNvPr>
            <p:cNvSpPr>
              <a:spLocks/>
            </p:cNvSpPr>
            <p:nvPr/>
          </p:nvSpPr>
          <p:spPr bwMode="auto">
            <a:xfrm>
              <a:off x="3713560" y="2589610"/>
              <a:ext cx="58340" cy="52388"/>
            </a:xfrm>
            <a:custGeom>
              <a:avLst/>
              <a:gdLst>
                <a:gd name="T0" fmla="*/ 2147483647 w 49"/>
                <a:gd name="T1" fmla="*/ 2147483647 h 44"/>
                <a:gd name="T2" fmla="*/ 2147483647 w 49"/>
                <a:gd name="T3" fmla="*/ 2147483647 h 44"/>
                <a:gd name="T4" fmla="*/ 2147483647 w 49"/>
                <a:gd name="T5" fmla="*/ 2147483647 h 44"/>
                <a:gd name="T6" fmla="*/ 2147483647 w 49"/>
                <a:gd name="T7" fmla="*/ 2147483647 h 44"/>
                <a:gd name="T8" fmla="*/ 2147483647 w 49"/>
                <a:gd name="T9" fmla="*/ 2147483647 h 44"/>
                <a:gd name="T10" fmla="*/ 2147483647 w 49"/>
                <a:gd name="T11" fmla="*/ 2147483647 h 44"/>
                <a:gd name="T12" fmla="*/ 2147483647 w 49"/>
                <a:gd name="T13" fmla="*/ 2147483647 h 44"/>
                <a:gd name="T14" fmla="*/ 2147483647 w 49"/>
                <a:gd name="T15" fmla="*/ 2147483647 h 44"/>
                <a:gd name="T16" fmla="*/ 2147483647 w 49"/>
                <a:gd name="T17" fmla="*/ 2147483647 h 44"/>
                <a:gd name="T18" fmla="*/ 2147483647 w 49"/>
                <a:gd name="T19" fmla="*/ 2147483647 h 44"/>
                <a:gd name="T20" fmla="*/ 2147483647 w 49"/>
                <a:gd name="T21" fmla="*/ 2147483647 h 44"/>
                <a:gd name="T22" fmla="*/ 2147483647 w 49"/>
                <a:gd name="T23" fmla="*/ 2147483647 h 44"/>
                <a:gd name="T24" fmla="*/ 2147483647 w 49"/>
                <a:gd name="T25" fmla="*/ 2147483647 h 44"/>
                <a:gd name="T26" fmla="*/ 2147483647 w 49"/>
                <a:gd name="T27" fmla="*/ 2147483647 h 44"/>
                <a:gd name="T28" fmla="*/ 2147483647 w 49"/>
                <a:gd name="T29" fmla="*/ 2147483647 h 44"/>
                <a:gd name="T30" fmla="*/ 2147483647 w 49"/>
                <a:gd name="T31" fmla="*/ 2147483647 h 44"/>
                <a:gd name="T32" fmla="*/ 2147483647 w 49"/>
                <a:gd name="T33" fmla="*/ 2147483647 h 44"/>
                <a:gd name="T34" fmla="*/ 2147483647 w 49"/>
                <a:gd name="T35" fmla="*/ 0 h 44"/>
                <a:gd name="T36" fmla="*/ 2147483647 w 49"/>
                <a:gd name="T37" fmla="*/ 0 h 44"/>
                <a:gd name="T38" fmla="*/ 2147483647 w 49"/>
                <a:gd name="T39" fmla="*/ 0 h 44"/>
                <a:gd name="T40" fmla="*/ 2147483647 w 49"/>
                <a:gd name="T41" fmla="*/ 0 h 44"/>
                <a:gd name="T42" fmla="*/ 2147483647 w 49"/>
                <a:gd name="T43" fmla="*/ 0 h 44"/>
                <a:gd name="T44" fmla="*/ 2147483647 w 49"/>
                <a:gd name="T45" fmla="*/ 0 h 44"/>
                <a:gd name="T46" fmla="*/ 2147483647 w 49"/>
                <a:gd name="T47" fmla="*/ 0 h 44"/>
                <a:gd name="T48" fmla="*/ 2147483647 w 49"/>
                <a:gd name="T49" fmla="*/ 2147483647 h 44"/>
                <a:gd name="T50" fmla="*/ 2147483647 w 49"/>
                <a:gd name="T51" fmla="*/ 2147483647 h 44"/>
                <a:gd name="T52" fmla="*/ 2147483647 w 49"/>
                <a:gd name="T53" fmla="*/ 2147483647 h 44"/>
                <a:gd name="T54" fmla="*/ 2147483647 w 49"/>
                <a:gd name="T55" fmla="*/ 2147483647 h 44"/>
                <a:gd name="T56" fmla="*/ 0 w 49"/>
                <a:gd name="T57" fmla="*/ 2147483647 h 44"/>
                <a:gd name="T58" fmla="*/ 0 w 49"/>
                <a:gd name="T59" fmla="*/ 2147483647 h 44"/>
                <a:gd name="T60" fmla="*/ 0 w 49"/>
                <a:gd name="T61" fmla="*/ 2147483647 h 44"/>
                <a:gd name="T62" fmla="*/ 0 w 49"/>
                <a:gd name="T63" fmla="*/ 2147483647 h 44"/>
                <a:gd name="T64" fmla="*/ 0 w 49"/>
                <a:gd name="T65" fmla="*/ 2147483647 h 44"/>
                <a:gd name="T66" fmla="*/ 2147483647 w 49"/>
                <a:gd name="T67" fmla="*/ 2147483647 h 44"/>
                <a:gd name="T68" fmla="*/ 2147483647 w 49"/>
                <a:gd name="T69" fmla="*/ 2147483647 h 44"/>
                <a:gd name="T70" fmla="*/ 2147483647 w 49"/>
                <a:gd name="T71" fmla="*/ 2147483647 h 44"/>
                <a:gd name="T72" fmla="*/ 2147483647 w 49"/>
                <a:gd name="T73" fmla="*/ 2147483647 h 44"/>
                <a:gd name="T74" fmla="*/ 2147483647 w 49"/>
                <a:gd name="T75" fmla="*/ 2147483647 h 44"/>
                <a:gd name="T76" fmla="*/ 2147483647 w 49"/>
                <a:gd name="T77" fmla="*/ 2147483647 h 44"/>
                <a:gd name="T78" fmla="*/ 2147483647 w 49"/>
                <a:gd name="T79" fmla="*/ 2147483647 h 44"/>
                <a:gd name="T80" fmla="*/ 2147483647 w 49"/>
                <a:gd name="T81" fmla="*/ 2147483647 h 44"/>
                <a:gd name="T82" fmla="*/ 2147483647 w 49"/>
                <a:gd name="T83" fmla="*/ 2147483647 h 44"/>
                <a:gd name="T84" fmla="*/ 2147483647 w 49"/>
                <a:gd name="T85" fmla="*/ 2147483647 h 4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9"/>
                <a:gd name="T130" fmla="*/ 0 h 44"/>
                <a:gd name="T131" fmla="*/ 49 w 49"/>
                <a:gd name="T132" fmla="*/ 44 h 4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9" h="44">
                  <a:moveTo>
                    <a:pt x="22" y="41"/>
                  </a:moveTo>
                  <a:lnTo>
                    <a:pt x="29" y="41"/>
                  </a:lnTo>
                  <a:lnTo>
                    <a:pt x="32" y="41"/>
                  </a:lnTo>
                  <a:lnTo>
                    <a:pt x="36" y="41"/>
                  </a:lnTo>
                  <a:lnTo>
                    <a:pt x="39" y="38"/>
                  </a:lnTo>
                  <a:lnTo>
                    <a:pt x="42" y="35"/>
                  </a:lnTo>
                  <a:lnTo>
                    <a:pt x="45" y="33"/>
                  </a:lnTo>
                  <a:lnTo>
                    <a:pt x="45" y="30"/>
                  </a:lnTo>
                  <a:lnTo>
                    <a:pt x="49" y="27"/>
                  </a:lnTo>
                  <a:lnTo>
                    <a:pt x="49" y="24"/>
                  </a:lnTo>
                  <a:lnTo>
                    <a:pt x="49" y="21"/>
                  </a:lnTo>
                  <a:lnTo>
                    <a:pt x="49" y="18"/>
                  </a:lnTo>
                  <a:lnTo>
                    <a:pt x="49" y="15"/>
                  </a:lnTo>
                  <a:lnTo>
                    <a:pt x="45" y="12"/>
                  </a:lnTo>
                  <a:lnTo>
                    <a:pt x="45" y="9"/>
                  </a:lnTo>
                  <a:lnTo>
                    <a:pt x="42" y="6"/>
                  </a:lnTo>
                  <a:lnTo>
                    <a:pt x="39" y="3"/>
                  </a:lnTo>
                  <a:lnTo>
                    <a:pt x="36" y="0"/>
                  </a:lnTo>
                  <a:lnTo>
                    <a:pt x="32" y="0"/>
                  </a:lnTo>
                  <a:lnTo>
                    <a:pt x="29" y="0"/>
                  </a:lnTo>
                  <a:lnTo>
                    <a:pt x="22" y="0"/>
                  </a:lnTo>
                  <a:lnTo>
                    <a:pt x="19" y="0"/>
                  </a:lnTo>
                  <a:lnTo>
                    <a:pt x="16" y="0"/>
                  </a:lnTo>
                  <a:lnTo>
                    <a:pt x="13" y="0"/>
                  </a:lnTo>
                  <a:lnTo>
                    <a:pt x="9" y="3"/>
                  </a:lnTo>
                  <a:lnTo>
                    <a:pt x="6" y="6"/>
                  </a:lnTo>
                  <a:lnTo>
                    <a:pt x="3" y="9"/>
                  </a:lnTo>
                  <a:lnTo>
                    <a:pt x="3" y="12"/>
                  </a:lnTo>
                  <a:lnTo>
                    <a:pt x="0" y="15"/>
                  </a:lnTo>
                  <a:lnTo>
                    <a:pt x="0" y="18"/>
                  </a:lnTo>
                  <a:lnTo>
                    <a:pt x="0" y="21"/>
                  </a:lnTo>
                  <a:lnTo>
                    <a:pt x="0" y="24"/>
                  </a:lnTo>
                  <a:lnTo>
                    <a:pt x="0" y="27"/>
                  </a:lnTo>
                  <a:lnTo>
                    <a:pt x="3" y="30"/>
                  </a:lnTo>
                  <a:lnTo>
                    <a:pt x="3" y="33"/>
                  </a:lnTo>
                  <a:lnTo>
                    <a:pt x="6" y="35"/>
                  </a:lnTo>
                  <a:lnTo>
                    <a:pt x="9" y="38"/>
                  </a:lnTo>
                  <a:lnTo>
                    <a:pt x="13" y="41"/>
                  </a:lnTo>
                  <a:lnTo>
                    <a:pt x="16" y="41"/>
                  </a:lnTo>
                  <a:lnTo>
                    <a:pt x="19" y="41"/>
                  </a:lnTo>
                  <a:lnTo>
                    <a:pt x="22" y="44"/>
                  </a:lnTo>
                  <a:lnTo>
                    <a:pt x="22" y="41"/>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765" name="Freeform 439">
              <a:extLst>
                <a:ext uri="{FF2B5EF4-FFF2-40B4-BE49-F238E27FC236}">
                  <a16:creationId xmlns:a16="http://schemas.microsoft.com/office/drawing/2014/main" id="{95012B6C-63AF-4AAC-A357-EA4F2A128C36}"/>
                </a:ext>
              </a:extLst>
            </p:cNvPr>
            <p:cNvSpPr>
              <a:spLocks/>
            </p:cNvSpPr>
            <p:nvPr/>
          </p:nvSpPr>
          <p:spPr bwMode="auto">
            <a:xfrm>
              <a:off x="4385073" y="3178969"/>
              <a:ext cx="58340" cy="52388"/>
            </a:xfrm>
            <a:custGeom>
              <a:avLst/>
              <a:gdLst>
                <a:gd name="T0" fmla="*/ 2147483647 w 49"/>
                <a:gd name="T1" fmla="*/ 2147483647 h 44"/>
                <a:gd name="T2" fmla="*/ 2147483647 w 49"/>
                <a:gd name="T3" fmla="*/ 2147483647 h 44"/>
                <a:gd name="T4" fmla="*/ 2147483647 w 49"/>
                <a:gd name="T5" fmla="*/ 2147483647 h 44"/>
                <a:gd name="T6" fmla="*/ 2147483647 w 49"/>
                <a:gd name="T7" fmla="*/ 2147483647 h 44"/>
                <a:gd name="T8" fmla="*/ 2147483647 w 49"/>
                <a:gd name="T9" fmla="*/ 2147483647 h 44"/>
                <a:gd name="T10" fmla="*/ 2147483647 w 49"/>
                <a:gd name="T11" fmla="*/ 2147483647 h 44"/>
                <a:gd name="T12" fmla="*/ 2147483647 w 49"/>
                <a:gd name="T13" fmla="*/ 2147483647 h 44"/>
                <a:gd name="T14" fmla="*/ 2147483647 w 49"/>
                <a:gd name="T15" fmla="*/ 2147483647 h 44"/>
                <a:gd name="T16" fmla="*/ 2147483647 w 49"/>
                <a:gd name="T17" fmla="*/ 2147483647 h 44"/>
                <a:gd name="T18" fmla="*/ 2147483647 w 49"/>
                <a:gd name="T19" fmla="*/ 2147483647 h 44"/>
                <a:gd name="T20" fmla="*/ 2147483647 w 49"/>
                <a:gd name="T21" fmla="*/ 2147483647 h 44"/>
                <a:gd name="T22" fmla="*/ 2147483647 w 49"/>
                <a:gd name="T23" fmla="*/ 2147483647 h 44"/>
                <a:gd name="T24" fmla="*/ 2147483647 w 49"/>
                <a:gd name="T25" fmla="*/ 2147483647 h 44"/>
                <a:gd name="T26" fmla="*/ 2147483647 w 49"/>
                <a:gd name="T27" fmla="*/ 2147483647 h 44"/>
                <a:gd name="T28" fmla="*/ 2147483647 w 49"/>
                <a:gd name="T29" fmla="*/ 2147483647 h 44"/>
                <a:gd name="T30" fmla="*/ 2147483647 w 49"/>
                <a:gd name="T31" fmla="*/ 2147483647 h 44"/>
                <a:gd name="T32" fmla="*/ 2147483647 w 49"/>
                <a:gd name="T33" fmla="*/ 2147483647 h 44"/>
                <a:gd name="T34" fmla="*/ 2147483647 w 49"/>
                <a:gd name="T35" fmla="*/ 2147483647 h 44"/>
                <a:gd name="T36" fmla="*/ 2147483647 w 49"/>
                <a:gd name="T37" fmla="*/ 0 h 44"/>
                <a:gd name="T38" fmla="*/ 2147483647 w 49"/>
                <a:gd name="T39" fmla="*/ 0 h 44"/>
                <a:gd name="T40" fmla="*/ 2147483647 w 49"/>
                <a:gd name="T41" fmla="*/ 0 h 44"/>
                <a:gd name="T42" fmla="*/ 2147483647 w 49"/>
                <a:gd name="T43" fmla="*/ 0 h 44"/>
                <a:gd name="T44" fmla="*/ 2147483647 w 49"/>
                <a:gd name="T45" fmla="*/ 0 h 44"/>
                <a:gd name="T46" fmla="*/ 2147483647 w 49"/>
                <a:gd name="T47" fmla="*/ 2147483647 h 44"/>
                <a:gd name="T48" fmla="*/ 2147483647 w 49"/>
                <a:gd name="T49" fmla="*/ 2147483647 h 44"/>
                <a:gd name="T50" fmla="*/ 2147483647 w 49"/>
                <a:gd name="T51" fmla="*/ 2147483647 h 44"/>
                <a:gd name="T52" fmla="*/ 2147483647 w 49"/>
                <a:gd name="T53" fmla="*/ 2147483647 h 44"/>
                <a:gd name="T54" fmla="*/ 2147483647 w 49"/>
                <a:gd name="T55" fmla="*/ 2147483647 h 44"/>
                <a:gd name="T56" fmla="*/ 2147483647 w 49"/>
                <a:gd name="T57" fmla="*/ 2147483647 h 44"/>
                <a:gd name="T58" fmla="*/ 0 w 49"/>
                <a:gd name="T59" fmla="*/ 2147483647 h 44"/>
                <a:gd name="T60" fmla="*/ 0 w 49"/>
                <a:gd name="T61" fmla="*/ 2147483647 h 44"/>
                <a:gd name="T62" fmla="*/ 0 w 49"/>
                <a:gd name="T63" fmla="*/ 2147483647 h 44"/>
                <a:gd name="T64" fmla="*/ 2147483647 w 49"/>
                <a:gd name="T65" fmla="*/ 2147483647 h 44"/>
                <a:gd name="T66" fmla="*/ 2147483647 w 49"/>
                <a:gd name="T67" fmla="*/ 2147483647 h 44"/>
                <a:gd name="T68" fmla="*/ 2147483647 w 49"/>
                <a:gd name="T69" fmla="*/ 2147483647 h 44"/>
                <a:gd name="T70" fmla="*/ 2147483647 w 49"/>
                <a:gd name="T71" fmla="*/ 2147483647 h 44"/>
                <a:gd name="T72" fmla="*/ 2147483647 w 49"/>
                <a:gd name="T73" fmla="*/ 2147483647 h 44"/>
                <a:gd name="T74" fmla="*/ 2147483647 w 49"/>
                <a:gd name="T75" fmla="*/ 2147483647 h 44"/>
                <a:gd name="T76" fmla="*/ 2147483647 w 49"/>
                <a:gd name="T77" fmla="*/ 2147483647 h 44"/>
                <a:gd name="T78" fmla="*/ 2147483647 w 49"/>
                <a:gd name="T79" fmla="*/ 2147483647 h 44"/>
                <a:gd name="T80" fmla="*/ 2147483647 w 49"/>
                <a:gd name="T81" fmla="*/ 2147483647 h 44"/>
                <a:gd name="T82" fmla="*/ 2147483647 w 49"/>
                <a:gd name="T83" fmla="*/ 2147483647 h 44"/>
                <a:gd name="T84" fmla="*/ 2147483647 w 49"/>
                <a:gd name="T85" fmla="*/ 2147483647 h 4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9"/>
                <a:gd name="T130" fmla="*/ 0 h 44"/>
                <a:gd name="T131" fmla="*/ 49 w 49"/>
                <a:gd name="T132" fmla="*/ 44 h 4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9" h="44">
                  <a:moveTo>
                    <a:pt x="23" y="44"/>
                  </a:moveTo>
                  <a:lnTo>
                    <a:pt x="29" y="44"/>
                  </a:lnTo>
                  <a:lnTo>
                    <a:pt x="33" y="44"/>
                  </a:lnTo>
                  <a:lnTo>
                    <a:pt x="36" y="41"/>
                  </a:lnTo>
                  <a:lnTo>
                    <a:pt x="39" y="41"/>
                  </a:lnTo>
                  <a:lnTo>
                    <a:pt x="42" y="39"/>
                  </a:lnTo>
                  <a:lnTo>
                    <a:pt x="46" y="36"/>
                  </a:lnTo>
                  <a:lnTo>
                    <a:pt x="46" y="33"/>
                  </a:lnTo>
                  <a:lnTo>
                    <a:pt x="49" y="30"/>
                  </a:lnTo>
                  <a:lnTo>
                    <a:pt x="49" y="27"/>
                  </a:lnTo>
                  <a:lnTo>
                    <a:pt x="49" y="24"/>
                  </a:lnTo>
                  <a:lnTo>
                    <a:pt x="49" y="18"/>
                  </a:lnTo>
                  <a:lnTo>
                    <a:pt x="49" y="15"/>
                  </a:lnTo>
                  <a:lnTo>
                    <a:pt x="46" y="12"/>
                  </a:lnTo>
                  <a:lnTo>
                    <a:pt x="46" y="9"/>
                  </a:lnTo>
                  <a:lnTo>
                    <a:pt x="42" y="6"/>
                  </a:lnTo>
                  <a:lnTo>
                    <a:pt x="39" y="3"/>
                  </a:lnTo>
                  <a:lnTo>
                    <a:pt x="36" y="3"/>
                  </a:lnTo>
                  <a:lnTo>
                    <a:pt x="33" y="0"/>
                  </a:lnTo>
                  <a:lnTo>
                    <a:pt x="29" y="0"/>
                  </a:lnTo>
                  <a:lnTo>
                    <a:pt x="26" y="0"/>
                  </a:lnTo>
                  <a:lnTo>
                    <a:pt x="23" y="0"/>
                  </a:lnTo>
                  <a:lnTo>
                    <a:pt x="16" y="0"/>
                  </a:lnTo>
                  <a:lnTo>
                    <a:pt x="13" y="3"/>
                  </a:lnTo>
                  <a:lnTo>
                    <a:pt x="10" y="3"/>
                  </a:lnTo>
                  <a:lnTo>
                    <a:pt x="6" y="6"/>
                  </a:lnTo>
                  <a:lnTo>
                    <a:pt x="6" y="9"/>
                  </a:lnTo>
                  <a:lnTo>
                    <a:pt x="3" y="12"/>
                  </a:lnTo>
                  <a:lnTo>
                    <a:pt x="3" y="15"/>
                  </a:lnTo>
                  <a:lnTo>
                    <a:pt x="0" y="18"/>
                  </a:lnTo>
                  <a:lnTo>
                    <a:pt x="0" y="24"/>
                  </a:lnTo>
                  <a:lnTo>
                    <a:pt x="0" y="27"/>
                  </a:lnTo>
                  <a:lnTo>
                    <a:pt x="3" y="30"/>
                  </a:lnTo>
                  <a:lnTo>
                    <a:pt x="3" y="33"/>
                  </a:lnTo>
                  <a:lnTo>
                    <a:pt x="6" y="36"/>
                  </a:lnTo>
                  <a:lnTo>
                    <a:pt x="6" y="39"/>
                  </a:lnTo>
                  <a:lnTo>
                    <a:pt x="10" y="41"/>
                  </a:lnTo>
                  <a:lnTo>
                    <a:pt x="13" y="41"/>
                  </a:lnTo>
                  <a:lnTo>
                    <a:pt x="16" y="44"/>
                  </a:lnTo>
                  <a:lnTo>
                    <a:pt x="23" y="44"/>
                  </a:lnTo>
                  <a:lnTo>
                    <a:pt x="26" y="44"/>
                  </a:lnTo>
                  <a:lnTo>
                    <a:pt x="23" y="44"/>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766" name="Freeform 440">
              <a:extLst>
                <a:ext uri="{FF2B5EF4-FFF2-40B4-BE49-F238E27FC236}">
                  <a16:creationId xmlns:a16="http://schemas.microsoft.com/office/drawing/2014/main" id="{902711DA-60EA-44B3-8F1F-29E19CA4683E}"/>
                </a:ext>
              </a:extLst>
            </p:cNvPr>
            <p:cNvSpPr>
              <a:spLocks/>
            </p:cNvSpPr>
            <p:nvPr/>
          </p:nvSpPr>
          <p:spPr bwMode="auto">
            <a:xfrm>
              <a:off x="5107781" y="3779044"/>
              <a:ext cx="58341" cy="52388"/>
            </a:xfrm>
            <a:custGeom>
              <a:avLst/>
              <a:gdLst>
                <a:gd name="T0" fmla="*/ 2147483647 w 49"/>
                <a:gd name="T1" fmla="*/ 2147483647 h 44"/>
                <a:gd name="T2" fmla="*/ 2147483647 w 49"/>
                <a:gd name="T3" fmla="*/ 2147483647 h 44"/>
                <a:gd name="T4" fmla="*/ 2147483647 w 49"/>
                <a:gd name="T5" fmla="*/ 2147483647 h 44"/>
                <a:gd name="T6" fmla="*/ 2147483647 w 49"/>
                <a:gd name="T7" fmla="*/ 2147483647 h 44"/>
                <a:gd name="T8" fmla="*/ 2147483647 w 49"/>
                <a:gd name="T9" fmla="*/ 2147483647 h 44"/>
                <a:gd name="T10" fmla="*/ 2147483647 w 49"/>
                <a:gd name="T11" fmla="*/ 2147483647 h 44"/>
                <a:gd name="T12" fmla="*/ 2147483647 w 49"/>
                <a:gd name="T13" fmla="*/ 2147483647 h 44"/>
                <a:gd name="T14" fmla="*/ 2147483647 w 49"/>
                <a:gd name="T15" fmla="*/ 2147483647 h 44"/>
                <a:gd name="T16" fmla="*/ 2147483647 w 49"/>
                <a:gd name="T17" fmla="*/ 2147483647 h 44"/>
                <a:gd name="T18" fmla="*/ 2147483647 w 49"/>
                <a:gd name="T19" fmla="*/ 2147483647 h 44"/>
                <a:gd name="T20" fmla="*/ 2147483647 w 49"/>
                <a:gd name="T21" fmla="*/ 2147483647 h 44"/>
                <a:gd name="T22" fmla="*/ 2147483647 w 49"/>
                <a:gd name="T23" fmla="*/ 2147483647 h 44"/>
                <a:gd name="T24" fmla="*/ 2147483647 w 49"/>
                <a:gd name="T25" fmla="*/ 2147483647 h 44"/>
                <a:gd name="T26" fmla="*/ 2147483647 w 49"/>
                <a:gd name="T27" fmla="*/ 2147483647 h 44"/>
                <a:gd name="T28" fmla="*/ 2147483647 w 49"/>
                <a:gd name="T29" fmla="*/ 2147483647 h 44"/>
                <a:gd name="T30" fmla="*/ 2147483647 w 49"/>
                <a:gd name="T31" fmla="*/ 2147483647 h 44"/>
                <a:gd name="T32" fmla="*/ 2147483647 w 49"/>
                <a:gd name="T33" fmla="*/ 2147483647 h 44"/>
                <a:gd name="T34" fmla="*/ 2147483647 w 49"/>
                <a:gd name="T35" fmla="*/ 2147483647 h 44"/>
                <a:gd name="T36" fmla="*/ 2147483647 w 49"/>
                <a:gd name="T37" fmla="*/ 2147483647 h 44"/>
                <a:gd name="T38" fmla="*/ 2147483647 w 49"/>
                <a:gd name="T39" fmla="*/ 0 h 44"/>
                <a:gd name="T40" fmla="*/ 2147483647 w 49"/>
                <a:gd name="T41" fmla="*/ 0 h 44"/>
                <a:gd name="T42" fmla="*/ 2147483647 w 49"/>
                <a:gd name="T43" fmla="*/ 0 h 44"/>
                <a:gd name="T44" fmla="*/ 2147483647 w 49"/>
                <a:gd name="T45" fmla="*/ 2147483647 h 44"/>
                <a:gd name="T46" fmla="*/ 2147483647 w 49"/>
                <a:gd name="T47" fmla="*/ 2147483647 h 44"/>
                <a:gd name="T48" fmla="*/ 2147483647 w 49"/>
                <a:gd name="T49" fmla="*/ 2147483647 h 44"/>
                <a:gd name="T50" fmla="*/ 2147483647 w 49"/>
                <a:gd name="T51" fmla="*/ 2147483647 h 44"/>
                <a:gd name="T52" fmla="*/ 2147483647 w 49"/>
                <a:gd name="T53" fmla="*/ 2147483647 h 44"/>
                <a:gd name="T54" fmla="*/ 2147483647 w 49"/>
                <a:gd name="T55" fmla="*/ 2147483647 h 44"/>
                <a:gd name="T56" fmla="*/ 0 w 49"/>
                <a:gd name="T57" fmla="*/ 2147483647 h 44"/>
                <a:gd name="T58" fmla="*/ 0 w 49"/>
                <a:gd name="T59" fmla="*/ 2147483647 h 44"/>
                <a:gd name="T60" fmla="*/ 0 w 49"/>
                <a:gd name="T61" fmla="*/ 2147483647 h 44"/>
                <a:gd name="T62" fmla="*/ 0 w 49"/>
                <a:gd name="T63" fmla="*/ 2147483647 h 44"/>
                <a:gd name="T64" fmla="*/ 0 w 49"/>
                <a:gd name="T65" fmla="*/ 2147483647 h 44"/>
                <a:gd name="T66" fmla="*/ 2147483647 w 49"/>
                <a:gd name="T67" fmla="*/ 2147483647 h 44"/>
                <a:gd name="T68" fmla="*/ 2147483647 w 49"/>
                <a:gd name="T69" fmla="*/ 2147483647 h 44"/>
                <a:gd name="T70" fmla="*/ 2147483647 w 49"/>
                <a:gd name="T71" fmla="*/ 2147483647 h 44"/>
                <a:gd name="T72" fmla="*/ 2147483647 w 49"/>
                <a:gd name="T73" fmla="*/ 2147483647 h 44"/>
                <a:gd name="T74" fmla="*/ 2147483647 w 49"/>
                <a:gd name="T75" fmla="*/ 2147483647 h 44"/>
                <a:gd name="T76" fmla="*/ 2147483647 w 49"/>
                <a:gd name="T77" fmla="*/ 2147483647 h 44"/>
                <a:gd name="T78" fmla="*/ 2147483647 w 49"/>
                <a:gd name="T79" fmla="*/ 2147483647 h 44"/>
                <a:gd name="T80" fmla="*/ 2147483647 w 49"/>
                <a:gd name="T81" fmla="*/ 2147483647 h 44"/>
                <a:gd name="T82" fmla="*/ 2147483647 w 49"/>
                <a:gd name="T83" fmla="*/ 2147483647 h 4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9"/>
                <a:gd name="T127" fmla="*/ 0 h 44"/>
                <a:gd name="T128" fmla="*/ 49 w 49"/>
                <a:gd name="T129" fmla="*/ 44 h 4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9" h="44">
                  <a:moveTo>
                    <a:pt x="23" y="44"/>
                  </a:moveTo>
                  <a:lnTo>
                    <a:pt x="29" y="44"/>
                  </a:lnTo>
                  <a:lnTo>
                    <a:pt x="32" y="44"/>
                  </a:lnTo>
                  <a:lnTo>
                    <a:pt x="36" y="44"/>
                  </a:lnTo>
                  <a:lnTo>
                    <a:pt x="39" y="41"/>
                  </a:lnTo>
                  <a:lnTo>
                    <a:pt x="42" y="38"/>
                  </a:lnTo>
                  <a:lnTo>
                    <a:pt x="42" y="35"/>
                  </a:lnTo>
                  <a:lnTo>
                    <a:pt x="45" y="33"/>
                  </a:lnTo>
                  <a:lnTo>
                    <a:pt x="49" y="30"/>
                  </a:lnTo>
                  <a:lnTo>
                    <a:pt x="49" y="27"/>
                  </a:lnTo>
                  <a:lnTo>
                    <a:pt x="49" y="24"/>
                  </a:lnTo>
                  <a:lnTo>
                    <a:pt x="49" y="21"/>
                  </a:lnTo>
                  <a:lnTo>
                    <a:pt x="49" y="15"/>
                  </a:lnTo>
                  <a:lnTo>
                    <a:pt x="45" y="12"/>
                  </a:lnTo>
                  <a:lnTo>
                    <a:pt x="42" y="9"/>
                  </a:lnTo>
                  <a:lnTo>
                    <a:pt x="39" y="6"/>
                  </a:lnTo>
                  <a:lnTo>
                    <a:pt x="36" y="3"/>
                  </a:lnTo>
                  <a:lnTo>
                    <a:pt x="32" y="3"/>
                  </a:lnTo>
                  <a:lnTo>
                    <a:pt x="29" y="0"/>
                  </a:lnTo>
                  <a:lnTo>
                    <a:pt x="23" y="0"/>
                  </a:lnTo>
                  <a:lnTo>
                    <a:pt x="19" y="0"/>
                  </a:lnTo>
                  <a:lnTo>
                    <a:pt x="16" y="3"/>
                  </a:lnTo>
                  <a:lnTo>
                    <a:pt x="13" y="3"/>
                  </a:lnTo>
                  <a:lnTo>
                    <a:pt x="9" y="6"/>
                  </a:lnTo>
                  <a:lnTo>
                    <a:pt x="6" y="9"/>
                  </a:lnTo>
                  <a:lnTo>
                    <a:pt x="3" y="9"/>
                  </a:lnTo>
                  <a:lnTo>
                    <a:pt x="3" y="12"/>
                  </a:lnTo>
                  <a:lnTo>
                    <a:pt x="0" y="15"/>
                  </a:lnTo>
                  <a:lnTo>
                    <a:pt x="0" y="21"/>
                  </a:lnTo>
                  <a:lnTo>
                    <a:pt x="0" y="24"/>
                  </a:lnTo>
                  <a:lnTo>
                    <a:pt x="0" y="27"/>
                  </a:lnTo>
                  <a:lnTo>
                    <a:pt x="0" y="30"/>
                  </a:lnTo>
                  <a:lnTo>
                    <a:pt x="3" y="33"/>
                  </a:lnTo>
                  <a:lnTo>
                    <a:pt x="3" y="35"/>
                  </a:lnTo>
                  <a:lnTo>
                    <a:pt x="6" y="38"/>
                  </a:lnTo>
                  <a:lnTo>
                    <a:pt x="9" y="41"/>
                  </a:lnTo>
                  <a:lnTo>
                    <a:pt x="13" y="44"/>
                  </a:lnTo>
                  <a:lnTo>
                    <a:pt x="16" y="44"/>
                  </a:lnTo>
                  <a:lnTo>
                    <a:pt x="19" y="44"/>
                  </a:lnTo>
                  <a:lnTo>
                    <a:pt x="23" y="44"/>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767" name="Freeform 441">
              <a:extLst>
                <a:ext uri="{FF2B5EF4-FFF2-40B4-BE49-F238E27FC236}">
                  <a16:creationId xmlns:a16="http://schemas.microsoft.com/office/drawing/2014/main" id="{2AED595E-F550-4489-86CF-960B335B0923}"/>
                </a:ext>
              </a:extLst>
            </p:cNvPr>
            <p:cNvSpPr>
              <a:spLocks/>
            </p:cNvSpPr>
            <p:nvPr/>
          </p:nvSpPr>
          <p:spPr bwMode="auto">
            <a:xfrm>
              <a:off x="5813823" y="4382691"/>
              <a:ext cx="58340" cy="52388"/>
            </a:xfrm>
            <a:custGeom>
              <a:avLst/>
              <a:gdLst>
                <a:gd name="T0" fmla="*/ 2147483647 w 49"/>
                <a:gd name="T1" fmla="*/ 2147483647 h 44"/>
                <a:gd name="T2" fmla="*/ 2147483647 w 49"/>
                <a:gd name="T3" fmla="*/ 2147483647 h 44"/>
                <a:gd name="T4" fmla="*/ 2147483647 w 49"/>
                <a:gd name="T5" fmla="*/ 2147483647 h 44"/>
                <a:gd name="T6" fmla="*/ 2147483647 w 49"/>
                <a:gd name="T7" fmla="*/ 2147483647 h 44"/>
                <a:gd name="T8" fmla="*/ 2147483647 w 49"/>
                <a:gd name="T9" fmla="*/ 2147483647 h 44"/>
                <a:gd name="T10" fmla="*/ 2147483647 w 49"/>
                <a:gd name="T11" fmla="*/ 2147483647 h 44"/>
                <a:gd name="T12" fmla="*/ 2147483647 w 49"/>
                <a:gd name="T13" fmla="*/ 2147483647 h 44"/>
                <a:gd name="T14" fmla="*/ 2147483647 w 49"/>
                <a:gd name="T15" fmla="*/ 2147483647 h 44"/>
                <a:gd name="T16" fmla="*/ 2147483647 w 49"/>
                <a:gd name="T17" fmla="*/ 2147483647 h 44"/>
                <a:gd name="T18" fmla="*/ 2147483647 w 49"/>
                <a:gd name="T19" fmla="*/ 2147483647 h 44"/>
                <a:gd name="T20" fmla="*/ 2147483647 w 49"/>
                <a:gd name="T21" fmla="*/ 2147483647 h 44"/>
                <a:gd name="T22" fmla="*/ 2147483647 w 49"/>
                <a:gd name="T23" fmla="*/ 2147483647 h 44"/>
                <a:gd name="T24" fmla="*/ 2147483647 w 49"/>
                <a:gd name="T25" fmla="*/ 2147483647 h 44"/>
                <a:gd name="T26" fmla="*/ 2147483647 w 49"/>
                <a:gd name="T27" fmla="*/ 2147483647 h 44"/>
                <a:gd name="T28" fmla="*/ 2147483647 w 49"/>
                <a:gd name="T29" fmla="*/ 2147483647 h 44"/>
                <a:gd name="T30" fmla="*/ 2147483647 w 49"/>
                <a:gd name="T31" fmla="*/ 2147483647 h 44"/>
                <a:gd name="T32" fmla="*/ 2147483647 w 49"/>
                <a:gd name="T33" fmla="*/ 2147483647 h 44"/>
                <a:gd name="T34" fmla="*/ 2147483647 w 49"/>
                <a:gd name="T35" fmla="*/ 2147483647 h 44"/>
                <a:gd name="T36" fmla="*/ 2147483647 w 49"/>
                <a:gd name="T37" fmla="*/ 2147483647 h 44"/>
                <a:gd name="T38" fmla="*/ 2147483647 w 49"/>
                <a:gd name="T39" fmla="*/ 0 h 44"/>
                <a:gd name="T40" fmla="*/ 2147483647 w 49"/>
                <a:gd name="T41" fmla="*/ 0 h 44"/>
                <a:gd name="T42" fmla="*/ 2147483647 w 49"/>
                <a:gd name="T43" fmla="*/ 0 h 44"/>
                <a:gd name="T44" fmla="*/ 2147483647 w 49"/>
                <a:gd name="T45" fmla="*/ 2147483647 h 44"/>
                <a:gd name="T46" fmla="*/ 2147483647 w 49"/>
                <a:gd name="T47" fmla="*/ 2147483647 h 44"/>
                <a:gd name="T48" fmla="*/ 2147483647 w 49"/>
                <a:gd name="T49" fmla="*/ 2147483647 h 44"/>
                <a:gd name="T50" fmla="*/ 2147483647 w 49"/>
                <a:gd name="T51" fmla="*/ 2147483647 h 44"/>
                <a:gd name="T52" fmla="*/ 2147483647 w 49"/>
                <a:gd name="T53" fmla="*/ 2147483647 h 44"/>
                <a:gd name="T54" fmla="*/ 2147483647 w 49"/>
                <a:gd name="T55" fmla="*/ 2147483647 h 44"/>
                <a:gd name="T56" fmla="*/ 2147483647 w 49"/>
                <a:gd name="T57" fmla="*/ 2147483647 h 44"/>
                <a:gd name="T58" fmla="*/ 0 w 49"/>
                <a:gd name="T59" fmla="*/ 2147483647 h 44"/>
                <a:gd name="T60" fmla="*/ 0 w 49"/>
                <a:gd name="T61" fmla="*/ 2147483647 h 44"/>
                <a:gd name="T62" fmla="*/ 0 w 49"/>
                <a:gd name="T63" fmla="*/ 2147483647 h 44"/>
                <a:gd name="T64" fmla="*/ 2147483647 w 49"/>
                <a:gd name="T65" fmla="*/ 2147483647 h 44"/>
                <a:gd name="T66" fmla="*/ 2147483647 w 49"/>
                <a:gd name="T67" fmla="*/ 2147483647 h 44"/>
                <a:gd name="T68" fmla="*/ 2147483647 w 49"/>
                <a:gd name="T69" fmla="*/ 2147483647 h 44"/>
                <a:gd name="T70" fmla="*/ 2147483647 w 49"/>
                <a:gd name="T71" fmla="*/ 2147483647 h 44"/>
                <a:gd name="T72" fmla="*/ 2147483647 w 49"/>
                <a:gd name="T73" fmla="*/ 2147483647 h 44"/>
                <a:gd name="T74" fmla="*/ 2147483647 w 49"/>
                <a:gd name="T75" fmla="*/ 2147483647 h 44"/>
                <a:gd name="T76" fmla="*/ 2147483647 w 49"/>
                <a:gd name="T77" fmla="*/ 2147483647 h 44"/>
                <a:gd name="T78" fmla="*/ 2147483647 w 49"/>
                <a:gd name="T79" fmla="*/ 2147483647 h 44"/>
                <a:gd name="T80" fmla="*/ 2147483647 w 49"/>
                <a:gd name="T81" fmla="*/ 2147483647 h 44"/>
                <a:gd name="T82" fmla="*/ 2147483647 w 49"/>
                <a:gd name="T83" fmla="*/ 2147483647 h 44"/>
                <a:gd name="T84" fmla="*/ 2147483647 w 49"/>
                <a:gd name="T85" fmla="*/ 2147483647 h 4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9"/>
                <a:gd name="T130" fmla="*/ 0 h 44"/>
                <a:gd name="T131" fmla="*/ 49 w 49"/>
                <a:gd name="T132" fmla="*/ 44 h 4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9" h="44">
                  <a:moveTo>
                    <a:pt x="23" y="44"/>
                  </a:moveTo>
                  <a:lnTo>
                    <a:pt x="30" y="44"/>
                  </a:lnTo>
                  <a:lnTo>
                    <a:pt x="33" y="44"/>
                  </a:lnTo>
                  <a:lnTo>
                    <a:pt x="36" y="41"/>
                  </a:lnTo>
                  <a:lnTo>
                    <a:pt x="40" y="41"/>
                  </a:lnTo>
                  <a:lnTo>
                    <a:pt x="43" y="38"/>
                  </a:lnTo>
                  <a:lnTo>
                    <a:pt x="46" y="35"/>
                  </a:lnTo>
                  <a:lnTo>
                    <a:pt x="46" y="32"/>
                  </a:lnTo>
                  <a:lnTo>
                    <a:pt x="49" y="29"/>
                  </a:lnTo>
                  <a:lnTo>
                    <a:pt x="49" y="27"/>
                  </a:lnTo>
                  <a:lnTo>
                    <a:pt x="49" y="24"/>
                  </a:lnTo>
                  <a:lnTo>
                    <a:pt x="49" y="18"/>
                  </a:lnTo>
                  <a:lnTo>
                    <a:pt x="49" y="15"/>
                  </a:lnTo>
                  <a:lnTo>
                    <a:pt x="46" y="12"/>
                  </a:lnTo>
                  <a:lnTo>
                    <a:pt x="46" y="9"/>
                  </a:lnTo>
                  <a:lnTo>
                    <a:pt x="43" y="6"/>
                  </a:lnTo>
                  <a:lnTo>
                    <a:pt x="40" y="6"/>
                  </a:lnTo>
                  <a:lnTo>
                    <a:pt x="36" y="3"/>
                  </a:lnTo>
                  <a:lnTo>
                    <a:pt x="33" y="3"/>
                  </a:lnTo>
                  <a:lnTo>
                    <a:pt x="30" y="0"/>
                  </a:lnTo>
                  <a:lnTo>
                    <a:pt x="26" y="0"/>
                  </a:lnTo>
                  <a:lnTo>
                    <a:pt x="20" y="0"/>
                  </a:lnTo>
                  <a:lnTo>
                    <a:pt x="17" y="3"/>
                  </a:lnTo>
                  <a:lnTo>
                    <a:pt x="13" y="3"/>
                  </a:lnTo>
                  <a:lnTo>
                    <a:pt x="10" y="6"/>
                  </a:lnTo>
                  <a:lnTo>
                    <a:pt x="7" y="6"/>
                  </a:lnTo>
                  <a:lnTo>
                    <a:pt x="7" y="9"/>
                  </a:lnTo>
                  <a:lnTo>
                    <a:pt x="4" y="12"/>
                  </a:lnTo>
                  <a:lnTo>
                    <a:pt x="4" y="15"/>
                  </a:lnTo>
                  <a:lnTo>
                    <a:pt x="0" y="18"/>
                  </a:lnTo>
                  <a:lnTo>
                    <a:pt x="0" y="24"/>
                  </a:lnTo>
                  <a:lnTo>
                    <a:pt x="0" y="27"/>
                  </a:lnTo>
                  <a:lnTo>
                    <a:pt x="4" y="29"/>
                  </a:lnTo>
                  <a:lnTo>
                    <a:pt x="4" y="32"/>
                  </a:lnTo>
                  <a:lnTo>
                    <a:pt x="7" y="35"/>
                  </a:lnTo>
                  <a:lnTo>
                    <a:pt x="7" y="38"/>
                  </a:lnTo>
                  <a:lnTo>
                    <a:pt x="10" y="41"/>
                  </a:lnTo>
                  <a:lnTo>
                    <a:pt x="13" y="41"/>
                  </a:lnTo>
                  <a:lnTo>
                    <a:pt x="17" y="44"/>
                  </a:lnTo>
                  <a:lnTo>
                    <a:pt x="20" y="44"/>
                  </a:lnTo>
                  <a:lnTo>
                    <a:pt x="26" y="44"/>
                  </a:lnTo>
                  <a:lnTo>
                    <a:pt x="23" y="44"/>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768" name="Freeform 442">
              <a:extLst>
                <a:ext uri="{FF2B5EF4-FFF2-40B4-BE49-F238E27FC236}">
                  <a16:creationId xmlns:a16="http://schemas.microsoft.com/office/drawing/2014/main" id="{4D90F212-0E63-441F-882B-685A1C041475}"/>
                </a:ext>
              </a:extLst>
            </p:cNvPr>
            <p:cNvSpPr>
              <a:spLocks/>
            </p:cNvSpPr>
            <p:nvPr/>
          </p:nvSpPr>
          <p:spPr bwMode="auto">
            <a:xfrm>
              <a:off x="5114925" y="2095500"/>
              <a:ext cx="58341" cy="52388"/>
            </a:xfrm>
            <a:custGeom>
              <a:avLst/>
              <a:gdLst>
                <a:gd name="T0" fmla="*/ 2147483647 w 49"/>
                <a:gd name="T1" fmla="*/ 2147483647 h 44"/>
                <a:gd name="T2" fmla="*/ 2147483647 w 49"/>
                <a:gd name="T3" fmla="*/ 2147483647 h 44"/>
                <a:gd name="T4" fmla="*/ 2147483647 w 49"/>
                <a:gd name="T5" fmla="*/ 2147483647 h 44"/>
                <a:gd name="T6" fmla="*/ 2147483647 w 49"/>
                <a:gd name="T7" fmla="*/ 2147483647 h 44"/>
                <a:gd name="T8" fmla="*/ 2147483647 w 49"/>
                <a:gd name="T9" fmla="*/ 2147483647 h 44"/>
                <a:gd name="T10" fmla="*/ 2147483647 w 49"/>
                <a:gd name="T11" fmla="*/ 2147483647 h 44"/>
                <a:gd name="T12" fmla="*/ 2147483647 w 49"/>
                <a:gd name="T13" fmla="*/ 2147483647 h 44"/>
                <a:gd name="T14" fmla="*/ 2147483647 w 49"/>
                <a:gd name="T15" fmla="*/ 2147483647 h 44"/>
                <a:gd name="T16" fmla="*/ 2147483647 w 49"/>
                <a:gd name="T17" fmla="*/ 2147483647 h 44"/>
                <a:gd name="T18" fmla="*/ 2147483647 w 49"/>
                <a:gd name="T19" fmla="*/ 2147483647 h 44"/>
                <a:gd name="T20" fmla="*/ 2147483647 w 49"/>
                <a:gd name="T21" fmla="*/ 2147483647 h 44"/>
                <a:gd name="T22" fmla="*/ 2147483647 w 49"/>
                <a:gd name="T23" fmla="*/ 2147483647 h 44"/>
                <a:gd name="T24" fmla="*/ 2147483647 w 49"/>
                <a:gd name="T25" fmla="*/ 2147483647 h 44"/>
                <a:gd name="T26" fmla="*/ 2147483647 w 49"/>
                <a:gd name="T27" fmla="*/ 2147483647 h 44"/>
                <a:gd name="T28" fmla="*/ 2147483647 w 49"/>
                <a:gd name="T29" fmla="*/ 2147483647 h 44"/>
                <a:gd name="T30" fmla="*/ 2147483647 w 49"/>
                <a:gd name="T31" fmla="*/ 2147483647 h 44"/>
                <a:gd name="T32" fmla="*/ 2147483647 w 49"/>
                <a:gd name="T33" fmla="*/ 2147483647 h 44"/>
                <a:gd name="T34" fmla="*/ 2147483647 w 49"/>
                <a:gd name="T35" fmla="*/ 2147483647 h 44"/>
                <a:gd name="T36" fmla="*/ 2147483647 w 49"/>
                <a:gd name="T37" fmla="*/ 0 h 44"/>
                <a:gd name="T38" fmla="*/ 2147483647 w 49"/>
                <a:gd name="T39" fmla="*/ 0 h 44"/>
                <a:gd name="T40" fmla="*/ 2147483647 w 49"/>
                <a:gd name="T41" fmla="*/ 0 h 44"/>
                <a:gd name="T42" fmla="*/ 2147483647 w 49"/>
                <a:gd name="T43" fmla="*/ 0 h 44"/>
                <a:gd name="T44" fmla="*/ 2147483647 w 49"/>
                <a:gd name="T45" fmla="*/ 0 h 44"/>
                <a:gd name="T46" fmla="*/ 2147483647 w 49"/>
                <a:gd name="T47" fmla="*/ 2147483647 h 44"/>
                <a:gd name="T48" fmla="*/ 2147483647 w 49"/>
                <a:gd name="T49" fmla="*/ 2147483647 h 44"/>
                <a:gd name="T50" fmla="*/ 2147483647 w 49"/>
                <a:gd name="T51" fmla="*/ 2147483647 h 44"/>
                <a:gd name="T52" fmla="*/ 2147483647 w 49"/>
                <a:gd name="T53" fmla="*/ 2147483647 h 44"/>
                <a:gd name="T54" fmla="*/ 2147483647 w 49"/>
                <a:gd name="T55" fmla="*/ 2147483647 h 44"/>
                <a:gd name="T56" fmla="*/ 2147483647 w 49"/>
                <a:gd name="T57" fmla="*/ 2147483647 h 44"/>
                <a:gd name="T58" fmla="*/ 0 w 49"/>
                <a:gd name="T59" fmla="*/ 2147483647 h 44"/>
                <a:gd name="T60" fmla="*/ 0 w 49"/>
                <a:gd name="T61" fmla="*/ 2147483647 h 44"/>
                <a:gd name="T62" fmla="*/ 0 w 49"/>
                <a:gd name="T63" fmla="*/ 2147483647 h 44"/>
                <a:gd name="T64" fmla="*/ 2147483647 w 49"/>
                <a:gd name="T65" fmla="*/ 2147483647 h 44"/>
                <a:gd name="T66" fmla="*/ 2147483647 w 49"/>
                <a:gd name="T67" fmla="*/ 2147483647 h 44"/>
                <a:gd name="T68" fmla="*/ 2147483647 w 49"/>
                <a:gd name="T69" fmla="*/ 2147483647 h 44"/>
                <a:gd name="T70" fmla="*/ 2147483647 w 49"/>
                <a:gd name="T71" fmla="*/ 2147483647 h 44"/>
                <a:gd name="T72" fmla="*/ 2147483647 w 49"/>
                <a:gd name="T73" fmla="*/ 2147483647 h 44"/>
                <a:gd name="T74" fmla="*/ 2147483647 w 49"/>
                <a:gd name="T75" fmla="*/ 2147483647 h 44"/>
                <a:gd name="T76" fmla="*/ 2147483647 w 49"/>
                <a:gd name="T77" fmla="*/ 2147483647 h 44"/>
                <a:gd name="T78" fmla="*/ 2147483647 w 49"/>
                <a:gd name="T79" fmla="*/ 2147483647 h 44"/>
                <a:gd name="T80" fmla="*/ 2147483647 w 49"/>
                <a:gd name="T81" fmla="*/ 2147483647 h 44"/>
                <a:gd name="T82" fmla="*/ 2147483647 w 49"/>
                <a:gd name="T83" fmla="*/ 2147483647 h 44"/>
                <a:gd name="T84" fmla="*/ 2147483647 w 49"/>
                <a:gd name="T85" fmla="*/ 2147483647 h 4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9"/>
                <a:gd name="T130" fmla="*/ 0 h 44"/>
                <a:gd name="T131" fmla="*/ 49 w 49"/>
                <a:gd name="T132" fmla="*/ 44 h 4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9" h="44">
                  <a:moveTo>
                    <a:pt x="23" y="41"/>
                  </a:moveTo>
                  <a:lnTo>
                    <a:pt x="30" y="44"/>
                  </a:lnTo>
                  <a:lnTo>
                    <a:pt x="33" y="41"/>
                  </a:lnTo>
                  <a:lnTo>
                    <a:pt x="36" y="41"/>
                  </a:lnTo>
                  <a:lnTo>
                    <a:pt x="39" y="38"/>
                  </a:lnTo>
                  <a:lnTo>
                    <a:pt x="43" y="38"/>
                  </a:lnTo>
                  <a:lnTo>
                    <a:pt x="46" y="35"/>
                  </a:lnTo>
                  <a:lnTo>
                    <a:pt x="46" y="32"/>
                  </a:lnTo>
                  <a:lnTo>
                    <a:pt x="49" y="30"/>
                  </a:lnTo>
                  <a:lnTo>
                    <a:pt x="49" y="27"/>
                  </a:lnTo>
                  <a:lnTo>
                    <a:pt x="49" y="21"/>
                  </a:lnTo>
                  <a:lnTo>
                    <a:pt x="49" y="18"/>
                  </a:lnTo>
                  <a:lnTo>
                    <a:pt x="49" y="15"/>
                  </a:lnTo>
                  <a:lnTo>
                    <a:pt x="46" y="12"/>
                  </a:lnTo>
                  <a:lnTo>
                    <a:pt x="46" y="9"/>
                  </a:lnTo>
                  <a:lnTo>
                    <a:pt x="43" y="6"/>
                  </a:lnTo>
                  <a:lnTo>
                    <a:pt x="39" y="3"/>
                  </a:lnTo>
                  <a:lnTo>
                    <a:pt x="36" y="3"/>
                  </a:lnTo>
                  <a:lnTo>
                    <a:pt x="33" y="0"/>
                  </a:lnTo>
                  <a:lnTo>
                    <a:pt x="30" y="0"/>
                  </a:lnTo>
                  <a:lnTo>
                    <a:pt x="26" y="0"/>
                  </a:lnTo>
                  <a:lnTo>
                    <a:pt x="20" y="0"/>
                  </a:lnTo>
                  <a:lnTo>
                    <a:pt x="17" y="0"/>
                  </a:lnTo>
                  <a:lnTo>
                    <a:pt x="13" y="3"/>
                  </a:lnTo>
                  <a:lnTo>
                    <a:pt x="10" y="3"/>
                  </a:lnTo>
                  <a:lnTo>
                    <a:pt x="7" y="6"/>
                  </a:lnTo>
                  <a:lnTo>
                    <a:pt x="7" y="9"/>
                  </a:lnTo>
                  <a:lnTo>
                    <a:pt x="3" y="12"/>
                  </a:lnTo>
                  <a:lnTo>
                    <a:pt x="3" y="15"/>
                  </a:lnTo>
                  <a:lnTo>
                    <a:pt x="0" y="18"/>
                  </a:lnTo>
                  <a:lnTo>
                    <a:pt x="0" y="21"/>
                  </a:lnTo>
                  <a:lnTo>
                    <a:pt x="0" y="27"/>
                  </a:lnTo>
                  <a:lnTo>
                    <a:pt x="3" y="30"/>
                  </a:lnTo>
                  <a:lnTo>
                    <a:pt x="3" y="32"/>
                  </a:lnTo>
                  <a:lnTo>
                    <a:pt x="7" y="35"/>
                  </a:lnTo>
                  <a:lnTo>
                    <a:pt x="7" y="38"/>
                  </a:lnTo>
                  <a:lnTo>
                    <a:pt x="10" y="38"/>
                  </a:lnTo>
                  <a:lnTo>
                    <a:pt x="13" y="41"/>
                  </a:lnTo>
                  <a:lnTo>
                    <a:pt x="17" y="41"/>
                  </a:lnTo>
                  <a:lnTo>
                    <a:pt x="20" y="44"/>
                  </a:lnTo>
                  <a:lnTo>
                    <a:pt x="26" y="44"/>
                  </a:lnTo>
                  <a:lnTo>
                    <a:pt x="23" y="41"/>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65769" name="Line 443">
              <a:extLst>
                <a:ext uri="{FF2B5EF4-FFF2-40B4-BE49-F238E27FC236}">
                  <a16:creationId xmlns:a16="http://schemas.microsoft.com/office/drawing/2014/main" id="{B39811B3-8440-4F1C-83CF-3339FEB7A11C}"/>
                </a:ext>
              </a:extLst>
            </p:cNvPr>
            <p:cNvSpPr>
              <a:spLocks noChangeShapeType="1"/>
            </p:cNvSpPr>
            <p:nvPr/>
          </p:nvSpPr>
          <p:spPr bwMode="auto">
            <a:xfrm>
              <a:off x="5536407" y="3820717"/>
              <a:ext cx="184547" cy="119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70" name="Line 444">
              <a:extLst>
                <a:ext uri="{FF2B5EF4-FFF2-40B4-BE49-F238E27FC236}">
                  <a16:creationId xmlns:a16="http://schemas.microsoft.com/office/drawing/2014/main" id="{14D32269-122C-496D-893A-9E063C8DEF49}"/>
                </a:ext>
              </a:extLst>
            </p:cNvPr>
            <p:cNvSpPr>
              <a:spLocks noChangeShapeType="1"/>
            </p:cNvSpPr>
            <p:nvPr/>
          </p:nvSpPr>
          <p:spPr bwMode="auto">
            <a:xfrm>
              <a:off x="5536407" y="3951685"/>
              <a:ext cx="184547" cy="357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65771" name="Freeform 445">
              <a:extLst>
                <a:ext uri="{FF2B5EF4-FFF2-40B4-BE49-F238E27FC236}">
                  <a16:creationId xmlns:a16="http://schemas.microsoft.com/office/drawing/2014/main" id="{91879C4D-BE9C-4CF2-997E-AFD4B033ADEF}"/>
                </a:ext>
              </a:extLst>
            </p:cNvPr>
            <p:cNvSpPr>
              <a:spLocks/>
            </p:cNvSpPr>
            <p:nvPr/>
          </p:nvSpPr>
          <p:spPr bwMode="auto">
            <a:xfrm>
              <a:off x="4916091" y="2695575"/>
              <a:ext cx="511969" cy="201216"/>
            </a:xfrm>
            <a:custGeom>
              <a:avLst/>
              <a:gdLst>
                <a:gd name="T0" fmla="*/ 0 w 430"/>
                <a:gd name="T1" fmla="*/ 0 h 169"/>
                <a:gd name="T2" fmla="*/ 0 w 430"/>
                <a:gd name="T3" fmla="*/ 2147483647 h 169"/>
                <a:gd name="T4" fmla="*/ 2147483647 w 430"/>
                <a:gd name="T5" fmla="*/ 2147483647 h 169"/>
                <a:gd name="T6" fmla="*/ 2147483647 w 430"/>
                <a:gd name="T7" fmla="*/ 2147483647 h 169"/>
                <a:gd name="T8" fmla="*/ 2147483647 w 430"/>
                <a:gd name="T9" fmla="*/ 2147483647 h 169"/>
                <a:gd name="T10" fmla="*/ 0 60000 65536"/>
                <a:gd name="T11" fmla="*/ 0 60000 65536"/>
                <a:gd name="T12" fmla="*/ 0 60000 65536"/>
                <a:gd name="T13" fmla="*/ 0 60000 65536"/>
                <a:gd name="T14" fmla="*/ 0 60000 65536"/>
                <a:gd name="T15" fmla="*/ 0 w 430"/>
                <a:gd name="T16" fmla="*/ 0 h 169"/>
                <a:gd name="T17" fmla="*/ 430 w 430"/>
                <a:gd name="T18" fmla="*/ 169 h 169"/>
              </a:gdLst>
              <a:ahLst/>
              <a:cxnLst>
                <a:cxn ang="T10">
                  <a:pos x="T0" y="T1"/>
                </a:cxn>
                <a:cxn ang="T11">
                  <a:pos x="T2" y="T3"/>
                </a:cxn>
                <a:cxn ang="T12">
                  <a:pos x="T4" y="T5"/>
                </a:cxn>
                <a:cxn ang="T13">
                  <a:pos x="T6" y="T7"/>
                </a:cxn>
                <a:cxn ang="T14">
                  <a:pos x="T8" y="T9"/>
                </a:cxn>
              </a:cxnLst>
              <a:rect l="T15" t="T16" r="T17" b="T18"/>
              <a:pathLst>
                <a:path w="430" h="169">
                  <a:moveTo>
                    <a:pt x="0" y="0"/>
                  </a:moveTo>
                  <a:lnTo>
                    <a:pt x="0" y="169"/>
                  </a:lnTo>
                  <a:lnTo>
                    <a:pt x="370" y="169"/>
                  </a:lnTo>
                  <a:lnTo>
                    <a:pt x="370" y="56"/>
                  </a:lnTo>
                  <a:lnTo>
                    <a:pt x="430" y="56"/>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772" name="Freeform 446">
              <a:extLst>
                <a:ext uri="{FF2B5EF4-FFF2-40B4-BE49-F238E27FC236}">
                  <a16:creationId xmlns:a16="http://schemas.microsoft.com/office/drawing/2014/main" id="{09BCF303-5A52-4549-8B8B-E791ACB2D42A}"/>
                </a:ext>
              </a:extLst>
            </p:cNvPr>
            <p:cNvSpPr>
              <a:spLocks/>
            </p:cNvSpPr>
            <p:nvPr/>
          </p:nvSpPr>
          <p:spPr bwMode="auto">
            <a:xfrm>
              <a:off x="4220766" y="2099073"/>
              <a:ext cx="511969" cy="201215"/>
            </a:xfrm>
            <a:custGeom>
              <a:avLst/>
              <a:gdLst>
                <a:gd name="T0" fmla="*/ 0 w 430"/>
                <a:gd name="T1" fmla="*/ 0 h 169"/>
                <a:gd name="T2" fmla="*/ 0 w 430"/>
                <a:gd name="T3" fmla="*/ 2147483647 h 169"/>
                <a:gd name="T4" fmla="*/ 2147483647 w 430"/>
                <a:gd name="T5" fmla="*/ 2147483647 h 169"/>
                <a:gd name="T6" fmla="*/ 2147483647 w 430"/>
                <a:gd name="T7" fmla="*/ 2147483647 h 169"/>
                <a:gd name="T8" fmla="*/ 2147483647 w 430"/>
                <a:gd name="T9" fmla="*/ 2147483647 h 169"/>
                <a:gd name="T10" fmla="*/ 0 60000 65536"/>
                <a:gd name="T11" fmla="*/ 0 60000 65536"/>
                <a:gd name="T12" fmla="*/ 0 60000 65536"/>
                <a:gd name="T13" fmla="*/ 0 60000 65536"/>
                <a:gd name="T14" fmla="*/ 0 60000 65536"/>
                <a:gd name="T15" fmla="*/ 0 w 430"/>
                <a:gd name="T16" fmla="*/ 0 h 169"/>
                <a:gd name="T17" fmla="*/ 430 w 430"/>
                <a:gd name="T18" fmla="*/ 169 h 169"/>
              </a:gdLst>
              <a:ahLst/>
              <a:cxnLst>
                <a:cxn ang="T10">
                  <a:pos x="T0" y="T1"/>
                </a:cxn>
                <a:cxn ang="T11">
                  <a:pos x="T2" y="T3"/>
                </a:cxn>
                <a:cxn ang="T12">
                  <a:pos x="T4" y="T5"/>
                </a:cxn>
                <a:cxn ang="T13">
                  <a:pos x="T6" y="T7"/>
                </a:cxn>
                <a:cxn ang="T14">
                  <a:pos x="T8" y="T9"/>
                </a:cxn>
              </a:cxnLst>
              <a:rect l="T15" t="T16" r="T17" b="T18"/>
              <a:pathLst>
                <a:path w="430" h="169">
                  <a:moveTo>
                    <a:pt x="0" y="0"/>
                  </a:moveTo>
                  <a:lnTo>
                    <a:pt x="0" y="169"/>
                  </a:lnTo>
                  <a:lnTo>
                    <a:pt x="371" y="169"/>
                  </a:lnTo>
                  <a:lnTo>
                    <a:pt x="371" y="56"/>
                  </a:lnTo>
                  <a:lnTo>
                    <a:pt x="430" y="56"/>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773" name="Freeform 447">
              <a:extLst>
                <a:ext uri="{FF2B5EF4-FFF2-40B4-BE49-F238E27FC236}">
                  <a16:creationId xmlns:a16="http://schemas.microsoft.com/office/drawing/2014/main" id="{EB6C4E7B-1C9D-4AB5-B932-1262CCABB10E}"/>
                </a:ext>
              </a:extLst>
            </p:cNvPr>
            <p:cNvSpPr>
              <a:spLocks/>
            </p:cNvSpPr>
            <p:nvPr/>
          </p:nvSpPr>
          <p:spPr bwMode="auto">
            <a:xfrm>
              <a:off x="4037410" y="2431256"/>
              <a:ext cx="113109" cy="528638"/>
            </a:xfrm>
            <a:custGeom>
              <a:avLst/>
              <a:gdLst>
                <a:gd name="T0" fmla="*/ 2147483647 w 95"/>
                <a:gd name="T1" fmla="*/ 2147483647 h 444"/>
                <a:gd name="T2" fmla="*/ 2147483647 w 95"/>
                <a:gd name="T3" fmla="*/ 0 h 444"/>
                <a:gd name="T4" fmla="*/ 0 w 95"/>
                <a:gd name="T5" fmla="*/ 0 h 444"/>
                <a:gd name="T6" fmla="*/ 0 w 95"/>
                <a:gd name="T7" fmla="*/ 2147483647 h 444"/>
                <a:gd name="T8" fmla="*/ 2147483647 w 95"/>
                <a:gd name="T9" fmla="*/ 2147483647 h 444"/>
                <a:gd name="T10" fmla="*/ 2147483647 w 95"/>
                <a:gd name="T11" fmla="*/ 2147483647 h 444"/>
                <a:gd name="T12" fmla="*/ 0 60000 65536"/>
                <a:gd name="T13" fmla="*/ 0 60000 65536"/>
                <a:gd name="T14" fmla="*/ 0 60000 65536"/>
                <a:gd name="T15" fmla="*/ 0 60000 65536"/>
                <a:gd name="T16" fmla="*/ 0 60000 65536"/>
                <a:gd name="T17" fmla="*/ 0 60000 65536"/>
                <a:gd name="T18" fmla="*/ 0 w 95"/>
                <a:gd name="T19" fmla="*/ 0 h 444"/>
                <a:gd name="T20" fmla="*/ 95 w 95"/>
                <a:gd name="T21" fmla="*/ 444 h 444"/>
              </a:gdLst>
              <a:ahLst/>
              <a:cxnLst>
                <a:cxn ang="T12">
                  <a:pos x="T0" y="T1"/>
                </a:cxn>
                <a:cxn ang="T13">
                  <a:pos x="T2" y="T3"/>
                </a:cxn>
                <a:cxn ang="T14">
                  <a:pos x="T4" y="T5"/>
                </a:cxn>
                <a:cxn ang="T15">
                  <a:pos x="T6" y="T7"/>
                </a:cxn>
                <a:cxn ang="T16">
                  <a:pos x="T8" y="T9"/>
                </a:cxn>
                <a:cxn ang="T17">
                  <a:pos x="T10" y="T11"/>
                </a:cxn>
              </a:cxnLst>
              <a:rect l="T18" t="T19" r="T20" b="T21"/>
              <a:pathLst>
                <a:path w="95" h="444">
                  <a:moveTo>
                    <a:pt x="92" y="444"/>
                  </a:moveTo>
                  <a:lnTo>
                    <a:pt x="95" y="0"/>
                  </a:lnTo>
                  <a:lnTo>
                    <a:pt x="0" y="0"/>
                  </a:lnTo>
                  <a:lnTo>
                    <a:pt x="0" y="444"/>
                  </a:lnTo>
                  <a:lnTo>
                    <a:pt x="95" y="444"/>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774" name="Freeform 448">
              <a:extLst>
                <a:ext uri="{FF2B5EF4-FFF2-40B4-BE49-F238E27FC236}">
                  <a16:creationId xmlns:a16="http://schemas.microsoft.com/office/drawing/2014/main" id="{4D0C0BEC-78EC-4EB4-9965-0BE2707B89FE}"/>
                </a:ext>
              </a:extLst>
            </p:cNvPr>
            <p:cNvSpPr>
              <a:spLocks/>
            </p:cNvSpPr>
            <p:nvPr/>
          </p:nvSpPr>
          <p:spPr bwMode="auto">
            <a:xfrm>
              <a:off x="4727972" y="1837135"/>
              <a:ext cx="113109" cy="529828"/>
            </a:xfrm>
            <a:custGeom>
              <a:avLst/>
              <a:gdLst>
                <a:gd name="T0" fmla="*/ 2147483647 w 95"/>
                <a:gd name="T1" fmla="*/ 2147483647 h 445"/>
                <a:gd name="T2" fmla="*/ 2147483647 w 95"/>
                <a:gd name="T3" fmla="*/ 0 h 445"/>
                <a:gd name="T4" fmla="*/ 0 w 95"/>
                <a:gd name="T5" fmla="*/ 0 h 445"/>
                <a:gd name="T6" fmla="*/ 0 w 95"/>
                <a:gd name="T7" fmla="*/ 2147483647 h 445"/>
                <a:gd name="T8" fmla="*/ 2147483647 w 95"/>
                <a:gd name="T9" fmla="*/ 2147483647 h 445"/>
                <a:gd name="T10" fmla="*/ 2147483647 w 95"/>
                <a:gd name="T11" fmla="*/ 2147483647 h 445"/>
                <a:gd name="T12" fmla="*/ 0 60000 65536"/>
                <a:gd name="T13" fmla="*/ 0 60000 65536"/>
                <a:gd name="T14" fmla="*/ 0 60000 65536"/>
                <a:gd name="T15" fmla="*/ 0 60000 65536"/>
                <a:gd name="T16" fmla="*/ 0 60000 65536"/>
                <a:gd name="T17" fmla="*/ 0 60000 65536"/>
                <a:gd name="T18" fmla="*/ 0 w 95"/>
                <a:gd name="T19" fmla="*/ 0 h 445"/>
                <a:gd name="T20" fmla="*/ 95 w 95"/>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5" h="445">
                  <a:moveTo>
                    <a:pt x="92" y="442"/>
                  </a:moveTo>
                  <a:lnTo>
                    <a:pt x="95" y="0"/>
                  </a:lnTo>
                  <a:lnTo>
                    <a:pt x="0" y="0"/>
                  </a:lnTo>
                  <a:lnTo>
                    <a:pt x="0" y="445"/>
                  </a:lnTo>
                  <a:lnTo>
                    <a:pt x="95"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775" name="Freeform 449">
              <a:extLst>
                <a:ext uri="{FF2B5EF4-FFF2-40B4-BE49-F238E27FC236}">
                  <a16:creationId xmlns:a16="http://schemas.microsoft.com/office/drawing/2014/main" id="{922AD81A-5C5D-482D-9E7D-A7A745018780}"/>
                </a:ext>
              </a:extLst>
            </p:cNvPr>
            <p:cNvSpPr>
              <a:spLocks/>
            </p:cNvSpPr>
            <p:nvPr/>
          </p:nvSpPr>
          <p:spPr bwMode="auto">
            <a:xfrm>
              <a:off x="4727972" y="2431256"/>
              <a:ext cx="113109" cy="528638"/>
            </a:xfrm>
            <a:custGeom>
              <a:avLst/>
              <a:gdLst>
                <a:gd name="T0" fmla="*/ 2147483647 w 95"/>
                <a:gd name="T1" fmla="*/ 2147483647 h 444"/>
                <a:gd name="T2" fmla="*/ 2147483647 w 95"/>
                <a:gd name="T3" fmla="*/ 0 h 444"/>
                <a:gd name="T4" fmla="*/ 0 w 95"/>
                <a:gd name="T5" fmla="*/ 0 h 444"/>
                <a:gd name="T6" fmla="*/ 0 w 95"/>
                <a:gd name="T7" fmla="*/ 2147483647 h 444"/>
                <a:gd name="T8" fmla="*/ 2147483647 w 95"/>
                <a:gd name="T9" fmla="*/ 2147483647 h 444"/>
                <a:gd name="T10" fmla="*/ 2147483647 w 95"/>
                <a:gd name="T11" fmla="*/ 2147483647 h 444"/>
                <a:gd name="T12" fmla="*/ 0 60000 65536"/>
                <a:gd name="T13" fmla="*/ 0 60000 65536"/>
                <a:gd name="T14" fmla="*/ 0 60000 65536"/>
                <a:gd name="T15" fmla="*/ 0 60000 65536"/>
                <a:gd name="T16" fmla="*/ 0 60000 65536"/>
                <a:gd name="T17" fmla="*/ 0 60000 65536"/>
                <a:gd name="T18" fmla="*/ 0 w 95"/>
                <a:gd name="T19" fmla="*/ 0 h 444"/>
                <a:gd name="T20" fmla="*/ 95 w 95"/>
                <a:gd name="T21" fmla="*/ 444 h 444"/>
              </a:gdLst>
              <a:ahLst/>
              <a:cxnLst>
                <a:cxn ang="T12">
                  <a:pos x="T0" y="T1"/>
                </a:cxn>
                <a:cxn ang="T13">
                  <a:pos x="T2" y="T3"/>
                </a:cxn>
                <a:cxn ang="T14">
                  <a:pos x="T4" y="T5"/>
                </a:cxn>
                <a:cxn ang="T15">
                  <a:pos x="T6" y="T7"/>
                </a:cxn>
                <a:cxn ang="T16">
                  <a:pos x="T8" y="T9"/>
                </a:cxn>
                <a:cxn ang="T17">
                  <a:pos x="T10" y="T11"/>
                </a:cxn>
              </a:cxnLst>
              <a:rect l="T18" t="T19" r="T20" b="T21"/>
              <a:pathLst>
                <a:path w="95" h="444">
                  <a:moveTo>
                    <a:pt x="92" y="444"/>
                  </a:moveTo>
                  <a:lnTo>
                    <a:pt x="95" y="0"/>
                  </a:lnTo>
                  <a:lnTo>
                    <a:pt x="0" y="0"/>
                  </a:lnTo>
                  <a:lnTo>
                    <a:pt x="0" y="444"/>
                  </a:lnTo>
                  <a:lnTo>
                    <a:pt x="95" y="444"/>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776" name="Freeform 450">
              <a:extLst>
                <a:ext uri="{FF2B5EF4-FFF2-40B4-BE49-F238E27FC236}">
                  <a16:creationId xmlns:a16="http://schemas.microsoft.com/office/drawing/2014/main" id="{A7493AAA-6A88-4833-B96E-F6E513075138}"/>
                </a:ext>
              </a:extLst>
            </p:cNvPr>
            <p:cNvSpPr>
              <a:spLocks/>
            </p:cNvSpPr>
            <p:nvPr/>
          </p:nvSpPr>
          <p:spPr bwMode="auto">
            <a:xfrm>
              <a:off x="4989910" y="2564607"/>
              <a:ext cx="292894" cy="264319"/>
            </a:xfrm>
            <a:custGeom>
              <a:avLst/>
              <a:gdLst>
                <a:gd name="T0" fmla="*/ 2147483647 w 246"/>
                <a:gd name="T1" fmla="*/ 2147483647 h 222"/>
                <a:gd name="T2" fmla="*/ 2147483647 w 246"/>
                <a:gd name="T3" fmla="*/ 0 h 222"/>
                <a:gd name="T4" fmla="*/ 0 w 246"/>
                <a:gd name="T5" fmla="*/ 0 h 222"/>
                <a:gd name="T6" fmla="*/ 0 w 246"/>
                <a:gd name="T7" fmla="*/ 2147483647 h 222"/>
                <a:gd name="T8" fmla="*/ 2147483647 w 246"/>
                <a:gd name="T9" fmla="*/ 2147483647 h 222"/>
                <a:gd name="T10" fmla="*/ 2147483647 w 246"/>
                <a:gd name="T11" fmla="*/ 2147483647 h 222"/>
                <a:gd name="T12" fmla="*/ 0 60000 65536"/>
                <a:gd name="T13" fmla="*/ 0 60000 65536"/>
                <a:gd name="T14" fmla="*/ 0 60000 65536"/>
                <a:gd name="T15" fmla="*/ 0 60000 65536"/>
                <a:gd name="T16" fmla="*/ 0 60000 65536"/>
                <a:gd name="T17" fmla="*/ 0 60000 65536"/>
                <a:gd name="T18" fmla="*/ 0 w 246"/>
                <a:gd name="T19" fmla="*/ 0 h 222"/>
                <a:gd name="T20" fmla="*/ 246 w 246"/>
                <a:gd name="T21" fmla="*/ 222 h 222"/>
              </a:gdLst>
              <a:ahLst/>
              <a:cxnLst>
                <a:cxn ang="T12">
                  <a:pos x="T0" y="T1"/>
                </a:cxn>
                <a:cxn ang="T13">
                  <a:pos x="T2" y="T3"/>
                </a:cxn>
                <a:cxn ang="T14">
                  <a:pos x="T4" y="T5"/>
                </a:cxn>
                <a:cxn ang="T15">
                  <a:pos x="T6" y="T7"/>
                </a:cxn>
                <a:cxn ang="T16">
                  <a:pos x="T8" y="T9"/>
                </a:cxn>
                <a:cxn ang="T17">
                  <a:pos x="T10" y="T11"/>
                </a:cxn>
              </a:cxnLst>
              <a:rect l="T18" t="T19" r="T20" b="T21"/>
              <a:pathLst>
                <a:path w="246" h="222">
                  <a:moveTo>
                    <a:pt x="246" y="222"/>
                  </a:moveTo>
                  <a:lnTo>
                    <a:pt x="246" y="0"/>
                  </a:lnTo>
                  <a:lnTo>
                    <a:pt x="0" y="0"/>
                  </a:lnTo>
                  <a:lnTo>
                    <a:pt x="0" y="222"/>
                  </a:lnTo>
                  <a:lnTo>
                    <a:pt x="246" y="222"/>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777" name="Rectangle 451">
              <a:extLst>
                <a:ext uri="{FF2B5EF4-FFF2-40B4-BE49-F238E27FC236}">
                  <a16:creationId xmlns:a16="http://schemas.microsoft.com/office/drawing/2014/main" id="{F12A6BD1-7CA9-4605-BCD4-81246302E1FE}"/>
                </a:ext>
              </a:extLst>
            </p:cNvPr>
            <p:cNvSpPr>
              <a:spLocks noChangeArrowheads="1"/>
            </p:cNvSpPr>
            <p:nvPr/>
          </p:nvSpPr>
          <p:spPr bwMode="auto">
            <a:xfrm>
              <a:off x="5036344" y="2618185"/>
              <a:ext cx="83356"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65778" name="Rectangle 452">
              <a:extLst>
                <a:ext uri="{FF2B5EF4-FFF2-40B4-BE49-F238E27FC236}">
                  <a16:creationId xmlns:a16="http://schemas.microsoft.com/office/drawing/2014/main" id="{B92A308C-46DE-4A0E-8547-66D9F9CE7978}"/>
                </a:ext>
              </a:extLst>
            </p:cNvPr>
            <p:cNvSpPr>
              <a:spLocks noChangeArrowheads="1"/>
            </p:cNvSpPr>
            <p:nvPr/>
          </p:nvSpPr>
          <p:spPr bwMode="auto">
            <a:xfrm>
              <a:off x="5130404" y="2618185"/>
              <a:ext cx="96180"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65779" name="Freeform 453">
              <a:extLst>
                <a:ext uri="{FF2B5EF4-FFF2-40B4-BE49-F238E27FC236}">
                  <a16:creationId xmlns:a16="http://schemas.microsoft.com/office/drawing/2014/main" id="{1A5E20BD-96FB-4C99-A974-A2BD8A78E42B}"/>
                </a:ext>
              </a:extLst>
            </p:cNvPr>
            <p:cNvSpPr>
              <a:spLocks/>
            </p:cNvSpPr>
            <p:nvPr/>
          </p:nvSpPr>
          <p:spPr bwMode="auto">
            <a:xfrm>
              <a:off x="5020866" y="3026569"/>
              <a:ext cx="222647" cy="526256"/>
            </a:xfrm>
            <a:custGeom>
              <a:avLst/>
              <a:gdLst>
                <a:gd name="T0" fmla="*/ 0 w 187"/>
                <a:gd name="T1" fmla="*/ 0 h 442"/>
                <a:gd name="T2" fmla="*/ 2147483647 w 187"/>
                <a:gd name="T3" fmla="*/ 2147483647 h 442"/>
                <a:gd name="T4" fmla="*/ 2147483647 w 187"/>
                <a:gd name="T5" fmla="*/ 2147483647 h 442"/>
                <a:gd name="T6" fmla="*/ 2147483647 w 187"/>
                <a:gd name="T7" fmla="*/ 2147483647 h 442"/>
                <a:gd name="T8" fmla="*/ 2147483647 w 187"/>
                <a:gd name="T9" fmla="*/ 2147483647 h 442"/>
                <a:gd name="T10" fmla="*/ 2147483647 w 187"/>
                <a:gd name="T11" fmla="*/ 2147483647 h 442"/>
                <a:gd name="T12" fmla="*/ 2147483647 w 187"/>
                <a:gd name="T13" fmla="*/ 2147483647 h 442"/>
                <a:gd name="T14" fmla="*/ 2147483647 w 187"/>
                <a:gd name="T15" fmla="*/ 2147483647 h 442"/>
                <a:gd name="T16" fmla="*/ 2147483647 w 187"/>
                <a:gd name="T17" fmla="*/ 2147483647 h 4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442"/>
                <a:gd name="T29" fmla="*/ 187 w 187"/>
                <a:gd name="T30" fmla="*/ 442 h 4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442">
                  <a:moveTo>
                    <a:pt x="0" y="0"/>
                  </a:moveTo>
                  <a:lnTo>
                    <a:pt x="4" y="181"/>
                  </a:lnTo>
                  <a:lnTo>
                    <a:pt x="63" y="223"/>
                  </a:lnTo>
                  <a:lnTo>
                    <a:pt x="4" y="264"/>
                  </a:lnTo>
                  <a:lnTo>
                    <a:pt x="4" y="442"/>
                  </a:lnTo>
                  <a:lnTo>
                    <a:pt x="187" y="309"/>
                  </a:lnTo>
                  <a:lnTo>
                    <a:pt x="187" y="137"/>
                  </a:lnTo>
                  <a:lnTo>
                    <a:pt x="4" y="3"/>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780" name="Freeform 454">
              <a:extLst>
                <a:ext uri="{FF2B5EF4-FFF2-40B4-BE49-F238E27FC236}">
                  <a16:creationId xmlns:a16="http://schemas.microsoft.com/office/drawing/2014/main" id="{81864A28-641F-4FA3-AEE1-2F0920F3E57D}"/>
                </a:ext>
              </a:extLst>
            </p:cNvPr>
            <p:cNvSpPr>
              <a:spLocks/>
            </p:cNvSpPr>
            <p:nvPr/>
          </p:nvSpPr>
          <p:spPr bwMode="auto">
            <a:xfrm>
              <a:off x="5428060" y="3026569"/>
              <a:ext cx="113109" cy="529829"/>
            </a:xfrm>
            <a:custGeom>
              <a:avLst/>
              <a:gdLst>
                <a:gd name="T0" fmla="*/ 2147483647 w 95"/>
                <a:gd name="T1" fmla="*/ 2147483647 h 445"/>
                <a:gd name="T2" fmla="*/ 2147483647 w 95"/>
                <a:gd name="T3" fmla="*/ 0 h 445"/>
                <a:gd name="T4" fmla="*/ 0 w 95"/>
                <a:gd name="T5" fmla="*/ 0 h 445"/>
                <a:gd name="T6" fmla="*/ 0 w 95"/>
                <a:gd name="T7" fmla="*/ 2147483647 h 445"/>
                <a:gd name="T8" fmla="*/ 2147483647 w 95"/>
                <a:gd name="T9" fmla="*/ 2147483647 h 445"/>
                <a:gd name="T10" fmla="*/ 2147483647 w 95"/>
                <a:gd name="T11" fmla="*/ 2147483647 h 445"/>
                <a:gd name="T12" fmla="*/ 0 60000 65536"/>
                <a:gd name="T13" fmla="*/ 0 60000 65536"/>
                <a:gd name="T14" fmla="*/ 0 60000 65536"/>
                <a:gd name="T15" fmla="*/ 0 60000 65536"/>
                <a:gd name="T16" fmla="*/ 0 60000 65536"/>
                <a:gd name="T17" fmla="*/ 0 60000 65536"/>
                <a:gd name="T18" fmla="*/ 0 w 95"/>
                <a:gd name="T19" fmla="*/ 0 h 445"/>
                <a:gd name="T20" fmla="*/ 95 w 95"/>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5" h="445">
                  <a:moveTo>
                    <a:pt x="91" y="445"/>
                  </a:moveTo>
                  <a:lnTo>
                    <a:pt x="95" y="0"/>
                  </a:lnTo>
                  <a:lnTo>
                    <a:pt x="0" y="0"/>
                  </a:lnTo>
                  <a:lnTo>
                    <a:pt x="0" y="445"/>
                  </a:lnTo>
                  <a:lnTo>
                    <a:pt x="95"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65781" name="Freeform 455">
              <a:extLst>
                <a:ext uri="{FF2B5EF4-FFF2-40B4-BE49-F238E27FC236}">
                  <a16:creationId xmlns:a16="http://schemas.microsoft.com/office/drawing/2014/main" id="{45BBCCAF-9284-4B81-8497-F428B28FF9FF}"/>
                </a:ext>
              </a:extLst>
            </p:cNvPr>
            <p:cNvSpPr>
              <a:spLocks/>
            </p:cNvSpPr>
            <p:nvPr/>
          </p:nvSpPr>
          <p:spPr bwMode="auto">
            <a:xfrm>
              <a:off x="5720954" y="3623073"/>
              <a:ext cx="221456" cy="526256"/>
            </a:xfrm>
            <a:custGeom>
              <a:avLst/>
              <a:gdLst>
                <a:gd name="T0" fmla="*/ 0 w 186"/>
                <a:gd name="T1" fmla="*/ 0 h 442"/>
                <a:gd name="T2" fmla="*/ 0 w 186"/>
                <a:gd name="T3" fmla="*/ 2147483647 h 442"/>
                <a:gd name="T4" fmla="*/ 2147483647 w 186"/>
                <a:gd name="T5" fmla="*/ 2147483647 h 442"/>
                <a:gd name="T6" fmla="*/ 0 w 186"/>
                <a:gd name="T7" fmla="*/ 2147483647 h 442"/>
                <a:gd name="T8" fmla="*/ 0 w 186"/>
                <a:gd name="T9" fmla="*/ 2147483647 h 442"/>
                <a:gd name="T10" fmla="*/ 2147483647 w 186"/>
                <a:gd name="T11" fmla="*/ 2147483647 h 442"/>
                <a:gd name="T12" fmla="*/ 2147483647 w 186"/>
                <a:gd name="T13" fmla="*/ 2147483647 h 442"/>
                <a:gd name="T14" fmla="*/ 0 w 186"/>
                <a:gd name="T15" fmla="*/ 0 h 442"/>
                <a:gd name="T16" fmla="*/ 0 w 186"/>
                <a:gd name="T17" fmla="*/ 0 h 4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6"/>
                <a:gd name="T28" fmla="*/ 0 h 442"/>
                <a:gd name="T29" fmla="*/ 186 w 186"/>
                <a:gd name="T30" fmla="*/ 442 h 4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6" h="442">
                  <a:moveTo>
                    <a:pt x="0" y="0"/>
                  </a:moveTo>
                  <a:lnTo>
                    <a:pt x="0" y="181"/>
                  </a:lnTo>
                  <a:lnTo>
                    <a:pt x="59" y="223"/>
                  </a:lnTo>
                  <a:lnTo>
                    <a:pt x="0" y="264"/>
                  </a:lnTo>
                  <a:lnTo>
                    <a:pt x="0" y="442"/>
                  </a:lnTo>
                  <a:lnTo>
                    <a:pt x="186" y="309"/>
                  </a:lnTo>
                  <a:lnTo>
                    <a:pt x="186" y="137"/>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grpSp>
    </p:spTree>
  </p:cSld>
  <p:clrMapOvr>
    <a:masterClrMapping/>
  </p:clrMapOvr>
  <p:transition advTm="2000"/>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00080691-FABF-4133-9602-77BF99C32ADD}"/>
              </a:ext>
            </a:extLst>
          </p:cNvPr>
          <p:cNvSpPr>
            <a:spLocks noGrp="1" noChangeArrowheads="1"/>
          </p:cNvSpPr>
          <p:nvPr>
            <p:ph type="title"/>
          </p:nvPr>
        </p:nvSpPr>
        <p:spPr/>
        <p:txBody>
          <a:bodyPr/>
          <a:lstStyle/>
          <a:p>
            <a:r>
              <a:rPr lang="en-US" altLang="zh-TW" dirty="0"/>
              <a:t>Types of Data Hazards</a:t>
            </a:r>
          </a:p>
        </p:txBody>
      </p:sp>
      <p:sp>
        <p:nvSpPr>
          <p:cNvPr id="66563" name="Rectangle 3">
            <a:extLst>
              <a:ext uri="{FF2B5EF4-FFF2-40B4-BE49-F238E27FC236}">
                <a16:creationId xmlns:a16="http://schemas.microsoft.com/office/drawing/2014/main" id="{F3D2ADF8-81BA-401B-8156-86D8C17B3140}"/>
              </a:ext>
            </a:extLst>
          </p:cNvPr>
          <p:cNvSpPr>
            <a:spLocks noGrp="1" noChangeArrowheads="1"/>
          </p:cNvSpPr>
          <p:nvPr>
            <p:ph idx="1"/>
          </p:nvPr>
        </p:nvSpPr>
        <p:spPr>
          <a:xfrm>
            <a:off x="837644" y="936523"/>
            <a:ext cx="7558548" cy="3579518"/>
          </a:xfrm>
        </p:spPr>
        <p:txBody>
          <a:bodyPr/>
          <a:lstStyle/>
          <a:p>
            <a:pPr>
              <a:lnSpc>
                <a:spcPct val="80000"/>
              </a:lnSpc>
            </a:pPr>
            <a:r>
              <a:rPr lang="en-US" altLang="zh-TW" sz="2000" dirty="0">
                <a:solidFill>
                  <a:srgbClr val="FF0000"/>
                </a:solidFill>
              </a:rPr>
              <a:t>RAW (read after write) </a:t>
            </a:r>
            <a:r>
              <a:rPr lang="en-US" altLang="zh-TW" sz="2000" dirty="0"/>
              <a:t>- i2 tries to read operand before i1 writes it</a:t>
            </a:r>
          </a:p>
          <a:p>
            <a:pPr>
              <a:lnSpc>
                <a:spcPct val="80000"/>
              </a:lnSpc>
            </a:pPr>
            <a:r>
              <a:rPr lang="en-US" altLang="zh-TW" sz="2000" dirty="0">
                <a:solidFill>
                  <a:srgbClr val="FF0000"/>
                </a:solidFill>
              </a:rPr>
              <a:t>WAR (write after read)</a:t>
            </a:r>
            <a:r>
              <a:rPr lang="en-US" altLang="zh-TW" sz="2000" dirty="0">
                <a:solidFill>
                  <a:schemeClr val="accent1"/>
                </a:solidFill>
              </a:rPr>
              <a:t> - </a:t>
            </a:r>
            <a:r>
              <a:rPr lang="en-US" altLang="zh-TW" sz="2000" dirty="0"/>
              <a:t>i2 tries to write operand before i1 reads it</a:t>
            </a:r>
          </a:p>
          <a:p>
            <a:pPr lvl="1">
              <a:lnSpc>
                <a:spcPct val="80000"/>
              </a:lnSpc>
            </a:pPr>
            <a:r>
              <a:rPr lang="en-US" altLang="zh-TW" sz="1800" dirty="0"/>
              <a:t>Can not happen in MIPS 5-stage pipeline because</a:t>
            </a:r>
          </a:p>
          <a:p>
            <a:pPr lvl="2">
              <a:lnSpc>
                <a:spcPct val="80000"/>
              </a:lnSpc>
            </a:pPr>
            <a:r>
              <a:rPr lang="en-US" altLang="zh-TW" sz="1600" dirty="0"/>
              <a:t>All instructions take 5 stages, and reads are always in stage 2, and writes are always in stage 5</a:t>
            </a:r>
          </a:p>
          <a:p>
            <a:pPr>
              <a:lnSpc>
                <a:spcPct val="80000"/>
              </a:lnSpc>
            </a:pPr>
            <a:r>
              <a:rPr lang="en-US" altLang="zh-TW" sz="2000" dirty="0">
                <a:solidFill>
                  <a:srgbClr val="FF0000"/>
                </a:solidFill>
              </a:rPr>
              <a:t>WAW (write after write) </a:t>
            </a:r>
            <a:r>
              <a:rPr lang="en-US" altLang="zh-TW" sz="2000" dirty="0">
                <a:solidFill>
                  <a:schemeClr val="accent1"/>
                </a:solidFill>
              </a:rPr>
              <a:t>- </a:t>
            </a:r>
            <a:r>
              <a:rPr lang="en-US" altLang="zh-TW" sz="2000" dirty="0"/>
              <a:t>i2 tries to write operand before i1 writes it</a:t>
            </a:r>
          </a:p>
          <a:p>
            <a:pPr lvl="1">
              <a:lnSpc>
                <a:spcPct val="80000"/>
              </a:lnSpc>
            </a:pPr>
            <a:r>
              <a:rPr lang="en-US" altLang="zh-TW" sz="1800" dirty="0"/>
              <a:t>Leaves wrong result ( i1’s not i2’s); occur only  in pipelines that write in more than one stage</a:t>
            </a:r>
          </a:p>
          <a:p>
            <a:pPr lvl="1">
              <a:lnSpc>
                <a:spcPct val="80000"/>
              </a:lnSpc>
            </a:pPr>
            <a:r>
              <a:rPr lang="en-US" altLang="zh-TW" sz="1800" dirty="0"/>
              <a:t>Can not happen in MIPS 5-stage pipeline because</a:t>
            </a:r>
          </a:p>
          <a:p>
            <a:pPr lvl="2">
              <a:lnSpc>
                <a:spcPct val="80000"/>
              </a:lnSpc>
            </a:pPr>
            <a:r>
              <a:rPr lang="en-US" altLang="zh-TW" sz="1600" dirty="0"/>
              <a:t>All instructions take 5 stages, and writes are always in stage 5</a:t>
            </a:r>
          </a:p>
        </p:txBody>
      </p:sp>
      <p:sp>
        <p:nvSpPr>
          <p:cNvPr id="66564" name="投影片編號版面配置區 1">
            <a:extLst>
              <a:ext uri="{FF2B5EF4-FFF2-40B4-BE49-F238E27FC236}">
                <a16:creationId xmlns:a16="http://schemas.microsoft.com/office/drawing/2014/main" id="{E78159D9-B169-4855-901A-C39F65C7782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ACBE03C4-40AD-49BE-8267-41BA6D6B8C8C}"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62</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transition>
    <p:wipe/>
  </p:transition>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AD2140A5-7474-43E4-8F14-036A6036CF2F}"/>
              </a:ext>
            </a:extLst>
          </p:cNvPr>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r>
              <a:rPr lang="en-US" altLang="zh-TW" dirty="0">
                <a:solidFill>
                  <a:srgbClr val="002060"/>
                </a:solidFill>
              </a:rPr>
              <a:t>Pipeline Data Hazards Illustrated</a:t>
            </a:r>
          </a:p>
        </p:txBody>
      </p:sp>
      <p:sp>
        <p:nvSpPr>
          <p:cNvPr id="67590" name="投影片編號版面配置區 1">
            <a:extLst>
              <a:ext uri="{FF2B5EF4-FFF2-40B4-BE49-F238E27FC236}">
                <a16:creationId xmlns:a16="http://schemas.microsoft.com/office/drawing/2014/main" id="{CE03E6DC-2285-4206-9859-ECD629F4A61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9B11DAA3-F0DA-4FA5-A9C8-ACF5A4D654F2}"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63</a:t>
            </a:fld>
            <a:endParaRPr lang="en-US" altLang="zh-TW" sz="1050" b="0">
              <a:solidFill>
                <a:schemeClr val="bg1"/>
              </a:solidFill>
              <a:latin typeface="Arial" panose="020B0604020202020204" pitchFamily="34" charset="0"/>
              <a:ea typeface="新細明體" panose="02020500000000000000" pitchFamily="18" charset="-120"/>
            </a:endParaRPr>
          </a:p>
        </p:txBody>
      </p:sp>
      <p:grpSp>
        <p:nvGrpSpPr>
          <p:cNvPr id="67587" name="Group 62">
            <a:extLst>
              <a:ext uri="{FF2B5EF4-FFF2-40B4-BE49-F238E27FC236}">
                <a16:creationId xmlns:a16="http://schemas.microsoft.com/office/drawing/2014/main" id="{5B9B3C2E-38BB-4A46-80F6-A06B0F01A024}"/>
              </a:ext>
            </a:extLst>
          </p:cNvPr>
          <p:cNvGrpSpPr>
            <a:grpSpLocks/>
          </p:cNvGrpSpPr>
          <p:nvPr/>
        </p:nvGrpSpPr>
        <p:grpSpPr bwMode="auto">
          <a:xfrm>
            <a:off x="1295400" y="1494736"/>
            <a:ext cx="6738938" cy="1758553"/>
            <a:chOff x="368" y="2558"/>
            <a:chExt cx="5660" cy="1477"/>
          </a:xfrm>
        </p:grpSpPr>
        <p:sp>
          <p:nvSpPr>
            <p:cNvPr id="67591" name="Rectangle 10">
              <a:extLst>
                <a:ext uri="{FF2B5EF4-FFF2-40B4-BE49-F238E27FC236}">
                  <a16:creationId xmlns:a16="http://schemas.microsoft.com/office/drawing/2014/main" id="{CABF2313-3BF8-4F85-8517-35CF0A5E5E1F}"/>
                </a:ext>
              </a:extLst>
            </p:cNvPr>
            <p:cNvSpPr>
              <a:spLocks noChangeArrowheads="1"/>
            </p:cNvSpPr>
            <p:nvPr/>
          </p:nvSpPr>
          <p:spPr bwMode="auto">
            <a:xfrm>
              <a:off x="368" y="2558"/>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592" name="Rectangle 11">
              <a:extLst>
                <a:ext uri="{FF2B5EF4-FFF2-40B4-BE49-F238E27FC236}">
                  <a16:creationId xmlns:a16="http://schemas.microsoft.com/office/drawing/2014/main" id="{D34A3C13-4A85-4B91-8880-DE6DACB57AF5}"/>
                </a:ext>
              </a:extLst>
            </p:cNvPr>
            <p:cNvSpPr>
              <a:spLocks noChangeArrowheads="1"/>
            </p:cNvSpPr>
            <p:nvPr/>
          </p:nvSpPr>
          <p:spPr bwMode="auto">
            <a:xfrm>
              <a:off x="836" y="2558"/>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593" name="Rectangle 12">
              <a:extLst>
                <a:ext uri="{FF2B5EF4-FFF2-40B4-BE49-F238E27FC236}">
                  <a16:creationId xmlns:a16="http://schemas.microsoft.com/office/drawing/2014/main" id="{BFBE62EC-62D1-4B3A-86E9-8F48AC0DFC99}"/>
                </a:ext>
              </a:extLst>
            </p:cNvPr>
            <p:cNvSpPr>
              <a:spLocks noChangeArrowheads="1"/>
            </p:cNvSpPr>
            <p:nvPr/>
          </p:nvSpPr>
          <p:spPr bwMode="auto">
            <a:xfrm>
              <a:off x="1304" y="2558"/>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594" name="Rectangle 13">
              <a:extLst>
                <a:ext uri="{FF2B5EF4-FFF2-40B4-BE49-F238E27FC236}">
                  <a16:creationId xmlns:a16="http://schemas.microsoft.com/office/drawing/2014/main" id="{EA425BD2-AEA5-41BE-ADAB-6E4433F88C1A}"/>
                </a:ext>
              </a:extLst>
            </p:cNvPr>
            <p:cNvSpPr>
              <a:spLocks noChangeArrowheads="1"/>
            </p:cNvSpPr>
            <p:nvPr/>
          </p:nvSpPr>
          <p:spPr bwMode="auto">
            <a:xfrm>
              <a:off x="1772" y="2558"/>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595" name="Rectangle 14">
              <a:extLst>
                <a:ext uri="{FF2B5EF4-FFF2-40B4-BE49-F238E27FC236}">
                  <a16:creationId xmlns:a16="http://schemas.microsoft.com/office/drawing/2014/main" id="{35CA507A-AC08-4D22-8DBE-D8186DC8C576}"/>
                </a:ext>
              </a:extLst>
            </p:cNvPr>
            <p:cNvSpPr>
              <a:spLocks noChangeArrowheads="1"/>
            </p:cNvSpPr>
            <p:nvPr/>
          </p:nvSpPr>
          <p:spPr bwMode="auto">
            <a:xfrm>
              <a:off x="2245" y="2562"/>
              <a:ext cx="450" cy="22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596" name="Rectangle 15">
              <a:extLst>
                <a:ext uri="{FF2B5EF4-FFF2-40B4-BE49-F238E27FC236}">
                  <a16:creationId xmlns:a16="http://schemas.microsoft.com/office/drawing/2014/main" id="{08957097-908E-4E62-95C1-07105E3FF241}"/>
                </a:ext>
              </a:extLst>
            </p:cNvPr>
            <p:cNvSpPr>
              <a:spLocks noChangeArrowheads="1"/>
            </p:cNvSpPr>
            <p:nvPr/>
          </p:nvSpPr>
          <p:spPr bwMode="auto">
            <a:xfrm>
              <a:off x="373" y="2625"/>
              <a:ext cx="226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85000"/>
                </a:lnSpc>
                <a:spcBef>
                  <a:spcPct val="0"/>
                </a:spcBef>
                <a:buClrTx/>
                <a:buSzTx/>
                <a:buFontTx/>
                <a:buNone/>
              </a:pPr>
              <a:r>
                <a:rPr kumimoji="1" lang="zh-TW" altLang="en-US" sz="1350">
                  <a:latin typeface="Arial" panose="020B0604020202020204" pitchFamily="34" charset="0"/>
                  <a:ea typeface="新細明體" panose="02020500000000000000" pitchFamily="18" charset="-120"/>
                </a:rPr>
                <a:t>  </a:t>
              </a:r>
              <a:r>
                <a:rPr kumimoji="1" lang="en-US" altLang="zh-TW" sz="1350">
                  <a:latin typeface="Arial" panose="020B0604020202020204" pitchFamily="34" charset="0"/>
                  <a:ea typeface="新細明體" panose="02020500000000000000" pitchFamily="18" charset="-120"/>
                </a:rPr>
                <a:t>IF        ID       EX       MEM    WB</a:t>
              </a:r>
            </a:p>
          </p:txBody>
        </p:sp>
        <p:sp>
          <p:nvSpPr>
            <p:cNvPr id="67597" name="Rectangle 16">
              <a:extLst>
                <a:ext uri="{FF2B5EF4-FFF2-40B4-BE49-F238E27FC236}">
                  <a16:creationId xmlns:a16="http://schemas.microsoft.com/office/drawing/2014/main" id="{B8AA33FF-7F89-435A-BB6B-BDF505BE8DB6}"/>
                </a:ext>
              </a:extLst>
            </p:cNvPr>
            <p:cNvSpPr>
              <a:spLocks noChangeArrowheads="1"/>
            </p:cNvSpPr>
            <p:nvPr/>
          </p:nvSpPr>
          <p:spPr bwMode="auto">
            <a:xfrm>
              <a:off x="836" y="2846"/>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598" name="Rectangle 17">
              <a:extLst>
                <a:ext uri="{FF2B5EF4-FFF2-40B4-BE49-F238E27FC236}">
                  <a16:creationId xmlns:a16="http://schemas.microsoft.com/office/drawing/2014/main" id="{898966AF-7839-41B2-A13C-F0D744DE7DFD}"/>
                </a:ext>
              </a:extLst>
            </p:cNvPr>
            <p:cNvSpPr>
              <a:spLocks noChangeArrowheads="1"/>
            </p:cNvSpPr>
            <p:nvPr/>
          </p:nvSpPr>
          <p:spPr bwMode="auto">
            <a:xfrm>
              <a:off x="1304" y="2846"/>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599" name="Rectangle 18">
              <a:extLst>
                <a:ext uri="{FF2B5EF4-FFF2-40B4-BE49-F238E27FC236}">
                  <a16:creationId xmlns:a16="http://schemas.microsoft.com/office/drawing/2014/main" id="{266B79A6-9843-4609-BD54-222A383B60FD}"/>
                </a:ext>
              </a:extLst>
            </p:cNvPr>
            <p:cNvSpPr>
              <a:spLocks noChangeArrowheads="1"/>
            </p:cNvSpPr>
            <p:nvPr/>
          </p:nvSpPr>
          <p:spPr bwMode="auto">
            <a:xfrm>
              <a:off x="1772" y="2846"/>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00" name="Rectangle 19">
              <a:extLst>
                <a:ext uri="{FF2B5EF4-FFF2-40B4-BE49-F238E27FC236}">
                  <a16:creationId xmlns:a16="http://schemas.microsoft.com/office/drawing/2014/main" id="{06F54E47-8527-485A-B6D2-06030DB589F7}"/>
                </a:ext>
              </a:extLst>
            </p:cNvPr>
            <p:cNvSpPr>
              <a:spLocks noChangeArrowheads="1"/>
            </p:cNvSpPr>
            <p:nvPr/>
          </p:nvSpPr>
          <p:spPr bwMode="auto">
            <a:xfrm>
              <a:off x="2245" y="2850"/>
              <a:ext cx="1438" cy="22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01" name="Rectangle 20">
              <a:extLst>
                <a:ext uri="{FF2B5EF4-FFF2-40B4-BE49-F238E27FC236}">
                  <a16:creationId xmlns:a16="http://schemas.microsoft.com/office/drawing/2014/main" id="{A7B198F2-E947-41AC-BD91-CEDEC9ECE0B6}"/>
                </a:ext>
              </a:extLst>
            </p:cNvPr>
            <p:cNvSpPr>
              <a:spLocks noChangeArrowheads="1"/>
            </p:cNvSpPr>
            <p:nvPr/>
          </p:nvSpPr>
          <p:spPr bwMode="auto">
            <a:xfrm>
              <a:off x="3696" y="2846"/>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02" name="Rectangle 21">
              <a:extLst>
                <a:ext uri="{FF2B5EF4-FFF2-40B4-BE49-F238E27FC236}">
                  <a16:creationId xmlns:a16="http://schemas.microsoft.com/office/drawing/2014/main" id="{41C2D23B-8EEC-4AB6-9045-9FA567F04769}"/>
                </a:ext>
              </a:extLst>
            </p:cNvPr>
            <p:cNvSpPr>
              <a:spLocks noChangeArrowheads="1"/>
            </p:cNvSpPr>
            <p:nvPr/>
          </p:nvSpPr>
          <p:spPr bwMode="auto">
            <a:xfrm>
              <a:off x="1356" y="3134"/>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03" name="Rectangle 22">
              <a:extLst>
                <a:ext uri="{FF2B5EF4-FFF2-40B4-BE49-F238E27FC236}">
                  <a16:creationId xmlns:a16="http://schemas.microsoft.com/office/drawing/2014/main" id="{26FBA92D-2516-45A5-909F-6DE44C6538DA}"/>
                </a:ext>
              </a:extLst>
            </p:cNvPr>
            <p:cNvSpPr>
              <a:spLocks noChangeArrowheads="1"/>
            </p:cNvSpPr>
            <p:nvPr/>
          </p:nvSpPr>
          <p:spPr bwMode="auto">
            <a:xfrm>
              <a:off x="1824" y="3134"/>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04" name="Rectangle 23">
              <a:extLst>
                <a:ext uri="{FF2B5EF4-FFF2-40B4-BE49-F238E27FC236}">
                  <a16:creationId xmlns:a16="http://schemas.microsoft.com/office/drawing/2014/main" id="{D7F02BFD-5922-4A33-B80D-1009E57FFEF1}"/>
                </a:ext>
              </a:extLst>
            </p:cNvPr>
            <p:cNvSpPr>
              <a:spLocks noChangeArrowheads="1"/>
            </p:cNvSpPr>
            <p:nvPr/>
          </p:nvSpPr>
          <p:spPr bwMode="auto">
            <a:xfrm>
              <a:off x="2292" y="3134"/>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05" name="Rectangle 24">
              <a:extLst>
                <a:ext uri="{FF2B5EF4-FFF2-40B4-BE49-F238E27FC236}">
                  <a16:creationId xmlns:a16="http://schemas.microsoft.com/office/drawing/2014/main" id="{A05CE15D-D1DC-427F-AF77-F17B15C47230}"/>
                </a:ext>
              </a:extLst>
            </p:cNvPr>
            <p:cNvSpPr>
              <a:spLocks noChangeArrowheads="1"/>
            </p:cNvSpPr>
            <p:nvPr/>
          </p:nvSpPr>
          <p:spPr bwMode="auto">
            <a:xfrm>
              <a:off x="2760" y="3134"/>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06" name="Rectangle 25">
              <a:extLst>
                <a:ext uri="{FF2B5EF4-FFF2-40B4-BE49-F238E27FC236}">
                  <a16:creationId xmlns:a16="http://schemas.microsoft.com/office/drawing/2014/main" id="{1B0F548D-8E78-4810-A474-D3D38B4AC51D}"/>
                </a:ext>
              </a:extLst>
            </p:cNvPr>
            <p:cNvSpPr>
              <a:spLocks noChangeArrowheads="1"/>
            </p:cNvSpPr>
            <p:nvPr/>
          </p:nvSpPr>
          <p:spPr bwMode="auto">
            <a:xfrm>
              <a:off x="3233" y="3138"/>
              <a:ext cx="450" cy="22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07" name="Rectangle 26">
              <a:extLst>
                <a:ext uri="{FF2B5EF4-FFF2-40B4-BE49-F238E27FC236}">
                  <a16:creationId xmlns:a16="http://schemas.microsoft.com/office/drawing/2014/main" id="{F78A03D8-2857-48E8-B204-9B97169DD290}"/>
                </a:ext>
              </a:extLst>
            </p:cNvPr>
            <p:cNvSpPr>
              <a:spLocks noChangeArrowheads="1"/>
            </p:cNvSpPr>
            <p:nvPr/>
          </p:nvSpPr>
          <p:spPr bwMode="auto">
            <a:xfrm>
              <a:off x="1824" y="3422"/>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08" name="Rectangle 27">
              <a:extLst>
                <a:ext uri="{FF2B5EF4-FFF2-40B4-BE49-F238E27FC236}">
                  <a16:creationId xmlns:a16="http://schemas.microsoft.com/office/drawing/2014/main" id="{79BF7479-D0C2-4EB8-B571-2C1277A7DED0}"/>
                </a:ext>
              </a:extLst>
            </p:cNvPr>
            <p:cNvSpPr>
              <a:spLocks noChangeArrowheads="1"/>
            </p:cNvSpPr>
            <p:nvPr/>
          </p:nvSpPr>
          <p:spPr bwMode="auto">
            <a:xfrm>
              <a:off x="2292" y="3422"/>
              <a:ext cx="280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09" name="Rectangle 28">
              <a:extLst>
                <a:ext uri="{FF2B5EF4-FFF2-40B4-BE49-F238E27FC236}">
                  <a16:creationId xmlns:a16="http://schemas.microsoft.com/office/drawing/2014/main" id="{2346F085-C405-40B5-AE11-9FEE509F8A36}"/>
                </a:ext>
              </a:extLst>
            </p:cNvPr>
            <p:cNvSpPr>
              <a:spLocks noChangeArrowheads="1"/>
            </p:cNvSpPr>
            <p:nvPr/>
          </p:nvSpPr>
          <p:spPr bwMode="auto">
            <a:xfrm>
              <a:off x="5105" y="3422"/>
              <a:ext cx="450" cy="22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10" name="Rectangle 29">
              <a:extLst>
                <a:ext uri="{FF2B5EF4-FFF2-40B4-BE49-F238E27FC236}">
                  <a16:creationId xmlns:a16="http://schemas.microsoft.com/office/drawing/2014/main" id="{CA0ABD84-9E55-453E-AA0C-1B5EA50AEAD0}"/>
                </a:ext>
              </a:extLst>
            </p:cNvPr>
            <p:cNvSpPr>
              <a:spLocks noChangeArrowheads="1"/>
            </p:cNvSpPr>
            <p:nvPr/>
          </p:nvSpPr>
          <p:spPr bwMode="auto">
            <a:xfrm>
              <a:off x="5568" y="3422"/>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11" name="Rectangle 30">
              <a:extLst>
                <a:ext uri="{FF2B5EF4-FFF2-40B4-BE49-F238E27FC236}">
                  <a16:creationId xmlns:a16="http://schemas.microsoft.com/office/drawing/2014/main" id="{BEF48505-8108-46E1-AD87-8ADEC3AA0D2D}"/>
                </a:ext>
              </a:extLst>
            </p:cNvPr>
            <p:cNvSpPr>
              <a:spLocks noChangeArrowheads="1"/>
            </p:cNvSpPr>
            <p:nvPr/>
          </p:nvSpPr>
          <p:spPr bwMode="auto">
            <a:xfrm>
              <a:off x="1829" y="3489"/>
              <a:ext cx="4193"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85000"/>
                </a:lnSpc>
                <a:spcBef>
                  <a:spcPct val="0"/>
                </a:spcBef>
                <a:buClrTx/>
                <a:buSzTx/>
                <a:buFontTx/>
                <a:buNone/>
              </a:pPr>
              <a:r>
                <a:rPr kumimoji="1" lang="zh-TW" altLang="en-US" sz="1350">
                  <a:latin typeface="Arial" panose="020B0604020202020204" pitchFamily="34" charset="0"/>
                  <a:ea typeface="新細明體" panose="02020500000000000000" pitchFamily="18" charset="-120"/>
                </a:rPr>
                <a:t>  </a:t>
              </a:r>
              <a:r>
                <a:rPr kumimoji="1" lang="en-US" altLang="zh-TW" sz="1350">
                  <a:latin typeface="Arial" panose="020B0604020202020204" pitchFamily="34" charset="0"/>
                  <a:ea typeface="新細明體" panose="02020500000000000000" pitchFamily="18" charset="-120"/>
                </a:rPr>
                <a:t>IF                       ID                                                    EX     Mem</a:t>
              </a:r>
            </a:p>
          </p:txBody>
        </p:sp>
        <p:sp>
          <p:nvSpPr>
            <p:cNvPr id="67612" name="Line 31">
              <a:extLst>
                <a:ext uri="{FF2B5EF4-FFF2-40B4-BE49-F238E27FC236}">
                  <a16:creationId xmlns:a16="http://schemas.microsoft.com/office/drawing/2014/main" id="{69477DC7-B3E7-46F6-A928-073488A2CC1B}"/>
                </a:ext>
              </a:extLst>
            </p:cNvPr>
            <p:cNvSpPr>
              <a:spLocks noChangeShapeType="1"/>
            </p:cNvSpPr>
            <p:nvPr/>
          </p:nvSpPr>
          <p:spPr bwMode="auto">
            <a:xfrm flipH="1">
              <a:off x="1625" y="2769"/>
              <a:ext cx="780" cy="192"/>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7613" name="Rectangle 32">
              <a:extLst>
                <a:ext uri="{FF2B5EF4-FFF2-40B4-BE49-F238E27FC236}">
                  <a16:creationId xmlns:a16="http://schemas.microsoft.com/office/drawing/2014/main" id="{716493F6-89CE-4EDD-A004-D1C03942569A}"/>
                </a:ext>
              </a:extLst>
            </p:cNvPr>
            <p:cNvSpPr>
              <a:spLocks noChangeArrowheads="1"/>
            </p:cNvSpPr>
            <p:nvPr/>
          </p:nvSpPr>
          <p:spPr bwMode="auto">
            <a:xfrm>
              <a:off x="2765" y="2625"/>
              <a:ext cx="2480"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85000"/>
                </a:lnSpc>
                <a:spcBef>
                  <a:spcPct val="0"/>
                </a:spcBef>
                <a:buClrTx/>
                <a:buSzTx/>
                <a:buFontTx/>
                <a:buNone/>
              </a:pPr>
              <a:r>
                <a:rPr kumimoji="1" lang="en-US" altLang="zh-TW" sz="1350" i="1">
                  <a:solidFill>
                    <a:srgbClr val="FF0000"/>
                  </a:solidFill>
                  <a:latin typeface="Arial" panose="020B0604020202020204" pitchFamily="34" charset="0"/>
                  <a:ea typeface="新細明體" panose="02020500000000000000" pitchFamily="18" charset="-120"/>
                </a:rPr>
                <a:t>RAW (read after write) Data Hazard</a:t>
              </a:r>
            </a:p>
          </p:txBody>
        </p:sp>
        <p:sp>
          <p:nvSpPr>
            <p:cNvPr id="67614" name="Line 33">
              <a:extLst>
                <a:ext uri="{FF2B5EF4-FFF2-40B4-BE49-F238E27FC236}">
                  <a16:creationId xmlns:a16="http://schemas.microsoft.com/office/drawing/2014/main" id="{7ECFEA86-8001-4E66-8E35-A15CDA8AD749}"/>
                </a:ext>
              </a:extLst>
            </p:cNvPr>
            <p:cNvSpPr>
              <a:spLocks noChangeShapeType="1"/>
            </p:cNvSpPr>
            <p:nvPr/>
          </p:nvSpPr>
          <p:spPr bwMode="auto">
            <a:xfrm flipH="1">
              <a:off x="3588" y="2986"/>
              <a:ext cx="312" cy="240"/>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7615" name="Rectangle 34">
              <a:extLst>
                <a:ext uri="{FF2B5EF4-FFF2-40B4-BE49-F238E27FC236}">
                  <a16:creationId xmlns:a16="http://schemas.microsoft.com/office/drawing/2014/main" id="{F9751DD2-DA6D-4CE4-9402-9AF6CB77923D}"/>
                </a:ext>
              </a:extLst>
            </p:cNvPr>
            <p:cNvSpPr>
              <a:spLocks noChangeArrowheads="1"/>
            </p:cNvSpPr>
            <p:nvPr/>
          </p:nvSpPr>
          <p:spPr bwMode="auto">
            <a:xfrm>
              <a:off x="4169" y="2961"/>
              <a:ext cx="1333"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85000"/>
                </a:lnSpc>
                <a:spcBef>
                  <a:spcPct val="0"/>
                </a:spcBef>
                <a:buClrTx/>
                <a:buSzTx/>
                <a:buFontTx/>
                <a:buNone/>
              </a:pPr>
              <a:r>
                <a:rPr kumimoji="1" lang="en-US" altLang="zh-TW" sz="1350" i="1" dirty="0">
                  <a:solidFill>
                    <a:srgbClr val="FF0000"/>
                  </a:solidFill>
                  <a:latin typeface="Arial" panose="020B0604020202020204" pitchFamily="34" charset="0"/>
                  <a:ea typeface="新細明體" panose="02020500000000000000" pitchFamily="18" charset="-120"/>
                </a:rPr>
                <a:t>WAW Data Hazard</a:t>
              </a:r>
              <a:br>
                <a:rPr kumimoji="1" lang="en-US" altLang="zh-TW" sz="1350" i="1" dirty="0">
                  <a:solidFill>
                    <a:srgbClr val="FF0000"/>
                  </a:solidFill>
                  <a:latin typeface="Arial" panose="020B0604020202020204" pitchFamily="34" charset="0"/>
                  <a:ea typeface="新細明體" panose="02020500000000000000" pitchFamily="18" charset="-120"/>
                </a:rPr>
              </a:br>
              <a:r>
                <a:rPr kumimoji="1" lang="en-US" altLang="zh-TW" sz="1350" i="1" dirty="0">
                  <a:solidFill>
                    <a:srgbClr val="FF0000"/>
                  </a:solidFill>
                  <a:latin typeface="Arial" panose="020B0604020202020204" pitchFamily="34" charset="0"/>
                  <a:ea typeface="新細明體" panose="02020500000000000000" pitchFamily="18" charset="-120"/>
                </a:rPr>
                <a:t> (write after write) </a:t>
              </a:r>
            </a:p>
          </p:txBody>
        </p:sp>
        <p:sp>
          <p:nvSpPr>
            <p:cNvPr id="67616" name="Rectangle 35">
              <a:extLst>
                <a:ext uri="{FF2B5EF4-FFF2-40B4-BE49-F238E27FC236}">
                  <a16:creationId xmlns:a16="http://schemas.microsoft.com/office/drawing/2014/main" id="{08C55D5B-954D-446D-A086-319C35EBFA7F}"/>
                </a:ext>
              </a:extLst>
            </p:cNvPr>
            <p:cNvSpPr>
              <a:spLocks noChangeArrowheads="1"/>
            </p:cNvSpPr>
            <p:nvPr/>
          </p:nvSpPr>
          <p:spPr bwMode="auto">
            <a:xfrm>
              <a:off x="2292" y="3710"/>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17" name="Rectangle 36">
              <a:extLst>
                <a:ext uri="{FF2B5EF4-FFF2-40B4-BE49-F238E27FC236}">
                  <a16:creationId xmlns:a16="http://schemas.microsoft.com/office/drawing/2014/main" id="{19A11FE5-EA2B-45E4-952F-CB27AD87F7D7}"/>
                </a:ext>
              </a:extLst>
            </p:cNvPr>
            <p:cNvSpPr>
              <a:spLocks noChangeArrowheads="1"/>
            </p:cNvSpPr>
            <p:nvPr/>
          </p:nvSpPr>
          <p:spPr bwMode="auto">
            <a:xfrm>
              <a:off x="2760" y="3710"/>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18" name="Rectangle 37">
              <a:extLst>
                <a:ext uri="{FF2B5EF4-FFF2-40B4-BE49-F238E27FC236}">
                  <a16:creationId xmlns:a16="http://schemas.microsoft.com/office/drawing/2014/main" id="{ACEB62BC-2EC8-494C-9B06-E919C09D75B8}"/>
                </a:ext>
              </a:extLst>
            </p:cNvPr>
            <p:cNvSpPr>
              <a:spLocks noChangeArrowheads="1"/>
            </p:cNvSpPr>
            <p:nvPr/>
          </p:nvSpPr>
          <p:spPr bwMode="auto">
            <a:xfrm>
              <a:off x="3228" y="3710"/>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19" name="Rectangle 38">
              <a:extLst>
                <a:ext uri="{FF2B5EF4-FFF2-40B4-BE49-F238E27FC236}">
                  <a16:creationId xmlns:a16="http://schemas.microsoft.com/office/drawing/2014/main" id="{2E327A55-31F7-4C9C-87B0-11971A1BB1DD}"/>
                </a:ext>
              </a:extLst>
            </p:cNvPr>
            <p:cNvSpPr>
              <a:spLocks noChangeArrowheads="1"/>
            </p:cNvSpPr>
            <p:nvPr/>
          </p:nvSpPr>
          <p:spPr bwMode="auto">
            <a:xfrm>
              <a:off x="3701" y="3714"/>
              <a:ext cx="450" cy="22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20" name="Rectangle 39">
              <a:extLst>
                <a:ext uri="{FF2B5EF4-FFF2-40B4-BE49-F238E27FC236}">
                  <a16:creationId xmlns:a16="http://schemas.microsoft.com/office/drawing/2014/main" id="{EF61E269-916E-4911-ADC0-40CF09F3564E}"/>
                </a:ext>
              </a:extLst>
            </p:cNvPr>
            <p:cNvSpPr>
              <a:spLocks noChangeArrowheads="1"/>
            </p:cNvSpPr>
            <p:nvPr/>
          </p:nvSpPr>
          <p:spPr bwMode="auto">
            <a:xfrm>
              <a:off x="4164" y="3710"/>
              <a:ext cx="460" cy="23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621" name="Rectangle 40">
              <a:extLst>
                <a:ext uri="{FF2B5EF4-FFF2-40B4-BE49-F238E27FC236}">
                  <a16:creationId xmlns:a16="http://schemas.microsoft.com/office/drawing/2014/main" id="{A5108881-2AC6-4203-884D-EFFD90D8FE41}"/>
                </a:ext>
              </a:extLst>
            </p:cNvPr>
            <p:cNvSpPr>
              <a:spLocks noChangeArrowheads="1"/>
            </p:cNvSpPr>
            <p:nvPr/>
          </p:nvSpPr>
          <p:spPr bwMode="auto">
            <a:xfrm>
              <a:off x="2297" y="3777"/>
              <a:ext cx="226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85000"/>
                </a:lnSpc>
                <a:spcBef>
                  <a:spcPct val="0"/>
                </a:spcBef>
                <a:buClrTx/>
                <a:buSzTx/>
                <a:buFontTx/>
                <a:buNone/>
              </a:pPr>
              <a:r>
                <a:rPr kumimoji="1" lang="zh-TW" altLang="en-US" sz="1350">
                  <a:latin typeface="Arial" panose="020B0604020202020204" pitchFamily="34" charset="0"/>
                  <a:ea typeface="新細明體" panose="02020500000000000000" pitchFamily="18" charset="-120"/>
                </a:rPr>
                <a:t>  </a:t>
              </a:r>
              <a:r>
                <a:rPr kumimoji="1" lang="en-US" altLang="zh-TW" sz="1350">
                  <a:latin typeface="Arial" panose="020B0604020202020204" pitchFamily="34" charset="0"/>
                  <a:ea typeface="新細明體" panose="02020500000000000000" pitchFamily="18" charset="-120"/>
                </a:rPr>
                <a:t>IF       ID       EX        MEM    WB</a:t>
              </a:r>
            </a:p>
          </p:txBody>
        </p:sp>
        <p:sp>
          <p:nvSpPr>
            <p:cNvPr id="67622" name="Line 41">
              <a:extLst>
                <a:ext uri="{FF2B5EF4-FFF2-40B4-BE49-F238E27FC236}">
                  <a16:creationId xmlns:a16="http://schemas.microsoft.com/office/drawing/2014/main" id="{E44264BD-0B94-46F9-9DD7-966D09797608}"/>
                </a:ext>
              </a:extLst>
            </p:cNvPr>
            <p:cNvSpPr>
              <a:spLocks noChangeShapeType="1"/>
            </p:cNvSpPr>
            <p:nvPr/>
          </p:nvSpPr>
          <p:spPr bwMode="auto">
            <a:xfrm flipH="1">
              <a:off x="4524" y="3562"/>
              <a:ext cx="208" cy="240"/>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7623" name="Rectangle 42">
              <a:extLst>
                <a:ext uri="{FF2B5EF4-FFF2-40B4-BE49-F238E27FC236}">
                  <a16:creationId xmlns:a16="http://schemas.microsoft.com/office/drawing/2014/main" id="{E722F94E-C81A-4498-B96F-F27D1A85CD0C}"/>
                </a:ext>
              </a:extLst>
            </p:cNvPr>
            <p:cNvSpPr>
              <a:spLocks noChangeArrowheads="1"/>
            </p:cNvSpPr>
            <p:nvPr/>
          </p:nvSpPr>
          <p:spPr bwMode="auto">
            <a:xfrm>
              <a:off x="4689" y="3706"/>
              <a:ext cx="1301"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85000"/>
                </a:lnSpc>
                <a:spcBef>
                  <a:spcPct val="0"/>
                </a:spcBef>
                <a:buClrTx/>
                <a:buSzTx/>
                <a:buFontTx/>
                <a:buNone/>
              </a:pPr>
              <a:r>
                <a:rPr kumimoji="1" lang="en-US" altLang="zh-TW" sz="1350" i="1" dirty="0">
                  <a:solidFill>
                    <a:srgbClr val="FF0000"/>
                  </a:solidFill>
                  <a:latin typeface="Arial" panose="020B0604020202020204" pitchFamily="34" charset="0"/>
                  <a:ea typeface="新細明體" panose="02020500000000000000" pitchFamily="18" charset="-120"/>
                </a:rPr>
                <a:t>WAR Data Hazard</a:t>
              </a:r>
              <a:br>
                <a:rPr kumimoji="1" lang="en-US" altLang="zh-TW" sz="1350" i="1" dirty="0">
                  <a:solidFill>
                    <a:srgbClr val="FF0000"/>
                  </a:solidFill>
                  <a:latin typeface="Arial" panose="020B0604020202020204" pitchFamily="34" charset="0"/>
                  <a:ea typeface="新細明體" panose="02020500000000000000" pitchFamily="18" charset="-120"/>
                </a:rPr>
              </a:br>
              <a:r>
                <a:rPr kumimoji="1" lang="en-US" altLang="zh-TW" sz="1350" i="1" dirty="0">
                  <a:solidFill>
                    <a:srgbClr val="FF0000"/>
                  </a:solidFill>
                  <a:latin typeface="Arial" panose="020B0604020202020204" pitchFamily="34" charset="0"/>
                  <a:ea typeface="新細明體" panose="02020500000000000000" pitchFamily="18" charset="-120"/>
                </a:rPr>
                <a:t> (write after read) </a:t>
              </a:r>
            </a:p>
          </p:txBody>
        </p:sp>
        <p:sp>
          <p:nvSpPr>
            <p:cNvPr id="67624" name="Rectangle 43">
              <a:extLst>
                <a:ext uri="{FF2B5EF4-FFF2-40B4-BE49-F238E27FC236}">
                  <a16:creationId xmlns:a16="http://schemas.microsoft.com/office/drawing/2014/main" id="{C5D2ECA9-B1E7-440E-8C70-59D44CB7C825}"/>
                </a:ext>
              </a:extLst>
            </p:cNvPr>
            <p:cNvSpPr>
              <a:spLocks noChangeArrowheads="1"/>
            </p:cNvSpPr>
            <p:nvPr/>
          </p:nvSpPr>
          <p:spPr bwMode="auto">
            <a:xfrm>
              <a:off x="893" y="2865"/>
              <a:ext cx="3191"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85000"/>
                </a:lnSpc>
                <a:spcBef>
                  <a:spcPct val="0"/>
                </a:spcBef>
                <a:buClrTx/>
                <a:buSzTx/>
                <a:buFontTx/>
                <a:buNone/>
              </a:pPr>
              <a:r>
                <a:rPr kumimoji="1" lang="zh-TW" altLang="en-US" sz="1350" dirty="0">
                  <a:latin typeface="Arial" panose="020B0604020202020204" pitchFamily="34" charset="0"/>
                  <a:ea typeface="新細明體" panose="02020500000000000000" pitchFamily="18" charset="-120"/>
                </a:rPr>
                <a:t>  </a:t>
              </a:r>
              <a:r>
                <a:rPr kumimoji="1" lang="en-US" altLang="zh-TW" sz="1350" dirty="0">
                  <a:latin typeface="Arial" panose="020B0604020202020204" pitchFamily="34" charset="0"/>
                  <a:ea typeface="新細明體" panose="02020500000000000000" pitchFamily="18" charset="-120"/>
                </a:rPr>
                <a:t>IF       ID       EX         MEM                          WB</a:t>
              </a:r>
            </a:p>
          </p:txBody>
        </p:sp>
        <p:sp>
          <p:nvSpPr>
            <p:cNvPr id="67625" name="Rectangle 44">
              <a:extLst>
                <a:ext uri="{FF2B5EF4-FFF2-40B4-BE49-F238E27FC236}">
                  <a16:creationId xmlns:a16="http://schemas.microsoft.com/office/drawing/2014/main" id="{1DFBB6A7-B38D-45EB-9675-059F4C82357B}"/>
                </a:ext>
              </a:extLst>
            </p:cNvPr>
            <p:cNvSpPr>
              <a:spLocks noChangeArrowheads="1"/>
            </p:cNvSpPr>
            <p:nvPr/>
          </p:nvSpPr>
          <p:spPr bwMode="auto">
            <a:xfrm>
              <a:off x="1413" y="3153"/>
              <a:ext cx="2181"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85000"/>
                </a:lnSpc>
                <a:spcBef>
                  <a:spcPct val="0"/>
                </a:spcBef>
                <a:buClrTx/>
                <a:buSzTx/>
                <a:buFontTx/>
                <a:buNone/>
              </a:pPr>
              <a:r>
                <a:rPr kumimoji="1" lang="zh-TW" altLang="en-US" sz="1350">
                  <a:latin typeface="Arial" panose="020B0604020202020204" pitchFamily="34" charset="0"/>
                  <a:ea typeface="新細明體" panose="02020500000000000000" pitchFamily="18" charset="-120"/>
                </a:rPr>
                <a:t>  </a:t>
              </a:r>
              <a:r>
                <a:rPr kumimoji="1" lang="en-US" altLang="zh-TW" sz="1350">
                  <a:latin typeface="Arial" panose="020B0604020202020204" pitchFamily="34" charset="0"/>
                  <a:ea typeface="新細明體" panose="02020500000000000000" pitchFamily="18" charset="-120"/>
                </a:rPr>
                <a:t>IF       ID      EX        MEM   WB</a:t>
              </a:r>
            </a:p>
          </p:txBody>
        </p:sp>
      </p:grpSp>
      <p:cxnSp>
        <p:nvCxnSpPr>
          <p:cNvPr id="67588" name="直線單箭頭接點 2">
            <a:extLst>
              <a:ext uri="{FF2B5EF4-FFF2-40B4-BE49-F238E27FC236}">
                <a16:creationId xmlns:a16="http://schemas.microsoft.com/office/drawing/2014/main" id="{053EDFE6-FA01-4DB0-8928-8B304FE3AA35}"/>
              </a:ext>
            </a:extLst>
          </p:cNvPr>
          <p:cNvCxnSpPr>
            <a:cxnSpLocks noChangeShapeType="1"/>
          </p:cNvCxnSpPr>
          <p:nvPr/>
        </p:nvCxnSpPr>
        <p:spPr bwMode="auto">
          <a:xfrm>
            <a:off x="1403748" y="3867650"/>
            <a:ext cx="5679281" cy="23813"/>
          </a:xfrm>
          <a:prstGeom prst="straightConnector1">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67589" name="文字方塊 3">
            <a:extLst>
              <a:ext uri="{FF2B5EF4-FFF2-40B4-BE49-F238E27FC236}">
                <a16:creationId xmlns:a16="http://schemas.microsoft.com/office/drawing/2014/main" id="{CC2BBC55-F6B2-4D2A-BA9E-627C5D0D13EE}"/>
              </a:ext>
            </a:extLst>
          </p:cNvPr>
          <p:cNvSpPr txBox="1">
            <a:spLocks noChangeArrowheads="1"/>
          </p:cNvSpPr>
          <p:nvPr/>
        </p:nvSpPr>
        <p:spPr bwMode="auto">
          <a:xfrm>
            <a:off x="7262006" y="3701192"/>
            <a:ext cx="8348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800" b="0" dirty="0">
                <a:latin typeface="Times New Roman" panose="02020603050405020304" pitchFamily="18" charset="0"/>
                <a:ea typeface="新細明體" panose="02020500000000000000" pitchFamily="18" charset="-120"/>
              </a:rPr>
              <a:t>time</a:t>
            </a:r>
            <a:endParaRPr lang="zh-TW" altLang="en-US" sz="1800" b="0" dirty="0">
              <a:latin typeface="Times New Roman" panose="02020603050405020304" pitchFamily="18" charset="0"/>
              <a:ea typeface="新細明體" panose="02020500000000000000" pitchFamily="18" charset="-120"/>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FB91176A-4178-4881-978A-42D06A08EB9C}"/>
              </a:ext>
            </a:extLst>
          </p:cNvPr>
          <p:cNvSpPr>
            <a:spLocks noGrp="1" noChangeArrowheads="1"/>
          </p:cNvSpPr>
          <p:nvPr>
            <p:ph type="title"/>
          </p:nvPr>
        </p:nvSpPr>
        <p:spPr/>
        <p:txBody>
          <a:bodyPr/>
          <a:lstStyle/>
          <a:p>
            <a:r>
              <a:rPr lang="en-US" altLang="zh-TW"/>
              <a:t>Outline</a:t>
            </a:r>
          </a:p>
        </p:txBody>
      </p:sp>
      <p:sp>
        <p:nvSpPr>
          <p:cNvPr id="69635" name="Rectangle 3">
            <a:extLst>
              <a:ext uri="{FF2B5EF4-FFF2-40B4-BE49-F238E27FC236}">
                <a16:creationId xmlns:a16="http://schemas.microsoft.com/office/drawing/2014/main" id="{7F2D95EB-E29B-416E-8975-72E30F21E0E1}"/>
              </a:ext>
            </a:extLst>
          </p:cNvPr>
          <p:cNvSpPr>
            <a:spLocks noGrp="1" noChangeArrowheads="1"/>
          </p:cNvSpPr>
          <p:nvPr>
            <p:ph idx="1"/>
          </p:nvPr>
        </p:nvSpPr>
        <p:spPr>
          <a:xfrm>
            <a:off x="1025012" y="844153"/>
            <a:ext cx="7661787" cy="3671888"/>
          </a:xfrm>
        </p:spPr>
        <p:txBody>
          <a:bodyPr/>
          <a:lstStyle/>
          <a:p>
            <a:pPr>
              <a:spcBef>
                <a:spcPts val="0"/>
              </a:spcBef>
            </a:pPr>
            <a:r>
              <a:rPr lang="en-US" altLang="zh-TW" sz="2000" dirty="0"/>
              <a:t>An overview of pipelining</a:t>
            </a:r>
          </a:p>
          <a:p>
            <a:pPr>
              <a:spcBef>
                <a:spcPts val="0"/>
              </a:spcBef>
            </a:pPr>
            <a:r>
              <a:rPr lang="en-US" altLang="zh-TW" sz="2000" dirty="0"/>
              <a:t>A pipelined </a:t>
            </a:r>
            <a:r>
              <a:rPr lang="en-US" altLang="zh-TW" sz="2000" dirty="0" err="1"/>
              <a:t>datapath</a:t>
            </a:r>
            <a:endParaRPr lang="en-US" altLang="zh-TW" sz="2000" dirty="0"/>
          </a:p>
          <a:p>
            <a:pPr>
              <a:spcBef>
                <a:spcPts val="0"/>
              </a:spcBef>
            </a:pPr>
            <a:r>
              <a:rPr lang="en-US" altLang="zh-TW" sz="2000" dirty="0"/>
              <a:t>Pipelined control</a:t>
            </a:r>
          </a:p>
          <a:p>
            <a:pPr>
              <a:spcBef>
                <a:spcPts val="0"/>
              </a:spcBef>
            </a:pPr>
            <a:r>
              <a:rPr lang="en-US" altLang="zh-CN" sz="2000" dirty="0"/>
              <a:t>Hazards:</a:t>
            </a:r>
            <a:r>
              <a:rPr lang="zh-CN" altLang="en-US" sz="2000" dirty="0"/>
              <a:t> </a:t>
            </a:r>
            <a:r>
              <a:rPr lang="en-US" altLang="zh-CN" sz="2000" dirty="0"/>
              <a:t>types of hazard</a:t>
            </a:r>
          </a:p>
          <a:p>
            <a:pPr>
              <a:spcBef>
                <a:spcPts val="0"/>
              </a:spcBef>
            </a:pPr>
            <a:r>
              <a:rPr lang="en-US" altLang="zh-TW" sz="2000" dirty="0">
                <a:solidFill>
                  <a:srgbClr val="FF0000"/>
                </a:solidFill>
              </a:rPr>
              <a:t>Handling data hazards</a:t>
            </a:r>
          </a:p>
          <a:p>
            <a:pPr lvl="1">
              <a:spcBef>
                <a:spcPts val="0"/>
              </a:spcBef>
            </a:pPr>
            <a:r>
              <a:rPr lang="en-US" altLang="zh-CN" sz="1800" dirty="0">
                <a:solidFill>
                  <a:srgbClr val="FF0000"/>
                </a:solidFill>
              </a:rPr>
              <a:t>Inserting</a:t>
            </a:r>
            <a:r>
              <a:rPr lang="zh-CN" altLang="en-US" sz="1800" dirty="0">
                <a:solidFill>
                  <a:srgbClr val="FF0000"/>
                </a:solidFill>
              </a:rPr>
              <a:t> </a:t>
            </a:r>
            <a:r>
              <a:rPr lang="en-US" altLang="zh-CN" sz="1800" dirty="0">
                <a:solidFill>
                  <a:srgbClr val="FF0000"/>
                </a:solidFill>
              </a:rPr>
              <a:t>NOP</a:t>
            </a:r>
            <a:r>
              <a:rPr lang="zh-CN" altLang="en-US" sz="1800" dirty="0">
                <a:solidFill>
                  <a:srgbClr val="FF0000"/>
                </a:solidFill>
              </a:rPr>
              <a:t>（</a:t>
            </a:r>
            <a:r>
              <a:rPr lang="en-US" altLang="zh-CN" sz="1800" dirty="0">
                <a:solidFill>
                  <a:srgbClr val="FF0000"/>
                </a:solidFill>
              </a:rPr>
              <a:t>software</a:t>
            </a:r>
            <a:r>
              <a:rPr lang="zh-CN" altLang="en-US" sz="1800" dirty="0">
                <a:solidFill>
                  <a:srgbClr val="FF0000"/>
                </a:solidFill>
              </a:rPr>
              <a:t>）</a:t>
            </a:r>
            <a:endParaRPr lang="en-US" altLang="zh-TW" sz="1800" dirty="0">
              <a:solidFill>
                <a:srgbClr val="FF0000"/>
              </a:solidFill>
            </a:endParaRPr>
          </a:p>
          <a:p>
            <a:pPr lvl="1">
              <a:spcBef>
                <a:spcPts val="0"/>
              </a:spcBef>
            </a:pPr>
            <a:r>
              <a:rPr lang="en-US" altLang="zh-CN" sz="1800" dirty="0"/>
              <a:t>F</a:t>
            </a:r>
            <a:r>
              <a:rPr lang="en-US" altLang="zh-TW" sz="1800" dirty="0"/>
              <a:t>orwarding</a:t>
            </a:r>
            <a:r>
              <a:rPr lang="en-US" altLang="zh-CN" sz="1800" dirty="0"/>
              <a:t>,</a:t>
            </a:r>
            <a:r>
              <a:rPr lang="zh-CN" altLang="en-US" sz="1800" dirty="0"/>
              <a:t> </a:t>
            </a:r>
            <a:r>
              <a:rPr lang="en-US" altLang="zh-TW" sz="1800" dirty="0"/>
              <a:t>R-Type-use (</a:t>
            </a:r>
            <a:r>
              <a:rPr lang="en-US" altLang="zh-CN" sz="1800" dirty="0"/>
              <a:t>hardware)</a:t>
            </a:r>
            <a:endParaRPr lang="en-US" altLang="zh-TW" sz="1800" dirty="0"/>
          </a:p>
          <a:p>
            <a:pPr lvl="1">
              <a:spcBef>
                <a:spcPts val="0"/>
              </a:spcBef>
            </a:pPr>
            <a:r>
              <a:rPr lang="en-US" altLang="zh-CN" sz="1800" dirty="0"/>
              <a:t>S</a:t>
            </a:r>
            <a:r>
              <a:rPr lang="en-US" altLang="zh-TW" sz="1800" dirty="0"/>
              <a:t>talls</a:t>
            </a:r>
            <a:r>
              <a:rPr lang="en-US" altLang="zh-CN" sz="1800" dirty="0"/>
              <a:t>,</a:t>
            </a:r>
            <a:r>
              <a:rPr lang="zh-CN" altLang="en-US" sz="1800" dirty="0"/>
              <a:t> </a:t>
            </a:r>
            <a:r>
              <a:rPr lang="en-US" altLang="zh-CN" sz="1800" dirty="0"/>
              <a:t>load-use</a:t>
            </a:r>
            <a:r>
              <a:rPr lang="zh-CN" altLang="en-US" sz="1800" dirty="0"/>
              <a:t> </a:t>
            </a:r>
            <a:r>
              <a:rPr lang="en-US" altLang="zh-CN" sz="1800" dirty="0"/>
              <a:t>(hardware)</a:t>
            </a:r>
            <a:endParaRPr lang="en-US" altLang="zh-TW" sz="1800" dirty="0"/>
          </a:p>
          <a:p>
            <a:pPr>
              <a:spcBef>
                <a:spcPts val="0"/>
              </a:spcBef>
            </a:pPr>
            <a:r>
              <a:rPr lang="en-US" altLang="zh-CN" sz="2000" dirty="0"/>
              <a:t>Handling</a:t>
            </a:r>
            <a:r>
              <a:rPr lang="zh-CN" altLang="en-US" sz="2000" dirty="0"/>
              <a:t> </a:t>
            </a:r>
            <a:r>
              <a:rPr lang="en-US" altLang="zh-CN" sz="2000" dirty="0"/>
              <a:t>b</a:t>
            </a:r>
            <a:r>
              <a:rPr lang="en-US" altLang="zh-TW" sz="2000" dirty="0"/>
              <a:t>ranch hazards</a:t>
            </a:r>
          </a:p>
          <a:p>
            <a:pPr>
              <a:spcBef>
                <a:spcPts val="0"/>
              </a:spcBef>
            </a:pPr>
            <a:r>
              <a:rPr lang="en-US" altLang="zh-TW" sz="2000" dirty="0"/>
              <a:t>Exceptions</a:t>
            </a:r>
          </a:p>
          <a:p>
            <a:pPr>
              <a:spcBef>
                <a:spcPts val="0"/>
              </a:spcBef>
            </a:pPr>
            <a:r>
              <a:rPr lang="en-US" altLang="zh-TW" sz="2000" dirty="0"/>
              <a:t>Superscalar and dynamic pipelining</a:t>
            </a:r>
          </a:p>
        </p:txBody>
      </p:sp>
      <p:sp>
        <p:nvSpPr>
          <p:cNvPr id="69636" name="投影片編號版面配置區 1">
            <a:extLst>
              <a:ext uri="{FF2B5EF4-FFF2-40B4-BE49-F238E27FC236}">
                <a16:creationId xmlns:a16="http://schemas.microsoft.com/office/drawing/2014/main" id="{434BF01E-DEA4-42FC-90DF-5651121418A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9AF06FB3-BE77-4A16-88DE-13D2825FD4FF}"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64</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5673C8AF-8C38-43EB-A6EB-AA39F448795C}"/>
              </a:ext>
            </a:extLst>
          </p:cNvPr>
          <p:cNvSpPr>
            <a:spLocks noGrp="1" noChangeArrowheads="1"/>
          </p:cNvSpPr>
          <p:nvPr>
            <p:ph type="title"/>
          </p:nvPr>
        </p:nvSpPr>
        <p:spPr>
          <a:xfrm>
            <a:off x="986118" y="108349"/>
            <a:ext cx="7689572" cy="519113"/>
          </a:xfrm>
        </p:spPr>
        <p:txBody>
          <a:bodyPr/>
          <a:lstStyle/>
          <a:p>
            <a:r>
              <a:rPr lang="en-US" altLang="zh-TW" dirty="0"/>
              <a:t>Handling Data Hazards</a:t>
            </a:r>
          </a:p>
        </p:txBody>
      </p:sp>
      <p:sp>
        <p:nvSpPr>
          <p:cNvPr id="70659" name="Rectangle 3">
            <a:extLst>
              <a:ext uri="{FF2B5EF4-FFF2-40B4-BE49-F238E27FC236}">
                <a16:creationId xmlns:a16="http://schemas.microsoft.com/office/drawing/2014/main" id="{2C29B538-0618-410F-BB3B-5B98B5A16A63}"/>
              </a:ext>
            </a:extLst>
          </p:cNvPr>
          <p:cNvSpPr>
            <a:spLocks noGrp="1" noChangeArrowheads="1"/>
          </p:cNvSpPr>
          <p:nvPr>
            <p:ph idx="1"/>
          </p:nvPr>
        </p:nvSpPr>
        <p:spPr>
          <a:xfrm>
            <a:off x="1047280" y="807282"/>
            <a:ext cx="7646894" cy="3671888"/>
          </a:xfrm>
        </p:spPr>
        <p:txBody>
          <a:bodyPr/>
          <a:lstStyle/>
          <a:p>
            <a:r>
              <a:rPr lang="en-US" altLang="zh-TW" sz="2000" dirty="0"/>
              <a:t>Use simple, fixed design</a:t>
            </a:r>
          </a:p>
          <a:p>
            <a:pPr lvl="1"/>
            <a:r>
              <a:rPr lang="en-US" altLang="zh-TW" sz="1800" dirty="0"/>
              <a:t>Eliminate WAR by always fetching operands early (ID) in pipeline</a:t>
            </a:r>
          </a:p>
          <a:p>
            <a:pPr lvl="1"/>
            <a:r>
              <a:rPr lang="en-US" altLang="zh-TW" sz="1800" dirty="0"/>
              <a:t>Eliminate WAW by doing all write backs in order (last stage, static)</a:t>
            </a:r>
          </a:p>
          <a:p>
            <a:pPr lvl="1"/>
            <a:r>
              <a:rPr lang="en-US" altLang="zh-TW" sz="1800" dirty="0"/>
              <a:t>These features have a lot to do with ISA design</a:t>
            </a:r>
          </a:p>
          <a:p>
            <a:r>
              <a:rPr lang="en-US" altLang="zh-TW" sz="2000" dirty="0"/>
              <a:t>Internal forwarding in register file</a:t>
            </a:r>
          </a:p>
          <a:p>
            <a:pPr lvl="1"/>
            <a:r>
              <a:rPr lang="en-US" altLang="zh-TW" sz="1800" dirty="0"/>
              <a:t>Write in first half of clock and read in second half</a:t>
            </a:r>
          </a:p>
          <a:p>
            <a:pPr lvl="1"/>
            <a:r>
              <a:rPr lang="en-US" altLang="zh-TW" sz="1800" dirty="0"/>
              <a:t>Read delivers what is written, resolve hazard between sub and add</a:t>
            </a:r>
          </a:p>
          <a:p>
            <a:r>
              <a:rPr lang="en-US" altLang="zh-TW" sz="2000" dirty="0"/>
              <a:t>Detect and resolve remaining ones</a:t>
            </a:r>
          </a:p>
          <a:p>
            <a:pPr lvl="1"/>
            <a:r>
              <a:rPr lang="en-US" altLang="zh-TW" sz="1800" dirty="0">
                <a:solidFill>
                  <a:srgbClr val="FF0000"/>
                </a:solidFill>
              </a:rPr>
              <a:t>Compiler inserts NOP (software solution)</a:t>
            </a:r>
          </a:p>
          <a:p>
            <a:pPr lvl="1"/>
            <a:r>
              <a:rPr lang="en-US" altLang="zh-TW" sz="1800" dirty="0">
                <a:solidFill>
                  <a:srgbClr val="FF0000"/>
                </a:solidFill>
              </a:rPr>
              <a:t>Forward (hardware solution)</a:t>
            </a:r>
          </a:p>
          <a:p>
            <a:pPr lvl="1"/>
            <a:r>
              <a:rPr lang="en-US" altLang="zh-TW" sz="1800" dirty="0">
                <a:solidFill>
                  <a:srgbClr val="FF0000"/>
                </a:solidFill>
              </a:rPr>
              <a:t>Stall (hardware solution)</a:t>
            </a:r>
          </a:p>
        </p:txBody>
      </p:sp>
      <p:sp>
        <p:nvSpPr>
          <p:cNvPr id="70660" name="投影片編號版面配置區 1">
            <a:extLst>
              <a:ext uri="{FF2B5EF4-FFF2-40B4-BE49-F238E27FC236}">
                <a16:creationId xmlns:a16="http://schemas.microsoft.com/office/drawing/2014/main" id="{84513A2D-B839-44ED-AEC6-8F5319929BA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8336CF2E-0DEA-4DBD-93FC-FD586FC16772}"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65</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870119F6-9605-42F4-847F-EA800E49CDCF}"/>
              </a:ext>
            </a:extLst>
          </p:cNvPr>
          <p:cNvSpPr>
            <a:spLocks noChangeArrowheads="1"/>
          </p:cNvSpPr>
          <p:nvPr/>
        </p:nvSpPr>
        <p:spPr bwMode="auto">
          <a:xfrm>
            <a:off x="1040606" y="234554"/>
            <a:ext cx="2168129" cy="35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1683" name="Rectangle 3">
            <a:extLst>
              <a:ext uri="{FF2B5EF4-FFF2-40B4-BE49-F238E27FC236}">
                <a16:creationId xmlns:a16="http://schemas.microsoft.com/office/drawing/2014/main" id="{A33B28ED-3A3D-4296-AE5C-9825FBBD5092}"/>
              </a:ext>
            </a:extLst>
          </p:cNvPr>
          <p:cNvSpPr>
            <a:spLocks noGrp="1" noChangeArrowheads="1"/>
          </p:cNvSpPr>
          <p:nvPr>
            <p:ph type="title"/>
          </p:nvPr>
        </p:nvSpPr>
        <p:spPr/>
        <p:txBody>
          <a:bodyPr/>
          <a:lstStyle/>
          <a:p>
            <a:r>
              <a:rPr lang="en-US" altLang="zh-TW"/>
              <a:t>Software Solution</a:t>
            </a:r>
          </a:p>
        </p:txBody>
      </p:sp>
      <p:sp>
        <p:nvSpPr>
          <p:cNvPr id="71684" name="Rectangle 4">
            <a:extLst>
              <a:ext uri="{FF2B5EF4-FFF2-40B4-BE49-F238E27FC236}">
                <a16:creationId xmlns:a16="http://schemas.microsoft.com/office/drawing/2014/main" id="{87026F25-77AE-4A78-AC8F-8239835B07F8}"/>
              </a:ext>
            </a:extLst>
          </p:cNvPr>
          <p:cNvSpPr>
            <a:spLocks noGrp="1" noChangeArrowheads="1"/>
          </p:cNvSpPr>
          <p:nvPr>
            <p:ph idx="1"/>
          </p:nvPr>
        </p:nvSpPr>
        <p:spPr>
          <a:xfrm>
            <a:off x="1021976" y="844153"/>
            <a:ext cx="7664824" cy="3252718"/>
          </a:xfrm>
        </p:spPr>
        <p:txBody>
          <a:bodyPr/>
          <a:lstStyle/>
          <a:p>
            <a:r>
              <a:rPr lang="en-US" altLang="zh-TW" dirty="0"/>
              <a:t>Have compiler guarantee no hazards</a:t>
            </a:r>
          </a:p>
          <a:p>
            <a:pPr>
              <a:spcAft>
                <a:spcPts val="600"/>
              </a:spcAft>
            </a:pPr>
            <a:r>
              <a:rPr lang="en-US" altLang="zh-TW" dirty="0"/>
              <a:t>Where do we insert the NOPs</a:t>
            </a:r>
            <a:br>
              <a:rPr lang="en-US" altLang="zh-TW" dirty="0"/>
            </a:br>
            <a:r>
              <a:rPr lang="en-US" altLang="zh-TW" dirty="0">
                <a:latin typeface="Courier New" panose="02070309020205020404" pitchFamily="49" charset="0"/>
              </a:rPr>
              <a:t>	sub	$2,  $1, $3</a:t>
            </a:r>
            <a:br>
              <a:rPr lang="en-US" altLang="zh-TW" dirty="0">
                <a:latin typeface="Courier New" panose="02070309020205020404" pitchFamily="49" charset="0"/>
              </a:rPr>
            </a:br>
            <a:r>
              <a:rPr lang="en-US" altLang="zh-TW" dirty="0">
                <a:latin typeface="Courier New" panose="02070309020205020404" pitchFamily="49" charset="0"/>
              </a:rPr>
              <a:t>	and 	$12, $2, $5</a:t>
            </a:r>
            <a:br>
              <a:rPr lang="en-US" altLang="zh-TW" dirty="0">
                <a:latin typeface="Courier New" panose="02070309020205020404" pitchFamily="49" charset="0"/>
              </a:rPr>
            </a:br>
            <a:r>
              <a:rPr lang="en-US" altLang="zh-TW" dirty="0">
                <a:latin typeface="Courier New" panose="02070309020205020404" pitchFamily="49" charset="0"/>
              </a:rPr>
              <a:t>	or	$13, $6, $2</a:t>
            </a:r>
            <a:br>
              <a:rPr lang="en-US" altLang="zh-TW" dirty="0">
                <a:latin typeface="Courier New" panose="02070309020205020404" pitchFamily="49" charset="0"/>
              </a:rPr>
            </a:br>
            <a:r>
              <a:rPr lang="en-US" altLang="zh-TW" dirty="0">
                <a:latin typeface="Courier New" panose="02070309020205020404" pitchFamily="49" charset="0"/>
              </a:rPr>
              <a:t>	add	$14, $2, $2</a:t>
            </a:r>
            <a:br>
              <a:rPr lang="en-US" altLang="zh-TW" dirty="0">
                <a:latin typeface="Courier New" panose="02070309020205020404" pitchFamily="49" charset="0"/>
              </a:rPr>
            </a:br>
            <a:r>
              <a:rPr lang="en-US" altLang="zh-TW" dirty="0">
                <a:latin typeface="Courier New" panose="02070309020205020404" pitchFamily="49" charset="0"/>
              </a:rPr>
              <a:t>	</a:t>
            </a:r>
            <a:r>
              <a:rPr lang="en-US" altLang="zh-TW" dirty="0" err="1">
                <a:latin typeface="Courier New" panose="02070309020205020404" pitchFamily="49" charset="0"/>
              </a:rPr>
              <a:t>sw</a:t>
            </a:r>
            <a:r>
              <a:rPr lang="en-US" altLang="zh-TW" dirty="0">
                <a:latin typeface="Courier New" panose="02070309020205020404" pitchFamily="49" charset="0"/>
              </a:rPr>
              <a:t>	$15, 100($2)</a:t>
            </a:r>
            <a:endParaRPr lang="en-US" altLang="zh-TW" dirty="0"/>
          </a:p>
          <a:p>
            <a:r>
              <a:rPr lang="en-US" altLang="zh-TW" dirty="0"/>
              <a:t>Problem:  this really slows us down</a:t>
            </a:r>
          </a:p>
        </p:txBody>
      </p:sp>
      <p:sp>
        <p:nvSpPr>
          <p:cNvPr id="71685" name="投影片編號版面配置區 1">
            <a:extLst>
              <a:ext uri="{FF2B5EF4-FFF2-40B4-BE49-F238E27FC236}">
                <a16:creationId xmlns:a16="http://schemas.microsoft.com/office/drawing/2014/main" id="{82BCC82E-5A66-4ED6-9069-5316F981EA9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6FD61BCE-D4B0-4887-88A8-282196C9B242}" type="slidenum">
              <a:rPr lang="zh-TW" altLang="en-US" sz="1050" b="0">
                <a:latin typeface="Arial" panose="020B0604020202020204" pitchFamily="34" charset="0"/>
                <a:ea typeface="新細明體" panose="02020500000000000000" pitchFamily="18" charset="-120"/>
              </a:rPr>
              <a:pPr>
                <a:lnSpc>
                  <a:spcPct val="100000"/>
                </a:lnSpc>
                <a:spcBef>
                  <a:spcPct val="0"/>
                </a:spcBef>
                <a:buClrTx/>
                <a:buSzTx/>
                <a:buFontTx/>
                <a:buNone/>
              </a:pPr>
              <a:t>66</a:t>
            </a:fld>
            <a:endParaRPr lang="en-US" altLang="zh-TW" sz="1050" b="0">
              <a:latin typeface="Arial" panose="020B0604020202020204" pitchFamily="34" charset="0"/>
              <a:ea typeface="新細明體" panose="02020500000000000000" pitchFamily="18" charset="-120"/>
            </a:endParaRPr>
          </a:p>
        </p:txBody>
      </p:sp>
    </p:spTree>
  </p:cSld>
  <p:clrMapOvr>
    <a:masterClrMapping/>
  </p:clrMapOvr>
  <p:transition advTm="2000"/>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1F73F4CC-F672-48E8-91F5-5A3027346C5E}"/>
              </a:ext>
            </a:extLst>
          </p:cNvPr>
          <p:cNvSpPr>
            <a:spLocks noChangeArrowheads="1"/>
          </p:cNvSpPr>
          <p:nvPr/>
        </p:nvSpPr>
        <p:spPr bwMode="auto">
          <a:xfrm>
            <a:off x="1040607" y="234554"/>
            <a:ext cx="1750219" cy="35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707" name="Rectangle 3">
            <a:extLst>
              <a:ext uri="{FF2B5EF4-FFF2-40B4-BE49-F238E27FC236}">
                <a16:creationId xmlns:a16="http://schemas.microsoft.com/office/drawing/2014/main" id="{8F734924-A4D3-4C03-AF27-26703D24D808}"/>
              </a:ext>
            </a:extLst>
          </p:cNvPr>
          <p:cNvSpPr>
            <a:spLocks noGrp="1" noChangeArrowheads="1"/>
          </p:cNvSpPr>
          <p:nvPr>
            <p:ph type="title"/>
          </p:nvPr>
        </p:nvSpPr>
        <p:spPr>
          <a:noFill/>
        </p:spPr>
        <p:txBody>
          <a:bodyPr/>
          <a:lstStyle/>
          <a:p>
            <a:r>
              <a:rPr lang="en-US" altLang="zh-TW"/>
              <a:t>Data Hazards</a:t>
            </a:r>
          </a:p>
        </p:txBody>
      </p:sp>
      <p:sp>
        <p:nvSpPr>
          <p:cNvPr id="72951" name="投影片編號版面配置區 1">
            <a:extLst>
              <a:ext uri="{FF2B5EF4-FFF2-40B4-BE49-F238E27FC236}">
                <a16:creationId xmlns:a16="http://schemas.microsoft.com/office/drawing/2014/main" id="{E3C68E1A-50AA-4CD2-B5EA-6C476858C30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DFF346CC-230E-477F-A35E-192DC1CEB5F1}"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67</a:t>
            </a:fld>
            <a:endParaRPr lang="en-US" altLang="zh-TW" sz="1050" b="0">
              <a:solidFill>
                <a:schemeClr val="bg1"/>
              </a:solidFill>
              <a:latin typeface="Arial" panose="020B0604020202020204" pitchFamily="34" charset="0"/>
              <a:ea typeface="新細明體" panose="02020500000000000000" pitchFamily="18" charset="-120"/>
            </a:endParaRPr>
          </a:p>
        </p:txBody>
      </p:sp>
      <p:sp>
        <p:nvSpPr>
          <p:cNvPr id="72952" name="Freeform 5">
            <a:extLst>
              <a:ext uri="{FF2B5EF4-FFF2-40B4-BE49-F238E27FC236}">
                <a16:creationId xmlns:a16="http://schemas.microsoft.com/office/drawing/2014/main" id="{93326CD0-553E-4CB1-9968-34B223EFD736}"/>
              </a:ext>
            </a:extLst>
          </p:cNvPr>
          <p:cNvSpPr>
            <a:spLocks/>
          </p:cNvSpPr>
          <p:nvPr/>
        </p:nvSpPr>
        <p:spPr bwMode="auto">
          <a:xfrm>
            <a:off x="7004311" y="4158909"/>
            <a:ext cx="140029" cy="244046"/>
          </a:xfrm>
          <a:custGeom>
            <a:avLst/>
            <a:gdLst>
              <a:gd name="T0" fmla="*/ 121 w 124"/>
              <a:gd name="T1" fmla="*/ 222 h 222"/>
              <a:gd name="T2" fmla="*/ 0 w 124"/>
              <a:gd name="T3" fmla="*/ 222 h 222"/>
              <a:gd name="T4" fmla="*/ 0 w 124"/>
              <a:gd name="T5" fmla="*/ 0 h 222"/>
              <a:gd name="T6" fmla="*/ 124 w 124"/>
              <a:gd name="T7" fmla="*/ 0 h 222"/>
              <a:gd name="T8" fmla="*/ 121 w 124"/>
              <a:gd name="T9" fmla="*/ 222 h 222"/>
              <a:gd name="T10" fmla="*/ 0 60000 65536"/>
              <a:gd name="T11" fmla="*/ 0 60000 65536"/>
              <a:gd name="T12" fmla="*/ 0 60000 65536"/>
              <a:gd name="T13" fmla="*/ 0 60000 65536"/>
              <a:gd name="T14" fmla="*/ 0 60000 65536"/>
              <a:gd name="T15" fmla="*/ 0 w 124"/>
              <a:gd name="T16" fmla="*/ 0 h 222"/>
              <a:gd name="T17" fmla="*/ 124 w 124"/>
              <a:gd name="T18" fmla="*/ 222 h 222"/>
            </a:gdLst>
            <a:ahLst/>
            <a:cxnLst>
              <a:cxn ang="T10">
                <a:pos x="T0" y="T1"/>
              </a:cxn>
              <a:cxn ang="T11">
                <a:pos x="T2" y="T3"/>
              </a:cxn>
              <a:cxn ang="T12">
                <a:pos x="T4" y="T5"/>
              </a:cxn>
              <a:cxn ang="T13">
                <a:pos x="T6" y="T7"/>
              </a:cxn>
              <a:cxn ang="T14">
                <a:pos x="T8" y="T9"/>
              </a:cxn>
            </a:cxnLst>
            <a:rect l="T15" t="T16" r="T17" b="T18"/>
            <a:pathLst>
              <a:path w="124" h="222">
                <a:moveTo>
                  <a:pt x="121" y="222"/>
                </a:moveTo>
                <a:lnTo>
                  <a:pt x="0" y="222"/>
                </a:lnTo>
                <a:lnTo>
                  <a:pt x="0" y="0"/>
                </a:lnTo>
                <a:lnTo>
                  <a:pt x="124" y="0"/>
                </a:lnTo>
                <a:lnTo>
                  <a:pt x="121" y="22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953" name="Freeform 6">
            <a:extLst>
              <a:ext uri="{FF2B5EF4-FFF2-40B4-BE49-F238E27FC236}">
                <a16:creationId xmlns:a16="http://schemas.microsoft.com/office/drawing/2014/main" id="{9DAA3C3C-FABA-4445-9552-B34A41A970DE}"/>
              </a:ext>
            </a:extLst>
          </p:cNvPr>
          <p:cNvSpPr>
            <a:spLocks/>
          </p:cNvSpPr>
          <p:nvPr/>
        </p:nvSpPr>
        <p:spPr bwMode="auto">
          <a:xfrm>
            <a:off x="7004311" y="4158909"/>
            <a:ext cx="140029" cy="244046"/>
          </a:xfrm>
          <a:custGeom>
            <a:avLst/>
            <a:gdLst>
              <a:gd name="T0" fmla="*/ 121 w 124"/>
              <a:gd name="T1" fmla="*/ 222 h 222"/>
              <a:gd name="T2" fmla="*/ 0 w 124"/>
              <a:gd name="T3" fmla="*/ 222 h 222"/>
              <a:gd name="T4" fmla="*/ 0 w 124"/>
              <a:gd name="T5" fmla="*/ 0 h 222"/>
              <a:gd name="T6" fmla="*/ 124 w 124"/>
              <a:gd name="T7" fmla="*/ 0 h 222"/>
              <a:gd name="T8" fmla="*/ 0 60000 65536"/>
              <a:gd name="T9" fmla="*/ 0 60000 65536"/>
              <a:gd name="T10" fmla="*/ 0 60000 65536"/>
              <a:gd name="T11" fmla="*/ 0 60000 65536"/>
              <a:gd name="T12" fmla="*/ 0 w 124"/>
              <a:gd name="T13" fmla="*/ 0 h 222"/>
              <a:gd name="T14" fmla="*/ 124 w 124"/>
              <a:gd name="T15" fmla="*/ 222 h 222"/>
            </a:gdLst>
            <a:ahLst/>
            <a:cxnLst>
              <a:cxn ang="T8">
                <a:pos x="T0" y="T1"/>
              </a:cxn>
              <a:cxn ang="T9">
                <a:pos x="T2" y="T3"/>
              </a:cxn>
              <a:cxn ang="T10">
                <a:pos x="T4" y="T5"/>
              </a:cxn>
              <a:cxn ang="T11">
                <a:pos x="T6" y="T7"/>
              </a:cxn>
            </a:cxnLst>
            <a:rect l="T12" t="T13" r="T14" b="T15"/>
            <a:pathLst>
              <a:path w="124" h="222">
                <a:moveTo>
                  <a:pt x="121" y="222"/>
                </a:moveTo>
                <a:lnTo>
                  <a:pt x="0" y="222"/>
                </a:lnTo>
                <a:lnTo>
                  <a:pt x="0" y="0"/>
                </a:lnTo>
                <a:lnTo>
                  <a:pt x="124"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954" name="Freeform 7">
            <a:extLst>
              <a:ext uri="{FF2B5EF4-FFF2-40B4-BE49-F238E27FC236}">
                <a16:creationId xmlns:a16="http://schemas.microsoft.com/office/drawing/2014/main" id="{FE284943-9A8E-4795-B1C8-E0C6BF77D57A}"/>
              </a:ext>
            </a:extLst>
          </p:cNvPr>
          <p:cNvSpPr>
            <a:spLocks/>
          </p:cNvSpPr>
          <p:nvPr/>
        </p:nvSpPr>
        <p:spPr bwMode="auto">
          <a:xfrm>
            <a:off x="7140952" y="4158909"/>
            <a:ext cx="141158" cy="244046"/>
          </a:xfrm>
          <a:custGeom>
            <a:avLst/>
            <a:gdLst>
              <a:gd name="T0" fmla="*/ 0 w 125"/>
              <a:gd name="T1" fmla="*/ 0 h 222"/>
              <a:gd name="T2" fmla="*/ 125 w 125"/>
              <a:gd name="T3" fmla="*/ 0 h 222"/>
              <a:gd name="T4" fmla="*/ 125 w 125"/>
              <a:gd name="T5" fmla="*/ 222 h 222"/>
              <a:gd name="T6" fmla="*/ 3 w 125"/>
              <a:gd name="T7" fmla="*/ 222 h 222"/>
              <a:gd name="T8" fmla="*/ 0 60000 65536"/>
              <a:gd name="T9" fmla="*/ 0 60000 65536"/>
              <a:gd name="T10" fmla="*/ 0 60000 65536"/>
              <a:gd name="T11" fmla="*/ 0 60000 65536"/>
              <a:gd name="T12" fmla="*/ 0 w 125"/>
              <a:gd name="T13" fmla="*/ 0 h 222"/>
              <a:gd name="T14" fmla="*/ 125 w 125"/>
              <a:gd name="T15" fmla="*/ 222 h 222"/>
            </a:gdLst>
            <a:ahLst/>
            <a:cxnLst>
              <a:cxn ang="T8">
                <a:pos x="T0" y="T1"/>
              </a:cxn>
              <a:cxn ang="T9">
                <a:pos x="T2" y="T3"/>
              </a:cxn>
              <a:cxn ang="T10">
                <a:pos x="T4" y="T5"/>
              </a:cxn>
              <a:cxn ang="T11">
                <a:pos x="T6" y="T7"/>
              </a:cxn>
            </a:cxnLst>
            <a:rect l="T12" t="T13" r="T14" b="T15"/>
            <a:pathLst>
              <a:path w="125" h="222">
                <a:moveTo>
                  <a:pt x="0" y="0"/>
                </a:moveTo>
                <a:lnTo>
                  <a:pt x="125" y="0"/>
                </a:lnTo>
                <a:lnTo>
                  <a:pt x="125" y="222"/>
                </a:lnTo>
                <a:lnTo>
                  <a:pt x="3" y="222"/>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955" name="Line 8">
            <a:extLst>
              <a:ext uri="{FF2B5EF4-FFF2-40B4-BE49-F238E27FC236}">
                <a16:creationId xmlns:a16="http://schemas.microsoft.com/office/drawing/2014/main" id="{467C648A-EA5E-4626-B541-85FAECFF6162}"/>
              </a:ext>
            </a:extLst>
          </p:cNvPr>
          <p:cNvSpPr>
            <a:spLocks noChangeShapeType="1"/>
          </p:cNvSpPr>
          <p:nvPr/>
        </p:nvSpPr>
        <p:spPr bwMode="auto">
          <a:xfrm>
            <a:off x="5963130" y="4220470"/>
            <a:ext cx="141158" cy="1100"/>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56" name="Line 9">
            <a:extLst>
              <a:ext uri="{FF2B5EF4-FFF2-40B4-BE49-F238E27FC236}">
                <a16:creationId xmlns:a16="http://schemas.microsoft.com/office/drawing/2014/main" id="{82C698FA-3570-4520-BDE3-31531274C336}"/>
              </a:ext>
            </a:extLst>
          </p:cNvPr>
          <p:cNvSpPr>
            <a:spLocks noChangeShapeType="1"/>
          </p:cNvSpPr>
          <p:nvPr/>
        </p:nvSpPr>
        <p:spPr bwMode="auto">
          <a:xfrm>
            <a:off x="5303641" y="3669719"/>
            <a:ext cx="137770" cy="1100"/>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57" name="Line 10">
            <a:extLst>
              <a:ext uri="{FF2B5EF4-FFF2-40B4-BE49-F238E27FC236}">
                <a16:creationId xmlns:a16="http://schemas.microsoft.com/office/drawing/2014/main" id="{CA9AB4BD-A845-4C6B-833E-AE702C2BFB65}"/>
              </a:ext>
            </a:extLst>
          </p:cNvPr>
          <p:cNvSpPr>
            <a:spLocks noChangeShapeType="1"/>
          </p:cNvSpPr>
          <p:nvPr/>
        </p:nvSpPr>
        <p:spPr bwMode="auto">
          <a:xfrm>
            <a:off x="5303641" y="3790643"/>
            <a:ext cx="137770" cy="3298"/>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58" name="Freeform 11">
            <a:extLst>
              <a:ext uri="{FF2B5EF4-FFF2-40B4-BE49-F238E27FC236}">
                <a16:creationId xmlns:a16="http://schemas.microsoft.com/office/drawing/2014/main" id="{7C056DDB-8751-44DD-9441-BC9E0C1CB263}"/>
              </a:ext>
            </a:extLst>
          </p:cNvPr>
          <p:cNvSpPr>
            <a:spLocks/>
          </p:cNvSpPr>
          <p:nvPr/>
        </p:nvSpPr>
        <p:spPr bwMode="auto">
          <a:xfrm>
            <a:off x="6481462" y="3608158"/>
            <a:ext cx="141158" cy="245145"/>
          </a:xfrm>
          <a:custGeom>
            <a:avLst/>
            <a:gdLst>
              <a:gd name="T0" fmla="*/ 0 w 125"/>
              <a:gd name="T1" fmla="*/ 223 h 223"/>
              <a:gd name="T2" fmla="*/ 125 w 125"/>
              <a:gd name="T3" fmla="*/ 223 h 223"/>
              <a:gd name="T4" fmla="*/ 125 w 125"/>
              <a:gd name="T5" fmla="*/ 0 h 223"/>
              <a:gd name="T6" fmla="*/ 4 w 125"/>
              <a:gd name="T7" fmla="*/ 0 h 223"/>
              <a:gd name="T8" fmla="*/ 0 60000 65536"/>
              <a:gd name="T9" fmla="*/ 0 60000 65536"/>
              <a:gd name="T10" fmla="*/ 0 60000 65536"/>
              <a:gd name="T11" fmla="*/ 0 60000 65536"/>
              <a:gd name="T12" fmla="*/ 0 w 125"/>
              <a:gd name="T13" fmla="*/ 0 h 223"/>
              <a:gd name="T14" fmla="*/ 125 w 125"/>
              <a:gd name="T15" fmla="*/ 223 h 223"/>
            </a:gdLst>
            <a:ahLst/>
            <a:cxnLst>
              <a:cxn ang="T8">
                <a:pos x="T0" y="T1"/>
              </a:cxn>
              <a:cxn ang="T9">
                <a:pos x="T2" y="T3"/>
              </a:cxn>
              <a:cxn ang="T10">
                <a:pos x="T4" y="T5"/>
              </a:cxn>
              <a:cxn ang="T11">
                <a:pos x="T6" y="T7"/>
              </a:cxn>
            </a:cxnLst>
            <a:rect l="T12" t="T13" r="T14" b="T15"/>
            <a:pathLst>
              <a:path w="125" h="223">
                <a:moveTo>
                  <a:pt x="0" y="223"/>
                </a:moveTo>
                <a:lnTo>
                  <a:pt x="125" y="223"/>
                </a:lnTo>
                <a:lnTo>
                  <a:pt x="125" y="0"/>
                </a:lnTo>
                <a:lnTo>
                  <a:pt x="4"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959" name="Freeform 12">
            <a:extLst>
              <a:ext uri="{FF2B5EF4-FFF2-40B4-BE49-F238E27FC236}">
                <a16:creationId xmlns:a16="http://schemas.microsoft.com/office/drawing/2014/main" id="{20A0855A-F02D-4727-8B9F-19A4EBF44130}"/>
              </a:ext>
            </a:extLst>
          </p:cNvPr>
          <p:cNvSpPr>
            <a:spLocks/>
          </p:cNvSpPr>
          <p:nvPr/>
        </p:nvSpPr>
        <p:spPr bwMode="auto">
          <a:xfrm>
            <a:off x="6344821" y="3608158"/>
            <a:ext cx="141158" cy="245145"/>
          </a:xfrm>
          <a:custGeom>
            <a:avLst/>
            <a:gdLst>
              <a:gd name="T0" fmla="*/ 121 w 125"/>
              <a:gd name="T1" fmla="*/ 0 h 223"/>
              <a:gd name="T2" fmla="*/ 0 w 125"/>
              <a:gd name="T3" fmla="*/ 0 h 223"/>
              <a:gd name="T4" fmla="*/ 0 w 125"/>
              <a:gd name="T5" fmla="*/ 223 h 223"/>
              <a:gd name="T6" fmla="*/ 125 w 125"/>
              <a:gd name="T7" fmla="*/ 223 h 223"/>
              <a:gd name="T8" fmla="*/ 0 60000 65536"/>
              <a:gd name="T9" fmla="*/ 0 60000 65536"/>
              <a:gd name="T10" fmla="*/ 0 60000 65536"/>
              <a:gd name="T11" fmla="*/ 0 60000 65536"/>
              <a:gd name="T12" fmla="*/ 0 w 125"/>
              <a:gd name="T13" fmla="*/ 0 h 223"/>
              <a:gd name="T14" fmla="*/ 125 w 125"/>
              <a:gd name="T15" fmla="*/ 223 h 223"/>
            </a:gdLst>
            <a:ahLst/>
            <a:cxnLst>
              <a:cxn ang="T8">
                <a:pos x="T0" y="T1"/>
              </a:cxn>
              <a:cxn ang="T9">
                <a:pos x="T2" y="T3"/>
              </a:cxn>
              <a:cxn ang="T10">
                <a:pos x="T4" y="T5"/>
              </a:cxn>
              <a:cxn ang="T11">
                <a:pos x="T6" y="T7"/>
              </a:cxn>
            </a:cxnLst>
            <a:rect l="T12" t="T13" r="T14" b="T15"/>
            <a:pathLst>
              <a:path w="125" h="223">
                <a:moveTo>
                  <a:pt x="121" y="0"/>
                </a:moveTo>
                <a:lnTo>
                  <a:pt x="0" y="0"/>
                </a:lnTo>
                <a:lnTo>
                  <a:pt x="0" y="223"/>
                </a:lnTo>
                <a:lnTo>
                  <a:pt x="125" y="223"/>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960" name="Line 13">
            <a:extLst>
              <a:ext uri="{FF2B5EF4-FFF2-40B4-BE49-F238E27FC236}">
                <a16:creationId xmlns:a16="http://schemas.microsoft.com/office/drawing/2014/main" id="{65127AB3-E9BC-46BA-A37E-4C862BE3045A}"/>
              </a:ext>
            </a:extLst>
          </p:cNvPr>
          <p:cNvSpPr>
            <a:spLocks noChangeShapeType="1"/>
          </p:cNvSpPr>
          <p:nvPr/>
        </p:nvSpPr>
        <p:spPr bwMode="auto">
          <a:xfrm>
            <a:off x="4640763" y="3243188"/>
            <a:ext cx="141158" cy="1100"/>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61" name="Line 14">
            <a:extLst>
              <a:ext uri="{FF2B5EF4-FFF2-40B4-BE49-F238E27FC236}">
                <a16:creationId xmlns:a16="http://schemas.microsoft.com/office/drawing/2014/main" id="{87353743-6AB5-4BAF-A736-DA0D1B2CEF04}"/>
              </a:ext>
            </a:extLst>
          </p:cNvPr>
          <p:cNvSpPr>
            <a:spLocks noChangeShapeType="1"/>
          </p:cNvSpPr>
          <p:nvPr/>
        </p:nvSpPr>
        <p:spPr bwMode="auto">
          <a:xfrm>
            <a:off x="4640763" y="3120066"/>
            <a:ext cx="418957"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62" name="Line 15">
            <a:extLst>
              <a:ext uri="{FF2B5EF4-FFF2-40B4-BE49-F238E27FC236}">
                <a16:creationId xmlns:a16="http://schemas.microsoft.com/office/drawing/2014/main" id="{6A2EBF2F-E81A-48E6-91A5-B672BECCB2D9}"/>
              </a:ext>
            </a:extLst>
          </p:cNvPr>
          <p:cNvSpPr>
            <a:spLocks noChangeShapeType="1"/>
          </p:cNvSpPr>
          <p:nvPr/>
        </p:nvSpPr>
        <p:spPr bwMode="auto">
          <a:xfrm>
            <a:off x="3981273" y="2692437"/>
            <a:ext cx="418957"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63" name="Line 16">
            <a:extLst>
              <a:ext uri="{FF2B5EF4-FFF2-40B4-BE49-F238E27FC236}">
                <a16:creationId xmlns:a16="http://schemas.microsoft.com/office/drawing/2014/main" id="{2F248A07-185B-44AF-8A7F-DE1B03E725E6}"/>
              </a:ext>
            </a:extLst>
          </p:cNvPr>
          <p:cNvSpPr>
            <a:spLocks noChangeShapeType="1"/>
          </p:cNvSpPr>
          <p:nvPr/>
        </p:nvSpPr>
        <p:spPr bwMode="auto">
          <a:xfrm>
            <a:off x="3981273" y="2569315"/>
            <a:ext cx="141158" cy="2198"/>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64" name="Line 17">
            <a:extLst>
              <a:ext uri="{FF2B5EF4-FFF2-40B4-BE49-F238E27FC236}">
                <a16:creationId xmlns:a16="http://schemas.microsoft.com/office/drawing/2014/main" id="{7C20A82E-15FA-46B2-A55A-ECBDC92EE36D}"/>
              </a:ext>
            </a:extLst>
          </p:cNvPr>
          <p:cNvSpPr>
            <a:spLocks noChangeShapeType="1"/>
          </p:cNvSpPr>
          <p:nvPr/>
        </p:nvSpPr>
        <p:spPr bwMode="auto">
          <a:xfrm>
            <a:off x="4884684" y="2080124"/>
            <a:ext cx="141158" cy="3298"/>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65" name="Rectangle 18">
            <a:extLst>
              <a:ext uri="{FF2B5EF4-FFF2-40B4-BE49-F238E27FC236}">
                <a16:creationId xmlns:a16="http://schemas.microsoft.com/office/drawing/2014/main" id="{FFF38466-5F15-4D16-9A07-A25F772D2118}"/>
              </a:ext>
            </a:extLst>
          </p:cNvPr>
          <p:cNvSpPr>
            <a:spLocks noChangeArrowheads="1"/>
          </p:cNvSpPr>
          <p:nvPr/>
        </p:nvSpPr>
        <p:spPr bwMode="auto">
          <a:xfrm>
            <a:off x="5025842" y="1959201"/>
            <a:ext cx="137770" cy="244046"/>
          </a:xfrm>
          <a:prstGeom prst="rect">
            <a:avLst/>
          </a:prstGeom>
          <a:solidFill>
            <a:srgbClr val="FBE2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966" name="Rectangle 19">
            <a:extLst>
              <a:ext uri="{FF2B5EF4-FFF2-40B4-BE49-F238E27FC236}">
                <a16:creationId xmlns:a16="http://schemas.microsoft.com/office/drawing/2014/main" id="{68B6CC3F-3704-4518-8D41-86843786596C}"/>
              </a:ext>
            </a:extLst>
          </p:cNvPr>
          <p:cNvSpPr>
            <a:spLocks noChangeArrowheads="1"/>
          </p:cNvSpPr>
          <p:nvPr/>
        </p:nvSpPr>
        <p:spPr bwMode="auto">
          <a:xfrm>
            <a:off x="5025842" y="1959201"/>
            <a:ext cx="137770" cy="244046"/>
          </a:xfrm>
          <a:prstGeom prst="rect">
            <a:avLst/>
          </a:prstGeom>
          <a:noFill/>
          <a:ln w="15875">
            <a:solidFill>
              <a:srgbClr val="EB75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967" name="Line 20">
            <a:extLst>
              <a:ext uri="{FF2B5EF4-FFF2-40B4-BE49-F238E27FC236}">
                <a16:creationId xmlns:a16="http://schemas.microsoft.com/office/drawing/2014/main" id="{E7E0557B-29CC-4338-B0F4-71B87FE3D253}"/>
              </a:ext>
            </a:extLst>
          </p:cNvPr>
          <p:cNvSpPr>
            <a:spLocks noChangeShapeType="1"/>
          </p:cNvSpPr>
          <p:nvPr/>
        </p:nvSpPr>
        <p:spPr bwMode="auto">
          <a:xfrm flipV="1">
            <a:off x="5303641" y="1955903"/>
            <a:ext cx="1130" cy="25064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68" name="Line 21">
            <a:extLst>
              <a:ext uri="{FF2B5EF4-FFF2-40B4-BE49-F238E27FC236}">
                <a16:creationId xmlns:a16="http://schemas.microsoft.com/office/drawing/2014/main" id="{727F135D-75CD-4543-AF0B-8BD75BE52577}"/>
              </a:ext>
            </a:extLst>
          </p:cNvPr>
          <p:cNvSpPr>
            <a:spLocks noChangeShapeType="1"/>
          </p:cNvSpPr>
          <p:nvPr/>
        </p:nvSpPr>
        <p:spPr bwMode="auto">
          <a:xfrm flipH="1">
            <a:off x="5163612" y="1959201"/>
            <a:ext cx="140029"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69" name="Line 22">
            <a:extLst>
              <a:ext uri="{FF2B5EF4-FFF2-40B4-BE49-F238E27FC236}">
                <a16:creationId xmlns:a16="http://schemas.microsoft.com/office/drawing/2014/main" id="{2888D052-72A3-4802-8CB0-69B3D1066DCF}"/>
              </a:ext>
            </a:extLst>
          </p:cNvPr>
          <p:cNvSpPr>
            <a:spLocks noChangeShapeType="1"/>
          </p:cNvSpPr>
          <p:nvPr/>
        </p:nvSpPr>
        <p:spPr bwMode="auto">
          <a:xfrm flipH="1">
            <a:off x="5163612" y="2203246"/>
            <a:ext cx="140029"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70" name="Rectangle 23">
            <a:extLst>
              <a:ext uri="{FF2B5EF4-FFF2-40B4-BE49-F238E27FC236}">
                <a16:creationId xmlns:a16="http://schemas.microsoft.com/office/drawing/2014/main" id="{132520C0-48C8-41D6-8E88-5480BCB222C1}"/>
              </a:ext>
            </a:extLst>
          </p:cNvPr>
          <p:cNvSpPr>
            <a:spLocks noChangeArrowheads="1"/>
          </p:cNvSpPr>
          <p:nvPr/>
        </p:nvSpPr>
        <p:spPr bwMode="auto">
          <a:xfrm>
            <a:off x="3185143" y="1959201"/>
            <a:ext cx="141158" cy="244046"/>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971" name="Rectangle 24">
            <a:extLst>
              <a:ext uri="{FF2B5EF4-FFF2-40B4-BE49-F238E27FC236}">
                <a16:creationId xmlns:a16="http://schemas.microsoft.com/office/drawing/2014/main" id="{D7EDBAB2-BCBB-4A47-B49D-325296F9ADAC}"/>
              </a:ext>
            </a:extLst>
          </p:cNvPr>
          <p:cNvSpPr>
            <a:spLocks noChangeArrowheads="1"/>
          </p:cNvSpPr>
          <p:nvPr/>
        </p:nvSpPr>
        <p:spPr bwMode="auto">
          <a:xfrm>
            <a:off x="3185143" y="1959201"/>
            <a:ext cx="141158" cy="244046"/>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972" name="Line 25">
            <a:extLst>
              <a:ext uri="{FF2B5EF4-FFF2-40B4-BE49-F238E27FC236}">
                <a16:creationId xmlns:a16="http://schemas.microsoft.com/office/drawing/2014/main" id="{A4BE73C6-F9DB-469C-A3DB-79543E40CFE9}"/>
              </a:ext>
            </a:extLst>
          </p:cNvPr>
          <p:cNvSpPr>
            <a:spLocks noChangeShapeType="1"/>
          </p:cNvSpPr>
          <p:nvPr/>
        </p:nvSpPr>
        <p:spPr bwMode="auto">
          <a:xfrm flipV="1">
            <a:off x="3043986" y="1955903"/>
            <a:ext cx="4518" cy="25064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73" name="Line 26">
            <a:extLst>
              <a:ext uri="{FF2B5EF4-FFF2-40B4-BE49-F238E27FC236}">
                <a16:creationId xmlns:a16="http://schemas.microsoft.com/office/drawing/2014/main" id="{42BBC74D-01C1-49AB-9727-16BF953C1AC9}"/>
              </a:ext>
            </a:extLst>
          </p:cNvPr>
          <p:cNvSpPr>
            <a:spLocks noChangeShapeType="1"/>
          </p:cNvSpPr>
          <p:nvPr/>
        </p:nvSpPr>
        <p:spPr bwMode="auto">
          <a:xfrm>
            <a:off x="3043986" y="1959201"/>
            <a:ext cx="147934"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74" name="Line 27">
            <a:extLst>
              <a:ext uri="{FF2B5EF4-FFF2-40B4-BE49-F238E27FC236}">
                <a16:creationId xmlns:a16="http://schemas.microsoft.com/office/drawing/2014/main" id="{4FA75623-71E9-47D8-9EFF-EF5DB5DF9984}"/>
              </a:ext>
            </a:extLst>
          </p:cNvPr>
          <p:cNvSpPr>
            <a:spLocks noChangeShapeType="1"/>
          </p:cNvSpPr>
          <p:nvPr/>
        </p:nvSpPr>
        <p:spPr bwMode="auto">
          <a:xfrm>
            <a:off x="3043986" y="2203246"/>
            <a:ext cx="147934"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75" name="Rectangle 28">
            <a:extLst>
              <a:ext uri="{FF2B5EF4-FFF2-40B4-BE49-F238E27FC236}">
                <a16:creationId xmlns:a16="http://schemas.microsoft.com/office/drawing/2014/main" id="{CBED0A83-D79C-4333-86B5-84725AD27AE7}"/>
              </a:ext>
            </a:extLst>
          </p:cNvPr>
          <p:cNvSpPr>
            <a:spLocks noChangeArrowheads="1"/>
          </p:cNvSpPr>
          <p:nvPr/>
        </p:nvSpPr>
        <p:spPr bwMode="auto">
          <a:xfrm>
            <a:off x="2525654" y="1959201"/>
            <a:ext cx="136641" cy="244046"/>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976" name="Rectangle 29">
            <a:extLst>
              <a:ext uri="{FF2B5EF4-FFF2-40B4-BE49-F238E27FC236}">
                <a16:creationId xmlns:a16="http://schemas.microsoft.com/office/drawing/2014/main" id="{AA343275-B73B-4E07-AA14-7060A9C9D8D8}"/>
              </a:ext>
            </a:extLst>
          </p:cNvPr>
          <p:cNvSpPr>
            <a:spLocks noChangeArrowheads="1"/>
          </p:cNvSpPr>
          <p:nvPr/>
        </p:nvSpPr>
        <p:spPr bwMode="auto">
          <a:xfrm>
            <a:off x="2525654" y="1959201"/>
            <a:ext cx="136641" cy="244046"/>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977" name="Rectangle 30">
            <a:extLst>
              <a:ext uri="{FF2B5EF4-FFF2-40B4-BE49-F238E27FC236}">
                <a16:creationId xmlns:a16="http://schemas.microsoft.com/office/drawing/2014/main" id="{D72434C1-F2F6-4081-BF2A-C4C0B91C8427}"/>
              </a:ext>
            </a:extLst>
          </p:cNvPr>
          <p:cNvSpPr>
            <a:spLocks noChangeArrowheads="1"/>
          </p:cNvSpPr>
          <p:nvPr/>
        </p:nvSpPr>
        <p:spPr bwMode="auto">
          <a:xfrm>
            <a:off x="2384496" y="1959201"/>
            <a:ext cx="141158" cy="244046"/>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978" name="Rectangle 31">
            <a:extLst>
              <a:ext uri="{FF2B5EF4-FFF2-40B4-BE49-F238E27FC236}">
                <a16:creationId xmlns:a16="http://schemas.microsoft.com/office/drawing/2014/main" id="{1B5854D7-EAB6-45B6-B8C4-BB64D6CF1136}"/>
              </a:ext>
            </a:extLst>
          </p:cNvPr>
          <p:cNvSpPr>
            <a:spLocks noChangeArrowheads="1"/>
          </p:cNvSpPr>
          <p:nvPr/>
        </p:nvSpPr>
        <p:spPr bwMode="auto">
          <a:xfrm>
            <a:off x="2459027" y="2008669"/>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72979" name="Rectangle 32">
            <a:extLst>
              <a:ext uri="{FF2B5EF4-FFF2-40B4-BE49-F238E27FC236}">
                <a16:creationId xmlns:a16="http://schemas.microsoft.com/office/drawing/2014/main" id="{F98BFE25-CEA4-46D7-A84E-342F9FA1207D}"/>
              </a:ext>
            </a:extLst>
          </p:cNvPr>
          <p:cNvSpPr>
            <a:spLocks noChangeArrowheads="1"/>
          </p:cNvSpPr>
          <p:nvPr/>
        </p:nvSpPr>
        <p:spPr bwMode="auto">
          <a:xfrm>
            <a:off x="2492905" y="2008669"/>
            <a:ext cx="91471"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72980" name="Rectangle 33">
            <a:extLst>
              <a:ext uri="{FF2B5EF4-FFF2-40B4-BE49-F238E27FC236}">
                <a16:creationId xmlns:a16="http://schemas.microsoft.com/office/drawing/2014/main" id="{208E2CDE-6BAE-4CFB-B8B3-4EA2D1BBDC8C}"/>
              </a:ext>
            </a:extLst>
          </p:cNvPr>
          <p:cNvSpPr>
            <a:spLocks noChangeArrowheads="1"/>
          </p:cNvSpPr>
          <p:nvPr/>
        </p:nvSpPr>
        <p:spPr bwMode="auto">
          <a:xfrm>
            <a:off x="3081251" y="2008669"/>
            <a:ext cx="79049"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2981" name="Rectangle 34">
            <a:extLst>
              <a:ext uri="{FF2B5EF4-FFF2-40B4-BE49-F238E27FC236}">
                <a16:creationId xmlns:a16="http://schemas.microsoft.com/office/drawing/2014/main" id="{39C03DB3-EFB5-48BD-A7D5-81F605F151B7}"/>
              </a:ext>
            </a:extLst>
          </p:cNvPr>
          <p:cNvSpPr>
            <a:spLocks noChangeArrowheads="1"/>
          </p:cNvSpPr>
          <p:nvPr/>
        </p:nvSpPr>
        <p:spPr bwMode="auto">
          <a:xfrm>
            <a:off x="3170463" y="2008669"/>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2982" name="Rectangle 35">
            <a:extLst>
              <a:ext uri="{FF2B5EF4-FFF2-40B4-BE49-F238E27FC236}">
                <a16:creationId xmlns:a16="http://schemas.microsoft.com/office/drawing/2014/main" id="{1B750D48-CF78-4166-8057-115D60E68D6F}"/>
              </a:ext>
            </a:extLst>
          </p:cNvPr>
          <p:cNvSpPr>
            <a:spLocks noChangeArrowheads="1"/>
          </p:cNvSpPr>
          <p:nvPr/>
        </p:nvSpPr>
        <p:spPr bwMode="auto">
          <a:xfrm>
            <a:off x="3240477" y="2008669"/>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72983" name="Freeform 36">
            <a:extLst>
              <a:ext uri="{FF2B5EF4-FFF2-40B4-BE49-F238E27FC236}">
                <a16:creationId xmlns:a16="http://schemas.microsoft.com/office/drawing/2014/main" id="{748C7BA0-019A-4E3C-8C49-B13B48690DA6}"/>
              </a:ext>
            </a:extLst>
          </p:cNvPr>
          <p:cNvSpPr>
            <a:spLocks/>
          </p:cNvSpPr>
          <p:nvPr/>
        </p:nvSpPr>
        <p:spPr bwMode="auto">
          <a:xfrm>
            <a:off x="3737352" y="1838278"/>
            <a:ext cx="211172" cy="485892"/>
          </a:xfrm>
          <a:custGeom>
            <a:avLst/>
            <a:gdLst>
              <a:gd name="T0" fmla="*/ 0 w 187"/>
              <a:gd name="T1" fmla="*/ 0 h 442"/>
              <a:gd name="T2" fmla="*/ 3 w 187"/>
              <a:gd name="T3" fmla="*/ 178 h 442"/>
              <a:gd name="T4" fmla="*/ 62 w 187"/>
              <a:gd name="T5" fmla="*/ 223 h 442"/>
              <a:gd name="T6" fmla="*/ 3 w 187"/>
              <a:gd name="T7" fmla="*/ 264 h 442"/>
              <a:gd name="T8" fmla="*/ 3 w 187"/>
              <a:gd name="T9" fmla="*/ 442 h 442"/>
              <a:gd name="T10" fmla="*/ 187 w 187"/>
              <a:gd name="T11" fmla="*/ 306 h 442"/>
              <a:gd name="T12" fmla="*/ 187 w 187"/>
              <a:gd name="T13" fmla="*/ 137 h 442"/>
              <a:gd name="T14" fmla="*/ 3 w 187"/>
              <a:gd name="T15" fmla="*/ 0 h 442"/>
              <a:gd name="T16" fmla="*/ 3 w 187"/>
              <a:gd name="T17" fmla="*/ 0 h 442"/>
              <a:gd name="T18" fmla="*/ 0 w 187"/>
              <a:gd name="T19" fmla="*/ 0 h 4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7"/>
              <a:gd name="T31" fmla="*/ 0 h 442"/>
              <a:gd name="T32" fmla="*/ 187 w 187"/>
              <a:gd name="T33" fmla="*/ 442 h 4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7" h="442">
                <a:moveTo>
                  <a:pt x="0" y="0"/>
                </a:moveTo>
                <a:lnTo>
                  <a:pt x="3" y="178"/>
                </a:lnTo>
                <a:lnTo>
                  <a:pt x="62" y="223"/>
                </a:lnTo>
                <a:lnTo>
                  <a:pt x="3" y="264"/>
                </a:lnTo>
                <a:lnTo>
                  <a:pt x="3" y="442"/>
                </a:lnTo>
                <a:lnTo>
                  <a:pt x="187" y="306"/>
                </a:lnTo>
                <a:lnTo>
                  <a:pt x="187" y="137"/>
                </a:lnTo>
                <a:lnTo>
                  <a:pt x="3" y="0"/>
                </a:ln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984" name="Freeform 37">
            <a:extLst>
              <a:ext uri="{FF2B5EF4-FFF2-40B4-BE49-F238E27FC236}">
                <a16:creationId xmlns:a16="http://schemas.microsoft.com/office/drawing/2014/main" id="{964C1B51-C96C-4AAB-A1CD-7B53982BF28A}"/>
              </a:ext>
            </a:extLst>
          </p:cNvPr>
          <p:cNvSpPr>
            <a:spLocks/>
          </p:cNvSpPr>
          <p:nvPr/>
        </p:nvSpPr>
        <p:spPr bwMode="auto">
          <a:xfrm>
            <a:off x="3737352" y="1838278"/>
            <a:ext cx="211172" cy="485892"/>
          </a:xfrm>
          <a:custGeom>
            <a:avLst/>
            <a:gdLst>
              <a:gd name="T0" fmla="*/ 0 w 187"/>
              <a:gd name="T1" fmla="*/ 0 h 442"/>
              <a:gd name="T2" fmla="*/ 3 w 187"/>
              <a:gd name="T3" fmla="*/ 178 h 442"/>
              <a:gd name="T4" fmla="*/ 62 w 187"/>
              <a:gd name="T5" fmla="*/ 223 h 442"/>
              <a:gd name="T6" fmla="*/ 3 w 187"/>
              <a:gd name="T7" fmla="*/ 264 h 442"/>
              <a:gd name="T8" fmla="*/ 3 w 187"/>
              <a:gd name="T9" fmla="*/ 442 h 442"/>
              <a:gd name="T10" fmla="*/ 187 w 187"/>
              <a:gd name="T11" fmla="*/ 306 h 442"/>
              <a:gd name="T12" fmla="*/ 187 w 187"/>
              <a:gd name="T13" fmla="*/ 137 h 442"/>
              <a:gd name="T14" fmla="*/ 3 w 187"/>
              <a:gd name="T15" fmla="*/ 0 h 442"/>
              <a:gd name="T16" fmla="*/ 3 w 187"/>
              <a:gd name="T17" fmla="*/ 0 h 4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442"/>
              <a:gd name="T29" fmla="*/ 187 w 187"/>
              <a:gd name="T30" fmla="*/ 442 h 4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442">
                <a:moveTo>
                  <a:pt x="0" y="0"/>
                </a:moveTo>
                <a:lnTo>
                  <a:pt x="3" y="178"/>
                </a:lnTo>
                <a:lnTo>
                  <a:pt x="62" y="223"/>
                </a:lnTo>
                <a:lnTo>
                  <a:pt x="3" y="264"/>
                </a:lnTo>
                <a:lnTo>
                  <a:pt x="3" y="442"/>
                </a:lnTo>
                <a:lnTo>
                  <a:pt x="187" y="306"/>
                </a:lnTo>
                <a:lnTo>
                  <a:pt x="187" y="137"/>
                </a:lnTo>
                <a:lnTo>
                  <a:pt x="3"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985" name="Line 38">
            <a:extLst>
              <a:ext uri="{FF2B5EF4-FFF2-40B4-BE49-F238E27FC236}">
                <a16:creationId xmlns:a16="http://schemas.microsoft.com/office/drawing/2014/main" id="{709CE87B-B330-4351-BA39-90151CA0854D}"/>
              </a:ext>
            </a:extLst>
          </p:cNvPr>
          <p:cNvSpPr>
            <a:spLocks noChangeShapeType="1"/>
          </p:cNvSpPr>
          <p:nvPr/>
        </p:nvSpPr>
        <p:spPr bwMode="auto">
          <a:xfrm>
            <a:off x="2662294" y="2080124"/>
            <a:ext cx="386208" cy="329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86" name="Line 39">
            <a:extLst>
              <a:ext uri="{FF2B5EF4-FFF2-40B4-BE49-F238E27FC236}">
                <a16:creationId xmlns:a16="http://schemas.microsoft.com/office/drawing/2014/main" id="{3A04864A-56CD-41CD-98A1-2E2912FCFAA7}"/>
              </a:ext>
            </a:extLst>
          </p:cNvPr>
          <p:cNvSpPr>
            <a:spLocks noChangeShapeType="1"/>
          </p:cNvSpPr>
          <p:nvPr/>
        </p:nvSpPr>
        <p:spPr bwMode="auto">
          <a:xfrm>
            <a:off x="3321784" y="2020762"/>
            <a:ext cx="418957"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87" name="Line 40">
            <a:extLst>
              <a:ext uri="{FF2B5EF4-FFF2-40B4-BE49-F238E27FC236}">
                <a16:creationId xmlns:a16="http://schemas.microsoft.com/office/drawing/2014/main" id="{EA2552A2-8AA2-46E9-B146-284FF311D8D9}"/>
              </a:ext>
            </a:extLst>
          </p:cNvPr>
          <p:cNvSpPr>
            <a:spLocks noChangeShapeType="1"/>
          </p:cNvSpPr>
          <p:nvPr/>
        </p:nvSpPr>
        <p:spPr bwMode="auto">
          <a:xfrm>
            <a:off x="3948525" y="2080124"/>
            <a:ext cx="417827" cy="329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88" name="Line 41">
            <a:extLst>
              <a:ext uri="{FF2B5EF4-FFF2-40B4-BE49-F238E27FC236}">
                <a16:creationId xmlns:a16="http://schemas.microsoft.com/office/drawing/2014/main" id="{30E0881F-AD4F-42DB-87B0-03F482CDBB5F}"/>
              </a:ext>
            </a:extLst>
          </p:cNvPr>
          <p:cNvSpPr>
            <a:spLocks noChangeShapeType="1"/>
          </p:cNvSpPr>
          <p:nvPr/>
        </p:nvSpPr>
        <p:spPr bwMode="auto">
          <a:xfrm>
            <a:off x="3321784" y="2141685"/>
            <a:ext cx="418957"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89" name="Freeform 42">
            <a:extLst>
              <a:ext uri="{FF2B5EF4-FFF2-40B4-BE49-F238E27FC236}">
                <a16:creationId xmlns:a16="http://schemas.microsoft.com/office/drawing/2014/main" id="{4CE15205-DCED-42B9-8D57-98FEE5D0BD0F}"/>
              </a:ext>
            </a:extLst>
          </p:cNvPr>
          <p:cNvSpPr>
            <a:spLocks/>
          </p:cNvSpPr>
          <p:nvPr/>
        </p:nvSpPr>
        <p:spPr bwMode="auto">
          <a:xfrm>
            <a:off x="2973971" y="2020762"/>
            <a:ext cx="70015" cy="59363"/>
          </a:xfrm>
          <a:custGeom>
            <a:avLst/>
            <a:gdLst>
              <a:gd name="T0" fmla="*/ 0 w 62"/>
              <a:gd name="T1" fmla="*/ 54 h 54"/>
              <a:gd name="T2" fmla="*/ 3 w 62"/>
              <a:gd name="T3" fmla="*/ 0 h 54"/>
              <a:gd name="T4" fmla="*/ 62 w 62"/>
              <a:gd name="T5" fmla="*/ 0 h 54"/>
              <a:gd name="T6" fmla="*/ 0 60000 65536"/>
              <a:gd name="T7" fmla="*/ 0 60000 65536"/>
              <a:gd name="T8" fmla="*/ 0 60000 65536"/>
              <a:gd name="T9" fmla="*/ 0 w 62"/>
              <a:gd name="T10" fmla="*/ 0 h 54"/>
              <a:gd name="T11" fmla="*/ 62 w 62"/>
              <a:gd name="T12" fmla="*/ 54 h 54"/>
            </a:gdLst>
            <a:ahLst/>
            <a:cxnLst>
              <a:cxn ang="T6">
                <a:pos x="T0" y="T1"/>
              </a:cxn>
              <a:cxn ang="T7">
                <a:pos x="T2" y="T3"/>
              </a:cxn>
              <a:cxn ang="T8">
                <a:pos x="T4" y="T5"/>
              </a:cxn>
            </a:cxnLst>
            <a:rect l="T9" t="T10" r="T11" b="T12"/>
            <a:pathLst>
              <a:path w="62" h="54">
                <a:moveTo>
                  <a:pt x="0" y="54"/>
                </a:moveTo>
                <a:lnTo>
                  <a:pt x="3" y="0"/>
                </a:lnTo>
                <a:lnTo>
                  <a:pt x="62"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990" name="Freeform 43">
            <a:extLst>
              <a:ext uri="{FF2B5EF4-FFF2-40B4-BE49-F238E27FC236}">
                <a16:creationId xmlns:a16="http://schemas.microsoft.com/office/drawing/2014/main" id="{53628955-F9EC-4A24-A99D-CE8BD363B46F}"/>
              </a:ext>
            </a:extLst>
          </p:cNvPr>
          <p:cNvSpPr>
            <a:spLocks/>
          </p:cNvSpPr>
          <p:nvPr/>
        </p:nvSpPr>
        <p:spPr bwMode="auto">
          <a:xfrm>
            <a:off x="5685331" y="2509952"/>
            <a:ext cx="141158" cy="244046"/>
          </a:xfrm>
          <a:custGeom>
            <a:avLst/>
            <a:gdLst>
              <a:gd name="T0" fmla="*/ 121 w 125"/>
              <a:gd name="T1" fmla="*/ 222 h 222"/>
              <a:gd name="T2" fmla="*/ 0 w 125"/>
              <a:gd name="T3" fmla="*/ 222 h 222"/>
              <a:gd name="T4" fmla="*/ 0 w 125"/>
              <a:gd name="T5" fmla="*/ 0 h 222"/>
              <a:gd name="T6" fmla="*/ 125 w 125"/>
              <a:gd name="T7" fmla="*/ 0 h 222"/>
              <a:gd name="T8" fmla="*/ 121 w 125"/>
              <a:gd name="T9" fmla="*/ 222 h 222"/>
              <a:gd name="T10" fmla="*/ 0 60000 65536"/>
              <a:gd name="T11" fmla="*/ 0 60000 65536"/>
              <a:gd name="T12" fmla="*/ 0 60000 65536"/>
              <a:gd name="T13" fmla="*/ 0 60000 65536"/>
              <a:gd name="T14" fmla="*/ 0 60000 65536"/>
              <a:gd name="T15" fmla="*/ 0 w 125"/>
              <a:gd name="T16" fmla="*/ 0 h 222"/>
              <a:gd name="T17" fmla="*/ 125 w 125"/>
              <a:gd name="T18" fmla="*/ 222 h 222"/>
            </a:gdLst>
            <a:ahLst/>
            <a:cxnLst>
              <a:cxn ang="T10">
                <a:pos x="T0" y="T1"/>
              </a:cxn>
              <a:cxn ang="T11">
                <a:pos x="T2" y="T3"/>
              </a:cxn>
              <a:cxn ang="T12">
                <a:pos x="T4" y="T5"/>
              </a:cxn>
              <a:cxn ang="T13">
                <a:pos x="T6" y="T7"/>
              </a:cxn>
              <a:cxn ang="T14">
                <a:pos x="T8" y="T9"/>
              </a:cxn>
            </a:cxnLst>
            <a:rect l="T15" t="T16" r="T17" b="T18"/>
            <a:pathLst>
              <a:path w="125" h="222">
                <a:moveTo>
                  <a:pt x="121" y="222"/>
                </a:moveTo>
                <a:lnTo>
                  <a:pt x="0" y="222"/>
                </a:lnTo>
                <a:lnTo>
                  <a:pt x="0" y="0"/>
                </a:lnTo>
                <a:lnTo>
                  <a:pt x="125" y="0"/>
                </a:lnTo>
                <a:lnTo>
                  <a:pt x="121" y="22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991" name="Freeform 44">
            <a:extLst>
              <a:ext uri="{FF2B5EF4-FFF2-40B4-BE49-F238E27FC236}">
                <a16:creationId xmlns:a16="http://schemas.microsoft.com/office/drawing/2014/main" id="{1958A207-7BD4-47B2-B615-981C4429F721}"/>
              </a:ext>
            </a:extLst>
          </p:cNvPr>
          <p:cNvSpPr>
            <a:spLocks/>
          </p:cNvSpPr>
          <p:nvPr/>
        </p:nvSpPr>
        <p:spPr bwMode="auto">
          <a:xfrm>
            <a:off x="5685331" y="2509952"/>
            <a:ext cx="141158" cy="244046"/>
          </a:xfrm>
          <a:custGeom>
            <a:avLst/>
            <a:gdLst>
              <a:gd name="T0" fmla="*/ 121 w 125"/>
              <a:gd name="T1" fmla="*/ 222 h 222"/>
              <a:gd name="T2" fmla="*/ 0 w 125"/>
              <a:gd name="T3" fmla="*/ 222 h 222"/>
              <a:gd name="T4" fmla="*/ 0 w 125"/>
              <a:gd name="T5" fmla="*/ 0 h 222"/>
              <a:gd name="T6" fmla="*/ 125 w 125"/>
              <a:gd name="T7" fmla="*/ 0 h 222"/>
              <a:gd name="T8" fmla="*/ 0 60000 65536"/>
              <a:gd name="T9" fmla="*/ 0 60000 65536"/>
              <a:gd name="T10" fmla="*/ 0 60000 65536"/>
              <a:gd name="T11" fmla="*/ 0 60000 65536"/>
              <a:gd name="T12" fmla="*/ 0 w 125"/>
              <a:gd name="T13" fmla="*/ 0 h 222"/>
              <a:gd name="T14" fmla="*/ 125 w 125"/>
              <a:gd name="T15" fmla="*/ 222 h 222"/>
            </a:gdLst>
            <a:ahLst/>
            <a:cxnLst>
              <a:cxn ang="T8">
                <a:pos x="T0" y="T1"/>
              </a:cxn>
              <a:cxn ang="T9">
                <a:pos x="T2" y="T3"/>
              </a:cxn>
              <a:cxn ang="T10">
                <a:pos x="T4" y="T5"/>
              </a:cxn>
              <a:cxn ang="T11">
                <a:pos x="T6" y="T7"/>
              </a:cxn>
            </a:cxnLst>
            <a:rect l="T12" t="T13" r="T14" b="T15"/>
            <a:pathLst>
              <a:path w="125" h="222">
                <a:moveTo>
                  <a:pt x="121" y="222"/>
                </a:moveTo>
                <a:lnTo>
                  <a:pt x="0" y="222"/>
                </a:lnTo>
                <a:lnTo>
                  <a:pt x="0" y="0"/>
                </a:lnTo>
                <a:lnTo>
                  <a:pt x="125"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992" name="Line 45">
            <a:extLst>
              <a:ext uri="{FF2B5EF4-FFF2-40B4-BE49-F238E27FC236}">
                <a16:creationId xmlns:a16="http://schemas.microsoft.com/office/drawing/2014/main" id="{DAD2D712-0CCC-4059-A35F-63FBB3EF74C3}"/>
              </a:ext>
            </a:extLst>
          </p:cNvPr>
          <p:cNvSpPr>
            <a:spLocks noChangeShapeType="1"/>
          </p:cNvSpPr>
          <p:nvPr/>
        </p:nvSpPr>
        <p:spPr bwMode="auto">
          <a:xfrm flipV="1">
            <a:off x="5963130" y="2503357"/>
            <a:ext cx="1130" cy="25393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93" name="Line 46">
            <a:extLst>
              <a:ext uri="{FF2B5EF4-FFF2-40B4-BE49-F238E27FC236}">
                <a16:creationId xmlns:a16="http://schemas.microsoft.com/office/drawing/2014/main" id="{E05E8DD6-7497-418C-BABD-15F21B8A738F}"/>
              </a:ext>
            </a:extLst>
          </p:cNvPr>
          <p:cNvSpPr>
            <a:spLocks noChangeShapeType="1"/>
          </p:cNvSpPr>
          <p:nvPr/>
        </p:nvSpPr>
        <p:spPr bwMode="auto">
          <a:xfrm flipH="1">
            <a:off x="5818585" y="2509952"/>
            <a:ext cx="144546"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94" name="Line 47">
            <a:extLst>
              <a:ext uri="{FF2B5EF4-FFF2-40B4-BE49-F238E27FC236}">
                <a16:creationId xmlns:a16="http://schemas.microsoft.com/office/drawing/2014/main" id="{4F3E64BC-E5CC-4D2C-B171-3E2907506C42}"/>
              </a:ext>
            </a:extLst>
          </p:cNvPr>
          <p:cNvSpPr>
            <a:spLocks noChangeShapeType="1"/>
          </p:cNvSpPr>
          <p:nvPr/>
        </p:nvSpPr>
        <p:spPr bwMode="auto">
          <a:xfrm flipH="1">
            <a:off x="5818585" y="2753998"/>
            <a:ext cx="144546"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95" name="Rectangle 48">
            <a:extLst>
              <a:ext uri="{FF2B5EF4-FFF2-40B4-BE49-F238E27FC236}">
                <a16:creationId xmlns:a16="http://schemas.microsoft.com/office/drawing/2014/main" id="{A2FD213C-2330-434E-9B90-02E263CE5831}"/>
              </a:ext>
            </a:extLst>
          </p:cNvPr>
          <p:cNvSpPr>
            <a:spLocks noChangeArrowheads="1"/>
          </p:cNvSpPr>
          <p:nvPr/>
        </p:nvSpPr>
        <p:spPr bwMode="auto">
          <a:xfrm>
            <a:off x="3185143" y="2509952"/>
            <a:ext cx="141158" cy="244046"/>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996" name="Rectangle 49">
            <a:extLst>
              <a:ext uri="{FF2B5EF4-FFF2-40B4-BE49-F238E27FC236}">
                <a16:creationId xmlns:a16="http://schemas.microsoft.com/office/drawing/2014/main" id="{60E80AC4-B84D-4CC1-9DD0-476F476A5E2A}"/>
              </a:ext>
            </a:extLst>
          </p:cNvPr>
          <p:cNvSpPr>
            <a:spLocks noChangeArrowheads="1"/>
          </p:cNvSpPr>
          <p:nvPr/>
        </p:nvSpPr>
        <p:spPr bwMode="auto">
          <a:xfrm>
            <a:off x="3185143" y="2509952"/>
            <a:ext cx="141158" cy="244046"/>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997" name="Rectangle 50">
            <a:extLst>
              <a:ext uri="{FF2B5EF4-FFF2-40B4-BE49-F238E27FC236}">
                <a16:creationId xmlns:a16="http://schemas.microsoft.com/office/drawing/2014/main" id="{D706E4F7-CC58-4CC3-BEDC-162287188577}"/>
              </a:ext>
            </a:extLst>
          </p:cNvPr>
          <p:cNvSpPr>
            <a:spLocks noChangeArrowheads="1"/>
          </p:cNvSpPr>
          <p:nvPr/>
        </p:nvSpPr>
        <p:spPr bwMode="auto">
          <a:xfrm>
            <a:off x="3048502" y="2509952"/>
            <a:ext cx="136641" cy="244046"/>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998" name="Rectangle 51">
            <a:extLst>
              <a:ext uri="{FF2B5EF4-FFF2-40B4-BE49-F238E27FC236}">
                <a16:creationId xmlns:a16="http://schemas.microsoft.com/office/drawing/2014/main" id="{D95517A3-474E-4001-A256-7D43448FAAD8}"/>
              </a:ext>
            </a:extLst>
          </p:cNvPr>
          <p:cNvSpPr>
            <a:spLocks noChangeArrowheads="1"/>
          </p:cNvSpPr>
          <p:nvPr/>
        </p:nvSpPr>
        <p:spPr bwMode="auto">
          <a:xfrm>
            <a:off x="3118517" y="2559422"/>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72999" name="Rectangle 52">
            <a:extLst>
              <a:ext uri="{FF2B5EF4-FFF2-40B4-BE49-F238E27FC236}">
                <a16:creationId xmlns:a16="http://schemas.microsoft.com/office/drawing/2014/main" id="{8C487F54-76B8-4488-AF55-5B7682444531}"/>
              </a:ext>
            </a:extLst>
          </p:cNvPr>
          <p:cNvSpPr>
            <a:spLocks noChangeArrowheads="1"/>
          </p:cNvSpPr>
          <p:nvPr/>
        </p:nvSpPr>
        <p:spPr bwMode="auto">
          <a:xfrm>
            <a:off x="3151265" y="2559422"/>
            <a:ext cx="91471"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73000" name="Rectangle 53">
            <a:extLst>
              <a:ext uri="{FF2B5EF4-FFF2-40B4-BE49-F238E27FC236}">
                <a16:creationId xmlns:a16="http://schemas.microsoft.com/office/drawing/2014/main" id="{390E544D-9164-42E4-99CC-931375D6034D}"/>
              </a:ext>
            </a:extLst>
          </p:cNvPr>
          <p:cNvSpPr>
            <a:spLocks noChangeArrowheads="1"/>
          </p:cNvSpPr>
          <p:nvPr/>
        </p:nvSpPr>
        <p:spPr bwMode="auto">
          <a:xfrm>
            <a:off x="3844633" y="2509952"/>
            <a:ext cx="140029" cy="244046"/>
          </a:xfrm>
          <a:prstGeom prst="rect">
            <a:avLst/>
          </a:prstGeom>
          <a:solidFill>
            <a:srgbClr val="FBE2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3001" name="Rectangle 54">
            <a:extLst>
              <a:ext uri="{FF2B5EF4-FFF2-40B4-BE49-F238E27FC236}">
                <a16:creationId xmlns:a16="http://schemas.microsoft.com/office/drawing/2014/main" id="{84A688DC-9F36-4916-920A-C8C1A191EA2C}"/>
              </a:ext>
            </a:extLst>
          </p:cNvPr>
          <p:cNvSpPr>
            <a:spLocks noChangeArrowheads="1"/>
          </p:cNvSpPr>
          <p:nvPr/>
        </p:nvSpPr>
        <p:spPr bwMode="auto">
          <a:xfrm>
            <a:off x="3844633" y="2509952"/>
            <a:ext cx="140029" cy="244046"/>
          </a:xfrm>
          <a:prstGeom prst="rect">
            <a:avLst/>
          </a:prstGeom>
          <a:noFill/>
          <a:ln w="15875">
            <a:solidFill>
              <a:srgbClr val="EB75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3002" name="Line 55">
            <a:extLst>
              <a:ext uri="{FF2B5EF4-FFF2-40B4-BE49-F238E27FC236}">
                <a16:creationId xmlns:a16="http://schemas.microsoft.com/office/drawing/2014/main" id="{EC4A8D92-2158-4DA5-85E3-555955D12699}"/>
              </a:ext>
            </a:extLst>
          </p:cNvPr>
          <p:cNvSpPr>
            <a:spLocks noChangeShapeType="1"/>
          </p:cNvSpPr>
          <p:nvPr/>
        </p:nvSpPr>
        <p:spPr bwMode="auto">
          <a:xfrm flipV="1">
            <a:off x="3703475" y="2503357"/>
            <a:ext cx="3388" cy="25393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3003" name="Line 56">
            <a:extLst>
              <a:ext uri="{FF2B5EF4-FFF2-40B4-BE49-F238E27FC236}">
                <a16:creationId xmlns:a16="http://schemas.microsoft.com/office/drawing/2014/main" id="{DDA12372-348E-4A09-B460-501424008E08}"/>
              </a:ext>
            </a:extLst>
          </p:cNvPr>
          <p:cNvSpPr>
            <a:spLocks noChangeShapeType="1"/>
          </p:cNvSpPr>
          <p:nvPr/>
        </p:nvSpPr>
        <p:spPr bwMode="auto">
          <a:xfrm>
            <a:off x="3703475" y="2509952"/>
            <a:ext cx="141158"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3004" name="Line 57">
            <a:extLst>
              <a:ext uri="{FF2B5EF4-FFF2-40B4-BE49-F238E27FC236}">
                <a16:creationId xmlns:a16="http://schemas.microsoft.com/office/drawing/2014/main" id="{78040E1D-EB3B-4CE5-8C39-C2BBD38F88C9}"/>
              </a:ext>
            </a:extLst>
          </p:cNvPr>
          <p:cNvSpPr>
            <a:spLocks noChangeShapeType="1"/>
          </p:cNvSpPr>
          <p:nvPr/>
        </p:nvSpPr>
        <p:spPr bwMode="auto">
          <a:xfrm>
            <a:off x="3703475" y="2753998"/>
            <a:ext cx="141158"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3005" name="Freeform 58">
            <a:extLst>
              <a:ext uri="{FF2B5EF4-FFF2-40B4-BE49-F238E27FC236}">
                <a16:creationId xmlns:a16="http://schemas.microsoft.com/office/drawing/2014/main" id="{8F436AC2-6E0F-46F5-B849-B902DBDCD043}"/>
              </a:ext>
            </a:extLst>
          </p:cNvPr>
          <p:cNvSpPr>
            <a:spLocks/>
          </p:cNvSpPr>
          <p:nvPr/>
        </p:nvSpPr>
        <p:spPr bwMode="auto">
          <a:xfrm>
            <a:off x="4400230" y="2389029"/>
            <a:ext cx="211172" cy="485892"/>
          </a:xfrm>
          <a:custGeom>
            <a:avLst/>
            <a:gdLst>
              <a:gd name="T0" fmla="*/ 0 w 187"/>
              <a:gd name="T1" fmla="*/ 0 h 442"/>
              <a:gd name="T2" fmla="*/ 0 w 187"/>
              <a:gd name="T3" fmla="*/ 178 h 442"/>
              <a:gd name="T4" fmla="*/ 59 w 187"/>
              <a:gd name="T5" fmla="*/ 220 h 442"/>
              <a:gd name="T6" fmla="*/ 0 w 187"/>
              <a:gd name="T7" fmla="*/ 264 h 442"/>
              <a:gd name="T8" fmla="*/ 0 w 187"/>
              <a:gd name="T9" fmla="*/ 442 h 442"/>
              <a:gd name="T10" fmla="*/ 187 w 187"/>
              <a:gd name="T11" fmla="*/ 306 h 442"/>
              <a:gd name="T12" fmla="*/ 187 w 187"/>
              <a:gd name="T13" fmla="*/ 134 h 442"/>
              <a:gd name="T14" fmla="*/ 0 w 187"/>
              <a:gd name="T15" fmla="*/ 0 h 442"/>
              <a:gd name="T16" fmla="*/ 0 w 187"/>
              <a:gd name="T17" fmla="*/ 0 h 4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442"/>
              <a:gd name="T29" fmla="*/ 187 w 187"/>
              <a:gd name="T30" fmla="*/ 442 h 4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442">
                <a:moveTo>
                  <a:pt x="0" y="0"/>
                </a:moveTo>
                <a:lnTo>
                  <a:pt x="0" y="178"/>
                </a:lnTo>
                <a:lnTo>
                  <a:pt x="59" y="220"/>
                </a:lnTo>
                <a:lnTo>
                  <a:pt x="0" y="264"/>
                </a:lnTo>
                <a:lnTo>
                  <a:pt x="0" y="442"/>
                </a:lnTo>
                <a:lnTo>
                  <a:pt x="187" y="306"/>
                </a:lnTo>
                <a:lnTo>
                  <a:pt x="187" y="134"/>
                </a:ln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3006" name="Freeform 59">
            <a:extLst>
              <a:ext uri="{FF2B5EF4-FFF2-40B4-BE49-F238E27FC236}">
                <a16:creationId xmlns:a16="http://schemas.microsoft.com/office/drawing/2014/main" id="{D0E11BD7-429A-4514-809F-C4A49414FD05}"/>
              </a:ext>
            </a:extLst>
          </p:cNvPr>
          <p:cNvSpPr>
            <a:spLocks/>
          </p:cNvSpPr>
          <p:nvPr/>
        </p:nvSpPr>
        <p:spPr bwMode="auto">
          <a:xfrm>
            <a:off x="4400230" y="2389029"/>
            <a:ext cx="211172" cy="485892"/>
          </a:xfrm>
          <a:custGeom>
            <a:avLst/>
            <a:gdLst>
              <a:gd name="T0" fmla="*/ 0 w 187"/>
              <a:gd name="T1" fmla="*/ 0 h 442"/>
              <a:gd name="T2" fmla="*/ 0 w 187"/>
              <a:gd name="T3" fmla="*/ 178 h 442"/>
              <a:gd name="T4" fmla="*/ 59 w 187"/>
              <a:gd name="T5" fmla="*/ 220 h 442"/>
              <a:gd name="T6" fmla="*/ 0 w 187"/>
              <a:gd name="T7" fmla="*/ 264 h 442"/>
              <a:gd name="T8" fmla="*/ 0 w 187"/>
              <a:gd name="T9" fmla="*/ 442 h 442"/>
              <a:gd name="T10" fmla="*/ 187 w 187"/>
              <a:gd name="T11" fmla="*/ 306 h 442"/>
              <a:gd name="T12" fmla="*/ 187 w 187"/>
              <a:gd name="T13" fmla="*/ 134 h 442"/>
              <a:gd name="T14" fmla="*/ 0 w 187"/>
              <a:gd name="T15" fmla="*/ 0 h 442"/>
              <a:gd name="T16" fmla="*/ 0 w 187"/>
              <a:gd name="T17" fmla="*/ 0 h 4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442"/>
              <a:gd name="T29" fmla="*/ 187 w 187"/>
              <a:gd name="T30" fmla="*/ 442 h 4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442">
                <a:moveTo>
                  <a:pt x="0" y="0"/>
                </a:moveTo>
                <a:lnTo>
                  <a:pt x="0" y="178"/>
                </a:lnTo>
                <a:lnTo>
                  <a:pt x="59" y="220"/>
                </a:lnTo>
                <a:lnTo>
                  <a:pt x="0" y="264"/>
                </a:lnTo>
                <a:lnTo>
                  <a:pt x="0" y="442"/>
                </a:lnTo>
                <a:lnTo>
                  <a:pt x="187" y="306"/>
                </a:lnTo>
                <a:lnTo>
                  <a:pt x="187" y="134"/>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3007" name="Rectangle 60">
            <a:extLst>
              <a:ext uri="{FF2B5EF4-FFF2-40B4-BE49-F238E27FC236}">
                <a16:creationId xmlns:a16="http://schemas.microsoft.com/office/drawing/2014/main" id="{7A7ACACA-B6BB-4E79-A2E5-30205C799243}"/>
              </a:ext>
            </a:extLst>
          </p:cNvPr>
          <p:cNvSpPr>
            <a:spLocks noChangeArrowheads="1"/>
          </p:cNvSpPr>
          <p:nvPr/>
        </p:nvSpPr>
        <p:spPr bwMode="auto">
          <a:xfrm>
            <a:off x="5719209" y="2559422"/>
            <a:ext cx="79049"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3008" name="Rectangle 61">
            <a:extLst>
              <a:ext uri="{FF2B5EF4-FFF2-40B4-BE49-F238E27FC236}">
                <a16:creationId xmlns:a16="http://schemas.microsoft.com/office/drawing/2014/main" id="{CD574EEF-95E6-4733-91C1-58A9ECC47D38}"/>
              </a:ext>
            </a:extLst>
          </p:cNvPr>
          <p:cNvSpPr>
            <a:spLocks noChangeArrowheads="1"/>
          </p:cNvSpPr>
          <p:nvPr/>
        </p:nvSpPr>
        <p:spPr bwMode="auto">
          <a:xfrm>
            <a:off x="5811809" y="2559422"/>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3009" name="Rectangle 62">
            <a:extLst>
              <a:ext uri="{FF2B5EF4-FFF2-40B4-BE49-F238E27FC236}">
                <a16:creationId xmlns:a16="http://schemas.microsoft.com/office/drawing/2014/main" id="{14927502-FFA6-46C0-95D1-7F2C7B91F9F5}"/>
              </a:ext>
            </a:extLst>
          </p:cNvPr>
          <p:cNvSpPr>
            <a:spLocks noChangeArrowheads="1"/>
          </p:cNvSpPr>
          <p:nvPr/>
        </p:nvSpPr>
        <p:spPr bwMode="auto">
          <a:xfrm>
            <a:off x="5878435" y="2559422"/>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73010" name="Line 63">
            <a:extLst>
              <a:ext uri="{FF2B5EF4-FFF2-40B4-BE49-F238E27FC236}">
                <a16:creationId xmlns:a16="http://schemas.microsoft.com/office/drawing/2014/main" id="{20946326-80ED-4A01-A0FC-6B1769E01341}"/>
              </a:ext>
            </a:extLst>
          </p:cNvPr>
          <p:cNvSpPr>
            <a:spLocks noChangeShapeType="1"/>
          </p:cNvSpPr>
          <p:nvPr/>
        </p:nvSpPr>
        <p:spPr bwMode="auto">
          <a:xfrm>
            <a:off x="3321784" y="2630876"/>
            <a:ext cx="385079"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3011" name="Line 64">
            <a:extLst>
              <a:ext uri="{FF2B5EF4-FFF2-40B4-BE49-F238E27FC236}">
                <a16:creationId xmlns:a16="http://schemas.microsoft.com/office/drawing/2014/main" id="{E5564E99-0FC7-4D46-BCF5-42340F5DAF51}"/>
              </a:ext>
            </a:extLst>
          </p:cNvPr>
          <p:cNvSpPr>
            <a:spLocks noChangeShapeType="1"/>
          </p:cNvSpPr>
          <p:nvPr/>
        </p:nvSpPr>
        <p:spPr bwMode="auto">
          <a:xfrm>
            <a:off x="4606886" y="2630876"/>
            <a:ext cx="418957"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3012" name="Line 65">
            <a:extLst>
              <a:ext uri="{FF2B5EF4-FFF2-40B4-BE49-F238E27FC236}">
                <a16:creationId xmlns:a16="http://schemas.microsoft.com/office/drawing/2014/main" id="{F12D7387-C530-475E-9899-C353E5AAC815}"/>
              </a:ext>
            </a:extLst>
          </p:cNvPr>
          <p:cNvSpPr>
            <a:spLocks noChangeShapeType="1"/>
          </p:cNvSpPr>
          <p:nvPr/>
        </p:nvSpPr>
        <p:spPr bwMode="auto">
          <a:xfrm>
            <a:off x="5300253" y="2630876"/>
            <a:ext cx="385079"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3013" name="Freeform 66">
            <a:extLst>
              <a:ext uri="{FF2B5EF4-FFF2-40B4-BE49-F238E27FC236}">
                <a16:creationId xmlns:a16="http://schemas.microsoft.com/office/drawing/2014/main" id="{F40B78D7-9368-492C-B0B5-7E92B7F904C6}"/>
              </a:ext>
            </a:extLst>
          </p:cNvPr>
          <p:cNvSpPr>
            <a:spLocks/>
          </p:cNvSpPr>
          <p:nvPr/>
        </p:nvSpPr>
        <p:spPr bwMode="auto">
          <a:xfrm>
            <a:off x="3636849" y="2571513"/>
            <a:ext cx="66627" cy="59363"/>
          </a:xfrm>
          <a:custGeom>
            <a:avLst/>
            <a:gdLst>
              <a:gd name="T0" fmla="*/ 0 w 59"/>
              <a:gd name="T1" fmla="*/ 54 h 54"/>
              <a:gd name="T2" fmla="*/ 0 w 59"/>
              <a:gd name="T3" fmla="*/ 0 h 54"/>
              <a:gd name="T4" fmla="*/ 59 w 59"/>
              <a:gd name="T5" fmla="*/ 0 h 54"/>
              <a:gd name="T6" fmla="*/ 0 60000 65536"/>
              <a:gd name="T7" fmla="*/ 0 60000 65536"/>
              <a:gd name="T8" fmla="*/ 0 60000 65536"/>
              <a:gd name="T9" fmla="*/ 0 w 59"/>
              <a:gd name="T10" fmla="*/ 0 h 54"/>
              <a:gd name="T11" fmla="*/ 59 w 59"/>
              <a:gd name="T12" fmla="*/ 54 h 54"/>
            </a:gdLst>
            <a:ahLst/>
            <a:cxnLst>
              <a:cxn ang="T6">
                <a:pos x="T0" y="T1"/>
              </a:cxn>
              <a:cxn ang="T7">
                <a:pos x="T2" y="T3"/>
              </a:cxn>
              <a:cxn ang="T8">
                <a:pos x="T4" y="T5"/>
              </a:cxn>
            </a:cxnLst>
            <a:rect l="T9" t="T10" r="T11" b="T12"/>
            <a:pathLst>
              <a:path w="59" h="54">
                <a:moveTo>
                  <a:pt x="0" y="54"/>
                </a:moveTo>
                <a:lnTo>
                  <a:pt x="0" y="0"/>
                </a:lnTo>
                <a:lnTo>
                  <a:pt x="59"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3014" name="Rectangle 67">
            <a:extLst>
              <a:ext uri="{FF2B5EF4-FFF2-40B4-BE49-F238E27FC236}">
                <a16:creationId xmlns:a16="http://schemas.microsoft.com/office/drawing/2014/main" id="{F5B82EA7-8273-405C-97CF-1B84E7DB51C8}"/>
              </a:ext>
            </a:extLst>
          </p:cNvPr>
          <p:cNvSpPr>
            <a:spLocks noChangeArrowheads="1"/>
          </p:cNvSpPr>
          <p:nvPr/>
        </p:nvSpPr>
        <p:spPr bwMode="auto">
          <a:xfrm>
            <a:off x="2392400" y="1066566"/>
            <a:ext cx="79049"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15" name="Rectangle 68">
            <a:extLst>
              <a:ext uri="{FF2B5EF4-FFF2-40B4-BE49-F238E27FC236}">
                <a16:creationId xmlns:a16="http://schemas.microsoft.com/office/drawing/2014/main" id="{978E8E26-ACD1-4057-8630-D9D0D24888EB}"/>
              </a:ext>
            </a:extLst>
          </p:cNvPr>
          <p:cNvSpPr>
            <a:spLocks noChangeArrowheads="1"/>
          </p:cNvSpPr>
          <p:nvPr/>
        </p:nvSpPr>
        <p:spPr bwMode="auto">
          <a:xfrm>
            <a:off x="2481612" y="1066566"/>
            <a:ext cx="79049"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16" name="Rectangle 69">
            <a:extLst>
              <a:ext uri="{FF2B5EF4-FFF2-40B4-BE49-F238E27FC236}">
                <a16:creationId xmlns:a16="http://schemas.microsoft.com/office/drawing/2014/main" id="{379FC79E-72E3-4122-AF71-B8B49A3012BA}"/>
              </a:ext>
            </a:extLst>
          </p:cNvPr>
          <p:cNvSpPr>
            <a:spLocks noChangeArrowheads="1"/>
          </p:cNvSpPr>
          <p:nvPr/>
        </p:nvSpPr>
        <p:spPr bwMode="auto">
          <a:xfrm>
            <a:off x="2569695" y="1066566"/>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3017" name="Rectangle 70">
            <a:extLst>
              <a:ext uri="{FF2B5EF4-FFF2-40B4-BE49-F238E27FC236}">
                <a16:creationId xmlns:a16="http://schemas.microsoft.com/office/drawing/2014/main" id="{84B859D6-A427-4DF1-B808-DEE1008104B5}"/>
              </a:ext>
            </a:extLst>
          </p:cNvPr>
          <p:cNvSpPr>
            <a:spLocks noChangeArrowheads="1"/>
          </p:cNvSpPr>
          <p:nvPr/>
        </p:nvSpPr>
        <p:spPr bwMode="auto">
          <a:xfrm>
            <a:off x="2603573" y="1066566"/>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73018" name="Rectangle 71">
            <a:extLst>
              <a:ext uri="{FF2B5EF4-FFF2-40B4-BE49-F238E27FC236}">
                <a16:creationId xmlns:a16="http://schemas.microsoft.com/office/drawing/2014/main" id="{51676DDB-7776-4284-A111-017AA6748F05}"/>
              </a:ext>
            </a:extLst>
          </p:cNvPr>
          <p:cNvSpPr>
            <a:spLocks noChangeArrowheads="1"/>
          </p:cNvSpPr>
          <p:nvPr/>
        </p:nvSpPr>
        <p:spPr bwMode="auto">
          <a:xfrm>
            <a:off x="3051890" y="1066566"/>
            <a:ext cx="79049"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19" name="Rectangle 72">
            <a:extLst>
              <a:ext uri="{FF2B5EF4-FFF2-40B4-BE49-F238E27FC236}">
                <a16:creationId xmlns:a16="http://schemas.microsoft.com/office/drawing/2014/main" id="{76E8A41D-4350-4007-8057-B88CDFEC872A}"/>
              </a:ext>
            </a:extLst>
          </p:cNvPr>
          <p:cNvSpPr>
            <a:spLocks noChangeArrowheads="1"/>
          </p:cNvSpPr>
          <p:nvPr/>
        </p:nvSpPr>
        <p:spPr bwMode="auto">
          <a:xfrm>
            <a:off x="3141102" y="1066566"/>
            <a:ext cx="79049"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20" name="Rectangle 73">
            <a:extLst>
              <a:ext uri="{FF2B5EF4-FFF2-40B4-BE49-F238E27FC236}">
                <a16:creationId xmlns:a16="http://schemas.microsoft.com/office/drawing/2014/main" id="{43DDC245-3093-44AC-862A-057B08CAB106}"/>
              </a:ext>
            </a:extLst>
          </p:cNvPr>
          <p:cNvSpPr>
            <a:spLocks noChangeArrowheads="1"/>
          </p:cNvSpPr>
          <p:nvPr/>
        </p:nvSpPr>
        <p:spPr bwMode="auto">
          <a:xfrm>
            <a:off x="3229184" y="1066566"/>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3021" name="Rectangle 74">
            <a:extLst>
              <a:ext uri="{FF2B5EF4-FFF2-40B4-BE49-F238E27FC236}">
                <a16:creationId xmlns:a16="http://schemas.microsoft.com/office/drawing/2014/main" id="{637B88C1-604B-48DC-AF3B-4405D9E4CAAB}"/>
              </a:ext>
            </a:extLst>
          </p:cNvPr>
          <p:cNvSpPr>
            <a:spLocks noChangeArrowheads="1"/>
          </p:cNvSpPr>
          <p:nvPr/>
        </p:nvSpPr>
        <p:spPr bwMode="auto">
          <a:xfrm>
            <a:off x="3263062" y="1066566"/>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73022" name="Rectangle 75">
            <a:extLst>
              <a:ext uri="{FF2B5EF4-FFF2-40B4-BE49-F238E27FC236}">
                <a16:creationId xmlns:a16="http://schemas.microsoft.com/office/drawing/2014/main" id="{29E21B53-7B4D-4A73-9506-6CD1F7C2B765}"/>
              </a:ext>
            </a:extLst>
          </p:cNvPr>
          <p:cNvSpPr>
            <a:spLocks noChangeArrowheads="1"/>
          </p:cNvSpPr>
          <p:nvPr/>
        </p:nvSpPr>
        <p:spPr bwMode="auto">
          <a:xfrm>
            <a:off x="3711380" y="1066566"/>
            <a:ext cx="79049"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23" name="Rectangle 76">
            <a:extLst>
              <a:ext uri="{FF2B5EF4-FFF2-40B4-BE49-F238E27FC236}">
                <a16:creationId xmlns:a16="http://schemas.microsoft.com/office/drawing/2014/main" id="{CC9AB97E-E69A-48A9-BD49-BBECB4BB7957}"/>
              </a:ext>
            </a:extLst>
          </p:cNvPr>
          <p:cNvSpPr>
            <a:spLocks noChangeArrowheads="1"/>
          </p:cNvSpPr>
          <p:nvPr/>
        </p:nvSpPr>
        <p:spPr bwMode="auto">
          <a:xfrm>
            <a:off x="3799463" y="1066566"/>
            <a:ext cx="79049"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24" name="Rectangle 77">
            <a:extLst>
              <a:ext uri="{FF2B5EF4-FFF2-40B4-BE49-F238E27FC236}">
                <a16:creationId xmlns:a16="http://schemas.microsoft.com/office/drawing/2014/main" id="{F19C0F8E-F876-46F0-A9CF-C1598A2AEB83}"/>
              </a:ext>
            </a:extLst>
          </p:cNvPr>
          <p:cNvSpPr>
            <a:spLocks noChangeArrowheads="1"/>
          </p:cNvSpPr>
          <p:nvPr/>
        </p:nvSpPr>
        <p:spPr bwMode="auto">
          <a:xfrm>
            <a:off x="3888674" y="1066566"/>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3025" name="Rectangle 78">
            <a:extLst>
              <a:ext uri="{FF2B5EF4-FFF2-40B4-BE49-F238E27FC236}">
                <a16:creationId xmlns:a16="http://schemas.microsoft.com/office/drawing/2014/main" id="{66CBAE6C-768B-45F7-BC20-CCF57AF2C3B6}"/>
              </a:ext>
            </a:extLst>
          </p:cNvPr>
          <p:cNvSpPr>
            <a:spLocks noChangeArrowheads="1"/>
          </p:cNvSpPr>
          <p:nvPr/>
        </p:nvSpPr>
        <p:spPr bwMode="auto">
          <a:xfrm>
            <a:off x="3922552" y="1066566"/>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3</a:t>
            </a:r>
            <a:endParaRPr lang="zh-TW" altLang="en-US" sz="1800" b="0">
              <a:latin typeface="Times New Roman" panose="02020603050405020304" pitchFamily="18" charset="0"/>
              <a:ea typeface="新細明體" panose="02020500000000000000" pitchFamily="18" charset="-120"/>
            </a:endParaRPr>
          </a:p>
        </p:txBody>
      </p:sp>
      <p:sp>
        <p:nvSpPr>
          <p:cNvPr id="73026" name="Rectangle 79">
            <a:extLst>
              <a:ext uri="{FF2B5EF4-FFF2-40B4-BE49-F238E27FC236}">
                <a16:creationId xmlns:a16="http://schemas.microsoft.com/office/drawing/2014/main" id="{789F313E-9689-43A0-B3F0-CDF8197E1030}"/>
              </a:ext>
            </a:extLst>
          </p:cNvPr>
          <p:cNvSpPr>
            <a:spLocks noChangeArrowheads="1"/>
          </p:cNvSpPr>
          <p:nvPr/>
        </p:nvSpPr>
        <p:spPr bwMode="auto">
          <a:xfrm>
            <a:off x="4370869" y="1066566"/>
            <a:ext cx="79049"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27" name="Rectangle 80">
            <a:extLst>
              <a:ext uri="{FF2B5EF4-FFF2-40B4-BE49-F238E27FC236}">
                <a16:creationId xmlns:a16="http://schemas.microsoft.com/office/drawing/2014/main" id="{4DF7344E-DB52-4A33-8907-70882BF6E6BF}"/>
              </a:ext>
            </a:extLst>
          </p:cNvPr>
          <p:cNvSpPr>
            <a:spLocks noChangeArrowheads="1"/>
          </p:cNvSpPr>
          <p:nvPr/>
        </p:nvSpPr>
        <p:spPr bwMode="auto">
          <a:xfrm>
            <a:off x="4458952" y="1066566"/>
            <a:ext cx="79049"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28" name="Rectangle 81">
            <a:extLst>
              <a:ext uri="{FF2B5EF4-FFF2-40B4-BE49-F238E27FC236}">
                <a16:creationId xmlns:a16="http://schemas.microsoft.com/office/drawing/2014/main" id="{089E4029-5E2C-451E-8E94-191B70292F82}"/>
              </a:ext>
            </a:extLst>
          </p:cNvPr>
          <p:cNvSpPr>
            <a:spLocks noChangeArrowheads="1"/>
          </p:cNvSpPr>
          <p:nvPr/>
        </p:nvSpPr>
        <p:spPr bwMode="auto">
          <a:xfrm>
            <a:off x="4548164" y="1066566"/>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3029" name="Rectangle 82">
            <a:extLst>
              <a:ext uri="{FF2B5EF4-FFF2-40B4-BE49-F238E27FC236}">
                <a16:creationId xmlns:a16="http://schemas.microsoft.com/office/drawing/2014/main" id="{BA2041C8-02E5-40D1-8B7F-BEA5B7364318}"/>
              </a:ext>
            </a:extLst>
          </p:cNvPr>
          <p:cNvSpPr>
            <a:spLocks noChangeArrowheads="1"/>
          </p:cNvSpPr>
          <p:nvPr/>
        </p:nvSpPr>
        <p:spPr bwMode="auto">
          <a:xfrm>
            <a:off x="4585430" y="1066566"/>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4</a:t>
            </a:r>
            <a:endParaRPr lang="zh-TW" altLang="en-US" sz="1800" b="0">
              <a:latin typeface="Times New Roman" panose="02020603050405020304" pitchFamily="18" charset="0"/>
              <a:ea typeface="新細明體" panose="02020500000000000000" pitchFamily="18" charset="-120"/>
            </a:endParaRPr>
          </a:p>
        </p:txBody>
      </p:sp>
      <p:sp>
        <p:nvSpPr>
          <p:cNvPr id="73030" name="Rectangle 83">
            <a:extLst>
              <a:ext uri="{FF2B5EF4-FFF2-40B4-BE49-F238E27FC236}">
                <a16:creationId xmlns:a16="http://schemas.microsoft.com/office/drawing/2014/main" id="{FBD1DA4F-8B53-439C-95A6-1AC66016214D}"/>
              </a:ext>
            </a:extLst>
          </p:cNvPr>
          <p:cNvSpPr>
            <a:spLocks noChangeArrowheads="1"/>
          </p:cNvSpPr>
          <p:nvPr/>
        </p:nvSpPr>
        <p:spPr bwMode="auto">
          <a:xfrm>
            <a:off x="5029230" y="1066566"/>
            <a:ext cx="79049"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31" name="Rectangle 84">
            <a:extLst>
              <a:ext uri="{FF2B5EF4-FFF2-40B4-BE49-F238E27FC236}">
                <a16:creationId xmlns:a16="http://schemas.microsoft.com/office/drawing/2014/main" id="{9E239560-0871-4AA4-B8EC-D585E03E9555}"/>
              </a:ext>
            </a:extLst>
          </p:cNvPr>
          <p:cNvSpPr>
            <a:spLocks noChangeArrowheads="1"/>
          </p:cNvSpPr>
          <p:nvPr/>
        </p:nvSpPr>
        <p:spPr bwMode="auto">
          <a:xfrm>
            <a:off x="5118442" y="1066566"/>
            <a:ext cx="79049"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32" name="Rectangle 85">
            <a:extLst>
              <a:ext uri="{FF2B5EF4-FFF2-40B4-BE49-F238E27FC236}">
                <a16:creationId xmlns:a16="http://schemas.microsoft.com/office/drawing/2014/main" id="{E29C8990-2CCE-45E0-BC46-2D1FB17316D8}"/>
              </a:ext>
            </a:extLst>
          </p:cNvPr>
          <p:cNvSpPr>
            <a:spLocks noChangeArrowheads="1"/>
          </p:cNvSpPr>
          <p:nvPr/>
        </p:nvSpPr>
        <p:spPr bwMode="auto">
          <a:xfrm>
            <a:off x="5207653" y="1066566"/>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3033" name="Rectangle 86">
            <a:extLst>
              <a:ext uri="{FF2B5EF4-FFF2-40B4-BE49-F238E27FC236}">
                <a16:creationId xmlns:a16="http://schemas.microsoft.com/office/drawing/2014/main" id="{D61A6939-985E-4648-872C-E1A8307FE144}"/>
              </a:ext>
            </a:extLst>
          </p:cNvPr>
          <p:cNvSpPr>
            <a:spLocks noChangeArrowheads="1"/>
          </p:cNvSpPr>
          <p:nvPr/>
        </p:nvSpPr>
        <p:spPr bwMode="auto">
          <a:xfrm>
            <a:off x="5244919" y="1066566"/>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5</a:t>
            </a:r>
            <a:endParaRPr lang="zh-TW" altLang="en-US" sz="1800" b="0">
              <a:latin typeface="Times New Roman" panose="02020603050405020304" pitchFamily="18" charset="0"/>
              <a:ea typeface="新細明體" panose="02020500000000000000" pitchFamily="18" charset="-120"/>
            </a:endParaRPr>
          </a:p>
        </p:txBody>
      </p:sp>
      <p:sp>
        <p:nvSpPr>
          <p:cNvPr id="73034" name="Rectangle 87">
            <a:extLst>
              <a:ext uri="{FF2B5EF4-FFF2-40B4-BE49-F238E27FC236}">
                <a16:creationId xmlns:a16="http://schemas.microsoft.com/office/drawing/2014/main" id="{F154238E-655F-495B-90E3-04A7712C17FF}"/>
              </a:ext>
            </a:extLst>
          </p:cNvPr>
          <p:cNvSpPr>
            <a:spLocks noChangeArrowheads="1"/>
          </p:cNvSpPr>
          <p:nvPr/>
        </p:nvSpPr>
        <p:spPr bwMode="auto">
          <a:xfrm>
            <a:off x="5688719" y="1066566"/>
            <a:ext cx="79049"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35" name="Rectangle 88">
            <a:extLst>
              <a:ext uri="{FF2B5EF4-FFF2-40B4-BE49-F238E27FC236}">
                <a16:creationId xmlns:a16="http://schemas.microsoft.com/office/drawing/2014/main" id="{D1A99E52-4140-4C8C-BCFA-D7E0E3C45D7A}"/>
              </a:ext>
            </a:extLst>
          </p:cNvPr>
          <p:cNvSpPr>
            <a:spLocks noChangeArrowheads="1"/>
          </p:cNvSpPr>
          <p:nvPr/>
        </p:nvSpPr>
        <p:spPr bwMode="auto">
          <a:xfrm>
            <a:off x="5781320" y="1066566"/>
            <a:ext cx="79049"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36" name="Rectangle 89">
            <a:extLst>
              <a:ext uri="{FF2B5EF4-FFF2-40B4-BE49-F238E27FC236}">
                <a16:creationId xmlns:a16="http://schemas.microsoft.com/office/drawing/2014/main" id="{DC12B978-A6A2-4DF5-8CCC-6C91100C3876}"/>
              </a:ext>
            </a:extLst>
          </p:cNvPr>
          <p:cNvSpPr>
            <a:spLocks noChangeArrowheads="1"/>
          </p:cNvSpPr>
          <p:nvPr/>
        </p:nvSpPr>
        <p:spPr bwMode="auto">
          <a:xfrm>
            <a:off x="5870531" y="1066566"/>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3037" name="Rectangle 90">
            <a:extLst>
              <a:ext uri="{FF2B5EF4-FFF2-40B4-BE49-F238E27FC236}">
                <a16:creationId xmlns:a16="http://schemas.microsoft.com/office/drawing/2014/main" id="{11107B5D-FC96-4DC6-A890-21853C61153B}"/>
              </a:ext>
            </a:extLst>
          </p:cNvPr>
          <p:cNvSpPr>
            <a:spLocks noChangeArrowheads="1"/>
          </p:cNvSpPr>
          <p:nvPr/>
        </p:nvSpPr>
        <p:spPr bwMode="auto">
          <a:xfrm>
            <a:off x="5904409" y="1066566"/>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6</a:t>
            </a:r>
            <a:endParaRPr lang="zh-TW" altLang="en-US" sz="1800" b="0">
              <a:latin typeface="Times New Roman" panose="02020603050405020304" pitchFamily="18" charset="0"/>
              <a:ea typeface="新細明體" panose="02020500000000000000" pitchFamily="18" charset="-120"/>
            </a:endParaRPr>
          </a:p>
        </p:txBody>
      </p:sp>
      <p:sp>
        <p:nvSpPr>
          <p:cNvPr id="73038" name="Rectangle 91">
            <a:extLst>
              <a:ext uri="{FF2B5EF4-FFF2-40B4-BE49-F238E27FC236}">
                <a16:creationId xmlns:a16="http://schemas.microsoft.com/office/drawing/2014/main" id="{0F3FA6F1-24EC-47A8-83DC-DE60693DED02}"/>
              </a:ext>
            </a:extLst>
          </p:cNvPr>
          <p:cNvSpPr>
            <a:spLocks noChangeArrowheads="1"/>
          </p:cNvSpPr>
          <p:nvPr/>
        </p:nvSpPr>
        <p:spPr bwMode="auto">
          <a:xfrm>
            <a:off x="1836802" y="880783"/>
            <a:ext cx="66627"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T</a:t>
            </a:r>
            <a:endParaRPr lang="en-US" altLang="zh-TW" sz="1800" b="0">
              <a:latin typeface="Times New Roman" panose="02020603050405020304" pitchFamily="18" charset="0"/>
              <a:ea typeface="新細明體" panose="02020500000000000000" pitchFamily="18" charset="-120"/>
            </a:endParaRPr>
          </a:p>
        </p:txBody>
      </p:sp>
      <p:sp>
        <p:nvSpPr>
          <p:cNvPr id="73039" name="Rectangle 92">
            <a:extLst>
              <a:ext uri="{FF2B5EF4-FFF2-40B4-BE49-F238E27FC236}">
                <a16:creationId xmlns:a16="http://schemas.microsoft.com/office/drawing/2014/main" id="{42F78DAF-ABF7-4B2D-BFCD-04B8FEF0D380}"/>
              </a:ext>
            </a:extLst>
          </p:cNvPr>
          <p:cNvSpPr>
            <a:spLocks noChangeArrowheads="1"/>
          </p:cNvSpPr>
          <p:nvPr/>
        </p:nvSpPr>
        <p:spPr bwMode="auto">
          <a:xfrm>
            <a:off x="1911335" y="880783"/>
            <a:ext cx="24844"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73040" name="Rectangle 93">
            <a:extLst>
              <a:ext uri="{FF2B5EF4-FFF2-40B4-BE49-F238E27FC236}">
                <a16:creationId xmlns:a16="http://schemas.microsoft.com/office/drawing/2014/main" id="{DF2E9119-2C17-456E-866F-8E2FF21BBE4E}"/>
              </a:ext>
            </a:extLst>
          </p:cNvPr>
          <p:cNvSpPr>
            <a:spLocks noChangeArrowheads="1"/>
          </p:cNvSpPr>
          <p:nvPr/>
        </p:nvSpPr>
        <p:spPr bwMode="auto">
          <a:xfrm>
            <a:off x="1940695" y="880783"/>
            <a:ext cx="91471"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73041" name="Rectangle 94">
            <a:extLst>
              <a:ext uri="{FF2B5EF4-FFF2-40B4-BE49-F238E27FC236}">
                <a16:creationId xmlns:a16="http://schemas.microsoft.com/office/drawing/2014/main" id="{785367B3-B80D-494E-AD5B-53BA966B471A}"/>
              </a:ext>
            </a:extLst>
          </p:cNvPr>
          <p:cNvSpPr>
            <a:spLocks noChangeArrowheads="1"/>
          </p:cNvSpPr>
          <p:nvPr/>
        </p:nvSpPr>
        <p:spPr bwMode="auto">
          <a:xfrm>
            <a:off x="2044587" y="880783"/>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3042" name="Rectangle 95">
            <a:extLst>
              <a:ext uri="{FF2B5EF4-FFF2-40B4-BE49-F238E27FC236}">
                <a16:creationId xmlns:a16="http://schemas.microsoft.com/office/drawing/2014/main" id="{34C3064F-1D44-4D18-A26A-8F4DEC09FD9F}"/>
              </a:ext>
            </a:extLst>
          </p:cNvPr>
          <p:cNvSpPr>
            <a:spLocks noChangeArrowheads="1"/>
          </p:cNvSpPr>
          <p:nvPr/>
        </p:nvSpPr>
        <p:spPr bwMode="auto">
          <a:xfrm>
            <a:off x="2111214" y="880783"/>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3043" name="Rectangle 96">
            <a:extLst>
              <a:ext uri="{FF2B5EF4-FFF2-40B4-BE49-F238E27FC236}">
                <a16:creationId xmlns:a16="http://schemas.microsoft.com/office/drawing/2014/main" id="{7364E89B-6A98-46E5-B62B-606786D85D88}"/>
              </a:ext>
            </a:extLst>
          </p:cNvPr>
          <p:cNvSpPr>
            <a:spLocks noChangeArrowheads="1"/>
          </p:cNvSpPr>
          <p:nvPr/>
        </p:nvSpPr>
        <p:spPr bwMode="auto">
          <a:xfrm>
            <a:off x="2143962" y="880783"/>
            <a:ext cx="36136"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3044" name="Rectangle 97">
            <a:extLst>
              <a:ext uri="{FF2B5EF4-FFF2-40B4-BE49-F238E27FC236}">
                <a16:creationId xmlns:a16="http://schemas.microsoft.com/office/drawing/2014/main" id="{BB2738BC-701E-4359-B886-37BE90C12198}"/>
              </a:ext>
            </a:extLst>
          </p:cNvPr>
          <p:cNvSpPr>
            <a:spLocks noChangeArrowheads="1"/>
          </p:cNvSpPr>
          <p:nvPr/>
        </p:nvSpPr>
        <p:spPr bwMode="auto">
          <a:xfrm>
            <a:off x="2184616" y="880783"/>
            <a:ext cx="24844"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73045" name="Rectangle 98">
            <a:extLst>
              <a:ext uri="{FF2B5EF4-FFF2-40B4-BE49-F238E27FC236}">
                <a16:creationId xmlns:a16="http://schemas.microsoft.com/office/drawing/2014/main" id="{28885985-BC57-4613-B8D2-E6A2484794BA}"/>
              </a:ext>
            </a:extLst>
          </p:cNvPr>
          <p:cNvSpPr>
            <a:spLocks noChangeArrowheads="1"/>
          </p:cNvSpPr>
          <p:nvPr/>
        </p:nvSpPr>
        <p:spPr bwMode="auto">
          <a:xfrm>
            <a:off x="2215106" y="880783"/>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n</a:t>
            </a:r>
            <a:endParaRPr lang="en-US" altLang="zh-TW" sz="1800" b="0">
              <a:latin typeface="Times New Roman" panose="02020603050405020304" pitchFamily="18" charset="0"/>
              <a:ea typeface="新細明體" panose="02020500000000000000" pitchFamily="18" charset="-120"/>
            </a:endParaRPr>
          </a:p>
        </p:txBody>
      </p:sp>
      <p:sp>
        <p:nvSpPr>
          <p:cNvPr id="73046" name="Rectangle 99">
            <a:extLst>
              <a:ext uri="{FF2B5EF4-FFF2-40B4-BE49-F238E27FC236}">
                <a16:creationId xmlns:a16="http://schemas.microsoft.com/office/drawing/2014/main" id="{EFE0833B-66AE-4B30-8703-3221C5FFD787}"/>
              </a:ext>
            </a:extLst>
          </p:cNvPr>
          <p:cNvSpPr>
            <a:spLocks noChangeArrowheads="1"/>
          </p:cNvSpPr>
          <p:nvPr/>
        </p:nvSpPr>
        <p:spPr bwMode="auto">
          <a:xfrm>
            <a:off x="2281733" y="880783"/>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3047" name="Rectangle 100">
            <a:extLst>
              <a:ext uri="{FF2B5EF4-FFF2-40B4-BE49-F238E27FC236}">
                <a16:creationId xmlns:a16="http://schemas.microsoft.com/office/drawing/2014/main" id="{A311333E-5F0B-4634-BCF1-ED9453C96243}"/>
              </a:ext>
            </a:extLst>
          </p:cNvPr>
          <p:cNvSpPr>
            <a:spLocks noChangeArrowheads="1"/>
          </p:cNvSpPr>
          <p:nvPr/>
        </p:nvSpPr>
        <p:spPr bwMode="auto">
          <a:xfrm>
            <a:off x="2317869" y="880783"/>
            <a:ext cx="54205"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48" name="Rectangle 101">
            <a:extLst>
              <a:ext uri="{FF2B5EF4-FFF2-40B4-BE49-F238E27FC236}">
                <a16:creationId xmlns:a16="http://schemas.microsoft.com/office/drawing/2014/main" id="{757E5CA8-06BC-4F10-9839-AC757BBEE89C}"/>
              </a:ext>
            </a:extLst>
          </p:cNvPr>
          <p:cNvSpPr>
            <a:spLocks noChangeArrowheads="1"/>
          </p:cNvSpPr>
          <p:nvPr/>
        </p:nvSpPr>
        <p:spPr bwMode="auto">
          <a:xfrm>
            <a:off x="2377720" y="880783"/>
            <a:ext cx="24844"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l</a:t>
            </a:r>
            <a:endParaRPr lang="en-US" altLang="zh-TW" sz="1800" b="0">
              <a:latin typeface="Times New Roman" panose="02020603050405020304" pitchFamily="18" charset="0"/>
              <a:ea typeface="新細明體" panose="02020500000000000000" pitchFamily="18" charset="-120"/>
            </a:endParaRPr>
          </a:p>
        </p:txBody>
      </p:sp>
      <p:sp>
        <p:nvSpPr>
          <p:cNvPr id="73049" name="Rectangle 102">
            <a:extLst>
              <a:ext uri="{FF2B5EF4-FFF2-40B4-BE49-F238E27FC236}">
                <a16:creationId xmlns:a16="http://schemas.microsoft.com/office/drawing/2014/main" id="{09AAFB3E-A319-40A0-81B4-3D6E5825FF16}"/>
              </a:ext>
            </a:extLst>
          </p:cNvPr>
          <p:cNvSpPr>
            <a:spLocks noChangeArrowheads="1"/>
          </p:cNvSpPr>
          <p:nvPr/>
        </p:nvSpPr>
        <p:spPr bwMode="auto">
          <a:xfrm>
            <a:off x="2407081" y="880783"/>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o</a:t>
            </a:r>
            <a:endParaRPr lang="en-US" altLang="zh-TW" sz="1800" b="0">
              <a:latin typeface="Times New Roman" panose="02020603050405020304" pitchFamily="18" charset="0"/>
              <a:ea typeface="新細明體" panose="02020500000000000000" pitchFamily="18" charset="-120"/>
            </a:endParaRPr>
          </a:p>
        </p:txBody>
      </p:sp>
      <p:sp>
        <p:nvSpPr>
          <p:cNvPr id="73050" name="Rectangle 103">
            <a:extLst>
              <a:ext uri="{FF2B5EF4-FFF2-40B4-BE49-F238E27FC236}">
                <a16:creationId xmlns:a16="http://schemas.microsoft.com/office/drawing/2014/main" id="{551B486C-2721-4758-A095-9BEED4761D0D}"/>
              </a:ext>
            </a:extLst>
          </p:cNvPr>
          <p:cNvSpPr>
            <a:spLocks noChangeArrowheads="1"/>
          </p:cNvSpPr>
          <p:nvPr/>
        </p:nvSpPr>
        <p:spPr bwMode="auto">
          <a:xfrm>
            <a:off x="2473707" y="880783"/>
            <a:ext cx="54205"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51" name="Rectangle 104">
            <a:extLst>
              <a:ext uri="{FF2B5EF4-FFF2-40B4-BE49-F238E27FC236}">
                <a16:creationId xmlns:a16="http://schemas.microsoft.com/office/drawing/2014/main" id="{E8FE487F-9DC1-4AF3-9431-1798AF4068FE}"/>
              </a:ext>
            </a:extLst>
          </p:cNvPr>
          <p:cNvSpPr>
            <a:spLocks noChangeArrowheads="1"/>
          </p:cNvSpPr>
          <p:nvPr/>
        </p:nvSpPr>
        <p:spPr bwMode="auto">
          <a:xfrm>
            <a:off x="2536946" y="880783"/>
            <a:ext cx="54205"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k</a:t>
            </a:r>
            <a:endParaRPr lang="en-US" altLang="zh-TW" sz="1800" b="0">
              <a:latin typeface="Times New Roman" panose="02020603050405020304" pitchFamily="18" charset="0"/>
              <a:ea typeface="新細明體" panose="02020500000000000000" pitchFamily="18" charset="-120"/>
            </a:endParaRPr>
          </a:p>
        </p:txBody>
      </p:sp>
      <p:sp>
        <p:nvSpPr>
          <p:cNvPr id="73052" name="Rectangle 105">
            <a:extLst>
              <a:ext uri="{FF2B5EF4-FFF2-40B4-BE49-F238E27FC236}">
                <a16:creationId xmlns:a16="http://schemas.microsoft.com/office/drawing/2014/main" id="{B1962561-9208-4F36-A8BE-7F59B5E21983}"/>
              </a:ext>
            </a:extLst>
          </p:cNvPr>
          <p:cNvSpPr>
            <a:spLocks noChangeArrowheads="1"/>
          </p:cNvSpPr>
          <p:nvPr/>
        </p:nvSpPr>
        <p:spPr bwMode="auto">
          <a:xfrm>
            <a:off x="2600185" y="880783"/>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3053" name="Rectangle 106">
            <a:extLst>
              <a:ext uri="{FF2B5EF4-FFF2-40B4-BE49-F238E27FC236}">
                <a16:creationId xmlns:a16="http://schemas.microsoft.com/office/drawing/2014/main" id="{3A2A13DC-6DB3-4B37-8B49-09884C6575F4}"/>
              </a:ext>
            </a:extLst>
          </p:cNvPr>
          <p:cNvSpPr>
            <a:spLocks noChangeArrowheads="1"/>
          </p:cNvSpPr>
          <p:nvPr/>
        </p:nvSpPr>
        <p:spPr bwMode="auto">
          <a:xfrm>
            <a:off x="2632933" y="880783"/>
            <a:ext cx="54205"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54" name="Rectangle 107">
            <a:extLst>
              <a:ext uri="{FF2B5EF4-FFF2-40B4-BE49-F238E27FC236}">
                <a16:creationId xmlns:a16="http://schemas.microsoft.com/office/drawing/2014/main" id="{2B0C40C9-0A6E-4915-83B3-943FD1672427}"/>
              </a:ext>
            </a:extLst>
          </p:cNvPr>
          <p:cNvSpPr>
            <a:spLocks noChangeArrowheads="1"/>
          </p:cNvSpPr>
          <p:nvPr/>
        </p:nvSpPr>
        <p:spPr bwMode="auto">
          <a:xfrm>
            <a:off x="2692784" y="880783"/>
            <a:ext cx="54205"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y</a:t>
            </a:r>
            <a:endParaRPr lang="en-US" altLang="zh-TW" sz="1800" b="0">
              <a:latin typeface="Times New Roman" panose="02020603050405020304" pitchFamily="18" charset="0"/>
              <a:ea typeface="新細明體" panose="02020500000000000000" pitchFamily="18" charset="-120"/>
            </a:endParaRPr>
          </a:p>
        </p:txBody>
      </p:sp>
      <p:sp>
        <p:nvSpPr>
          <p:cNvPr id="73055" name="Rectangle 108">
            <a:extLst>
              <a:ext uri="{FF2B5EF4-FFF2-40B4-BE49-F238E27FC236}">
                <a16:creationId xmlns:a16="http://schemas.microsoft.com/office/drawing/2014/main" id="{569ED9E7-9220-47E9-B690-30AD6795C08D}"/>
              </a:ext>
            </a:extLst>
          </p:cNvPr>
          <p:cNvSpPr>
            <a:spLocks noChangeArrowheads="1"/>
          </p:cNvSpPr>
          <p:nvPr/>
        </p:nvSpPr>
        <p:spPr bwMode="auto">
          <a:xfrm>
            <a:off x="2754894" y="880783"/>
            <a:ext cx="54205"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56" name="Rectangle 109">
            <a:extLst>
              <a:ext uri="{FF2B5EF4-FFF2-40B4-BE49-F238E27FC236}">
                <a16:creationId xmlns:a16="http://schemas.microsoft.com/office/drawing/2014/main" id="{9EB3F821-8A77-4E07-BF0C-1689BE31DFB4}"/>
              </a:ext>
            </a:extLst>
          </p:cNvPr>
          <p:cNvSpPr>
            <a:spLocks noChangeArrowheads="1"/>
          </p:cNvSpPr>
          <p:nvPr/>
        </p:nvSpPr>
        <p:spPr bwMode="auto">
          <a:xfrm>
            <a:off x="2818133" y="880783"/>
            <a:ext cx="24844"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l</a:t>
            </a:r>
            <a:endParaRPr lang="en-US" altLang="zh-TW" sz="1800" b="0">
              <a:latin typeface="Times New Roman" panose="02020603050405020304" pitchFamily="18" charset="0"/>
              <a:ea typeface="新細明體" panose="02020500000000000000" pitchFamily="18" charset="-120"/>
            </a:endParaRPr>
          </a:p>
        </p:txBody>
      </p:sp>
      <p:sp>
        <p:nvSpPr>
          <p:cNvPr id="73057" name="Rectangle 110">
            <a:extLst>
              <a:ext uri="{FF2B5EF4-FFF2-40B4-BE49-F238E27FC236}">
                <a16:creationId xmlns:a16="http://schemas.microsoft.com/office/drawing/2014/main" id="{35D43134-FDEB-4C99-B4D9-E017A8A70E91}"/>
              </a:ext>
            </a:extLst>
          </p:cNvPr>
          <p:cNvSpPr>
            <a:spLocks noChangeArrowheads="1"/>
          </p:cNvSpPr>
          <p:nvPr/>
        </p:nvSpPr>
        <p:spPr bwMode="auto">
          <a:xfrm>
            <a:off x="2844106" y="880783"/>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3058" name="Rectangle 111">
            <a:extLst>
              <a:ext uri="{FF2B5EF4-FFF2-40B4-BE49-F238E27FC236}">
                <a16:creationId xmlns:a16="http://schemas.microsoft.com/office/drawing/2014/main" id="{E7D097BE-9A5B-402C-AF9F-B2E6B26A0DF1}"/>
              </a:ext>
            </a:extLst>
          </p:cNvPr>
          <p:cNvSpPr>
            <a:spLocks noChangeArrowheads="1"/>
          </p:cNvSpPr>
          <p:nvPr/>
        </p:nvSpPr>
        <p:spPr bwMode="auto">
          <a:xfrm>
            <a:off x="2914120" y="880783"/>
            <a:ext cx="54205"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s</a:t>
            </a:r>
            <a:endParaRPr lang="en-US" altLang="zh-TW" sz="1800" b="0">
              <a:latin typeface="Times New Roman" panose="02020603050405020304" pitchFamily="18" charset="0"/>
              <a:ea typeface="新細明體" panose="02020500000000000000" pitchFamily="18" charset="-120"/>
            </a:endParaRPr>
          </a:p>
        </p:txBody>
      </p:sp>
      <p:sp>
        <p:nvSpPr>
          <p:cNvPr id="73059" name="Rectangle 112">
            <a:extLst>
              <a:ext uri="{FF2B5EF4-FFF2-40B4-BE49-F238E27FC236}">
                <a16:creationId xmlns:a16="http://schemas.microsoft.com/office/drawing/2014/main" id="{8A818CCE-EFA8-40F3-93A0-E4D61F952DA4}"/>
              </a:ext>
            </a:extLst>
          </p:cNvPr>
          <p:cNvSpPr>
            <a:spLocks noChangeArrowheads="1"/>
          </p:cNvSpPr>
          <p:nvPr/>
        </p:nvSpPr>
        <p:spPr bwMode="auto">
          <a:xfrm>
            <a:off x="2973971" y="880783"/>
            <a:ext cx="36136"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3060" name="Rectangle 113">
            <a:extLst>
              <a:ext uri="{FF2B5EF4-FFF2-40B4-BE49-F238E27FC236}">
                <a16:creationId xmlns:a16="http://schemas.microsoft.com/office/drawing/2014/main" id="{546B377B-B502-4C06-A75E-04509B230166}"/>
              </a:ext>
            </a:extLst>
          </p:cNvPr>
          <p:cNvSpPr>
            <a:spLocks noChangeArrowheads="1"/>
          </p:cNvSpPr>
          <p:nvPr/>
        </p:nvSpPr>
        <p:spPr bwMode="auto">
          <a:xfrm>
            <a:off x="1458500" y="2008669"/>
            <a:ext cx="54205"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s</a:t>
            </a:r>
            <a:endParaRPr lang="en-US" altLang="zh-TW" sz="1800" b="0">
              <a:latin typeface="Times New Roman" panose="02020603050405020304" pitchFamily="18" charset="0"/>
              <a:ea typeface="新細明體" panose="02020500000000000000" pitchFamily="18" charset="-120"/>
            </a:endParaRPr>
          </a:p>
        </p:txBody>
      </p:sp>
      <p:sp>
        <p:nvSpPr>
          <p:cNvPr id="73061" name="Rectangle 114">
            <a:extLst>
              <a:ext uri="{FF2B5EF4-FFF2-40B4-BE49-F238E27FC236}">
                <a16:creationId xmlns:a16="http://schemas.microsoft.com/office/drawing/2014/main" id="{BCA0439E-3AFD-4473-A0B2-98F4012C1BBF}"/>
              </a:ext>
            </a:extLst>
          </p:cNvPr>
          <p:cNvSpPr>
            <a:spLocks noChangeArrowheads="1"/>
          </p:cNvSpPr>
          <p:nvPr/>
        </p:nvSpPr>
        <p:spPr bwMode="auto">
          <a:xfrm>
            <a:off x="1518350" y="2008669"/>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u</a:t>
            </a:r>
            <a:endParaRPr lang="en-US" altLang="zh-TW" sz="1800" b="0">
              <a:latin typeface="Times New Roman" panose="02020603050405020304" pitchFamily="18" charset="0"/>
              <a:ea typeface="新細明體" panose="02020500000000000000" pitchFamily="18" charset="-120"/>
            </a:endParaRPr>
          </a:p>
        </p:txBody>
      </p:sp>
      <p:sp>
        <p:nvSpPr>
          <p:cNvPr id="73062" name="Rectangle 115">
            <a:extLst>
              <a:ext uri="{FF2B5EF4-FFF2-40B4-BE49-F238E27FC236}">
                <a16:creationId xmlns:a16="http://schemas.microsoft.com/office/drawing/2014/main" id="{CDC23025-7334-4700-91CA-1605941435A0}"/>
              </a:ext>
            </a:extLst>
          </p:cNvPr>
          <p:cNvSpPr>
            <a:spLocks noChangeArrowheads="1"/>
          </p:cNvSpPr>
          <p:nvPr/>
        </p:nvSpPr>
        <p:spPr bwMode="auto">
          <a:xfrm>
            <a:off x="1588365" y="2008669"/>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b</a:t>
            </a:r>
            <a:endParaRPr lang="en-US" altLang="zh-TW" sz="1800" b="0">
              <a:latin typeface="Times New Roman" panose="02020603050405020304" pitchFamily="18" charset="0"/>
              <a:ea typeface="新細明體" panose="02020500000000000000" pitchFamily="18" charset="-120"/>
            </a:endParaRPr>
          </a:p>
        </p:txBody>
      </p:sp>
      <p:sp>
        <p:nvSpPr>
          <p:cNvPr id="73063" name="Rectangle 116">
            <a:extLst>
              <a:ext uri="{FF2B5EF4-FFF2-40B4-BE49-F238E27FC236}">
                <a16:creationId xmlns:a16="http://schemas.microsoft.com/office/drawing/2014/main" id="{62C5070D-CFFF-4640-A788-C9053C44FBBC}"/>
              </a:ext>
            </a:extLst>
          </p:cNvPr>
          <p:cNvSpPr>
            <a:spLocks noChangeArrowheads="1"/>
          </p:cNvSpPr>
          <p:nvPr/>
        </p:nvSpPr>
        <p:spPr bwMode="auto">
          <a:xfrm>
            <a:off x="1654992" y="2008669"/>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3064" name="Rectangle 117">
            <a:extLst>
              <a:ext uri="{FF2B5EF4-FFF2-40B4-BE49-F238E27FC236}">
                <a16:creationId xmlns:a16="http://schemas.microsoft.com/office/drawing/2014/main" id="{CEB0F96B-FB95-440C-9C16-13494B39ED4C}"/>
              </a:ext>
            </a:extLst>
          </p:cNvPr>
          <p:cNvSpPr>
            <a:spLocks noChangeArrowheads="1"/>
          </p:cNvSpPr>
          <p:nvPr/>
        </p:nvSpPr>
        <p:spPr bwMode="auto">
          <a:xfrm>
            <a:off x="1692257" y="2008669"/>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3065" name="Rectangle 118">
            <a:extLst>
              <a:ext uri="{FF2B5EF4-FFF2-40B4-BE49-F238E27FC236}">
                <a16:creationId xmlns:a16="http://schemas.microsoft.com/office/drawing/2014/main" id="{8D007731-8EC1-479A-872F-D36D5217EAED}"/>
              </a:ext>
            </a:extLst>
          </p:cNvPr>
          <p:cNvSpPr>
            <a:spLocks noChangeArrowheads="1"/>
          </p:cNvSpPr>
          <p:nvPr/>
        </p:nvSpPr>
        <p:spPr bwMode="auto">
          <a:xfrm>
            <a:off x="1758883" y="2008669"/>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73066" name="Rectangle 119">
            <a:extLst>
              <a:ext uri="{FF2B5EF4-FFF2-40B4-BE49-F238E27FC236}">
                <a16:creationId xmlns:a16="http://schemas.microsoft.com/office/drawing/2014/main" id="{698831BC-3617-4BAE-8D01-2A4EAFBCDBC7}"/>
              </a:ext>
            </a:extLst>
          </p:cNvPr>
          <p:cNvSpPr>
            <a:spLocks noChangeArrowheads="1"/>
          </p:cNvSpPr>
          <p:nvPr/>
        </p:nvSpPr>
        <p:spPr bwMode="auto">
          <a:xfrm>
            <a:off x="1828898" y="2008669"/>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3067" name="Rectangle 120">
            <a:extLst>
              <a:ext uri="{FF2B5EF4-FFF2-40B4-BE49-F238E27FC236}">
                <a16:creationId xmlns:a16="http://schemas.microsoft.com/office/drawing/2014/main" id="{08CBCA1A-E7C2-47AB-97D8-085777F3C6FE}"/>
              </a:ext>
            </a:extLst>
          </p:cNvPr>
          <p:cNvSpPr>
            <a:spLocks noChangeArrowheads="1"/>
          </p:cNvSpPr>
          <p:nvPr/>
        </p:nvSpPr>
        <p:spPr bwMode="auto">
          <a:xfrm>
            <a:off x="1862776" y="2008669"/>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3068" name="Rectangle 121">
            <a:extLst>
              <a:ext uri="{FF2B5EF4-FFF2-40B4-BE49-F238E27FC236}">
                <a16:creationId xmlns:a16="http://schemas.microsoft.com/office/drawing/2014/main" id="{3E2E13D1-0393-4310-A82D-0DC55E725F7B}"/>
              </a:ext>
            </a:extLst>
          </p:cNvPr>
          <p:cNvSpPr>
            <a:spLocks noChangeArrowheads="1"/>
          </p:cNvSpPr>
          <p:nvPr/>
        </p:nvSpPr>
        <p:spPr bwMode="auto">
          <a:xfrm>
            <a:off x="1895525" y="2008669"/>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3069" name="Rectangle 122">
            <a:extLst>
              <a:ext uri="{FF2B5EF4-FFF2-40B4-BE49-F238E27FC236}">
                <a16:creationId xmlns:a16="http://schemas.microsoft.com/office/drawing/2014/main" id="{857694E4-D053-4B68-B356-8567438D7A6C}"/>
              </a:ext>
            </a:extLst>
          </p:cNvPr>
          <p:cNvSpPr>
            <a:spLocks noChangeArrowheads="1"/>
          </p:cNvSpPr>
          <p:nvPr/>
        </p:nvSpPr>
        <p:spPr bwMode="auto">
          <a:xfrm>
            <a:off x="1966668" y="2008669"/>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73070" name="Rectangle 123">
            <a:extLst>
              <a:ext uri="{FF2B5EF4-FFF2-40B4-BE49-F238E27FC236}">
                <a16:creationId xmlns:a16="http://schemas.microsoft.com/office/drawing/2014/main" id="{5D88B6F1-3046-4068-93B0-A1EB62748341}"/>
              </a:ext>
            </a:extLst>
          </p:cNvPr>
          <p:cNvSpPr>
            <a:spLocks noChangeArrowheads="1"/>
          </p:cNvSpPr>
          <p:nvPr/>
        </p:nvSpPr>
        <p:spPr bwMode="auto">
          <a:xfrm>
            <a:off x="2033294" y="2008669"/>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3071" name="Rectangle 124">
            <a:extLst>
              <a:ext uri="{FF2B5EF4-FFF2-40B4-BE49-F238E27FC236}">
                <a16:creationId xmlns:a16="http://schemas.microsoft.com/office/drawing/2014/main" id="{B67F17CF-A695-4DCB-990E-81FF5DD5F8BC}"/>
              </a:ext>
            </a:extLst>
          </p:cNvPr>
          <p:cNvSpPr>
            <a:spLocks noChangeArrowheads="1"/>
          </p:cNvSpPr>
          <p:nvPr/>
        </p:nvSpPr>
        <p:spPr bwMode="auto">
          <a:xfrm>
            <a:off x="2070561" y="2008669"/>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3072" name="Rectangle 125">
            <a:extLst>
              <a:ext uri="{FF2B5EF4-FFF2-40B4-BE49-F238E27FC236}">
                <a16:creationId xmlns:a16="http://schemas.microsoft.com/office/drawing/2014/main" id="{05AEB37D-B3F3-4242-873D-D9008B762B9F}"/>
              </a:ext>
            </a:extLst>
          </p:cNvPr>
          <p:cNvSpPr>
            <a:spLocks noChangeArrowheads="1"/>
          </p:cNvSpPr>
          <p:nvPr/>
        </p:nvSpPr>
        <p:spPr bwMode="auto">
          <a:xfrm>
            <a:off x="2103309" y="2008669"/>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3073" name="Rectangle 126">
            <a:extLst>
              <a:ext uri="{FF2B5EF4-FFF2-40B4-BE49-F238E27FC236}">
                <a16:creationId xmlns:a16="http://schemas.microsoft.com/office/drawing/2014/main" id="{118825FF-6E54-430B-9F82-4AB493BF951E}"/>
              </a:ext>
            </a:extLst>
          </p:cNvPr>
          <p:cNvSpPr>
            <a:spLocks noChangeArrowheads="1"/>
          </p:cNvSpPr>
          <p:nvPr/>
        </p:nvSpPr>
        <p:spPr bwMode="auto">
          <a:xfrm>
            <a:off x="2169936" y="2008669"/>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3</a:t>
            </a:r>
            <a:endParaRPr lang="zh-TW" altLang="en-US" sz="1800" b="0">
              <a:latin typeface="Times New Roman" panose="02020603050405020304" pitchFamily="18" charset="0"/>
              <a:ea typeface="新細明體" panose="02020500000000000000" pitchFamily="18" charset="-120"/>
            </a:endParaRPr>
          </a:p>
        </p:txBody>
      </p:sp>
      <p:sp>
        <p:nvSpPr>
          <p:cNvPr id="73074" name="Line 127">
            <a:extLst>
              <a:ext uri="{FF2B5EF4-FFF2-40B4-BE49-F238E27FC236}">
                <a16:creationId xmlns:a16="http://schemas.microsoft.com/office/drawing/2014/main" id="{23A7A1F9-6559-45B2-A265-8C770FBD2F05}"/>
              </a:ext>
            </a:extLst>
          </p:cNvPr>
          <p:cNvSpPr>
            <a:spLocks noChangeShapeType="1"/>
          </p:cNvSpPr>
          <p:nvPr/>
        </p:nvSpPr>
        <p:spPr bwMode="auto">
          <a:xfrm>
            <a:off x="1318471" y="1959201"/>
            <a:ext cx="3388" cy="2415172"/>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3075" name="Freeform 128">
            <a:extLst>
              <a:ext uri="{FF2B5EF4-FFF2-40B4-BE49-F238E27FC236}">
                <a16:creationId xmlns:a16="http://schemas.microsoft.com/office/drawing/2014/main" id="{5B1A54EC-2A0F-40D2-AB5D-A2415A6CF052}"/>
              </a:ext>
            </a:extLst>
          </p:cNvPr>
          <p:cNvSpPr>
            <a:spLocks/>
          </p:cNvSpPr>
          <p:nvPr/>
        </p:nvSpPr>
        <p:spPr bwMode="auto">
          <a:xfrm>
            <a:off x="1295886" y="4361181"/>
            <a:ext cx="48558" cy="41774"/>
          </a:xfrm>
          <a:custGeom>
            <a:avLst/>
            <a:gdLst>
              <a:gd name="T0" fmla="*/ 43 w 43"/>
              <a:gd name="T1" fmla="*/ 0 h 38"/>
              <a:gd name="T2" fmla="*/ 0 w 43"/>
              <a:gd name="T3" fmla="*/ 3 h 38"/>
              <a:gd name="T4" fmla="*/ 23 w 43"/>
              <a:gd name="T5" fmla="*/ 38 h 38"/>
              <a:gd name="T6" fmla="*/ 43 w 43"/>
              <a:gd name="T7" fmla="*/ 3 h 38"/>
              <a:gd name="T8" fmla="*/ 43 w 43"/>
              <a:gd name="T9" fmla="*/ 3 h 38"/>
              <a:gd name="T10" fmla="*/ 43 w 43"/>
              <a:gd name="T11" fmla="*/ 0 h 38"/>
              <a:gd name="T12" fmla="*/ 0 60000 65536"/>
              <a:gd name="T13" fmla="*/ 0 60000 65536"/>
              <a:gd name="T14" fmla="*/ 0 60000 65536"/>
              <a:gd name="T15" fmla="*/ 0 60000 65536"/>
              <a:gd name="T16" fmla="*/ 0 60000 65536"/>
              <a:gd name="T17" fmla="*/ 0 60000 65536"/>
              <a:gd name="T18" fmla="*/ 0 w 43"/>
              <a:gd name="T19" fmla="*/ 0 h 38"/>
              <a:gd name="T20" fmla="*/ 43 w 43"/>
              <a:gd name="T21" fmla="*/ 38 h 38"/>
            </a:gdLst>
            <a:ahLst/>
            <a:cxnLst>
              <a:cxn ang="T12">
                <a:pos x="T0" y="T1"/>
              </a:cxn>
              <a:cxn ang="T13">
                <a:pos x="T2" y="T3"/>
              </a:cxn>
              <a:cxn ang="T14">
                <a:pos x="T4" y="T5"/>
              </a:cxn>
              <a:cxn ang="T15">
                <a:pos x="T6" y="T7"/>
              </a:cxn>
              <a:cxn ang="T16">
                <a:pos x="T8" y="T9"/>
              </a:cxn>
              <a:cxn ang="T17">
                <a:pos x="T10" y="T11"/>
              </a:cxn>
            </a:cxnLst>
            <a:rect l="T18" t="T19" r="T20" b="T21"/>
            <a:pathLst>
              <a:path w="43" h="38">
                <a:moveTo>
                  <a:pt x="43" y="0"/>
                </a:moveTo>
                <a:lnTo>
                  <a:pt x="0" y="3"/>
                </a:lnTo>
                <a:lnTo>
                  <a:pt x="23" y="38"/>
                </a:lnTo>
                <a:lnTo>
                  <a:pt x="43" y="3"/>
                </a:lnTo>
                <a:lnTo>
                  <a:pt x="4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3076" name="Rectangle 129">
            <a:extLst>
              <a:ext uri="{FF2B5EF4-FFF2-40B4-BE49-F238E27FC236}">
                <a16:creationId xmlns:a16="http://schemas.microsoft.com/office/drawing/2014/main" id="{06C75BF1-B0FE-49D7-8E9E-7CF8EC3B5353}"/>
              </a:ext>
            </a:extLst>
          </p:cNvPr>
          <p:cNvSpPr>
            <a:spLocks noChangeArrowheads="1"/>
          </p:cNvSpPr>
          <p:nvPr/>
        </p:nvSpPr>
        <p:spPr bwMode="auto">
          <a:xfrm>
            <a:off x="1232647" y="1418343"/>
            <a:ext cx="73402"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P</a:t>
            </a:r>
            <a:endParaRPr lang="en-US" altLang="zh-TW" sz="1800" b="0">
              <a:latin typeface="Times New Roman" panose="02020603050405020304" pitchFamily="18" charset="0"/>
              <a:ea typeface="新細明體" panose="02020500000000000000" pitchFamily="18" charset="-120"/>
            </a:endParaRPr>
          </a:p>
        </p:txBody>
      </p:sp>
      <p:sp>
        <p:nvSpPr>
          <p:cNvPr id="73077" name="Rectangle 130">
            <a:extLst>
              <a:ext uri="{FF2B5EF4-FFF2-40B4-BE49-F238E27FC236}">
                <a16:creationId xmlns:a16="http://schemas.microsoft.com/office/drawing/2014/main" id="{5B8763D4-1556-4510-9F0F-E6CD0433B7D5}"/>
              </a:ext>
            </a:extLst>
          </p:cNvPr>
          <p:cNvSpPr>
            <a:spLocks noChangeArrowheads="1"/>
          </p:cNvSpPr>
          <p:nvPr/>
        </p:nvSpPr>
        <p:spPr bwMode="auto">
          <a:xfrm>
            <a:off x="1313954" y="1418343"/>
            <a:ext cx="36136"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3078" name="Rectangle 131">
            <a:extLst>
              <a:ext uri="{FF2B5EF4-FFF2-40B4-BE49-F238E27FC236}">
                <a16:creationId xmlns:a16="http://schemas.microsoft.com/office/drawing/2014/main" id="{792D1A67-B3DB-467F-84F0-55EBB922A51D}"/>
              </a:ext>
            </a:extLst>
          </p:cNvPr>
          <p:cNvSpPr>
            <a:spLocks noChangeArrowheads="1"/>
          </p:cNvSpPr>
          <p:nvPr/>
        </p:nvSpPr>
        <p:spPr bwMode="auto">
          <a:xfrm>
            <a:off x="1355737" y="1418343"/>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o</a:t>
            </a:r>
            <a:endParaRPr lang="en-US" altLang="zh-TW" sz="1800" b="0">
              <a:latin typeface="Times New Roman" panose="02020603050405020304" pitchFamily="18" charset="0"/>
              <a:ea typeface="新細明體" panose="02020500000000000000" pitchFamily="18" charset="-120"/>
            </a:endParaRPr>
          </a:p>
        </p:txBody>
      </p:sp>
      <p:sp>
        <p:nvSpPr>
          <p:cNvPr id="73079" name="Rectangle 132">
            <a:extLst>
              <a:ext uri="{FF2B5EF4-FFF2-40B4-BE49-F238E27FC236}">
                <a16:creationId xmlns:a16="http://schemas.microsoft.com/office/drawing/2014/main" id="{ABC08B17-938A-49E0-9101-4CCFECE1E64C}"/>
              </a:ext>
            </a:extLst>
          </p:cNvPr>
          <p:cNvSpPr>
            <a:spLocks noChangeArrowheads="1"/>
          </p:cNvSpPr>
          <p:nvPr/>
        </p:nvSpPr>
        <p:spPr bwMode="auto">
          <a:xfrm>
            <a:off x="1425751" y="1418343"/>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73080" name="Rectangle 133">
            <a:extLst>
              <a:ext uri="{FF2B5EF4-FFF2-40B4-BE49-F238E27FC236}">
                <a16:creationId xmlns:a16="http://schemas.microsoft.com/office/drawing/2014/main" id="{2E581731-13E7-405F-841C-786DBDD01CD4}"/>
              </a:ext>
            </a:extLst>
          </p:cNvPr>
          <p:cNvSpPr>
            <a:spLocks noChangeArrowheads="1"/>
          </p:cNvSpPr>
          <p:nvPr/>
        </p:nvSpPr>
        <p:spPr bwMode="auto">
          <a:xfrm>
            <a:off x="1492378" y="1418343"/>
            <a:ext cx="36136"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3081" name="Rectangle 134">
            <a:extLst>
              <a:ext uri="{FF2B5EF4-FFF2-40B4-BE49-F238E27FC236}">
                <a16:creationId xmlns:a16="http://schemas.microsoft.com/office/drawing/2014/main" id="{2CFD0A28-A870-4564-96B6-8FCA5FABB357}"/>
              </a:ext>
            </a:extLst>
          </p:cNvPr>
          <p:cNvSpPr>
            <a:spLocks noChangeArrowheads="1"/>
          </p:cNvSpPr>
          <p:nvPr/>
        </p:nvSpPr>
        <p:spPr bwMode="auto">
          <a:xfrm>
            <a:off x="1533031" y="1418343"/>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a</a:t>
            </a:r>
            <a:endParaRPr lang="en-US" altLang="zh-TW" sz="1800" b="0">
              <a:latin typeface="Times New Roman" panose="02020603050405020304" pitchFamily="18" charset="0"/>
              <a:ea typeface="新細明體" panose="02020500000000000000" pitchFamily="18" charset="-120"/>
            </a:endParaRPr>
          </a:p>
        </p:txBody>
      </p:sp>
      <p:sp>
        <p:nvSpPr>
          <p:cNvPr id="73082" name="Rectangle 135">
            <a:extLst>
              <a:ext uri="{FF2B5EF4-FFF2-40B4-BE49-F238E27FC236}">
                <a16:creationId xmlns:a16="http://schemas.microsoft.com/office/drawing/2014/main" id="{2BAA05F5-634F-4624-B778-9C5642F748EF}"/>
              </a:ext>
            </a:extLst>
          </p:cNvPr>
          <p:cNvSpPr>
            <a:spLocks noChangeArrowheads="1"/>
          </p:cNvSpPr>
          <p:nvPr/>
        </p:nvSpPr>
        <p:spPr bwMode="auto">
          <a:xfrm>
            <a:off x="1603045" y="1418343"/>
            <a:ext cx="91471"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73083" name="Rectangle 136">
            <a:extLst>
              <a:ext uri="{FF2B5EF4-FFF2-40B4-BE49-F238E27FC236}">
                <a16:creationId xmlns:a16="http://schemas.microsoft.com/office/drawing/2014/main" id="{F909E488-ECEF-4D07-A00E-8293C948ADE2}"/>
              </a:ext>
            </a:extLst>
          </p:cNvPr>
          <p:cNvSpPr>
            <a:spLocks noChangeArrowheads="1"/>
          </p:cNvSpPr>
          <p:nvPr/>
        </p:nvSpPr>
        <p:spPr bwMode="auto">
          <a:xfrm>
            <a:off x="1706938" y="1418343"/>
            <a:ext cx="0" cy="25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3084" name="Rectangle 137">
            <a:extLst>
              <a:ext uri="{FF2B5EF4-FFF2-40B4-BE49-F238E27FC236}">
                <a16:creationId xmlns:a16="http://schemas.microsoft.com/office/drawing/2014/main" id="{9B7D6C7D-060E-4DCC-B458-8DA57F046857}"/>
              </a:ext>
            </a:extLst>
          </p:cNvPr>
          <p:cNvSpPr>
            <a:spLocks noChangeArrowheads="1"/>
          </p:cNvSpPr>
          <p:nvPr/>
        </p:nvSpPr>
        <p:spPr bwMode="auto">
          <a:xfrm>
            <a:off x="1232647" y="1549160"/>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3085" name="Rectangle 138">
            <a:extLst>
              <a:ext uri="{FF2B5EF4-FFF2-40B4-BE49-F238E27FC236}">
                <a16:creationId xmlns:a16="http://schemas.microsoft.com/office/drawing/2014/main" id="{391645F1-21D3-4D8C-AD37-DCA4C59D7854}"/>
              </a:ext>
            </a:extLst>
          </p:cNvPr>
          <p:cNvSpPr>
            <a:spLocks noChangeArrowheads="1"/>
          </p:cNvSpPr>
          <p:nvPr/>
        </p:nvSpPr>
        <p:spPr bwMode="auto">
          <a:xfrm>
            <a:off x="1299274" y="1549160"/>
            <a:ext cx="54205"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x</a:t>
            </a:r>
            <a:endParaRPr lang="en-US" altLang="zh-TW" sz="1800" b="0">
              <a:latin typeface="Times New Roman" panose="02020603050405020304" pitchFamily="18" charset="0"/>
              <a:ea typeface="新細明體" panose="02020500000000000000" pitchFamily="18" charset="-120"/>
            </a:endParaRPr>
          </a:p>
        </p:txBody>
      </p:sp>
      <p:sp>
        <p:nvSpPr>
          <p:cNvPr id="73086" name="Rectangle 139">
            <a:extLst>
              <a:ext uri="{FF2B5EF4-FFF2-40B4-BE49-F238E27FC236}">
                <a16:creationId xmlns:a16="http://schemas.microsoft.com/office/drawing/2014/main" id="{E1A05074-0C06-48EB-8957-A609F9BF6068}"/>
              </a:ext>
            </a:extLst>
          </p:cNvPr>
          <p:cNvSpPr>
            <a:spLocks noChangeArrowheads="1"/>
          </p:cNvSpPr>
          <p:nvPr/>
        </p:nvSpPr>
        <p:spPr bwMode="auto">
          <a:xfrm>
            <a:off x="1362512" y="1549160"/>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3087" name="Rectangle 140">
            <a:extLst>
              <a:ext uri="{FF2B5EF4-FFF2-40B4-BE49-F238E27FC236}">
                <a16:creationId xmlns:a16="http://schemas.microsoft.com/office/drawing/2014/main" id="{18573295-139E-4FA9-A6F7-A0427D578934}"/>
              </a:ext>
            </a:extLst>
          </p:cNvPr>
          <p:cNvSpPr>
            <a:spLocks noChangeArrowheads="1"/>
          </p:cNvSpPr>
          <p:nvPr/>
        </p:nvSpPr>
        <p:spPr bwMode="auto">
          <a:xfrm>
            <a:off x="1432527" y="1549160"/>
            <a:ext cx="54205"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088" name="Rectangle 141">
            <a:extLst>
              <a:ext uri="{FF2B5EF4-FFF2-40B4-BE49-F238E27FC236}">
                <a16:creationId xmlns:a16="http://schemas.microsoft.com/office/drawing/2014/main" id="{530B5DA5-5BDA-4320-8854-9488D77F5451}"/>
              </a:ext>
            </a:extLst>
          </p:cNvPr>
          <p:cNvSpPr>
            <a:spLocks noChangeArrowheads="1"/>
          </p:cNvSpPr>
          <p:nvPr/>
        </p:nvSpPr>
        <p:spPr bwMode="auto">
          <a:xfrm>
            <a:off x="1492378" y="1549160"/>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u</a:t>
            </a:r>
            <a:endParaRPr lang="en-US" altLang="zh-TW" sz="1800" b="0">
              <a:latin typeface="Times New Roman" panose="02020603050405020304" pitchFamily="18" charset="0"/>
              <a:ea typeface="新細明體" panose="02020500000000000000" pitchFamily="18" charset="-120"/>
            </a:endParaRPr>
          </a:p>
        </p:txBody>
      </p:sp>
      <p:sp>
        <p:nvSpPr>
          <p:cNvPr id="73089" name="Rectangle 142">
            <a:extLst>
              <a:ext uri="{FF2B5EF4-FFF2-40B4-BE49-F238E27FC236}">
                <a16:creationId xmlns:a16="http://schemas.microsoft.com/office/drawing/2014/main" id="{381FE4E8-6876-476A-99F6-50DA249D226B}"/>
              </a:ext>
            </a:extLst>
          </p:cNvPr>
          <p:cNvSpPr>
            <a:spLocks noChangeArrowheads="1"/>
          </p:cNvSpPr>
          <p:nvPr/>
        </p:nvSpPr>
        <p:spPr bwMode="auto">
          <a:xfrm>
            <a:off x="1562392" y="1549160"/>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t</a:t>
            </a:r>
            <a:endParaRPr lang="en-US" altLang="zh-TW" sz="1800" b="0">
              <a:latin typeface="Times New Roman" panose="02020603050405020304" pitchFamily="18" charset="0"/>
              <a:ea typeface="新細明體" panose="02020500000000000000" pitchFamily="18" charset="-120"/>
            </a:endParaRPr>
          </a:p>
        </p:txBody>
      </p:sp>
      <p:sp>
        <p:nvSpPr>
          <p:cNvPr id="73090" name="Rectangle 143">
            <a:extLst>
              <a:ext uri="{FF2B5EF4-FFF2-40B4-BE49-F238E27FC236}">
                <a16:creationId xmlns:a16="http://schemas.microsoft.com/office/drawing/2014/main" id="{B369EC42-CE55-451C-9F2A-72F57186F623}"/>
              </a:ext>
            </a:extLst>
          </p:cNvPr>
          <p:cNvSpPr>
            <a:spLocks noChangeArrowheads="1"/>
          </p:cNvSpPr>
          <p:nvPr/>
        </p:nvSpPr>
        <p:spPr bwMode="auto">
          <a:xfrm>
            <a:off x="1596270" y="1549160"/>
            <a:ext cx="24844"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73091" name="Rectangle 144">
            <a:extLst>
              <a:ext uri="{FF2B5EF4-FFF2-40B4-BE49-F238E27FC236}">
                <a16:creationId xmlns:a16="http://schemas.microsoft.com/office/drawing/2014/main" id="{8E66BE5E-BD65-485A-B443-382DE8F0F6F3}"/>
              </a:ext>
            </a:extLst>
          </p:cNvPr>
          <p:cNvSpPr>
            <a:spLocks noChangeArrowheads="1"/>
          </p:cNvSpPr>
          <p:nvPr/>
        </p:nvSpPr>
        <p:spPr bwMode="auto">
          <a:xfrm>
            <a:off x="1625631" y="1549160"/>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o</a:t>
            </a:r>
            <a:endParaRPr lang="en-US" altLang="zh-TW" sz="1800" b="0">
              <a:latin typeface="Times New Roman" panose="02020603050405020304" pitchFamily="18" charset="0"/>
              <a:ea typeface="新細明體" panose="02020500000000000000" pitchFamily="18" charset="-120"/>
            </a:endParaRPr>
          </a:p>
        </p:txBody>
      </p:sp>
      <p:sp>
        <p:nvSpPr>
          <p:cNvPr id="73092" name="Rectangle 145">
            <a:extLst>
              <a:ext uri="{FF2B5EF4-FFF2-40B4-BE49-F238E27FC236}">
                <a16:creationId xmlns:a16="http://schemas.microsoft.com/office/drawing/2014/main" id="{9FE2E3BE-AE57-4931-B3EC-2670D45981F1}"/>
              </a:ext>
            </a:extLst>
          </p:cNvPr>
          <p:cNvSpPr>
            <a:spLocks noChangeArrowheads="1"/>
          </p:cNvSpPr>
          <p:nvPr/>
        </p:nvSpPr>
        <p:spPr bwMode="auto">
          <a:xfrm>
            <a:off x="1692257" y="1549160"/>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n</a:t>
            </a:r>
            <a:endParaRPr lang="en-US" altLang="zh-TW" sz="1800" b="0">
              <a:latin typeface="Times New Roman" panose="02020603050405020304" pitchFamily="18" charset="0"/>
              <a:ea typeface="新細明體" panose="02020500000000000000" pitchFamily="18" charset="-120"/>
            </a:endParaRPr>
          </a:p>
        </p:txBody>
      </p:sp>
      <p:sp>
        <p:nvSpPr>
          <p:cNvPr id="73093" name="Rectangle 146">
            <a:extLst>
              <a:ext uri="{FF2B5EF4-FFF2-40B4-BE49-F238E27FC236}">
                <a16:creationId xmlns:a16="http://schemas.microsoft.com/office/drawing/2014/main" id="{1BD00F60-DEED-476E-B3D3-F27934B01B0F}"/>
              </a:ext>
            </a:extLst>
          </p:cNvPr>
          <p:cNvSpPr>
            <a:spLocks noChangeArrowheads="1"/>
          </p:cNvSpPr>
          <p:nvPr/>
        </p:nvSpPr>
        <p:spPr bwMode="auto">
          <a:xfrm>
            <a:off x="1762271" y="1549160"/>
            <a:ext cx="0" cy="25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3094" name="Rectangle 147">
            <a:extLst>
              <a:ext uri="{FF2B5EF4-FFF2-40B4-BE49-F238E27FC236}">
                <a16:creationId xmlns:a16="http://schemas.microsoft.com/office/drawing/2014/main" id="{E5E2E1C5-862C-4997-A77C-1A8C75A2CB75}"/>
              </a:ext>
            </a:extLst>
          </p:cNvPr>
          <p:cNvSpPr>
            <a:spLocks noChangeArrowheads="1"/>
          </p:cNvSpPr>
          <p:nvPr/>
        </p:nvSpPr>
        <p:spPr bwMode="auto">
          <a:xfrm>
            <a:off x="1232647" y="1675580"/>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o</a:t>
            </a:r>
            <a:endParaRPr lang="en-US" altLang="zh-TW" sz="1800" b="0">
              <a:latin typeface="Times New Roman" panose="02020603050405020304" pitchFamily="18" charset="0"/>
              <a:ea typeface="新細明體" panose="02020500000000000000" pitchFamily="18" charset="-120"/>
            </a:endParaRPr>
          </a:p>
        </p:txBody>
      </p:sp>
      <p:sp>
        <p:nvSpPr>
          <p:cNvPr id="73095" name="Rectangle 148">
            <a:extLst>
              <a:ext uri="{FF2B5EF4-FFF2-40B4-BE49-F238E27FC236}">
                <a16:creationId xmlns:a16="http://schemas.microsoft.com/office/drawing/2014/main" id="{69ABE29C-2EDE-46BB-B019-C5004ECB176A}"/>
              </a:ext>
            </a:extLst>
          </p:cNvPr>
          <p:cNvSpPr>
            <a:spLocks noChangeArrowheads="1"/>
          </p:cNvSpPr>
          <p:nvPr/>
        </p:nvSpPr>
        <p:spPr bwMode="auto">
          <a:xfrm>
            <a:off x="1299274" y="1675580"/>
            <a:ext cx="36136"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3096" name="Rectangle 149">
            <a:extLst>
              <a:ext uri="{FF2B5EF4-FFF2-40B4-BE49-F238E27FC236}">
                <a16:creationId xmlns:a16="http://schemas.microsoft.com/office/drawing/2014/main" id="{193BD3BB-CD97-4AEB-837B-3ED8174427D1}"/>
              </a:ext>
            </a:extLst>
          </p:cNvPr>
          <p:cNvSpPr>
            <a:spLocks noChangeArrowheads="1"/>
          </p:cNvSpPr>
          <p:nvPr/>
        </p:nvSpPr>
        <p:spPr bwMode="auto">
          <a:xfrm>
            <a:off x="1344444" y="1675580"/>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73097" name="Rectangle 150">
            <a:extLst>
              <a:ext uri="{FF2B5EF4-FFF2-40B4-BE49-F238E27FC236}">
                <a16:creationId xmlns:a16="http://schemas.microsoft.com/office/drawing/2014/main" id="{B61DD189-5265-40AF-94CC-92FE295CC3F0}"/>
              </a:ext>
            </a:extLst>
          </p:cNvPr>
          <p:cNvSpPr>
            <a:spLocks noChangeArrowheads="1"/>
          </p:cNvSpPr>
          <p:nvPr/>
        </p:nvSpPr>
        <p:spPr bwMode="auto">
          <a:xfrm>
            <a:off x="1411071" y="1675580"/>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3098" name="Rectangle 151">
            <a:extLst>
              <a:ext uri="{FF2B5EF4-FFF2-40B4-BE49-F238E27FC236}">
                <a16:creationId xmlns:a16="http://schemas.microsoft.com/office/drawing/2014/main" id="{5BDE5F34-501C-492C-9B94-ADAD81F2F145}"/>
              </a:ext>
            </a:extLst>
          </p:cNvPr>
          <p:cNvSpPr>
            <a:spLocks noChangeArrowheads="1"/>
          </p:cNvSpPr>
          <p:nvPr/>
        </p:nvSpPr>
        <p:spPr bwMode="auto">
          <a:xfrm>
            <a:off x="1481085" y="1675580"/>
            <a:ext cx="36136"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3099" name="Rectangle 152">
            <a:extLst>
              <a:ext uri="{FF2B5EF4-FFF2-40B4-BE49-F238E27FC236}">
                <a16:creationId xmlns:a16="http://schemas.microsoft.com/office/drawing/2014/main" id="{158083B0-BF36-4B73-B572-867AE8B52481}"/>
              </a:ext>
            </a:extLst>
          </p:cNvPr>
          <p:cNvSpPr>
            <a:spLocks noChangeArrowheads="1"/>
          </p:cNvSpPr>
          <p:nvPr/>
        </p:nvSpPr>
        <p:spPr bwMode="auto">
          <a:xfrm>
            <a:off x="1521738" y="1675580"/>
            <a:ext cx="0" cy="25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3100" name="Rectangle 153">
            <a:extLst>
              <a:ext uri="{FF2B5EF4-FFF2-40B4-BE49-F238E27FC236}">
                <a16:creationId xmlns:a16="http://schemas.microsoft.com/office/drawing/2014/main" id="{D47EDB41-D1FD-4EDA-8EB9-CDB056638C55}"/>
              </a:ext>
            </a:extLst>
          </p:cNvPr>
          <p:cNvSpPr>
            <a:spLocks noChangeArrowheads="1"/>
          </p:cNvSpPr>
          <p:nvPr/>
        </p:nvSpPr>
        <p:spPr bwMode="auto">
          <a:xfrm>
            <a:off x="1232647" y="1806397"/>
            <a:ext cx="36136"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3101" name="Rectangle 154">
            <a:extLst>
              <a:ext uri="{FF2B5EF4-FFF2-40B4-BE49-F238E27FC236}">
                <a16:creationId xmlns:a16="http://schemas.microsoft.com/office/drawing/2014/main" id="{0DDB6BDF-26B2-454B-BE90-EA67D363563A}"/>
              </a:ext>
            </a:extLst>
          </p:cNvPr>
          <p:cNvSpPr>
            <a:spLocks noChangeArrowheads="1"/>
          </p:cNvSpPr>
          <p:nvPr/>
        </p:nvSpPr>
        <p:spPr bwMode="auto">
          <a:xfrm>
            <a:off x="1273301" y="1806397"/>
            <a:ext cx="24844"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73102" name="Rectangle 155">
            <a:extLst>
              <a:ext uri="{FF2B5EF4-FFF2-40B4-BE49-F238E27FC236}">
                <a16:creationId xmlns:a16="http://schemas.microsoft.com/office/drawing/2014/main" id="{23092AC3-9261-49FB-ADD3-916A284CD209}"/>
              </a:ext>
            </a:extLst>
          </p:cNvPr>
          <p:cNvSpPr>
            <a:spLocks noChangeArrowheads="1"/>
          </p:cNvSpPr>
          <p:nvPr/>
        </p:nvSpPr>
        <p:spPr bwMode="auto">
          <a:xfrm>
            <a:off x="1299274" y="1806397"/>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n</a:t>
            </a:r>
            <a:endParaRPr lang="en-US" altLang="zh-TW" sz="1800" b="0">
              <a:latin typeface="Times New Roman" panose="02020603050405020304" pitchFamily="18" charset="0"/>
              <a:ea typeface="新細明體" panose="02020500000000000000" pitchFamily="18" charset="-120"/>
            </a:endParaRPr>
          </a:p>
        </p:txBody>
      </p:sp>
      <p:sp>
        <p:nvSpPr>
          <p:cNvPr id="73103" name="Rectangle 156">
            <a:extLst>
              <a:ext uri="{FF2B5EF4-FFF2-40B4-BE49-F238E27FC236}">
                <a16:creationId xmlns:a16="http://schemas.microsoft.com/office/drawing/2014/main" id="{D964C06E-4055-4ED0-99EA-9C8123A27053}"/>
              </a:ext>
            </a:extLst>
          </p:cNvPr>
          <p:cNvSpPr>
            <a:spLocks noChangeArrowheads="1"/>
          </p:cNvSpPr>
          <p:nvPr/>
        </p:nvSpPr>
        <p:spPr bwMode="auto">
          <a:xfrm>
            <a:off x="1370417" y="1806397"/>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3104" name="Rectangle 157">
            <a:extLst>
              <a:ext uri="{FF2B5EF4-FFF2-40B4-BE49-F238E27FC236}">
                <a16:creationId xmlns:a16="http://schemas.microsoft.com/office/drawing/2014/main" id="{67C21569-07BE-4C84-82A7-9F52E8E553D9}"/>
              </a:ext>
            </a:extLst>
          </p:cNvPr>
          <p:cNvSpPr>
            <a:spLocks noChangeArrowheads="1"/>
          </p:cNvSpPr>
          <p:nvPr/>
        </p:nvSpPr>
        <p:spPr bwMode="auto">
          <a:xfrm>
            <a:off x="1403165" y="1806397"/>
            <a:ext cx="24844"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73105" name="Rectangle 158">
            <a:extLst>
              <a:ext uri="{FF2B5EF4-FFF2-40B4-BE49-F238E27FC236}">
                <a16:creationId xmlns:a16="http://schemas.microsoft.com/office/drawing/2014/main" id="{615C5694-27E9-4A2D-ABD0-6E87F4790CD2}"/>
              </a:ext>
            </a:extLst>
          </p:cNvPr>
          <p:cNvSpPr>
            <a:spLocks noChangeArrowheads="1"/>
          </p:cNvSpPr>
          <p:nvPr/>
        </p:nvSpPr>
        <p:spPr bwMode="auto">
          <a:xfrm>
            <a:off x="1432527" y="1806397"/>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n</a:t>
            </a:r>
            <a:endParaRPr lang="en-US" altLang="zh-TW" sz="1800" b="0">
              <a:latin typeface="Times New Roman" panose="02020603050405020304" pitchFamily="18" charset="0"/>
              <a:ea typeface="新細明體" panose="02020500000000000000" pitchFamily="18" charset="-120"/>
            </a:endParaRPr>
          </a:p>
        </p:txBody>
      </p:sp>
      <p:sp>
        <p:nvSpPr>
          <p:cNvPr id="73106" name="Rectangle 159">
            <a:extLst>
              <a:ext uri="{FF2B5EF4-FFF2-40B4-BE49-F238E27FC236}">
                <a16:creationId xmlns:a16="http://schemas.microsoft.com/office/drawing/2014/main" id="{B5F6837D-DD20-4636-BBEE-9E698BC9D824}"/>
              </a:ext>
            </a:extLst>
          </p:cNvPr>
          <p:cNvSpPr>
            <a:spLocks noChangeArrowheads="1"/>
          </p:cNvSpPr>
          <p:nvPr/>
        </p:nvSpPr>
        <p:spPr bwMode="auto">
          <a:xfrm>
            <a:off x="1499154" y="1806397"/>
            <a:ext cx="54205"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s</a:t>
            </a:r>
            <a:endParaRPr lang="en-US" altLang="zh-TW" sz="1800" b="0">
              <a:latin typeface="Times New Roman" panose="02020603050405020304" pitchFamily="18" charset="0"/>
              <a:ea typeface="新細明體" panose="02020500000000000000" pitchFamily="18" charset="-120"/>
            </a:endParaRPr>
          </a:p>
        </p:txBody>
      </p:sp>
      <p:sp>
        <p:nvSpPr>
          <p:cNvPr id="73107" name="Rectangle 160">
            <a:extLst>
              <a:ext uri="{FF2B5EF4-FFF2-40B4-BE49-F238E27FC236}">
                <a16:creationId xmlns:a16="http://schemas.microsoft.com/office/drawing/2014/main" id="{BBC8EBF5-08B8-4DCF-8649-97EE685D7B30}"/>
              </a:ext>
            </a:extLst>
          </p:cNvPr>
          <p:cNvSpPr>
            <a:spLocks noChangeArrowheads="1"/>
          </p:cNvSpPr>
          <p:nvPr/>
        </p:nvSpPr>
        <p:spPr bwMode="auto">
          <a:xfrm>
            <a:off x="1562392" y="1806397"/>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t</a:t>
            </a:r>
            <a:endParaRPr lang="en-US" altLang="zh-TW" sz="1800" b="0">
              <a:latin typeface="Times New Roman" panose="02020603050405020304" pitchFamily="18" charset="0"/>
              <a:ea typeface="新細明體" panose="02020500000000000000" pitchFamily="18" charset="-120"/>
            </a:endParaRPr>
          </a:p>
        </p:txBody>
      </p:sp>
      <p:sp>
        <p:nvSpPr>
          <p:cNvPr id="73108" name="Rectangle 161">
            <a:extLst>
              <a:ext uri="{FF2B5EF4-FFF2-40B4-BE49-F238E27FC236}">
                <a16:creationId xmlns:a16="http://schemas.microsoft.com/office/drawing/2014/main" id="{66A89396-F318-44A9-BFC8-912CBD15B01B}"/>
              </a:ext>
            </a:extLst>
          </p:cNvPr>
          <p:cNvSpPr>
            <a:spLocks noChangeArrowheads="1"/>
          </p:cNvSpPr>
          <p:nvPr/>
        </p:nvSpPr>
        <p:spPr bwMode="auto">
          <a:xfrm>
            <a:off x="1596270" y="1806397"/>
            <a:ext cx="36136"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3109" name="Rectangle 162">
            <a:extLst>
              <a:ext uri="{FF2B5EF4-FFF2-40B4-BE49-F238E27FC236}">
                <a16:creationId xmlns:a16="http://schemas.microsoft.com/office/drawing/2014/main" id="{225F6E33-DCDE-4D6A-8370-26BA2B9DCD51}"/>
              </a:ext>
            </a:extLst>
          </p:cNvPr>
          <p:cNvSpPr>
            <a:spLocks noChangeArrowheads="1"/>
          </p:cNvSpPr>
          <p:nvPr/>
        </p:nvSpPr>
        <p:spPr bwMode="auto">
          <a:xfrm>
            <a:off x="1636923" y="1806397"/>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u</a:t>
            </a:r>
            <a:endParaRPr lang="en-US" altLang="zh-TW" sz="1800" b="0">
              <a:latin typeface="Times New Roman" panose="02020603050405020304" pitchFamily="18" charset="0"/>
              <a:ea typeface="新細明體" panose="02020500000000000000" pitchFamily="18" charset="-120"/>
            </a:endParaRPr>
          </a:p>
        </p:txBody>
      </p:sp>
      <p:sp>
        <p:nvSpPr>
          <p:cNvPr id="73110" name="Rectangle 163">
            <a:extLst>
              <a:ext uri="{FF2B5EF4-FFF2-40B4-BE49-F238E27FC236}">
                <a16:creationId xmlns:a16="http://schemas.microsoft.com/office/drawing/2014/main" id="{C1F91116-E9DF-49AE-BB68-C06BE81D2ED5}"/>
              </a:ext>
            </a:extLst>
          </p:cNvPr>
          <p:cNvSpPr>
            <a:spLocks noChangeArrowheads="1"/>
          </p:cNvSpPr>
          <p:nvPr/>
        </p:nvSpPr>
        <p:spPr bwMode="auto">
          <a:xfrm>
            <a:off x="1706938" y="1806397"/>
            <a:ext cx="54205"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3111" name="Rectangle 164">
            <a:extLst>
              <a:ext uri="{FF2B5EF4-FFF2-40B4-BE49-F238E27FC236}">
                <a16:creationId xmlns:a16="http://schemas.microsoft.com/office/drawing/2014/main" id="{B2581AAD-F609-43C7-B0F4-E9D51BC67B5B}"/>
              </a:ext>
            </a:extLst>
          </p:cNvPr>
          <p:cNvSpPr>
            <a:spLocks noChangeArrowheads="1"/>
          </p:cNvSpPr>
          <p:nvPr/>
        </p:nvSpPr>
        <p:spPr bwMode="auto">
          <a:xfrm>
            <a:off x="1766789" y="1806397"/>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t</a:t>
            </a:r>
            <a:endParaRPr lang="en-US" altLang="zh-TW" sz="1800" b="0">
              <a:latin typeface="Times New Roman" panose="02020603050405020304" pitchFamily="18" charset="0"/>
              <a:ea typeface="新細明體" panose="02020500000000000000" pitchFamily="18" charset="-120"/>
            </a:endParaRPr>
          </a:p>
        </p:txBody>
      </p:sp>
      <p:sp>
        <p:nvSpPr>
          <p:cNvPr id="73112" name="Rectangle 165">
            <a:extLst>
              <a:ext uri="{FF2B5EF4-FFF2-40B4-BE49-F238E27FC236}">
                <a16:creationId xmlns:a16="http://schemas.microsoft.com/office/drawing/2014/main" id="{E7156379-454C-45C0-8E8C-4D54E4880BED}"/>
              </a:ext>
            </a:extLst>
          </p:cNvPr>
          <p:cNvSpPr>
            <a:spLocks noChangeArrowheads="1"/>
          </p:cNvSpPr>
          <p:nvPr/>
        </p:nvSpPr>
        <p:spPr bwMode="auto">
          <a:xfrm>
            <a:off x="1802925" y="1806397"/>
            <a:ext cx="24844"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73113" name="Rectangle 166">
            <a:extLst>
              <a:ext uri="{FF2B5EF4-FFF2-40B4-BE49-F238E27FC236}">
                <a16:creationId xmlns:a16="http://schemas.microsoft.com/office/drawing/2014/main" id="{8EE43B5D-A64E-471D-8187-0511CBDA0E78}"/>
              </a:ext>
            </a:extLst>
          </p:cNvPr>
          <p:cNvSpPr>
            <a:spLocks noChangeArrowheads="1"/>
          </p:cNvSpPr>
          <p:nvPr/>
        </p:nvSpPr>
        <p:spPr bwMode="auto">
          <a:xfrm>
            <a:off x="1828898" y="1806397"/>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o</a:t>
            </a:r>
            <a:endParaRPr lang="en-US" altLang="zh-TW" sz="1800" b="0">
              <a:latin typeface="Times New Roman" panose="02020603050405020304" pitchFamily="18" charset="0"/>
              <a:ea typeface="新細明體" panose="02020500000000000000" pitchFamily="18" charset="-120"/>
            </a:endParaRPr>
          </a:p>
        </p:txBody>
      </p:sp>
      <p:sp>
        <p:nvSpPr>
          <p:cNvPr id="73114" name="Rectangle 167">
            <a:extLst>
              <a:ext uri="{FF2B5EF4-FFF2-40B4-BE49-F238E27FC236}">
                <a16:creationId xmlns:a16="http://schemas.microsoft.com/office/drawing/2014/main" id="{B390B788-140A-49B4-B6CC-5027D7C33D0F}"/>
              </a:ext>
            </a:extLst>
          </p:cNvPr>
          <p:cNvSpPr>
            <a:spLocks noChangeArrowheads="1"/>
          </p:cNvSpPr>
          <p:nvPr/>
        </p:nvSpPr>
        <p:spPr bwMode="auto">
          <a:xfrm>
            <a:off x="1900041" y="1806397"/>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n</a:t>
            </a:r>
            <a:endParaRPr lang="en-US" altLang="zh-TW" sz="1800" b="0">
              <a:latin typeface="Times New Roman" panose="02020603050405020304" pitchFamily="18" charset="0"/>
              <a:ea typeface="新細明體" panose="02020500000000000000" pitchFamily="18" charset="-120"/>
            </a:endParaRPr>
          </a:p>
        </p:txBody>
      </p:sp>
      <p:sp>
        <p:nvSpPr>
          <p:cNvPr id="73115" name="Rectangle 168">
            <a:extLst>
              <a:ext uri="{FF2B5EF4-FFF2-40B4-BE49-F238E27FC236}">
                <a16:creationId xmlns:a16="http://schemas.microsoft.com/office/drawing/2014/main" id="{A848A766-B0E2-4AA5-BC3E-39BF69083E79}"/>
              </a:ext>
            </a:extLst>
          </p:cNvPr>
          <p:cNvSpPr>
            <a:spLocks noChangeArrowheads="1"/>
          </p:cNvSpPr>
          <p:nvPr/>
        </p:nvSpPr>
        <p:spPr bwMode="auto">
          <a:xfrm>
            <a:off x="1966668" y="1806397"/>
            <a:ext cx="54205"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s</a:t>
            </a:r>
            <a:endParaRPr lang="en-US" altLang="zh-TW" sz="1800" b="0">
              <a:latin typeface="Times New Roman" panose="02020603050405020304" pitchFamily="18" charset="0"/>
              <a:ea typeface="新細明體" panose="02020500000000000000" pitchFamily="18" charset="-120"/>
            </a:endParaRPr>
          </a:p>
        </p:txBody>
      </p:sp>
      <p:sp>
        <p:nvSpPr>
          <p:cNvPr id="73116" name="Rectangle 169">
            <a:extLst>
              <a:ext uri="{FF2B5EF4-FFF2-40B4-BE49-F238E27FC236}">
                <a16:creationId xmlns:a16="http://schemas.microsoft.com/office/drawing/2014/main" id="{0E56B06F-6E8E-4E4A-AD5D-6DF8ADD68BA0}"/>
              </a:ext>
            </a:extLst>
          </p:cNvPr>
          <p:cNvSpPr>
            <a:spLocks noChangeArrowheads="1"/>
          </p:cNvSpPr>
          <p:nvPr/>
        </p:nvSpPr>
        <p:spPr bwMode="auto">
          <a:xfrm>
            <a:off x="2029907" y="1806397"/>
            <a:ext cx="36136"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3117" name="Line 170">
            <a:extLst>
              <a:ext uri="{FF2B5EF4-FFF2-40B4-BE49-F238E27FC236}">
                <a16:creationId xmlns:a16="http://schemas.microsoft.com/office/drawing/2014/main" id="{80EA40F9-5DAA-4A5E-AE40-B830009DBC54}"/>
              </a:ext>
            </a:extLst>
          </p:cNvPr>
          <p:cNvSpPr>
            <a:spLocks noChangeShapeType="1"/>
          </p:cNvSpPr>
          <p:nvPr/>
        </p:nvSpPr>
        <p:spPr bwMode="auto">
          <a:xfrm>
            <a:off x="3251770" y="955536"/>
            <a:ext cx="4592713" cy="110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3118" name="Freeform 171">
            <a:extLst>
              <a:ext uri="{FF2B5EF4-FFF2-40B4-BE49-F238E27FC236}">
                <a16:creationId xmlns:a16="http://schemas.microsoft.com/office/drawing/2014/main" id="{EE66F5B5-6757-4464-90F4-67ED0CB6C750}"/>
              </a:ext>
            </a:extLst>
          </p:cNvPr>
          <p:cNvSpPr>
            <a:spLocks/>
          </p:cNvSpPr>
          <p:nvPr/>
        </p:nvSpPr>
        <p:spPr bwMode="auto">
          <a:xfrm>
            <a:off x="7833190" y="935748"/>
            <a:ext cx="48558" cy="39575"/>
          </a:xfrm>
          <a:custGeom>
            <a:avLst/>
            <a:gdLst>
              <a:gd name="T0" fmla="*/ 0 w 43"/>
              <a:gd name="T1" fmla="*/ 0 h 36"/>
              <a:gd name="T2" fmla="*/ 4 w 43"/>
              <a:gd name="T3" fmla="*/ 36 h 36"/>
              <a:gd name="T4" fmla="*/ 43 w 43"/>
              <a:gd name="T5" fmla="*/ 18 h 36"/>
              <a:gd name="T6" fmla="*/ 4 w 43"/>
              <a:gd name="T7" fmla="*/ 0 h 36"/>
              <a:gd name="T8" fmla="*/ 4 w 43"/>
              <a:gd name="T9" fmla="*/ 0 h 36"/>
              <a:gd name="T10" fmla="*/ 0 w 43"/>
              <a:gd name="T11" fmla="*/ 0 h 36"/>
              <a:gd name="T12" fmla="*/ 0 60000 65536"/>
              <a:gd name="T13" fmla="*/ 0 60000 65536"/>
              <a:gd name="T14" fmla="*/ 0 60000 65536"/>
              <a:gd name="T15" fmla="*/ 0 60000 65536"/>
              <a:gd name="T16" fmla="*/ 0 60000 65536"/>
              <a:gd name="T17" fmla="*/ 0 60000 65536"/>
              <a:gd name="T18" fmla="*/ 0 w 43"/>
              <a:gd name="T19" fmla="*/ 0 h 36"/>
              <a:gd name="T20" fmla="*/ 43 w 43"/>
              <a:gd name="T21" fmla="*/ 36 h 36"/>
            </a:gdLst>
            <a:ahLst/>
            <a:cxnLst>
              <a:cxn ang="T12">
                <a:pos x="T0" y="T1"/>
              </a:cxn>
              <a:cxn ang="T13">
                <a:pos x="T2" y="T3"/>
              </a:cxn>
              <a:cxn ang="T14">
                <a:pos x="T4" y="T5"/>
              </a:cxn>
              <a:cxn ang="T15">
                <a:pos x="T6" y="T7"/>
              </a:cxn>
              <a:cxn ang="T16">
                <a:pos x="T8" y="T9"/>
              </a:cxn>
              <a:cxn ang="T17">
                <a:pos x="T10" y="T11"/>
              </a:cxn>
            </a:cxnLst>
            <a:rect l="T18" t="T19" r="T20" b="T21"/>
            <a:pathLst>
              <a:path w="43" h="36">
                <a:moveTo>
                  <a:pt x="0" y="0"/>
                </a:moveTo>
                <a:lnTo>
                  <a:pt x="4" y="36"/>
                </a:lnTo>
                <a:lnTo>
                  <a:pt x="43" y="18"/>
                </a:lnTo>
                <a:lnTo>
                  <a:pt x="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3119" name="Rectangle 172">
            <a:extLst>
              <a:ext uri="{FF2B5EF4-FFF2-40B4-BE49-F238E27FC236}">
                <a16:creationId xmlns:a16="http://schemas.microsoft.com/office/drawing/2014/main" id="{B740D96D-1725-4EEA-A6C7-DE5FE4593CA5}"/>
              </a:ext>
            </a:extLst>
          </p:cNvPr>
          <p:cNvSpPr>
            <a:spLocks noChangeArrowheads="1"/>
          </p:cNvSpPr>
          <p:nvPr/>
        </p:nvSpPr>
        <p:spPr bwMode="auto">
          <a:xfrm>
            <a:off x="1458500" y="2559422"/>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a</a:t>
            </a:r>
            <a:endParaRPr lang="en-US" altLang="zh-TW" sz="1800" b="0">
              <a:latin typeface="Times New Roman" panose="02020603050405020304" pitchFamily="18" charset="0"/>
              <a:ea typeface="新細明體" panose="02020500000000000000" pitchFamily="18" charset="-120"/>
            </a:endParaRPr>
          </a:p>
        </p:txBody>
      </p:sp>
      <p:sp>
        <p:nvSpPr>
          <p:cNvPr id="73120" name="Rectangle 173">
            <a:extLst>
              <a:ext uri="{FF2B5EF4-FFF2-40B4-BE49-F238E27FC236}">
                <a16:creationId xmlns:a16="http://schemas.microsoft.com/office/drawing/2014/main" id="{968C0B0E-E3E8-4B3E-899A-916F26C90C01}"/>
              </a:ext>
            </a:extLst>
          </p:cNvPr>
          <p:cNvSpPr>
            <a:spLocks noChangeArrowheads="1"/>
          </p:cNvSpPr>
          <p:nvPr/>
        </p:nvSpPr>
        <p:spPr bwMode="auto">
          <a:xfrm>
            <a:off x="1525126" y="2559422"/>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n</a:t>
            </a:r>
            <a:endParaRPr lang="en-US" altLang="zh-TW" sz="1800" b="0">
              <a:latin typeface="Times New Roman" panose="02020603050405020304" pitchFamily="18" charset="0"/>
              <a:ea typeface="新細明體" panose="02020500000000000000" pitchFamily="18" charset="-120"/>
            </a:endParaRPr>
          </a:p>
        </p:txBody>
      </p:sp>
      <p:sp>
        <p:nvSpPr>
          <p:cNvPr id="73121" name="Rectangle 174">
            <a:extLst>
              <a:ext uri="{FF2B5EF4-FFF2-40B4-BE49-F238E27FC236}">
                <a16:creationId xmlns:a16="http://schemas.microsoft.com/office/drawing/2014/main" id="{F6AEC03D-5010-435B-816A-B0604F11B8B9}"/>
              </a:ext>
            </a:extLst>
          </p:cNvPr>
          <p:cNvSpPr>
            <a:spLocks noChangeArrowheads="1"/>
          </p:cNvSpPr>
          <p:nvPr/>
        </p:nvSpPr>
        <p:spPr bwMode="auto">
          <a:xfrm>
            <a:off x="1596270" y="2559422"/>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73122" name="Rectangle 175">
            <a:extLst>
              <a:ext uri="{FF2B5EF4-FFF2-40B4-BE49-F238E27FC236}">
                <a16:creationId xmlns:a16="http://schemas.microsoft.com/office/drawing/2014/main" id="{F4C630B6-A706-490D-9392-EC734B09B2A9}"/>
              </a:ext>
            </a:extLst>
          </p:cNvPr>
          <p:cNvSpPr>
            <a:spLocks noChangeArrowheads="1"/>
          </p:cNvSpPr>
          <p:nvPr/>
        </p:nvSpPr>
        <p:spPr bwMode="auto">
          <a:xfrm>
            <a:off x="1662896" y="2559422"/>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3123" name="Rectangle 176">
            <a:extLst>
              <a:ext uri="{FF2B5EF4-FFF2-40B4-BE49-F238E27FC236}">
                <a16:creationId xmlns:a16="http://schemas.microsoft.com/office/drawing/2014/main" id="{B1651513-5AB7-4689-8C9F-7FF7FC07C194}"/>
              </a:ext>
            </a:extLst>
          </p:cNvPr>
          <p:cNvSpPr>
            <a:spLocks noChangeArrowheads="1"/>
          </p:cNvSpPr>
          <p:nvPr/>
        </p:nvSpPr>
        <p:spPr bwMode="auto">
          <a:xfrm>
            <a:off x="1700162" y="2559422"/>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3124" name="Rectangle 177">
            <a:extLst>
              <a:ext uri="{FF2B5EF4-FFF2-40B4-BE49-F238E27FC236}">
                <a16:creationId xmlns:a16="http://schemas.microsoft.com/office/drawing/2014/main" id="{84C34053-4D8F-447D-990D-40D440C8E092}"/>
              </a:ext>
            </a:extLst>
          </p:cNvPr>
          <p:cNvSpPr>
            <a:spLocks noChangeArrowheads="1"/>
          </p:cNvSpPr>
          <p:nvPr/>
        </p:nvSpPr>
        <p:spPr bwMode="auto">
          <a:xfrm>
            <a:off x="1766789" y="2559422"/>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73125" name="Rectangle 178">
            <a:extLst>
              <a:ext uri="{FF2B5EF4-FFF2-40B4-BE49-F238E27FC236}">
                <a16:creationId xmlns:a16="http://schemas.microsoft.com/office/drawing/2014/main" id="{A54C1672-1E81-49E8-A403-C1213925CF85}"/>
              </a:ext>
            </a:extLst>
          </p:cNvPr>
          <p:cNvSpPr>
            <a:spLocks noChangeArrowheads="1"/>
          </p:cNvSpPr>
          <p:nvPr/>
        </p:nvSpPr>
        <p:spPr bwMode="auto">
          <a:xfrm>
            <a:off x="1836802" y="2559422"/>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73126" name="Rectangle 179">
            <a:extLst>
              <a:ext uri="{FF2B5EF4-FFF2-40B4-BE49-F238E27FC236}">
                <a16:creationId xmlns:a16="http://schemas.microsoft.com/office/drawing/2014/main" id="{F3DD8409-397D-42A3-BAB4-5BD17BCAF8F4}"/>
              </a:ext>
            </a:extLst>
          </p:cNvPr>
          <p:cNvSpPr>
            <a:spLocks noChangeArrowheads="1"/>
          </p:cNvSpPr>
          <p:nvPr/>
        </p:nvSpPr>
        <p:spPr bwMode="auto">
          <a:xfrm>
            <a:off x="1903429" y="2559422"/>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3127" name="Rectangle 180">
            <a:extLst>
              <a:ext uri="{FF2B5EF4-FFF2-40B4-BE49-F238E27FC236}">
                <a16:creationId xmlns:a16="http://schemas.microsoft.com/office/drawing/2014/main" id="{B134B83D-E96B-45EB-A4FC-6127A10C6F42}"/>
              </a:ext>
            </a:extLst>
          </p:cNvPr>
          <p:cNvSpPr>
            <a:spLocks noChangeArrowheads="1"/>
          </p:cNvSpPr>
          <p:nvPr/>
        </p:nvSpPr>
        <p:spPr bwMode="auto">
          <a:xfrm>
            <a:off x="1937307" y="2559422"/>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3128" name="Rectangle 181">
            <a:extLst>
              <a:ext uri="{FF2B5EF4-FFF2-40B4-BE49-F238E27FC236}">
                <a16:creationId xmlns:a16="http://schemas.microsoft.com/office/drawing/2014/main" id="{0171BDD2-263F-4CD7-81C8-D05C08BFB9FE}"/>
              </a:ext>
            </a:extLst>
          </p:cNvPr>
          <p:cNvSpPr>
            <a:spLocks noChangeArrowheads="1"/>
          </p:cNvSpPr>
          <p:nvPr/>
        </p:nvSpPr>
        <p:spPr bwMode="auto">
          <a:xfrm>
            <a:off x="1973444" y="2559422"/>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3129" name="Rectangle 182">
            <a:extLst>
              <a:ext uri="{FF2B5EF4-FFF2-40B4-BE49-F238E27FC236}">
                <a16:creationId xmlns:a16="http://schemas.microsoft.com/office/drawing/2014/main" id="{78EFBA2B-74B7-4F16-A88D-36EB9DECF8CA}"/>
              </a:ext>
            </a:extLst>
          </p:cNvPr>
          <p:cNvSpPr>
            <a:spLocks noChangeArrowheads="1"/>
          </p:cNvSpPr>
          <p:nvPr/>
        </p:nvSpPr>
        <p:spPr bwMode="auto">
          <a:xfrm>
            <a:off x="2040070" y="2559422"/>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73130" name="Rectangle 183">
            <a:extLst>
              <a:ext uri="{FF2B5EF4-FFF2-40B4-BE49-F238E27FC236}">
                <a16:creationId xmlns:a16="http://schemas.microsoft.com/office/drawing/2014/main" id="{AC0F59B6-9FA6-4C6C-8DF5-82BC117DEA12}"/>
              </a:ext>
            </a:extLst>
          </p:cNvPr>
          <p:cNvSpPr>
            <a:spLocks noChangeArrowheads="1"/>
          </p:cNvSpPr>
          <p:nvPr/>
        </p:nvSpPr>
        <p:spPr bwMode="auto">
          <a:xfrm>
            <a:off x="2111214" y="2559422"/>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3131" name="Rectangle 184">
            <a:extLst>
              <a:ext uri="{FF2B5EF4-FFF2-40B4-BE49-F238E27FC236}">
                <a16:creationId xmlns:a16="http://schemas.microsoft.com/office/drawing/2014/main" id="{AC14BA6C-E225-4902-9F97-5290C9C3CE5B}"/>
              </a:ext>
            </a:extLst>
          </p:cNvPr>
          <p:cNvSpPr>
            <a:spLocks noChangeArrowheads="1"/>
          </p:cNvSpPr>
          <p:nvPr/>
        </p:nvSpPr>
        <p:spPr bwMode="auto">
          <a:xfrm>
            <a:off x="2143962" y="2559422"/>
            <a:ext cx="3049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3132" name="Rectangle 185">
            <a:extLst>
              <a:ext uri="{FF2B5EF4-FFF2-40B4-BE49-F238E27FC236}">
                <a16:creationId xmlns:a16="http://schemas.microsoft.com/office/drawing/2014/main" id="{EEC84E34-593E-494C-B845-9FB878AEC6A0}"/>
              </a:ext>
            </a:extLst>
          </p:cNvPr>
          <p:cNvSpPr>
            <a:spLocks noChangeArrowheads="1"/>
          </p:cNvSpPr>
          <p:nvPr/>
        </p:nvSpPr>
        <p:spPr bwMode="auto">
          <a:xfrm>
            <a:off x="2177840" y="2559422"/>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3133" name="Rectangle 186">
            <a:extLst>
              <a:ext uri="{FF2B5EF4-FFF2-40B4-BE49-F238E27FC236}">
                <a16:creationId xmlns:a16="http://schemas.microsoft.com/office/drawing/2014/main" id="{7206D97C-29EF-445F-A9B2-CCAE0A361506}"/>
              </a:ext>
            </a:extLst>
          </p:cNvPr>
          <p:cNvSpPr>
            <a:spLocks noChangeArrowheads="1"/>
          </p:cNvSpPr>
          <p:nvPr/>
        </p:nvSpPr>
        <p:spPr bwMode="auto">
          <a:xfrm>
            <a:off x="2247855" y="2559422"/>
            <a:ext cx="60980" cy="12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5</a:t>
            </a:r>
            <a:endParaRPr lang="zh-TW" altLang="en-US" sz="1800" b="0">
              <a:latin typeface="Times New Roman" panose="02020603050405020304" pitchFamily="18" charset="0"/>
              <a:ea typeface="新細明體" panose="02020500000000000000" pitchFamily="18" charset="-120"/>
            </a:endParaRPr>
          </a:p>
        </p:txBody>
      </p:sp>
      <p:sp>
        <p:nvSpPr>
          <p:cNvPr id="73134" name="Freeform 187">
            <a:extLst>
              <a:ext uri="{FF2B5EF4-FFF2-40B4-BE49-F238E27FC236}">
                <a16:creationId xmlns:a16="http://schemas.microsoft.com/office/drawing/2014/main" id="{41A2E6B9-1D9C-4E20-8715-79F88E63DB52}"/>
              </a:ext>
            </a:extLst>
          </p:cNvPr>
          <p:cNvSpPr>
            <a:spLocks/>
          </p:cNvSpPr>
          <p:nvPr/>
        </p:nvSpPr>
        <p:spPr bwMode="auto">
          <a:xfrm>
            <a:off x="2803452" y="1838278"/>
            <a:ext cx="103893" cy="489190"/>
          </a:xfrm>
          <a:custGeom>
            <a:avLst/>
            <a:gdLst>
              <a:gd name="T0" fmla="*/ 92 w 92"/>
              <a:gd name="T1" fmla="*/ 442 h 445"/>
              <a:gd name="T2" fmla="*/ 92 w 92"/>
              <a:gd name="T3" fmla="*/ 0 h 445"/>
              <a:gd name="T4" fmla="*/ 0 w 92"/>
              <a:gd name="T5" fmla="*/ 0 h 445"/>
              <a:gd name="T6" fmla="*/ 0 w 92"/>
              <a:gd name="T7" fmla="*/ 445 h 445"/>
              <a:gd name="T8" fmla="*/ 92 w 92"/>
              <a:gd name="T9" fmla="*/ 445 h 445"/>
              <a:gd name="T10" fmla="*/ 92 w 92"/>
              <a:gd name="T11" fmla="*/ 445 h 445"/>
              <a:gd name="T12" fmla="*/ 92 w 92"/>
              <a:gd name="T13" fmla="*/ 442 h 445"/>
              <a:gd name="T14" fmla="*/ 0 60000 65536"/>
              <a:gd name="T15" fmla="*/ 0 60000 65536"/>
              <a:gd name="T16" fmla="*/ 0 60000 65536"/>
              <a:gd name="T17" fmla="*/ 0 60000 65536"/>
              <a:gd name="T18" fmla="*/ 0 60000 65536"/>
              <a:gd name="T19" fmla="*/ 0 60000 65536"/>
              <a:gd name="T20" fmla="*/ 0 60000 65536"/>
              <a:gd name="T21" fmla="*/ 0 w 92"/>
              <a:gd name="T22" fmla="*/ 0 h 445"/>
              <a:gd name="T23" fmla="*/ 92 w 92"/>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 h="445">
                <a:moveTo>
                  <a:pt x="92" y="442"/>
                </a:moveTo>
                <a:lnTo>
                  <a:pt x="92" y="0"/>
                </a:lnTo>
                <a:lnTo>
                  <a:pt x="0" y="0"/>
                </a:lnTo>
                <a:lnTo>
                  <a:pt x="0" y="445"/>
                </a:lnTo>
                <a:lnTo>
                  <a:pt x="92" y="445"/>
                </a:lnTo>
                <a:lnTo>
                  <a:pt x="92" y="44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3135" name="Freeform 188">
            <a:extLst>
              <a:ext uri="{FF2B5EF4-FFF2-40B4-BE49-F238E27FC236}">
                <a16:creationId xmlns:a16="http://schemas.microsoft.com/office/drawing/2014/main" id="{0E574710-828A-41FF-98EF-204216C3C55F}"/>
              </a:ext>
            </a:extLst>
          </p:cNvPr>
          <p:cNvSpPr>
            <a:spLocks/>
          </p:cNvSpPr>
          <p:nvPr/>
        </p:nvSpPr>
        <p:spPr bwMode="auto">
          <a:xfrm>
            <a:off x="2803452" y="1838278"/>
            <a:ext cx="103893" cy="489190"/>
          </a:xfrm>
          <a:custGeom>
            <a:avLst/>
            <a:gdLst>
              <a:gd name="T0" fmla="*/ 92 w 92"/>
              <a:gd name="T1" fmla="*/ 442 h 445"/>
              <a:gd name="T2" fmla="*/ 92 w 92"/>
              <a:gd name="T3" fmla="*/ 0 h 445"/>
              <a:gd name="T4" fmla="*/ 0 w 92"/>
              <a:gd name="T5" fmla="*/ 0 h 445"/>
              <a:gd name="T6" fmla="*/ 0 w 92"/>
              <a:gd name="T7" fmla="*/ 445 h 445"/>
              <a:gd name="T8" fmla="*/ 92 w 92"/>
              <a:gd name="T9" fmla="*/ 445 h 445"/>
              <a:gd name="T10" fmla="*/ 92 w 92"/>
              <a:gd name="T11" fmla="*/ 445 h 445"/>
              <a:gd name="T12" fmla="*/ 0 60000 65536"/>
              <a:gd name="T13" fmla="*/ 0 60000 65536"/>
              <a:gd name="T14" fmla="*/ 0 60000 65536"/>
              <a:gd name="T15" fmla="*/ 0 60000 65536"/>
              <a:gd name="T16" fmla="*/ 0 60000 65536"/>
              <a:gd name="T17" fmla="*/ 0 60000 65536"/>
              <a:gd name="T18" fmla="*/ 0 w 92"/>
              <a:gd name="T19" fmla="*/ 0 h 445"/>
              <a:gd name="T20" fmla="*/ 92 w 92"/>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2" h="445">
                <a:moveTo>
                  <a:pt x="92" y="442"/>
                </a:moveTo>
                <a:lnTo>
                  <a:pt x="92" y="0"/>
                </a:lnTo>
                <a:lnTo>
                  <a:pt x="0" y="0"/>
                </a:lnTo>
                <a:lnTo>
                  <a:pt x="0" y="445"/>
                </a:lnTo>
                <a:lnTo>
                  <a:pt x="92"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3136" name="Freeform 189">
            <a:extLst>
              <a:ext uri="{FF2B5EF4-FFF2-40B4-BE49-F238E27FC236}">
                <a16:creationId xmlns:a16="http://schemas.microsoft.com/office/drawing/2014/main" id="{9A207089-ECE7-4160-826A-734B71E06416}"/>
              </a:ext>
            </a:extLst>
          </p:cNvPr>
          <p:cNvSpPr>
            <a:spLocks/>
          </p:cNvSpPr>
          <p:nvPr/>
        </p:nvSpPr>
        <p:spPr bwMode="auto">
          <a:xfrm>
            <a:off x="3462941" y="1838278"/>
            <a:ext cx="103893" cy="489190"/>
          </a:xfrm>
          <a:custGeom>
            <a:avLst/>
            <a:gdLst>
              <a:gd name="T0" fmla="*/ 92 w 92"/>
              <a:gd name="T1" fmla="*/ 442 h 445"/>
              <a:gd name="T2" fmla="*/ 92 w 92"/>
              <a:gd name="T3" fmla="*/ 0 h 445"/>
              <a:gd name="T4" fmla="*/ 0 w 92"/>
              <a:gd name="T5" fmla="*/ 0 h 445"/>
              <a:gd name="T6" fmla="*/ 0 w 92"/>
              <a:gd name="T7" fmla="*/ 445 h 445"/>
              <a:gd name="T8" fmla="*/ 92 w 92"/>
              <a:gd name="T9" fmla="*/ 445 h 445"/>
              <a:gd name="T10" fmla="*/ 92 w 92"/>
              <a:gd name="T11" fmla="*/ 445 h 445"/>
              <a:gd name="T12" fmla="*/ 92 w 92"/>
              <a:gd name="T13" fmla="*/ 442 h 445"/>
              <a:gd name="T14" fmla="*/ 0 60000 65536"/>
              <a:gd name="T15" fmla="*/ 0 60000 65536"/>
              <a:gd name="T16" fmla="*/ 0 60000 65536"/>
              <a:gd name="T17" fmla="*/ 0 60000 65536"/>
              <a:gd name="T18" fmla="*/ 0 60000 65536"/>
              <a:gd name="T19" fmla="*/ 0 60000 65536"/>
              <a:gd name="T20" fmla="*/ 0 60000 65536"/>
              <a:gd name="T21" fmla="*/ 0 w 92"/>
              <a:gd name="T22" fmla="*/ 0 h 445"/>
              <a:gd name="T23" fmla="*/ 92 w 92"/>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 h="445">
                <a:moveTo>
                  <a:pt x="92" y="442"/>
                </a:moveTo>
                <a:lnTo>
                  <a:pt x="92" y="0"/>
                </a:lnTo>
                <a:lnTo>
                  <a:pt x="0" y="0"/>
                </a:lnTo>
                <a:lnTo>
                  <a:pt x="0" y="445"/>
                </a:lnTo>
                <a:lnTo>
                  <a:pt x="92" y="445"/>
                </a:lnTo>
                <a:lnTo>
                  <a:pt x="92" y="44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3137" name="Freeform 190">
            <a:extLst>
              <a:ext uri="{FF2B5EF4-FFF2-40B4-BE49-F238E27FC236}">
                <a16:creationId xmlns:a16="http://schemas.microsoft.com/office/drawing/2014/main" id="{B6178BBE-239C-49AE-9FE7-028809DF9FEA}"/>
              </a:ext>
            </a:extLst>
          </p:cNvPr>
          <p:cNvSpPr>
            <a:spLocks/>
          </p:cNvSpPr>
          <p:nvPr/>
        </p:nvSpPr>
        <p:spPr bwMode="auto">
          <a:xfrm>
            <a:off x="3462941" y="1838278"/>
            <a:ext cx="103893" cy="489190"/>
          </a:xfrm>
          <a:custGeom>
            <a:avLst/>
            <a:gdLst>
              <a:gd name="T0" fmla="*/ 92 w 92"/>
              <a:gd name="T1" fmla="*/ 442 h 445"/>
              <a:gd name="T2" fmla="*/ 92 w 92"/>
              <a:gd name="T3" fmla="*/ 0 h 445"/>
              <a:gd name="T4" fmla="*/ 0 w 92"/>
              <a:gd name="T5" fmla="*/ 0 h 445"/>
              <a:gd name="T6" fmla="*/ 0 w 92"/>
              <a:gd name="T7" fmla="*/ 445 h 445"/>
              <a:gd name="T8" fmla="*/ 92 w 92"/>
              <a:gd name="T9" fmla="*/ 445 h 445"/>
              <a:gd name="T10" fmla="*/ 92 w 92"/>
              <a:gd name="T11" fmla="*/ 445 h 445"/>
              <a:gd name="T12" fmla="*/ 0 60000 65536"/>
              <a:gd name="T13" fmla="*/ 0 60000 65536"/>
              <a:gd name="T14" fmla="*/ 0 60000 65536"/>
              <a:gd name="T15" fmla="*/ 0 60000 65536"/>
              <a:gd name="T16" fmla="*/ 0 60000 65536"/>
              <a:gd name="T17" fmla="*/ 0 60000 65536"/>
              <a:gd name="T18" fmla="*/ 0 w 92"/>
              <a:gd name="T19" fmla="*/ 0 h 445"/>
              <a:gd name="T20" fmla="*/ 92 w 92"/>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2" h="445">
                <a:moveTo>
                  <a:pt x="92" y="442"/>
                </a:moveTo>
                <a:lnTo>
                  <a:pt x="92" y="0"/>
                </a:lnTo>
                <a:lnTo>
                  <a:pt x="0" y="0"/>
                </a:lnTo>
                <a:lnTo>
                  <a:pt x="0" y="445"/>
                </a:lnTo>
                <a:lnTo>
                  <a:pt x="92"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3138" name="Freeform 191">
            <a:extLst>
              <a:ext uri="{FF2B5EF4-FFF2-40B4-BE49-F238E27FC236}">
                <a16:creationId xmlns:a16="http://schemas.microsoft.com/office/drawing/2014/main" id="{7A0536E0-D9B0-42B3-82E1-523DFD99DFF5}"/>
              </a:ext>
            </a:extLst>
          </p:cNvPr>
          <p:cNvSpPr>
            <a:spLocks/>
          </p:cNvSpPr>
          <p:nvPr/>
        </p:nvSpPr>
        <p:spPr bwMode="auto">
          <a:xfrm>
            <a:off x="4122431" y="1838278"/>
            <a:ext cx="103893" cy="489190"/>
          </a:xfrm>
          <a:custGeom>
            <a:avLst/>
            <a:gdLst>
              <a:gd name="T0" fmla="*/ 92 w 92"/>
              <a:gd name="T1" fmla="*/ 442 h 445"/>
              <a:gd name="T2" fmla="*/ 92 w 92"/>
              <a:gd name="T3" fmla="*/ 0 h 445"/>
              <a:gd name="T4" fmla="*/ 0 w 92"/>
              <a:gd name="T5" fmla="*/ 0 h 445"/>
              <a:gd name="T6" fmla="*/ 0 w 92"/>
              <a:gd name="T7" fmla="*/ 445 h 445"/>
              <a:gd name="T8" fmla="*/ 92 w 92"/>
              <a:gd name="T9" fmla="*/ 445 h 445"/>
              <a:gd name="T10" fmla="*/ 92 w 92"/>
              <a:gd name="T11" fmla="*/ 445 h 445"/>
              <a:gd name="T12" fmla="*/ 92 w 92"/>
              <a:gd name="T13" fmla="*/ 442 h 445"/>
              <a:gd name="T14" fmla="*/ 0 60000 65536"/>
              <a:gd name="T15" fmla="*/ 0 60000 65536"/>
              <a:gd name="T16" fmla="*/ 0 60000 65536"/>
              <a:gd name="T17" fmla="*/ 0 60000 65536"/>
              <a:gd name="T18" fmla="*/ 0 60000 65536"/>
              <a:gd name="T19" fmla="*/ 0 60000 65536"/>
              <a:gd name="T20" fmla="*/ 0 60000 65536"/>
              <a:gd name="T21" fmla="*/ 0 w 92"/>
              <a:gd name="T22" fmla="*/ 0 h 445"/>
              <a:gd name="T23" fmla="*/ 92 w 92"/>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 h="445">
                <a:moveTo>
                  <a:pt x="92" y="442"/>
                </a:moveTo>
                <a:lnTo>
                  <a:pt x="92" y="0"/>
                </a:lnTo>
                <a:lnTo>
                  <a:pt x="0" y="0"/>
                </a:lnTo>
                <a:lnTo>
                  <a:pt x="0" y="445"/>
                </a:lnTo>
                <a:lnTo>
                  <a:pt x="92" y="445"/>
                </a:lnTo>
                <a:lnTo>
                  <a:pt x="92" y="44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3139" name="Freeform 192">
            <a:extLst>
              <a:ext uri="{FF2B5EF4-FFF2-40B4-BE49-F238E27FC236}">
                <a16:creationId xmlns:a16="http://schemas.microsoft.com/office/drawing/2014/main" id="{248DF48A-CAA5-4894-87B9-C3BF8B4DBD1B}"/>
              </a:ext>
            </a:extLst>
          </p:cNvPr>
          <p:cNvSpPr>
            <a:spLocks/>
          </p:cNvSpPr>
          <p:nvPr/>
        </p:nvSpPr>
        <p:spPr bwMode="auto">
          <a:xfrm>
            <a:off x="4122431" y="1838278"/>
            <a:ext cx="103893" cy="489190"/>
          </a:xfrm>
          <a:custGeom>
            <a:avLst/>
            <a:gdLst>
              <a:gd name="T0" fmla="*/ 92 w 92"/>
              <a:gd name="T1" fmla="*/ 442 h 445"/>
              <a:gd name="T2" fmla="*/ 92 w 92"/>
              <a:gd name="T3" fmla="*/ 0 h 445"/>
              <a:gd name="T4" fmla="*/ 0 w 92"/>
              <a:gd name="T5" fmla="*/ 0 h 445"/>
              <a:gd name="T6" fmla="*/ 0 w 92"/>
              <a:gd name="T7" fmla="*/ 445 h 445"/>
              <a:gd name="T8" fmla="*/ 92 w 92"/>
              <a:gd name="T9" fmla="*/ 445 h 445"/>
              <a:gd name="T10" fmla="*/ 92 w 92"/>
              <a:gd name="T11" fmla="*/ 445 h 445"/>
              <a:gd name="T12" fmla="*/ 0 60000 65536"/>
              <a:gd name="T13" fmla="*/ 0 60000 65536"/>
              <a:gd name="T14" fmla="*/ 0 60000 65536"/>
              <a:gd name="T15" fmla="*/ 0 60000 65536"/>
              <a:gd name="T16" fmla="*/ 0 60000 65536"/>
              <a:gd name="T17" fmla="*/ 0 60000 65536"/>
              <a:gd name="T18" fmla="*/ 0 w 92"/>
              <a:gd name="T19" fmla="*/ 0 h 445"/>
              <a:gd name="T20" fmla="*/ 92 w 92"/>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2" h="445">
                <a:moveTo>
                  <a:pt x="92" y="442"/>
                </a:moveTo>
                <a:lnTo>
                  <a:pt x="92" y="0"/>
                </a:lnTo>
                <a:lnTo>
                  <a:pt x="0" y="0"/>
                </a:lnTo>
                <a:lnTo>
                  <a:pt x="0" y="445"/>
                </a:lnTo>
                <a:lnTo>
                  <a:pt x="92"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3140" name="Freeform 193">
            <a:extLst>
              <a:ext uri="{FF2B5EF4-FFF2-40B4-BE49-F238E27FC236}">
                <a16:creationId xmlns:a16="http://schemas.microsoft.com/office/drawing/2014/main" id="{76012F0F-FF95-4FA3-84EE-20C73E529FDB}"/>
              </a:ext>
            </a:extLst>
          </p:cNvPr>
          <p:cNvSpPr>
            <a:spLocks/>
          </p:cNvSpPr>
          <p:nvPr/>
        </p:nvSpPr>
        <p:spPr bwMode="auto">
          <a:xfrm>
            <a:off x="4781921" y="1838278"/>
            <a:ext cx="102763" cy="489190"/>
          </a:xfrm>
          <a:custGeom>
            <a:avLst/>
            <a:gdLst>
              <a:gd name="T0" fmla="*/ 91 w 91"/>
              <a:gd name="T1" fmla="*/ 442 h 445"/>
              <a:gd name="T2" fmla="*/ 91 w 91"/>
              <a:gd name="T3" fmla="*/ 0 h 445"/>
              <a:gd name="T4" fmla="*/ 0 w 91"/>
              <a:gd name="T5" fmla="*/ 0 h 445"/>
              <a:gd name="T6" fmla="*/ 0 w 91"/>
              <a:gd name="T7" fmla="*/ 445 h 445"/>
              <a:gd name="T8" fmla="*/ 91 w 91"/>
              <a:gd name="T9" fmla="*/ 445 h 445"/>
              <a:gd name="T10" fmla="*/ 91 w 91"/>
              <a:gd name="T11" fmla="*/ 445 h 445"/>
              <a:gd name="T12" fmla="*/ 91 w 91"/>
              <a:gd name="T13" fmla="*/ 442 h 445"/>
              <a:gd name="T14" fmla="*/ 0 60000 65536"/>
              <a:gd name="T15" fmla="*/ 0 60000 65536"/>
              <a:gd name="T16" fmla="*/ 0 60000 65536"/>
              <a:gd name="T17" fmla="*/ 0 60000 65536"/>
              <a:gd name="T18" fmla="*/ 0 60000 65536"/>
              <a:gd name="T19" fmla="*/ 0 60000 65536"/>
              <a:gd name="T20" fmla="*/ 0 60000 65536"/>
              <a:gd name="T21" fmla="*/ 0 w 91"/>
              <a:gd name="T22" fmla="*/ 0 h 445"/>
              <a:gd name="T23" fmla="*/ 91 w 91"/>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445">
                <a:moveTo>
                  <a:pt x="91" y="442"/>
                </a:moveTo>
                <a:lnTo>
                  <a:pt x="91" y="0"/>
                </a:lnTo>
                <a:lnTo>
                  <a:pt x="0" y="0"/>
                </a:lnTo>
                <a:lnTo>
                  <a:pt x="0" y="445"/>
                </a:lnTo>
                <a:lnTo>
                  <a:pt x="91" y="445"/>
                </a:lnTo>
                <a:lnTo>
                  <a:pt x="91" y="44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3141" name="Freeform 194">
            <a:extLst>
              <a:ext uri="{FF2B5EF4-FFF2-40B4-BE49-F238E27FC236}">
                <a16:creationId xmlns:a16="http://schemas.microsoft.com/office/drawing/2014/main" id="{D082832D-B0CD-4433-9400-B8E0A06D3ABF}"/>
              </a:ext>
            </a:extLst>
          </p:cNvPr>
          <p:cNvSpPr>
            <a:spLocks/>
          </p:cNvSpPr>
          <p:nvPr/>
        </p:nvSpPr>
        <p:spPr bwMode="auto">
          <a:xfrm>
            <a:off x="3462941" y="2386830"/>
            <a:ext cx="103893" cy="488092"/>
          </a:xfrm>
          <a:custGeom>
            <a:avLst/>
            <a:gdLst>
              <a:gd name="T0" fmla="*/ 92 w 92"/>
              <a:gd name="T1" fmla="*/ 444 h 444"/>
              <a:gd name="T2" fmla="*/ 92 w 92"/>
              <a:gd name="T3" fmla="*/ 0 h 444"/>
              <a:gd name="T4" fmla="*/ 0 w 92"/>
              <a:gd name="T5" fmla="*/ 0 h 444"/>
              <a:gd name="T6" fmla="*/ 0 w 92"/>
              <a:gd name="T7" fmla="*/ 444 h 444"/>
              <a:gd name="T8" fmla="*/ 92 w 92"/>
              <a:gd name="T9" fmla="*/ 444 h 444"/>
              <a:gd name="T10" fmla="*/ 92 w 92"/>
              <a:gd name="T11" fmla="*/ 444 h 444"/>
              <a:gd name="T12" fmla="*/ 0 60000 65536"/>
              <a:gd name="T13" fmla="*/ 0 60000 65536"/>
              <a:gd name="T14" fmla="*/ 0 60000 65536"/>
              <a:gd name="T15" fmla="*/ 0 60000 65536"/>
              <a:gd name="T16" fmla="*/ 0 60000 65536"/>
              <a:gd name="T17" fmla="*/ 0 60000 65536"/>
              <a:gd name="T18" fmla="*/ 0 w 92"/>
              <a:gd name="T19" fmla="*/ 0 h 444"/>
              <a:gd name="T20" fmla="*/ 92 w 92"/>
              <a:gd name="T21" fmla="*/ 444 h 444"/>
            </a:gdLst>
            <a:ahLst/>
            <a:cxnLst>
              <a:cxn ang="T12">
                <a:pos x="T0" y="T1"/>
              </a:cxn>
              <a:cxn ang="T13">
                <a:pos x="T2" y="T3"/>
              </a:cxn>
              <a:cxn ang="T14">
                <a:pos x="T4" y="T5"/>
              </a:cxn>
              <a:cxn ang="T15">
                <a:pos x="T6" y="T7"/>
              </a:cxn>
              <a:cxn ang="T16">
                <a:pos x="T8" y="T9"/>
              </a:cxn>
              <a:cxn ang="T17">
                <a:pos x="T10" y="T11"/>
              </a:cxn>
            </a:cxnLst>
            <a:rect l="T18" t="T19" r="T20" b="T21"/>
            <a:pathLst>
              <a:path w="92" h="444">
                <a:moveTo>
                  <a:pt x="92" y="444"/>
                </a:moveTo>
                <a:lnTo>
                  <a:pt x="92" y="0"/>
                </a:lnTo>
                <a:lnTo>
                  <a:pt x="0" y="0"/>
                </a:lnTo>
                <a:lnTo>
                  <a:pt x="0" y="444"/>
                </a:lnTo>
                <a:lnTo>
                  <a:pt x="92" y="444"/>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3142" name="Freeform 195">
            <a:extLst>
              <a:ext uri="{FF2B5EF4-FFF2-40B4-BE49-F238E27FC236}">
                <a16:creationId xmlns:a16="http://schemas.microsoft.com/office/drawing/2014/main" id="{63DF5B2F-138A-4CBB-86D0-8B7A14AB6140}"/>
              </a:ext>
            </a:extLst>
          </p:cNvPr>
          <p:cNvSpPr>
            <a:spLocks/>
          </p:cNvSpPr>
          <p:nvPr/>
        </p:nvSpPr>
        <p:spPr bwMode="auto">
          <a:xfrm>
            <a:off x="3462941" y="2386830"/>
            <a:ext cx="103893" cy="488092"/>
          </a:xfrm>
          <a:custGeom>
            <a:avLst/>
            <a:gdLst>
              <a:gd name="T0" fmla="*/ 92 w 92"/>
              <a:gd name="T1" fmla="*/ 444 h 444"/>
              <a:gd name="T2" fmla="*/ 92 w 92"/>
              <a:gd name="T3" fmla="*/ 0 h 444"/>
              <a:gd name="T4" fmla="*/ 0 w 92"/>
              <a:gd name="T5" fmla="*/ 0 h 444"/>
              <a:gd name="T6" fmla="*/ 0 w 92"/>
              <a:gd name="T7" fmla="*/ 444 h 444"/>
              <a:gd name="T8" fmla="*/ 92 w 92"/>
              <a:gd name="T9" fmla="*/ 444 h 444"/>
              <a:gd name="T10" fmla="*/ 92 w 92"/>
              <a:gd name="T11" fmla="*/ 444 h 444"/>
              <a:gd name="T12" fmla="*/ 0 60000 65536"/>
              <a:gd name="T13" fmla="*/ 0 60000 65536"/>
              <a:gd name="T14" fmla="*/ 0 60000 65536"/>
              <a:gd name="T15" fmla="*/ 0 60000 65536"/>
              <a:gd name="T16" fmla="*/ 0 60000 65536"/>
              <a:gd name="T17" fmla="*/ 0 60000 65536"/>
              <a:gd name="T18" fmla="*/ 0 w 92"/>
              <a:gd name="T19" fmla="*/ 0 h 444"/>
              <a:gd name="T20" fmla="*/ 92 w 92"/>
              <a:gd name="T21" fmla="*/ 444 h 444"/>
            </a:gdLst>
            <a:ahLst/>
            <a:cxnLst>
              <a:cxn ang="T12">
                <a:pos x="T0" y="T1"/>
              </a:cxn>
              <a:cxn ang="T13">
                <a:pos x="T2" y="T3"/>
              </a:cxn>
              <a:cxn ang="T14">
                <a:pos x="T4" y="T5"/>
              </a:cxn>
              <a:cxn ang="T15">
                <a:pos x="T6" y="T7"/>
              </a:cxn>
              <a:cxn ang="T16">
                <a:pos x="T8" y="T9"/>
              </a:cxn>
              <a:cxn ang="T17">
                <a:pos x="T10" y="T11"/>
              </a:cxn>
            </a:cxnLst>
            <a:rect l="T18" t="T19" r="T20" b="T21"/>
            <a:pathLst>
              <a:path w="92" h="444">
                <a:moveTo>
                  <a:pt x="92" y="444"/>
                </a:moveTo>
                <a:lnTo>
                  <a:pt x="92" y="0"/>
                </a:lnTo>
                <a:lnTo>
                  <a:pt x="0" y="0"/>
                </a:lnTo>
                <a:lnTo>
                  <a:pt x="0" y="444"/>
                </a:lnTo>
                <a:lnTo>
                  <a:pt x="92" y="444"/>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3143" name="Freeform 196">
            <a:extLst>
              <a:ext uri="{FF2B5EF4-FFF2-40B4-BE49-F238E27FC236}">
                <a16:creationId xmlns:a16="http://schemas.microsoft.com/office/drawing/2014/main" id="{8F2EF08D-7331-4904-9E26-B8381A25DAB1}"/>
              </a:ext>
            </a:extLst>
          </p:cNvPr>
          <p:cNvSpPr>
            <a:spLocks/>
          </p:cNvSpPr>
          <p:nvPr/>
        </p:nvSpPr>
        <p:spPr bwMode="auto">
          <a:xfrm>
            <a:off x="4122431" y="2386830"/>
            <a:ext cx="103893" cy="488092"/>
          </a:xfrm>
          <a:custGeom>
            <a:avLst/>
            <a:gdLst>
              <a:gd name="T0" fmla="*/ 92 w 92"/>
              <a:gd name="T1" fmla="*/ 444 h 444"/>
              <a:gd name="T2" fmla="*/ 92 w 92"/>
              <a:gd name="T3" fmla="*/ 0 h 444"/>
              <a:gd name="T4" fmla="*/ 0 w 92"/>
              <a:gd name="T5" fmla="*/ 0 h 444"/>
              <a:gd name="T6" fmla="*/ 0 w 92"/>
              <a:gd name="T7" fmla="*/ 444 h 444"/>
              <a:gd name="T8" fmla="*/ 92 w 92"/>
              <a:gd name="T9" fmla="*/ 444 h 444"/>
              <a:gd name="T10" fmla="*/ 92 w 92"/>
              <a:gd name="T11" fmla="*/ 444 h 444"/>
              <a:gd name="T12" fmla="*/ 0 60000 65536"/>
              <a:gd name="T13" fmla="*/ 0 60000 65536"/>
              <a:gd name="T14" fmla="*/ 0 60000 65536"/>
              <a:gd name="T15" fmla="*/ 0 60000 65536"/>
              <a:gd name="T16" fmla="*/ 0 60000 65536"/>
              <a:gd name="T17" fmla="*/ 0 60000 65536"/>
              <a:gd name="T18" fmla="*/ 0 w 92"/>
              <a:gd name="T19" fmla="*/ 0 h 444"/>
              <a:gd name="T20" fmla="*/ 92 w 92"/>
              <a:gd name="T21" fmla="*/ 444 h 444"/>
            </a:gdLst>
            <a:ahLst/>
            <a:cxnLst>
              <a:cxn ang="T12">
                <a:pos x="T0" y="T1"/>
              </a:cxn>
              <a:cxn ang="T13">
                <a:pos x="T2" y="T3"/>
              </a:cxn>
              <a:cxn ang="T14">
                <a:pos x="T4" y="T5"/>
              </a:cxn>
              <a:cxn ang="T15">
                <a:pos x="T6" y="T7"/>
              </a:cxn>
              <a:cxn ang="T16">
                <a:pos x="T8" y="T9"/>
              </a:cxn>
              <a:cxn ang="T17">
                <a:pos x="T10" y="T11"/>
              </a:cxn>
            </a:cxnLst>
            <a:rect l="T18" t="T19" r="T20" b="T21"/>
            <a:pathLst>
              <a:path w="92" h="444">
                <a:moveTo>
                  <a:pt x="92" y="444"/>
                </a:moveTo>
                <a:lnTo>
                  <a:pt x="92" y="0"/>
                </a:lnTo>
                <a:lnTo>
                  <a:pt x="0" y="0"/>
                </a:lnTo>
                <a:lnTo>
                  <a:pt x="0" y="444"/>
                </a:lnTo>
                <a:lnTo>
                  <a:pt x="92" y="444"/>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3144" name="Freeform 197">
            <a:extLst>
              <a:ext uri="{FF2B5EF4-FFF2-40B4-BE49-F238E27FC236}">
                <a16:creationId xmlns:a16="http://schemas.microsoft.com/office/drawing/2014/main" id="{B9FBFC0F-18C7-4CD6-BB46-A51D0B3ACB59}"/>
              </a:ext>
            </a:extLst>
          </p:cNvPr>
          <p:cNvSpPr>
            <a:spLocks/>
          </p:cNvSpPr>
          <p:nvPr/>
        </p:nvSpPr>
        <p:spPr bwMode="auto">
          <a:xfrm>
            <a:off x="4781921" y="2386830"/>
            <a:ext cx="102763" cy="488092"/>
          </a:xfrm>
          <a:custGeom>
            <a:avLst/>
            <a:gdLst>
              <a:gd name="T0" fmla="*/ 91 w 91"/>
              <a:gd name="T1" fmla="*/ 444 h 444"/>
              <a:gd name="T2" fmla="*/ 91 w 91"/>
              <a:gd name="T3" fmla="*/ 0 h 444"/>
              <a:gd name="T4" fmla="*/ 0 w 91"/>
              <a:gd name="T5" fmla="*/ 0 h 444"/>
              <a:gd name="T6" fmla="*/ 0 w 91"/>
              <a:gd name="T7" fmla="*/ 444 h 444"/>
              <a:gd name="T8" fmla="*/ 91 w 91"/>
              <a:gd name="T9" fmla="*/ 444 h 444"/>
              <a:gd name="T10" fmla="*/ 91 w 91"/>
              <a:gd name="T11" fmla="*/ 444 h 444"/>
              <a:gd name="T12" fmla="*/ 0 60000 65536"/>
              <a:gd name="T13" fmla="*/ 0 60000 65536"/>
              <a:gd name="T14" fmla="*/ 0 60000 65536"/>
              <a:gd name="T15" fmla="*/ 0 60000 65536"/>
              <a:gd name="T16" fmla="*/ 0 60000 65536"/>
              <a:gd name="T17" fmla="*/ 0 60000 65536"/>
              <a:gd name="T18" fmla="*/ 0 w 91"/>
              <a:gd name="T19" fmla="*/ 0 h 444"/>
              <a:gd name="T20" fmla="*/ 91 w 91"/>
              <a:gd name="T21" fmla="*/ 444 h 444"/>
            </a:gdLst>
            <a:ahLst/>
            <a:cxnLst>
              <a:cxn ang="T12">
                <a:pos x="T0" y="T1"/>
              </a:cxn>
              <a:cxn ang="T13">
                <a:pos x="T2" y="T3"/>
              </a:cxn>
              <a:cxn ang="T14">
                <a:pos x="T4" y="T5"/>
              </a:cxn>
              <a:cxn ang="T15">
                <a:pos x="T6" y="T7"/>
              </a:cxn>
              <a:cxn ang="T16">
                <a:pos x="T8" y="T9"/>
              </a:cxn>
              <a:cxn ang="T17">
                <a:pos x="T10" y="T11"/>
              </a:cxn>
            </a:cxnLst>
            <a:rect l="T18" t="T19" r="T20" b="T21"/>
            <a:pathLst>
              <a:path w="91" h="444">
                <a:moveTo>
                  <a:pt x="91" y="444"/>
                </a:moveTo>
                <a:lnTo>
                  <a:pt x="91" y="0"/>
                </a:lnTo>
                <a:lnTo>
                  <a:pt x="0" y="0"/>
                </a:lnTo>
                <a:lnTo>
                  <a:pt x="0" y="444"/>
                </a:lnTo>
                <a:lnTo>
                  <a:pt x="91" y="444"/>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3145" name="Freeform 198">
            <a:extLst>
              <a:ext uri="{FF2B5EF4-FFF2-40B4-BE49-F238E27FC236}">
                <a16:creationId xmlns:a16="http://schemas.microsoft.com/office/drawing/2014/main" id="{C0210BCF-FF24-4846-A977-C357CAE5B928}"/>
              </a:ext>
            </a:extLst>
          </p:cNvPr>
          <p:cNvSpPr>
            <a:spLocks/>
          </p:cNvSpPr>
          <p:nvPr/>
        </p:nvSpPr>
        <p:spPr bwMode="auto">
          <a:xfrm>
            <a:off x="5441410" y="2386830"/>
            <a:ext cx="107280" cy="488092"/>
          </a:xfrm>
          <a:custGeom>
            <a:avLst/>
            <a:gdLst>
              <a:gd name="T0" fmla="*/ 91 w 95"/>
              <a:gd name="T1" fmla="*/ 444 h 444"/>
              <a:gd name="T2" fmla="*/ 95 w 95"/>
              <a:gd name="T3" fmla="*/ 0 h 444"/>
              <a:gd name="T4" fmla="*/ 0 w 95"/>
              <a:gd name="T5" fmla="*/ 0 h 444"/>
              <a:gd name="T6" fmla="*/ 0 w 95"/>
              <a:gd name="T7" fmla="*/ 444 h 444"/>
              <a:gd name="T8" fmla="*/ 95 w 95"/>
              <a:gd name="T9" fmla="*/ 444 h 444"/>
              <a:gd name="T10" fmla="*/ 95 w 95"/>
              <a:gd name="T11" fmla="*/ 444 h 444"/>
              <a:gd name="T12" fmla="*/ 91 w 95"/>
              <a:gd name="T13" fmla="*/ 444 h 444"/>
              <a:gd name="T14" fmla="*/ 0 60000 65536"/>
              <a:gd name="T15" fmla="*/ 0 60000 65536"/>
              <a:gd name="T16" fmla="*/ 0 60000 65536"/>
              <a:gd name="T17" fmla="*/ 0 60000 65536"/>
              <a:gd name="T18" fmla="*/ 0 60000 65536"/>
              <a:gd name="T19" fmla="*/ 0 60000 65536"/>
              <a:gd name="T20" fmla="*/ 0 60000 65536"/>
              <a:gd name="T21" fmla="*/ 0 w 95"/>
              <a:gd name="T22" fmla="*/ 0 h 444"/>
              <a:gd name="T23" fmla="*/ 95 w 95"/>
              <a:gd name="T24" fmla="*/ 444 h 4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5" h="444">
                <a:moveTo>
                  <a:pt x="91" y="444"/>
                </a:moveTo>
                <a:lnTo>
                  <a:pt x="95" y="0"/>
                </a:lnTo>
                <a:lnTo>
                  <a:pt x="0" y="0"/>
                </a:lnTo>
                <a:lnTo>
                  <a:pt x="0" y="444"/>
                </a:lnTo>
                <a:lnTo>
                  <a:pt x="95" y="444"/>
                </a:lnTo>
                <a:lnTo>
                  <a:pt x="91" y="444"/>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3146" name="Freeform 199">
            <a:extLst>
              <a:ext uri="{FF2B5EF4-FFF2-40B4-BE49-F238E27FC236}">
                <a16:creationId xmlns:a16="http://schemas.microsoft.com/office/drawing/2014/main" id="{3B6830E2-53EF-4BE4-AA91-8A180BC9A3B1}"/>
              </a:ext>
            </a:extLst>
          </p:cNvPr>
          <p:cNvSpPr>
            <a:spLocks/>
          </p:cNvSpPr>
          <p:nvPr/>
        </p:nvSpPr>
        <p:spPr bwMode="auto">
          <a:xfrm>
            <a:off x="5441410" y="2386830"/>
            <a:ext cx="107280" cy="488092"/>
          </a:xfrm>
          <a:custGeom>
            <a:avLst/>
            <a:gdLst>
              <a:gd name="T0" fmla="*/ 91 w 95"/>
              <a:gd name="T1" fmla="*/ 444 h 444"/>
              <a:gd name="T2" fmla="*/ 95 w 95"/>
              <a:gd name="T3" fmla="*/ 0 h 444"/>
              <a:gd name="T4" fmla="*/ 0 w 95"/>
              <a:gd name="T5" fmla="*/ 0 h 444"/>
              <a:gd name="T6" fmla="*/ 0 w 95"/>
              <a:gd name="T7" fmla="*/ 444 h 444"/>
              <a:gd name="T8" fmla="*/ 95 w 95"/>
              <a:gd name="T9" fmla="*/ 444 h 444"/>
              <a:gd name="T10" fmla="*/ 95 w 95"/>
              <a:gd name="T11" fmla="*/ 444 h 444"/>
              <a:gd name="T12" fmla="*/ 0 60000 65536"/>
              <a:gd name="T13" fmla="*/ 0 60000 65536"/>
              <a:gd name="T14" fmla="*/ 0 60000 65536"/>
              <a:gd name="T15" fmla="*/ 0 60000 65536"/>
              <a:gd name="T16" fmla="*/ 0 60000 65536"/>
              <a:gd name="T17" fmla="*/ 0 60000 65536"/>
              <a:gd name="T18" fmla="*/ 0 w 95"/>
              <a:gd name="T19" fmla="*/ 0 h 444"/>
              <a:gd name="T20" fmla="*/ 95 w 95"/>
              <a:gd name="T21" fmla="*/ 444 h 444"/>
            </a:gdLst>
            <a:ahLst/>
            <a:cxnLst>
              <a:cxn ang="T12">
                <a:pos x="T0" y="T1"/>
              </a:cxn>
              <a:cxn ang="T13">
                <a:pos x="T2" y="T3"/>
              </a:cxn>
              <a:cxn ang="T14">
                <a:pos x="T4" y="T5"/>
              </a:cxn>
              <a:cxn ang="T15">
                <a:pos x="T6" y="T7"/>
              </a:cxn>
              <a:cxn ang="T16">
                <a:pos x="T8" y="T9"/>
              </a:cxn>
              <a:cxn ang="T17">
                <a:pos x="T10" y="T11"/>
              </a:cxn>
            </a:cxnLst>
            <a:rect l="T18" t="T19" r="T20" b="T21"/>
            <a:pathLst>
              <a:path w="95" h="444">
                <a:moveTo>
                  <a:pt x="91" y="444"/>
                </a:moveTo>
                <a:lnTo>
                  <a:pt x="95" y="0"/>
                </a:lnTo>
                <a:lnTo>
                  <a:pt x="0" y="0"/>
                </a:lnTo>
                <a:lnTo>
                  <a:pt x="0" y="444"/>
                </a:lnTo>
                <a:lnTo>
                  <a:pt x="95" y="444"/>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3147" name="Freeform 200">
            <a:extLst>
              <a:ext uri="{FF2B5EF4-FFF2-40B4-BE49-F238E27FC236}">
                <a16:creationId xmlns:a16="http://schemas.microsoft.com/office/drawing/2014/main" id="{66D9F6C2-B323-43AF-8A1C-047F4CA9B250}"/>
              </a:ext>
            </a:extLst>
          </p:cNvPr>
          <p:cNvSpPr>
            <a:spLocks/>
          </p:cNvSpPr>
          <p:nvPr/>
        </p:nvSpPr>
        <p:spPr bwMode="auto">
          <a:xfrm>
            <a:off x="6344821" y="3060704"/>
            <a:ext cx="141158" cy="244046"/>
          </a:xfrm>
          <a:custGeom>
            <a:avLst/>
            <a:gdLst>
              <a:gd name="T0" fmla="*/ 121 w 125"/>
              <a:gd name="T1" fmla="*/ 220 h 222"/>
              <a:gd name="T2" fmla="*/ 0 w 125"/>
              <a:gd name="T3" fmla="*/ 222 h 222"/>
              <a:gd name="T4" fmla="*/ 0 w 125"/>
              <a:gd name="T5" fmla="*/ 0 h 222"/>
              <a:gd name="T6" fmla="*/ 125 w 125"/>
              <a:gd name="T7" fmla="*/ 0 h 222"/>
              <a:gd name="T8" fmla="*/ 121 w 125"/>
              <a:gd name="T9" fmla="*/ 220 h 222"/>
              <a:gd name="T10" fmla="*/ 0 60000 65536"/>
              <a:gd name="T11" fmla="*/ 0 60000 65536"/>
              <a:gd name="T12" fmla="*/ 0 60000 65536"/>
              <a:gd name="T13" fmla="*/ 0 60000 65536"/>
              <a:gd name="T14" fmla="*/ 0 60000 65536"/>
              <a:gd name="T15" fmla="*/ 0 w 125"/>
              <a:gd name="T16" fmla="*/ 0 h 222"/>
              <a:gd name="T17" fmla="*/ 125 w 125"/>
              <a:gd name="T18" fmla="*/ 222 h 222"/>
            </a:gdLst>
            <a:ahLst/>
            <a:cxnLst>
              <a:cxn ang="T10">
                <a:pos x="T0" y="T1"/>
              </a:cxn>
              <a:cxn ang="T11">
                <a:pos x="T2" y="T3"/>
              </a:cxn>
              <a:cxn ang="T12">
                <a:pos x="T4" y="T5"/>
              </a:cxn>
              <a:cxn ang="T13">
                <a:pos x="T6" y="T7"/>
              </a:cxn>
              <a:cxn ang="T14">
                <a:pos x="T8" y="T9"/>
              </a:cxn>
            </a:cxnLst>
            <a:rect l="T15" t="T16" r="T17" b="T18"/>
            <a:pathLst>
              <a:path w="125" h="222">
                <a:moveTo>
                  <a:pt x="121" y="220"/>
                </a:moveTo>
                <a:lnTo>
                  <a:pt x="0" y="222"/>
                </a:lnTo>
                <a:lnTo>
                  <a:pt x="0" y="0"/>
                </a:lnTo>
                <a:lnTo>
                  <a:pt x="125" y="0"/>
                </a:lnTo>
                <a:lnTo>
                  <a:pt x="121" y="22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3148" name="Freeform 201">
            <a:extLst>
              <a:ext uri="{FF2B5EF4-FFF2-40B4-BE49-F238E27FC236}">
                <a16:creationId xmlns:a16="http://schemas.microsoft.com/office/drawing/2014/main" id="{D6CB43AF-DE16-489B-82F9-BCBD958C1D24}"/>
              </a:ext>
            </a:extLst>
          </p:cNvPr>
          <p:cNvSpPr>
            <a:spLocks/>
          </p:cNvSpPr>
          <p:nvPr/>
        </p:nvSpPr>
        <p:spPr bwMode="auto">
          <a:xfrm>
            <a:off x="6344821" y="3060704"/>
            <a:ext cx="141158" cy="244046"/>
          </a:xfrm>
          <a:custGeom>
            <a:avLst/>
            <a:gdLst>
              <a:gd name="T0" fmla="*/ 121 w 125"/>
              <a:gd name="T1" fmla="*/ 220 h 222"/>
              <a:gd name="T2" fmla="*/ 0 w 125"/>
              <a:gd name="T3" fmla="*/ 222 h 222"/>
              <a:gd name="T4" fmla="*/ 0 w 125"/>
              <a:gd name="T5" fmla="*/ 0 h 222"/>
              <a:gd name="T6" fmla="*/ 125 w 125"/>
              <a:gd name="T7" fmla="*/ 0 h 222"/>
              <a:gd name="T8" fmla="*/ 0 60000 65536"/>
              <a:gd name="T9" fmla="*/ 0 60000 65536"/>
              <a:gd name="T10" fmla="*/ 0 60000 65536"/>
              <a:gd name="T11" fmla="*/ 0 60000 65536"/>
              <a:gd name="T12" fmla="*/ 0 w 125"/>
              <a:gd name="T13" fmla="*/ 0 h 222"/>
              <a:gd name="T14" fmla="*/ 125 w 125"/>
              <a:gd name="T15" fmla="*/ 222 h 222"/>
            </a:gdLst>
            <a:ahLst/>
            <a:cxnLst>
              <a:cxn ang="T8">
                <a:pos x="T0" y="T1"/>
              </a:cxn>
              <a:cxn ang="T9">
                <a:pos x="T2" y="T3"/>
              </a:cxn>
              <a:cxn ang="T10">
                <a:pos x="T4" y="T5"/>
              </a:cxn>
              <a:cxn ang="T11">
                <a:pos x="T6" y="T7"/>
              </a:cxn>
            </a:cxnLst>
            <a:rect l="T12" t="T13" r="T14" b="T15"/>
            <a:pathLst>
              <a:path w="125" h="222">
                <a:moveTo>
                  <a:pt x="121" y="220"/>
                </a:moveTo>
                <a:lnTo>
                  <a:pt x="0" y="222"/>
                </a:lnTo>
                <a:lnTo>
                  <a:pt x="0" y="0"/>
                </a:lnTo>
                <a:lnTo>
                  <a:pt x="125"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3149" name="Line 202">
            <a:extLst>
              <a:ext uri="{FF2B5EF4-FFF2-40B4-BE49-F238E27FC236}">
                <a16:creationId xmlns:a16="http://schemas.microsoft.com/office/drawing/2014/main" id="{CA37EFF0-D8E0-492F-A9B8-306107EEFD16}"/>
              </a:ext>
            </a:extLst>
          </p:cNvPr>
          <p:cNvSpPr>
            <a:spLocks noChangeShapeType="1"/>
          </p:cNvSpPr>
          <p:nvPr/>
        </p:nvSpPr>
        <p:spPr bwMode="auto">
          <a:xfrm flipV="1">
            <a:off x="6622620" y="3054108"/>
            <a:ext cx="1130" cy="25393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3150" name="Line 203">
            <a:extLst>
              <a:ext uri="{FF2B5EF4-FFF2-40B4-BE49-F238E27FC236}">
                <a16:creationId xmlns:a16="http://schemas.microsoft.com/office/drawing/2014/main" id="{667865DA-4FAE-4028-B0E8-14077455F0C6}"/>
              </a:ext>
            </a:extLst>
          </p:cNvPr>
          <p:cNvSpPr>
            <a:spLocks noChangeShapeType="1"/>
          </p:cNvSpPr>
          <p:nvPr/>
        </p:nvSpPr>
        <p:spPr bwMode="auto">
          <a:xfrm flipH="1">
            <a:off x="6478074" y="3057406"/>
            <a:ext cx="144546" cy="329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3151" name="Line 204">
            <a:extLst>
              <a:ext uri="{FF2B5EF4-FFF2-40B4-BE49-F238E27FC236}">
                <a16:creationId xmlns:a16="http://schemas.microsoft.com/office/drawing/2014/main" id="{3C047B06-4FA5-4AC0-9A60-09E757549905}"/>
              </a:ext>
            </a:extLst>
          </p:cNvPr>
          <p:cNvSpPr>
            <a:spLocks noChangeShapeType="1"/>
          </p:cNvSpPr>
          <p:nvPr/>
        </p:nvSpPr>
        <p:spPr bwMode="auto">
          <a:xfrm flipH="1">
            <a:off x="6478074" y="3302551"/>
            <a:ext cx="144546" cy="219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810" name="Rectangle 306">
            <a:extLst>
              <a:ext uri="{FF2B5EF4-FFF2-40B4-BE49-F238E27FC236}">
                <a16:creationId xmlns:a16="http://schemas.microsoft.com/office/drawing/2014/main" id="{5D242CEB-2A99-4C86-9526-5B86061AEB0E}"/>
              </a:ext>
            </a:extLst>
          </p:cNvPr>
          <p:cNvSpPr>
            <a:spLocks noChangeArrowheads="1"/>
          </p:cNvSpPr>
          <p:nvPr/>
        </p:nvSpPr>
        <p:spPr bwMode="auto">
          <a:xfrm>
            <a:off x="6351598" y="1066567"/>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2811" name="Rectangle 307">
            <a:extLst>
              <a:ext uri="{FF2B5EF4-FFF2-40B4-BE49-F238E27FC236}">
                <a16:creationId xmlns:a16="http://schemas.microsoft.com/office/drawing/2014/main" id="{79B266B4-3EEB-4F5A-8768-D5230E07412B}"/>
              </a:ext>
            </a:extLst>
          </p:cNvPr>
          <p:cNvSpPr>
            <a:spLocks noChangeArrowheads="1"/>
          </p:cNvSpPr>
          <p:nvPr/>
        </p:nvSpPr>
        <p:spPr bwMode="auto">
          <a:xfrm>
            <a:off x="6440809" y="1066567"/>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2812" name="Rectangle 308">
            <a:extLst>
              <a:ext uri="{FF2B5EF4-FFF2-40B4-BE49-F238E27FC236}">
                <a16:creationId xmlns:a16="http://schemas.microsoft.com/office/drawing/2014/main" id="{1708DC37-70AE-42ED-A570-1261E250F1EB}"/>
              </a:ext>
            </a:extLst>
          </p:cNvPr>
          <p:cNvSpPr>
            <a:spLocks noChangeArrowheads="1"/>
          </p:cNvSpPr>
          <p:nvPr/>
        </p:nvSpPr>
        <p:spPr bwMode="auto">
          <a:xfrm>
            <a:off x="6530021" y="1066567"/>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2813" name="Rectangle 309">
            <a:extLst>
              <a:ext uri="{FF2B5EF4-FFF2-40B4-BE49-F238E27FC236}">
                <a16:creationId xmlns:a16="http://schemas.microsoft.com/office/drawing/2014/main" id="{45648CC9-540B-45D4-9187-B0F59D0D01DB}"/>
              </a:ext>
            </a:extLst>
          </p:cNvPr>
          <p:cNvSpPr>
            <a:spLocks noChangeArrowheads="1"/>
          </p:cNvSpPr>
          <p:nvPr/>
        </p:nvSpPr>
        <p:spPr bwMode="auto">
          <a:xfrm>
            <a:off x="6562769" y="1066567"/>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7</a:t>
            </a:r>
            <a:endParaRPr lang="zh-TW" altLang="en-US" sz="1800" b="0">
              <a:latin typeface="Times New Roman" panose="02020603050405020304" pitchFamily="18" charset="0"/>
              <a:ea typeface="新細明體" panose="02020500000000000000" pitchFamily="18" charset="-120"/>
            </a:endParaRPr>
          </a:p>
        </p:txBody>
      </p:sp>
      <p:sp>
        <p:nvSpPr>
          <p:cNvPr id="72814" name="Rectangle 310">
            <a:extLst>
              <a:ext uri="{FF2B5EF4-FFF2-40B4-BE49-F238E27FC236}">
                <a16:creationId xmlns:a16="http://schemas.microsoft.com/office/drawing/2014/main" id="{9D84B78C-FC24-4891-8FD1-048D38B032A6}"/>
              </a:ext>
            </a:extLst>
          </p:cNvPr>
          <p:cNvSpPr>
            <a:spLocks noChangeArrowheads="1"/>
          </p:cNvSpPr>
          <p:nvPr/>
        </p:nvSpPr>
        <p:spPr bwMode="auto">
          <a:xfrm>
            <a:off x="7011087" y="1066567"/>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2815" name="Rectangle 311">
            <a:extLst>
              <a:ext uri="{FF2B5EF4-FFF2-40B4-BE49-F238E27FC236}">
                <a16:creationId xmlns:a16="http://schemas.microsoft.com/office/drawing/2014/main" id="{70F6638E-17A4-43A6-8841-E86FCD3B477F}"/>
              </a:ext>
            </a:extLst>
          </p:cNvPr>
          <p:cNvSpPr>
            <a:spLocks noChangeArrowheads="1"/>
          </p:cNvSpPr>
          <p:nvPr/>
        </p:nvSpPr>
        <p:spPr bwMode="auto">
          <a:xfrm>
            <a:off x="7100299" y="1066567"/>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2816" name="Rectangle 312">
            <a:extLst>
              <a:ext uri="{FF2B5EF4-FFF2-40B4-BE49-F238E27FC236}">
                <a16:creationId xmlns:a16="http://schemas.microsoft.com/office/drawing/2014/main" id="{57FBDF0F-61ED-4420-88E5-929662AE5A94}"/>
              </a:ext>
            </a:extLst>
          </p:cNvPr>
          <p:cNvSpPr>
            <a:spLocks noChangeArrowheads="1"/>
          </p:cNvSpPr>
          <p:nvPr/>
        </p:nvSpPr>
        <p:spPr bwMode="auto">
          <a:xfrm>
            <a:off x="7189510" y="1066567"/>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2817" name="Rectangle 313">
            <a:extLst>
              <a:ext uri="{FF2B5EF4-FFF2-40B4-BE49-F238E27FC236}">
                <a16:creationId xmlns:a16="http://schemas.microsoft.com/office/drawing/2014/main" id="{8FFC112E-01DC-43A6-9903-6DA0BE05DE11}"/>
              </a:ext>
            </a:extLst>
          </p:cNvPr>
          <p:cNvSpPr>
            <a:spLocks noChangeArrowheads="1"/>
          </p:cNvSpPr>
          <p:nvPr/>
        </p:nvSpPr>
        <p:spPr bwMode="auto">
          <a:xfrm>
            <a:off x="7222259" y="1066567"/>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8</a:t>
            </a:r>
            <a:endParaRPr lang="zh-TW" altLang="en-US" sz="1800" b="0">
              <a:latin typeface="Times New Roman" panose="02020603050405020304" pitchFamily="18" charset="0"/>
              <a:ea typeface="新細明體" panose="02020500000000000000" pitchFamily="18" charset="-120"/>
            </a:endParaRPr>
          </a:p>
        </p:txBody>
      </p:sp>
      <p:sp>
        <p:nvSpPr>
          <p:cNvPr id="72818" name="Rectangle 314">
            <a:extLst>
              <a:ext uri="{FF2B5EF4-FFF2-40B4-BE49-F238E27FC236}">
                <a16:creationId xmlns:a16="http://schemas.microsoft.com/office/drawing/2014/main" id="{90F04DA7-7624-4812-A6F9-B03D0FFE2204}"/>
              </a:ext>
            </a:extLst>
          </p:cNvPr>
          <p:cNvSpPr>
            <a:spLocks noChangeArrowheads="1"/>
          </p:cNvSpPr>
          <p:nvPr/>
        </p:nvSpPr>
        <p:spPr bwMode="auto">
          <a:xfrm>
            <a:off x="7670577" y="1066567"/>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2819" name="Rectangle 315">
            <a:extLst>
              <a:ext uri="{FF2B5EF4-FFF2-40B4-BE49-F238E27FC236}">
                <a16:creationId xmlns:a16="http://schemas.microsoft.com/office/drawing/2014/main" id="{C6D2D3A1-5184-4ABA-BDE4-2DC66C5E6D26}"/>
              </a:ext>
            </a:extLst>
          </p:cNvPr>
          <p:cNvSpPr>
            <a:spLocks noChangeArrowheads="1"/>
          </p:cNvSpPr>
          <p:nvPr/>
        </p:nvSpPr>
        <p:spPr bwMode="auto">
          <a:xfrm>
            <a:off x="7759789" y="1066567"/>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C</a:t>
            </a:r>
            <a:endParaRPr lang="en-US" altLang="zh-TW" sz="1800" b="0">
              <a:latin typeface="Times New Roman" panose="02020603050405020304" pitchFamily="18" charset="0"/>
              <a:ea typeface="新細明體" panose="02020500000000000000" pitchFamily="18" charset="-120"/>
            </a:endParaRPr>
          </a:p>
        </p:txBody>
      </p:sp>
      <p:sp>
        <p:nvSpPr>
          <p:cNvPr id="72820" name="Rectangle 316">
            <a:extLst>
              <a:ext uri="{FF2B5EF4-FFF2-40B4-BE49-F238E27FC236}">
                <a16:creationId xmlns:a16="http://schemas.microsoft.com/office/drawing/2014/main" id="{41917318-7493-45C3-8DBB-9B7E130ADE4D}"/>
              </a:ext>
            </a:extLst>
          </p:cNvPr>
          <p:cNvSpPr>
            <a:spLocks noChangeArrowheads="1"/>
          </p:cNvSpPr>
          <p:nvPr/>
        </p:nvSpPr>
        <p:spPr bwMode="auto">
          <a:xfrm>
            <a:off x="7849000" y="1066567"/>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2821" name="Rectangle 317">
            <a:extLst>
              <a:ext uri="{FF2B5EF4-FFF2-40B4-BE49-F238E27FC236}">
                <a16:creationId xmlns:a16="http://schemas.microsoft.com/office/drawing/2014/main" id="{1719DF65-FA4A-4737-A2B7-45EF966F8F69}"/>
              </a:ext>
            </a:extLst>
          </p:cNvPr>
          <p:cNvSpPr>
            <a:spLocks noChangeArrowheads="1"/>
          </p:cNvSpPr>
          <p:nvPr/>
        </p:nvSpPr>
        <p:spPr bwMode="auto">
          <a:xfrm>
            <a:off x="7881749" y="1066567"/>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9</a:t>
            </a:r>
            <a:endParaRPr lang="zh-TW" altLang="en-US" sz="1800" b="0">
              <a:latin typeface="Times New Roman" panose="02020603050405020304" pitchFamily="18" charset="0"/>
              <a:ea typeface="新細明體" panose="02020500000000000000" pitchFamily="18" charset="-120"/>
            </a:endParaRPr>
          </a:p>
        </p:txBody>
      </p:sp>
      <p:sp>
        <p:nvSpPr>
          <p:cNvPr id="72842" name="Rectangle 338">
            <a:extLst>
              <a:ext uri="{FF2B5EF4-FFF2-40B4-BE49-F238E27FC236}">
                <a16:creationId xmlns:a16="http://schemas.microsoft.com/office/drawing/2014/main" id="{DF1073CB-5A2C-4669-AF29-606D3D537CA7}"/>
              </a:ext>
            </a:extLst>
          </p:cNvPr>
          <p:cNvSpPr>
            <a:spLocks noChangeArrowheads="1"/>
          </p:cNvSpPr>
          <p:nvPr/>
        </p:nvSpPr>
        <p:spPr bwMode="auto">
          <a:xfrm>
            <a:off x="7859164" y="1249051"/>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72887" name="Rectangle 383">
            <a:extLst>
              <a:ext uri="{FF2B5EF4-FFF2-40B4-BE49-F238E27FC236}">
                <a16:creationId xmlns:a16="http://schemas.microsoft.com/office/drawing/2014/main" id="{3F47C46A-802E-416F-91FE-673A1CB110D0}"/>
              </a:ext>
            </a:extLst>
          </p:cNvPr>
          <p:cNvSpPr>
            <a:spLocks noChangeArrowheads="1"/>
          </p:cNvSpPr>
          <p:nvPr/>
        </p:nvSpPr>
        <p:spPr bwMode="auto">
          <a:xfrm>
            <a:off x="1677576" y="1098446"/>
            <a:ext cx="7297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V</a:t>
            </a:r>
            <a:endParaRPr lang="en-US" altLang="zh-TW" sz="1800" b="0">
              <a:latin typeface="Times New Roman" panose="02020603050405020304" pitchFamily="18" charset="0"/>
              <a:ea typeface="新細明體" panose="02020500000000000000" pitchFamily="18" charset="-120"/>
            </a:endParaRPr>
          </a:p>
        </p:txBody>
      </p:sp>
      <p:sp>
        <p:nvSpPr>
          <p:cNvPr id="72888" name="Rectangle 384">
            <a:extLst>
              <a:ext uri="{FF2B5EF4-FFF2-40B4-BE49-F238E27FC236}">
                <a16:creationId xmlns:a16="http://schemas.microsoft.com/office/drawing/2014/main" id="{CA0DA61F-3ECE-4000-B3C6-ED60AA92A137}"/>
              </a:ext>
            </a:extLst>
          </p:cNvPr>
          <p:cNvSpPr>
            <a:spLocks noChangeArrowheads="1"/>
          </p:cNvSpPr>
          <p:nvPr/>
        </p:nvSpPr>
        <p:spPr bwMode="auto">
          <a:xfrm>
            <a:off x="1758883" y="109844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a</a:t>
            </a:r>
            <a:endParaRPr lang="en-US" altLang="zh-TW" sz="1800" b="0">
              <a:latin typeface="Times New Roman" panose="02020603050405020304" pitchFamily="18" charset="0"/>
              <a:ea typeface="新細明體" panose="02020500000000000000" pitchFamily="18" charset="-120"/>
            </a:endParaRPr>
          </a:p>
        </p:txBody>
      </p:sp>
      <p:sp>
        <p:nvSpPr>
          <p:cNvPr id="72889" name="Rectangle 385">
            <a:extLst>
              <a:ext uri="{FF2B5EF4-FFF2-40B4-BE49-F238E27FC236}">
                <a16:creationId xmlns:a16="http://schemas.microsoft.com/office/drawing/2014/main" id="{92F20A39-920F-42B7-9CF6-5BEFB6328B3F}"/>
              </a:ext>
            </a:extLst>
          </p:cNvPr>
          <p:cNvSpPr>
            <a:spLocks noChangeArrowheads="1"/>
          </p:cNvSpPr>
          <p:nvPr/>
        </p:nvSpPr>
        <p:spPr bwMode="auto">
          <a:xfrm>
            <a:off x="1825511" y="1098446"/>
            <a:ext cx="24326"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l</a:t>
            </a:r>
            <a:endParaRPr lang="en-US" altLang="zh-TW" sz="1800" b="0">
              <a:latin typeface="Times New Roman" panose="02020603050405020304" pitchFamily="18" charset="0"/>
              <a:ea typeface="新細明體" panose="02020500000000000000" pitchFamily="18" charset="-120"/>
            </a:endParaRPr>
          </a:p>
        </p:txBody>
      </p:sp>
      <p:sp>
        <p:nvSpPr>
          <p:cNvPr id="72890" name="Rectangle 386">
            <a:extLst>
              <a:ext uri="{FF2B5EF4-FFF2-40B4-BE49-F238E27FC236}">
                <a16:creationId xmlns:a16="http://schemas.microsoft.com/office/drawing/2014/main" id="{0D572CAF-73B2-475C-9547-D9C3D27035D8}"/>
              </a:ext>
            </a:extLst>
          </p:cNvPr>
          <p:cNvSpPr>
            <a:spLocks noChangeArrowheads="1"/>
          </p:cNvSpPr>
          <p:nvPr/>
        </p:nvSpPr>
        <p:spPr bwMode="auto">
          <a:xfrm>
            <a:off x="1854872" y="109844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u</a:t>
            </a:r>
            <a:endParaRPr lang="en-US" altLang="zh-TW" sz="1800" b="0">
              <a:latin typeface="Times New Roman" panose="02020603050405020304" pitchFamily="18" charset="0"/>
              <a:ea typeface="新細明體" panose="02020500000000000000" pitchFamily="18" charset="-120"/>
            </a:endParaRPr>
          </a:p>
        </p:txBody>
      </p:sp>
      <p:sp>
        <p:nvSpPr>
          <p:cNvPr id="72891" name="Rectangle 387">
            <a:extLst>
              <a:ext uri="{FF2B5EF4-FFF2-40B4-BE49-F238E27FC236}">
                <a16:creationId xmlns:a16="http://schemas.microsoft.com/office/drawing/2014/main" id="{7E4D7536-6C72-4DE4-B4B0-28958A1CEAA9}"/>
              </a:ext>
            </a:extLst>
          </p:cNvPr>
          <p:cNvSpPr>
            <a:spLocks noChangeArrowheads="1"/>
          </p:cNvSpPr>
          <p:nvPr/>
        </p:nvSpPr>
        <p:spPr bwMode="auto">
          <a:xfrm>
            <a:off x="1921497" y="109844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2892" name="Rectangle 388">
            <a:extLst>
              <a:ext uri="{FF2B5EF4-FFF2-40B4-BE49-F238E27FC236}">
                <a16:creationId xmlns:a16="http://schemas.microsoft.com/office/drawing/2014/main" id="{0BAD9D6C-E72C-4086-B312-E8B9C6649DDC}"/>
              </a:ext>
            </a:extLst>
          </p:cNvPr>
          <p:cNvSpPr>
            <a:spLocks noChangeArrowheads="1"/>
          </p:cNvSpPr>
          <p:nvPr/>
        </p:nvSpPr>
        <p:spPr bwMode="auto">
          <a:xfrm>
            <a:off x="1992641" y="1098446"/>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2893" name="Rectangle 389">
            <a:extLst>
              <a:ext uri="{FF2B5EF4-FFF2-40B4-BE49-F238E27FC236}">
                <a16:creationId xmlns:a16="http://schemas.microsoft.com/office/drawing/2014/main" id="{EB465C58-B5AC-4260-B784-38DF918F4C5F}"/>
              </a:ext>
            </a:extLst>
          </p:cNvPr>
          <p:cNvSpPr>
            <a:spLocks noChangeArrowheads="1"/>
          </p:cNvSpPr>
          <p:nvPr/>
        </p:nvSpPr>
        <p:spPr bwMode="auto">
          <a:xfrm>
            <a:off x="2025390" y="109844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o</a:t>
            </a:r>
            <a:endParaRPr lang="en-US" altLang="zh-TW" sz="1800" b="0">
              <a:latin typeface="Times New Roman" panose="02020603050405020304" pitchFamily="18" charset="0"/>
              <a:ea typeface="新細明體" panose="02020500000000000000" pitchFamily="18" charset="-120"/>
            </a:endParaRPr>
          </a:p>
        </p:txBody>
      </p:sp>
      <p:sp>
        <p:nvSpPr>
          <p:cNvPr id="72894" name="Rectangle 390">
            <a:extLst>
              <a:ext uri="{FF2B5EF4-FFF2-40B4-BE49-F238E27FC236}">
                <a16:creationId xmlns:a16="http://schemas.microsoft.com/office/drawing/2014/main" id="{449E844E-481A-47B4-B576-7E95F50EB648}"/>
              </a:ext>
            </a:extLst>
          </p:cNvPr>
          <p:cNvSpPr>
            <a:spLocks noChangeArrowheads="1"/>
          </p:cNvSpPr>
          <p:nvPr/>
        </p:nvSpPr>
        <p:spPr bwMode="auto">
          <a:xfrm>
            <a:off x="2092017" y="1098446"/>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f</a:t>
            </a:r>
            <a:endParaRPr lang="en-US" altLang="zh-TW" sz="1800" b="0">
              <a:latin typeface="Times New Roman" panose="02020603050405020304" pitchFamily="18" charset="0"/>
              <a:ea typeface="新細明體" panose="02020500000000000000" pitchFamily="18" charset="-120"/>
            </a:endParaRPr>
          </a:p>
        </p:txBody>
      </p:sp>
      <p:sp>
        <p:nvSpPr>
          <p:cNvPr id="72895" name="Rectangle 391">
            <a:extLst>
              <a:ext uri="{FF2B5EF4-FFF2-40B4-BE49-F238E27FC236}">
                <a16:creationId xmlns:a16="http://schemas.microsoft.com/office/drawing/2014/main" id="{EBD8A84D-DE83-40B8-9E46-56EAF0FAAD84}"/>
              </a:ext>
            </a:extLst>
          </p:cNvPr>
          <p:cNvSpPr>
            <a:spLocks noChangeArrowheads="1"/>
          </p:cNvSpPr>
          <p:nvPr/>
        </p:nvSpPr>
        <p:spPr bwMode="auto">
          <a:xfrm>
            <a:off x="2129282" y="1098446"/>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2896" name="Rectangle 392">
            <a:extLst>
              <a:ext uri="{FF2B5EF4-FFF2-40B4-BE49-F238E27FC236}">
                <a16:creationId xmlns:a16="http://schemas.microsoft.com/office/drawing/2014/main" id="{754C7597-C151-4328-B651-50F146DCE8B8}"/>
              </a:ext>
            </a:extLst>
          </p:cNvPr>
          <p:cNvSpPr>
            <a:spLocks noChangeArrowheads="1"/>
          </p:cNvSpPr>
          <p:nvPr/>
        </p:nvSpPr>
        <p:spPr bwMode="auto">
          <a:xfrm>
            <a:off x="2163160" y="1098446"/>
            <a:ext cx="62" cy="255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709" name="Freeform 205">
            <a:extLst>
              <a:ext uri="{FF2B5EF4-FFF2-40B4-BE49-F238E27FC236}">
                <a16:creationId xmlns:a16="http://schemas.microsoft.com/office/drawing/2014/main" id="{F1BD2703-6A2A-4605-9E95-783111D319FF}"/>
              </a:ext>
            </a:extLst>
          </p:cNvPr>
          <p:cNvSpPr>
            <a:spLocks/>
          </p:cNvSpPr>
          <p:nvPr/>
        </p:nvSpPr>
        <p:spPr bwMode="auto">
          <a:xfrm>
            <a:off x="3844633" y="3060704"/>
            <a:ext cx="140029" cy="244046"/>
          </a:xfrm>
          <a:custGeom>
            <a:avLst/>
            <a:gdLst>
              <a:gd name="T0" fmla="*/ 0 w 124"/>
              <a:gd name="T1" fmla="*/ 2147483647 h 222"/>
              <a:gd name="T2" fmla="*/ 2147483647 w 124"/>
              <a:gd name="T3" fmla="*/ 2147483647 h 222"/>
              <a:gd name="T4" fmla="*/ 2147483647 w 124"/>
              <a:gd name="T5" fmla="*/ 0 h 222"/>
              <a:gd name="T6" fmla="*/ 0 w 124"/>
              <a:gd name="T7" fmla="*/ 0 h 222"/>
              <a:gd name="T8" fmla="*/ 0 w 124"/>
              <a:gd name="T9" fmla="*/ 2147483647 h 222"/>
              <a:gd name="T10" fmla="*/ 0 60000 65536"/>
              <a:gd name="T11" fmla="*/ 0 60000 65536"/>
              <a:gd name="T12" fmla="*/ 0 60000 65536"/>
              <a:gd name="T13" fmla="*/ 0 60000 65536"/>
              <a:gd name="T14" fmla="*/ 0 60000 65536"/>
              <a:gd name="T15" fmla="*/ 0 w 124"/>
              <a:gd name="T16" fmla="*/ 0 h 222"/>
              <a:gd name="T17" fmla="*/ 124 w 124"/>
              <a:gd name="T18" fmla="*/ 222 h 222"/>
            </a:gdLst>
            <a:ahLst/>
            <a:cxnLst>
              <a:cxn ang="T10">
                <a:pos x="T0" y="T1"/>
              </a:cxn>
              <a:cxn ang="T11">
                <a:pos x="T2" y="T3"/>
              </a:cxn>
              <a:cxn ang="T12">
                <a:pos x="T4" y="T5"/>
              </a:cxn>
              <a:cxn ang="T13">
                <a:pos x="T6" y="T7"/>
              </a:cxn>
              <a:cxn ang="T14">
                <a:pos x="T8" y="T9"/>
              </a:cxn>
            </a:cxnLst>
            <a:rect l="T15" t="T16" r="T17" b="T18"/>
            <a:pathLst>
              <a:path w="124" h="222">
                <a:moveTo>
                  <a:pt x="0" y="220"/>
                </a:moveTo>
                <a:lnTo>
                  <a:pt x="124" y="222"/>
                </a:lnTo>
                <a:lnTo>
                  <a:pt x="124" y="0"/>
                </a:lnTo>
                <a:lnTo>
                  <a:pt x="0" y="0"/>
                </a:lnTo>
                <a:lnTo>
                  <a:pt x="0" y="22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710" name="Freeform 206">
            <a:extLst>
              <a:ext uri="{FF2B5EF4-FFF2-40B4-BE49-F238E27FC236}">
                <a16:creationId xmlns:a16="http://schemas.microsoft.com/office/drawing/2014/main" id="{CB93A023-FC41-4941-BE4F-8ECB65CD5A5F}"/>
              </a:ext>
            </a:extLst>
          </p:cNvPr>
          <p:cNvSpPr>
            <a:spLocks/>
          </p:cNvSpPr>
          <p:nvPr/>
        </p:nvSpPr>
        <p:spPr bwMode="auto">
          <a:xfrm>
            <a:off x="3844633" y="3060704"/>
            <a:ext cx="140029" cy="244046"/>
          </a:xfrm>
          <a:custGeom>
            <a:avLst/>
            <a:gdLst>
              <a:gd name="T0" fmla="*/ 0 w 124"/>
              <a:gd name="T1" fmla="*/ 2147483647 h 222"/>
              <a:gd name="T2" fmla="*/ 2147483647 w 124"/>
              <a:gd name="T3" fmla="*/ 2147483647 h 222"/>
              <a:gd name="T4" fmla="*/ 2147483647 w 124"/>
              <a:gd name="T5" fmla="*/ 0 h 222"/>
              <a:gd name="T6" fmla="*/ 0 w 124"/>
              <a:gd name="T7" fmla="*/ 0 h 222"/>
              <a:gd name="T8" fmla="*/ 0 60000 65536"/>
              <a:gd name="T9" fmla="*/ 0 60000 65536"/>
              <a:gd name="T10" fmla="*/ 0 60000 65536"/>
              <a:gd name="T11" fmla="*/ 0 60000 65536"/>
              <a:gd name="T12" fmla="*/ 0 w 124"/>
              <a:gd name="T13" fmla="*/ 0 h 222"/>
              <a:gd name="T14" fmla="*/ 124 w 124"/>
              <a:gd name="T15" fmla="*/ 222 h 222"/>
            </a:gdLst>
            <a:ahLst/>
            <a:cxnLst>
              <a:cxn ang="T8">
                <a:pos x="T0" y="T1"/>
              </a:cxn>
              <a:cxn ang="T9">
                <a:pos x="T2" y="T3"/>
              </a:cxn>
              <a:cxn ang="T10">
                <a:pos x="T4" y="T5"/>
              </a:cxn>
              <a:cxn ang="T11">
                <a:pos x="T6" y="T7"/>
              </a:cxn>
            </a:cxnLst>
            <a:rect l="T12" t="T13" r="T14" b="T15"/>
            <a:pathLst>
              <a:path w="124" h="222">
                <a:moveTo>
                  <a:pt x="0" y="220"/>
                </a:moveTo>
                <a:lnTo>
                  <a:pt x="124" y="222"/>
                </a:lnTo>
                <a:lnTo>
                  <a:pt x="124" y="0"/>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11" name="Freeform 207">
            <a:extLst>
              <a:ext uri="{FF2B5EF4-FFF2-40B4-BE49-F238E27FC236}">
                <a16:creationId xmlns:a16="http://schemas.microsoft.com/office/drawing/2014/main" id="{9B186FCF-22A8-4A02-B8D1-E53B871C2DB1}"/>
              </a:ext>
            </a:extLst>
          </p:cNvPr>
          <p:cNvSpPr>
            <a:spLocks/>
          </p:cNvSpPr>
          <p:nvPr/>
        </p:nvSpPr>
        <p:spPr bwMode="auto">
          <a:xfrm>
            <a:off x="3706863" y="3057406"/>
            <a:ext cx="137770" cy="247344"/>
          </a:xfrm>
          <a:custGeom>
            <a:avLst/>
            <a:gdLst>
              <a:gd name="T0" fmla="*/ 2147483647 w 122"/>
              <a:gd name="T1" fmla="*/ 0 h 225"/>
              <a:gd name="T2" fmla="*/ 0 w 122"/>
              <a:gd name="T3" fmla="*/ 2147483647 h 225"/>
              <a:gd name="T4" fmla="*/ 0 w 122"/>
              <a:gd name="T5" fmla="*/ 2147483647 h 225"/>
              <a:gd name="T6" fmla="*/ 2147483647 w 122"/>
              <a:gd name="T7" fmla="*/ 2147483647 h 225"/>
              <a:gd name="T8" fmla="*/ 0 60000 65536"/>
              <a:gd name="T9" fmla="*/ 0 60000 65536"/>
              <a:gd name="T10" fmla="*/ 0 60000 65536"/>
              <a:gd name="T11" fmla="*/ 0 60000 65536"/>
              <a:gd name="T12" fmla="*/ 0 w 122"/>
              <a:gd name="T13" fmla="*/ 0 h 225"/>
              <a:gd name="T14" fmla="*/ 122 w 122"/>
              <a:gd name="T15" fmla="*/ 225 h 225"/>
            </a:gdLst>
            <a:ahLst/>
            <a:cxnLst>
              <a:cxn ang="T8">
                <a:pos x="T0" y="T1"/>
              </a:cxn>
              <a:cxn ang="T9">
                <a:pos x="T2" y="T3"/>
              </a:cxn>
              <a:cxn ang="T10">
                <a:pos x="T4" y="T5"/>
              </a:cxn>
              <a:cxn ang="T11">
                <a:pos x="T6" y="T7"/>
              </a:cxn>
            </a:cxnLst>
            <a:rect l="T12" t="T13" r="T14" b="T15"/>
            <a:pathLst>
              <a:path w="122" h="225">
                <a:moveTo>
                  <a:pt x="122" y="0"/>
                </a:moveTo>
                <a:lnTo>
                  <a:pt x="0" y="3"/>
                </a:lnTo>
                <a:lnTo>
                  <a:pt x="0" y="225"/>
                </a:lnTo>
                <a:lnTo>
                  <a:pt x="122" y="22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12" name="Rectangle 208">
            <a:extLst>
              <a:ext uri="{FF2B5EF4-FFF2-40B4-BE49-F238E27FC236}">
                <a16:creationId xmlns:a16="http://schemas.microsoft.com/office/drawing/2014/main" id="{44525E10-B76F-4CC3-B8ED-12EFB835211D}"/>
              </a:ext>
            </a:extLst>
          </p:cNvPr>
          <p:cNvSpPr>
            <a:spLocks noChangeArrowheads="1"/>
          </p:cNvSpPr>
          <p:nvPr/>
        </p:nvSpPr>
        <p:spPr bwMode="auto">
          <a:xfrm>
            <a:off x="3778006" y="3106876"/>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72713" name="Rectangle 209">
            <a:extLst>
              <a:ext uri="{FF2B5EF4-FFF2-40B4-BE49-F238E27FC236}">
                <a16:creationId xmlns:a16="http://schemas.microsoft.com/office/drawing/2014/main" id="{00BA17FA-D785-499C-A0A5-103F03E829AC}"/>
              </a:ext>
            </a:extLst>
          </p:cNvPr>
          <p:cNvSpPr>
            <a:spLocks noChangeArrowheads="1"/>
          </p:cNvSpPr>
          <p:nvPr/>
        </p:nvSpPr>
        <p:spPr bwMode="auto">
          <a:xfrm>
            <a:off x="3810755" y="3106876"/>
            <a:ext cx="91223"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72714" name="Freeform 210">
            <a:extLst>
              <a:ext uri="{FF2B5EF4-FFF2-40B4-BE49-F238E27FC236}">
                <a16:creationId xmlns:a16="http://schemas.microsoft.com/office/drawing/2014/main" id="{E08F8CAC-9F65-4112-9E83-4DD0857C77AB}"/>
              </a:ext>
            </a:extLst>
          </p:cNvPr>
          <p:cNvSpPr>
            <a:spLocks/>
          </p:cNvSpPr>
          <p:nvPr/>
        </p:nvSpPr>
        <p:spPr bwMode="auto">
          <a:xfrm>
            <a:off x="4504123" y="3060704"/>
            <a:ext cx="140029" cy="244046"/>
          </a:xfrm>
          <a:custGeom>
            <a:avLst/>
            <a:gdLst>
              <a:gd name="T0" fmla="*/ 0 w 124"/>
              <a:gd name="T1" fmla="*/ 2147483647 h 222"/>
              <a:gd name="T2" fmla="*/ 2147483647 w 124"/>
              <a:gd name="T3" fmla="*/ 2147483647 h 222"/>
              <a:gd name="T4" fmla="*/ 2147483647 w 124"/>
              <a:gd name="T5" fmla="*/ 0 h 222"/>
              <a:gd name="T6" fmla="*/ 0 w 124"/>
              <a:gd name="T7" fmla="*/ 0 h 222"/>
              <a:gd name="T8" fmla="*/ 0 w 124"/>
              <a:gd name="T9" fmla="*/ 2147483647 h 222"/>
              <a:gd name="T10" fmla="*/ 0 60000 65536"/>
              <a:gd name="T11" fmla="*/ 0 60000 65536"/>
              <a:gd name="T12" fmla="*/ 0 60000 65536"/>
              <a:gd name="T13" fmla="*/ 0 60000 65536"/>
              <a:gd name="T14" fmla="*/ 0 60000 65536"/>
              <a:gd name="T15" fmla="*/ 0 w 124"/>
              <a:gd name="T16" fmla="*/ 0 h 222"/>
              <a:gd name="T17" fmla="*/ 124 w 124"/>
              <a:gd name="T18" fmla="*/ 222 h 222"/>
            </a:gdLst>
            <a:ahLst/>
            <a:cxnLst>
              <a:cxn ang="T10">
                <a:pos x="T0" y="T1"/>
              </a:cxn>
              <a:cxn ang="T11">
                <a:pos x="T2" y="T3"/>
              </a:cxn>
              <a:cxn ang="T12">
                <a:pos x="T4" y="T5"/>
              </a:cxn>
              <a:cxn ang="T13">
                <a:pos x="T6" y="T7"/>
              </a:cxn>
              <a:cxn ang="T14">
                <a:pos x="T8" y="T9"/>
              </a:cxn>
            </a:cxnLst>
            <a:rect l="T15" t="T16" r="T17" b="T18"/>
            <a:pathLst>
              <a:path w="124" h="222">
                <a:moveTo>
                  <a:pt x="0" y="220"/>
                </a:moveTo>
                <a:lnTo>
                  <a:pt x="124" y="222"/>
                </a:lnTo>
                <a:lnTo>
                  <a:pt x="124" y="0"/>
                </a:lnTo>
                <a:lnTo>
                  <a:pt x="0" y="0"/>
                </a:lnTo>
                <a:lnTo>
                  <a:pt x="0" y="220"/>
                </a:lnTo>
                <a:close/>
              </a:path>
            </a:pathLst>
          </a:custGeom>
          <a:solidFill>
            <a:srgbClr val="FBE2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715" name="Freeform 211">
            <a:extLst>
              <a:ext uri="{FF2B5EF4-FFF2-40B4-BE49-F238E27FC236}">
                <a16:creationId xmlns:a16="http://schemas.microsoft.com/office/drawing/2014/main" id="{B278C4E2-AF63-4955-ACC2-F198A1B9A3A1}"/>
              </a:ext>
            </a:extLst>
          </p:cNvPr>
          <p:cNvSpPr>
            <a:spLocks/>
          </p:cNvSpPr>
          <p:nvPr/>
        </p:nvSpPr>
        <p:spPr bwMode="auto">
          <a:xfrm>
            <a:off x="4504123" y="3060704"/>
            <a:ext cx="140029" cy="244046"/>
          </a:xfrm>
          <a:custGeom>
            <a:avLst/>
            <a:gdLst>
              <a:gd name="T0" fmla="*/ 0 w 124"/>
              <a:gd name="T1" fmla="*/ 2147483647 h 222"/>
              <a:gd name="T2" fmla="*/ 2147483647 w 124"/>
              <a:gd name="T3" fmla="*/ 2147483647 h 222"/>
              <a:gd name="T4" fmla="*/ 2147483647 w 124"/>
              <a:gd name="T5" fmla="*/ 0 h 222"/>
              <a:gd name="T6" fmla="*/ 0 w 124"/>
              <a:gd name="T7" fmla="*/ 0 h 222"/>
              <a:gd name="T8" fmla="*/ 0 60000 65536"/>
              <a:gd name="T9" fmla="*/ 0 60000 65536"/>
              <a:gd name="T10" fmla="*/ 0 60000 65536"/>
              <a:gd name="T11" fmla="*/ 0 60000 65536"/>
              <a:gd name="T12" fmla="*/ 0 w 124"/>
              <a:gd name="T13" fmla="*/ 0 h 222"/>
              <a:gd name="T14" fmla="*/ 124 w 124"/>
              <a:gd name="T15" fmla="*/ 222 h 222"/>
            </a:gdLst>
            <a:ahLst/>
            <a:cxnLst>
              <a:cxn ang="T8">
                <a:pos x="T0" y="T1"/>
              </a:cxn>
              <a:cxn ang="T9">
                <a:pos x="T2" y="T3"/>
              </a:cxn>
              <a:cxn ang="T10">
                <a:pos x="T4" y="T5"/>
              </a:cxn>
              <a:cxn ang="T11">
                <a:pos x="T6" y="T7"/>
              </a:cxn>
            </a:cxnLst>
            <a:rect l="T12" t="T13" r="T14" b="T15"/>
            <a:pathLst>
              <a:path w="124" h="222">
                <a:moveTo>
                  <a:pt x="0" y="220"/>
                </a:moveTo>
                <a:lnTo>
                  <a:pt x="124" y="222"/>
                </a:lnTo>
                <a:lnTo>
                  <a:pt x="124" y="0"/>
                </a:lnTo>
                <a:lnTo>
                  <a:pt x="0" y="0"/>
                </a:lnTo>
              </a:path>
            </a:pathLst>
          </a:custGeom>
          <a:noFill/>
          <a:ln w="15875">
            <a:solidFill>
              <a:srgbClr val="EB7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16" name="Line 212">
            <a:extLst>
              <a:ext uri="{FF2B5EF4-FFF2-40B4-BE49-F238E27FC236}">
                <a16:creationId xmlns:a16="http://schemas.microsoft.com/office/drawing/2014/main" id="{7807CB5C-3FE4-4D61-B6A1-27199233BFF6}"/>
              </a:ext>
            </a:extLst>
          </p:cNvPr>
          <p:cNvSpPr>
            <a:spLocks noChangeShapeType="1"/>
          </p:cNvSpPr>
          <p:nvPr/>
        </p:nvSpPr>
        <p:spPr bwMode="auto">
          <a:xfrm flipV="1">
            <a:off x="4362965" y="3054108"/>
            <a:ext cx="3388" cy="25393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17" name="Line 213">
            <a:extLst>
              <a:ext uri="{FF2B5EF4-FFF2-40B4-BE49-F238E27FC236}">
                <a16:creationId xmlns:a16="http://schemas.microsoft.com/office/drawing/2014/main" id="{824EE888-9908-4340-8C4A-F36E4D788591}"/>
              </a:ext>
            </a:extLst>
          </p:cNvPr>
          <p:cNvSpPr>
            <a:spLocks noChangeShapeType="1"/>
          </p:cNvSpPr>
          <p:nvPr/>
        </p:nvSpPr>
        <p:spPr bwMode="auto">
          <a:xfrm>
            <a:off x="4362964" y="3057406"/>
            <a:ext cx="141159" cy="329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18" name="Line 214">
            <a:extLst>
              <a:ext uri="{FF2B5EF4-FFF2-40B4-BE49-F238E27FC236}">
                <a16:creationId xmlns:a16="http://schemas.microsoft.com/office/drawing/2014/main" id="{D08E4EC7-CFAA-4428-A7D8-38DE360F02CD}"/>
              </a:ext>
            </a:extLst>
          </p:cNvPr>
          <p:cNvSpPr>
            <a:spLocks noChangeShapeType="1"/>
          </p:cNvSpPr>
          <p:nvPr/>
        </p:nvSpPr>
        <p:spPr bwMode="auto">
          <a:xfrm>
            <a:off x="4362964" y="3302552"/>
            <a:ext cx="141159" cy="219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19" name="Rectangle 215">
            <a:extLst>
              <a:ext uri="{FF2B5EF4-FFF2-40B4-BE49-F238E27FC236}">
                <a16:creationId xmlns:a16="http://schemas.microsoft.com/office/drawing/2014/main" id="{8557058F-FAF1-4168-8C3A-CB65EF96A342}"/>
              </a:ext>
            </a:extLst>
          </p:cNvPr>
          <p:cNvSpPr>
            <a:spLocks noChangeArrowheads="1"/>
          </p:cNvSpPr>
          <p:nvPr/>
        </p:nvSpPr>
        <p:spPr bwMode="auto">
          <a:xfrm>
            <a:off x="4403618" y="3138755"/>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2720" name="Rectangle 216">
            <a:extLst>
              <a:ext uri="{FF2B5EF4-FFF2-40B4-BE49-F238E27FC236}">
                <a16:creationId xmlns:a16="http://schemas.microsoft.com/office/drawing/2014/main" id="{BC03896C-FBEC-4EC7-ABD5-81C626CB0509}"/>
              </a:ext>
            </a:extLst>
          </p:cNvPr>
          <p:cNvSpPr>
            <a:spLocks noChangeArrowheads="1"/>
          </p:cNvSpPr>
          <p:nvPr/>
        </p:nvSpPr>
        <p:spPr bwMode="auto">
          <a:xfrm>
            <a:off x="4492830" y="3138755"/>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2721" name="Rectangle 217">
            <a:extLst>
              <a:ext uri="{FF2B5EF4-FFF2-40B4-BE49-F238E27FC236}">
                <a16:creationId xmlns:a16="http://schemas.microsoft.com/office/drawing/2014/main" id="{462906F7-7512-486E-9A80-6ACA588FED56}"/>
              </a:ext>
            </a:extLst>
          </p:cNvPr>
          <p:cNvSpPr>
            <a:spLocks noChangeArrowheads="1"/>
          </p:cNvSpPr>
          <p:nvPr/>
        </p:nvSpPr>
        <p:spPr bwMode="auto">
          <a:xfrm>
            <a:off x="4559456" y="3138755"/>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72722" name="Freeform 218">
            <a:extLst>
              <a:ext uri="{FF2B5EF4-FFF2-40B4-BE49-F238E27FC236}">
                <a16:creationId xmlns:a16="http://schemas.microsoft.com/office/drawing/2014/main" id="{1A61FBE1-B5F6-4496-BA01-FE7BE90ADD83}"/>
              </a:ext>
            </a:extLst>
          </p:cNvPr>
          <p:cNvSpPr>
            <a:spLocks/>
          </p:cNvSpPr>
          <p:nvPr/>
        </p:nvSpPr>
        <p:spPr bwMode="auto">
          <a:xfrm>
            <a:off x="5059720" y="2936483"/>
            <a:ext cx="211172" cy="485892"/>
          </a:xfrm>
          <a:custGeom>
            <a:avLst/>
            <a:gdLst>
              <a:gd name="T0" fmla="*/ 0 w 187"/>
              <a:gd name="T1" fmla="*/ 0 h 442"/>
              <a:gd name="T2" fmla="*/ 0 w 187"/>
              <a:gd name="T3" fmla="*/ 2147483647 h 442"/>
              <a:gd name="T4" fmla="*/ 2147483647 w 187"/>
              <a:gd name="T5" fmla="*/ 2147483647 h 442"/>
              <a:gd name="T6" fmla="*/ 0 w 187"/>
              <a:gd name="T7" fmla="*/ 2147483647 h 442"/>
              <a:gd name="T8" fmla="*/ 0 w 187"/>
              <a:gd name="T9" fmla="*/ 2147483647 h 442"/>
              <a:gd name="T10" fmla="*/ 2147483647 w 187"/>
              <a:gd name="T11" fmla="*/ 2147483647 h 442"/>
              <a:gd name="T12" fmla="*/ 2147483647 w 187"/>
              <a:gd name="T13" fmla="*/ 2147483647 h 442"/>
              <a:gd name="T14" fmla="*/ 0 w 187"/>
              <a:gd name="T15" fmla="*/ 2147483647 h 442"/>
              <a:gd name="T16" fmla="*/ 0 w 187"/>
              <a:gd name="T17" fmla="*/ 2147483647 h 442"/>
              <a:gd name="T18" fmla="*/ 0 w 187"/>
              <a:gd name="T19" fmla="*/ 0 h 4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7"/>
              <a:gd name="T31" fmla="*/ 0 h 442"/>
              <a:gd name="T32" fmla="*/ 187 w 187"/>
              <a:gd name="T33" fmla="*/ 442 h 4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7" h="442">
                <a:moveTo>
                  <a:pt x="0" y="0"/>
                </a:moveTo>
                <a:lnTo>
                  <a:pt x="0" y="181"/>
                </a:lnTo>
                <a:lnTo>
                  <a:pt x="59" y="223"/>
                </a:lnTo>
                <a:lnTo>
                  <a:pt x="0" y="264"/>
                </a:lnTo>
                <a:lnTo>
                  <a:pt x="0" y="442"/>
                </a:lnTo>
                <a:lnTo>
                  <a:pt x="187" y="309"/>
                </a:lnTo>
                <a:lnTo>
                  <a:pt x="187" y="137"/>
                </a:lnTo>
                <a:lnTo>
                  <a:pt x="0" y="3"/>
                </a:ln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723" name="Freeform 219">
            <a:extLst>
              <a:ext uri="{FF2B5EF4-FFF2-40B4-BE49-F238E27FC236}">
                <a16:creationId xmlns:a16="http://schemas.microsoft.com/office/drawing/2014/main" id="{10B6E3FE-4358-4D6B-8314-E9DD3F658173}"/>
              </a:ext>
            </a:extLst>
          </p:cNvPr>
          <p:cNvSpPr>
            <a:spLocks/>
          </p:cNvSpPr>
          <p:nvPr/>
        </p:nvSpPr>
        <p:spPr bwMode="auto">
          <a:xfrm>
            <a:off x="5685332" y="3060704"/>
            <a:ext cx="277799" cy="244046"/>
          </a:xfrm>
          <a:custGeom>
            <a:avLst/>
            <a:gdLst>
              <a:gd name="T0" fmla="*/ 2147483647 w 246"/>
              <a:gd name="T1" fmla="*/ 2147483647 h 222"/>
              <a:gd name="T2" fmla="*/ 2147483647 w 246"/>
              <a:gd name="T3" fmla="*/ 0 h 222"/>
              <a:gd name="T4" fmla="*/ 0 w 246"/>
              <a:gd name="T5" fmla="*/ 0 h 222"/>
              <a:gd name="T6" fmla="*/ 0 w 246"/>
              <a:gd name="T7" fmla="*/ 2147483647 h 222"/>
              <a:gd name="T8" fmla="*/ 2147483647 w 246"/>
              <a:gd name="T9" fmla="*/ 2147483647 h 222"/>
              <a:gd name="T10" fmla="*/ 2147483647 w 246"/>
              <a:gd name="T11" fmla="*/ 2147483647 h 222"/>
              <a:gd name="T12" fmla="*/ 0 60000 65536"/>
              <a:gd name="T13" fmla="*/ 0 60000 65536"/>
              <a:gd name="T14" fmla="*/ 0 60000 65536"/>
              <a:gd name="T15" fmla="*/ 0 60000 65536"/>
              <a:gd name="T16" fmla="*/ 0 60000 65536"/>
              <a:gd name="T17" fmla="*/ 0 60000 65536"/>
              <a:gd name="T18" fmla="*/ 0 w 246"/>
              <a:gd name="T19" fmla="*/ 0 h 222"/>
              <a:gd name="T20" fmla="*/ 246 w 246"/>
              <a:gd name="T21" fmla="*/ 222 h 222"/>
            </a:gdLst>
            <a:ahLst/>
            <a:cxnLst>
              <a:cxn ang="T12">
                <a:pos x="T0" y="T1"/>
              </a:cxn>
              <a:cxn ang="T13">
                <a:pos x="T2" y="T3"/>
              </a:cxn>
              <a:cxn ang="T14">
                <a:pos x="T4" y="T5"/>
              </a:cxn>
              <a:cxn ang="T15">
                <a:pos x="T6" y="T7"/>
              </a:cxn>
              <a:cxn ang="T16">
                <a:pos x="T8" y="T9"/>
              </a:cxn>
              <a:cxn ang="T17">
                <a:pos x="T10" y="T11"/>
              </a:cxn>
            </a:cxnLst>
            <a:rect l="T18" t="T19" r="T20" b="T21"/>
            <a:pathLst>
              <a:path w="246" h="222">
                <a:moveTo>
                  <a:pt x="246" y="220"/>
                </a:moveTo>
                <a:lnTo>
                  <a:pt x="246" y="0"/>
                </a:lnTo>
                <a:lnTo>
                  <a:pt x="0" y="0"/>
                </a:lnTo>
                <a:lnTo>
                  <a:pt x="0" y="222"/>
                </a:lnTo>
                <a:lnTo>
                  <a:pt x="246" y="222"/>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24" name="Rectangle 220">
            <a:extLst>
              <a:ext uri="{FF2B5EF4-FFF2-40B4-BE49-F238E27FC236}">
                <a16:creationId xmlns:a16="http://schemas.microsoft.com/office/drawing/2014/main" id="{E7A96078-D64C-4B4D-8659-9535221AE231}"/>
              </a:ext>
            </a:extLst>
          </p:cNvPr>
          <p:cNvSpPr>
            <a:spLocks noChangeArrowheads="1"/>
          </p:cNvSpPr>
          <p:nvPr/>
        </p:nvSpPr>
        <p:spPr bwMode="auto">
          <a:xfrm>
            <a:off x="5729373" y="3106876"/>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72725" name="Rectangle 221">
            <a:extLst>
              <a:ext uri="{FF2B5EF4-FFF2-40B4-BE49-F238E27FC236}">
                <a16:creationId xmlns:a16="http://schemas.microsoft.com/office/drawing/2014/main" id="{B7202476-162D-47C0-BA21-B3B54710C135}"/>
              </a:ext>
            </a:extLst>
          </p:cNvPr>
          <p:cNvSpPr>
            <a:spLocks noChangeArrowheads="1"/>
          </p:cNvSpPr>
          <p:nvPr/>
        </p:nvSpPr>
        <p:spPr bwMode="auto">
          <a:xfrm>
            <a:off x="5821972" y="3106876"/>
            <a:ext cx="91223"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72726" name="Rectangle 222">
            <a:extLst>
              <a:ext uri="{FF2B5EF4-FFF2-40B4-BE49-F238E27FC236}">
                <a16:creationId xmlns:a16="http://schemas.microsoft.com/office/drawing/2014/main" id="{37E64B0F-098D-4118-BFB9-E1A7A5F8BE06}"/>
              </a:ext>
            </a:extLst>
          </p:cNvPr>
          <p:cNvSpPr>
            <a:spLocks noChangeArrowheads="1"/>
          </p:cNvSpPr>
          <p:nvPr/>
        </p:nvSpPr>
        <p:spPr bwMode="auto">
          <a:xfrm>
            <a:off x="6382087" y="3106876"/>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2727" name="Rectangle 223">
            <a:extLst>
              <a:ext uri="{FF2B5EF4-FFF2-40B4-BE49-F238E27FC236}">
                <a16:creationId xmlns:a16="http://schemas.microsoft.com/office/drawing/2014/main" id="{FD43389D-32DD-4527-8FCC-2D5322BCF4BA}"/>
              </a:ext>
            </a:extLst>
          </p:cNvPr>
          <p:cNvSpPr>
            <a:spLocks noChangeArrowheads="1"/>
          </p:cNvSpPr>
          <p:nvPr/>
        </p:nvSpPr>
        <p:spPr bwMode="auto">
          <a:xfrm>
            <a:off x="6470170" y="310687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2728" name="Rectangle 224">
            <a:extLst>
              <a:ext uri="{FF2B5EF4-FFF2-40B4-BE49-F238E27FC236}">
                <a16:creationId xmlns:a16="http://schemas.microsoft.com/office/drawing/2014/main" id="{79BCD75D-09D0-4425-9720-06DC12D83463}"/>
              </a:ext>
            </a:extLst>
          </p:cNvPr>
          <p:cNvSpPr>
            <a:spLocks noChangeArrowheads="1"/>
          </p:cNvSpPr>
          <p:nvPr/>
        </p:nvSpPr>
        <p:spPr bwMode="auto">
          <a:xfrm>
            <a:off x="6536796" y="310687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72729" name="Line 225">
            <a:extLst>
              <a:ext uri="{FF2B5EF4-FFF2-40B4-BE49-F238E27FC236}">
                <a16:creationId xmlns:a16="http://schemas.microsoft.com/office/drawing/2014/main" id="{DE7CDFA1-FB8A-4200-AD96-FDC19BEB748F}"/>
              </a:ext>
            </a:extLst>
          </p:cNvPr>
          <p:cNvSpPr>
            <a:spLocks noChangeShapeType="1"/>
          </p:cNvSpPr>
          <p:nvPr/>
        </p:nvSpPr>
        <p:spPr bwMode="auto">
          <a:xfrm>
            <a:off x="3981273" y="3181628"/>
            <a:ext cx="385080" cy="109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30" name="Line 226">
            <a:extLst>
              <a:ext uri="{FF2B5EF4-FFF2-40B4-BE49-F238E27FC236}">
                <a16:creationId xmlns:a16="http://schemas.microsoft.com/office/drawing/2014/main" id="{5688B9E3-17A7-4FAF-8FD5-906F0CDFB5F1}"/>
              </a:ext>
            </a:extLst>
          </p:cNvPr>
          <p:cNvSpPr>
            <a:spLocks noChangeShapeType="1"/>
          </p:cNvSpPr>
          <p:nvPr/>
        </p:nvSpPr>
        <p:spPr bwMode="auto">
          <a:xfrm>
            <a:off x="5266375" y="3181628"/>
            <a:ext cx="418957" cy="109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31" name="Line 227">
            <a:extLst>
              <a:ext uri="{FF2B5EF4-FFF2-40B4-BE49-F238E27FC236}">
                <a16:creationId xmlns:a16="http://schemas.microsoft.com/office/drawing/2014/main" id="{076A4504-D7D3-48A5-AB7C-43E08EFA6C2C}"/>
              </a:ext>
            </a:extLst>
          </p:cNvPr>
          <p:cNvSpPr>
            <a:spLocks noChangeShapeType="1"/>
          </p:cNvSpPr>
          <p:nvPr/>
        </p:nvSpPr>
        <p:spPr bwMode="auto">
          <a:xfrm>
            <a:off x="5959742" y="3181628"/>
            <a:ext cx="385080" cy="109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32" name="Freeform 228">
            <a:extLst>
              <a:ext uri="{FF2B5EF4-FFF2-40B4-BE49-F238E27FC236}">
                <a16:creationId xmlns:a16="http://schemas.microsoft.com/office/drawing/2014/main" id="{19858066-19CD-4BA7-B6A5-D3C7E0124EDF}"/>
              </a:ext>
            </a:extLst>
          </p:cNvPr>
          <p:cNvSpPr>
            <a:spLocks/>
          </p:cNvSpPr>
          <p:nvPr/>
        </p:nvSpPr>
        <p:spPr bwMode="auto">
          <a:xfrm>
            <a:off x="4296338" y="3120067"/>
            <a:ext cx="70015" cy="61561"/>
          </a:xfrm>
          <a:custGeom>
            <a:avLst/>
            <a:gdLst>
              <a:gd name="T0" fmla="*/ 0 w 62"/>
              <a:gd name="T1" fmla="*/ 2147483647 h 56"/>
              <a:gd name="T2" fmla="*/ 0 w 62"/>
              <a:gd name="T3" fmla="*/ 0 h 56"/>
              <a:gd name="T4" fmla="*/ 2147483647 w 62"/>
              <a:gd name="T5" fmla="*/ 0 h 56"/>
              <a:gd name="T6" fmla="*/ 0 60000 65536"/>
              <a:gd name="T7" fmla="*/ 0 60000 65536"/>
              <a:gd name="T8" fmla="*/ 0 60000 65536"/>
              <a:gd name="T9" fmla="*/ 0 w 62"/>
              <a:gd name="T10" fmla="*/ 0 h 56"/>
              <a:gd name="T11" fmla="*/ 62 w 62"/>
              <a:gd name="T12" fmla="*/ 56 h 56"/>
            </a:gdLst>
            <a:ahLst/>
            <a:cxnLst>
              <a:cxn ang="T6">
                <a:pos x="T0" y="T1"/>
              </a:cxn>
              <a:cxn ang="T7">
                <a:pos x="T2" y="T3"/>
              </a:cxn>
              <a:cxn ang="T8">
                <a:pos x="T4" y="T5"/>
              </a:cxn>
            </a:cxnLst>
            <a:rect l="T9" t="T10" r="T11" b="T12"/>
            <a:pathLst>
              <a:path w="62" h="56">
                <a:moveTo>
                  <a:pt x="0" y="56"/>
                </a:moveTo>
                <a:lnTo>
                  <a:pt x="0" y="0"/>
                </a:lnTo>
                <a:lnTo>
                  <a:pt x="62"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33" name="Freeform 229">
            <a:extLst>
              <a:ext uri="{FF2B5EF4-FFF2-40B4-BE49-F238E27FC236}">
                <a16:creationId xmlns:a16="http://schemas.microsoft.com/office/drawing/2014/main" id="{89E52CAD-E36A-4315-A32D-513C7CD97E7A}"/>
              </a:ext>
            </a:extLst>
          </p:cNvPr>
          <p:cNvSpPr>
            <a:spLocks/>
          </p:cNvSpPr>
          <p:nvPr/>
        </p:nvSpPr>
        <p:spPr bwMode="auto">
          <a:xfrm>
            <a:off x="5615319" y="3181628"/>
            <a:ext cx="488970" cy="182485"/>
          </a:xfrm>
          <a:custGeom>
            <a:avLst/>
            <a:gdLst>
              <a:gd name="T0" fmla="*/ 0 w 433"/>
              <a:gd name="T1" fmla="*/ 0 h 166"/>
              <a:gd name="T2" fmla="*/ 0 w 433"/>
              <a:gd name="T3" fmla="*/ 2147483647 h 166"/>
              <a:gd name="T4" fmla="*/ 2147483647 w 433"/>
              <a:gd name="T5" fmla="*/ 2147483647 h 166"/>
              <a:gd name="T6" fmla="*/ 2147483647 w 433"/>
              <a:gd name="T7" fmla="*/ 2147483647 h 166"/>
              <a:gd name="T8" fmla="*/ 2147483647 w 433"/>
              <a:gd name="T9" fmla="*/ 2147483647 h 166"/>
              <a:gd name="T10" fmla="*/ 0 60000 65536"/>
              <a:gd name="T11" fmla="*/ 0 60000 65536"/>
              <a:gd name="T12" fmla="*/ 0 60000 65536"/>
              <a:gd name="T13" fmla="*/ 0 60000 65536"/>
              <a:gd name="T14" fmla="*/ 0 60000 65536"/>
              <a:gd name="T15" fmla="*/ 0 w 433"/>
              <a:gd name="T16" fmla="*/ 0 h 166"/>
              <a:gd name="T17" fmla="*/ 433 w 433"/>
              <a:gd name="T18" fmla="*/ 166 h 166"/>
            </a:gdLst>
            <a:ahLst/>
            <a:cxnLst>
              <a:cxn ang="T10">
                <a:pos x="T0" y="T1"/>
              </a:cxn>
              <a:cxn ang="T11">
                <a:pos x="T2" y="T3"/>
              </a:cxn>
              <a:cxn ang="T12">
                <a:pos x="T4" y="T5"/>
              </a:cxn>
              <a:cxn ang="T13">
                <a:pos x="T6" y="T7"/>
              </a:cxn>
              <a:cxn ang="T14">
                <a:pos x="T8" y="T9"/>
              </a:cxn>
            </a:cxnLst>
            <a:rect l="T15" t="T16" r="T17" b="T18"/>
            <a:pathLst>
              <a:path w="433" h="166">
                <a:moveTo>
                  <a:pt x="0" y="0"/>
                </a:moveTo>
                <a:lnTo>
                  <a:pt x="0" y="166"/>
                </a:lnTo>
                <a:lnTo>
                  <a:pt x="370" y="166"/>
                </a:lnTo>
                <a:lnTo>
                  <a:pt x="370" y="56"/>
                </a:lnTo>
                <a:lnTo>
                  <a:pt x="433" y="56"/>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34" name="Freeform 230">
            <a:extLst>
              <a:ext uri="{FF2B5EF4-FFF2-40B4-BE49-F238E27FC236}">
                <a16:creationId xmlns:a16="http://schemas.microsoft.com/office/drawing/2014/main" id="{1FB1A6B0-39E7-4141-8715-84FD25DC51AF}"/>
              </a:ext>
            </a:extLst>
          </p:cNvPr>
          <p:cNvSpPr>
            <a:spLocks/>
          </p:cNvSpPr>
          <p:nvPr/>
        </p:nvSpPr>
        <p:spPr bwMode="auto">
          <a:xfrm>
            <a:off x="4122432" y="2936483"/>
            <a:ext cx="103893" cy="489191"/>
          </a:xfrm>
          <a:custGeom>
            <a:avLst/>
            <a:gdLst>
              <a:gd name="T0" fmla="*/ 2147483647 w 92"/>
              <a:gd name="T1" fmla="*/ 2147483647 h 445"/>
              <a:gd name="T2" fmla="*/ 2147483647 w 92"/>
              <a:gd name="T3" fmla="*/ 0 h 445"/>
              <a:gd name="T4" fmla="*/ 0 w 92"/>
              <a:gd name="T5" fmla="*/ 0 h 445"/>
              <a:gd name="T6" fmla="*/ 0 w 92"/>
              <a:gd name="T7" fmla="*/ 2147483647 h 445"/>
              <a:gd name="T8" fmla="*/ 2147483647 w 92"/>
              <a:gd name="T9" fmla="*/ 2147483647 h 445"/>
              <a:gd name="T10" fmla="*/ 2147483647 w 92"/>
              <a:gd name="T11" fmla="*/ 2147483647 h 445"/>
              <a:gd name="T12" fmla="*/ 0 60000 65536"/>
              <a:gd name="T13" fmla="*/ 0 60000 65536"/>
              <a:gd name="T14" fmla="*/ 0 60000 65536"/>
              <a:gd name="T15" fmla="*/ 0 60000 65536"/>
              <a:gd name="T16" fmla="*/ 0 60000 65536"/>
              <a:gd name="T17" fmla="*/ 0 60000 65536"/>
              <a:gd name="T18" fmla="*/ 0 w 92"/>
              <a:gd name="T19" fmla="*/ 0 h 445"/>
              <a:gd name="T20" fmla="*/ 92 w 92"/>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2" h="445">
                <a:moveTo>
                  <a:pt x="92" y="445"/>
                </a:moveTo>
                <a:lnTo>
                  <a:pt x="92" y="0"/>
                </a:lnTo>
                <a:lnTo>
                  <a:pt x="0" y="0"/>
                </a:lnTo>
                <a:lnTo>
                  <a:pt x="0" y="445"/>
                </a:lnTo>
                <a:lnTo>
                  <a:pt x="92" y="44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735" name="Freeform 231">
            <a:extLst>
              <a:ext uri="{FF2B5EF4-FFF2-40B4-BE49-F238E27FC236}">
                <a16:creationId xmlns:a16="http://schemas.microsoft.com/office/drawing/2014/main" id="{C07F6315-84C1-4242-BB96-EC6476BC4DF9}"/>
              </a:ext>
            </a:extLst>
          </p:cNvPr>
          <p:cNvSpPr>
            <a:spLocks/>
          </p:cNvSpPr>
          <p:nvPr/>
        </p:nvSpPr>
        <p:spPr bwMode="auto">
          <a:xfrm>
            <a:off x="4122432" y="2936483"/>
            <a:ext cx="103893" cy="489191"/>
          </a:xfrm>
          <a:custGeom>
            <a:avLst/>
            <a:gdLst>
              <a:gd name="T0" fmla="*/ 2147483647 w 92"/>
              <a:gd name="T1" fmla="*/ 2147483647 h 445"/>
              <a:gd name="T2" fmla="*/ 2147483647 w 92"/>
              <a:gd name="T3" fmla="*/ 0 h 445"/>
              <a:gd name="T4" fmla="*/ 0 w 92"/>
              <a:gd name="T5" fmla="*/ 0 h 445"/>
              <a:gd name="T6" fmla="*/ 0 w 92"/>
              <a:gd name="T7" fmla="*/ 2147483647 h 445"/>
              <a:gd name="T8" fmla="*/ 2147483647 w 92"/>
              <a:gd name="T9" fmla="*/ 2147483647 h 445"/>
              <a:gd name="T10" fmla="*/ 2147483647 w 92"/>
              <a:gd name="T11" fmla="*/ 2147483647 h 445"/>
              <a:gd name="T12" fmla="*/ 0 60000 65536"/>
              <a:gd name="T13" fmla="*/ 0 60000 65536"/>
              <a:gd name="T14" fmla="*/ 0 60000 65536"/>
              <a:gd name="T15" fmla="*/ 0 60000 65536"/>
              <a:gd name="T16" fmla="*/ 0 60000 65536"/>
              <a:gd name="T17" fmla="*/ 0 60000 65536"/>
              <a:gd name="T18" fmla="*/ 0 w 92"/>
              <a:gd name="T19" fmla="*/ 0 h 445"/>
              <a:gd name="T20" fmla="*/ 92 w 92"/>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2" h="445">
                <a:moveTo>
                  <a:pt x="92" y="445"/>
                </a:moveTo>
                <a:lnTo>
                  <a:pt x="92" y="0"/>
                </a:lnTo>
                <a:lnTo>
                  <a:pt x="0" y="0"/>
                </a:lnTo>
                <a:lnTo>
                  <a:pt x="0" y="445"/>
                </a:lnTo>
                <a:lnTo>
                  <a:pt x="92"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36" name="Freeform 232">
            <a:extLst>
              <a:ext uri="{FF2B5EF4-FFF2-40B4-BE49-F238E27FC236}">
                <a16:creationId xmlns:a16="http://schemas.microsoft.com/office/drawing/2014/main" id="{C1EE9660-357C-44EC-8FFE-72C412283303}"/>
              </a:ext>
            </a:extLst>
          </p:cNvPr>
          <p:cNvSpPr>
            <a:spLocks/>
          </p:cNvSpPr>
          <p:nvPr/>
        </p:nvSpPr>
        <p:spPr bwMode="auto">
          <a:xfrm>
            <a:off x="4781922" y="2936483"/>
            <a:ext cx="102763" cy="489191"/>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91" y="445"/>
                </a:moveTo>
                <a:lnTo>
                  <a:pt x="91" y="0"/>
                </a:lnTo>
                <a:lnTo>
                  <a:pt x="0" y="0"/>
                </a:lnTo>
                <a:lnTo>
                  <a:pt x="0" y="445"/>
                </a:lnTo>
                <a:lnTo>
                  <a:pt x="91" y="44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737" name="Freeform 233">
            <a:extLst>
              <a:ext uri="{FF2B5EF4-FFF2-40B4-BE49-F238E27FC236}">
                <a16:creationId xmlns:a16="http://schemas.microsoft.com/office/drawing/2014/main" id="{E5A7A702-7D40-4725-8E67-BF759CA3A051}"/>
              </a:ext>
            </a:extLst>
          </p:cNvPr>
          <p:cNvSpPr>
            <a:spLocks/>
          </p:cNvSpPr>
          <p:nvPr/>
        </p:nvSpPr>
        <p:spPr bwMode="auto">
          <a:xfrm>
            <a:off x="4781922" y="2936483"/>
            <a:ext cx="102763" cy="489191"/>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91" y="445"/>
                </a:moveTo>
                <a:lnTo>
                  <a:pt x="91" y="0"/>
                </a:lnTo>
                <a:lnTo>
                  <a:pt x="0" y="0"/>
                </a:lnTo>
                <a:lnTo>
                  <a:pt x="0" y="445"/>
                </a:lnTo>
                <a:lnTo>
                  <a:pt x="91"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38" name="Freeform 234">
            <a:extLst>
              <a:ext uri="{FF2B5EF4-FFF2-40B4-BE49-F238E27FC236}">
                <a16:creationId xmlns:a16="http://schemas.microsoft.com/office/drawing/2014/main" id="{EA56F074-070B-4B90-ABB3-E4A09CFD58B8}"/>
              </a:ext>
            </a:extLst>
          </p:cNvPr>
          <p:cNvSpPr>
            <a:spLocks/>
          </p:cNvSpPr>
          <p:nvPr/>
        </p:nvSpPr>
        <p:spPr bwMode="auto">
          <a:xfrm>
            <a:off x="5441411" y="2936483"/>
            <a:ext cx="107280" cy="489191"/>
          </a:xfrm>
          <a:custGeom>
            <a:avLst/>
            <a:gdLst>
              <a:gd name="T0" fmla="*/ 2147483647 w 95"/>
              <a:gd name="T1" fmla="*/ 2147483647 h 445"/>
              <a:gd name="T2" fmla="*/ 2147483647 w 95"/>
              <a:gd name="T3" fmla="*/ 0 h 445"/>
              <a:gd name="T4" fmla="*/ 0 w 95"/>
              <a:gd name="T5" fmla="*/ 0 h 445"/>
              <a:gd name="T6" fmla="*/ 0 w 95"/>
              <a:gd name="T7" fmla="*/ 2147483647 h 445"/>
              <a:gd name="T8" fmla="*/ 2147483647 w 95"/>
              <a:gd name="T9" fmla="*/ 2147483647 h 445"/>
              <a:gd name="T10" fmla="*/ 2147483647 w 95"/>
              <a:gd name="T11" fmla="*/ 2147483647 h 445"/>
              <a:gd name="T12" fmla="*/ 2147483647 w 95"/>
              <a:gd name="T13" fmla="*/ 2147483647 h 445"/>
              <a:gd name="T14" fmla="*/ 0 60000 65536"/>
              <a:gd name="T15" fmla="*/ 0 60000 65536"/>
              <a:gd name="T16" fmla="*/ 0 60000 65536"/>
              <a:gd name="T17" fmla="*/ 0 60000 65536"/>
              <a:gd name="T18" fmla="*/ 0 60000 65536"/>
              <a:gd name="T19" fmla="*/ 0 60000 65536"/>
              <a:gd name="T20" fmla="*/ 0 60000 65536"/>
              <a:gd name="T21" fmla="*/ 0 w 95"/>
              <a:gd name="T22" fmla="*/ 0 h 445"/>
              <a:gd name="T23" fmla="*/ 95 w 95"/>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5" h="445">
                <a:moveTo>
                  <a:pt x="91" y="445"/>
                </a:moveTo>
                <a:lnTo>
                  <a:pt x="95" y="0"/>
                </a:lnTo>
                <a:lnTo>
                  <a:pt x="0" y="0"/>
                </a:lnTo>
                <a:lnTo>
                  <a:pt x="0" y="445"/>
                </a:lnTo>
                <a:lnTo>
                  <a:pt x="95" y="445"/>
                </a:lnTo>
                <a:lnTo>
                  <a:pt x="91" y="44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739" name="Freeform 235">
            <a:extLst>
              <a:ext uri="{FF2B5EF4-FFF2-40B4-BE49-F238E27FC236}">
                <a16:creationId xmlns:a16="http://schemas.microsoft.com/office/drawing/2014/main" id="{98D7ED79-96F1-45C9-9D1C-0E58B17D6D1C}"/>
              </a:ext>
            </a:extLst>
          </p:cNvPr>
          <p:cNvSpPr>
            <a:spLocks/>
          </p:cNvSpPr>
          <p:nvPr/>
        </p:nvSpPr>
        <p:spPr bwMode="auto">
          <a:xfrm>
            <a:off x="6104289" y="2936483"/>
            <a:ext cx="102763" cy="489191"/>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2147483647 w 91"/>
              <a:gd name="T13" fmla="*/ 2147483647 h 445"/>
              <a:gd name="T14" fmla="*/ 0 60000 65536"/>
              <a:gd name="T15" fmla="*/ 0 60000 65536"/>
              <a:gd name="T16" fmla="*/ 0 60000 65536"/>
              <a:gd name="T17" fmla="*/ 0 60000 65536"/>
              <a:gd name="T18" fmla="*/ 0 60000 65536"/>
              <a:gd name="T19" fmla="*/ 0 60000 65536"/>
              <a:gd name="T20" fmla="*/ 0 60000 65536"/>
              <a:gd name="T21" fmla="*/ 0 w 91"/>
              <a:gd name="T22" fmla="*/ 0 h 445"/>
              <a:gd name="T23" fmla="*/ 91 w 91"/>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445">
                <a:moveTo>
                  <a:pt x="88" y="445"/>
                </a:moveTo>
                <a:lnTo>
                  <a:pt x="91" y="0"/>
                </a:lnTo>
                <a:lnTo>
                  <a:pt x="0" y="0"/>
                </a:lnTo>
                <a:lnTo>
                  <a:pt x="0" y="445"/>
                </a:lnTo>
                <a:lnTo>
                  <a:pt x="91" y="445"/>
                </a:lnTo>
                <a:lnTo>
                  <a:pt x="88" y="44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740" name="Freeform 236">
            <a:extLst>
              <a:ext uri="{FF2B5EF4-FFF2-40B4-BE49-F238E27FC236}">
                <a16:creationId xmlns:a16="http://schemas.microsoft.com/office/drawing/2014/main" id="{9216EA6B-6F21-4954-9ED4-10D9B03500F5}"/>
              </a:ext>
            </a:extLst>
          </p:cNvPr>
          <p:cNvSpPr>
            <a:spLocks/>
          </p:cNvSpPr>
          <p:nvPr/>
        </p:nvSpPr>
        <p:spPr bwMode="auto">
          <a:xfrm>
            <a:off x="6104289" y="2936483"/>
            <a:ext cx="102763" cy="489191"/>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88" y="445"/>
                </a:moveTo>
                <a:lnTo>
                  <a:pt x="91" y="0"/>
                </a:lnTo>
                <a:lnTo>
                  <a:pt x="0" y="0"/>
                </a:lnTo>
                <a:lnTo>
                  <a:pt x="0" y="445"/>
                </a:lnTo>
                <a:lnTo>
                  <a:pt x="91"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41" name="Freeform 237">
            <a:extLst>
              <a:ext uri="{FF2B5EF4-FFF2-40B4-BE49-F238E27FC236}">
                <a16:creationId xmlns:a16="http://schemas.microsoft.com/office/drawing/2014/main" id="{653DC6D5-E7B8-4C41-963A-34CEF86409E1}"/>
              </a:ext>
            </a:extLst>
          </p:cNvPr>
          <p:cNvSpPr>
            <a:spLocks/>
          </p:cNvSpPr>
          <p:nvPr/>
        </p:nvSpPr>
        <p:spPr bwMode="auto">
          <a:xfrm>
            <a:off x="7004312" y="3608158"/>
            <a:ext cx="140029" cy="245145"/>
          </a:xfrm>
          <a:custGeom>
            <a:avLst/>
            <a:gdLst>
              <a:gd name="T0" fmla="*/ 2147483647 w 124"/>
              <a:gd name="T1" fmla="*/ 2147483647 h 223"/>
              <a:gd name="T2" fmla="*/ 0 w 124"/>
              <a:gd name="T3" fmla="*/ 2147483647 h 223"/>
              <a:gd name="T4" fmla="*/ 0 w 124"/>
              <a:gd name="T5" fmla="*/ 0 h 223"/>
              <a:gd name="T6" fmla="*/ 2147483647 w 124"/>
              <a:gd name="T7" fmla="*/ 0 h 223"/>
              <a:gd name="T8" fmla="*/ 2147483647 w 124"/>
              <a:gd name="T9" fmla="*/ 2147483647 h 223"/>
              <a:gd name="T10" fmla="*/ 0 60000 65536"/>
              <a:gd name="T11" fmla="*/ 0 60000 65536"/>
              <a:gd name="T12" fmla="*/ 0 60000 65536"/>
              <a:gd name="T13" fmla="*/ 0 60000 65536"/>
              <a:gd name="T14" fmla="*/ 0 60000 65536"/>
              <a:gd name="T15" fmla="*/ 0 w 124"/>
              <a:gd name="T16" fmla="*/ 0 h 223"/>
              <a:gd name="T17" fmla="*/ 124 w 124"/>
              <a:gd name="T18" fmla="*/ 223 h 223"/>
            </a:gdLst>
            <a:ahLst/>
            <a:cxnLst>
              <a:cxn ang="T10">
                <a:pos x="T0" y="T1"/>
              </a:cxn>
              <a:cxn ang="T11">
                <a:pos x="T2" y="T3"/>
              </a:cxn>
              <a:cxn ang="T12">
                <a:pos x="T4" y="T5"/>
              </a:cxn>
              <a:cxn ang="T13">
                <a:pos x="T6" y="T7"/>
              </a:cxn>
              <a:cxn ang="T14">
                <a:pos x="T8" y="T9"/>
              </a:cxn>
            </a:cxnLst>
            <a:rect l="T15" t="T16" r="T17" b="T18"/>
            <a:pathLst>
              <a:path w="124" h="223">
                <a:moveTo>
                  <a:pt x="121" y="223"/>
                </a:moveTo>
                <a:lnTo>
                  <a:pt x="0" y="223"/>
                </a:lnTo>
                <a:lnTo>
                  <a:pt x="0" y="0"/>
                </a:lnTo>
                <a:lnTo>
                  <a:pt x="124" y="0"/>
                </a:lnTo>
                <a:lnTo>
                  <a:pt x="121" y="223"/>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742" name="Freeform 238">
            <a:extLst>
              <a:ext uri="{FF2B5EF4-FFF2-40B4-BE49-F238E27FC236}">
                <a16:creationId xmlns:a16="http://schemas.microsoft.com/office/drawing/2014/main" id="{447B1118-5AE9-4F3A-A8EF-B7F6F15E36D2}"/>
              </a:ext>
            </a:extLst>
          </p:cNvPr>
          <p:cNvSpPr>
            <a:spLocks/>
          </p:cNvSpPr>
          <p:nvPr/>
        </p:nvSpPr>
        <p:spPr bwMode="auto">
          <a:xfrm>
            <a:off x="7004312" y="3608158"/>
            <a:ext cx="140029" cy="245145"/>
          </a:xfrm>
          <a:custGeom>
            <a:avLst/>
            <a:gdLst>
              <a:gd name="T0" fmla="*/ 2147483647 w 124"/>
              <a:gd name="T1" fmla="*/ 2147483647 h 223"/>
              <a:gd name="T2" fmla="*/ 0 w 124"/>
              <a:gd name="T3" fmla="*/ 2147483647 h 223"/>
              <a:gd name="T4" fmla="*/ 0 w 124"/>
              <a:gd name="T5" fmla="*/ 0 h 223"/>
              <a:gd name="T6" fmla="*/ 2147483647 w 124"/>
              <a:gd name="T7" fmla="*/ 0 h 223"/>
              <a:gd name="T8" fmla="*/ 0 60000 65536"/>
              <a:gd name="T9" fmla="*/ 0 60000 65536"/>
              <a:gd name="T10" fmla="*/ 0 60000 65536"/>
              <a:gd name="T11" fmla="*/ 0 60000 65536"/>
              <a:gd name="T12" fmla="*/ 0 w 124"/>
              <a:gd name="T13" fmla="*/ 0 h 223"/>
              <a:gd name="T14" fmla="*/ 124 w 124"/>
              <a:gd name="T15" fmla="*/ 223 h 223"/>
            </a:gdLst>
            <a:ahLst/>
            <a:cxnLst>
              <a:cxn ang="T8">
                <a:pos x="T0" y="T1"/>
              </a:cxn>
              <a:cxn ang="T9">
                <a:pos x="T2" y="T3"/>
              </a:cxn>
              <a:cxn ang="T10">
                <a:pos x="T4" y="T5"/>
              </a:cxn>
              <a:cxn ang="T11">
                <a:pos x="T6" y="T7"/>
              </a:cxn>
            </a:cxnLst>
            <a:rect l="T12" t="T13" r="T14" b="T15"/>
            <a:pathLst>
              <a:path w="124" h="223">
                <a:moveTo>
                  <a:pt x="121" y="223"/>
                </a:moveTo>
                <a:lnTo>
                  <a:pt x="0" y="223"/>
                </a:lnTo>
                <a:lnTo>
                  <a:pt x="0" y="0"/>
                </a:lnTo>
                <a:lnTo>
                  <a:pt x="124"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43" name="Line 239">
            <a:extLst>
              <a:ext uri="{FF2B5EF4-FFF2-40B4-BE49-F238E27FC236}">
                <a16:creationId xmlns:a16="http://schemas.microsoft.com/office/drawing/2014/main" id="{A2FADEA7-7198-4270-9B9C-0D35B64F799F}"/>
              </a:ext>
            </a:extLst>
          </p:cNvPr>
          <p:cNvSpPr>
            <a:spLocks noChangeShapeType="1"/>
          </p:cNvSpPr>
          <p:nvPr/>
        </p:nvSpPr>
        <p:spPr bwMode="auto">
          <a:xfrm flipV="1">
            <a:off x="7282111" y="3604860"/>
            <a:ext cx="1129" cy="25394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44" name="Line 240">
            <a:extLst>
              <a:ext uri="{FF2B5EF4-FFF2-40B4-BE49-F238E27FC236}">
                <a16:creationId xmlns:a16="http://schemas.microsoft.com/office/drawing/2014/main" id="{928F2814-E718-471D-9086-404B4CEAE6B7}"/>
              </a:ext>
            </a:extLst>
          </p:cNvPr>
          <p:cNvSpPr>
            <a:spLocks noChangeShapeType="1"/>
          </p:cNvSpPr>
          <p:nvPr/>
        </p:nvSpPr>
        <p:spPr bwMode="auto">
          <a:xfrm flipH="1">
            <a:off x="7137565" y="3608159"/>
            <a:ext cx="144546" cy="109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45" name="Line 241">
            <a:extLst>
              <a:ext uri="{FF2B5EF4-FFF2-40B4-BE49-F238E27FC236}">
                <a16:creationId xmlns:a16="http://schemas.microsoft.com/office/drawing/2014/main" id="{D0A5B10B-406E-4E72-AA9B-8A56BA407F48}"/>
              </a:ext>
            </a:extLst>
          </p:cNvPr>
          <p:cNvSpPr>
            <a:spLocks noChangeShapeType="1"/>
          </p:cNvSpPr>
          <p:nvPr/>
        </p:nvSpPr>
        <p:spPr bwMode="auto">
          <a:xfrm flipH="1">
            <a:off x="7137565" y="3853302"/>
            <a:ext cx="144546"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46" name="Rectangle 242">
            <a:extLst>
              <a:ext uri="{FF2B5EF4-FFF2-40B4-BE49-F238E27FC236}">
                <a16:creationId xmlns:a16="http://schemas.microsoft.com/office/drawing/2014/main" id="{45367CF8-6D80-49EF-A0A8-0372F31B8A18}"/>
              </a:ext>
            </a:extLst>
          </p:cNvPr>
          <p:cNvSpPr>
            <a:spLocks noChangeArrowheads="1"/>
          </p:cNvSpPr>
          <p:nvPr/>
        </p:nvSpPr>
        <p:spPr bwMode="auto">
          <a:xfrm>
            <a:off x="4504123" y="3608158"/>
            <a:ext cx="140029" cy="245145"/>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747" name="Rectangle 243">
            <a:extLst>
              <a:ext uri="{FF2B5EF4-FFF2-40B4-BE49-F238E27FC236}">
                <a16:creationId xmlns:a16="http://schemas.microsoft.com/office/drawing/2014/main" id="{13B9FA5A-17EF-46EC-8871-0A099E4631F6}"/>
              </a:ext>
            </a:extLst>
          </p:cNvPr>
          <p:cNvSpPr>
            <a:spLocks noChangeArrowheads="1"/>
          </p:cNvSpPr>
          <p:nvPr/>
        </p:nvSpPr>
        <p:spPr bwMode="auto">
          <a:xfrm>
            <a:off x="4504123" y="3608158"/>
            <a:ext cx="140029" cy="24514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748" name="Rectangle 244">
            <a:extLst>
              <a:ext uri="{FF2B5EF4-FFF2-40B4-BE49-F238E27FC236}">
                <a16:creationId xmlns:a16="http://schemas.microsoft.com/office/drawing/2014/main" id="{07D62536-9F3C-4FB4-A8EA-B01302D9B4E5}"/>
              </a:ext>
            </a:extLst>
          </p:cNvPr>
          <p:cNvSpPr>
            <a:spLocks noChangeArrowheads="1"/>
          </p:cNvSpPr>
          <p:nvPr/>
        </p:nvSpPr>
        <p:spPr bwMode="auto">
          <a:xfrm>
            <a:off x="4366353" y="3608158"/>
            <a:ext cx="137770" cy="245145"/>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749" name="Rectangle 245">
            <a:extLst>
              <a:ext uri="{FF2B5EF4-FFF2-40B4-BE49-F238E27FC236}">
                <a16:creationId xmlns:a16="http://schemas.microsoft.com/office/drawing/2014/main" id="{EECC1B96-8F31-4AD6-A65B-F858C421C7AE}"/>
              </a:ext>
            </a:extLst>
          </p:cNvPr>
          <p:cNvSpPr>
            <a:spLocks noChangeArrowheads="1"/>
          </p:cNvSpPr>
          <p:nvPr/>
        </p:nvSpPr>
        <p:spPr bwMode="auto">
          <a:xfrm>
            <a:off x="4437496" y="3657626"/>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72750" name="Rectangle 246">
            <a:extLst>
              <a:ext uri="{FF2B5EF4-FFF2-40B4-BE49-F238E27FC236}">
                <a16:creationId xmlns:a16="http://schemas.microsoft.com/office/drawing/2014/main" id="{FF00556B-821D-4EEC-98D4-E2F810D1FF53}"/>
              </a:ext>
            </a:extLst>
          </p:cNvPr>
          <p:cNvSpPr>
            <a:spLocks noChangeArrowheads="1"/>
          </p:cNvSpPr>
          <p:nvPr/>
        </p:nvSpPr>
        <p:spPr bwMode="auto">
          <a:xfrm>
            <a:off x="4470244" y="3657626"/>
            <a:ext cx="91223"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72751" name="Rectangle 247">
            <a:extLst>
              <a:ext uri="{FF2B5EF4-FFF2-40B4-BE49-F238E27FC236}">
                <a16:creationId xmlns:a16="http://schemas.microsoft.com/office/drawing/2014/main" id="{8A9D91A8-7941-40D9-9360-FF78C25DA8B2}"/>
              </a:ext>
            </a:extLst>
          </p:cNvPr>
          <p:cNvSpPr>
            <a:spLocks noChangeArrowheads="1"/>
          </p:cNvSpPr>
          <p:nvPr/>
        </p:nvSpPr>
        <p:spPr bwMode="auto">
          <a:xfrm>
            <a:off x="5163612" y="3608158"/>
            <a:ext cx="140029" cy="245145"/>
          </a:xfrm>
          <a:prstGeom prst="rect">
            <a:avLst/>
          </a:prstGeom>
          <a:solidFill>
            <a:srgbClr val="FBE2C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752" name="Rectangle 248">
            <a:extLst>
              <a:ext uri="{FF2B5EF4-FFF2-40B4-BE49-F238E27FC236}">
                <a16:creationId xmlns:a16="http://schemas.microsoft.com/office/drawing/2014/main" id="{6CF68751-2280-421A-92CB-ABB5848DE946}"/>
              </a:ext>
            </a:extLst>
          </p:cNvPr>
          <p:cNvSpPr>
            <a:spLocks noChangeArrowheads="1"/>
          </p:cNvSpPr>
          <p:nvPr/>
        </p:nvSpPr>
        <p:spPr bwMode="auto">
          <a:xfrm>
            <a:off x="5163612" y="3608158"/>
            <a:ext cx="140029" cy="245145"/>
          </a:xfrm>
          <a:prstGeom prst="rect">
            <a:avLst/>
          </a:prstGeom>
          <a:noFill/>
          <a:ln w="15875">
            <a:solidFill>
              <a:srgbClr val="EB75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753" name="Line 249">
            <a:extLst>
              <a:ext uri="{FF2B5EF4-FFF2-40B4-BE49-F238E27FC236}">
                <a16:creationId xmlns:a16="http://schemas.microsoft.com/office/drawing/2014/main" id="{6EB72DD1-E9FA-4BB0-B678-61F97DAE319B}"/>
              </a:ext>
            </a:extLst>
          </p:cNvPr>
          <p:cNvSpPr>
            <a:spLocks noChangeShapeType="1"/>
          </p:cNvSpPr>
          <p:nvPr/>
        </p:nvSpPr>
        <p:spPr bwMode="auto">
          <a:xfrm flipV="1">
            <a:off x="5025842" y="3604860"/>
            <a:ext cx="1129" cy="25394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54" name="Line 250">
            <a:extLst>
              <a:ext uri="{FF2B5EF4-FFF2-40B4-BE49-F238E27FC236}">
                <a16:creationId xmlns:a16="http://schemas.microsoft.com/office/drawing/2014/main" id="{60840DEA-20D7-4F39-B7CD-34DDB31A4F69}"/>
              </a:ext>
            </a:extLst>
          </p:cNvPr>
          <p:cNvSpPr>
            <a:spLocks noChangeShapeType="1"/>
          </p:cNvSpPr>
          <p:nvPr/>
        </p:nvSpPr>
        <p:spPr bwMode="auto">
          <a:xfrm>
            <a:off x="5025842" y="3608159"/>
            <a:ext cx="137770" cy="109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55" name="Line 251">
            <a:extLst>
              <a:ext uri="{FF2B5EF4-FFF2-40B4-BE49-F238E27FC236}">
                <a16:creationId xmlns:a16="http://schemas.microsoft.com/office/drawing/2014/main" id="{092988FD-580D-415A-BF71-26E50E2B787B}"/>
              </a:ext>
            </a:extLst>
          </p:cNvPr>
          <p:cNvSpPr>
            <a:spLocks noChangeShapeType="1"/>
          </p:cNvSpPr>
          <p:nvPr/>
        </p:nvSpPr>
        <p:spPr bwMode="auto">
          <a:xfrm>
            <a:off x="5025842" y="3853302"/>
            <a:ext cx="137770"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56" name="Freeform 252">
            <a:extLst>
              <a:ext uri="{FF2B5EF4-FFF2-40B4-BE49-F238E27FC236}">
                <a16:creationId xmlns:a16="http://schemas.microsoft.com/office/drawing/2014/main" id="{5BC8CD8A-ABDE-4354-BA6C-1DD28573CC0E}"/>
              </a:ext>
            </a:extLst>
          </p:cNvPr>
          <p:cNvSpPr>
            <a:spLocks/>
          </p:cNvSpPr>
          <p:nvPr/>
        </p:nvSpPr>
        <p:spPr bwMode="auto">
          <a:xfrm>
            <a:off x="5719210" y="3487235"/>
            <a:ext cx="210043" cy="485892"/>
          </a:xfrm>
          <a:custGeom>
            <a:avLst/>
            <a:gdLst>
              <a:gd name="T0" fmla="*/ 0 w 186"/>
              <a:gd name="T1" fmla="*/ 0 h 442"/>
              <a:gd name="T2" fmla="*/ 0 w 186"/>
              <a:gd name="T3" fmla="*/ 2147483647 h 442"/>
              <a:gd name="T4" fmla="*/ 2147483647 w 186"/>
              <a:gd name="T5" fmla="*/ 2147483647 h 442"/>
              <a:gd name="T6" fmla="*/ 0 w 186"/>
              <a:gd name="T7" fmla="*/ 2147483647 h 442"/>
              <a:gd name="T8" fmla="*/ 0 w 186"/>
              <a:gd name="T9" fmla="*/ 2147483647 h 442"/>
              <a:gd name="T10" fmla="*/ 2147483647 w 186"/>
              <a:gd name="T11" fmla="*/ 2147483647 h 442"/>
              <a:gd name="T12" fmla="*/ 2147483647 w 186"/>
              <a:gd name="T13" fmla="*/ 2147483647 h 442"/>
              <a:gd name="T14" fmla="*/ 0 w 186"/>
              <a:gd name="T15" fmla="*/ 0 h 442"/>
              <a:gd name="T16" fmla="*/ 0 w 186"/>
              <a:gd name="T17" fmla="*/ 0 h 4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6"/>
              <a:gd name="T28" fmla="*/ 0 h 442"/>
              <a:gd name="T29" fmla="*/ 186 w 186"/>
              <a:gd name="T30" fmla="*/ 442 h 4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6" h="442">
                <a:moveTo>
                  <a:pt x="0" y="0"/>
                </a:moveTo>
                <a:lnTo>
                  <a:pt x="0" y="181"/>
                </a:lnTo>
                <a:lnTo>
                  <a:pt x="59" y="223"/>
                </a:lnTo>
                <a:lnTo>
                  <a:pt x="0" y="264"/>
                </a:lnTo>
                <a:lnTo>
                  <a:pt x="0" y="442"/>
                </a:lnTo>
                <a:lnTo>
                  <a:pt x="186" y="309"/>
                </a:lnTo>
                <a:lnTo>
                  <a:pt x="186" y="137"/>
                </a:ln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757" name="Rectangle 253">
            <a:extLst>
              <a:ext uri="{FF2B5EF4-FFF2-40B4-BE49-F238E27FC236}">
                <a16:creationId xmlns:a16="http://schemas.microsoft.com/office/drawing/2014/main" id="{1BF7BD5B-CD5C-4F9D-8298-B1E6A0CDAFB3}"/>
              </a:ext>
            </a:extLst>
          </p:cNvPr>
          <p:cNvSpPr>
            <a:spLocks noChangeArrowheads="1"/>
          </p:cNvSpPr>
          <p:nvPr/>
        </p:nvSpPr>
        <p:spPr bwMode="auto">
          <a:xfrm>
            <a:off x="6393379" y="3657626"/>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72758" name="Rectangle 254">
            <a:extLst>
              <a:ext uri="{FF2B5EF4-FFF2-40B4-BE49-F238E27FC236}">
                <a16:creationId xmlns:a16="http://schemas.microsoft.com/office/drawing/2014/main" id="{970AB60F-E1ED-4C1F-BA3D-850D8EE69B36}"/>
              </a:ext>
            </a:extLst>
          </p:cNvPr>
          <p:cNvSpPr>
            <a:spLocks noChangeArrowheads="1"/>
          </p:cNvSpPr>
          <p:nvPr/>
        </p:nvSpPr>
        <p:spPr bwMode="auto">
          <a:xfrm>
            <a:off x="6481462" y="3657626"/>
            <a:ext cx="91223"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72759" name="Rectangle 255">
            <a:extLst>
              <a:ext uri="{FF2B5EF4-FFF2-40B4-BE49-F238E27FC236}">
                <a16:creationId xmlns:a16="http://schemas.microsoft.com/office/drawing/2014/main" id="{E2F2600F-B9F0-45D6-A77A-985ABF83AD2C}"/>
              </a:ext>
            </a:extLst>
          </p:cNvPr>
          <p:cNvSpPr>
            <a:spLocks noChangeArrowheads="1"/>
          </p:cNvSpPr>
          <p:nvPr/>
        </p:nvSpPr>
        <p:spPr bwMode="auto">
          <a:xfrm>
            <a:off x="7041577" y="3657626"/>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2760" name="Rectangle 256">
            <a:extLst>
              <a:ext uri="{FF2B5EF4-FFF2-40B4-BE49-F238E27FC236}">
                <a16:creationId xmlns:a16="http://schemas.microsoft.com/office/drawing/2014/main" id="{0328694C-92DC-47F1-81FA-64183557D888}"/>
              </a:ext>
            </a:extLst>
          </p:cNvPr>
          <p:cNvSpPr>
            <a:spLocks noChangeArrowheads="1"/>
          </p:cNvSpPr>
          <p:nvPr/>
        </p:nvSpPr>
        <p:spPr bwMode="auto">
          <a:xfrm>
            <a:off x="7129659" y="365762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2761" name="Rectangle 257">
            <a:extLst>
              <a:ext uri="{FF2B5EF4-FFF2-40B4-BE49-F238E27FC236}">
                <a16:creationId xmlns:a16="http://schemas.microsoft.com/office/drawing/2014/main" id="{01250582-33AA-432E-AD76-6CED259D0324}"/>
              </a:ext>
            </a:extLst>
          </p:cNvPr>
          <p:cNvSpPr>
            <a:spLocks noChangeArrowheads="1"/>
          </p:cNvSpPr>
          <p:nvPr/>
        </p:nvSpPr>
        <p:spPr bwMode="auto">
          <a:xfrm>
            <a:off x="7196286" y="365762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72762" name="Line 258">
            <a:extLst>
              <a:ext uri="{FF2B5EF4-FFF2-40B4-BE49-F238E27FC236}">
                <a16:creationId xmlns:a16="http://schemas.microsoft.com/office/drawing/2014/main" id="{AFD01671-527B-47FA-AB9B-CB81ACBE9AA5}"/>
              </a:ext>
            </a:extLst>
          </p:cNvPr>
          <p:cNvSpPr>
            <a:spLocks noChangeShapeType="1"/>
          </p:cNvSpPr>
          <p:nvPr/>
        </p:nvSpPr>
        <p:spPr bwMode="auto">
          <a:xfrm>
            <a:off x="4640763" y="3732379"/>
            <a:ext cx="385080"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63" name="Line 259">
            <a:extLst>
              <a:ext uri="{FF2B5EF4-FFF2-40B4-BE49-F238E27FC236}">
                <a16:creationId xmlns:a16="http://schemas.microsoft.com/office/drawing/2014/main" id="{BA71AF68-9EFA-464E-BF6A-7A865776F8C4}"/>
              </a:ext>
            </a:extLst>
          </p:cNvPr>
          <p:cNvSpPr>
            <a:spLocks noChangeShapeType="1"/>
          </p:cNvSpPr>
          <p:nvPr/>
        </p:nvSpPr>
        <p:spPr bwMode="auto">
          <a:xfrm>
            <a:off x="5925865" y="3732379"/>
            <a:ext cx="418957"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64" name="Line 260">
            <a:extLst>
              <a:ext uri="{FF2B5EF4-FFF2-40B4-BE49-F238E27FC236}">
                <a16:creationId xmlns:a16="http://schemas.microsoft.com/office/drawing/2014/main" id="{14BD5B44-948C-4871-BE59-E733DCEA1F73}"/>
              </a:ext>
            </a:extLst>
          </p:cNvPr>
          <p:cNvSpPr>
            <a:spLocks noChangeShapeType="1"/>
          </p:cNvSpPr>
          <p:nvPr/>
        </p:nvSpPr>
        <p:spPr bwMode="auto">
          <a:xfrm>
            <a:off x="6622621" y="3732379"/>
            <a:ext cx="381691"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65" name="Freeform 261">
            <a:extLst>
              <a:ext uri="{FF2B5EF4-FFF2-40B4-BE49-F238E27FC236}">
                <a16:creationId xmlns:a16="http://schemas.microsoft.com/office/drawing/2014/main" id="{78019E21-8731-4B03-944F-300337A2FD90}"/>
              </a:ext>
            </a:extLst>
          </p:cNvPr>
          <p:cNvSpPr>
            <a:spLocks/>
          </p:cNvSpPr>
          <p:nvPr/>
        </p:nvSpPr>
        <p:spPr bwMode="auto">
          <a:xfrm>
            <a:off x="4955828" y="3669720"/>
            <a:ext cx="70015" cy="62660"/>
          </a:xfrm>
          <a:custGeom>
            <a:avLst/>
            <a:gdLst>
              <a:gd name="T0" fmla="*/ 0 w 62"/>
              <a:gd name="T1" fmla="*/ 2147483647 h 57"/>
              <a:gd name="T2" fmla="*/ 0 w 62"/>
              <a:gd name="T3" fmla="*/ 0 h 57"/>
              <a:gd name="T4" fmla="*/ 2147483647 w 62"/>
              <a:gd name="T5" fmla="*/ 0 h 57"/>
              <a:gd name="T6" fmla="*/ 0 60000 65536"/>
              <a:gd name="T7" fmla="*/ 0 60000 65536"/>
              <a:gd name="T8" fmla="*/ 0 60000 65536"/>
              <a:gd name="T9" fmla="*/ 0 w 62"/>
              <a:gd name="T10" fmla="*/ 0 h 57"/>
              <a:gd name="T11" fmla="*/ 62 w 62"/>
              <a:gd name="T12" fmla="*/ 57 h 57"/>
            </a:gdLst>
            <a:ahLst/>
            <a:cxnLst>
              <a:cxn ang="T6">
                <a:pos x="T0" y="T1"/>
              </a:cxn>
              <a:cxn ang="T7">
                <a:pos x="T2" y="T3"/>
              </a:cxn>
              <a:cxn ang="T8">
                <a:pos x="T4" y="T5"/>
              </a:cxn>
            </a:cxnLst>
            <a:rect l="T9" t="T10" r="T11" b="T12"/>
            <a:pathLst>
              <a:path w="62" h="57">
                <a:moveTo>
                  <a:pt x="0" y="57"/>
                </a:moveTo>
                <a:lnTo>
                  <a:pt x="0" y="0"/>
                </a:lnTo>
                <a:lnTo>
                  <a:pt x="62"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66" name="Freeform 262">
            <a:extLst>
              <a:ext uri="{FF2B5EF4-FFF2-40B4-BE49-F238E27FC236}">
                <a16:creationId xmlns:a16="http://schemas.microsoft.com/office/drawing/2014/main" id="{1E6DAD14-7B73-40C8-8BCE-B7BEF120F5E1}"/>
              </a:ext>
            </a:extLst>
          </p:cNvPr>
          <p:cNvSpPr>
            <a:spLocks/>
          </p:cNvSpPr>
          <p:nvPr/>
        </p:nvSpPr>
        <p:spPr bwMode="auto">
          <a:xfrm>
            <a:off x="6274808" y="3732380"/>
            <a:ext cx="488970" cy="182485"/>
          </a:xfrm>
          <a:custGeom>
            <a:avLst/>
            <a:gdLst>
              <a:gd name="T0" fmla="*/ 0 w 433"/>
              <a:gd name="T1" fmla="*/ 0 h 166"/>
              <a:gd name="T2" fmla="*/ 0 w 433"/>
              <a:gd name="T3" fmla="*/ 2147483647 h 166"/>
              <a:gd name="T4" fmla="*/ 2147483647 w 433"/>
              <a:gd name="T5" fmla="*/ 2147483647 h 166"/>
              <a:gd name="T6" fmla="*/ 2147483647 w 433"/>
              <a:gd name="T7" fmla="*/ 2147483647 h 166"/>
              <a:gd name="T8" fmla="*/ 2147483647 w 433"/>
              <a:gd name="T9" fmla="*/ 2147483647 h 166"/>
              <a:gd name="T10" fmla="*/ 0 60000 65536"/>
              <a:gd name="T11" fmla="*/ 0 60000 65536"/>
              <a:gd name="T12" fmla="*/ 0 60000 65536"/>
              <a:gd name="T13" fmla="*/ 0 60000 65536"/>
              <a:gd name="T14" fmla="*/ 0 60000 65536"/>
              <a:gd name="T15" fmla="*/ 0 w 433"/>
              <a:gd name="T16" fmla="*/ 0 h 166"/>
              <a:gd name="T17" fmla="*/ 433 w 433"/>
              <a:gd name="T18" fmla="*/ 166 h 166"/>
            </a:gdLst>
            <a:ahLst/>
            <a:cxnLst>
              <a:cxn ang="T10">
                <a:pos x="T0" y="T1"/>
              </a:cxn>
              <a:cxn ang="T11">
                <a:pos x="T2" y="T3"/>
              </a:cxn>
              <a:cxn ang="T12">
                <a:pos x="T4" y="T5"/>
              </a:cxn>
              <a:cxn ang="T13">
                <a:pos x="T6" y="T7"/>
              </a:cxn>
              <a:cxn ang="T14">
                <a:pos x="T8" y="T9"/>
              </a:cxn>
            </a:cxnLst>
            <a:rect l="T15" t="T16" r="T17" b="T18"/>
            <a:pathLst>
              <a:path w="433" h="166">
                <a:moveTo>
                  <a:pt x="0" y="0"/>
                </a:moveTo>
                <a:lnTo>
                  <a:pt x="0" y="166"/>
                </a:lnTo>
                <a:lnTo>
                  <a:pt x="370" y="166"/>
                </a:lnTo>
                <a:lnTo>
                  <a:pt x="370" y="56"/>
                </a:lnTo>
                <a:lnTo>
                  <a:pt x="433" y="56"/>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67" name="Freeform 263">
            <a:extLst>
              <a:ext uri="{FF2B5EF4-FFF2-40B4-BE49-F238E27FC236}">
                <a16:creationId xmlns:a16="http://schemas.microsoft.com/office/drawing/2014/main" id="{73AC018E-0BB9-478E-B1CC-E6E8AC9B1EB0}"/>
              </a:ext>
            </a:extLst>
          </p:cNvPr>
          <p:cNvSpPr>
            <a:spLocks/>
          </p:cNvSpPr>
          <p:nvPr/>
        </p:nvSpPr>
        <p:spPr bwMode="auto">
          <a:xfrm>
            <a:off x="4781922" y="3487235"/>
            <a:ext cx="102763" cy="489190"/>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91" y="445"/>
                </a:moveTo>
                <a:lnTo>
                  <a:pt x="91" y="0"/>
                </a:lnTo>
                <a:lnTo>
                  <a:pt x="0" y="0"/>
                </a:lnTo>
                <a:lnTo>
                  <a:pt x="0" y="445"/>
                </a:lnTo>
                <a:lnTo>
                  <a:pt x="91" y="44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768" name="Freeform 264">
            <a:extLst>
              <a:ext uri="{FF2B5EF4-FFF2-40B4-BE49-F238E27FC236}">
                <a16:creationId xmlns:a16="http://schemas.microsoft.com/office/drawing/2014/main" id="{55075B45-36D9-4EFC-879C-1CFCE9280B2F}"/>
              </a:ext>
            </a:extLst>
          </p:cNvPr>
          <p:cNvSpPr>
            <a:spLocks/>
          </p:cNvSpPr>
          <p:nvPr/>
        </p:nvSpPr>
        <p:spPr bwMode="auto">
          <a:xfrm>
            <a:off x="4781922" y="3487235"/>
            <a:ext cx="102763" cy="489190"/>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91" y="445"/>
                </a:moveTo>
                <a:lnTo>
                  <a:pt x="91" y="0"/>
                </a:lnTo>
                <a:lnTo>
                  <a:pt x="0" y="0"/>
                </a:lnTo>
                <a:lnTo>
                  <a:pt x="0" y="445"/>
                </a:lnTo>
                <a:lnTo>
                  <a:pt x="91"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69" name="Freeform 265">
            <a:extLst>
              <a:ext uri="{FF2B5EF4-FFF2-40B4-BE49-F238E27FC236}">
                <a16:creationId xmlns:a16="http://schemas.microsoft.com/office/drawing/2014/main" id="{F5864383-6007-4911-ACC3-18BC15510CED}"/>
              </a:ext>
            </a:extLst>
          </p:cNvPr>
          <p:cNvSpPr>
            <a:spLocks/>
          </p:cNvSpPr>
          <p:nvPr/>
        </p:nvSpPr>
        <p:spPr bwMode="auto">
          <a:xfrm>
            <a:off x="5441411" y="3487235"/>
            <a:ext cx="107280" cy="489190"/>
          </a:xfrm>
          <a:custGeom>
            <a:avLst/>
            <a:gdLst>
              <a:gd name="T0" fmla="*/ 2147483647 w 95"/>
              <a:gd name="T1" fmla="*/ 2147483647 h 445"/>
              <a:gd name="T2" fmla="*/ 2147483647 w 95"/>
              <a:gd name="T3" fmla="*/ 0 h 445"/>
              <a:gd name="T4" fmla="*/ 0 w 95"/>
              <a:gd name="T5" fmla="*/ 0 h 445"/>
              <a:gd name="T6" fmla="*/ 0 w 95"/>
              <a:gd name="T7" fmla="*/ 2147483647 h 445"/>
              <a:gd name="T8" fmla="*/ 2147483647 w 95"/>
              <a:gd name="T9" fmla="*/ 2147483647 h 445"/>
              <a:gd name="T10" fmla="*/ 2147483647 w 95"/>
              <a:gd name="T11" fmla="*/ 2147483647 h 445"/>
              <a:gd name="T12" fmla="*/ 2147483647 w 95"/>
              <a:gd name="T13" fmla="*/ 2147483647 h 445"/>
              <a:gd name="T14" fmla="*/ 0 60000 65536"/>
              <a:gd name="T15" fmla="*/ 0 60000 65536"/>
              <a:gd name="T16" fmla="*/ 0 60000 65536"/>
              <a:gd name="T17" fmla="*/ 0 60000 65536"/>
              <a:gd name="T18" fmla="*/ 0 60000 65536"/>
              <a:gd name="T19" fmla="*/ 0 60000 65536"/>
              <a:gd name="T20" fmla="*/ 0 60000 65536"/>
              <a:gd name="T21" fmla="*/ 0 w 95"/>
              <a:gd name="T22" fmla="*/ 0 h 445"/>
              <a:gd name="T23" fmla="*/ 95 w 95"/>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5" h="445">
                <a:moveTo>
                  <a:pt x="91" y="445"/>
                </a:moveTo>
                <a:lnTo>
                  <a:pt x="95" y="0"/>
                </a:lnTo>
                <a:lnTo>
                  <a:pt x="0" y="0"/>
                </a:lnTo>
                <a:lnTo>
                  <a:pt x="0" y="445"/>
                </a:lnTo>
                <a:lnTo>
                  <a:pt x="95" y="445"/>
                </a:lnTo>
                <a:lnTo>
                  <a:pt x="91" y="44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770" name="Freeform 266">
            <a:extLst>
              <a:ext uri="{FF2B5EF4-FFF2-40B4-BE49-F238E27FC236}">
                <a16:creationId xmlns:a16="http://schemas.microsoft.com/office/drawing/2014/main" id="{BF637D21-BFB1-46B0-A60E-ECB663792437}"/>
              </a:ext>
            </a:extLst>
          </p:cNvPr>
          <p:cNvSpPr>
            <a:spLocks/>
          </p:cNvSpPr>
          <p:nvPr/>
        </p:nvSpPr>
        <p:spPr bwMode="auto">
          <a:xfrm>
            <a:off x="5441411" y="3487235"/>
            <a:ext cx="107280" cy="489190"/>
          </a:xfrm>
          <a:custGeom>
            <a:avLst/>
            <a:gdLst>
              <a:gd name="T0" fmla="*/ 2147483647 w 95"/>
              <a:gd name="T1" fmla="*/ 2147483647 h 445"/>
              <a:gd name="T2" fmla="*/ 2147483647 w 95"/>
              <a:gd name="T3" fmla="*/ 0 h 445"/>
              <a:gd name="T4" fmla="*/ 0 w 95"/>
              <a:gd name="T5" fmla="*/ 0 h 445"/>
              <a:gd name="T6" fmla="*/ 0 w 95"/>
              <a:gd name="T7" fmla="*/ 2147483647 h 445"/>
              <a:gd name="T8" fmla="*/ 2147483647 w 95"/>
              <a:gd name="T9" fmla="*/ 2147483647 h 445"/>
              <a:gd name="T10" fmla="*/ 2147483647 w 95"/>
              <a:gd name="T11" fmla="*/ 2147483647 h 445"/>
              <a:gd name="T12" fmla="*/ 0 60000 65536"/>
              <a:gd name="T13" fmla="*/ 0 60000 65536"/>
              <a:gd name="T14" fmla="*/ 0 60000 65536"/>
              <a:gd name="T15" fmla="*/ 0 60000 65536"/>
              <a:gd name="T16" fmla="*/ 0 60000 65536"/>
              <a:gd name="T17" fmla="*/ 0 60000 65536"/>
              <a:gd name="T18" fmla="*/ 0 w 95"/>
              <a:gd name="T19" fmla="*/ 0 h 445"/>
              <a:gd name="T20" fmla="*/ 95 w 95"/>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5" h="445">
                <a:moveTo>
                  <a:pt x="91" y="445"/>
                </a:moveTo>
                <a:lnTo>
                  <a:pt x="95" y="0"/>
                </a:lnTo>
                <a:lnTo>
                  <a:pt x="0" y="0"/>
                </a:lnTo>
                <a:lnTo>
                  <a:pt x="0" y="445"/>
                </a:lnTo>
                <a:lnTo>
                  <a:pt x="95"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71" name="Freeform 267">
            <a:extLst>
              <a:ext uri="{FF2B5EF4-FFF2-40B4-BE49-F238E27FC236}">
                <a16:creationId xmlns:a16="http://schemas.microsoft.com/office/drawing/2014/main" id="{9781EB08-AF59-4286-9A63-06684C25EA6E}"/>
              </a:ext>
            </a:extLst>
          </p:cNvPr>
          <p:cNvSpPr>
            <a:spLocks/>
          </p:cNvSpPr>
          <p:nvPr/>
        </p:nvSpPr>
        <p:spPr bwMode="auto">
          <a:xfrm>
            <a:off x="6104289" y="3487235"/>
            <a:ext cx="102763" cy="489190"/>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2147483647 w 91"/>
              <a:gd name="T13" fmla="*/ 2147483647 h 445"/>
              <a:gd name="T14" fmla="*/ 0 60000 65536"/>
              <a:gd name="T15" fmla="*/ 0 60000 65536"/>
              <a:gd name="T16" fmla="*/ 0 60000 65536"/>
              <a:gd name="T17" fmla="*/ 0 60000 65536"/>
              <a:gd name="T18" fmla="*/ 0 60000 65536"/>
              <a:gd name="T19" fmla="*/ 0 60000 65536"/>
              <a:gd name="T20" fmla="*/ 0 60000 65536"/>
              <a:gd name="T21" fmla="*/ 0 w 91"/>
              <a:gd name="T22" fmla="*/ 0 h 445"/>
              <a:gd name="T23" fmla="*/ 91 w 91"/>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445">
                <a:moveTo>
                  <a:pt x="88" y="445"/>
                </a:moveTo>
                <a:lnTo>
                  <a:pt x="91" y="0"/>
                </a:lnTo>
                <a:lnTo>
                  <a:pt x="0" y="0"/>
                </a:lnTo>
                <a:lnTo>
                  <a:pt x="0" y="445"/>
                </a:lnTo>
                <a:lnTo>
                  <a:pt x="91" y="445"/>
                </a:lnTo>
                <a:lnTo>
                  <a:pt x="88" y="44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772" name="Freeform 268">
            <a:extLst>
              <a:ext uri="{FF2B5EF4-FFF2-40B4-BE49-F238E27FC236}">
                <a16:creationId xmlns:a16="http://schemas.microsoft.com/office/drawing/2014/main" id="{04D228AB-D27D-4D8B-AD25-225C486FEFB6}"/>
              </a:ext>
            </a:extLst>
          </p:cNvPr>
          <p:cNvSpPr>
            <a:spLocks/>
          </p:cNvSpPr>
          <p:nvPr/>
        </p:nvSpPr>
        <p:spPr bwMode="auto">
          <a:xfrm>
            <a:off x="6104289" y="3487235"/>
            <a:ext cx="102763" cy="489190"/>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88" y="445"/>
                </a:moveTo>
                <a:lnTo>
                  <a:pt x="91" y="0"/>
                </a:lnTo>
                <a:lnTo>
                  <a:pt x="0" y="0"/>
                </a:lnTo>
                <a:lnTo>
                  <a:pt x="0" y="445"/>
                </a:lnTo>
                <a:lnTo>
                  <a:pt x="91"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73" name="Freeform 269">
            <a:extLst>
              <a:ext uri="{FF2B5EF4-FFF2-40B4-BE49-F238E27FC236}">
                <a16:creationId xmlns:a16="http://schemas.microsoft.com/office/drawing/2014/main" id="{F6B648E5-95F3-4835-9DE2-B97EFF4C3FBE}"/>
              </a:ext>
            </a:extLst>
          </p:cNvPr>
          <p:cNvSpPr>
            <a:spLocks/>
          </p:cNvSpPr>
          <p:nvPr/>
        </p:nvSpPr>
        <p:spPr bwMode="auto">
          <a:xfrm>
            <a:off x="6763779" y="3487235"/>
            <a:ext cx="102763" cy="489190"/>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2147483647 w 91"/>
              <a:gd name="T13" fmla="*/ 2147483647 h 445"/>
              <a:gd name="T14" fmla="*/ 0 60000 65536"/>
              <a:gd name="T15" fmla="*/ 0 60000 65536"/>
              <a:gd name="T16" fmla="*/ 0 60000 65536"/>
              <a:gd name="T17" fmla="*/ 0 60000 65536"/>
              <a:gd name="T18" fmla="*/ 0 60000 65536"/>
              <a:gd name="T19" fmla="*/ 0 60000 65536"/>
              <a:gd name="T20" fmla="*/ 0 60000 65536"/>
              <a:gd name="T21" fmla="*/ 0 w 91"/>
              <a:gd name="T22" fmla="*/ 0 h 445"/>
              <a:gd name="T23" fmla="*/ 91 w 91"/>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445">
                <a:moveTo>
                  <a:pt x="88" y="445"/>
                </a:moveTo>
                <a:lnTo>
                  <a:pt x="91" y="0"/>
                </a:lnTo>
                <a:lnTo>
                  <a:pt x="0" y="0"/>
                </a:lnTo>
                <a:lnTo>
                  <a:pt x="0" y="445"/>
                </a:lnTo>
                <a:lnTo>
                  <a:pt x="91" y="445"/>
                </a:lnTo>
                <a:lnTo>
                  <a:pt x="88" y="44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774" name="Freeform 270">
            <a:extLst>
              <a:ext uri="{FF2B5EF4-FFF2-40B4-BE49-F238E27FC236}">
                <a16:creationId xmlns:a16="http://schemas.microsoft.com/office/drawing/2014/main" id="{C2719844-0679-4ACF-A947-105F5F24BBA4}"/>
              </a:ext>
            </a:extLst>
          </p:cNvPr>
          <p:cNvSpPr>
            <a:spLocks/>
          </p:cNvSpPr>
          <p:nvPr/>
        </p:nvSpPr>
        <p:spPr bwMode="auto">
          <a:xfrm>
            <a:off x="6763779" y="3487235"/>
            <a:ext cx="102763" cy="489190"/>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88" y="445"/>
                </a:moveTo>
                <a:lnTo>
                  <a:pt x="91" y="0"/>
                </a:lnTo>
                <a:lnTo>
                  <a:pt x="0" y="0"/>
                </a:lnTo>
                <a:lnTo>
                  <a:pt x="0" y="445"/>
                </a:lnTo>
                <a:lnTo>
                  <a:pt x="91"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75" name="Rectangle 271">
            <a:extLst>
              <a:ext uri="{FF2B5EF4-FFF2-40B4-BE49-F238E27FC236}">
                <a16:creationId xmlns:a16="http://schemas.microsoft.com/office/drawing/2014/main" id="{BE22B67C-C5B7-44C6-AE53-2F90C6C5050E}"/>
              </a:ext>
            </a:extLst>
          </p:cNvPr>
          <p:cNvSpPr>
            <a:spLocks noChangeArrowheads="1"/>
          </p:cNvSpPr>
          <p:nvPr/>
        </p:nvSpPr>
        <p:spPr bwMode="auto">
          <a:xfrm>
            <a:off x="7663801" y="4158909"/>
            <a:ext cx="140029" cy="244046"/>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776" name="Line 272">
            <a:extLst>
              <a:ext uri="{FF2B5EF4-FFF2-40B4-BE49-F238E27FC236}">
                <a16:creationId xmlns:a16="http://schemas.microsoft.com/office/drawing/2014/main" id="{87A0BCE5-0580-4FE2-83A3-1F2FFD4DE1DD}"/>
              </a:ext>
            </a:extLst>
          </p:cNvPr>
          <p:cNvSpPr>
            <a:spLocks noChangeShapeType="1"/>
          </p:cNvSpPr>
          <p:nvPr/>
        </p:nvSpPr>
        <p:spPr bwMode="auto">
          <a:xfrm flipV="1">
            <a:off x="7941600" y="4155611"/>
            <a:ext cx="1129" cy="25064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77" name="Line 273">
            <a:extLst>
              <a:ext uri="{FF2B5EF4-FFF2-40B4-BE49-F238E27FC236}">
                <a16:creationId xmlns:a16="http://schemas.microsoft.com/office/drawing/2014/main" id="{4CB67009-BEEA-4B02-9670-E2CB6A8C9DB4}"/>
              </a:ext>
            </a:extLst>
          </p:cNvPr>
          <p:cNvSpPr>
            <a:spLocks noChangeShapeType="1"/>
          </p:cNvSpPr>
          <p:nvPr/>
        </p:nvSpPr>
        <p:spPr bwMode="auto">
          <a:xfrm flipH="1">
            <a:off x="7797055" y="4158909"/>
            <a:ext cx="144546"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78" name="Line 274">
            <a:extLst>
              <a:ext uri="{FF2B5EF4-FFF2-40B4-BE49-F238E27FC236}">
                <a16:creationId xmlns:a16="http://schemas.microsoft.com/office/drawing/2014/main" id="{07E04FDE-A1B3-44E5-AE04-0730D8F3FF1F}"/>
              </a:ext>
            </a:extLst>
          </p:cNvPr>
          <p:cNvSpPr>
            <a:spLocks noChangeShapeType="1"/>
          </p:cNvSpPr>
          <p:nvPr/>
        </p:nvSpPr>
        <p:spPr bwMode="auto">
          <a:xfrm flipH="1">
            <a:off x="7797055" y="4402955"/>
            <a:ext cx="144546"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79" name="Rectangle 275">
            <a:extLst>
              <a:ext uri="{FF2B5EF4-FFF2-40B4-BE49-F238E27FC236}">
                <a16:creationId xmlns:a16="http://schemas.microsoft.com/office/drawing/2014/main" id="{0D7A3FA1-A4A5-4FB8-9BCB-D0CED35B5C21}"/>
              </a:ext>
            </a:extLst>
          </p:cNvPr>
          <p:cNvSpPr>
            <a:spLocks noChangeArrowheads="1"/>
          </p:cNvSpPr>
          <p:nvPr/>
        </p:nvSpPr>
        <p:spPr bwMode="auto">
          <a:xfrm>
            <a:off x="5163612" y="4158909"/>
            <a:ext cx="140029" cy="244046"/>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780" name="Rectangle 276">
            <a:extLst>
              <a:ext uri="{FF2B5EF4-FFF2-40B4-BE49-F238E27FC236}">
                <a16:creationId xmlns:a16="http://schemas.microsoft.com/office/drawing/2014/main" id="{9833282A-54D5-487C-957A-EFC387BBAB84}"/>
              </a:ext>
            </a:extLst>
          </p:cNvPr>
          <p:cNvSpPr>
            <a:spLocks noChangeArrowheads="1"/>
          </p:cNvSpPr>
          <p:nvPr/>
        </p:nvSpPr>
        <p:spPr bwMode="auto">
          <a:xfrm>
            <a:off x="5163612" y="4158909"/>
            <a:ext cx="140029" cy="244046"/>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781" name="Rectangle 277">
            <a:extLst>
              <a:ext uri="{FF2B5EF4-FFF2-40B4-BE49-F238E27FC236}">
                <a16:creationId xmlns:a16="http://schemas.microsoft.com/office/drawing/2014/main" id="{7EF4DF30-86F4-4C1B-8EEE-E94DE6E5B055}"/>
              </a:ext>
            </a:extLst>
          </p:cNvPr>
          <p:cNvSpPr>
            <a:spLocks noChangeArrowheads="1"/>
          </p:cNvSpPr>
          <p:nvPr/>
        </p:nvSpPr>
        <p:spPr bwMode="auto">
          <a:xfrm>
            <a:off x="5025842" y="4158909"/>
            <a:ext cx="137770" cy="244046"/>
          </a:xfrm>
          <a:prstGeom prst="rect">
            <a:avLst/>
          </a:prstGeom>
          <a:noFill/>
          <a:ln w="158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782" name="Rectangle 278">
            <a:extLst>
              <a:ext uri="{FF2B5EF4-FFF2-40B4-BE49-F238E27FC236}">
                <a16:creationId xmlns:a16="http://schemas.microsoft.com/office/drawing/2014/main" id="{DAB3DEF8-8AA8-4260-8B58-71CFE2753F08}"/>
              </a:ext>
            </a:extLst>
          </p:cNvPr>
          <p:cNvSpPr>
            <a:spLocks noChangeArrowheads="1"/>
          </p:cNvSpPr>
          <p:nvPr/>
        </p:nvSpPr>
        <p:spPr bwMode="auto">
          <a:xfrm>
            <a:off x="5095857" y="4208379"/>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72783" name="Rectangle 279">
            <a:extLst>
              <a:ext uri="{FF2B5EF4-FFF2-40B4-BE49-F238E27FC236}">
                <a16:creationId xmlns:a16="http://schemas.microsoft.com/office/drawing/2014/main" id="{3428A21D-98F7-49C0-B4C8-C5054F8B985C}"/>
              </a:ext>
            </a:extLst>
          </p:cNvPr>
          <p:cNvSpPr>
            <a:spLocks noChangeArrowheads="1"/>
          </p:cNvSpPr>
          <p:nvPr/>
        </p:nvSpPr>
        <p:spPr bwMode="auto">
          <a:xfrm>
            <a:off x="5129734" y="4208379"/>
            <a:ext cx="91223"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72784" name="Freeform 280">
            <a:extLst>
              <a:ext uri="{FF2B5EF4-FFF2-40B4-BE49-F238E27FC236}">
                <a16:creationId xmlns:a16="http://schemas.microsoft.com/office/drawing/2014/main" id="{46C25008-0543-4291-BB86-E95A611DB6B1}"/>
              </a:ext>
            </a:extLst>
          </p:cNvPr>
          <p:cNvSpPr>
            <a:spLocks/>
          </p:cNvSpPr>
          <p:nvPr/>
        </p:nvSpPr>
        <p:spPr bwMode="auto">
          <a:xfrm>
            <a:off x="5821972" y="4158909"/>
            <a:ext cx="141159" cy="244046"/>
          </a:xfrm>
          <a:custGeom>
            <a:avLst/>
            <a:gdLst>
              <a:gd name="T0" fmla="*/ 0 w 125"/>
              <a:gd name="T1" fmla="*/ 2147483647 h 222"/>
              <a:gd name="T2" fmla="*/ 2147483647 w 125"/>
              <a:gd name="T3" fmla="*/ 2147483647 h 222"/>
              <a:gd name="T4" fmla="*/ 2147483647 w 125"/>
              <a:gd name="T5" fmla="*/ 0 h 222"/>
              <a:gd name="T6" fmla="*/ 2147483647 w 125"/>
              <a:gd name="T7" fmla="*/ 0 h 222"/>
              <a:gd name="T8" fmla="*/ 0 w 125"/>
              <a:gd name="T9" fmla="*/ 2147483647 h 222"/>
              <a:gd name="T10" fmla="*/ 0 60000 65536"/>
              <a:gd name="T11" fmla="*/ 0 60000 65536"/>
              <a:gd name="T12" fmla="*/ 0 60000 65536"/>
              <a:gd name="T13" fmla="*/ 0 60000 65536"/>
              <a:gd name="T14" fmla="*/ 0 60000 65536"/>
              <a:gd name="T15" fmla="*/ 0 w 125"/>
              <a:gd name="T16" fmla="*/ 0 h 222"/>
              <a:gd name="T17" fmla="*/ 125 w 125"/>
              <a:gd name="T18" fmla="*/ 222 h 222"/>
            </a:gdLst>
            <a:ahLst/>
            <a:cxnLst>
              <a:cxn ang="T10">
                <a:pos x="T0" y="T1"/>
              </a:cxn>
              <a:cxn ang="T11">
                <a:pos x="T2" y="T3"/>
              </a:cxn>
              <a:cxn ang="T12">
                <a:pos x="T4" y="T5"/>
              </a:cxn>
              <a:cxn ang="T13">
                <a:pos x="T6" y="T7"/>
              </a:cxn>
              <a:cxn ang="T14">
                <a:pos x="T8" y="T9"/>
              </a:cxn>
            </a:cxnLst>
            <a:rect l="T15" t="T16" r="T17" b="T18"/>
            <a:pathLst>
              <a:path w="125" h="222">
                <a:moveTo>
                  <a:pt x="0" y="222"/>
                </a:moveTo>
                <a:lnTo>
                  <a:pt x="125" y="222"/>
                </a:lnTo>
                <a:lnTo>
                  <a:pt x="125" y="0"/>
                </a:lnTo>
                <a:lnTo>
                  <a:pt x="4" y="0"/>
                </a:lnTo>
                <a:lnTo>
                  <a:pt x="0" y="222"/>
                </a:lnTo>
                <a:close/>
              </a:path>
            </a:pathLst>
          </a:custGeom>
          <a:solidFill>
            <a:srgbClr val="FBE2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785" name="Freeform 281">
            <a:extLst>
              <a:ext uri="{FF2B5EF4-FFF2-40B4-BE49-F238E27FC236}">
                <a16:creationId xmlns:a16="http://schemas.microsoft.com/office/drawing/2014/main" id="{E7C84394-C070-440D-80D6-FADB878E65B2}"/>
              </a:ext>
            </a:extLst>
          </p:cNvPr>
          <p:cNvSpPr>
            <a:spLocks/>
          </p:cNvSpPr>
          <p:nvPr/>
        </p:nvSpPr>
        <p:spPr bwMode="auto">
          <a:xfrm>
            <a:off x="5821972" y="4158909"/>
            <a:ext cx="141159" cy="244046"/>
          </a:xfrm>
          <a:custGeom>
            <a:avLst/>
            <a:gdLst>
              <a:gd name="T0" fmla="*/ 0 w 125"/>
              <a:gd name="T1" fmla="*/ 2147483647 h 222"/>
              <a:gd name="T2" fmla="*/ 2147483647 w 125"/>
              <a:gd name="T3" fmla="*/ 2147483647 h 222"/>
              <a:gd name="T4" fmla="*/ 2147483647 w 125"/>
              <a:gd name="T5" fmla="*/ 0 h 222"/>
              <a:gd name="T6" fmla="*/ 2147483647 w 125"/>
              <a:gd name="T7" fmla="*/ 0 h 222"/>
              <a:gd name="T8" fmla="*/ 0 60000 65536"/>
              <a:gd name="T9" fmla="*/ 0 60000 65536"/>
              <a:gd name="T10" fmla="*/ 0 60000 65536"/>
              <a:gd name="T11" fmla="*/ 0 60000 65536"/>
              <a:gd name="T12" fmla="*/ 0 w 125"/>
              <a:gd name="T13" fmla="*/ 0 h 222"/>
              <a:gd name="T14" fmla="*/ 125 w 125"/>
              <a:gd name="T15" fmla="*/ 222 h 222"/>
            </a:gdLst>
            <a:ahLst/>
            <a:cxnLst>
              <a:cxn ang="T8">
                <a:pos x="T0" y="T1"/>
              </a:cxn>
              <a:cxn ang="T9">
                <a:pos x="T2" y="T3"/>
              </a:cxn>
              <a:cxn ang="T10">
                <a:pos x="T4" y="T5"/>
              </a:cxn>
              <a:cxn ang="T11">
                <a:pos x="T6" y="T7"/>
              </a:cxn>
            </a:cxnLst>
            <a:rect l="T12" t="T13" r="T14" b="T15"/>
            <a:pathLst>
              <a:path w="125" h="222">
                <a:moveTo>
                  <a:pt x="0" y="222"/>
                </a:moveTo>
                <a:lnTo>
                  <a:pt x="125" y="222"/>
                </a:lnTo>
                <a:lnTo>
                  <a:pt x="125" y="0"/>
                </a:lnTo>
                <a:lnTo>
                  <a:pt x="4" y="0"/>
                </a:lnTo>
              </a:path>
            </a:pathLst>
          </a:custGeom>
          <a:noFill/>
          <a:ln w="15875">
            <a:solidFill>
              <a:srgbClr val="EB7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86" name="Line 282">
            <a:extLst>
              <a:ext uri="{FF2B5EF4-FFF2-40B4-BE49-F238E27FC236}">
                <a16:creationId xmlns:a16="http://schemas.microsoft.com/office/drawing/2014/main" id="{C868B2CE-98FE-4446-9324-C03456003ED1}"/>
              </a:ext>
            </a:extLst>
          </p:cNvPr>
          <p:cNvSpPr>
            <a:spLocks noChangeShapeType="1"/>
          </p:cNvSpPr>
          <p:nvPr/>
        </p:nvSpPr>
        <p:spPr bwMode="auto">
          <a:xfrm flipV="1">
            <a:off x="5685332" y="4155611"/>
            <a:ext cx="1129" cy="25064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87" name="Line 283">
            <a:extLst>
              <a:ext uri="{FF2B5EF4-FFF2-40B4-BE49-F238E27FC236}">
                <a16:creationId xmlns:a16="http://schemas.microsoft.com/office/drawing/2014/main" id="{C8A07BFC-8875-4FC4-8733-B034124095D9}"/>
              </a:ext>
            </a:extLst>
          </p:cNvPr>
          <p:cNvSpPr>
            <a:spLocks noChangeShapeType="1"/>
          </p:cNvSpPr>
          <p:nvPr/>
        </p:nvSpPr>
        <p:spPr bwMode="auto">
          <a:xfrm>
            <a:off x="5685332" y="4158909"/>
            <a:ext cx="141158"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88" name="Line 284">
            <a:extLst>
              <a:ext uri="{FF2B5EF4-FFF2-40B4-BE49-F238E27FC236}">
                <a16:creationId xmlns:a16="http://schemas.microsoft.com/office/drawing/2014/main" id="{940D347E-1ADB-4DF9-80D5-E5BB42D42AC7}"/>
              </a:ext>
            </a:extLst>
          </p:cNvPr>
          <p:cNvSpPr>
            <a:spLocks noChangeShapeType="1"/>
          </p:cNvSpPr>
          <p:nvPr/>
        </p:nvSpPr>
        <p:spPr bwMode="auto">
          <a:xfrm>
            <a:off x="5685332" y="4402955"/>
            <a:ext cx="141158" cy="329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89" name="Freeform 285">
            <a:extLst>
              <a:ext uri="{FF2B5EF4-FFF2-40B4-BE49-F238E27FC236}">
                <a16:creationId xmlns:a16="http://schemas.microsoft.com/office/drawing/2014/main" id="{141C3DB0-E894-43BC-B762-1E1726B0F4EB}"/>
              </a:ext>
            </a:extLst>
          </p:cNvPr>
          <p:cNvSpPr>
            <a:spLocks/>
          </p:cNvSpPr>
          <p:nvPr/>
        </p:nvSpPr>
        <p:spPr bwMode="auto">
          <a:xfrm>
            <a:off x="6377570" y="4037987"/>
            <a:ext cx="211172" cy="485892"/>
          </a:xfrm>
          <a:custGeom>
            <a:avLst/>
            <a:gdLst>
              <a:gd name="T0" fmla="*/ 0 w 187"/>
              <a:gd name="T1" fmla="*/ 0 h 442"/>
              <a:gd name="T2" fmla="*/ 0 w 187"/>
              <a:gd name="T3" fmla="*/ 2147483647 h 442"/>
              <a:gd name="T4" fmla="*/ 2147483647 w 187"/>
              <a:gd name="T5" fmla="*/ 2147483647 h 442"/>
              <a:gd name="T6" fmla="*/ 0 w 187"/>
              <a:gd name="T7" fmla="*/ 2147483647 h 442"/>
              <a:gd name="T8" fmla="*/ 0 w 187"/>
              <a:gd name="T9" fmla="*/ 2147483647 h 442"/>
              <a:gd name="T10" fmla="*/ 2147483647 w 187"/>
              <a:gd name="T11" fmla="*/ 2147483647 h 442"/>
              <a:gd name="T12" fmla="*/ 2147483647 w 187"/>
              <a:gd name="T13" fmla="*/ 2147483647 h 442"/>
              <a:gd name="T14" fmla="*/ 0 w 187"/>
              <a:gd name="T15" fmla="*/ 0 h 442"/>
              <a:gd name="T16" fmla="*/ 0 w 187"/>
              <a:gd name="T17" fmla="*/ 0 h 4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442"/>
              <a:gd name="T29" fmla="*/ 187 w 187"/>
              <a:gd name="T30" fmla="*/ 442 h 4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442">
                <a:moveTo>
                  <a:pt x="0" y="0"/>
                </a:moveTo>
                <a:lnTo>
                  <a:pt x="0" y="178"/>
                </a:lnTo>
                <a:lnTo>
                  <a:pt x="59" y="223"/>
                </a:lnTo>
                <a:lnTo>
                  <a:pt x="0" y="264"/>
                </a:lnTo>
                <a:lnTo>
                  <a:pt x="0" y="442"/>
                </a:lnTo>
                <a:lnTo>
                  <a:pt x="187" y="306"/>
                </a:lnTo>
                <a:lnTo>
                  <a:pt x="187" y="137"/>
                </a:ln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790" name="Freeform 286">
            <a:extLst>
              <a:ext uri="{FF2B5EF4-FFF2-40B4-BE49-F238E27FC236}">
                <a16:creationId xmlns:a16="http://schemas.microsoft.com/office/drawing/2014/main" id="{D2A6551A-B5B2-4C4A-87A2-B445E2338FB2}"/>
              </a:ext>
            </a:extLst>
          </p:cNvPr>
          <p:cNvSpPr>
            <a:spLocks/>
          </p:cNvSpPr>
          <p:nvPr/>
        </p:nvSpPr>
        <p:spPr bwMode="auto">
          <a:xfrm>
            <a:off x="6377570" y="4037987"/>
            <a:ext cx="211172" cy="485892"/>
          </a:xfrm>
          <a:custGeom>
            <a:avLst/>
            <a:gdLst>
              <a:gd name="T0" fmla="*/ 0 w 187"/>
              <a:gd name="T1" fmla="*/ 0 h 442"/>
              <a:gd name="T2" fmla="*/ 0 w 187"/>
              <a:gd name="T3" fmla="*/ 2147483647 h 442"/>
              <a:gd name="T4" fmla="*/ 2147483647 w 187"/>
              <a:gd name="T5" fmla="*/ 2147483647 h 442"/>
              <a:gd name="T6" fmla="*/ 0 w 187"/>
              <a:gd name="T7" fmla="*/ 2147483647 h 442"/>
              <a:gd name="T8" fmla="*/ 0 w 187"/>
              <a:gd name="T9" fmla="*/ 2147483647 h 442"/>
              <a:gd name="T10" fmla="*/ 2147483647 w 187"/>
              <a:gd name="T11" fmla="*/ 2147483647 h 442"/>
              <a:gd name="T12" fmla="*/ 2147483647 w 187"/>
              <a:gd name="T13" fmla="*/ 2147483647 h 442"/>
              <a:gd name="T14" fmla="*/ 0 w 187"/>
              <a:gd name="T15" fmla="*/ 0 h 442"/>
              <a:gd name="T16" fmla="*/ 0 w 187"/>
              <a:gd name="T17" fmla="*/ 0 h 4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442"/>
              <a:gd name="T29" fmla="*/ 187 w 187"/>
              <a:gd name="T30" fmla="*/ 442 h 4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442">
                <a:moveTo>
                  <a:pt x="0" y="0"/>
                </a:moveTo>
                <a:lnTo>
                  <a:pt x="0" y="178"/>
                </a:lnTo>
                <a:lnTo>
                  <a:pt x="59" y="223"/>
                </a:lnTo>
                <a:lnTo>
                  <a:pt x="0" y="264"/>
                </a:lnTo>
                <a:lnTo>
                  <a:pt x="0" y="442"/>
                </a:lnTo>
                <a:lnTo>
                  <a:pt x="187" y="306"/>
                </a:lnTo>
                <a:lnTo>
                  <a:pt x="187" y="137"/>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791" name="Rectangle 287">
            <a:extLst>
              <a:ext uri="{FF2B5EF4-FFF2-40B4-BE49-F238E27FC236}">
                <a16:creationId xmlns:a16="http://schemas.microsoft.com/office/drawing/2014/main" id="{4B5765B5-F6BD-45FC-9D4F-A09EC659D726}"/>
              </a:ext>
            </a:extLst>
          </p:cNvPr>
          <p:cNvSpPr>
            <a:spLocks noChangeArrowheads="1"/>
          </p:cNvSpPr>
          <p:nvPr/>
        </p:nvSpPr>
        <p:spPr bwMode="auto">
          <a:xfrm>
            <a:off x="7051740" y="4208379"/>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72792" name="Rectangle 288">
            <a:extLst>
              <a:ext uri="{FF2B5EF4-FFF2-40B4-BE49-F238E27FC236}">
                <a16:creationId xmlns:a16="http://schemas.microsoft.com/office/drawing/2014/main" id="{22BFF6D7-2C9F-48B6-A7D4-BDC9E8F8D77D}"/>
              </a:ext>
            </a:extLst>
          </p:cNvPr>
          <p:cNvSpPr>
            <a:spLocks noChangeArrowheads="1"/>
          </p:cNvSpPr>
          <p:nvPr/>
        </p:nvSpPr>
        <p:spPr bwMode="auto">
          <a:xfrm>
            <a:off x="7140952" y="4208379"/>
            <a:ext cx="91223"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72793" name="Rectangle 289">
            <a:extLst>
              <a:ext uri="{FF2B5EF4-FFF2-40B4-BE49-F238E27FC236}">
                <a16:creationId xmlns:a16="http://schemas.microsoft.com/office/drawing/2014/main" id="{40CF4A10-99FA-432E-9C29-65BA8E35D22C}"/>
              </a:ext>
            </a:extLst>
          </p:cNvPr>
          <p:cNvSpPr>
            <a:spLocks noChangeArrowheads="1"/>
          </p:cNvSpPr>
          <p:nvPr/>
        </p:nvSpPr>
        <p:spPr bwMode="auto">
          <a:xfrm>
            <a:off x="7699938" y="4208379"/>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2794" name="Rectangle 290">
            <a:extLst>
              <a:ext uri="{FF2B5EF4-FFF2-40B4-BE49-F238E27FC236}">
                <a16:creationId xmlns:a16="http://schemas.microsoft.com/office/drawing/2014/main" id="{E6375C32-C0B9-4984-8E5D-2669F30FD659}"/>
              </a:ext>
            </a:extLst>
          </p:cNvPr>
          <p:cNvSpPr>
            <a:spLocks noChangeArrowheads="1"/>
          </p:cNvSpPr>
          <p:nvPr/>
        </p:nvSpPr>
        <p:spPr bwMode="auto">
          <a:xfrm>
            <a:off x="7789149" y="4208379"/>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2795" name="Rectangle 291">
            <a:extLst>
              <a:ext uri="{FF2B5EF4-FFF2-40B4-BE49-F238E27FC236}">
                <a16:creationId xmlns:a16="http://schemas.microsoft.com/office/drawing/2014/main" id="{8A77711F-D12E-4CA8-A55C-A8F65B165755}"/>
              </a:ext>
            </a:extLst>
          </p:cNvPr>
          <p:cNvSpPr>
            <a:spLocks noChangeArrowheads="1"/>
          </p:cNvSpPr>
          <p:nvPr/>
        </p:nvSpPr>
        <p:spPr bwMode="auto">
          <a:xfrm>
            <a:off x="7855776" y="4208379"/>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72796" name="Line 292">
            <a:extLst>
              <a:ext uri="{FF2B5EF4-FFF2-40B4-BE49-F238E27FC236}">
                <a16:creationId xmlns:a16="http://schemas.microsoft.com/office/drawing/2014/main" id="{4C4555F2-7F27-4E51-9D14-1E9762AAD52E}"/>
              </a:ext>
            </a:extLst>
          </p:cNvPr>
          <p:cNvSpPr>
            <a:spLocks noChangeShapeType="1"/>
          </p:cNvSpPr>
          <p:nvPr/>
        </p:nvSpPr>
        <p:spPr bwMode="auto">
          <a:xfrm>
            <a:off x="5303641" y="4279833"/>
            <a:ext cx="381691" cy="329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97" name="Line 293">
            <a:extLst>
              <a:ext uri="{FF2B5EF4-FFF2-40B4-BE49-F238E27FC236}">
                <a16:creationId xmlns:a16="http://schemas.microsoft.com/office/drawing/2014/main" id="{C2E257F9-931B-4A47-AA81-95475A6CAE6D}"/>
              </a:ext>
            </a:extLst>
          </p:cNvPr>
          <p:cNvSpPr>
            <a:spLocks noChangeShapeType="1"/>
          </p:cNvSpPr>
          <p:nvPr/>
        </p:nvSpPr>
        <p:spPr bwMode="auto">
          <a:xfrm>
            <a:off x="6588743" y="4279833"/>
            <a:ext cx="415569" cy="329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98" name="Line 294">
            <a:extLst>
              <a:ext uri="{FF2B5EF4-FFF2-40B4-BE49-F238E27FC236}">
                <a16:creationId xmlns:a16="http://schemas.microsoft.com/office/drawing/2014/main" id="{34234E47-5DAC-470E-8311-3FA2E460EFDF}"/>
              </a:ext>
            </a:extLst>
          </p:cNvPr>
          <p:cNvSpPr>
            <a:spLocks noChangeShapeType="1"/>
          </p:cNvSpPr>
          <p:nvPr/>
        </p:nvSpPr>
        <p:spPr bwMode="auto">
          <a:xfrm>
            <a:off x="7282111" y="4279833"/>
            <a:ext cx="381691" cy="329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799" name="Line 295">
            <a:extLst>
              <a:ext uri="{FF2B5EF4-FFF2-40B4-BE49-F238E27FC236}">
                <a16:creationId xmlns:a16="http://schemas.microsoft.com/office/drawing/2014/main" id="{99891B92-3415-477A-B41B-9C49D92EB4DC}"/>
              </a:ext>
            </a:extLst>
          </p:cNvPr>
          <p:cNvSpPr>
            <a:spLocks noChangeShapeType="1"/>
          </p:cNvSpPr>
          <p:nvPr/>
        </p:nvSpPr>
        <p:spPr bwMode="auto">
          <a:xfrm>
            <a:off x="5963131" y="4341394"/>
            <a:ext cx="414439"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800" name="Freeform 296">
            <a:extLst>
              <a:ext uri="{FF2B5EF4-FFF2-40B4-BE49-F238E27FC236}">
                <a16:creationId xmlns:a16="http://schemas.microsoft.com/office/drawing/2014/main" id="{C290A0AD-7109-4BE1-ADCA-25331D51E786}"/>
              </a:ext>
            </a:extLst>
          </p:cNvPr>
          <p:cNvSpPr>
            <a:spLocks/>
          </p:cNvSpPr>
          <p:nvPr/>
        </p:nvSpPr>
        <p:spPr bwMode="auto">
          <a:xfrm>
            <a:off x="5615318" y="4220470"/>
            <a:ext cx="70015" cy="59363"/>
          </a:xfrm>
          <a:custGeom>
            <a:avLst/>
            <a:gdLst>
              <a:gd name="T0" fmla="*/ 0 w 62"/>
              <a:gd name="T1" fmla="*/ 2147483647 h 54"/>
              <a:gd name="T2" fmla="*/ 0 w 62"/>
              <a:gd name="T3" fmla="*/ 0 h 54"/>
              <a:gd name="T4" fmla="*/ 2147483647 w 62"/>
              <a:gd name="T5" fmla="*/ 0 h 54"/>
              <a:gd name="T6" fmla="*/ 0 60000 65536"/>
              <a:gd name="T7" fmla="*/ 0 60000 65536"/>
              <a:gd name="T8" fmla="*/ 0 60000 65536"/>
              <a:gd name="T9" fmla="*/ 0 w 62"/>
              <a:gd name="T10" fmla="*/ 0 h 54"/>
              <a:gd name="T11" fmla="*/ 62 w 62"/>
              <a:gd name="T12" fmla="*/ 54 h 54"/>
            </a:gdLst>
            <a:ahLst/>
            <a:cxnLst>
              <a:cxn ang="T6">
                <a:pos x="T0" y="T1"/>
              </a:cxn>
              <a:cxn ang="T7">
                <a:pos x="T2" y="T3"/>
              </a:cxn>
              <a:cxn ang="T8">
                <a:pos x="T4" y="T5"/>
              </a:cxn>
            </a:cxnLst>
            <a:rect l="T9" t="T10" r="T11" b="T12"/>
            <a:pathLst>
              <a:path w="62" h="54">
                <a:moveTo>
                  <a:pt x="0" y="54"/>
                </a:moveTo>
                <a:lnTo>
                  <a:pt x="0" y="0"/>
                </a:lnTo>
                <a:lnTo>
                  <a:pt x="62"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801" name="Freeform 297">
            <a:extLst>
              <a:ext uri="{FF2B5EF4-FFF2-40B4-BE49-F238E27FC236}">
                <a16:creationId xmlns:a16="http://schemas.microsoft.com/office/drawing/2014/main" id="{85C02351-8697-4C6B-A041-877CF9EA1CB0}"/>
              </a:ext>
            </a:extLst>
          </p:cNvPr>
          <p:cNvSpPr>
            <a:spLocks/>
          </p:cNvSpPr>
          <p:nvPr/>
        </p:nvSpPr>
        <p:spPr bwMode="auto">
          <a:xfrm>
            <a:off x="6933167" y="4279833"/>
            <a:ext cx="488971" cy="185783"/>
          </a:xfrm>
          <a:custGeom>
            <a:avLst/>
            <a:gdLst>
              <a:gd name="T0" fmla="*/ 0 w 433"/>
              <a:gd name="T1" fmla="*/ 0 h 169"/>
              <a:gd name="T2" fmla="*/ 2147483647 w 433"/>
              <a:gd name="T3" fmla="*/ 2147483647 h 169"/>
              <a:gd name="T4" fmla="*/ 2147483647 w 433"/>
              <a:gd name="T5" fmla="*/ 2147483647 h 169"/>
              <a:gd name="T6" fmla="*/ 2147483647 w 433"/>
              <a:gd name="T7" fmla="*/ 2147483647 h 169"/>
              <a:gd name="T8" fmla="*/ 2147483647 w 433"/>
              <a:gd name="T9" fmla="*/ 2147483647 h 169"/>
              <a:gd name="T10" fmla="*/ 0 60000 65536"/>
              <a:gd name="T11" fmla="*/ 0 60000 65536"/>
              <a:gd name="T12" fmla="*/ 0 60000 65536"/>
              <a:gd name="T13" fmla="*/ 0 60000 65536"/>
              <a:gd name="T14" fmla="*/ 0 60000 65536"/>
              <a:gd name="T15" fmla="*/ 0 w 433"/>
              <a:gd name="T16" fmla="*/ 0 h 169"/>
              <a:gd name="T17" fmla="*/ 433 w 433"/>
              <a:gd name="T18" fmla="*/ 169 h 169"/>
            </a:gdLst>
            <a:ahLst/>
            <a:cxnLst>
              <a:cxn ang="T10">
                <a:pos x="T0" y="T1"/>
              </a:cxn>
              <a:cxn ang="T11">
                <a:pos x="T2" y="T3"/>
              </a:cxn>
              <a:cxn ang="T12">
                <a:pos x="T4" y="T5"/>
              </a:cxn>
              <a:cxn ang="T13">
                <a:pos x="T6" y="T7"/>
              </a:cxn>
              <a:cxn ang="T14">
                <a:pos x="T8" y="T9"/>
              </a:cxn>
            </a:cxnLst>
            <a:rect l="T15" t="T16" r="T17" b="T18"/>
            <a:pathLst>
              <a:path w="433" h="169">
                <a:moveTo>
                  <a:pt x="0" y="0"/>
                </a:moveTo>
                <a:lnTo>
                  <a:pt x="4" y="169"/>
                </a:lnTo>
                <a:lnTo>
                  <a:pt x="371" y="169"/>
                </a:lnTo>
                <a:lnTo>
                  <a:pt x="371" y="56"/>
                </a:lnTo>
                <a:lnTo>
                  <a:pt x="433" y="56"/>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802" name="Freeform 298">
            <a:extLst>
              <a:ext uri="{FF2B5EF4-FFF2-40B4-BE49-F238E27FC236}">
                <a16:creationId xmlns:a16="http://schemas.microsoft.com/office/drawing/2014/main" id="{58FFC894-0C04-4B70-8A68-2F55C3E2F620}"/>
              </a:ext>
            </a:extLst>
          </p:cNvPr>
          <p:cNvSpPr>
            <a:spLocks/>
          </p:cNvSpPr>
          <p:nvPr/>
        </p:nvSpPr>
        <p:spPr bwMode="auto">
          <a:xfrm>
            <a:off x="5441411" y="4037986"/>
            <a:ext cx="107280" cy="489191"/>
          </a:xfrm>
          <a:custGeom>
            <a:avLst/>
            <a:gdLst>
              <a:gd name="T0" fmla="*/ 2147483647 w 95"/>
              <a:gd name="T1" fmla="*/ 2147483647 h 445"/>
              <a:gd name="T2" fmla="*/ 2147483647 w 95"/>
              <a:gd name="T3" fmla="*/ 0 h 445"/>
              <a:gd name="T4" fmla="*/ 0 w 95"/>
              <a:gd name="T5" fmla="*/ 0 h 445"/>
              <a:gd name="T6" fmla="*/ 0 w 95"/>
              <a:gd name="T7" fmla="*/ 2147483647 h 445"/>
              <a:gd name="T8" fmla="*/ 2147483647 w 95"/>
              <a:gd name="T9" fmla="*/ 2147483647 h 445"/>
              <a:gd name="T10" fmla="*/ 2147483647 w 95"/>
              <a:gd name="T11" fmla="*/ 2147483647 h 445"/>
              <a:gd name="T12" fmla="*/ 2147483647 w 95"/>
              <a:gd name="T13" fmla="*/ 2147483647 h 445"/>
              <a:gd name="T14" fmla="*/ 0 60000 65536"/>
              <a:gd name="T15" fmla="*/ 0 60000 65536"/>
              <a:gd name="T16" fmla="*/ 0 60000 65536"/>
              <a:gd name="T17" fmla="*/ 0 60000 65536"/>
              <a:gd name="T18" fmla="*/ 0 60000 65536"/>
              <a:gd name="T19" fmla="*/ 0 60000 65536"/>
              <a:gd name="T20" fmla="*/ 0 60000 65536"/>
              <a:gd name="T21" fmla="*/ 0 w 95"/>
              <a:gd name="T22" fmla="*/ 0 h 445"/>
              <a:gd name="T23" fmla="*/ 95 w 95"/>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5" h="445">
                <a:moveTo>
                  <a:pt x="91" y="442"/>
                </a:moveTo>
                <a:lnTo>
                  <a:pt x="95" y="0"/>
                </a:lnTo>
                <a:lnTo>
                  <a:pt x="0" y="0"/>
                </a:lnTo>
                <a:lnTo>
                  <a:pt x="0" y="445"/>
                </a:lnTo>
                <a:lnTo>
                  <a:pt x="95" y="445"/>
                </a:lnTo>
                <a:lnTo>
                  <a:pt x="91" y="44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803" name="Freeform 299">
            <a:extLst>
              <a:ext uri="{FF2B5EF4-FFF2-40B4-BE49-F238E27FC236}">
                <a16:creationId xmlns:a16="http://schemas.microsoft.com/office/drawing/2014/main" id="{1C78E027-D439-4D24-BE69-29E43483FB78}"/>
              </a:ext>
            </a:extLst>
          </p:cNvPr>
          <p:cNvSpPr>
            <a:spLocks/>
          </p:cNvSpPr>
          <p:nvPr/>
        </p:nvSpPr>
        <p:spPr bwMode="auto">
          <a:xfrm>
            <a:off x="5441411" y="4037986"/>
            <a:ext cx="107280" cy="489191"/>
          </a:xfrm>
          <a:custGeom>
            <a:avLst/>
            <a:gdLst>
              <a:gd name="T0" fmla="*/ 2147483647 w 95"/>
              <a:gd name="T1" fmla="*/ 2147483647 h 445"/>
              <a:gd name="T2" fmla="*/ 2147483647 w 95"/>
              <a:gd name="T3" fmla="*/ 0 h 445"/>
              <a:gd name="T4" fmla="*/ 0 w 95"/>
              <a:gd name="T5" fmla="*/ 0 h 445"/>
              <a:gd name="T6" fmla="*/ 0 w 95"/>
              <a:gd name="T7" fmla="*/ 2147483647 h 445"/>
              <a:gd name="T8" fmla="*/ 2147483647 w 95"/>
              <a:gd name="T9" fmla="*/ 2147483647 h 445"/>
              <a:gd name="T10" fmla="*/ 2147483647 w 95"/>
              <a:gd name="T11" fmla="*/ 2147483647 h 445"/>
              <a:gd name="T12" fmla="*/ 0 60000 65536"/>
              <a:gd name="T13" fmla="*/ 0 60000 65536"/>
              <a:gd name="T14" fmla="*/ 0 60000 65536"/>
              <a:gd name="T15" fmla="*/ 0 60000 65536"/>
              <a:gd name="T16" fmla="*/ 0 60000 65536"/>
              <a:gd name="T17" fmla="*/ 0 60000 65536"/>
              <a:gd name="T18" fmla="*/ 0 w 95"/>
              <a:gd name="T19" fmla="*/ 0 h 445"/>
              <a:gd name="T20" fmla="*/ 95 w 95"/>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5" h="445">
                <a:moveTo>
                  <a:pt x="91" y="442"/>
                </a:moveTo>
                <a:lnTo>
                  <a:pt x="95" y="0"/>
                </a:lnTo>
                <a:lnTo>
                  <a:pt x="0" y="0"/>
                </a:lnTo>
                <a:lnTo>
                  <a:pt x="0" y="445"/>
                </a:lnTo>
                <a:lnTo>
                  <a:pt x="95"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804" name="Freeform 300">
            <a:extLst>
              <a:ext uri="{FF2B5EF4-FFF2-40B4-BE49-F238E27FC236}">
                <a16:creationId xmlns:a16="http://schemas.microsoft.com/office/drawing/2014/main" id="{C9638AB2-A5C6-453E-B26B-5C8D25E3D505}"/>
              </a:ext>
            </a:extLst>
          </p:cNvPr>
          <p:cNvSpPr>
            <a:spLocks/>
          </p:cNvSpPr>
          <p:nvPr/>
        </p:nvSpPr>
        <p:spPr bwMode="auto">
          <a:xfrm>
            <a:off x="6104289" y="4037986"/>
            <a:ext cx="102763" cy="489191"/>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2147483647 w 91"/>
              <a:gd name="T13" fmla="*/ 2147483647 h 445"/>
              <a:gd name="T14" fmla="*/ 0 60000 65536"/>
              <a:gd name="T15" fmla="*/ 0 60000 65536"/>
              <a:gd name="T16" fmla="*/ 0 60000 65536"/>
              <a:gd name="T17" fmla="*/ 0 60000 65536"/>
              <a:gd name="T18" fmla="*/ 0 60000 65536"/>
              <a:gd name="T19" fmla="*/ 0 60000 65536"/>
              <a:gd name="T20" fmla="*/ 0 60000 65536"/>
              <a:gd name="T21" fmla="*/ 0 w 91"/>
              <a:gd name="T22" fmla="*/ 0 h 445"/>
              <a:gd name="T23" fmla="*/ 91 w 91"/>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445">
                <a:moveTo>
                  <a:pt x="88" y="442"/>
                </a:moveTo>
                <a:lnTo>
                  <a:pt x="91" y="0"/>
                </a:lnTo>
                <a:lnTo>
                  <a:pt x="0" y="0"/>
                </a:lnTo>
                <a:lnTo>
                  <a:pt x="0" y="445"/>
                </a:lnTo>
                <a:lnTo>
                  <a:pt x="91" y="445"/>
                </a:lnTo>
                <a:lnTo>
                  <a:pt x="88" y="44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805" name="Freeform 301">
            <a:extLst>
              <a:ext uri="{FF2B5EF4-FFF2-40B4-BE49-F238E27FC236}">
                <a16:creationId xmlns:a16="http://schemas.microsoft.com/office/drawing/2014/main" id="{45D27B96-F253-4A48-B090-ADF16EC658E7}"/>
              </a:ext>
            </a:extLst>
          </p:cNvPr>
          <p:cNvSpPr>
            <a:spLocks/>
          </p:cNvSpPr>
          <p:nvPr/>
        </p:nvSpPr>
        <p:spPr bwMode="auto">
          <a:xfrm>
            <a:off x="6104289" y="4037986"/>
            <a:ext cx="102763" cy="489191"/>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88" y="442"/>
                </a:moveTo>
                <a:lnTo>
                  <a:pt x="91" y="0"/>
                </a:lnTo>
                <a:lnTo>
                  <a:pt x="0" y="0"/>
                </a:lnTo>
                <a:lnTo>
                  <a:pt x="0" y="445"/>
                </a:lnTo>
                <a:lnTo>
                  <a:pt x="91"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806" name="Freeform 302">
            <a:extLst>
              <a:ext uri="{FF2B5EF4-FFF2-40B4-BE49-F238E27FC236}">
                <a16:creationId xmlns:a16="http://schemas.microsoft.com/office/drawing/2014/main" id="{47DDC106-AF3F-4AF4-A0FE-C723B92B3178}"/>
              </a:ext>
            </a:extLst>
          </p:cNvPr>
          <p:cNvSpPr>
            <a:spLocks/>
          </p:cNvSpPr>
          <p:nvPr/>
        </p:nvSpPr>
        <p:spPr bwMode="auto">
          <a:xfrm>
            <a:off x="6763779" y="4037986"/>
            <a:ext cx="102763" cy="489191"/>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2147483647 w 91"/>
              <a:gd name="T13" fmla="*/ 2147483647 h 445"/>
              <a:gd name="T14" fmla="*/ 0 60000 65536"/>
              <a:gd name="T15" fmla="*/ 0 60000 65536"/>
              <a:gd name="T16" fmla="*/ 0 60000 65536"/>
              <a:gd name="T17" fmla="*/ 0 60000 65536"/>
              <a:gd name="T18" fmla="*/ 0 60000 65536"/>
              <a:gd name="T19" fmla="*/ 0 60000 65536"/>
              <a:gd name="T20" fmla="*/ 0 60000 65536"/>
              <a:gd name="T21" fmla="*/ 0 w 91"/>
              <a:gd name="T22" fmla="*/ 0 h 445"/>
              <a:gd name="T23" fmla="*/ 91 w 91"/>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445">
                <a:moveTo>
                  <a:pt x="88" y="442"/>
                </a:moveTo>
                <a:lnTo>
                  <a:pt x="91" y="0"/>
                </a:lnTo>
                <a:lnTo>
                  <a:pt x="0" y="0"/>
                </a:lnTo>
                <a:lnTo>
                  <a:pt x="0" y="445"/>
                </a:lnTo>
                <a:lnTo>
                  <a:pt x="91" y="445"/>
                </a:lnTo>
                <a:lnTo>
                  <a:pt x="88" y="44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807" name="Freeform 303">
            <a:extLst>
              <a:ext uri="{FF2B5EF4-FFF2-40B4-BE49-F238E27FC236}">
                <a16:creationId xmlns:a16="http://schemas.microsoft.com/office/drawing/2014/main" id="{36AC34C2-9AD6-4686-8037-D4A42963E80E}"/>
              </a:ext>
            </a:extLst>
          </p:cNvPr>
          <p:cNvSpPr>
            <a:spLocks/>
          </p:cNvSpPr>
          <p:nvPr/>
        </p:nvSpPr>
        <p:spPr bwMode="auto">
          <a:xfrm>
            <a:off x="6763779" y="4037986"/>
            <a:ext cx="102763" cy="489191"/>
          </a:xfrm>
          <a:custGeom>
            <a:avLst/>
            <a:gdLst>
              <a:gd name="T0" fmla="*/ 2147483647 w 91"/>
              <a:gd name="T1" fmla="*/ 2147483647 h 445"/>
              <a:gd name="T2" fmla="*/ 2147483647 w 91"/>
              <a:gd name="T3" fmla="*/ 0 h 445"/>
              <a:gd name="T4" fmla="*/ 0 w 91"/>
              <a:gd name="T5" fmla="*/ 0 h 445"/>
              <a:gd name="T6" fmla="*/ 0 w 91"/>
              <a:gd name="T7" fmla="*/ 2147483647 h 445"/>
              <a:gd name="T8" fmla="*/ 2147483647 w 91"/>
              <a:gd name="T9" fmla="*/ 2147483647 h 445"/>
              <a:gd name="T10" fmla="*/ 2147483647 w 91"/>
              <a:gd name="T11" fmla="*/ 2147483647 h 445"/>
              <a:gd name="T12" fmla="*/ 0 60000 65536"/>
              <a:gd name="T13" fmla="*/ 0 60000 65536"/>
              <a:gd name="T14" fmla="*/ 0 60000 65536"/>
              <a:gd name="T15" fmla="*/ 0 60000 65536"/>
              <a:gd name="T16" fmla="*/ 0 60000 65536"/>
              <a:gd name="T17" fmla="*/ 0 60000 65536"/>
              <a:gd name="T18" fmla="*/ 0 w 91"/>
              <a:gd name="T19" fmla="*/ 0 h 445"/>
              <a:gd name="T20" fmla="*/ 91 w 91"/>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1" h="445">
                <a:moveTo>
                  <a:pt x="88" y="442"/>
                </a:moveTo>
                <a:lnTo>
                  <a:pt x="91" y="0"/>
                </a:lnTo>
                <a:lnTo>
                  <a:pt x="0" y="0"/>
                </a:lnTo>
                <a:lnTo>
                  <a:pt x="0" y="445"/>
                </a:lnTo>
                <a:lnTo>
                  <a:pt x="91"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808" name="Freeform 304">
            <a:extLst>
              <a:ext uri="{FF2B5EF4-FFF2-40B4-BE49-F238E27FC236}">
                <a16:creationId xmlns:a16="http://schemas.microsoft.com/office/drawing/2014/main" id="{B3A5AE65-03F2-4058-A222-8AD25C90C35C}"/>
              </a:ext>
            </a:extLst>
          </p:cNvPr>
          <p:cNvSpPr>
            <a:spLocks/>
          </p:cNvSpPr>
          <p:nvPr/>
        </p:nvSpPr>
        <p:spPr bwMode="auto">
          <a:xfrm>
            <a:off x="7422139" y="4037986"/>
            <a:ext cx="103893" cy="489191"/>
          </a:xfrm>
          <a:custGeom>
            <a:avLst/>
            <a:gdLst>
              <a:gd name="T0" fmla="*/ 2147483647 w 92"/>
              <a:gd name="T1" fmla="*/ 2147483647 h 445"/>
              <a:gd name="T2" fmla="*/ 2147483647 w 92"/>
              <a:gd name="T3" fmla="*/ 0 h 445"/>
              <a:gd name="T4" fmla="*/ 0 w 92"/>
              <a:gd name="T5" fmla="*/ 0 h 445"/>
              <a:gd name="T6" fmla="*/ 0 w 92"/>
              <a:gd name="T7" fmla="*/ 2147483647 h 445"/>
              <a:gd name="T8" fmla="*/ 2147483647 w 92"/>
              <a:gd name="T9" fmla="*/ 2147483647 h 445"/>
              <a:gd name="T10" fmla="*/ 2147483647 w 92"/>
              <a:gd name="T11" fmla="*/ 2147483647 h 445"/>
              <a:gd name="T12" fmla="*/ 2147483647 w 92"/>
              <a:gd name="T13" fmla="*/ 2147483647 h 445"/>
              <a:gd name="T14" fmla="*/ 0 60000 65536"/>
              <a:gd name="T15" fmla="*/ 0 60000 65536"/>
              <a:gd name="T16" fmla="*/ 0 60000 65536"/>
              <a:gd name="T17" fmla="*/ 0 60000 65536"/>
              <a:gd name="T18" fmla="*/ 0 60000 65536"/>
              <a:gd name="T19" fmla="*/ 0 60000 65536"/>
              <a:gd name="T20" fmla="*/ 0 60000 65536"/>
              <a:gd name="T21" fmla="*/ 0 w 92"/>
              <a:gd name="T22" fmla="*/ 0 h 445"/>
              <a:gd name="T23" fmla="*/ 92 w 92"/>
              <a:gd name="T24" fmla="*/ 445 h 4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 h="445">
                <a:moveTo>
                  <a:pt x="92" y="442"/>
                </a:moveTo>
                <a:lnTo>
                  <a:pt x="92" y="0"/>
                </a:lnTo>
                <a:lnTo>
                  <a:pt x="0" y="0"/>
                </a:lnTo>
                <a:lnTo>
                  <a:pt x="0" y="445"/>
                </a:lnTo>
                <a:lnTo>
                  <a:pt x="92" y="445"/>
                </a:lnTo>
                <a:lnTo>
                  <a:pt x="92" y="442"/>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809" name="Freeform 305">
            <a:extLst>
              <a:ext uri="{FF2B5EF4-FFF2-40B4-BE49-F238E27FC236}">
                <a16:creationId xmlns:a16="http://schemas.microsoft.com/office/drawing/2014/main" id="{A214616F-CC41-4440-AA96-35CADF2DA54E}"/>
              </a:ext>
            </a:extLst>
          </p:cNvPr>
          <p:cNvSpPr>
            <a:spLocks/>
          </p:cNvSpPr>
          <p:nvPr/>
        </p:nvSpPr>
        <p:spPr bwMode="auto">
          <a:xfrm>
            <a:off x="7422139" y="4037986"/>
            <a:ext cx="103893" cy="489191"/>
          </a:xfrm>
          <a:custGeom>
            <a:avLst/>
            <a:gdLst>
              <a:gd name="T0" fmla="*/ 2147483647 w 92"/>
              <a:gd name="T1" fmla="*/ 2147483647 h 445"/>
              <a:gd name="T2" fmla="*/ 2147483647 w 92"/>
              <a:gd name="T3" fmla="*/ 0 h 445"/>
              <a:gd name="T4" fmla="*/ 0 w 92"/>
              <a:gd name="T5" fmla="*/ 0 h 445"/>
              <a:gd name="T6" fmla="*/ 0 w 92"/>
              <a:gd name="T7" fmla="*/ 2147483647 h 445"/>
              <a:gd name="T8" fmla="*/ 2147483647 w 92"/>
              <a:gd name="T9" fmla="*/ 2147483647 h 445"/>
              <a:gd name="T10" fmla="*/ 2147483647 w 92"/>
              <a:gd name="T11" fmla="*/ 2147483647 h 445"/>
              <a:gd name="T12" fmla="*/ 0 60000 65536"/>
              <a:gd name="T13" fmla="*/ 0 60000 65536"/>
              <a:gd name="T14" fmla="*/ 0 60000 65536"/>
              <a:gd name="T15" fmla="*/ 0 60000 65536"/>
              <a:gd name="T16" fmla="*/ 0 60000 65536"/>
              <a:gd name="T17" fmla="*/ 0 60000 65536"/>
              <a:gd name="T18" fmla="*/ 0 w 92"/>
              <a:gd name="T19" fmla="*/ 0 h 445"/>
              <a:gd name="T20" fmla="*/ 92 w 92"/>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2" h="445">
                <a:moveTo>
                  <a:pt x="92" y="442"/>
                </a:moveTo>
                <a:lnTo>
                  <a:pt x="92" y="0"/>
                </a:lnTo>
                <a:lnTo>
                  <a:pt x="0" y="0"/>
                </a:lnTo>
                <a:lnTo>
                  <a:pt x="0" y="445"/>
                </a:lnTo>
                <a:lnTo>
                  <a:pt x="92"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822" name="Rectangle 318">
            <a:extLst>
              <a:ext uri="{FF2B5EF4-FFF2-40B4-BE49-F238E27FC236}">
                <a16:creationId xmlns:a16="http://schemas.microsoft.com/office/drawing/2014/main" id="{C534F98B-6D3C-4324-856E-079147EAB347}"/>
              </a:ext>
            </a:extLst>
          </p:cNvPr>
          <p:cNvSpPr>
            <a:spLocks noChangeArrowheads="1"/>
          </p:cNvSpPr>
          <p:nvPr/>
        </p:nvSpPr>
        <p:spPr bwMode="auto">
          <a:xfrm>
            <a:off x="2451122" y="1249050"/>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72823" name="Rectangle 319">
            <a:extLst>
              <a:ext uri="{FF2B5EF4-FFF2-40B4-BE49-F238E27FC236}">
                <a16:creationId xmlns:a16="http://schemas.microsoft.com/office/drawing/2014/main" id="{06E965FC-C4B3-4763-A416-B5A017D0658C}"/>
              </a:ext>
            </a:extLst>
          </p:cNvPr>
          <p:cNvSpPr>
            <a:spLocks noChangeArrowheads="1"/>
          </p:cNvSpPr>
          <p:nvPr/>
        </p:nvSpPr>
        <p:spPr bwMode="auto">
          <a:xfrm>
            <a:off x="2517748" y="1249050"/>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72824" name="Rectangle 320">
            <a:extLst>
              <a:ext uri="{FF2B5EF4-FFF2-40B4-BE49-F238E27FC236}">
                <a16:creationId xmlns:a16="http://schemas.microsoft.com/office/drawing/2014/main" id="{EEEA0417-7FD9-44CF-BDD6-FAEFC0169B5A}"/>
              </a:ext>
            </a:extLst>
          </p:cNvPr>
          <p:cNvSpPr>
            <a:spLocks noChangeArrowheads="1"/>
          </p:cNvSpPr>
          <p:nvPr/>
        </p:nvSpPr>
        <p:spPr bwMode="auto">
          <a:xfrm>
            <a:off x="3110612" y="1249050"/>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72825" name="Rectangle 321">
            <a:extLst>
              <a:ext uri="{FF2B5EF4-FFF2-40B4-BE49-F238E27FC236}">
                <a16:creationId xmlns:a16="http://schemas.microsoft.com/office/drawing/2014/main" id="{C57FD17D-CA3E-4197-BD3E-2634F8181C72}"/>
              </a:ext>
            </a:extLst>
          </p:cNvPr>
          <p:cNvSpPr>
            <a:spLocks noChangeArrowheads="1"/>
          </p:cNvSpPr>
          <p:nvPr/>
        </p:nvSpPr>
        <p:spPr bwMode="auto">
          <a:xfrm>
            <a:off x="3177238" y="1249050"/>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72826" name="Rectangle 322">
            <a:extLst>
              <a:ext uri="{FF2B5EF4-FFF2-40B4-BE49-F238E27FC236}">
                <a16:creationId xmlns:a16="http://schemas.microsoft.com/office/drawing/2014/main" id="{4EE6D361-BFEA-4900-ADC4-FDD8850B226D}"/>
              </a:ext>
            </a:extLst>
          </p:cNvPr>
          <p:cNvSpPr>
            <a:spLocks noChangeArrowheads="1"/>
          </p:cNvSpPr>
          <p:nvPr/>
        </p:nvSpPr>
        <p:spPr bwMode="auto">
          <a:xfrm>
            <a:off x="3770102" y="1249050"/>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72827" name="Rectangle 323">
            <a:extLst>
              <a:ext uri="{FF2B5EF4-FFF2-40B4-BE49-F238E27FC236}">
                <a16:creationId xmlns:a16="http://schemas.microsoft.com/office/drawing/2014/main" id="{FB9D620A-EAFD-4898-8CF2-A94E08105739}"/>
              </a:ext>
            </a:extLst>
          </p:cNvPr>
          <p:cNvSpPr>
            <a:spLocks noChangeArrowheads="1"/>
          </p:cNvSpPr>
          <p:nvPr/>
        </p:nvSpPr>
        <p:spPr bwMode="auto">
          <a:xfrm>
            <a:off x="3836727" y="1249050"/>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72828" name="Rectangle 324">
            <a:extLst>
              <a:ext uri="{FF2B5EF4-FFF2-40B4-BE49-F238E27FC236}">
                <a16:creationId xmlns:a16="http://schemas.microsoft.com/office/drawing/2014/main" id="{2725A825-8CC6-43EE-BFE9-64E9AB1DD9F3}"/>
              </a:ext>
            </a:extLst>
          </p:cNvPr>
          <p:cNvSpPr>
            <a:spLocks noChangeArrowheads="1"/>
          </p:cNvSpPr>
          <p:nvPr/>
        </p:nvSpPr>
        <p:spPr bwMode="auto">
          <a:xfrm>
            <a:off x="4429591" y="1249050"/>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72829" name="Rectangle 325">
            <a:extLst>
              <a:ext uri="{FF2B5EF4-FFF2-40B4-BE49-F238E27FC236}">
                <a16:creationId xmlns:a16="http://schemas.microsoft.com/office/drawing/2014/main" id="{6089710C-3172-4BE8-803F-CBBB270F77D4}"/>
              </a:ext>
            </a:extLst>
          </p:cNvPr>
          <p:cNvSpPr>
            <a:spLocks noChangeArrowheads="1"/>
          </p:cNvSpPr>
          <p:nvPr/>
        </p:nvSpPr>
        <p:spPr bwMode="auto">
          <a:xfrm>
            <a:off x="4496217" y="1249050"/>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72830" name="Rectangle 326">
            <a:extLst>
              <a:ext uri="{FF2B5EF4-FFF2-40B4-BE49-F238E27FC236}">
                <a16:creationId xmlns:a16="http://schemas.microsoft.com/office/drawing/2014/main" id="{F17248EB-AE7A-4061-A227-072EA1C2C035}"/>
              </a:ext>
            </a:extLst>
          </p:cNvPr>
          <p:cNvSpPr>
            <a:spLocks noChangeArrowheads="1"/>
          </p:cNvSpPr>
          <p:nvPr/>
        </p:nvSpPr>
        <p:spPr bwMode="auto">
          <a:xfrm>
            <a:off x="4952440" y="1249050"/>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72831" name="Rectangle 327">
            <a:extLst>
              <a:ext uri="{FF2B5EF4-FFF2-40B4-BE49-F238E27FC236}">
                <a16:creationId xmlns:a16="http://schemas.microsoft.com/office/drawing/2014/main" id="{7834B3AE-A24D-44B0-867C-70CC44E634D9}"/>
              </a:ext>
            </a:extLst>
          </p:cNvPr>
          <p:cNvSpPr>
            <a:spLocks noChangeArrowheads="1"/>
          </p:cNvSpPr>
          <p:nvPr/>
        </p:nvSpPr>
        <p:spPr bwMode="auto">
          <a:xfrm>
            <a:off x="5022455" y="1249050"/>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72832" name="Rectangle 328">
            <a:extLst>
              <a:ext uri="{FF2B5EF4-FFF2-40B4-BE49-F238E27FC236}">
                <a16:creationId xmlns:a16="http://schemas.microsoft.com/office/drawing/2014/main" id="{3788243E-6DDC-4D48-B898-0A514DE05DD1}"/>
              </a:ext>
            </a:extLst>
          </p:cNvPr>
          <p:cNvSpPr>
            <a:spLocks noChangeArrowheads="1"/>
          </p:cNvSpPr>
          <p:nvPr/>
        </p:nvSpPr>
        <p:spPr bwMode="auto">
          <a:xfrm>
            <a:off x="5089081" y="1249050"/>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833" name="Rectangle 329">
            <a:extLst>
              <a:ext uri="{FF2B5EF4-FFF2-40B4-BE49-F238E27FC236}">
                <a16:creationId xmlns:a16="http://schemas.microsoft.com/office/drawing/2014/main" id="{368F3CF2-C5D7-4DAB-8428-98ACDB66B8FA}"/>
              </a:ext>
            </a:extLst>
          </p:cNvPr>
          <p:cNvSpPr>
            <a:spLocks noChangeArrowheads="1"/>
          </p:cNvSpPr>
          <p:nvPr/>
        </p:nvSpPr>
        <p:spPr bwMode="auto">
          <a:xfrm>
            <a:off x="5121830" y="1249050"/>
            <a:ext cx="62" cy="255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72834" name="Rectangle 330">
            <a:extLst>
              <a:ext uri="{FF2B5EF4-FFF2-40B4-BE49-F238E27FC236}">
                <a16:creationId xmlns:a16="http://schemas.microsoft.com/office/drawing/2014/main" id="{0E8DB560-EA3D-4BC2-A839-997E6AA4602B}"/>
              </a:ext>
            </a:extLst>
          </p:cNvPr>
          <p:cNvSpPr>
            <a:spLocks noChangeArrowheads="1"/>
          </p:cNvSpPr>
          <p:nvPr/>
        </p:nvSpPr>
        <p:spPr bwMode="auto">
          <a:xfrm>
            <a:off x="5157966" y="1249050"/>
            <a:ext cx="9730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72835" name="Rectangle 331">
            <a:extLst>
              <a:ext uri="{FF2B5EF4-FFF2-40B4-BE49-F238E27FC236}">
                <a16:creationId xmlns:a16="http://schemas.microsoft.com/office/drawing/2014/main" id="{63CA8F8F-DEF5-459A-BA20-73AAD15CF51A}"/>
              </a:ext>
            </a:extLst>
          </p:cNvPr>
          <p:cNvSpPr>
            <a:spLocks noChangeArrowheads="1"/>
          </p:cNvSpPr>
          <p:nvPr/>
        </p:nvSpPr>
        <p:spPr bwMode="auto">
          <a:xfrm>
            <a:off x="5285573" y="1249050"/>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72836" name="Rectangle 332">
            <a:extLst>
              <a:ext uri="{FF2B5EF4-FFF2-40B4-BE49-F238E27FC236}">
                <a16:creationId xmlns:a16="http://schemas.microsoft.com/office/drawing/2014/main" id="{03937BA4-6B56-4571-8334-EF603E8D2CB2}"/>
              </a:ext>
            </a:extLst>
          </p:cNvPr>
          <p:cNvSpPr>
            <a:spLocks noChangeArrowheads="1"/>
          </p:cNvSpPr>
          <p:nvPr/>
        </p:nvSpPr>
        <p:spPr bwMode="auto">
          <a:xfrm>
            <a:off x="5811810" y="1249050"/>
            <a:ext cx="15812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-20</a:t>
            </a:r>
            <a:endParaRPr lang="zh-TW" altLang="en-US" sz="1800" b="0">
              <a:latin typeface="Times New Roman" panose="02020603050405020304" pitchFamily="18" charset="0"/>
              <a:ea typeface="新細明體" panose="02020500000000000000" pitchFamily="18" charset="-120"/>
            </a:endParaRPr>
          </a:p>
        </p:txBody>
      </p:sp>
      <p:sp>
        <p:nvSpPr>
          <p:cNvPr id="72837" name="Rectangle 333">
            <a:extLst>
              <a:ext uri="{FF2B5EF4-FFF2-40B4-BE49-F238E27FC236}">
                <a16:creationId xmlns:a16="http://schemas.microsoft.com/office/drawing/2014/main" id="{E9D77877-2411-4AF7-B7EF-6D17CABFF507}"/>
              </a:ext>
            </a:extLst>
          </p:cNvPr>
          <p:cNvSpPr>
            <a:spLocks noChangeArrowheads="1"/>
          </p:cNvSpPr>
          <p:nvPr/>
        </p:nvSpPr>
        <p:spPr bwMode="auto">
          <a:xfrm>
            <a:off x="6470170" y="1249050"/>
            <a:ext cx="9730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72838" name="Rectangle 334">
            <a:extLst>
              <a:ext uri="{FF2B5EF4-FFF2-40B4-BE49-F238E27FC236}">
                <a16:creationId xmlns:a16="http://schemas.microsoft.com/office/drawing/2014/main" id="{222D2EFF-EA5F-4ECF-8776-C4A0BDC4E342}"/>
              </a:ext>
            </a:extLst>
          </p:cNvPr>
          <p:cNvSpPr>
            <a:spLocks noChangeArrowheads="1"/>
          </p:cNvSpPr>
          <p:nvPr/>
        </p:nvSpPr>
        <p:spPr bwMode="auto">
          <a:xfrm>
            <a:off x="6536796" y="1249050"/>
            <a:ext cx="91223"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0</a:t>
            </a:r>
            <a:endParaRPr lang="zh-TW" altLang="en-US" sz="1800" b="0">
              <a:latin typeface="Times New Roman" panose="02020603050405020304" pitchFamily="18" charset="0"/>
              <a:ea typeface="新細明體" panose="02020500000000000000" pitchFamily="18" charset="-120"/>
            </a:endParaRPr>
          </a:p>
        </p:txBody>
      </p:sp>
      <p:sp>
        <p:nvSpPr>
          <p:cNvPr id="72839" name="Rectangle 335">
            <a:extLst>
              <a:ext uri="{FF2B5EF4-FFF2-40B4-BE49-F238E27FC236}">
                <a16:creationId xmlns:a16="http://schemas.microsoft.com/office/drawing/2014/main" id="{ACA29B5C-9D54-4BC1-9E48-D0F6E42C17D4}"/>
              </a:ext>
            </a:extLst>
          </p:cNvPr>
          <p:cNvSpPr>
            <a:spLocks noChangeArrowheads="1"/>
          </p:cNvSpPr>
          <p:nvPr/>
        </p:nvSpPr>
        <p:spPr bwMode="auto">
          <a:xfrm>
            <a:off x="7129659" y="1249050"/>
            <a:ext cx="9730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72840" name="Rectangle 336">
            <a:extLst>
              <a:ext uri="{FF2B5EF4-FFF2-40B4-BE49-F238E27FC236}">
                <a16:creationId xmlns:a16="http://schemas.microsoft.com/office/drawing/2014/main" id="{DF4BD854-F5EF-4268-956E-81A0E9019ADD}"/>
              </a:ext>
            </a:extLst>
          </p:cNvPr>
          <p:cNvSpPr>
            <a:spLocks noChangeArrowheads="1"/>
          </p:cNvSpPr>
          <p:nvPr/>
        </p:nvSpPr>
        <p:spPr bwMode="auto">
          <a:xfrm>
            <a:off x="7200804" y="1249050"/>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72841" name="Rectangle 337">
            <a:extLst>
              <a:ext uri="{FF2B5EF4-FFF2-40B4-BE49-F238E27FC236}">
                <a16:creationId xmlns:a16="http://schemas.microsoft.com/office/drawing/2014/main" id="{0E5369B1-C226-4438-9003-623583CBDF9B}"/>
              </a:ext>
            </a:extLst>
          </p:cNvPr>
          <p:cNvSpPr>
            <a:spLocks noChangeArrowheads="1"/>
          </p:cNvSpPr>
          <p:nvPr/>
        </p:nvSpPr>
        <p:spPr bwMode="auto">
          <a:xfrm>
            <a:off x="7743979" y="1249050"/>
            <a:ext cx="9730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72843" name="Rectangle 339">
            <a:extLst>
              <a:ext uri="{FF2B5EF4-FFF2-40B4-BE49-F238E27FC236}">
                <a16:creationId xmlns:a16="http://schemas.microsoft.com/office/drawing/2014/main" id="{C7420AC7-0184-44C0-B35C-25AE66508572}"/>
              </a:ext>
            </a:extLst>
          </p:cNvPr>
          <p:cNvSpPr>
            <a:spLocks noChangeArrowheads="1"/>
          </p:cNvSpPr>
          <p:nvPr/>
        </p:nvSpPr>
        <p:spPr bwMode="auto">
          <a:xfrm>
            <a:off x="1458499" y="3110173"/>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o</a:t>
            </a:r>
            <a:endParaRPr lang="en-US" altLang="zh-TW" sz="1800" b="0">
              <a:latin typeface="Times New Roman" panose="02020603050405020304" pitchFamily="18" charset="0"/>
              <a:ea typeface="新細明體" panose="02020500000000000000" pitchFamily="18" charset="-120"/>
            </a:endParaRPr>
          </a:p>
        </p:txBody>
      </p:sp>
      <p:sp>
        <p:nvSpPr>
          <p:cNvPr id="72844" name="Rectangle 340">
            <a:extLst>
              <a:ext uri="{FF2B5EF4-FFF2-40B4-BE49-F238E27FC236}">
                <a16:creationId xmlns:a16="http://schemas.microsoft.com/office/drawing/2014/main" id="{3C80E58A-1EEE-41AE-9544-B33325EFBA4D}"/>
              </a:ext>
            </a:extLst>
          </p:cNvPr>
          <p:cNvSpPr>
            <a:spLocks noChangeArrowheads="1"/>
          </p:cNvSpPr>
          <p:nvPr/>
        </p:nvSpPr>
        <p:spPr bwMode="auto">
          <a:xfrm>
            <a:off x="1525126" y="3110173"/>
            <a:ext cx="36489"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2845" name="Rectangle 341">
            <a:extLst>
              <a:ext uri="{FF2B5EF4-FFF2-40B4-BE49-F238E27FC236}">
                <a16:creationId xmlns:a16="http://schemas.microsoft.com/office/drawing/2014/main" id="{49A7F660-8872-4AA6-952F-2BB3F2F76441}"/>
              </a:ext>
            </a:extLst>
          </p:cNvPr>
          <p:cNvSpPr>
            <a:spLocks noChangeArrowheads="1"/>
          </p:cNvSpPr>
          <p:nvPr/>
        </p:nvSpPr>
        <p:spPr bwMode="auto">
          <a:xfrm>
            <a:off x="1565780" y="3110173"/>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2846" name="Rectangle 342">
            <a:extLst>
              <a:ext uri="{FF2B5EF4-FFF2-40B4-BE49-F238E27FC236}">
                <a16:creationId xmlns:a16="http://schemas.microsoft.com/office/drawing/2014/main" id="{E0C40BB7-74E6-439E-9F6F-7ADA7ACE080F}"/>
              </a:ext>
            </a:extLst>
          </p:cNvPr>
          <p:cNvSpPr>
            <a:spLocks noChangeArrowheads="1"/>
          </p:cNvSpPr>
          <p:nvPr/>
        </p:nvSpPr>
        <p:spPr bwMode="auto">
          <a:xfrm>
            <a:off x="1603045" y="3110173"/>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847" name="Rectangle 343">
            <a:extLst>
              <a:ext uri="{FF2B5EF4-FFF2-40B4-BE49-F238E27FC236}">
                <a16:creationId xmlns:a16="http://schemas.microsoft.com/office/drawing/2014/main" id="{22C030FC-A8F6-4E42-B081-DE6EFBE8650B}"/>
              </a:ext>
            </a:extLst>
          </p:cNvPr>
          <p:cNvSpPr>
            <a:spLocks noChangeArrowheads="1"/>
          </p:cNvSpPr>
          <p:nvPr/>
        </p:nvSpPr>
        <p:spPr bwMode="auto">
          <a:xfrm>
            <a:off x="1669672" y="3110173"/>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72848" name="Rectangle 344">
            <a:extLst>
              <a:ext uri="{FF2B5EF4-FFF2-40B4-BE49-F238E27FC236}">
                <a16:creationId xmlns:a16="http://schemas.microsoft.com/office/drawing/2014/main" id="{097E0413-22EB-4BA6-8008-2F66D55AD7A6}"/>
              </a:ext>
            </a:extLst>
          </p:cNvPr>
          <p:cNvSpPr>
            <a:spLocks noChangeArrowheads="1"/>
          </p:cNvSpPr>
          <p:nvPr/>
        </p:nvSpPr>
        <p:spPr bwMode="auto">
          <a:xfrm>
            <a:off x="1740815" y="3110173"/>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3</a:t>
            </a:r>
            <a:endParaRPr lang="zh-TW" altLang="en-US" sz="1800" b="0">
              <a:latin typeface="Times New Roman" panose="02020603050405020304" pitchFamily="18" charset="0"/>
              <a:ea typeface="新細明體" panose="02020500000000000000" pitchFamily="18" charset="-120"/>
            </a:endParaRPr>
          </a:p>
        </p:txBody>
      </p:sp>
      <p:sp>
        <p:nvSpPr>
          <p:cNvPr id="72849" name="Rectangle 345">
            <a:extLst>
              <a:ext uri="{FF2B5EF4-FFF2-40B4-BE49-F238E27FC236}">
                <a16:creationId xmlns:a16="http://schemas.microsoft.com/office/drawing/2014/main" id="{A63D9E30-05F2-4613-B7FE-08E051BAAFD1}"/>
              </a:ext>
            </a:extLst>
          </p:cNvPr>
          <p:cNvSpPr>
            <a:spLocks noChangeArrowheads="1"/>
          </p:cNvSpPr>
          <p:nvPr/>
        </p:nvSpPr>
        <p:spPr bwMode="auto">
          <a:xfrm>
            <a:off x="1807443" y="3110173"/>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850" name="Rectangle 346">
            <a:extLst>
              <a:ext uri="{FF2B5EF4-FFF2-40B4-BE49-F238E27FC236}">
                <a16:creationId xmlns:a16="http://schemas.microsoft.com/office/drawing/2014/main" id="{CA69BC49-0FEA-4C1B-B4D3-219CE96A46D6}"/>
              </a:ext>
            </a:extLst>
          </p:cNvPr>
          <p:cNvSpPr>
            <a:spLocks noChangeArrowheads="1"/>
          </p:cNvSpPr>
          <p:nvPr/>
        </p:nvSpPr>
        <p:spPr bwMode="auto">
          <a:xfrm>
            <a:off x="1840190" y="3110173"/>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2851" name="Rectangle 347">
            <a:extLst>
              <a:ext uri="{FF2B5EF4-FFF2-40B4-BE49-F238E27FC236}">
                <a16:creationId xmlns:a16="http://schemas.microsoft.com/office/drawing/2014/main" id="{45681927-E561-4B10-8BA0-69DB69DF6937}"/>
              </a:ext>
            </a:extLst>
          </p:cNvPr>
          <p:cNvSpPr>
            <a:spLocks noChangeArrowheads="1"/>
          </p:cNvSpPr>
          <p:nvPr/>
        </p:nvSpPr>
        <p:spPr bwMode="auto">
          <a:xfrm>
            <a:off x="1877456" y="3110173"/>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852" name="Rectangle 348">
            <a:extLst>
              <a:ext uri="{FF2B5EF4-FFF2-40B4-BE49-F238E27FC236}">
                <a16:creationId xmlns:a16="http://schemas.microsoft.com/office/drawing/2014/main" id="{6C6AFFAF-CE59-4046-B840-460B98B7BE67}"/>
              </a:ext>
            </a:extLst>
          </p:cNvPr>
          <p:cNvSpPr>
            <a:spLocks noChangeArrowheads="1"/>
          </p:cNvSpPr>
          <p:nvPr/>
        </p:nvSpPr>
        <p:spPr bwMode="auto">
          <a:xfrm>
            <a:off x="1944083" y="3110173"/>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6</a:t>
            </a:r>
            <a:endParaRPr lang="zh-TW" altLang="en-US" sz="1800" b="0">
              <a:latin typeface="Times New Roman" panose="02020603050405020304" pitchFamily="18" charset="0"/>
              <a:ea typeface="新細明體" panose="02020500000000000000" pitchFamily="18" charset="-120"/>
            </a:endParaRPr>
          </a:p>
        </p:txBody>
      </p:sp>
      <p:sp>
        <p:nvSpPr>
          <p:cNvPr id="72853" name="Rectangle 349">
            <a:extLst>
              <a:ext uri="{FF2B5EF4-FFF2-40B4-BE49-F238E27FC236}">
                <a16:creationId xmlns:a16="http://schemas.microsoft.com/office/drawing/2014/main" id="{8A8EA72B-CE0F-4306-8F94-1514401FA102}"/>
              </a:ext>
            </a:extLst>
          </p:cNvPr>
          <p:cNvSpPr>
            <a:spLocks noChangeArrowheads="1"/>
          </p:cNvSpPr>
          <p:nvPr/>
        </p:nvSpPr>
        <p:spPr bwMode="auto">
          <a:xfrm>
            <a:off x="2014097" y="3110173"/>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854" name="Rectangle 350">
            <a:extLst>
              <a:ext uri="{FF2B5EF4-FFF2-40B4-BE49-F238E27FC236}">
                <a16:creationId xmlns:a16="http://schemas.microsoft.com/office/drawing/2014/main" id="{8E745929-13BC-4290-A32D-1885D8F6B58C}"/>
              </a:ext>
            </a:extLst>
          </p:cNvPr>
          <p:cNvSpPr>
            <a:spLocks noChangeArrowheads="1"/>
          </p:cNvSpPr>
          <p:nvPr/>
        </p:nvSpPr>
        <p:spPr bwMode="auto">
          <a:xfrm>
            <a:off x="2047975" y="3110173"/>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2855" name="Rectangle 351">
            <a:extLst>
              <a:ext uri="{FF2B5EF4-FFF2-40B4-BE49-F238E27FC236}">
                <a16:creationId xmlns:a16="http://schemas.microsoft.com/office/drawing/2014/main" id="{97F8DD52-6AA9-4470-A86A-A54CBEFECB5C}"/>
              </a:ext>
            </a:extLst>
          </p:cNvPr>
          <p:cNvSpPr>
            <a:spLocks noChangeArrowheads="1"/>
          </p:cNvSpPr>
          <p:nvPr/>
        </p:nvSpPr>
        <p:spPr bwMode="auto">
          <a:xfrm>
            <a:off x="2080724" y="3110173"/>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856" name="Rectangle 352">
            <a:extLst>
              <a:ext uri="{FF2B5EF4-FFF2-40B4-BE49-F238E27FC236}">
                <a16:creationId xmlns:a16="http://schemas.microsoft.com/office/drawing/2014/main" id="{6AD05510-A580-42AF-8A84-E0E6E88D3699}"/>
              </a:ext>
            </a:extLst>
          </p:cNvPr>
          <p:cNvSpPr>
            <a:spLocks noChangeArrowheads="1"/>
          </p:cNvSpPr>
          <p:nvPr/>
        </p:nvSpPr>
        <p:spPr bwMode="auto">
          <a:xfrm>
            <a:off x="2151867" y="3110173"/>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72857" name="Rectangle 353">
            <a:extLst>
              <a:ext uri="{FF2B5EF4-FFF2-40B4-BE49-F238E27FC236}">
                <a16:creationId xmlns:a16="http://schemas.microsoft.com/office/drawing/2014/main" id="{2A768361-0575-4459-B054-64813CC4A272}"/>
              </a:ext>
            </a:extLst>
          </p:cNvPr>
          <p:cNvSpPr>
            <a:spLocks noChangeArrowheads="1"/>
          </p:cNvSpPr>
          <p:nvPr/>
        </p:nvSpPr>
        <p:spPr bwMode="auto">
          <a:xfrm>
            <a:off x="1458499" y="365762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a</a:t>
            </a:r>
            <a:endParaRPr lang="en-US" altLang="zh-TW" sz="1800" b="0">
              <a:latin typeface="Times New Roman" panose="02020603050405020304" pitchFamily="18" charset="0"/>
              <a:ea typeface="新細明體" panose="02020500000000000000" pitchFamily="18" charset="-120"/>
            </a:endParaRPr>
          </a:p>
        </p:txBody>
      </p:sp>
      <p:sp>
        <p:nvSpPr>
          <p:cNvPr id="72858" name="Rectangle 354">
            <a:extLst>
              <a:ext uri="{FF2B5EF4-FFF2-40B4-BE49-F238E27FC236}">
                <a16:creationId xmlns:a16="http://schemas.microsoft.com/office/drawing/2014/main" id="{874636DE-EC2F-47D7-8DD2-EFE23844EDC4}"/>
              </a:ext>
            </a:extLst>
          </p:cNvPr>
          <p:cNvSpPr>
            <a:spLocks noChangeArrowheads="1"/>
          </p:cNvSpPr>
          <p:nvPr/>
        </p:nvSpPr>
        <p:spPr bwMode="auto">
          <a:xfrm>
            <a:off x="1525126" y="365762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72859" name="Rectangle 355">
            <a:extLst>
              <a:ext uri="{FF2B5EF4-FFF2-40B4-BE49-F238E27FC236}">
                <a16:creationId xmlns:a16="http://schemas.microsoft.com/office/drawing/2014/main" id="{740DA874-89F4-410B-B7D9-8657CF0DB0CB}"/>
              </a:ext>
            </a:extLst>
          </p:cNvPr>
          <p:cNvSpPr>
            <a:spLocks noChangeArrowheads="1"/>
          </p:cNvSpPr>
          <p:nvPr/>
        </p:nvSpPr>
        <p:spPr bwMode="auto">
          <a:xfrm>
            <a:off x="1596269" y="365762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72860" name="Rectangle 356">
            <a:extLst>
              <a:ext uri="{FF2B5EF4-FFF2-40B4-BE49-F238E27FC236}">
                <a16:creationId xmlns:a16="http://schemas.microsoft.com/office/drawing/2014/main" id="{533C2D9B-3157-44ED-92D3-38FD2A12C0FF}"/>
              </a:ext>
            </a:extLst>
          </p:cNvPr>
          <p:cNvSpPr>
            <a:spLocks noChangeArrowheads="1"/>
          </p:cNvSpPr>
          <p:nvPr/>
        </p:nvSpPr>
        <p:spPr bwMode="auto">
          <a:xfrm>
            <a:off x="1662897" y="3657626"/>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2861" name="Rectangle 357">
            <a:extLst>
              <a:ext uri="{FF2B5EF4-FFF2-40B4-BE49-F238E27FC236}">
                <a16:creationId xmlns:a16="http://schemas.microsoft.com/office/drawing/2014/main" id="{0C4DE29D-CB2A-419E-92F6-DDD66BDCB91C}"/>
              </a:ext>
            </a:extLst>
          </p:cNvPr>
          <p:cNvSpPr>
            <a:spLocks noChangeArrowheads="1"/>
          </p:cNvSpPr>
          <p:nvPr/>
        </p:nvSpPr>
        <p:spPr bwMode="auto">
          <a:xfrm>
            <a:off x="1700162" y="365762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862" name="Rectangle 358">
            <a:extLst>
              <a:ext uri="{FF2B5EF4-FFF2-40B4-BE49-F238E27FC236}">
                <a16:creationId xmlns:a16="http://schemas.microsoft.com/office/drawing/2014/main" id="{DB5655CE-FC0D-497A-9F57-B292825A191E}"/>
              </a:ext>
            </a:extLst>
          </p:cNvPr>
          <p:cNvSpPr>
            <a:spLocks noChangeArrowheads="1"/>
          </p:cNvSpPr>
          <p:nvPr/>
        </p:nvSpPr>
        <p:spPr bwMode="auto">
          <a:xfrm>
            <a:off x="1766789" y="365762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72863" name="Rectangle 359">
            <a:extLst>
              <a:ext uri="{FF2B5EF4-FFF2-40B4-BE49-F238E27FC236}">
                <a16:creationId xmlns:a16="http://schemas.microsoft.com/office/drawing/2014/main" id="{E36E2B74-2790-437A-A3BB-CB1D933D2FD6}"/>
              </a:ext>
            </a:extLst>
          </p:cNvPr>
          <p:cNvSpPr>
            <a:spLocks noChangeArrowheads="1"/>
          </p:cNvSpPr>
          <p:nvPr/>
        </p:nvSpPr>
        <p:spPr bwMode="auto">
          <a:xfrm>
            <a:off x="1836803" y="365762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4</a:t>
            </a:r>
            <a:endParaRPr lang="zh-TW" altLang="en-US" sz="1800" b="0">
              <a:latin typeface="Times New Roman" panose="02020603050405020304" pitchFamily="18" charset="0"/>
              <a:ea typeface="新細明體" panose="02020500000000000000" pitchFamily="18" charset="-120"/>
            </a:endParaRPr>
          </a:p>
        </p:txBody>
      </p:sp>
      <p:sp>
        <p:nvSpPr>
          <p:cNvPr id="72864" name="Rectangle 360">
            <a:extLst>
              <a:ext uri="{FF2B5EF4-FFF2-40B4-BE49-F238E27FC236}">
                <a16:creationId xmlns:a16="http://schemas.microsoft.com/office/drawing/2014/main" id="{130C65F2-6ECE-4AD7-A53F-29432CA7ED64}"/>
              </a:ext>
            </a:extLst>
          </p:cNvPr>
          <p:cNvSpPr>
            <a:spLocks noChangeArrowheads="1"/>
          </p:cNvSpPr>
          <p:nvPr/>
        </p:nvSpPr>
        <p:spPr bwMode="auto">
          <a:xfrm>
            <a:off x="1903429" y="3657626"/>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865" name="Rectangle 361">
            <a:extLst>
              <a:ext uri="{FF2B5EF4-FFF2-40B4-BE49-F238E27FC236}">
                <a16:creationId xmlns:a16="http://schemas.microsoft.com/office/drawing/2014/main" id="{91709FB3-6FEC-4565-AB31-FD8ADF5386FF}"/>
              </a:ext>
            </a:extLst>
          </p:cNvPr>
          <p:cNvSpPr>
            <a:spLocks noChangeArrowheads="1"/>
          </p:cNvSpPr>
          <p:nvPr/>
        </p:nvSpPr>
        <p:spPr bwMode="auto">
          <a:xfrm>
            <a:off x="1937307" y="3657626"/>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2866" name="Rectangle 362">
            <a:extLst>
              <a:ext uri="{FF2B5EF4-FFF2-40B4-BE49-F238E27FC236}">
                <a16:creationId xmlns:a16="http://schemas.microsoft.com/office/drawing/2014/main" id="{1BC89192-37A9-4036-BE14-EC9184C6EBC3}"/>
              </a:ext>
            </a:extLst>
          </p:cNvPr>
          <p:cNvSpPr>
            <a:spLocks noChangeArrowheads="1"/>
          </p:cNvSpPr>
          <p:nvPr/>
        </p:nvSpPr>
        <p:spPr bwMode="auto">
          <a:xfrm>
            <a:off x="1973443" y="365762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867" name="Rectangle 363">
            <a:extLst>
              <a:ext uri="{FF2B5EF4-FFF2-40B4-BE49-F238E27FC236}">
                <a16:creationId xmlns:a16="http://schemas.microsoft.com/office/drawing/2014/main" id="{1436B7B4-6EAA-41F9-8356-D2634DFCA990}"/>
              </a:ext>
            </a:extLst>
          </p:cNvPr>
          <p:cNvSpPr>
            <a:spLocks noChangeArrowheads="1"/>
          </p:cNvSpPr>
          <p:nvPr/>
        </p:nvSpPr>
        <p:spPr bwMode="auto">
          <a:xfrm>
            <a:off x="2040070" y="365762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72868" name="Rectangle 364">
            <a:extLst>
              <a:ext uri="{FF2B5EF4-FFF2-40B4-BE49-F238E27FC236}">
                <a16:creationId xmlns:a16="http://schemas.microsoft.com/office/drawing/2014/main" id="{FF098DCC-DD0D-49EA-90FF-54F65BFD6D4A}"/>
              </a:ext>
            </a:extLst>
          </p:cNvPr>
          <p:cNvSpPr>
            <a:spLocks noChangeArrowheads="1"/>
          </p:cNvSpPr>
          <p:nvPr/>
        </p:nvSpPr>
        <p:spPr bwMode="auto">
          <a:xfrm>
            <a:off x="2111213" y="3657626"/>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869" name="Rectangle 365">
            <a:extLst>
              <a:ext uri="{FF2B5EF4-FFF2-40B4-BE49-F238E27FC236}">
                <a16:creationId xmlns:a16="http://schemas.microsoft.com/office/drawing/2014/main" id="{6A7893A0-60F6-4455-B517-9A3F35A8F203}"/>
              </a:ext>
            </a:extLst>
          </p:cNvPr>
          <p:cNvSpPr>
            <a:spLocks noChangeArrowheads="1"/>
          </p:cNvSpPr>
          <p:nvPr/>
        </p:nvSpPr>
        <p:spPr bwMode="auto">
          <a:xfrm>
            <a:off x="2143963" y="3657626"/>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2870" name="Rectangle 366">
            <a:extLst>
              <a:ext uri="{FF2B5EF4-FFF2-40B4-BE49-F238E27FC236}">
                <a16:creationId xmlns:a16="http://schemas.microsoft.com/office/drawing/2014/main" id="{2400F9DA-9209-4AE4-8AD5-95CFD2EF14CE}"/>
              </a:ext>
            </a:extLst>
          </p:cNvPr>
          <p:cNvSpPr>
            <a:spLocks noChangeArrowheads="1"/>
          </p:cNvSpPr>
          <p:nvPr/>
        </p:nvSpPr>
        <p:spPr bwMode="auto">
          <a:xfrm>
            <a:off x="2177841" y="365762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871" name="Rectangle 367">
            <a:extLst>
              <a:ext uri="{FF2B5EF4-FFF2-40B4-BE49-F238E27FC236}">
                <a16:creationId xmlns:a16="http://schemas.microsoft.com/office/drawing/2014/main" id="{E1B5F93A-8DFA-4F4A-8205-92AE90C398D2}"/>
              </a:ext>
            </a:extLst>
          </p:cNvPr>
          <p:cNvSpPr>
            <a:spLocks noChangeArrowheads="1"/>
          </p:cNvSpPr>
          <p:nvPr/>
        </p:nvSpPr>
        <p:spPr bwMode="auto">
          <a:xfrm>
            <a:off x="2247854" y="3657626"/>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72872" name="Rectangle 368">
            <a:extLst>
              <a:ext uri="{FF2B5EF4-FFF2-40B4-BE49-F238E27FC236}">
                <a16:creationId xmlns:a16="http://schemas.microsoft.com/office/drawing/2014/main" id="{A5A76943-2E68-4A3D-ADB7-B27B703DC50C}"/>
              </a:ext>
            </a:extLst>
          </p:cNvPr>
          <p:cNvSpPr>
            <a:spLocks noChangeArrowheads="1"/>
          </p:cNvSpPr>
          <p:nvPr/>
        </p:nvSpPr>
        <p:spPr bwMode="auto">
          <a:xfrm>
            <a:off x="1458499" y="4208379"/>
            <a:ext cx="54734"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s</a:t>
            </a:r>
            <a:endParaRPr lang="en-US" altLang="zh-TW" sz="1800" b="0">
              <a:latin typeface="Times New Roman" panose="02020603050405020304" pitchFamily="18" charset="0"/>
              <a:ea typeface="新細明體" panose="02020500000000000000" pitchFamily="18" charset="-120"/>
            </a:endParaRPr>
          </a:p>
        </p:txBody>
      </p:sp>
      <p:sp>
        <p:nvSpPr>
          <p:cNvPr id="72873" name="Rectangle 369">
            <a:extLst>
              <a:ext uri="{FF2B5EF4-FFF2-40B4-BE49-F238E27FC236}">
                <a16:creationId xmlns:a16="http://schemas.microsoft.com/office/drawing/2014/main" id="{7BA9DEE5-C92C-4894-BF26-BDC4AE14F238}"/>
              </a:ext>
            </a:extLst>
          </p:cNvPr>
          <p:cNvSpPr>
            <a:spLocks noChangeArrowheads="1"/>
          </p:cNvSpPr>
          <p:nvPr/>
        </p:nvSpPr>
        <p:spPr bwMode="auto">
          <a:xfrm>
            <a:off x="1518351" y="4208379"/>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w</a:t>
            </a:r>
            <a:endParaRPr lang="en-US" altLang="zh-TW" sz="1800" b="0">
              <a:latin typeface="Times New Roman" panose="02020603050405020304" pitchFamily="18" charset="0"/>
              <a:ea typeface="新細明體" panose="02020500000000000000" pitchFamily="18" charset="-120"/>
            </a:endParaRPr>
          </a:p>
        </p:txBody>
      </p:sp>
      <p:sp>
        <p:nvSpPr>
          <p:cNvPr id="72874" name="Rectangle 370">
            <a:extLst>
              <a:ext uri="{FF2B5EF4-FFF2-40B4-BE49-F238E27FC236}">
                <a16:creationId xmlns:a16="http://schemas.microsoft.com/office/drawing/2014/main" id="{6730EF8C-37C0-4BA5-965B-ECE7490EF6B3}"/>
              </a:ext>
            </a:extLst>
          </p:cNvPr>
          <p:cNvSpPr>
            <a:spLocks noChangeArrowheads="1"/>
          </p:cNvSpPr>
          <p:nvPr/>
        </p:nvSpPr>
        <p:spPr bwMode="auto">
          <a:xfrm>
            <a:off x="1607563" y="4208379"/>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2875" name="Rectangle 371">
            <a:extLst>
              <a:ext uri="{FF2B5EF4-FFF2-40B4-BE49-F238E27FC236}">
                <a16:creationId xmlns:a16="http://schemas.microsoft.com/office/drawing/2014/main" id="{C1E8A775-E09B-4DE6-A1EB-D599ECC74946}"/>
              </a:ext>
            </a:extLst>
          </p:cNvPr>
          <p:cNvSpPr>
            <a:spLocks noChangeArrowheads="1"/>
          </p:cNvSpPr>
          <p:nvPr/>
        </p:nvSpPr>
        <p:spPr bwMode="auto">
          <a:xfrm>
            <a:off x="1643699" y="4208379"/>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876" name="Rectangle 372">
            <a:extLst>
              <a:ext uri="{FF2B5EF4-FFF2-40B4-BE49-F238E27FC236}">
                <a16:creationId xmlns:a16="http://schemas.microsoft.com/office/drawing/2014/main" id="{527F17A4-D5F3-4540-AD45-F276D7431574}"/>
              </a:ext>
            </a:extLst>
          </p:cNvPr>
          <p:cNvSpPr>
            <a:spLocks noChangeArrowheads="1"/>
          </p:cNvSpPr>
          <p:nvPr/>
        </p:nvSpPr>
        <p:spPr bwMode="auto">
          <a:xfrm>
            <a:off x="1710326" y="4208379"/>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72877" name="Rectangle 373">
            <a:extLst>
              <a:ext uri="{FF2B5EF4-FFF2-40B4-BE49-F238E27FC236}">
                <a16:creationId xmlns:a16="http://schemas.microsoft.com/office/drawing/2014/main" id="{0786192C-CDDE-4542-BF5E-27F1C155F187}"/>
              </a:ext>
            </a:extLst>
          </p:cNvPr>
          <p:cNvSpPr>
            <a:spLocks noChangeArrowheads="1"/>
          </p:cNvSpPr>
          <p:nvPr/>
        </p:nvSpPr>
        <p:spPr bwMode="auto">
          <a:xfrm>
            <a:off x="1781469" y="4208379"/>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5</a:t>
            </a:r>
            <a:endParaRPr lang="zh-TW" altLang="en-US" sz="1800" b="0">
              <a:latin typeface="Times New Roman" panose="02020603050405020304" pitchFamily="18" charset="0"/>
              <a:ea typeface="新細明體" panose="02020500000000000000" pitchFamily="18" charset="-120"/>
            </a:endParaRPr>
          </a:p>
        </p:txBody>
      </p:sp>
      <p:sp>
        <p:nvSpPr>
          <p:cNvPr id="72878" name="Rectangle 374">
            <a:extLst>
              <a:ext uri="{FF2B5EF4-FFF2-40B4-BE49-F238E27FC236}">
                <a16:creationId xmlns:a16="http://schemas.microsoft.com/office/drawing/2014/main" id="{8B458B7A-87EA-49DA-AC1A-A71A0EC1AF4C}"/>
              </a:ext>
            </a:extLst>
          </p:cNvPr>
          <p:cNvSpPr>
            <a:spLocks noChangeArrowheads="1"/>
          </p:cNvSpPr>
          <p:nvPr/>
        </p:nvSpPr>
        <p:spPr bwMode="auto">
          <a:xfrm>
            <a:off x="1848096" y="4208379"/>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879" name="Rectangle 375">
            <a:extLst>
              <a:ext uri="{FF2B5EF4-FFF2-40B4-BE49-F238E27FC236}">
                <a16:creationId xmlns:a16="http://schemas.microsoft.com/office/drawing/2014/main" id="{9F002D09-8B49-4D8E-B2D5-21C434374727}"/>
              </a:ext>
            </a:extLst>
          </p:cNvPr>
          <p:cNvSpPr>
            <a:spLocks noChangeArrowheads="1"/>
          </p:cNvSpPr>
          <p:nvPr/>
        </p:nvSpPr>
        <p:spPr bwMode="auto">
          <a:xfrm>
            <a:off x="1885361" y="4208379"/>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2880" name="Rectangle 376">
            <a:extLst>
              <a:ext uri="{FF2B5EF4-FFF2-40B4-BE49-F238E27FC236}">
                <a16:creationId xmlns:a16="http://schemas.microsoft.com/office/drawing/2014/main" id="{A464BC92-BDE8-4860-A16B-84A9DED26143}"/>
              </a:ext>
            </a:extLst>
          </p:cNvPr>
          <p:cNvSpPr>
            <a:spLocks noChangeArrowheads="1"/>
          </p:cNvSpPr>
          <p:nvPr/>
        </p:nvSpPr>
        <p:spPr bwMode="auto">
          <a:xfrm>
            <a:off x="1918110" y="4208379"/>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1</a:t>
            </a:r>
            <a:endParaRPr lang="zh-TW" altLang="en-US" sz="1800" b="0">
              <a:latin typeface="Times New Roman" panose="02020603050405020304" pitchFamily="18" charset="0"/>
              <a:ea typeface="新細明體" panose="02020500000000000000" pitchFamily="18" charset="-120"/>
            </a:endParaRPr>
          </a:p>
        </p:txBody>
      </p:sp>
      <p:sp>
        <p:nvSpPr>
          <p:cNvPr id="72881" name="Rectangle 377">
            <a:extLst>
              <a:ext uri="{FF2B5EF4-FFF2-40B4-BE49-F238E27FC236}">
                <a16:creationId xmlns:a16="http://schemas.microsoft.com/office/drawing/2014/main" id="{340F14BF-AC7D-48AA-83CC-CD4637847134}"/>
              </a:ext>
            </a:extLst>
          </p:cNvPr>
          <p:cNvSpPr>
            <a:spLocks noChangeArrowheads="1"/>
          </p:cNvSpPr>
          <p:nvPr/>
        </p:nvSpPr>
        <p:spPr bwMode="auto">
          <a:xfrm>
            <a:off x="1984736" y="4208379"/>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72882" name="Rectangle 378">
            <a:extLst>
              <a:ext uri="{FF2B5EF4-FFF2-40B4-BE49-F238E27FC236}">
                <a16:creationId xmlns:a16="http://schemas.microsoft.com/office/drawing/2014/main" id="{9F42F1D6-E7E5-461B-A16E-DA5BE3DB11AB}"/>
              </a:ext>
            </a:extLst>
          </p:cNvPr>
          <p:cNvSpPr>
            <a:spLocks noChangeArrowheads="1"/>
          </p:cNvSpPr>
          <p:nvPr/>
        </p:nvSpPr>
        <p:spPr bwMode="auto">
          <a:xfrm>
            <a:off x="2054750" y="4208379"/>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0</a:t>
            </a:r>
            <a:endParaRPr lang="zh-TW" altLang="en-US" sz="1800" b="0">
              <a:latin typeface="Times New Roman" panose="02020603050405020304" pitchFamily="18" charset="0"/>
              <a:ea typeface="新細明體" panose="02020500000000000000" pitchFamily="18" charset="-120"/>
            </a:endParaRPr>
          </a:p>
        </p:txBody>
      </p:sp>
      <p:sp>
        <p:nvSpPr>
          <p:cNvPr id="72883" name="Rectangle 379">
            <a:extLst>
              <a:ext uri="{FF2B5EF4-FFF2-40B4-BE49-F238E27FC236}">
                <a16:creationId xmlns:a16="http://schemas.microsoft.com/office/drawing/2014/main" id="{B975E0D2-4EB8-40C5-A1A7-74C363FD9BF3}"/>
              </a:ext>
            </a:extLst>
          </p:cNvPr>
          <p:cNvSpPr>
            <a:spLocks noChangeArrowheads="1"/>
          </p:cNvSpPr>
          <p:nvPr/>
        </p:nvSpPr>
        <p:spPr bwMode="auto">
          <a:xfrm>
            <a:off x="2122507" y="4208379"/>
            <a:ext cx="36489"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884" name="Rectangle 380">
            <a:extLst>
              <a:ext uri="{FF2B5EF4-FFF2-40B4-BE49-F238E27FC236}">
                <a16:creationId xmlns:a16="http://schemas.microsoft.com/office/drawing/2014/main" id="{DB843934-729A-4B88-915C-E673F568795D}"/>
              </a:ext>
            </a:extLst>
          </p:cNvPr>
          <p:cNvSpPr>
            <a:spLocks noChangeArrowheads="1"/>
          </p:cNvSpPr>
          <p:nvPr/>
        </p:nvSpPr>
        <p:spPr bwMode="auto">
          <a:xfrm>
            <a:off x="2163160" y="4208379"/>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885" name="Rectangle 381">
            <a:extLst>
              <a:ext uri="{FF2B5EF4-FFF2-40B4-BE49-F238E27FC236}">
                <a16:creationId xmlns:a16="http://schemas.microsoft.com/office/drawing/2014/main" id="{C9E91F51-A401-41B0-BB30-8A5B381A11D4}"/>
              </a:ext>
            </a:extLst>
          </p:cNvPr>
          <p:cNvSpPr>
            <a:spLocks noChangeArrowheads="1"/>
          </p:cNvSpPr>
          <p:nvPr/>
        </p:nvSpPr>
        <p:spPr bwMode="auto">
          <a:xfrm>
            <a:off x="2233174" y="4208379"/>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72886" name="Rectangle 382">
            <a:extLst>
              <a:ext uri="{FF2B5EF4-FFF2-40B4-BE49-F238E27FC236}">
                <a16:creationId xmlns:a16="http://schemas.microsoft.com/office/drawing/2014/main" id="{1CE0CA35-4E07-4E11-AC51-FD5EFF971672}"/>
              </a:ext>
            </a:extLst>
          </p:cNvPr>
          <p:cNvSpPr>
            <a:spLocks noChangeArrowheads="1"/>
          </p:cNvSpPr>
          <p:nvPr/>
        </p:nvSpPr>
        <p:spPr bwMode="auto">
          <a:xfrm>
            <a:off x="2303189" y="4208379"/>
            <a:ext cx="36489"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EB75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897" name="Rectangle 393">
            <a:extLst>
              <a:ext uri="{FF2B5EF4-FFF2-40B4-BE49-F238E27FC236}">
                <a16:creationId xmlns:a16="http://schemas.microsoft.com/office/drawing/2014/main" id="{222C3703-1BCD-4AA1-BEA6-6BEC962D9653}"/>
              </a:ext>
            </a:extLst>
          </p:cNvPr>
          <p:cNvSpPr>
            <a:spLocks noChangeArrowheads="1"/>
          </p:cNvSpPr>
          <p:nvPr/>
        </p:nvSpPr>
        <p:spPr bwMode="auto">
          <a:xfrm>
            <a:off x="1677576" y="1229263"/>
            <a:ext cx="36489"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2898" name="Rectangle 394">
            <a:extLst>
              <a:ext uri="{FF2B5EF4-FFF2-40B4-BE49-F238E27FC236}">
                <a16:creationId xmlns:a16="http://schemas.microsoft.com/office/drawing/2014/main" id="{3F4B0CC0-0760-42F4-B2C4-09528F2ED8EA}"/>
              </a:ext>
            </a:extLst>
          </p:cNvPr>
          <p:cNvSpPr>
            <a:spLocks noChangeArrowheads="1"/>
          </p:cNvSpPr>
          <p:nvPr/>
        </p:nvSpPr>
        <p:spPr bwMode="auto">
          <a:xfrm>
            <a:off x="1718230" y="1229263"/>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2899" name="Rectangle 395">
            <a:extLst>
              <a:ext uri="{FF2B5EF4-FFF2-40B4-BE49-F238E27FC236}">
                <a16:creationId xmlns:a16="http://schemas.microsoft.com/office/drawing/2014/main" id="{1A9F2389-E90F-45FA-9037-FA46D5716216}"/>
              </a:ext>
            </a:extLst>
          </p:cNvPr>
          <p:cNvSpPr>
            <a:spLocks noChangeArrowheads="1"/>
          </p:cNvSpPr>
          <p:nvPr/>
        </p:nvSpPr>
        <p:spPr bwMode="auto">
          <a:xfrm>
            <a:off x="1784857" y="1229263"/>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72900" name="Rectangle 396">
            <a:extLst>
              <a:ext uri="{FF2B5EF4-FFF2-40B4-BE49-F238E27FC236}">
                <a16:creationId xmlns:a16="http://schemas.microsoft.com/office/drawing/2014/main" id="{6F935AA7-9C6E-4F97-AB95-751AD8E1EA4A}"/>
              </a:ext>
            </a:extLst>
          </p:cNvPr>
          <p:cNvSpPr>
            <a:spLocks noChangeArrowheads="1"/>
          </p:cNvSpPr>
          <p:nvPr/>
        </p:nvSpPr>
        <p:spPr bwMode="auto">
          <a:xfrm>
            <a:off x="1854871" y="1229263"/>
            <a:ext cx="24326"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i</a:t>
            </a:r>
            <a:endParaRPr lang="en-US" altLang="zh-TW" sz="1800" b="0">
              <a:latin typeface="Times New Roman" panose="02020603050405020304" pitchFamily="18" charset="0"/>
              <a:ea typeface="新細明體" panose="02020500000000000000" pitchFamily="18" charset="-120"/>
            </a:endParaRPr>
          </a:p>
        </p:txBody>
      </p:sp>
      <p:sp>
        <p:nvSpPr>
          <p:cNvPr id="72901" name="Rectangle 397">
            <a:extLst>
              <a:ext uri="{FF2B5EF4-FFF2-40B4-BE49-F238E27FC236}">
                <a16:creationId xmlns:a16="http://schemas.microsoft.com/office/drawing/2014/main" id="{DD0D0430-F6AC-4E08-8067-64F476839C7E}"/>
              </a:ext>
            </a:extLst>
          </p:cNvPr>
          <p:cNvSpPr>
            <a:spLocks noChangeArrowheads="1"/>
          </p:cNvSpPr>
          <p:nvPr/>
        </p:nvSpPr>
        <p:spPr bwMode="auto">
          <a:xfrm>
            <a:off x="1880844" y="1229263"/>
            <a:ext cx="54734"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s</a:t>
            </a:r>
            <a:endParaRPr lang="en-US" altLang="zh-TW" sz="1800" b="0">
              <a:latin typeface="Times New Roman" panose="02020603050405020304" pitchFamily="18" charset="0"/>
              <a:ea typeface="新細明體" panose="02020500000000000000" pitchFamily="18" charset="-120"/>
            </a:endParaRPr>
          </a:p>
        </p:txBody>
      </p:sp>
      <p:sp>
        <p:nvSpPr>
          <p:cNvPr id="72902" name="Rectangle 398">
            <a:extLst>
              <a:ext uri="{FF2B5EF4-FFF2-40B4-BE49-F238E27FC236}">
                <a16:creationId xmlns:a16="http://schemas.microsoft.com/office/drawing/2014/main" id="{B4F97790-097A-4F05-8CEC-E2866EFD73F7}"/>
              </a:ext>
            </a:extLst>
          </p:cNvPr>
          <p:cNvSpPr>
            <a:spLocks noChangeArrowheads="1"/>
          </p:cNvSpPr>
          <p:nvPr/>
        </p:nvSpPr>
        <p:spPr bwMode="auto">
          <a:xfrm>
            <a:off x="1944083" y="1229263"/>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t</a:t>
            </a:r>
            <a:endParaRPr lang="en-US" altLang="zh-TW" sz="1800" b="0">
              <a:latin typeface="Times New Roman" panose="02020603050405020304" pitchFamily="18" charset="0"/>
              <a:ea typeface="新細明體" panose="02020500000000000000" pitchFamily="18" charset="-120"/>
            </a:endParaRPr>
          </a:p>
        </p:txBody>
      </p:sp>
      <p:sp>
        <p:nvSpPr>
          <p:cNvPr id="72903" name="Rectangle 399">
            <a:extLst>
              <a:ext uri="{FF2B5EF4-FFF2-40B4-BE49-F238E27FC236}">
                <a16:creationId xmlns:a16="http://schemas.microsoft.com/office/drawing/2014/main" id="{FC15336A-C5B7-4B7D-A5AA-36AB6693B167}"/>
              </a:ext>
            </a:extLst>
          </p:cNvPr>
          <p:cNvSpPr>
            <a:spLocks noChangeArrowheads="1"/>
          </p:cNvSpPr>
          <p:nvPr/>
        </p:nvSpPr>
        <p:spPr bwMode="auto">
          <a:xfrm>
            <a:off x="1977961" y="1229263"/>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2904" name="Rectangle 400">
            <a:extLst>
              <a:ext uri="{FF2B5EF4-FFF2-40B4-BE49-F238E27FC236}">
                <a16:creationId xmlns:a16="http://schemas.microsoft.com/office/drawing/2014/main" id="{74162A40-2B01-461A-861A-92F19F818780}"/>
              </a:ext>
            </a:extLst>
          </p:cNvPr>
          <p:cNvSpPr>
            <a:spLocks noChangeArrowheads="1"/>
          </p:cNvSpPr>
          <p:nvPr/>
        </p:nvSpPr>
        <p:spPr bwMode="auto">
          <a:xfrm>
            <a:off x="2047975" y="1229263"/>
            <a:ext cx="36489"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2905" name="Rectangle 401">
            <a:extLst>
              <a:ext uri="{FF2B5EF4-FFF2-40B4-BE49-F238E27FC236}">
                <a16:creationId xmlns:a16="http://schemas.microsoft.com/office/drawing/2014/main" id="{FCB8E9CB-0DA9-48F4-B3FF-0AB804220473}"/>
              </a:ext>
            </a:extLst>
          </p:cNvPr>
          <p:cNvSpPr>
            <a:spLocks noChangeArrowheads="1"/>
          </p:cNvSpPr>
          <p:nvPr/>
        </p:nvSpPr>
        <p:spPr bwMode="auto">
          <a:xfrm>
            <a:off x="2088628" y="1229263"/>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 </a:t>
            </a:r>
            <a:endParaRPr lang="zh-TW" altLang="en-US" sz="1800" b="0">
              <a:latin typeface="Times New Roman" panose="02020603050405020304" pitchFamily="18" charset="0"/>
              <a:ea typeface="新細明體" panose="02020500000000000000" pitchFamily="18" charset="-120"/>
            </a:endParaRPr>
          </a:p>
        </p:txBody>
      </p:sp>
      <p:sp>
        <p:nvSpPr>
          <p:cNvPr id="72906" name="Rectangle 402">
            <a:extLst>
              <a:ext uri="{FF2B5EF4-FFF2-40B4-BE49-F238E27FC236}">
                <a16:creationId xmlns:a16="http://schemas.microsoft.com/office/drawing/2014/main" id="{BEF120DF-B1B1-4775-93CC-2934B4827A47}"/>
              </a:ext>
            </a:extLst>
          </p:cNvPr>
          <p:cNvSpPr>
            <a:spLocks noChangeArrowheads="1"/>
          </p:cNvSpPr>
          <p:nvPr/>
        </p:nvSpPr>
        <p:spPr bwMode="auto">
          <a:xfrm>
            <a:off x="2122507" y="1229263"/>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907" name="Rectangle 403">
            <a:extLst>
              <a:ext uri="{FF2B5EF4-FFF2-40B4-BE49-F238E27FC236}">
                <a16:creationId xmlns:a16="http://schemas.microsoft.com/office/drawing/2014/main" id="{75D7A8CE-9D60-4475-A34B-FCA6230A3DD8}"/>
              </a:ext>
            </a:extLst>
          </p:cNvPr>
          <p:cNvSpPr>
            <a:spLocks noChangeArrowheads="1"/>
          </p:cNvSpPr>
          <p:nvPr/>
        </p:nvSpPr>
        <p:spPr bwMode="auto">
          <a:xfrm>
            <a:off x="2189133" y="1229263"/>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2</a:t>
            </a:r>
            <a:endParaRPr lang="zh-TW" altLang="en-US" sz="1800" b="0">
              <a:latin typeface="Times New Roman" panose="02020603050405020304" pitchFamily="18" charset="0"/>
              <a:ea typeface="新細明體" panose="02020500000000000000" pitchFamily="18" charset="-120"/>
            </a:endParaRPr>
          </a:p>
        </p:txBody>
      </p:sp>
      <p:sp>
        <p:nvSpPr>
          <p:cNvPr id="72908" name="Rectangle 404">
            <a:extLst>
              <a:ext uri="{FF2B5EF4-FFF2-40B4-BE49-F238E27FC236}">
                <a16:creationId xmlns:a16="http://schemas.microsoft.com/office/drawing/2014/main" id="{ABB04891-016F-4F4B-BF1D-A29923B3C9D9}"/>
              </a:ext>
            </a:extLst>
          </p:cNvPr>
          <p:cNvSpPr>
            <a:spLocks noChangeArrowheads="1"/>
          </p:cNvSpPr>
          <p:nvPr/>
        </p:nvSpPr>
        <p:spPr bwMode="auto">
          <a:xfrm>
            <a:off x="2259148" y="1229263"/>
            <a:ext cx="30408"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900" b="0">
                <a:solidFill>
                  <a:srgbClr val="000000"/>
                </a:solidFill>
                <a:latin typeface="Arial" panose="020B0604020202020204" pitchFamily="34" charset="0"/>
                <a:ea typeface="新細明體" panose="02020500000000000000" pitchFamily="18" charset="-120"/>
              </a:rPr>
              <a:t>:</a:t>
            </a:r>
            <a:endParaRPr lang="zh-TW" altLang="en-US" sz="1800" b="0">
              <a:latin typeface="Times New Roman" panose="02020603050405020304" pitchFamily="18" charset="0"/>
              <a:ea typeface="新細明體" panose="02020500000000000000" pitchFamily="18" charset="-120"/>
            </a:endParaRPr>
          </a:p>
        </p:txBody>
      </p:sp>
      <p:sp>
        <p:nvSpPr>
          <p:cNvPr id="72909" name="Freeform 405">
            <a:extLst>
              <a:ext uri="{FF2B5EF4-FFF2-40B4-BE49-F238E27FC236}">
                <a16:creationId xmlns:a16="http://schemas.microsoft.com/office/drawing/2014/main" id="{41796419-B755-414B-B6BB-61E99514D2F2}"/>
              </a:ext>
            </a:extLst>
          </p:cNvPr>
          <p:cNvSpPr>
            <a:spLocks/>
          </p:cNvSpPr>
          <p:nvPr/>
        </p:nvSpPr>
        <p:spPr bwMode="auto">
          <a:xfrm>
            <a:off x="4366353" y="1959201"/>
            <a:ext cx="277799" cy="244046"/>
          </a:xfrm>
          <a:custGeom>
            <a:avLst/>
            <a:gdLst>
              <a:gd name="T0" fmla="*/ 2147483647 w 246"/>
              <a:gd name="T1" fmla="*/ 2147483647 h 222"/>
              <a:gd name="T2" fmla="*/ 2147483647 w 246"/>
              <a:gd name="T3" fmla="*/ 0 h 222"/>
              <a:gd name="T4" fmla="*/ 0 w 246"/>
              <a:gd name="T5" fmla="*/ 0 h 222"/>
              <a:gd name="T6" fmla="*/ 0 w 246"/>
              <a:gd name="T7" fmla="*/ 2147483647 h 222"/>
              <a:gd name="T8" fmla="*/ 2147483647 w 246"/>
              <a:gd name="T9" fmla="*/ 2147483647 h 222"/>
              <a:gd name="T10" fmla="*/ 2147483647 w 246"/>
              <a:gd name="T11" fmla="*/ 2147483647 h 222"/>
              <a:gd name="T12" fmla="*/ 0 60000 65536"/>
              <a:gd name="T13" fmla="*/ 0 60000 65536"/>
              <a:gd name="T14" fmla="*/ 0 60000 65536"/>
              <a:gd name="T15" fmla="*/ 0 60000 65536"/>
              <a:gd name="T16" fmla="*/ 0 60000 65536"/>
              <a:gd name="T17" fmla="*/ 0 60000 65536"/>
              <a:gd name="T18" fmla="*/ 0 w 246"/>
              <a:gd name="T19" fmla="*/ 0 h 222"/>
              <a:gd name="T20" fmla="*/ 246 w 246"/>
              <a:gd name="T21" fmla="*/ 222 h 222"/>
            </a:gdLst>
            <a:ahLst/>
            <a:cxnLst>
              <a:cxn ang="T12">
                <a:pos x="T0" y="T1"/>
              </a:cxn>
              <a:cxn ang="T13">
                <a:pos x="T2" y="T3"/>
              </a:cxn>
              <a:cxn ang="T14">
                <a:pos x="T4" y="T5"/>
              </a:cxn>
              <a:cxn ang="T15">
                <a:pos x="T6" y="T7"/>
              </a:cxn>
              <a:cxn ang="T16">
                <a:pos x="T8" y="T9"/>
              </a:cxn>
              <a:cxn ang="T17">
                <a:pos x="T10" y="T11"/>
              </a:cxn>
            </a:cxnLst>
            <a:rect l="T18" t="T19" r="T20" b="T21"/>
            <a:pathLst>
              <a:path w="246" h="222">
                <a:moveTo>
                  <a:pt x="243" y="222"/>
                </a:moveTo>
                <a:lnTo>
                  <a:pt x="246" y="0"/>
                </a:lnTo>
                <a:lnTo>
                  <a:pt x="0" y="0"/>
                </a:lnTo>
                <a:lnTo>
                  <a:pt x="0" y="222"/>
                </a:lnTo>
                <a:lnTo>
                  <a:pt x="246" y="222"/>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910" name="Rectangle 406">
            <a:extLst>
              <a:ext uri="{FF2B5EF4-FFF2-40B4-BE49-F238E27FC236}">
                <a16:creationId xmlns:a16="http://schemas.microsoft.com/office/drawing/2014/main" id="{D3F67689-1038-43BF-B00C-117845AB8818}"/>
              </a:ext>
            </a:extLst>
          </p:cNvPr>
          <p:cNvSpPr>
            <a:spLocks noChangeArrowheads="1"/>
          </p:cNvSpPr>
          <p:nvPr/>
        </p:nvSpPr>
        <p:spPr bwMode="auto">
          <a:xfrm>
            <a:off x="4411523" y="2008670"/>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72911" name="Rectangle 407">
            <a:extLst>
              <a:ext uri="{FF2B5EF4-FFF2-40B4-BE49-F238E27FC236}">
                <a16:creationId xmlns:a16="http://schemas.microsoft.com/office/drawing/2014/main" id="{EF91AB43-B648-4204-B71A-22553AEE3467}"/>
              </a:ext>
            </a:extLst>
          </p:cNvPr>
          <p:cNvSpPr>
            <a:spLocks noChangeArrowheads="1"/>
          </p:cNvSpPr>
          <p:nvPr/>
        </p:nvSpPr>
        <p:spPr bwMode="auto">
          <a:xfrm>
            <a:off x="4499606" y="2008670"/>
            <a:ext cx="91223"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72912" name="Line 408">
            <a:extLst>
              <a:ext uri="{FF2B5EF4-FFF2-40B4-BE49-F238E27FC236}">
                <a16:creationId xmlns:a16="http://schemas.microsoft.com/office/drawing/2014/main" id="{6C81A3FD-48CF-412E-B7E3-A1A919071139}"/>
              </a:ext>
            </a:extLst>
          </p:cNvPr>
          <p:cNvSpPr>
            <a:spLocks noChangeShapeType="1"/>
          </p:cNvSpPr>
          <p:nvPr/>
        </p:nvSpPr>
        <p:spPr bwMode="auto">
          <a:xfrm>
            <a:off x="4640763" y="2080124"/>
            <a:ext cx="141159" cy="329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13" name="Rectangle 409">
            <a:extLst>
              <a:ext uri="{FF2B5EF4-FFF2-40B4-BE49-F238E27FC236}">
                <a16:creationId xmlns:a16="http://schemas.microsoft.com/office/drawing/2014/main" id="{56EC175C-0877-4ACF-B63E-675E3BCB4526}"/>
              </a:ext>
            </a:extLst>
          </p:cNvPr>
          <p:cNvSpPr>
            <a:spLocks noChangeArrowheads="1"/>
          </p:cNvSpPr>
          <p:nvPr/>
        </p:nvSpPr>
        <p:spPr bwMode="auto">
          <a:xfrm>
            <a:off x="5063108" y="1965797"/>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2914" name="Rectangle 410">
            <a:extLst>
              <a:ext uri="{FF2B5EF4-FFF2-40B4-BE49-F238E27FC236}">
                <a16:creationId xmlns:a16="http://schemas.microsoft.com/office/drawing/2014/main" id="{9C646C24-9C42-4516-A043-66B6051E75C3}"/>
              </a:ext>
            </a:extLst>
          </p:cNvPr>
          <p:cNvSpPr>
            <a:spLocks noChangeArrowheads="1"/>
          </p:cNvSpPr>
          <p:nvPr/>
        </p:nvSpPr>
        <p:spPr bwMode="auto">
          <a:xfrm>
            <a:off x="5152320" y="1965797"/>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2915" name="Rectangle 411">
            <a:extLst>
              <a:ext uri="{FF2B5EF4-FFF2-40B4-BE49-F238E27FC236}">
                <a16:creationId xmlns:a16="http://schemas.microsoft.com/office/drawing/2014/main" id="{DAB24EC4-74F7-4F20-A396-B5C12BBB182C}"/>
              </a:ext>
            </a:extLst>
          </p:cNvPr>
          <p:cNvSpPr>
            <a:spLocks noChangeArrowheads="1"/>
          </p:cNvSpPr>
          <p:nvPr/>
        </p:nvSpPr>
        <p:spPr bwMode="auto">
          <a:xfrm>
            <a:off x="5222334" y="1965797"/>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72916" name="Rectangle 412">
            <a:extLst>
              <a:ext uri="{FF2B5EF4-FFF2-40B4-BE49-F238E27FC236}">
                <a16:creationId xmlns:a16="http://schemas.microsoft.com/office/drawing/2014/main" id="{FFC11E7D-D767-467C-AEA1-E6756EFEB22C}"/>
              </a:ext>
            </a:extLst>
          </p:cNvPr>
          <p:cNvSpPr>
            <a:spLocks noChangeArrowheads="1"/>
          </p:cNvSpPr>
          <p:nvPr/>
        </p:nvSpPr>
        <p:spPr bwMode="auto">
          <a:xfrm>
            <a:off x="3744128" y="2594599"/>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2917" name="Rectangle 413">
            <a:extLst>
              <a:ext uri="{FF2B5EF4-FFF2-40B4-BE49-F238E27FC236}">
                <a16:creationId xmlns:a16="http://schemas.microsoft.com/office/drawing/2014/main" id="{E207DBEF-A551-4986-8F05-0916C3E683F8}"/>
              </a:ext>
            </a:extLst>
          </p:cNvPr>
          <p:cNvSpPr>
            <a:spLocks noChangeArrowheads="1"/>
          </p:cNvSpPr>
          <p:nvPr/>
        </p:nvSpPr>
        <p:spPr bwMode="auto">
          <a:xfrm>
            <a:off x="3833340" y="2594599"/>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2918" name="Rectangle 414">
            <a:extLst>
              <a:ext uri="{FF2B5EF4-FFF2-40B4-BE49-F238E27FC236}">
                <a16:creationId xmlns:a16="http://schemas.microsoft.com/office/drawing/2014/main" id="{6E5F4E2C-C341-41A6-85E7-34377BFAB318}"/>
              </a:ext>
            </a:extLst>
          </p:cNvPr>
          <p:cNvSpPr>
            <a:spLocks noChangeArrowheads="1"/>
          </p:cNvSpPr>
          <p:nvPr/>
        </p:nvSpPr>
        <p:spPr bwMode="auto">
          <a:xfrm>
            <a:off x="3899966" y="2594599"/>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72919" name="Line 415">
            <a:extLst>
              <a:ext uri="{FF2B5EF4-FFF2-40B4-BE49-F238E27FC236}">
                <a16:creationId xmlns:a16="http://schemas.microsoft.com/office/drawing/2014/main" id="{064F8FE5-DBDC-4CE9-91A0-9738525EC3E1}"/>
              </a:ext>
            </a:extLst>
          </p:cNvPr>
          <p:cNvSpPr>
            <a:spLocks noChangeShapeType="1"/>
          </p:cNvSpPr>
          <p:nvPr/>
        </p:nvSpPr>
        <p:spPr bwMode="auto">
          <a:xfrm>
            <a:off x="4226325" y="2569316"/>
            <a:ext cx="173906" cy="219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20" name="Line 416">
            <a:extLst>
              <a:ext uri="{FF2B5EF4-FFF2-40B4-BE49-F238E27FC236}">
                <a16:creationId xmlns:a16="http://schemas.microsoft.com/office/drawing/2014/main" id="{1DFC05C0-5781-4755-90FE-52FF322418D1}"/>
              </a:ext>
            </a:extLst>
          </p:cNvPr>
          <p:cNvSpPr>
            <a:spLocks noChangeShapeType="1"/>
          </p:cNvSpPr>
          <p:nvPr/>
        </p:nvSpPr>
        <p:spPr bwMode="auto">
          <a:xfrm>
            <a:off x="4884685" y="3243189"/>
            <a:ext cx="175036" cy="109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21" name="Rectangle 417">
            <a:extLst>
              <a:ext uri="{FF2B5EF4-FFF2-40B4-BE49-F238E27FC236}">
                <a16:creationId xmlns:a16="http://schemas.microsoft.com/office/drawing/2014/main" id="{85176973-2764-4DD9-B676-A80CAB960D60}"/>
              </a:ext>
            </a:extLst>
          </p:cNvPr>
          <p:cNvSpPr>
            <a:spLocks noChangeArrowheads="1"/>
          </p:cNvSpPr>
          <p:nvPr/>
        </p:nvSpPr>
        <p:spPr bwMode="auto">
          <a:xfrm>
            <a:off x="5719210" y="4233663"/>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2922" name="Rectangle 418">
            <a:extLst>
              <a:ext uri="{FF2B5EF4-FFF2-40B4-BE49-F238E27FC236}">
                <a16:creationId xmlns:a16="http://schemas.microsoft.com/office/drawing/2014/main" id="{D667F039-0B75-4A4E-AC65-536FD206BBFB}"/>
              </a:ext>
            </a:extLst>
          </p:cNvPr>
          <p:cNvSpPr>
            <a:spLocks noChangeArrowheads="1"/>
          </p:cNvSpPr>
          <p:nvPr/>
        </p:nvSpPr>
        <p:spPr bwMode="auto">
          <a:xfrm>
            <a:off x="5811810" y="4233663"/>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2923" name="Rectangle 419">
            <a:extLst>
              <a:ext uri="{FF2B5EF4-FFF2-40B4-BE49-F238E27FC236}">
                <a16:creationId xmlns:a16="http://schemas.microsoft.com/office/drawing/2014/main" id="{0649A90B-6AC6-43B9-8FFA-4CCFA861334A}"/>
              </a:ext>
            </a:extLst>
          </p:cNvPr>
          <p:cNvSpPr>
            <a:spLocks noChangeArrowheads="1"/>
          </p:cNvSpPr>
          <p:nvPr/>
        </p:nvSpPr>
        <p:spPr bwMode="auto">
          <a:xfrm>
            <a:off x="5878435" y="4233663"/>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72924" name="Rectangle 420">
            <a:extLst>
              <a:ext uri="{FF2B5EF4-FFF2-40B4-BE49-F238E27FC236}">
                <a16:creationId xmlns:a16="http://schemas.microsoft.com/office/drawing/2014/main" id="{BA0AE01C-4E1E-4B5D-8511-1344786E152D}"/>
              </a:ext>
            </a:extLst>
          </p:cNvPr>
          <p:cNvSpPr>
            <a:spLocks noChangeArrowheads="1"/>
          </p:cNvSpPr>
          <p:nvPr/>
        </p:nvSpPr>
        <p:spPr bwMode="auto">
          <a:xfrm>
            <a:off x="5059721" y="3686209"/>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R</a:t>
            </a:r>
            <a:endParaRPr lang="en-US" altLang="zh-TW" sz="1800" b="0">
              <a:latin typeface="Times New Roman" panose="02020603050405020304" pitchFamily="18" charset="0"/>
              <a:ea typeface="新細明體" panose="02020500000000000000" pitchFamily="18" charset="-120"/>
            </a:endParaRPr>
          </a:p>
        </p:txBody>
      </p:sp>
      <p:sp>
        <p:nvSpPr>
          <p:cNvPr id="72925" name="Rectangle 421">
            <a:extLst>
              <a:ext uri="{FF2B5EF4-FFF2-40B4-BE49-F238E27FC236}">
                <a16:creationId xmlns:a16="http://schemas.microsoft.com/office/drawing/2014/main" id="{D6F88B42-CCD8-4403-996D-FE3DC9A063A5}"/>
              </a:ext>
            </a:extLst>
          </p:cNvPr>
          <p:cNvSpPr>
            <a:spLocks noChangeArrowheads="1"/>
          </p:cNvSpPr>
          <p:nvPr/>
        </p:nvSpPr>
        <p:spPr bwMode="auto">
          <a:xfrm>
            <a:off x="5147802" y="3686209"/>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e</a:t>
            </a:r>
            <a:endParaRPr lang="en-US" altLang="zh-TW" sz="1800" b="0">
              <a:latin typeface="Times New Roman" panose="02020603050405020304" pitchFamily="18" charset="0"/>
              <a:ea typeface="新細明體" panose="02020500000000000000" pitchFamily="18" charset="-120"/>
            </a:endParaRPr>
          </a:p>
        </p:txBody>
      </p:sp>
      <p:sp>
        <p:nvSpPr>
          <p:cNvPr id="72926" name="Rectangle 422">
            <a:extLst>
              <a:ext uri="{FF2B5EF4-FFF2-40B4-BE49-F238E27FC236}">
                <a16:creationId xmlns:a16="http://schemas.microsoft.com/office/drawing/2014/main" id="{46002B48-8B45-4A75-A14C-84E0A6E97B4A}"/>
              </a:ext>
            </a:extLst>
          </p:cNvPr>
          <p:cNvSpPr>
            <a:spLocks noChangeArrowheads="1"/>
          </p:cNvSpPr>
          <p:nvPr/>
        </p:nvSpPr>
        <p:spPr bwMode="auto">
          <a:xfrm>
            <a:off x="5218946" y="3686209"/>
            <a:ext cx="60815"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EB7500"/>
                </a:solidFill>
                <a:latin typeface="Arial" panose="020B0604020202020204" pitchFamily="34" charset="0"/>
                <a:ea typeface="新細明體" panose="02020500000000000000" pitchFamily="18" charset="-120"/>
              </a:rPr>
              <a:t>g</a:t>
            </a:r>
            <a:endParaRPr lang="en-US" altLang="zh-TW" sz="1800" b="0">
              <a:latin typeface="Times New Roman" panose="02020603050405020304" pitchFamily="18" charset="0"/>
              <a:ea typeface="新細明體" panose="02020500000000000000" pitchFamily="18" charset="-120"/>
            </a:endParaRPr>
          </a:p>
        </p:txBody>
      </p:sp>
      <p:sp>
        <p:nvSpPr>
          <p:cNvPr id="72927" name="Line 423">
            <a:extLst>
              <a:ext uri="{FF2B5EF4-FFF2-40B4-BE49-F238E27FC236}">
                <a16:creationId xmlns:a16="http://schemas.microsoft.com/office/drawing/2014/main" id="{0393B6B9-CDED-459D-B2FC-760B4CB90941}"/>
              </a:ext>
            </a:extLst>
          </p:cNvPr>
          <p:cNvSpPr>
            <a:spLocks noChangeShapeType="1"/>
          </p:cNvSpPr>
          <p:nvPr/>
        </p:nvSpPr>
        <p:spPr bwMode="auto">
          <a:xfrm>
            <a:off x="6203664" y="4220470"/>
            <a:ext cx="173906" cy="11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28" name="Line 424">
            <a:extLst>
              <a:ext uri="{FF2B5EF4-FFF2-40B4-BE49-F238E27FC236}">
                <a16:creationId xmlns:a16="http://schemas.microsoft.com/office/drawing/2014/main" id="{3C5743B2-D481-4FC6-92AF-B6A0409E064F}"/>
              </a:ext>
            </a:extLst>
          </p:cNvPr>
          <p:cNvSpPr>
            <a:spLocks noChangeShapeType="1"/>
          </p:cNvSpPr>
          <p:nvPr/>
        </p:nvSpPr>
        <p:spPr bwMode="auto">
          <a:xfrm flipH="1">
            <a:off x="3836728" y="2109805"/>
            <a:ext cx="1322367" cy="449616"/>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29" name="Line 425">
            <a:extLst>
              <a:ext uri="{FF2B5EF4-FFF2-40B4-BE49-F238E27FC236}">
                <a16:creationId xmlns:a16="http://schemas.microsoft.com/office/drawing/2014/main" id="{A0ABF14A-909E-44E6-B9CA-44581F711B16}"/>
              </a:ext>
            </a:extLst>
          </p:cNvPr>
          <p:cNvSpPr>
            <a:spLocks noChangeShapeType="1"/>
          </p:cNvSpPr>
          <p:nvPr/>
        </p:nvSpPr>
        <p:spPr bwMode="auto">
          <a:xfrm flipH="1">
            <a:off x="4484925" y="2109805"/>
            <a:ext cx="682075" cy="987175"/>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30" name="Line 426">
            <a:extLst>
              <a:ext uri="{FF2B5EF4-FFF2-40B4-BE49-F238E27FC236}">
                <a16:creationId xmlns:a16="http://schemas.microsoft.com/office/drawing/2014/main" id="{32143374-574E-46B3-9A52-E5FD6C80D140}"/>
              </a:ext>
            </a:extLst>
          </p:cNvPr>
          <p:cNvSpPr>
            <a:spLocks noChangeShapeType="1"/>
          </p:cNvSpPr>
          <p:nvPr/>
        </p:nvSpPr>
        <p:spPr bwMode="auto">
          <a:xfrm flipH="1">
            <a:off x="5163612" y="2103209"/>
            <a:ext cx="3388" cy="1554417"/>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31" name="Line 427">
            <a:extLst>
              <a:ext uri="{FF2B5EF4-FFF2-40B4-BE49-F238E27FC236}">
                <a16:creationId xmlns:a16="http://schemas.microsoft.com/office/drawing/2014/main" id="{A57758B0-4FC2-4517-8230-720BF0F67FEA}"/>
              </a:ext>
            </a:extLst>
          </p:cNvPr>
          <p:cNvSpPr>
            <a:spLocks noChangeShapeType="1"/>
          </p:cNvSpPr>
          <p:nvPr/>
        </p:nvSpPr>
        <p:spPr bwMode="auto">
          <a:xfrm>
            <a:off x="5170388" y="2099912"/>
            <a:ext cx="666266" cy="2118360"/>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32" name="Freeform 428">
            <a:extLst>
              <a:ext uri="{FF2B5EF4-FFF2-40B4-BE49-F238E27FC236}">
                <a16:creationId xmlns:a16="http://schemas.microsoft.com/office/drawing/2014/main" id="{F7A013EF-51CB-4900-B6CD-C590E8DB21D8}"/>
              </a:ext>
            </a:extLst>
          </p:cNvPr>
          <p:cNvSpPr>
            <a:spLocks/>
          </p:cNvSpPr>
          <p:nvPr/>
        </p:nvSpPr>
        <p:spPr bwMode="auto">
          <a:xfrm>
            <a:off x="3815272" y="2533038"/>
            <a:ext cx="55333" cy="48370"/>
          </a:xfrm>
          <a:custGeom>
            <a:avLst/>
            <a:gdLst>
              <a:gd name="T0" fmla="*/ 2147483647 w 49"/>
              <a:gd name="T1" fmla="*/ 2147483647 h 44"/>
              <a:gd name="T2" fmla="*/ 2147483647 w 49"/>
              <a:gd name="T3" fmla="*/ 2147483647 h 44"/>
              <a:gd name="T4" fmla="*/ 2147483647 w 49"/>
              <a:gd name="T5" fmla="*/ 2147483647 h 44"/>
              <a:gd name="T6" fmla="*/ 2147483647 w 49"/>
              <a:gd name="T7" fmla="*/ 2147483647 h 44"/>
              <a:gd name="T8" fmla="*/ 2147483647 w 49"/>
              <a:gd name="T9" fmla="*/ 2147483647 h 44"/>
              <a:gd name="T10" fmla="*/ 2147483647 w 49"/>
              <a:gd name="T11" fmla="*/ 2147483647 h 44"/>
              <a:gd name="T12" fmla="*/ 2147483647 w 49"/>
              <a:gd name="T13" fmla="*/ 2147483647 h 44"/>
              <a:gd name="T14" fmla="*/ 2147483647 w 49"/>
              <a:gd name="T15" fmla="*/ 2147483647 h 44"/>
              <a:gd name="T16" fmla="*/ 2147483647 w 49"/>
              <a:gd name="T17" fmla="*/ 2147483647 h 44"/>
              <a:gd name="T18" fmla="*/ 2147483647 w 49"/>
              <a:gd name="T19" fmla="*/ 2147483647 h 44"/>
              <a:gd name="T20" fmla="*/ 2147483647 w 49"/>
              <a:gd name="T21" fmla="*/ 2147483647 h 44"/>
              <a:gd name="T22" fmla="*/ 2147483647 w 49"/>
              <a:gd name="T23" fmla="*/ 2147483647 h 44"/>
              <a:gd name="T24" fmla="*/ 2147483647 w 49"/>
              <a:gd name="T25" fmla="*/ 2147483647 h 44"/>
              <a:gd name="T26" fmla="*/ 2147483647 w 49"/>
              <a:gd name="T27" fmla="*/ 2147483647 h 44"/>
              <a:gd name="T28" fmla="*/ 2147483647 w 49"/>
              <a:gd name="T29" fmla="*/ 2147483647 h 44"/>
              <a:gd name="T30" fmla="*/ 2147483647 w 49"/>
              <a:gd name="T31" fmla="*/ 2147483647 h 44"/>
              <a:gd name="T32" fmla="*/ 2147483647 w 49"/>
              <a:gd name="T33" fmla="*/ 2147483647 h 44"/>
              <a:gd name="T34" fmla="*/ 2147483647 w 49"/>
              <a:gd name="T35" fmla="*/ 0 h 44"/>
              <a:gd name="T36" fmla="*/ 2147483647 w 49"/>
              <a:gd name="T37" fmla="*/ 0 h 44"/>
              <a:gd name="T38" fmla="*/ 2147483647 w 49"/>
              <a:gd name="T39" fmla="*/ 0 h 44"/>
              <a:gd name="T40" fmla="*/ 2147483647 w 49"/>
              <a:gd name="T41" fmla="*/ 0 h 44"/>
              <a:gd name="T42" fmla="*/ 2147483647 w 49"/>
              <a:gd name="T43" fmla="*/ 0 h 44"/>
              <a:gd name="T44" fmla="*/ 2147483647 w 49"/>
              <a:gd name="T45" fmla="*/ 0 h 44"/>
              <a:gd name="T46" fmla="*/ 2147483647 w 49"/>
              <a:gd name="T47" fmla="*/ 0 h 44"/>
              <a:gd name="T48" fmla="*/ 2147483647 w 49"/>
              <a:gd name="T49" fmla="*/ 2147483647 h 44"/>
              <a:gd name="T50" fmla="*/ 2147483647 w 49"/>
              <a:gd name="T51" fmla="*/ 2147483647 h 44"/>
              <a:gd name="T52" fmla="*/ 2147483647 w 49"/>
              <a:gd name="T53" fmla="*/ 2147483647 h 44"/>
              <a:gd name="T54" fmla="*/ 2147483647 w 49"/>
              <a:gd name="T55" fmla="*/ 2147483647 h 44"/>
              <a:gd name="T56" fmla="*/ 0 w 49"/>
              <a:gd name="T57" fmla="*/ 2147483647 h 44"/>
              <a:gd name="T58" fmla="*/ 0 w 49"/>
              <a:gd name="T59" fmla="*/ 2147483647 h 44"/>
              <a:gd name="T60" fmla="*/ 0 w 49"/>
              <a:gd name="T61" fmla="*/ 2147483647 h 44"/>
              <a:gd name="T62" fmla="*/ 0 w 49"/>
              <a:gd name="T63" fmla="*/ 2147483647 h 44"/>
              <a:gd name="T64" fmla="*/ 0 w 49"/>
              <a:gd name="T65" fmla="*/ 2147483647 h 44"/>
              <a:gd name="T66" fmla="*/ 2147483647 w 49"/>
              <a:gd name="T67" fmla="*/ 2147483647 h 44"/>
              <a:gd name="T68" fmla="*/ 2147483647 w 49"/>
              <a:gd name="T69" fmla="*/ 2147483647 h 44"/>
              <a:gd name="T70" fmla="*/ 2147483647 w 49"/>
              <a:gd name="T71" fmla="*/ 2147483647 h 44"/>
              <a:gd name="T72" fmla="*/ 2147483647 w 49"/>
              <a:gd name="T73" fmla="*/ 2147483647 h 44"/>
              <a:gd name="T74" fmla="*/ 2147483647 w 49"/>
              <a:gd name="T75" fmla="*/ 2147483647 h 44"/>
              <a:gd name="T76" fmla="*/ 2147483647 w 49"/>
              <a:gd name="T77" fmla="*/ 2147483647 h 44"/>
              <a:gd name="T78" fmla="*/ 2147483647 w 49"/>
              <a:gd name="T79" fmla="*/ 2147483647 h 44"/>
              <a:gd name="T80" fmla="*/ 2147483647 w 49"/>
              <a:gd name="T81" fmla="*/ 2147483647 h 44"/>
              <a:gd name="T82" fmla="*/ 2147483647 w 49"/>
              <a:gd name="T83" fmla="*/ 2147483647 h 44"/>
              <a:gd name="T84" fmla="*/ 2147483647 w 49"/>
              <a:gd name="T85" fmla="*/ 2147483647 h 4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9"/>
              <a:gd name="T130" fmla="*/ 0 h 44"/>
              <a:gd name="T131" fmla="*/ 49 w 49"/>
              <a:gd name="T132" fmla="*/ 44 h 4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9" h="44">
                <a:moveTo>
                  <a:pt x="22" y="41"/>
                </a:moveTo>
                <a:lnTo>
                  <a:pt x="29" y="41"/>
                </a:lnTo>
                <a:lnTo>
                  <a:pt x="32" y="41"/>
                </a:lnTo>
                <a:lnTo>
                  <a:pt x="36" y="41"/>
                </a:lnTo>
                <a:lnTo>
                  <a:pt x="39" y="38"/>
                </a:lnTo>
                <a:lnTo>
                  <a:pt x="42" y="35"/>
                </a:lnTo>
                <a:lnTo>
                  <a:pt x="45" y="33"/>
                </a:lnTo>
                <a:lnTo>
                  <a:pt x="45" y="30"/>
                </a:lnTo>
                <a:lnTo>
                  <a:pt x="49" y="27"/>
                </a:lnTo>
                <a:lnTo>
                  <a:pt x="49" y="24"/>
                </a:lnTo>
                <a:lnTo>
                  <a:pt x="49" y="21"/>
                </a:lnTo>
                <a:lnTo>
                  <a:pt x="49" y="18"/>
                </a:lnTo>
                <a:lnTo>
                  <a:pt x="49" y="15"/>
                </a:lnTo>
                <a:lnTo>
                  <a:pt x="45" y="12"/>
                </a:lnTo>
                <a:lnTo>
                  <a:pt x="45" y="9"/>
                </a:lnTo>
                <a:lnTo>
                  <a:pt x="42" y="6"/>
                </a:lnTo>
                <a:lnTo>
                  <a:pt x="39" y="3"/>
                </a:lnTo>
                <a:lnTo>
                  <a:pt x="36" y="0"/>
                </a:lnTo>
                <a:lnTo>
                  <a:pt x="32" y="0"/>
                </a:lnTo>
                <a:lnTo>
                  <a:pt x="29" y="0"/>
                </a:lnTo>
                <a:lnTo>
                  <a:pt x="22" y="0"/>
                </a:lnTo>
                <a:lnTo>
                  <a:pt x="19" y="0"/>
                </a:lnTo>
                <a:lnTo>
                  <a:pt x="16" y="0"/>
                </a:lnTo>
                <a:lnTo>
                  <a:pt x="13" y="0"/>
                </a:lnTo>
                <a:lnTo>
                  <a:pt x="9" y="3"/>
                </a:lnTo>
                <a:lnTo>
                  <a:pt x="6" y="6"/>
                </a:lnTo>
                <a:lnTo>
                  <a:pt x="3" y="9"/>
                </a:lnTo>
                <a:lnTo>
                  <a:pt x="3" y="12"/>
                </a:lnTo>
                <a:lnTo>
                  <a:pt x="0" y="15"/>
                </a:lnTo>
                <a:lnTo>
                  <a:pt x="0" y="18"/>
                </a:lnTo>
                <a:lnTo>
                  <a:pt x="0" y="21"/>
                </a:lnTo>
                <a:lnTo>
                  <a:pt x="0" y="24"/>
                </a:lnTo>
                <a:lnTo>
                  <a:pt x="0" y="27"/>
                </a:lnTo>
                <a:lnTo>
                  <a:pt x="3" y="30"/>
                </a:lnTo>
                <a:lnTo>
                  <a:pt x="3" y="33"/>
                </a:lnTo>
                <a:lnTo>
                  <a:pt x="6" y="35"/>
                </a:lnTo>
                <a:lnTo>
                  <a:pt x="9" y="38"/>
                </a:lnTo>
                <a:lnTo>
                  <a:pt x="13" y="41"/>
                </a:lnTo>
                <a:lnTo>
                  <a:pt x="16" y="41"/>
                </a:lnTo>
                <a:lnTo>
                  <a:pt x="19" y="41"/>
                </a:lnTo>
                <a:lnTo>
                  <a:pt x="22" y="44"/>
                </a:lnTo>
                <a:lnTo>
                  <a:pt x="22" y="41"/>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933" name="Freeform 429">
            <a:extLst>
              <a:ext uri="{FF2B5EF4-FFF2-40B4-BE49-F238E27FC236}">
                <a16:creationId xmlns:a16="http://schemas.microsoft.com/office/drawing/2014/main" id="{0C41D13D-DBF5-4A5B-AB9E-F7D7141C0779}"/>
              </a:ext>
            </a:extLst>
          </p:cNvPr>
          <p:cNvSpPr>
            <a:spLocks/>
          </p:cNvSpPr>
          <p:nvPr/>
        </p:nvSpPr>
        <p:spPr bwMode="auto">
          <a:xfrm>
            <a:off x="4452177" y="3077194"/>
            <a:ext cx="55333" cy="48370"/>
          </a:xfrm>
          <a:custGeom>
            <a:avLst/>
            <a:gdLst>
              <a:gd name="T0" fmla="*/ 2147483647 w 49"/>
              <a:gd name="T1" fmla="*/ 2147483647 h 44"/>
              <a:gd name="T2" fmla="*/ 2147483647 w 49"/>
              <a:gd name="T3" fmla="*/ 2147483647 h 44"/>
              <a:gd name="T4" fmla="*/ 2147483647 w 49"/>
              <a:gd name="T5" fmla="*/ 2147483647 h 44"/>
              <a:gd name="T6" fmla="*/ 2147483647 w 49"/>
              <a:gd name="T7" fmla="*/ 2147483647 h 44"/>
              <a:gd name="T8" fmla="*/ 2147483647 w 49"/>
              <a:gd name="T9" fmla="*/ 2147483647 h 44"/>
              <a:gd name="T10" fmla="*/ 2147483647 w 49"/>
              <a:gd name="T11" fmla="*/ 2147483647 h 44"/>
              <a:gd name="T12" fmla="*/ 2147483647 w 49"/>
              <a:gd name="T13" fmla="*/ 2147483647 h 44"/>
              <a:gd name="T14" fmla="*/ 2147483647 w 49"/>
              <a:gd name="T15" fmla="*/ 2147483647 h 44"/>
              <a:gd name="T16" fmla="*/ 2147483647 w 49"/>
              <a:gd name="T17" fmla="*/ 2147483647 h 44"/>
              <a:gd name="T18" fmla="*/ 2147483647 w 49"/>
              <a:gd name="T19" fmla="*/ 2147483647 h 44"/>
              <a:gd name="T20" fmla="*/ 2147483647 w 49"/>
              <a:gd name="T21" fmla="*/ 2147483647 h 44"/>
              <a:gd name="T22" fmla="*/ 2147483647 w 49"/>
              <a:gd name="T23" fmla="*/ 2147483647 h 44"/>
              <a:gd name="T24" fmla="*/ 2147483647 w 49"/>
              <a:gd name="T25" fmla="*/ 2147483647 h 44"/>
              <a:gd name="T26" fmla="*/ 2147483647 w 49"/>
              <a:gd name="T27" fmla="*/ 2147483647 h 44"/>
              <a:gd name="T28" fmla="*/ 2147483647 w 49"/>
              <a:gd name="T29" fmla="*/ 2147483647 h 44"/>
              <a:gd name="T30" fmla="*/ 2147483647 w 49"/>
              <a:gd name="T31" fmla="*/ 2147483647 h 44"/>
              <a:gd name="T32" fmla="*/ 2147483647 w 49"/>
              <a:gd name="T33" fmla="*/ 2147483647 h 44"/>
              <a:gd name="T34" fmla="*/ 2147483647 w 49"/>
              <a:gd name="T35" fmla="*/ 2147483647 h 44"/>
              <a:gd name="T36" fmla="*/ 2147483647 w 49"/>
              <a:gd name="T37" fmla="*/ 0 h 44"/>
              <a:gd name="T38" fmla="*/ 2147483647 w 49"/>
              <a:gd name="T39" fmla="*/ 0 h 44"/>
              <a:gd name="T40" fmla="*/ 2147483647 w 49"/>
              <a:gd name="T41" fmla="*/ 0 h 44"/>
              <a:gd name="T42" fmla="*/ 2147483647 w 49"/>
              <a:gd name="T43" fmla="*/ 0 h 44"/>
              <a:gd name="T44" fmla="*/ 2147483647 w 49"/>
              <a:gd name="T45" fmla="*/ 0 h 44"/>
              <a:gd name="T46" fmla="*/ 2147483647 w 49"/>
              <a:gd name="T47" fmla="*/ 2147483647 h 44"/>
              <a:gd name="T48" fmla="*/ 2147483647 w 49"/>
              <a:gd name="T49" fmla="*/ 2147483647 h 44"/>
              <a:gd name="T50" fmla="*/ 2147483647 w 49"/>
              <a:gd name="T51" fmla="*/ 2147483647 h 44"/>
              <a:gd name="T52" fmla="*/ 2147483647 w 49"/>
              <a:gd name="T53" fmla="*/ 2147483647 h 44"/>
              <a:gd name="T54" fmla="*/ 2147483647 w 49"/>
              <a:gd name="T55" fmla="*/ 2147483647 h 44"/>
              <a:gd name="T56" fmla="*/ 2147483647 w 49"/>
              <a:gd name="T57" fmla="*/ 2147483647 h 44"/>
              <a:gd name="T58" fmla="*/ 0 w 49"/>
              <a:gd name="T59" fmla="*/ 2147483647 h 44"/>
              <a:gd name="T60" fmla="*/ 0 w 49"/>
              <a:gd name="T61" fmla="*/ 2147483647 h 44"/>
              <a:gd name="T62" fmla="*/ 0 w 49"/>
              <a:gd name="T63" fmla="*/ 2147483647 h 44"/>
              <a:gd name="T64" fmla="*/ 2147483647 w 49"/>
              <a:gd name="T65" fmla="*/ 2147483647 h 44"/>
              <a:gd name="T66" fmla="*/ 2147483647 w 49"/>
              <a:gd name="T67" fmla="*/ 2147483647 h 44"/>
              <a:gd name="T68" fmla="*/ 2147483647 w 49"/>
              <a:gd name="T69" fmla="*/ 2147483647 h 44"/>
              <a:gd name="T70" fmla="*/ 2147483647 w 49"/>
              <a:gd name="T71" fmla="*/ 2147483647 h 44"/>
              <a:gd name="T72" fmla="*/ 2147483647 w 49"/>
              <a:gd name="T73" fmla="*/ 2147483647 h 44"/>
              <a:gd name="T74" fmla="*/ 2147483647 w 49"/>
              <a:gd name="T75" fmla="*/ 2147483647 h 44"/>
              <a:gd name="T76" fmla="*/ 2147483647 w 49"/>
              <a:gd name="T77" fmla="*/ 2147483647 h 44"/>
              <a:gd name="T78" fmla="*/ 2147483647 w 49"/>
              <a:gd name="T79" fmla="*/ 2147483647 h 44"/>
              <a:gd name="T80" fmla="*/ 2147483647 w 49"/>
              <a:gd name="T81" fmla="*/ 2147483647 h 44"/>
              <a:gd name="T82" fmla="*/ 2147483647 w 49"/>
              <a:gd name="T83" fmla="*/ 2147483647 h 44"/>
              <a:gd name="T84" fmla="*/ 2147483647 w 49"/>
              <a:gd name="T85" fmla="*/ 2147483647 h 4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9"/>
              <a:gd name="T130" fmla="*/ 0 h 44"/>
              <a:gd name="T131" fmla="*/ 49 w 49"/>
              <a:gd name="T132" fmla="*/ 44 h 4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9" h="44">
                <a:moveTo>
                  <a:pt x="23" y="44"/>
                </a:moveTo>
                <a:lnTo>
                  <a:pt x="29" y="44"/>
                </a:lnTo>
                <a:lnTo>
                  <a:pt x="33" y="44"/>
                </a:lnTo>
                <a:lnTo>
                  <a:pt x="36" y="41"/>
                </a:lnTo>
                <a:lnTo>
                  <a:pt x="39" y="41"/>
                </a:lnTo>
                <a:lnTo>
                  <a:pt x="42" y="39"/>
                </a:lnTo>
                <a:lnTo>
                  <a:pt x="46" y="36"/>
                </a:lnTo>
                <a:lnTo>
                  <a:pt x="46" y="33"/>
                </a:lnTo>
                <a:lnTo>
                  <a:pt x="49" y="30"/>
                </a:lnTo>
                <a:lnTo>
                  <a:pt x="49" y="27"/>
                </a:lnTo>
                <a:lnTo>
                  <a:pt x="49" y="24"/>
                </a:lnTo>
                <a:lnTo>
                  <a:pt x="49" y="18"/>
                </a:lnTo>
                <a:lnTo>
                  <a:pt x="49" y="15"/>
                </a:lnTo>
                <a:lnTo>
                  <a:pt x="46" y="12"/>
                </a:lnTo>
                <a:lnTo>
                  <a:pt x="46" y="9"/>
                </a:lnTo>
                <a:lnTo>
                  <a:pt x="42" y="6"/>
                </a:lnTo>
                <a:lnTo>
                  <a:pt x="39" y="3"/>
                </a:lnTo>
                <a:lnTo>
                  <a:pt x="36" y="3"/>
                </a:lnTo>
                <a:lnTo>
                  <a:pt x="33" y="0"/>
                </a:lnTo>
                <a:lnTo>
                  <a:pt x="29" y="0"/>
                </a:lnTo>
                <a:lnTo>
                  <a:pt x="26" y="0"/>
                </a:lnTo>
                <a:lnTo>
                  <a:pt x="23" y="0"/>
                </a:lnTo>
                <a:lnTo>
                  <a:pt x="16" y="0"/>
                </a:lnTo>
                <a:lnTo>
                  <a:pt x="13" y="3"/>
                </a:lnTo>
                <a:lnTo>
                  <a:pt x="10" y="3"/>
                </a:lnTo>
                <a:lnTo>
                  <a:pt x="6" y="6"/>
                </a:lnTo>
                <a:lnTo>
                  <a:pt x="6" y="9"/>
                </a:lnTo>
                <a:lnTo>
                  <a:pt x="3" y="12"/>
                </a:lnTo>
                <a:lnTo>
                  <a:pt x="3" y="15"/>
                </a:lnTo>
                <a:lnTo>
                  <a:pt x="0" y="18"/>
                </a:lnTo>
                <a:lnTo>
                  <a:pt x="0" y="24"/>
                </a:lnTo>
                <a:lnTo>
                  <a:pt x="0" y="27"/>
                </a:lnTo>
                <a:lnTo>
                  <a:pt x="3" y="30"/>
                </a:lnTo>
                <a:lnTo>
                  <a:pt x="3" y="33"/>
                </a:lnTo>
                <a:lnTo>
                  <a:pt x="6" y="36"/>
                </a:lnTo>
                <a:lnTo>
                  <a:pt x="6" y="39"/>
                </a:lnTo>
                <a:lnTo>
                  <a:pt x="10" y="41"/>
                </a:lnTo>
                <a:lnTo>
                  <a:pt x="13" y="41"/>
                </a:lnTo>
                <a:lnTo>
                  <a:pt x="16" y="44"/>
                </a:lnTo>
                <a:lnTo>
                  <a:pt x="23" y="44"/>
                </a:lnTo>
                <a:lnTo>
                  <a:pt x="26" y="44"/>
                </a:lnTo>
                <a:lnTo>
                  <a:pt x="23" y="44"/>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934" name="Freeform 430">
            <a:extLst>
              <a:ext uri="{FF2B5EF4-FFF2-40B4-BE49-F238E27FC236}">
                <a16:creationId xmlns:a16="http://schemas.microsoft.com/office/drawing/2014/main" id="{E95D1EAA-B4FF-43FE-8A1C-690971721806}"/>
              </a:ext>
            </a:extLst>
          </p:cNvPr>
          <p:cNvSpPr>
            <a:spLocks/>
          </p:cNvSpPr>
          <p:nvPr/>
        </p:nvSpPr>
        <p:spPr bwMode="auto">
          <a:xfrm>
            <a:off x="5137639" y="3631243"/>
            <a:ext cx="55334" cy="48370"/>
          </a:xfrm>
          <a:custGeom>
            <a:avLst/>
            <a:gdLst>
              <a:gd name="T0" fmla="*/ 2147483647 w 49"/>
              <a:gd name="T1" fmla="*/ 2147483647 h 44"/>
              <a:gd name="T2" fmla="*/ 2147483647 w 49"/>
              <a:gd name="T3" fmla="*/ 2147483647 h 44"/>
              <a:gd name="T4" fmla="*/ 2147483647 w 49"/>
              <a:gd name="T5" fmla="*/ 2147483647 h 44"/>
              <a:gd name="T6" fmla="*/ 2147483647 w 49"/>
              <a:gd name="T7" fmla="*/ 2147483647 h 44"/>
              <a:gd name="T8" fmla="*/ 2147483647 w 49"/>
              <a:gd name="T9" fmla="*/ 2147483647 h 44"/>
              <a:gd name="T10" fmla="*/ 2147483647 w 49"/>
              <a:gd name="T11" fmla="*/ 2147483647 h 44"/>
              <a:gd name="T12" fmla="*/ 2147483647 w 49"/>
              <a:gd name="T13" fmla="*/ 2147483647 h 44"/>
              <a:gd name="T14" fmla="*/ 2147483647 w 49"/>
              <a:gd name="T15" fmla="*/ 2147483647 h 44"/>
              <a:gd name="T16" fmla="*/ 2147483647 w 49"/>
              <a:gd name="T17" fmla="*/ 2147483647 h 44"/>
              <a:gd name="T18" fmla="*/ 2147483647 w 49"/>
              <a:gd name="T19" fmla="*/ 2147483647 h 44"/>
              <a:gd name="T20" fmla="*/ 2147483647 w 49"/>
              <a:gd name="T21" fmla="*/ 2147483647 h 44"/>
              <a:gd name="T22" fmla="*/ 2147483647 w 49"/>
              <a:gd name="T23" fmla="*/ 2147483647 h 44"/>
              <a:gd name="T24" fmla="*/ 2147483647 w 49"/>
              <a:gd name="T25" fmla="*/ 2147483647 h 44"/>
              <a:gd name="T26" fmla="*/ 2147483647 w 49"/>
              <a:gd name="T27" fmla="*/ 2147483647 h 44"/>
              <a:gd name="T28" fmla="*/ 2147483647 w 49"/>
              <a:gd name="T29" fmla="*/ 2147483647 h 44"/>
              <a:gd name="T30" fmla="*/ 2147483647 w 49"/>
              <a:gd name="T31" fmla="*/ 2147483647 h 44"/>
              <a:gd name="T32" fmla="*/ 2147483647 w 49"/>
              <a:gd name="T33" fmla="*/ 2147483647 h 44"/>
              <a:gd name="T34" fmla="*/ 2147483647 w 49"/>
              <a:gd name="T35" fmla="*/ 2147483647 h 44"/>
              <a:gd name="T36" fmla="*/ 2147483647 w 49"/>
              <a:gd name="T37" fmla="*/ 2147483647 h 44"/>
              <a:gd name="T38" fmla="*/ 2147483647 w 49"/>
              <a:gd name="T39" fmla="*/ 0 h 44"/>
              <a:gd name="T40" fmla="*/ 2147483647 w 49"/>
              <a:gd name="T41" fmla="*/ 0 h 44"/>
              <a:gd name="T42" fmla="*/ 2147483647 w 49"/>
              <a:gd name="T43" fmla="*/ 0 h 44"/>
              <a:gd name="T44" fmla="*/ 2147483647 w 49"/>
              <a:gd name="T45" fmla="*/ 2147483647 h 44"/>
              <a:gd name="T46" fmla="*/ 2147483647 w 49"/>
              <a:gd name="T47" fmla="*/ 2147483647 h 44"/>
              <a:gd name="T48" fmla="*/ 2147483647 w 49"/>
              <a:gd name="T49" fmla="*/ 2147483647 h 44"/>
              <a:gd name="T50" fmla="*/ 2147483647 w 49"/>
              <a:gd name="T51" fmla="*/ 2147483647 h 44"/>
              <a:gd name="T52" fmla="*/ 2147483647 w 49"/>
              <a:gd name="T53" fmla="*/ 2147483647 h 44"/>
              <a:gd name="T54" fmla="*/ 2147483647 w 49"/>
              <a:gd name="T55" fmla="*/ 2147483647 h 44"/>
              <a:gd name="T56" fmla="*/ 0 w 49"/>
              <a:gd name="T57" fmla="*/ 2147483647 h 44"/>
              <a:gd name="T58" fmla="*/ 0 w 49"/>
              <a:gd name="T59" fmla="*/ 2147483647 h 44"/>
              <a:gd name="T60" fmla="*/ 0 w 49"/>
              <a:gd name="T61" fmla="*/ 2147483647 h 44"/>
              <a:gd name="T62" fmla="*/ 0 w 49"/>
              <a:gd name="T63" fmla="*/ 2147483647 h 44"/>
              <a:gd name="T64" fmla="*/ 0 w 49"/>
              <a:gd name="T65" fmla="*/ 2147483647 h 44"/>
              <a:gd name="T66" fmla="*/ 2147483647 w 49"/>
              <a:gd name="T67" fmla="*/ 2147483647 h 44"/>
              <a:gd name="T68" fmla="*/ 2147483647 w 49"/>
              <a:gd name="T69" fmla="*/ 2147483647 h 44"/>
              <a:gd name="T70" fmla="*/ 2147483647 w 49"/>
              <a:gd name="T71" fmla="*/ 2147483647 h 44"/>
              <a:gd name="T72" fmla="*/ 2147483647 w 49"/>
              <a:gd name="T73" fmla="*/ 2147483647 h 44"/>
              <a:gd name="T74" fmla="*/ 2147483647 w 49"/>
              <a:gd name="T75" fmla="*/ 2147483647 h 44"/>
              <a:gd name="T76" fmla="*/ 2147483647 w 49"/>
              <a:gd name="T77" fmla="*/ 2147483647 h 44"/>
              <a:gd name="T78" fmla="*/ 2147483647 w 49"/>
              <a:gd name="T79" fmla="*/ 2147483647 h 44"/>
              <a:gd name="T80" fmla="*/ 2147483647 w 49"/>
              <a:gd name="T81" fmla="*/ 2147483647 h 44"/>
              <a:gd name="T82" fmla="*/ 2147483647 w 49"/>
              <a:gd name="T83" fmla="*/ 2147483647 h 4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9"/>
              <a:gd name="T127" fmla="*/ 0 h 44"/>
              <a:gd name="T128" fmla="*/ 49 w 49"/>
              <a:gd name="T129" fmla="*/ 44 h 4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9" h="44">
                <a:moveTo>
                  <a:pt x="23" y="44"/>
                </a:moveTo>
                <a:lnTo>
                  <a:pt x="29" y="44"/>
                </a:lnTo>
                <a:lnTo>
                  <a:pt x="32" y="44"/>
                </a:lnTo>
                <a:lnTo>
                  <a:pt x="36" y="44"/>
                </a:lnTo>
                <a:lnTo>
                  <a:pt x="39" y="41"/>
                </a:lnTo>
                <a:lnTo>
                  <a:pt x="42" y="38"/>
                </a:lnTo>
                <a:lnTo>
                  <a:pt x="42" y="35"/>
                </a:lnTo>
                <a:lnTo>
                  <a:pt x="45" y="33"/>
                </a:lnTo>
                <a:lnTo>
                  <a:pt x="49" y="30"/>
                </a:lnTo>
                <a:lnTo>
                  <a:pt x="49" y="27"/>
                </a:lnTo>
                <a:lnTo>
                  <a:pt x="49" y="24"/>
                </a:lnTo>
                <a:lnTo>
                  <a:pt x="49" y="21"/>
                </a:lnTo>
                <a:lnTo>
                  <a:pt x="49" y="15"/>
                </a:lnTo>
                <a:lnTo>
                  <a:pt x="45" y="12"/>
                </a:lnTo>
                <a:lnTo>
                  <a:pt x="42" y="9"/>
                </a:lnTo>
                <a:lnTo>
                  <a:pt x="39" y="6"/>
                </a:lnTo>
                <a:lnTo>
                  <a:pt x="36" y="3"/>
                </a:lnTo>
                <a:lnTo>
                  <a:pt x="32" y="3"/>
                </a:lnTo>
                <a:lnTo>
                  <a:pt x="29" y="0"/>
                </a:lnTo>
                <a:lnTo>
                  <a:pt x="23" y="0"/>
                </a:lnTo>
                <a:lnTo>
                  <a:pt x="19" y="0"/>
                </a:lnTo>
                <a:lnTo>
                  <a:pt x="16" y="3"/>
                </a:lnTo>
                <a:lnTo>
                  <a:pt x="13" y="3"/>
                </a:lnTo>
                <a:lnTo>
                  <a:pt x="9" y="6"/>
                </a:lnTo>
                <a:lnTo>
                  <a:pt x="6" y="9"/>
                </a:lnTo>
                <a:lnTo>
                  <a:pt x="3" y="9"/>
                </a:lnTo>
                <a:lnTo>
                  <a:pt x="3" y="12"/>
                </a:lnTo>
                <a:lnTo>
                  <a:pt x="0" y="15"/>
                </a:lnTo>
                <a:lnTo>
                  <a:pt x="0" y="21"/>
                </a:lnTo>
                <a:lnTo>
                  <a:pt x="0" y="24"/>
                </a:lnTo>
                <a:lnTo>
                  <a:pt x="0" y="27"/>
                </a:lnTo>
                <a:lnTo>
                  <a:pt x="0" y="30"/>
                </a:lnTo>
                <a:lnTo>
                  <a:pt x="3" y="33"/>
                </a:lnTo>
                <a:lnTo>
                  <a:pt x="3" y="35"/>
                </a:lnTo>
                <a:lnTo>
                  <a:pt x="6" y="38"/>
                </a:lnTo>
                <a:lnTo>
                  <a:pt x="9" y="41"/>
                </a:lnTo>
                <a:lnTo>
                  <a:pt x="13" y="44"/>
                </a:lnTo>
                <a:lnTo>
                  <a:pt x="16" y="44"/>
                </a:lnTo>
                <a:lnTo>
                  <a:pt x="19" y="44"/>
                </a:lnTo>
                <a:lnTo>
                  <a:pt x="23" y="44"/>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935" name="Freeform 431">
            <a:extLst>
              <a:ext uri="{FF2B5EF4-FFF2-40B4-BE49-F238E27FC236}">
                <a16:creationId xmlns:a16="http://schemas.microsoft.com/office/drawing/2014/main" id="{A19EDC90-71BC-400A-8CA0-D19C1C8396D6}"/>
              </a:ext>
            </a:extLst>
          </p:cNvPr>
          <p:cNvSpPr>
            <a:spLocks/>
          </p:cNvSpPr>
          <p:nvPr/>
        </p:nvSpPr>
        <p:spPr bwMode="auto">
          <a:xfrm>
            <a:off x="5807293" y="4188591"/>
            <a:ext cx="55333" cy="48370"/>
          </a:xfrm>
          <a:custGeom>
            <a:avLst/>
            <a:gdLst>
              <a:gd name="T0" fmla="*/ 2147483647 w 49"/>
              <a:gd name="T1" fmla="*/ 2147483647 h 44"/>
              <a:gd name="T2" fmla="*/ 2147483647 w 49"/>
              <a:gd name="T3" fmla="*/ 2147483647 h 44"/>
              <a:gd name="T4" fmla="*/ 2147483647 w 49"/>
              <a:gd name="T5" fmla="*/ 2147483647 h 44"/>
              <a:gd name="T6" fmla="*/ 2147483647 w 49"/>
              <a:gd name="T7" fmla="*/ 2147483647 h 44"/>
              <a:gd name="T8" fmla="*/ 2147483647 w 49"/>
              <a:gd name="T9" fmla="*/ 2147483647 h 44"/>
              <a:gd name="T10" fmla="*/ 2147483647 w 49"/>
              <a:gd name="T11" fmla="*/ 2147483647 h 44"/>
              <a:gd name="T12" fmla="*/ 2147483647 w 49"/>
              <a:gd name="T13" fmla="*/ 2147483647 h 44"/>
              <a:gd name="T14" fmla="*/ 2147483647 w 49"/>
              <a:gd name="T15" fmla="*/ 2147483647 h 44"/>
              <a:gd name="T16" fmla="*/ 2147483647 w 49"/>
              <a:gd name="T17" fmla="*/ 2147483647 h 44"/>
              <a:gd name="T18" fmla="*/ 2147483647 w 49"/>
              <a:gd name="T19" fmla="*/ 2147483647 h 44"/>
              <a:gd name="T20" fmla="*/ 2147483647 w 49"/>
              <a:gd name="T21" fmla="*/ 2147483647 h 44"/>
              <a:gd name="T22" fmla="*/ 2147483647 w 49"/>
              <a:gd name="T23" fmla="*/ 2147483647 h 44"/>
              <a:gd name="T24" fmla="*/ 2147483647 w 49"/>
              <a:gd name="T25" fmla="*/ 2147483647 h 44"/>
              <a:gd name="T26" fmla="*/ 2147483647 w 49"/>
              <a:gd name="T27" fmla="*/ 2147483647 h 44"/>
              <a:gd name="T28" fmla="*/ 2147483647 w 49"/>
              <a:gd name="T29" fmla="*/ 2147483647 h 44"/>
              <a:gd name="T30" fmla="*/ 2147483647 w 49"/>
              <a:gd name="T31" fmla="*/ 2147483647 h 44"/>
              <a:gd name="T32" fmla="*/ 2147483647 w 49"/>
              <a:gd name="T33" fmla="*/ 2147483647 h 44"/>
              <a:gd name="T34" fmla="*/ 2147483647 w 49"/>
              <a:gd name="T35" fmla="*/ 2147483647 h 44"/>
              <a:gd name="T36" fmla="*/ 2147483647 w 49"/>
              <a:gd name="T37" fmla="*/ 2147483647 h 44"/>
              <a:gd name="T38" fmla="*/ 2147483647 w 49"/>
              <a:gd name="T39" fmla="*/ 0 h 44"/>
              <a:gd name="T40" fmla="*/ 2147483647 w 49"/>
              <a:gd name="T41" fmla="*/ 0 h 44"/>
              <a:gd name="T42" fmla="*/ 2147483647 w 49"/>
              <a:gd name="T43" fmla="*/ 0 h 44"/>
              <a:gd name="T44" fmla="*/ 2147483647 w 49"/>
              <a:gd name="T45" fmla="*/ 2147483647 h 44"/>
              <a:gd name="T46" fmla="*/ 2147483647 w 49"/>
              <a:gd name="T47" fmla="*/ 2147483647 h 44"/>
              <a:gd name="T48" fmla="*/ 2147483647 w 49"/>
              <a:gd name="T49" fmla="*/ 2147483647 h 44"/>
              <a:gd name="T50" fmla="*/ 2147483647 w 49"/>
              <a:gd name="T51" fmla="*/ 2147483647 h 44"/>
              <a:gd name="T52" fmla="*/ 2147483647 w 49"/>
              <a:gd name="T53" fmla="*/ 2147483647 h 44"/>
              <a:gd name="T54" fmla="*/ 2147483647 w 49"/>
              <a:gd name="T55" fmla="*/ 2147483647 h 44"/>
              <a:gd name="T56" fmla="*/ 2147483647 w 49"/>
              <a:gd name="T57" fmla="*/ 2147483647 h 44"/>
              <a:gd name="T58" fmla="*/ 0 w 49"/>
              <a:gd name="T59" fmla="*/ 2147483647 h 44"/>
              <a:gd name="T60" fmla="*/ 0 w 49"/>
              <a:gd name="T61" fmla="*/ 2147483647 h 44"/>
              <a:gd name="T62" fmla="*/ 0 w 49"/>
              <a:gd name="T63" fmla="*/ 2147483647 h 44"/>
              <a:gd name="T64" fmla="*/ 2147483647 w 49"/>
              <a:gd name="T65" fmla="*/ 2147483647 h 44"/>
              <a:gd name="T66" fmla="*/ 2147483647 w 49"/>
              <a:gd name="T67" fmla="*/ 2147483647 h 44"/>
              <a:gd name="T68" fmla="*/ 2147483647 w 49"/>
              <a:gd name="T69" fmla="*/ 2147483647 h 44"/>
              <a:gd name="T70" fmla="*/ 2147483647 w 49"/>
              <a:gd name="T71" fmla="*/ 2147483647 h 44"/>
              <a:gd name="T72" fmla="*/ 2147483647 w 49"/>
              <a:gd name="T73" fmla="*/ 2147483647 h 44"/>
              <a:gd name="T74" fmla="*/ 2147483647 w 49"/>
              <a:gd name="T75" fmla="*/ 2147483647 h 44"/>
              <a:gd name="T76" fmla="*/ 2147483647 w 49"/>
              <a:gd name="T77" fmla="*/ 2147483647 h 44"/>
              <a:gd name="T78" fmla="*/ 2147483647 w 49"/>
              <a:gd name="T79" fmla="*/ 2147483647 h 44"/>
              <a:gd name="T80" fmla="*/ 2147483647 w 49"/>
              <a:gd name="T81" fmla="*/ 2147483647 h 44"/>
              <a:gd name="T82" fmla="*/ 2147483647 w 49"/>
              <a:gd name="T83" fmla="*/ 2147483647 h 44"/>
              <a:gd name="T84" fmla="*/ 2147483647 w 49"/>
              <a:gd name="T85" fmla="*/ 2147483647 h 4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9"/>
              <a:gd name="T130" fmla="*/ 0 h 44"/>
              <a:gd name="T131" fmla="*/ 49 w 49"/>
              <a:gd name="T132" fmla="*/ 44 h 4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9" h="44">
                <a:moveTo>
                  <a:pt x="23" y="44"/>
                </a:moveTo>
                <a:lnTo>
                  <a:pt x="30" y="44"/>
                </a:lnTo>
                <a:lnTo>
                  <a:pt x="33" y="44"/>
                </a:lnTo>
                <a:lnTo>
                  <a:pt x="36" y="41"/>
                </a:lnTo>
                <a:lnTo>
                  <a:pt x="40" y="41"/>
                </a:lnTo>
                <a:lnTo>
                  <a:pt x="43" y="38"/>
                </a:lnTo>
                <a:lnTo>
                  <a:pt x="46" y="35"/>
                </a:lnTo>
                <a:lnTo>
                  <a:pt x="46" y="32"/>
                </a:lnTo>
                <a:lnTo>
                  <a:pt x="49" y="29"/>
                </a:lnTo>
                <a:lnTo>
                  <a:pt x="49" y="27"/>
                </a:lnTo>
                <a:lnTo>
                  <a:pt x="49" y="24"/>
                </a:lnTo>
                <a:lnTo>
                  <a:pt x="49" y="18"/>
                </a:lnTo>
                <a:lnTo>
                  <a:pt x="49" y="15"/>
                </a:lnTo>
                <a:lnTo>
                  <a:pt x="46" y="12"/>
                </a:lnTo>
                <a:lnTo>
                  <a:pt x="46" y="9"/>
                </a:lnTo>
                <a:lnTo>
                  <a:pt x="43" y="6"/>
                </a:lnTo>
                <a:lnTo>
                  <a:pt x="40" y="6"/>
                </a:lnTo>
                <a:lnTo>
                  <a:pt x="36" y="3"/>
                </a:lnTo>
                <a:lnTo>
                  <a:pt x="33" y="3"/>
                </a:lnTo>
                <a:lnTo>
                  <a:pt x="30" y="0"/>
                </a:lnTo>
                <a:lnTo>
                  <a:pt x="26" y="0"/>
                </a:lnTo>
                <a:lnTo>
                  <a:pt x="20" y="0"/>
                </a:lnTo>
                <a:lnTo>
                  <a:pt x="17" y="3"/>
                </a:lnTo>
                <a:lnTo>
                  <a:pt x="13" y="3"/>
                </a:lnTo>
                <a:lnTo>
                  <a:pt x="10" y="6"/>
                </a:lnTo>
                <a:lnTo>
                  <a:pt x="7" y="6"/>
                </a:lnTo>
                <a:lnTo>
                  <a:pt x="7" y="9"/>
                </a:lnTo>
                <a:lnTo>
                  <a:pt x="4" y="12"/>
                </a:lnTo>
                <a:lnTo>
                  <a:pt x="4" y="15"/>
                </a:lnTo>
                <a:lnTo>
                  <a:pt x="0" y="18"/>
                </a:lnTo>
                <a:lnTo>
                  <a:pt x="0" y="24"/>
                </a:lnTo>
                <a:lnTo>
                  <a:pt x="0" y="27"/>
                </a:lnTo>
                <a:lnTo>
                  <a:pt x="4" y="29"/>
                </a:lnTo>
                <a:lnTo>
                  <a:pt x="4" y="32"/>
                </a:lnTo>
                <a:lnTo>
                  <a:pt x="7" y="35"/>
                </a:lnTo>
                <a:lnTo>
                  <a:pt x="7" y="38"/>
                </a:lnTo>
                <a:lnTo>
                  <a:pt x="10" y="41"/>
                </a:lnTo>
                <a:lnTo>
                  <a:pt x="13" y="41"/>
                </a:lnTo>
                <a:lnTo>
                  <a:pt x="17" y="44"/>
                </a:lnTo>
                <a:lnTo>
                  <a:pt x="20" y="44"/>
                </a:lnTo>
                <a:lnTo>
                  <a:pt x="26" y="44"/>
                </a:lnTo>
                <a:lnTo>
                  <a:pt x="23" y="44"/>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936" name="Freeform 432">
            <a:extLst>
              <a:ext uri="{FF2B5EF4-FFF2-40B4-BE49-F238E27FC236}">
                <a16:creationId xmlns:a16="http://schemas.microsoft.com/office/drawing/2014/main" id="{3907F058-61E6-47C8-982C-24AFDB4FEC8C}"/>
              </a:ext>
            </a:extLst>
          </p:cNvPr>
          <p:cNvSpPr>
            <a:spLocks/>
          </p:cNvSpPr>
          <p:nvPr/>
        </p:nvSpPr>
        <p:spPr bwMode="auto">
          <a:xfrm>
            <a:off x="5144414" y="2076826"/>
            <a:ext cx="55334" cy="48370"/>
          </a:xfrm>
          <a:custGeom>
            <a:avLst/>
            <a:gdLst>
              <a:gd name="T0" fmla="*/ 2147483647 w 49"/>
              <a:gd name="T1" fmla="*/ 2147483647 h 44"/>
              <a:gd name="T2" fmla="*/ 2147483647 w 49"/>
              <a:gd name="T3" fmla="*/ 2147483647 h 44"/>
              <a:gd name="T4" fmla="*/ 2147483647 w 49"/>
              <a:gd name="T5" fmla="*/ 2147483647 h 44"/>
              <a:gd name="T6" fmla="*/ 2147483647 w 49"/>
              <a:gd name="T7" fmla="*/ 2147483647 h 44"/>
              <a:gd name="T8" fmla="*/ 2147483647 w 49"/>
              <a:gd name="T9" fmla="*/ 2147483647 h 44"/>
              <a:gd name="T10" fmla="*/ 2147483647 w 49"/>
              <a:gd name="T11" fmla="*/ 2147483647 h 44"/>
              <a:gd name="T12" fmla="*/ 2147483647 w 49"/>
              <a:gd name="T13" fmla="*/ 2147483647 h 44"/>
              <a:gd name="T14" fmla="*/ 2147483647 w 49"/>
              <a:gd name="T15" fmla="*/ 2147483647 h 44"/>
              <a:gd name="T16" fmla="*/ 2147483647 w 49"/>
              <a:gd name="T17" fmla="*/ 2147483647 h 44"/>
              <a:gd name="T18" fmla="*/ 2147483647 w 49"/>
              <a:gd name="T19" fmla="*/ 2147483647 h 44"/>
              <a:gd name="T20" fmla="*/ 2147483647 w 49"/>
              <a:gd name="T21" fmla="*/ 2147483647 h 44"/>
              <a:gd name="T22" fmla="*/ 2147483647 w 49"/>
              <a:gd name="T23" fmla="*/ 2147483647 h 44"/>
              <a:gd name="T24" fmla="*/ 2147483647 w 49"/>
              <a:gd name="T25" fmla="*/ 2147483647 h 44"/>
              <a:gd name="T26" fmla="*/ 2147483647 w 49"/>
              <a:gd name="T27" fmla="*/ 2147483647 h 44"/>
              <a:gd name="T28" fmla="*/ 2147483647 w 49"/>
              <a:gd name="T29" fmla="*/ 2147483647 h 44"/>
              <a:gd name="T30" fmla="*/ 2147483647 w 49"/>
              <a:gd name="T31" fmla="*/ 2147483647 h 44"/>
              <a:gd name="T32" fmla="*/ 2147483647 w 49"/>
              <a:gd name="T33" fmla="*/ 2147483647 h 44"/>
              <a:gd name="T34" fmla="*/ 2147483647 w 49"/>
              <a:gd name="T35" fmla="*/ 2147483647 h 44"/>
              <a:gd name="T36" fmla="*/ 2147483647 w 49"/>
              <a:gd name="T37" fmla="*/ 0 h 44"/>
              <a:gd name="T38" fmla="*/ 2147483647 w 49"/>
              <a:gd name="T39" fmla="*/ 0 h 44"/>
              <a:gd name="T40" fmla="*/ 2147483647 w 49"/>
              <a:gd name="T41" fmla="*/ 0 h 44"/>
              <a:gd name="T42" fmla="*/ 2147483647 w 49"/>
              <a:gd name="T43" fmla="*/ 0 h 44"/>
              <a:gd name="T44" fmla="*/ 2147483647 w 49"/>
              <a:gd name="T45" fmla="*/ 0 h 44"/>
              <a:gd name="T46" fmla="*/ 2147483647 w 49"/>
              <a:gd name="T47" fmla="*/ 2147483647 h 44"/>
              <a:gd name="T48" fmla="*/ 2147483647 w 49"/>
              <a:gd name="T49" fmla="*/ 2147483647 h 44"/>
              <a:gd name="T50" fmla="*/ 2147483647 w 49"/>
              <a:gd name="T51" fmla="*/ 2147483647 h 44"/>
              <a:gd name="T52" fmla="*/ 2147483647 w 49"/>
              <a:gd name="T53" fmla="*/ 2147483647 h 44"/>
              <a:gd name="T54" fmla="*/ 2147483647 w 49"/>
              <a:gd name="T55" fmla="*/ 2147483647 h 44"/>
              <a:gd name="T56" fmla="*/ 2147483647 w 49"/>
              <a:gd name="T57" fmla="*/ 2147483647 h 44"/>
              <a:gd name="T58" fmla="*/ 0 w 49"/>
              <a:gd name="T59" fmla="*/ 2147483647 h 44"/>
              <a:gd name="T60" fmla="*/ 0 w 49"/>
              <a:gd name="T61" fmla="*/ 2147483647 h 44"/>
              <a:gd name="T62" fmla="*/ 0 w 49"/>
              <a:gd name="T63" fmla="*/ 2147483647 h 44"/>
              <a:gd name="T64" fmla="*/ 2147483647 w 49"/>
              <a:gd name="T65" fmla="*/ 2147483647 h 44"/>
              <a:gd name="T66" fmla="*/ 2147483647 w 49"/>
              <a:gd name="T67" fmla="*/ 2147483647 h 44"/>
              <a:gd name="T68" fmla="*/ 2147483647 w 49"/>
              <a:gd name="T69" fmla="*/ 2147483647 h 44"/>
              <a:gd name="T70" fmla="*/ 2147483647 w 49"/>
              <a:gd name="T71" fmla="*/ 2147483647 h 44"/>
              <a:gd name="T72" fmla="*/ 2147483647 w 49"/>
              <a:gd name="T73" fmla="*/ 2147483647 h 44"/>
              <a:gd name="T74" fmla="*/ 2147483647 w 49"/>
              <a:gd name="T75" fmla="*/ 2147483647 h 44"/>
              <a:gd name="T76" fmla="*/ 2147483647 w 49"/>
              <a:gd name="T77" fmla="*/ 2147483647 h 44"/>
              <a:gd name="T78" fmla="*/ 2147483647 w 49"/>
              <a:gd name="T79" fmla="*/ 2147483647 h 44"/>
              <a:gd name="T80" fmla="*/ 2147483647 w 49"/>
              <a:gd name="T81" fmla="*/ 2147483647 h 44"/>
              <a:gd name="T82" fmla="*/ 2147483647 w 49"/>
              <a:gd name="T83" fmla="*/ 2147483647 h 44"/>
              <a:gd name="T84" fmla="*/ 2147483647 w 49"/>
              <a:gd name="T85" fmla="*/ 2147483647 h 4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9"/>
              <a:gd name="T130" fmla="*/ 0 h 44"/>
              <a:gd name="T131" fmla="*/ 49 w 49"/>
              <a:gd name="T132" fmla="*/ 44 h 4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9" h="44">
                <a:moveTo>
                  <a:pt x="23" y="41"/>
                </a:moveTo>
                <a:lnTo>
                  <a:pt x="30" y="44"/>
                </a:lnTo>
                <a:lnTo>
                  <a:pt x="33" y="41"/>
                </a:lnTo>
                <a:lnTo>
                  <a:pt x="36" y="41"/>
                </a:lnTo>
                <a:lnTo>
                  <a:pt x="39" y="38"/>
                </a:lnTo>
                <a:lnTo>
                  <a:pt x="43" y="38"/>
                </a:lnTo>
                <a:lnTo>
                  <a:pt x="46" y="35"/>
                </a:lnTo>
                <a:lnTo>
                  <a:pt x="46" y="32"/>
                </a:lnTo>
                <a:lnTo>
                  <a:pt x="49" y="30"/>
                </a:lnTo>
                <a:lnTo>
                  <a:pt x="49" y="27"/>
                </a:lnTo>
                <a:lnTo>
                  <a:pt x="49" y="21"/>
                </a:lnTo>
                <a:lnTo>
                  <a:pt x="49" y="18"/>
                </a:lnTo>
                <a:lnTo>
                  <a:pt x="49" y="15"/>
                </a:lnTo>
                <a:lnTo>
                  <a:pt x="46" y="12"/>
                </a:lnTo>
                <a:lnTo>
                  <a:pt x="46" y="9"/>
                </a:lnTo>
                <a:lnTo>
                  <a:pt x="43" y="6"/>
                </a:lnTo>
                <a:lnTo>
                  <a:pt x="39" y="3"/>
                </a:lnTo>
                <a:lnTo>
                  <a:pt x="36" y="3"/>
                </a:lnTo>
                <a:lnTo>
                  <a:pt x="33" y="0"/>
                </a:lnTo>
                <a:lnTo>
                  <a:pt x="30" y="0"/>
                </a:lnTo>
                <a:lnTo>
                  <a:pt x="26" y="0"/>
                </a:lnTo>
                <a:lnTo>
                  <a:pt x="20" y="0"/>
                </a:lnTo>
                <a:lnTo>
                  <a:pt x="17" y="0"/>
                </a:lnTo>
                <a:lnTo>
                  <a:pt x="13" y="3"/>
                </a:lnTo>
                <a:lnTo>
                  <a:pt x="10" y="3"/>
                </a:lnTo>
                <a:lnTo>
                  <a:pt x="7" y="6"/>
                </a:lnTo>
                <a:lnTo>
                  <a:pt x="7" y="9"/>
                </a:lnTo>
                <a:lnTo>
                  <a:pt x="3" y="12"/>
                </a:lnTo>
                <a:lnTo>
                  <a:pt x="3" y="15"/>
                </a:lnTo>
                <a:lnTo>
                  <a:pt x="0" y="18"/>
                </a:lnTo>
                <a:lnTo>
                  <a:pt x="0" y="21"/>
                </a:lnTo>
                <a:lnTo>
                  <a:pt x="0" y="27"/>
                </a:lnTo>
                <a:lnTo>
                  <a:pt x="3" y="30"/>
                </a:lnTo>
                <a:lnTo>
                  <a:pt x="3" y="32"/>
                </a:lnTo>
                <a:lnTo>
                  <a:pt x="7" y="35"/>
                </a:lnTo>
                <a:lnTo>
                  <a:pt x="7" y="38"/>
                </a:lnTo>
                <a:lnTo>
                  <a:pt x="10" y="38"/>
                </a:lnTo>
                <a:lnTo>
                  <a:pt x="13" y="41"/>
                </a:lnTo>
                <a:lnTo>
                  <a:pt x="17" y="41"/>
                </a:lnTo>
                <a:lnTo>
                  <a:pt x="20" y="44"/>
                </a:lnTo>
                <a:lnTo>
                  <a:pt x="26" y="44"/>
                </a:lnTo>
                <a:lnTo>
                  <a:pt x="23" y="41"/>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350"/>
          </a:p>
        </p:txBody>
      </p:sp>
      <p:sp>
        <p:nvSpPr>
          <p:cNvPr id="72937" name="Line 433">
            <a:extLst>
              <a:ext uri="{FF2B5EF4-FFF2-40B4-BE49-F238E27FC236}">
                <a16:creationId xmlns:a16="http://schemas.microsoft.com/office/drawing/2014/main" id="{58C3F240-0214-4D28-A787-5648C529A207}"/>
              </a:ext>
            </a:extLst>
          </p:cNvPr>
          <p:cNvSpPr>
            <a:spLocks noChangeShapeType="1"/>
          </p:cNvSpPr>
          <p:nvPr/>
        </p:nvSpPr>
        <p:spPr bwMode="auto">
          <a:xfrm>
            <a:off x="5544174" y="3669720"/>
            <a:ext cx="175036" cy="1099"/>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38" name="Line 434">
            <a:extLst>
              <a:ext uri="{FF2B5EF4-FFF2-40B4-BE49-F238E27FC236}">
                <a16:creationId xmlns:a16="http://schemas.microsoft.com/office/drawing/2014/main" id="{4D1766F3-35A7-464B-999A-9CE44D2E6A9E}"/>
              </a:ext>
            </a:extLst>
          </p:cNvPr>
          <p:cNvSpPr>
            <a:spLocks noChangeShapeType="1"/>
          </p:cNvSpPr>
          <p:nvPr/>
        </p:nvSpPr>
        <p:spPr bwMode="auto">
          <a:xfrm>
            <a:off x="5544174" y="3790643"/>
            <a:ext cx="175036" cy="329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72939" name="Freeform 435">
            <a:extLst>
              <a:ext uri="{FF2B5EF4-FFF2-40B4-BE49-F238E27FC236}">
                <a16:creationId xmlns:a16="http://schemas.microsoft.com/office/drawing/2014/main" id="{F8A90BA2-2ED8-461D-9E3B-8DF037E7EB54}"/>
              </a:ext>
            </a:extLst>
          </p:cNvPr>
          <p:cNvSpPr>
            <a:spLocks/>
          </p:cNvSpPr>
          <p:nvPr/>
        </p:nvSpPr>
        <p:spPr bwMode="auto">
          <a:xfrm>
            <a:off x="4955828" y="2630876"/>
            <a:ext cx="485583" cy="185783"/>
          </a:xfrm>
          <a:custGeom>
            <a:avLst/>
            <a:gdLst>
              <a:gd name="T0" fmla="*/ 0 w 430"/>
              <a:gd name="T1" fmla="*/ 0 h 169"/>
              <a:gd name="T2" fmla="*/ 0 w 430"/>
              <a:gd name="T3" fmla="*/ 2147483647 h 169"/>
              <a:gd name="T4" fmla="*/ 2147483647 w 430"/>
              <a:gd name="T5" fmla="*/ 2147483647 h 169"/>
              <a:gd name="T6" fmla="*/ 2147483647 w 430"/>
              <a:gd name="T7" fmla="*/ 2147483647 h 169"/>
              <a:gd name="T8" fmla="*/ 2147483647 w 430"/>
              <a:gd name="T9" fmla="*/ 2147483647 h 169"/>
              <a:gd name="T10" fmla="*/ 0 60000 65536"/>
              <a:gd name="T11" fmla="*/ 0 60000 65536"/>
              <a:gd name="T12" fmla="*/ 0 60000 65536"/>
              <a:gd name="T13" fmla="*/ 0 60000 65536"/>
              <a:gd name="T14" fmla="*/ 0 60000 65536"/>
              <a:gd name="T15" fmla="*/ 0 w 430"/>
              <a:gd name="T16" fmla="*/ 0 h 169"/>
              <a:gd name="T17" fmla="*/ 430 w 430"/>
              <a:gd name="T18" fmla="*/ 169 h 169"/>
            </a:gdLst>
            <a:ahLst/>
            <a:cxnLst>
              <a:cxn ang="T10">
                <a:pos x="T0" y="T1"/>
              </a:cxn>
              <a:cxn ang="T11">
                <a:pos x="T2" y="T3"/>
              </a:cxn>
              <a:cxn ang="T12">
                <a:pos x="T4" y="T5"/>
              </a:cxn>
              <a:cxn ang="T13">
                <a:pos x="T6" y="T7"/>
              </a:cxn>
              <a:cxn ang="T14">
                <a:pos x="T8" y="T9"/>
              </a:cxn>
            </a:cxnLst>
            <a:rect l="T15" t="T16" r="T17" b="T18"/>
            <a:pathLst>
              <a:path w="430" h="169">
                <a:moveTo>
                  <a:pt x="0" y="0"/>
                </a:moveTo>
                <a:lnTo>
                  <a:pt x="0" y="169"/>
                </a:lnTo>
                <a:lnTo>
                  <a:pt x="370" y="169"/>
                </a:lnTo>
                <a:lnTo>
                  <a:pt x="370" y="56"/>
                </a:lnTo>
                <a:lnTo>
                  <a:pt x="430" y="56"/>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940" name="Freeform 436">
            <a:extLst>
              <a:ext uri="{FF2B5EF4-FFF2-40B4-BE49-F238E27FC236}">
                <a16:creationId xmlns:a16="http://schemas.microsoft.com/office/drawing/2014/main" id="{1AE221C5-7052-42D1-BD25-431513DCF123}"/>
              </a:ext>
            </a:extLst>
          </p:cNvPr>
          <p:cNvSpPr>
            <a:spLocks/>
          </p:cNvSpPr>
          <p:nvPr/>
        </p:nvSpPr>
        <p:spPr bwMode="auto">
          <a:xfrm>
            <a:off x="4296338" y="2080125"/>
            <a:ext cx="485583" cy="185782"/>
          </a:xfrm>
          <a:custGeom>
            <a:avLst/>
            <a:gdLst>
              <a:gd name="T0" fmla="*/ 0 w 430"/>
              <a:gd name="T1" fmla="*/ 0 h 169"/>
              <a:gd name="T2" fmla="*/ 0 w 430"/>
              <a:gd name="T3" fmla="*/ 2147483647 h 169"/>
              <a:gd name="T4" fmla="*/ 2147483647 w 430"/>
              <a:gd name="T5" fmla="*/ 2147483647 h 169"/>
              <a:gd name="T6" fmla="*/ 2147483647 w 430"/>
              <a:gd name="T7" fmla="*/ 2147483647 h 169"/>
              <a:gd name="T8" fmla="*/ 2147483647 w 430"/>
              <a:gd name="T9" fmla="*/ 2147483647 h 169"/>
              <a:gd name="T10" fmla="*/ 0 60000 65536"/>
              <a:gd name="T11" fmla="*/ 0 60000 65536"/>
              <a:gd name="T12" fmla="*/ 0 60000 65536"/>
              <a:gd name="T13" fmla="*/ 0 60000 65536"/>
              <a:gd name="T14" fmla="*/ 0 60000 65536"/>
              <a:gd name="T15" fmla="*/ 0 w 430"/>
              <a:gd name="T16" fmla="*/ 0 h 169"/>
              <a:gd name="T17" fmla="*/ 430 w 430"/>
              <a:gd name="T18" fmla="*/ 169 h 169"/>
            </a:gdLst>
            <a:ahLst/>
            <a:cxnLst>
              <a:cxn ang="T10">
                <a:pos x="T0" y="T1"/>
              </a:cxn>
              <a:cxn ang="T11">
                <a:pos x="T2" y="T3"/>
              </a:cxn>
              <a:cxn ang="T12">
                <a:pos x="T4" y="T5"/>
              </a:cxn>
              <a:cxn ang="T13">
                <a:pos x="T6" y="T7"/>
              </a:cxn>
              <a:cxn ang="T14">
                <a:pos x="T8" y="T9"/>
              </a:cxn>
            </a:cxnLst>
            <a:rect l="T15" t="T16" r="T17" b="T18"/>
            <a:pathLst>
              <a:path w="430" h="169">
                <a:moveTo>
                  <a:pt x="0" y="0"/>
                </a:moveTo>
                <a:lnTo>
                  <a:pt x="0" y="169"/>
                </a:lnTo>
                <a:lnTo>
                  <a:pt x="371" y="169"/>
                </a:lnTo>
                <a:lnTo>
                  <a:pt x="371" y="56"/>
                </a:lnTo>
                <a:lnTo>
                  <a:pt x="430" y="56"/>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941" name="Freeform 437">
            <a:extLst>
              <a:ext uri="{FF2B5EF4-FFF2-40B4-BE49-F238E27FC236}">
                <a16:creationId xmlns:a16="http://schemas.microsoft.com/office/drawing/2014/main" id="{1C92F717-11F6-47A9-B0CE-744196DB8B7A}"/>
              </a:ext>
            </a:extLst>
          </p:cNvPr>
          <p:cNvSpPr>
            <a:spLocks/>
          </p:cNvSpPr>
          <p:nvPr/>
        </p:nvSpPr>
        <p:spPr bwMode="auto">
          <a:xfrm>
            <a:off x="4122432" y="2386830"/>
            <a:ext cx="107280" cy="488092"/>
          </a:xfrm>
          <a:custGeom>
            <a:avLst/>
            <a:gdLst>
              <a:gd name="T0" fmla="*/ 2147483647 w 95"/>
              <a:gd name="T1" fmla="*/ 2147483647 h 444"/>
              <a:gd name="T2" fmla="*/ 2147483647 w 95"/>
              <a:gd name="T3" fmla="*/ 0 h 444"/>
              <a:gd name="T4" fmla="*/ 0 w 95"/>
              <a:gd name="T5" fmla="*/ 0 h 444"/>
              <a:gd name="T6" fmla="*/ 0 w 95"/>
              <a:gd name="T7" fmla="*/ 2147483647 h 444"/>
              <a:gd name="T8" fmla="*/ 2147483647 w 95"/>
              <a:gd name="T9" fmla="*/ 2147483647 h 444"/>
              <a:gd name="T10" fmla="*/ 2147483647 w 95"/>
              <a:gd name="T11" fmla="*/ 2147483647 h 444"/>
              <a:gd name="T12" fmla="*/ 0 60000 65536"/>
              <a:gd name="T13" fmla="*/ 0 60000 65536"/>
              <a:gd name="T14" fmla="*/ 0 60000 65536"/>
              <a:gd name="T15" fmla="*/ 0 60000 65536"/>
              <a:gd name="T16" fmla="*/ 0 60000 65536"/>
              <a:gd name="T17" fmla="*/ 0 60000 65536"/>
              <a:gd name="T18" fmla="*/ 0 w 95"/>
              <a:gd name="T19" fmla="*/ 0 h 444"/>
              <a:gd name="T20" fmla="*/ 95 w 95"/>
              <a:gd name="T21" fmla="*/ 444 h 444"/>
            </a:gdLst>
            <a:ahLst/>
            <a:cxnLst>
              <a:cxn ang="T12">
                <a:pos x="T0" y="T1"/>
              </a:cxn>
              <a:cxn ang="T13">
                <a:pos x="T2" y="T3"/>
              </a:cxn>
              <a:cxn ang="T14">
                <a:pos x="T4" y="T5"/>
              </a:cxn>
              <a:cxn ang="T15">
                <a:pos x="T6" y="T7"/>
              </a:cxn>
              <a:cxn ang="T16">
                <a:pos x="T8" y="T9"/>
              </a:cxn>
              <a:cxn ang="T17">
                <a:pos x="T10" y="T11"/>
              </a:cxn>
            </a:cxnLst>
            <a:rect l="T18" t="T19" r="T20" b="T21"/>
            <a:pathLst>
              <a:path w="95" h="444">
                <a:moveTo>
                  <a:pt x="92" y="444"/>
                </a:moveTo>
                <a:lnTo>
                  <a:pt x="95" y="0"/>
                </a:lnTo>
                <a:lnTo>
                  <a:pt x="0" y="0"/>
                </a:lnTo>
                <a:lnTo>
                  <a:pt x="0" y="444"/>
                </a:lnTo>
                <a:lnTo>
                  <a:pt x="95" y="444"/>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942" name="Freeform 438">
            <a:extLst>
              <a:ext uri="{FF2B5EF4-FFF2-40B4-BE49-F238E27FC236}">
                <a16:creationId xmlns:a16="http://schemas.microsoft.com/office/drawing/2014/main" id="{9CF3708C-76B4-452E-BA23-C6BB7E0F0239}"/>
              </a:ext>
            </a:extLst>
          </p:cNvPr>
          <p:cNvSpPr>
            <a:spLocks/>
          </p:cNvSpPr>
          <p:nvPr/>
        </p:nvSpPr>
        <p:spPr bwMode="auto">
          <a:xfrm>
            <a:off x="4777404" y="1838278"/>
            <a:ext cx="107280" cy="489190"/>
          </a:xfrm>
          <a:custGeom>
            <a:avLst/>
            <a:gdLst>
              <a:gd name="T0" fmla="*/ 2147483647 w 95"/>
              <a:gd name="T1" fmla="*/ 2147483647 h 445"/>
              <a:gd name="T2" fmla="*/ 2147483647 w 95"/>
              <a:gd name="T3" fmla="*/ 0 h 445"/>
              <a:gd name="T4" fmla="*/ 0 w 95"/>
              <a:gd name="T5" fmla="*/ 0 h 445"/>
              <a:gd name="T6" fmla="*/ 0 w 95"/>
              <a:gd name="T7" fmla="*/ 2147483647 h 445"/>
              <a:gd name="T8" fmla="*/ 2147483647 w 95"/>
              <a:gd name="T9" fmla="*/ 2147483647 h 445"/>
              <a:gd name="T10" fmla="*/ 2147483647 w 95"/>
              <a:gd name="T11" fmla="*/ 2147483647 h 445"/>
              <a:gd name="T12" fmla="*/ 0 60000 65536"/>
              <a:gd name="T13" fmla="*/ 0 60000 65536"/>
              <a:gd name="T14" fmla="*/ 0 60000 65536"/>
              <a:gd name="T15" fmla="*/ 0 60000 65536"/>
              <a:gd name="T16" fmla="*/ 0 60000 65536"/>
              <a:gd name="T17" fmla="*/ 0 60000 65536"/>
              <a:gd name="T18" fmla="*/ 0 w 95"/>
              <a:gd name="T19" fmla="*/ 0 h 445"/>
              <a:gd name="T20" fmla="*/ 95 w 95"/>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5" h="445">
                <a:moveTo>
                  <a:pt x="92" y="442"/>
                </a:moveTo>
                <a:lnTo>
                  <a:pt x="95" y="0"/>
                </a:lnTo>
                <a:lnTo>
                  <a:pt x="0" y="0"/>
                </a:lnTo>
                <a:lnTo>
                  <a:pt x="0" y="445"/>
                </a:lnTo>
                <a:lnTo>
                  <a:pt x="95"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943" name="Freeform 439">
            <a:extLst>
              <a:ext uri="{FF2B5EF4-FFF2-40B4-BE49-F238E27FC236}">
                <a16:creationId xmlns:a16="http://schemas.microsoft.com/office/drawing/2014/main" id="{B928B25D-3635-420F-B08A-2CA2EB34D38A}"/>
              </a:ext>
            </a:extLst>
          </p:cNvPr>
          <p:cNvSpPr>
            <a:spLocks/>
          </p:cNvSpPr>
          <p:nvPr/>
        </p:nvSpPr>
        <p:spPr bwMode="auto">
          <a:xfrm>
            <a:off x="4777404" y="2386830"/>
            <a:ext cx="107280" cy="488092"/>
          </a:xfrm>
          <a:custGeom>
            <a:avLst/>
            <a:gdLst>
              <a:gd name="T0" fmla="*/ 2147483647 w 95"/>
              <a:gd name="T1" fmla="*/ 2147483647 h 444"/>
              <a:gd name="T2" fmla="*/ 2147483647 w 95"/>
              <a:gd name="T3" fmla="*/ 0 h 444"/>
              <a:gd name="T4" fmla="*/ 0 w 95"/>
              <a:gd name="T5" fmla="*/ 0 h 444"/>
              <a:gd name="T6" fmla="*/ 0 w 95"/>
              <a:gd name="T7" fmla="*/ 2147483647 h 444"/>
              <a:gd name="T8" fmla="*/ 2147483647 w 95"/>
              <a:gd name="T9" fmla="*/ 2147483647 h 444"/>
              <a:gd name="T10" fmla="*/ 2147483647 w 95"/>
              <a:gd name="T11" fmla="*/ 2147483647 h 444"/>
              <a:gd name="T12" fmla="*/ 0 60000 65536"/>
              <a:gd name="T13" fmla="*/ 0 60000 65536"/>
              <a:gd name="T14" fmla="*/ 0 60000 65536"/>
              <a:gd name="T15" fmla="*/ 0 60000 65536"/>
              <a:gd name="T16" fmla="*/ 0 60000 65536"/>
              <a:gd name="T17" fmla="*/ 0 60000 65536"/>
              <a:gd name="T18" fmla="*/ 0 w 95"/>
              <a:gd name="T19" fmla="*/ 0 h 444"/>
              <a:gd name="T20" fmla="*/ 95 w 95"/>
              <a:gd name="T21" fmla="*/ 444 h 444"/>
            </a:gdLst>
            <a:ahLst/>
            <a:cxnLst>
              <a:cxn ang="T12">
                <a:pos x="T0" y="T1"/>
              </a:cxn>
              <a:cxn ang="T13">
                <a:pos x="T2" y="T3"/>
              </a:cxn>
              <a:cxn ang="T14">
                <a:pos x="T4" y="T5"/>
              </a:cxn>
              <a:cxn ang="T15">
                <a:pos x="T6" y="T7"/>
              </a:cxn>
              <a:cxn ang="T16">
                <a:pos x="T8" y="T9"/>
              </a:cxn>
              <a:cxn ang="T17">
                <a:pos x="T10" y="T11"/>
              </a:cxn>
            </a:cxnLst>
            <a:rect l="T18" t="T19" r="T20" b="T21"/>
            <a:pathLst>
              <a:path w="95" h="444">
                <a:moveTo>
                  <a:pt x="92" y="444"/>
                </a:moveTo>
                <a:lnTo>
                  <a:pt x="95" y="0"/>
                </a:lnTo>
                <a:lnTo>
                  <a:pt x="0" y="0"/>
                </a:lnTo>
                <a:lnTo>
                  <a:pt x="0" y="444"/>
                </a:lnTo>
                <a:lnTo>
                  <a:pt x="95" y="444"/>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944" name="Freeform 440">
            <a:extLst>
              <a:ext uri="{FF2B5EF4-FFF2-40B4-BE49-F238E27FC236}">
                <a16:creationId xmlns:a16="http://schemas.microsoft.com/office/drawing/2014/main" id="{A9CF71A3-DA26-4B05-A553-3E1AF0162557}"/>
              </a:ext>
            </a:extLst>
          </p:cNvPr>
          <p:cNvSpPr>
            <a:spLocks/>
          </p:cNvSpPr>
          <p:nvPr/>
        </p:nvSpPr>
        <p:spPr bwMode="auto">
          <a:xfrm>
            <a:off x="5025842" y="2509953"/>
            <a:ext cx="277799" cy="244046"/>
          </a:xfrm>
          <a:custGeom>
            <a:avLst/>
            <a:gdLst>
              <a:gd name="T0" fmla="*/ 2147483647 w 246"/>
              <a:gd name="T1" fmla="*/ 2147483647 h 222"/>
              <a:gd name="T2" fmla="*/ 2147483647 w 246"/>
              <a:gd name="T3" fmla="*/ 0 h 222"/>
              <a:gd name="T4" fmla="*/ 0 w 246"/>
              <a:gd name="T5" fmla="*/ 0 h 222"/>
              <a:gd name="T6" fmla="*/ 0 w 246"/>
              <a:gd name="T7" fmla="*/ 2147483647 h 222"/>
              <a:gd name="T8" fmla="*/ 2147483647 w 246"/>
              <a:gd name="T9" fmla="*/ 2147483647 h 222"/>
              <a:gd name="T10" fmla="*/ 2147483647 w 246"/>
              <a:gd name="T11" fmla="*/ 2147483647 h 222"/>
              <a:gd name="T12" fmla="*/ 0 60000 65536"/>
              <a:gd name="T13" fmla="*/ 0 60000 65536"/>
              <a:gd name="T14" fmla="*/ 0 60000 65536"/>
              <a:gd name="T15" fmla="*/ 0 60000 65536"/>
              <a:gd name="T16" fmla="*/ 0 60000 65536"/>
              <a:gd name="T17" fmla="*/ 0 60000 65536"/>
              <a:gd name="T18" fmla="*/ 0 w 246"/>
              <a:gd name="T19" fmla="*/ 0 h 222"/>
              <a:gd name="T20" fmla="*/ 246 w 246"/>
              <a:gd name="T21" fmla="*/ 222 h 222"/>
            </a:gdLst>
            <a:ahLst/>
            <a:cxnLst>
              <a:cxn ang="T12">
                <a:pos x="T0" y="T1"/>
              </a:cxn>
              <a:cxn ang="T13">
                <a:pos x="T2" y="T3"/>
              </a:cxn>
              <a:cxn ang="T14">
                <a:pos x="T4" y="T5"/>
              </a:cxn>
              <a:cxn ang="T15">
                <a:pos x="T6" y="T7"/>
              </a:cxn>
              <a:cxn ang="T16">
                <a:pos x="T8" y="T9"/>
              </a:cxn>
              <a:cxn ang="T17">
                <a:pos x="T10" y="T11"/>
              </a:cxn>
            </a:cxnLst>
            <a:rect l="T18" t="T19" r="T20" b="T21"/>
            <a:pathLst>
              <a:path w="246" h="222">
                <a:moveTo>
                  <a:pt x="246" y="222"/>
                </a:moveTo>
                <a:lnTo>
                  <a:pt x="246" y="0"/>
                </a:lnTo>
                <a:lnTo>
                  <a:pt x="0" y="0"/>
                </a:lnTo>
                <a:lnTo>
                  <a:pt x="0" y="222"/>
                </a:lnTo>
                <a:lnTo>
                  <a:pt x="246" y="222"/>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945" name="Rectangle 441">
            <a:extLst>
              <a:ext uri="{FF2B5EF4-FFF2-40B4-BE49-F238E27FC236}">
                <a16:creationId xmlns:a16="http://schemas.microsoft.com/office/drawing/2014/main" id="{8D895F9A-F9F0-42C2-AA85-FAD819F688B8}"/>
              </a:ext>
            </a:extLst>
          </p:cNvPr>
          <p:cNvSpPr>
            <a:spLocks noChangeArrowheads="1"/>
          </p:cNvSpPr>
          <p:nvPr/>
        </p:nvSpPr>
        <p:spPr bwMode="auto">
          <a:xfrm>
            <a:off x="5069883" y="2559421"/>
            <a:ext cx="79060"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D</a:t>
            </a:r>
            <a:endParaRPr lang="en-US" altLang="zh-TW" sz="1800" b="0">
              <a:latin typeface="Times New Roman" panose="02020603050405020304" pitchFamily="18" charset="0"/>
              <a:ea typeface="新細明體" panose="02020500000000000000" pitchFamily="18" charset="-120"/>
            </a:endParaRPr>
          </a:p>
        </p:txBody>
      </p:sp>
      <p:sp>
        <p:nvSpPr>
          <p:cNvPr id="72946" name="Rectangle 442">
            <a:extLst>
              <a:ext uri="{FF2B5EF4-FFF2-40B4-BE49-F238E27FC236}">
                <a16:creationId xmlns:a16="http://schemas.microsoft.com/office/drawing/2014/main" id="{C3030C47-67CA-4150-A722-B80A56BE12BA}"/>
              </a:ext>
            </a:extLst>
          </p:cNvPr>
          <p:cNvSpPr>
            <a:spLocks noChangeArrowheads="1"/>
          </p:cNvSpPr>
          <p:nvPr/>
        </p:nvSpPr>
        <p:spPr bwMode="auto">
          <a:xfrm>
            <a:off x="5159096" y="2559421"/>
            <a:ext cx="91223" cy="1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900" b="0">
                <a:solidFill>
                  <a:srgbClr val="000000"/>
                </a:solidFill>
                <a:latin typeface="Arial" panose="020B0604020202020204" pitchFamily="34" charset="0"/>
                <a:ea typeface="新細明體" panose="02020500000000000000" pitchFamily="18" charset="-120"/>
              </a:rPr>
              <a:t>M</a:t>
            </a:r>
            <a:endParaRPr lang="en-US" altLang="zh-TW" sz="1800" b="0">
              <a:latin typeface="Times New Roman" panose="02020603050405020304" pitchFamily="18" charset="0"/>
              <a:ea typeface="新細明體" panose="02020500000000000000" pitchFamily="18" charset="-120"/>
            </a:endParaRPr>
          </a:p>
        </p:txBody>
      </p:sp>
      <p:sp>
        <p:nvSpPr>
          <p:cNvPr id="72947" name="Freeform 443">
            <a:extLst>
              <a:ext uri="{FF2B5EF4-FFF2-40B4-BE49-F238E27FC236}">
                <a16:creationId xmlns:a16="http://schemas.microsoft.com/office/drawing/2014/main" id="{6ED97FCB-D8E9-4178-B46C-673902399D67}"/>
              </a:ext>
            </a:extLst>
          </p:cNvPr>
          <p:cNvSpPr>
            <a:spLocks/>
          </p:cNvSpPr>
          <p:nvPr/>
        </p:nvSpPr>
        <p:spPr bwMode="auto">
          <a:xfrm>
            <a:off x="5055203" y="2936483"/>
            <a:ext cx="211172" cy="485892"/>
          </a:xfrm>
          <a:custGeom>
            <a:avLst/>
            <a:gdLst>
              <a:gd name="T0" fmla="*/ 0 w 187"/>
              <a:gd name="T1" fmla="*/ 0 h 442"/>
              <a:gd name="T2" fmla="*/ 2147483647 w 187"/>
              <a:gd name="T3" fmla="*/ 2147483647 h 442"/>
              <a:gd name="T4" fmla="*/ 2147483647 w 187"/>
              <a:gd name="T5" fmla="*/ 2147483647 h 442"/>
              <a:gd name="T6" fmla="*/ 2147483647 w 187"/>
              <a:gd name="T7" fmla="*/ 2147483647 h 442"/>
              <a:gd name="T8" fmla="*/ 2147483647 w 187"/>
              <a:gd name="T9" fmla="*/ 2147483647 h 442"/>
              <a:gd name="T10" fmla="*/ 2147483647 w 187"/>
              <a:gd name="T11" fmla="*/ 2147483647 h 442"/>
              <a:gd name="T12" fmla="*/ 2147483647 w 187"/>
              <a:gd name="T13" fmla="*/ 2147483647 h 442"/>
              <a:gd name="T14" fmla="*/ 2147483647 w 187"/>
              <a:gd name="T15" fmla="*/ 2147483647 h 442"/>
              <a:gd name="T16" fmla="*/ 2147483647 w 187"/>
              <a:gd name="T17" fmla="*/ 2147483647 h 4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442"/>
              <a:gd name="T29" fmla="*/ 187 w 187"/>
              <a:gd name="T30" fmla="*/ 442 h 4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442">
                <a:moveTo>
                  <a:pt x="0" y="0"/>
                </a:moveTo>
                <a:lnTo>
                  <a:pt x="4" y="181"/>
                </a:lnTo>
                <a:lnTo>
                  <a:pt x="63" y="223"/>
                </a:lnTo>
                <a:lnTo>
                  <a:pt x="4" y="264"/>
                </a:lnTo>
                <a:lnTo>
                  <a:pt x="4" y="442"/>
                </a:lnTo>
                <a:lnTo>
                  <a:pt x="187" y="309"/>
                </a:lnTo>
                <a:lnTo>
                  <a:pt x="187" y="137"/>
                </a:lnTo>
                <a:lnTo>
                  <a:pt x="4" y="3"/>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948" name="Freeform 444">
            <a:extLst>
              <a:ext uri="{FF2B5EF4-FFF2-40B4-BE49-F238E27FC236}">
                <a16:creationId xmlns:a16="http://schemas.microsoft.com/office/drawing/2014/main" id="{19A8664B-6DF5-498A-AE84-6D7AFAD7B4A9}"/>
              </a:ext>
            </a:extLst>
          </p:cNvPr>
          <p:cNvSpPr>
            <a:spLocks/>
          </p:cNvSpPr>
          <p:nvPr/>
        </p:nvSpPr>
        <p:spPr bwMode="auto">
          <a:xfrm>
            <a:off x="5441411" y="2936483"/>
            <a:ext cx="107280" cy="489191"/>
          </a:xfrm>
          <a:custGeom>
            <a:avLst/>
            <a:gdLst>
              <a:gd name="T0" fmla="*/ 2147483647 w 95"/>
              <a:gd name="T1" fmla="*/ 2147483647 h 445"/>
              <a:gd name="T2" fmla="*/ 2147483647 w 95"/>
              <a:gd name="T3" fmla="*/ 0 h 445"/>
              <a:gd name="T4" fmla="*/ 0 w 95"/>
              <a:gd name="T5" fmla="*/ 0 h 445"/>
              <a:gd name="T6" fmla="*/ 0 w 95"/>
              <a:gd name="T7" fmla="*/ 2147483647 h 445"/>
              <a:gd name="T8" fmla="*/ 2147483647 w 95"/>
              <a:gd name="T9" fmla="*/ 2147483647 h 445"/>
              <a:gd name="T10" fmla="*/ 2147483647 w 95"/>
              <a:gd name="T11" fmla="*/ 2147483647 h 445"/>
              <a:gd name="T12" fmla="*/ 0 60000 65536"/>
              <a:gd name="T13" fmla="*/ 0 60000 65536"/>
              <a:gd name="T14" fmla="*/ 0 60000 65536"/>
              <a:gd name="T15" fmla="*/ 0 60000 65536"/>
              <a:gd name="T16" fmla="*/ 0 60000 65536"/>
              <a:gd name="T17" fmla="*/ 0 60000 65536"/>
              <a:gd name="T18" fmla="*/ 0 w 95"/>
              <a:gd name="T19" fmla="*/ 0 h 445"/>
              <a:gd name="T20" fmla="*/ 95 w 95"/>
              <a:gd name="T21" fmla="*/ 445 h 445"/>
            </a:gdLst>
            <a:ahLst/>
            <a:cxnLst>
              <a:cxn ang="T12">
                <a:pos x="T0" y="T1"/>
              </a:cxn>
              <a:cxn ang="T13">
                <a:pos x="T2" y="T3"/>
              </a:cxn>
              <a:cxn ang="T14">
                <a:pos x="T4" y="T5"/>
              </a:cxn>
              <a:cxn ang="T15">
                <a:pos x="T6" y="T7"/>
              </a:cxn>
              <a:cxn ang="T16">
                <a:pos x="T8" y="T9"/>
              </a:cxn>
              <a:cxn ang="T17">
                <a:pos x="T10" y="T11"/>
              </a:cxn>
            </a:cxnLst>
            <a:rect l="T18" t="T19" r="T20" b="T21"/>
            <a:pathLst>
              <a:path w="95" h="445">
                <a:moveTo>
                  <a:pt x="91" y="445"/>
                </a:moveTo>
                <a:lnTo>
                  <a:pt x="95" y="0"/>
                </a:lnTo>
                <a:lnTo>
                  <a:pt x="0" y="0"/>
                </a:lnTo>
                <a:lnTo>
                  <a:pt x="0" y="445"/>
                </a:lnTo>
                <a:lnTo>
                  <a:pt x="95" y="44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72949" name="Freeform 445">
            <a:extLst>
              <a:ext uri="{FF2B5EF4-FFF2-40B4-BE49-F238E27FC236}">
                <a16:creationId xmlns:a16="http://schemas.microsoft.com/office/drawing/2014/main" id="{A22F68BA-0729-465D-B61E-9E56623D6C59}"/>
              </a:ext>
            </a:extLst>
          </p:cNvPr>
          <p:cNvSpPr>
            <a:spLocks/>
          </p:cNvSpPr>
          <p:nvPr/>
        </p:nvSpPr>
        <p:spPr bwMode="auto">
          <a:xfrm>
            <a:off x="5719210" y="3487235"/>
            <a:ext cx="210043" cy="485892"/>
          </a:xfrm>
          <a:custGeom>
            <a:avLst/>
            <a:gdLst>
              <a:gd name="T0" fmla="*/ 0 w 186"/>
              <a:gd name="T1" fmla="*/ 0 h 442"/>
              <a:gd name="T2" fmla="*/ 0 w 186"/>
              <a:gd name="T3" fmla="*/ 2147483647 h 442"/>
              <a:gd name="T4" fmla="*/ 2147483647 w 186"/>
              <a:gd name="T5" fmla="*/ 2147483647 h 442"/>
              <a:gd name="T6" fmla="*/ 0 w 186"/>
              <a:gd name="T7" fmla="*/ 2147483647 h 442"/>
              <a:gd name="T8" fmla="*/ 0 w 186"/>
              <a:gd name="T9" fmla="*/ 2147483647 h 442"/>
              <a:gd name="T10" fmla="*/ 2147483647 w 186"/>
              <a:gd name="T11" fmla="*/ 2147483647 h 442"/>
              <a:gd name="T12" fmla="*/ 2147483647 w 186"/>
              <a:gd name="T13" fmla="*/ 2147483647 h 442"/>
              <a:gd name="T14" fmla="*/ 0 w 186"/>
              <a:gd name="T15" fmla="*/ 0 h 442"/>
              <a:gd name="T16" fmla="*/ 0 w 186"/>
              <a:gd name="T17" fmla="*/ 0 h 4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6"/>
              <a:gd name="T28" fmla="*/ 0 h 442"/>
              <a:gd name="T29" fmla="*/ 186 w 186"/>
              <a:gd name="T30" fmla="*/ 442 h 4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6" h="442">
                <a:moveTo>
                  <a:pt x="0" y="0"/>
                </a:moveTo>
                <a:lnTo>
                  <a:pt x="0" y="181"/>
                </a:lnTo>
                <a:lnTo>
                  <a:pt x="59" y="223"/>
                </a:lnTo>
                <a:lnTo>
                  <a:pt x="0" y="264"/>
                </a:lnTo>
                <a:lnTo>
                  <a:pt x="0" y="442"/>
                </a:lnTo>
                <a:lnTo>
                  <a:pt x="186" y="309"/>
                </a:lnTo>
                <a:lnTo>
                  <a:pt x="186" y="137"/>
                </a:lnTo>
                <a:lnTo>
                  <a:pt x="0" y="0"/>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515519" name="Text Box 447">
            <a:extLst>
              <a:ext uri="{FF2B5EF4-FFF2-40B4-BE49-F238E27FC236}">
                <a16:creationId xmlns:a16="http://schemas.microsoft.com/office/drawing/2014/main" id="{7877F865-CAA4-49CA-B6F0-18D34A896DE3}"/>
              </a:ext>
            </a:extLst>
          </p:cNvPr>
          <p:cNvSpPr txBox="1">
            <a:spLocks noChangeArrowheads="1"/>
          </p:cNvSpPr>
          <p:nvPr/>
        </p:nvSpPr>
        <p:spPr bwMode="auto">
          <a:xfrm>
            <a:off x="1536451" y="2298513"/>
            <a:ext cx="15424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600" dirty="0">
                <a:solidFill>
                  <a:srgbClr val="FF0000"/>
                </a:solidFill>
                <a:latin typeface="Times New Roman" panose="02020603050405020304" pitchFamily="18" charset="0"/>
                <a:ea typeface="新細明體" panose="02020500000000000000" pitchFamily="18" charset="-120"/>
              </a:rPr>
              <a:t>Insert two </a:t>
            </a:r>
            <a:r>
              <a:rPr lang="en-US" altLang="zh-TW" sz="1600" dirty="0" err="1">
                <a:solidFill>
                  <a:srgbClr val="FF0000"/>
                </a:solidFill>
                <a:latin typeface="Times New Roman" panose="02020603050405020304" pitchFamily="18" charset="0"/>
                <a:ea typeface="新細明體" panose="02020500000000000000" pitchFamily="18" charset="-120"/>
              </a:rPr>
              <a:t>nops</a:t>
            </a:r>
            <a:endParaRPr lang="en-US" altLang="zh-TW" sz="1600" dirty="0">
              <a:solidFill>
                <a:srgbClr val="FF0000"/>
              </a:solidFill>
              <a:latin typeface="Times New Roman" panose="02020603050405020304" pitchFamily="18" charset="0"/>
              <a:ea typeface="新細明體" panose="02020500000000000000" pitchFamily="18" charset="-120"/>
            </a:endParaRPr>
          </a:p>
        </p:txBody>
      </p:sp>
    </p:spTree>
  </p:cSld>
  <p:clrMapOvr>
    <a:masterClrMapping/>
  </p:clrMapOvr>
  <p:transition advTm="2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5519"/>
                                        </p:tgtEl>
                                        <p:attrNameLst>
                                          <p:attrName>style.visibility</p:attrName>
                                        </p:attrNameLst>
                                      </p:cBhvr>
                                      <p:to>
                                        <p:strVal val="visible"/>
                                      </p:to>
                                    </p:set>
                                    <p:anim calcmode="lin" valueType="num">
                                      <p:cBhvr additive="base">
                                        <p:cTn id="7" dur="500" fill="hold"/>
                                        <p:tgtEl>
                                          <p:spTgt spid="515519"/>
                                        </p:tgtEl>
                                        <p:attrNameLst>
                                          <p:attrName>ppt_x</p:attrName>
                                        </p:attrNameLst>
                                      </p:cBhvr>
                                      <p:tavLst>
                                        <p:tav tm="0">
                                          <p:val>
                                            <p:strVal val="#ppt_x"/>
                                          </p:val>
                                        </p:tav>
                                        <p:tav tm="100000">
                                          <p:val>
                                            <p:strVal val="#ppt_x"/>
                                          </p:val>
                                        </p:tav>
                                      </p:tavLst>
                                    </p:anim>
                                    <p:anim calcmode="lin" valueType="num">
                                      <p:cBhvr additive="base">
                                        <p:cTn id="8" dur="500" fill="hold"/>
                                        <p:tgtEl>
                                          <p:spTgt spid="5155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51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BA0E4D21-271B-4A32-B28B-C94FE7EDCF06}"/>
              </a:ext>
            </a:extLst>
          </p:cNvPr>
          <p:cNvSpPr>
            <a:spLocks noGrp="1" noChangeArrowheads="1"/>
          </p:cNvSpPr>
          <p:nvPr>
            <p:ph type="title"/>
          </p:nvPr>
        </p:nvSpPr>
        <p:spPr/>
        <p:txBody>
          <a:bodyPr/>
          <a:lstStyle/>
          <a:p>
            <a:r>
              <a:rPr lang="en-US" altLang="zh-TW"/>
              <a:t>Outline</a:t>
            </a:r>
          </a:p>
        </p:txBody>
      </p:sp>
      <p:sp>
        <p:nvSpPr>
          <p:cNvPr id="73731" name="Rectangle 3">
            <a:extLst>
              <a:ext uri="{FF2B5EF4-FFF2-40B4-BE49-F238E27FC236}">
                <a16:creationId xmlns:a16="http://schemas.microsoft.com/office/drawing/2014/main" id="{FA789215-6DEF-429A-B1F2-373CDEAF3026}"/>
              </a:ext>
            </a:extLst>
          </p:cNvPr>
          <p:cNvSpPr>
            <a:spLocks noGrp="1" noChangeArrowheads="1"/>
          </p:cNvSpPr>
          <p:nvPr>
            <p:ph idx="1"/>
          </p:nvPr>
        </p:nvSpPr>
        <p:spPr>
          <a:xfrm>
            <a:off x="1021976" y="772436"/>
            <a:ext cx="7790329" cy="3871282"/>
          </a:xfrm>
        </p:spPr>
        <p:txBody>
          <a:bodyPr/>
          <a:lstStyle/>
          <a:p>
            <a:r>
              <a:rPr lang="en-US" altLang="zh-TW" sz="2000" dirty="0"/>
              <a:t>An overview of pipelining</a:t>
            </a:r>
          </a:p>
          <a:p>
            <a:r>
              <a:rPr lang="en-US" altLang="zh-TW" sz="2000" dirty="0"/>
              <a:t>A pipelined </a:t>
            </a:r>
            <a:r>
              <a:rPr lang="en-US" altLang="zh-TW" sz="2000" dirty="0" err="1"/>
              <a:t>datapath</a:t>
            </a:r>
            <a:endParaRPr lang="en-US" altLang="zh-TW" sz="2000" dirty="0"/>
          </a:p>
          <a:p>
            <a:r>
              <a:rPr lang="en-US" altLang="zh-TW" sz="2000" dirty="0"/>
              <a:t>Pipelined control</a:t>
            </a:r>
          </a:p>
          <a:p>
            <a:r>
              <a:rPr lang="en-US" altLang="zh-CN" sz="2000" dirty="0"/>
              <a:t>Hazards:</a:t>
            </a:r>
            <a:r>
              <a:rPr lang="zh-CN" altLang="en-US" sz="2000" dirty="0"/>
              <a:t> </a:t>
            </a:r>
            <a:r>
              <a:rPr lang="en-US" altLang="zh-CN" sz="2000" dirty="0"/>
              <a:t>types of hazard</a:t>
            </a:r>
          </a:p>
          <a:p>
            <a:r>
              <a:rPr lang="en-US" altLang="zh-TW" sz="2000" dirty="0"/>
              <a:t>Handling data hazards</a:t>
            </a:r>
          </a:p>
          <a:p>
            <a:pPr lvl="1"/>
            <a:r>
              <a:rPr lang="en-US" altLang="zh-CN" sz="1600" dirty="0"/>
              <a:t>Inserting</a:t>
            </a:r>
            <a:r>
              <a:rPr lang="zh-CN" altLang="en-US" sz="1600" dirty="0"/>
              <a:t> </a:t>
            </a:r>
            <a:r>
              <a:rPr lang="en-US" altLang="zh-CN" sz="1600" dirty="0"/>
              <a:t>NOP</a:t>
            </a:r>
            <a:r>
              <a:rPr lang="zh-CN" altLang="en-US" sz="1600" dirty="0"/>
              <a:t>（</a:t>
            </a:r>
            <a:r>
              <a:rPr lang="en-US" altLang="zh-CN" sz="1600" dirty="0"/>
              <a:t>software</a:t>
            </a:r>
            <a:r>
              <a:rPr lang="zh-CN" altLang="en-US" sz="1600" dirty="0"/>
              <a:t>）</a:t>
            </a:r>
            <a:endParaRPr lang="en-US" altLang="zh-TW" sz="1600" dirty="0"/>
          </a:p>
          <a:p>
            <a:pPr lvl="1"/>
            <a:r>
              <a:rPr lang="en-US" altLang="zh-CN" sz="1600" dirty="0">
                <a:solidFill>
                  <a:srgbClr val="FF0000"/>
                </a:solidFill>
              </a:rPr>
              <a:t>F</a:t>
            </a:r>
            <a:r>
              <a:rPr lang="en-US" altLang="zh-TW" sz="1600" dirty="0">
                <a:solidFill>
                  <a:srgbClr val="FF0000"/>
                </a:solidFill>
              </a:rPr>
              <a:t>orwarding</a:t>
            </a:r>
            <a:r>
              <a:rPr lang="en-US" altLang="zh-CN" sz="1600" dirty="0">
                <a:solidFill>
                  <a:srgbClr val="FF0000"/>
                </a:solidFill>
              </a:rPr>
              <a:t>,</a:t>
            </a:r>
            <a:r>
              <a:rPr lang="zh-CN" altLang="en-US" sz="1600" dirty="0">
                <a:solidFill>
                  <a:srgbClr val="FF0000"/>
                </a:solidFill>
              </a:rPr>
              <a:t> </a:t>
            </a:r>
            <a:r>
              <a:rPr lang="en-US" altLang="zh-TW" sz="1600" dirty="0">
                <a:solidFill>
                  <a:srgbClr val="FF0000"/>
                </a:solidFill>
              </a:rPr>
              <a:t>R-Type-use</a:t>
            </a:r>
            <a:r>
              <a:rPr lang="zh-CN" altLang="en-US" sz="1600" dirty="0">
                <a:solidFill>
                  <a:srgbClr val="FF0000"/>
                </a:solidFill>
              </a:rPr>
              <a:t>（</a:t>
            </a:r>
            <a:r>
              <a:rPr lang="en-US" altLang="zh-CN" sz="1600" dirty="0">
                <a:solidFill>
                  <a:srgbClr val="FF0000"/>
                </a:solidFill>
              </a:rPr>
              <a:t>hardware)</a:t>
            </a:r>
            <a:endParaRPr lang="en-US" altLang="zh-TW" sz="1600" dirty="0">
              <a:solidFill>
                <a:srgbClr val="FF0000"/>
              </a:solidFill>
            </a:endParaRPr>
          </a:p>
          <a:p>
            <a:pPr lvl="1"/>
            <a:r>
              <a:rPr lang="en-US" altLang="zh-CN" sz="1600" dirty="0"/>
              <a:t>S</a:t>
            </a:r>
            <a:r>
              <a:rPr lang="en-US" altLang="zh-TW" sz="1600" dirty="0"/>
              <a:t>talls</a:t>
            </a:r>
            <a:r>
              <a:rPr lang="en-US" altLang="zh-CN" sz="1600" dirty="0"/>
              <a:t>,</a:t>
            </a:r>
            <a:r>
              <a:rPr lang="zh-CN" altLang="en-US" sz="1600" dirty="0"/>
              <a:t> </a:t>
            </a:r>
            <a:r>
              <a:rPr lang="en-US" altLang="zh-CN" sz="1600" dirty="0"/>
              <a:t>load-use</a:t>
            </a:r>
            <a:r>
              <a:rPr lang="zh-CN" altLang="en-US" sz="1600" dirty="0"/>
              <a:t> </a:t>
            </a:r>
            <a:r>
              <a:rPr lang="en-US" altLang="zh-CN" sz="1600" dirty="0"/>
              <a:t>(hardware)</a:t>
            </a:r>
            <a:endParaRPr lang="en-US" altLang="zh-TW" sz="1600" dirty="0"/>
          </a:p>
          <a:p>
            <a:r>
              <a:rPr lang="en-US" altLang="zh-CN" sz="2000" dirty="0"/>
              <a:t>Handling</a:t>
            </a:r>
            <a:r>
              <a:rPr lang="zh-CN" altLang="en-US" sz="2000" dirty="0"/>
              <a:t> </a:t>
            </a:r>
            <a:r>
              <a:rPr lang="en-US" altLang="zh-CN" sz="2000" dirty="0"/>
              <a:t>b</a:t>
            </a:r>
            <a:r>
              <a:rPr lang="en-US" altLang="zh-TW" sz="2000" dirty="0"/>
              <a:t>ranch hazards</a:t>
            </a:r>
          </a:p>
          <a:p>
            <a:r>
              <a:rPr lang="en-US" altLang="zh-TW" sz="2000" dirty="0"/>
              <a:t>Exceptions</a:t>
            </a:r>
          </a:p>
          <a:p>
            <a:r>
              <a:rPr lang="en-US" altLang="zh-TW" sz="2000" dirty="0"/>
              <a:t>Superscalar and dynamic pipelining</a:t>
            </a:r>
          </a:p>
        </p:txBody>
      </p:sp>
      <p:sp>
        <p:nvSpPr>
          <p:cNvPr id="73732" name="投影片編號版面配置區 1">
            <a:extLst>
              <a:ext uri="{FF2B5EF4-FFF2-40B4-BE49-F238E27FC236}">
                <a16:creationId xmlns:a16="http://schemas.microsoft.com/office/drawing/2014/main" id="{7722F525-2101-42F1-97BE-42907F31929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123732A9-002F-4471-BDDF-C059FC15A300}"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68</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Resolve Data Hazards - </a:t>
            </a:r>
            <a:r>
              <a:rPr lang="en-US" dirty="0"/>
              <a:t>Forwarding</a:t>
            </a:r>
          </a:p>
        </p:txBody>
      </p:sp>
      <p:sp>
        <p:nvSpPr>
          <p:cNvPr id="3" name="Content Placeholder 2"/>
          <p:cNvSpPr>
            <a:spLocks noGrp="1"/>
          </p:cNvSpPr>
          <p:nvPr>
            <p:ph idx="1"/>
          </p:nvPr>
        </p:nvSpPr>
        <p:spPr>
          <a:xfrm>
            <a:off x="1003615" y="780544"/>
            <a:ext cx="7738844" cy="1040306"/>
          </a:xfrm>
        </p:spPr>
        <p:txBody>
          <a:bodyPr/>
          <a:lstStyle/>
          <a:p>
            <a:r>
              <a:rPr lang="en-US" sz="1600" dirty="0"/>
              <a:t>Use result when it is computed</a:t>
            </a:r>
          </a:p>
          <a:p>
            <a:pPr lvl="1"/>
            <a:r>
              <a:rPr lang="en-US" sz="1400" dirty="0"/>
              <a:t>Do not wait for it to be stored in a register</a:t>
            </a:r>
          </a:p>
          <a:p>
            <a:pPr lvl="1"/>
            <a:r>
              <a:rPr lang="en-US" sz="1400" dirty="0"/>
              <a:t>Requires </a:t>
            </a:r>
            <a:r>
              <a:rPr lang="en-US" sz="1400" b="1" dirty="0">
                <a:solidFill>
                  <a:srgbClr val="FF0000"/>
                </a:solidFill>
              </a:rPr>
              <a:t>extra connections</a:t>
            </a:r>
            <a:r>
              <a:rPr lang="en-US" sz="1400" dirty="0">
                <a:solidFill>
                  <a:srgbClr val="FF0000"/>
                </a:solidFill>
              </a:rPr>
              <a:t> </a:t>
            </a:r>
            <a:r>
              <a:rPr lang="en-US" sz="1400" dirty="0"/>
              <a:t>in the </a:t>
            </a:r>
            <a:r>
              <a:rPr lang="en-US" sz="1400" dirty="0" err="1"/>
              <a:t>datapath</a:t>
            </a:r>
            <a:endParaRPr lang="en-US" sz="1400" dirty="0"/>
          </a:p>
        </p:txBody>
      </p:sp>
      <p:sp>
        <p:nvSpPr>
          <p:cNvPr id="7" name="灯片编号占位符 6">
            <a:extLst>
              <a:ext uri="{FF2B5EF4-FFF2-40B4-BE49-F238E27FC236}">
                <a16:creationId xmlns:a16="http://schemas.microsoft.com/office/drawing/2014/main" id="{B4CF127B-6E79-4033-9DC1-95418282DBA9}"/>
              </a:ext>
            </a:extLst>
          </p:cNvPr>
          <p:cNvSpPr>
            <a:spLocks noGrp="1"/>
          </p:cNvSpPr>
          <p:nvPr>
            <p:ph type="sldNum" sz="quarter" idx="10"/>
          </p:nvPr>
        </p:nvSpPr>
        <p:spPr/>
        <p:txBody>
          <a:bodyPr/>
          <a:lstStyle/>
          <a:p>
            <a:fld id="{D9B6BDF2-6896-4B98-8776-C18582F63BA5}" type="slidenum">
              <a:rPr lang="zh-TW" altLang="en-US" smtClean="0"/>
              <a:pPr/>
              <a:t>69</a:t>
            </a:fld>
            <a:endParaRPr lang="zh-TW" altLang="en-US"/>
          </a:p>
        </p:txBody>
      </p:sp>
      <p:pic>
        <p:nvPicPr>
          <p:cNvPr id="8" name="Picture 5">
            <a:extLst>
              <a:ext uri="{FF2B5EF4-FFF2-40B4-BE49-F238E27FC236}">
                <a16:creationId xmlns:a16="http://schemas.microsoft.com/office/drawing/2014/main" id="{53B3BCF9-C995-4AA9-9B74-EC51546CE55B}"/>
              </a:ext>
            </a:extLst>
          </p:cNvPr>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8469" y="1642515"/>
            <a:ext cx="5979459" cy="2957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50948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14FEC643-EC9E-43AC-AF2F-517408CED98D}"/>
              </a:ext>
            </a:extLst>
          </p:cNvPr>
          <p:cNvSpPr>
            <a:spLocks noGrp="1" noChangeArrowheads="1"/>
          </p:cNvSpPr>
          <p:nvPr>
            <p:ph type="title"/>
          </p:nvPr>
        </p:nvSpPr>
        <p:spPr/>
        <p:txBody>
          <a:bodyPr/>
          <a:lstStyle/>
          <a:p>
            <a:r>
              <a:rPr lang="en-US" altLang="zh-TW" dirty="0"/>
              <a:t>Detect Data Hazards (1)</a:t>
            </a:r>
          </a:p>
        </p:txBody>
      </p:sp>
      <p:sp>
        <p:nvSpPr>
          <p:cNvPr id="76803" name="Rectangle 3">
            <a:extLst>
              <a:ext uri="{FF2B5EF4-FFF2-40B4-BE49-F238E27FC236}">
                <a16:creationId xmlns:a16="http://schemas.microsoft.com/office/drawing/2014/main" id="{FFBBA44D-D73F-4AF6-A6DD-EAF2E595AEE2}"/>
              </a:ext>
            </a:extLst>
          </p:cNvPr>
          <p:cNvSpPr>
            <a:spLocks noGrp="1" noChangeArrowheads="1"/>
          </p:cNvSpPr>
          <p:nvPr>
            <p:ph idx="1"/>
          </p:nvPr>
        </p:nvSpPr>
        <p:spPr>
          <a:xfrm>
            <a:off x="1021975" y="790364"/>
            <a:ext cx="7628965" cy="3671888"/>
          </a:xfrm>
        </p:spPr>
        <p:txBody>
          <a:bodyPr/>
          <a:lstStyle/>
          <a:p>
            <a:r>
              <a:rPr lang="en-US" altLang="zh-TW" dirty="0"/>
              <a:t>Hazard conditions</a:t>
            </a:r>
          </a:p>
          <a:p>
            <a:pPr lvl="1"/>
            <a:r>
              <a:rPr lang="en-US" altLang="zh-TW" dirty="0"/>
              <a:t>1a. EX/</a:t>
            </a:r>
            <a:r>
              <a:rPr lang="en-US" altLang="zh-TW" dirty="0" err="1"/>
              <a:t>MEM.RegisterRd</a:t>
            </a:r>
            <a:r>
              <a:rPr lang="en-US" altLang="zh-TW" dirty="0"/>
              <a:t> = ID/</a:t>
            </a:r>
            <a:r>
              <a:rPr lang="en-US" altLang="zh-TW" dirty="0" err="1"/>
              <a:t>EX.RegisterRs</a:t>
            </a:r>
            <a:endParaRPr lang="en-US" altLang="zh-TW" dirty="0"/>
          </a:p>
          <a:p>
            <a:pPr lvl="1"/>
            <a:r>
              <a:rPr lang="en-US" altLang="zh-TW" dirty="0"/>
              <a:t>1b. EX/</a:t>
            </a:r>
            <a:r>
              <a:rPr lang="en-US" altLang="zh-TW" dirty="0" err="1"/>
              <a:t>MEM.RegisterRd</a:t>
            </a:r>
            <a:r>
              <a:rPr lang="en-US" altLang="zh-TW" dirty="0"/>
              <a:t> = ID/</a:t>
            </a:r>
            <a:r>
              <a:rPr lang="en-US" altLang="zh-TW" dirty="0" err="1"/>
              <a:t>EX.RegisterRt</a:t>
            </a:r>
            <a:endParaRPr lang="en-US" altLang="zh-TW" dirty="0"/>
          </a:p>
          <a:p>
            <a:pPr lvl="1"/>
            <a:r>
              <a:rPr lang="en-US" altLang="zh-TW" dirty="0"/>
              <a:t>2a. MEM/</a:t>
            </a:r>
            <a:r>
              <a:rPr lang="en-US" altLang="zh-TW" dirty="0" err="1"/>
              <a:t>WB.RegisterRd</a:t>
            </a:r>
            <a:r>
              <a:rPr lang="en-US" altLang="zh-TW" dirty="0"/>
              <a:t> = ID/</a:t>
            </a:r>
            <a:r>
              <a:rPr lang="en-US" altLang="zh-TW" dirty="0" err="1"/>
              <a:t>EX.RegisterRs</a:t>
            </a:r>
            <a:endParaRPr lang="en-US" altLang="zh-TW" dirty="0"/>
          </a:p>
          <a:p>
            <a:pPr lvl="1"/>
            <a:r>
              <a:rPr lang="en-US" altLang="zh-TW" dirty="0"/>
              <a:t>2b. MEM/</a:t>
            </a:r>
            <a:r>
              <a:rPr lang="en-US" altLang="zh-TW" dirty="0" err="1"/>
              <a:t>WB.RegisterRd</a:t>
            </a:r>
            <a:r>
              <a:rPr lang="en-US" altLang="zh-TW" dirty="0"/>
              <a:t> = ID/</a:t>
            </a:r>
            <a:r>
              <a:rPr lang="en-US" altLang="zh-TW" dirty="0" err="1"/>
              <a:t>EX.RegisterRt</a:t>
            </a:r>
            <a:endParaRPr lang="en-US" altLang="zh-TW" dirty="0"/>
          </a:p>
          <a:p>
            <a:r>
              <a:rPr lang="en-US" altLang="zh-TW" dirty="0"/>
              <a:t>Two optimizations</a:t>
            </a:r>
          </a:p>
          <a:p>
            <a:pPr lvl="1"/>
            <a:r>
              <a:rPr lang="en-US" altLang="zh-TW" dirty="0"/>
              <a:t>Do not forward if instruction does not write register</a:t>
            </a:r>
            <a:br>
              <a:rPr lang="en-US" altLang="zh-TW" dirty="0"/>
            </a:br>
            <a:r>
              <a:rPr lang="en-US" altLang="zh-TW" dirty="0"/>
              <a:t>=&gt; check if </a:t>
            </a:r>
            <a:r>
              <a:rPr lang="en-US" altLang="zh-TW" dirty="0" err="1"/>
              <a:t>RegWrite</a:t>
            </a:r>
            <a:r>
              <a:rPr lang="en-US" altLang="zh-TW" dirty="0"/>
              <a:t> is asserted</a:t>
            </a:r>
          </a:p>
          <a:p>
            <a:pPr lvl="1"/>
            <a:r>
              <a:rPr lang="en-US" altLang="zh-TW" dirty="0"/>
              <a:t>Do not forward if destination register is $0</a:t>
            </a:r>
            <a:br>
              <a:rPr lang="en-US" altLang="zh-TW" dirty="0"/>
            </a:br>
            <a:r>
              <a:rPr lang="en-US" altLang="zh-TW" dirty="0"/>
              <a:t>=&gt; check if </a:t>
            </a:r>
            <a:r>
              <a:rPr lang="en-US" altLang="zh-TW" dirty="0" err="1"/>
              <a:t>RegisterRd</a:t>
            </a:r>
            <a:r>
              <a:rPr lang="en-US" altLang="zh-TW" dirty="0"/>
              <a:t> = 0</a:t>
            </a:r>
          </a:p>
        </p:txBody>
      </p:sp>
      <p:sp>
        <p:nvSpPr>
          <p:cNvPr id="76804" name="投影片編號版面配置區 1">
            <a:extLst>
              <a:ext uri="{FF2B5EF4-FFF2-40B4-BE49-F238E27FC236}">
                <a16:creationId xmlns:a16="http://schemas.microsoft.com/office/drawing/2014/main" id="{81221CF8-A2BA-4619-B0CF-F57A74BA61D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F797A42B-4208-4460-8F20-6003F215C85C}"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70</a:t>
            </a:fld>
            <a:endParaRPr lang="en-US" altLang="zh-TW" sz="1050" b="0">
              <a:solidFill>
                <a:schemeClr val="bg1"/>
              </a:solidFill>
              <a:latin typeface="Arial" panose="020B0604020202020204" pitchFamily="34" charset="0"/>
              <a:ea typeface="新細明體" panose="02020500000000000000" pitchFamily="18" charset="-120"/>
            </a:endParaRPr>
          </a:p>
        </p:txBody>
      </p:sp>
      <p:sp>
        <p:nvSpPr>
          <p:cNvPr id="5" name="TextBox 9">
            <a:extLst>
              <a:ext uri="{FF2B5EF4-FFF2-40B4-BE49-F238E27FC236}">
                <a16:creationId xmlns:a16="http://schemas.microsoft.com/office/drawing/2014/main" id="{CF7EE2F7-20C8-43B8-BB5B-84C093A6BE14}"/>
              </a:ext>
            </a:extLst>
          </p:cNvPr>
          <p:cNvSpPr txBox="1"/>
          <p:nvPr/>
        </p:nvSpPr>
        <p:spPr>
          <a:xfrm>
            <a:off x="6395436" y="1296202"/>
            <a:ext cx="1532013" cy="646331"/>
          </a:xfrm>
          <a:prstGeom prst="rect">
            <a:avLst/>
          </a:prstGeom>
          <a:noFill/>
        </p:spPr>
        <p:txBody>
          <a:bodyPr wrap="square" rtlCol="0">
            <a:spAutoFit/>
          </a:bodyPr>
          <a:lstStyle/>
          <a:p>
            <a:r>
              <a:rPr lang="en-US" sz="1200" dirty="0"/>
              <a:t>Forward from</a:t>
            </a:r>
            <a:br>
              <a:rPr lang="en-US" sz="1200" dirty="0"/>
            </a:br>
            <a:r>
              <a:rPr lang="en-US" sz="1200" dirty="0"/>
              <a:t>EX/MEM pipeline</a:t>
            </a:r>
            <a:br>
              <a:rPr lang="en-US" sz="1200" dirty="0"/>
            </a:br>
            <a:r>
              <a:rPr lang="en-US" sz="1200" dirty="0"/>
              <a:t>registers</a:t>
            </a:r>
          </a:p>
        </p:txBody>
      </p:sp>
      <p:sp>
        <p:nvSpPr>
          <p:cNvPr id="6" name="TextBox 10">
            <a:extLst>
              <a:ext uri="{FF2B5EF4-FFF2-40B4-BE49-F238E27FC236}">
                <a16:creationId xmlns:a16="http://schemas.microsoft.com/office/drawing/2014/main" id="{10FC1A06-A5F9-422C-A644-19F1DE56BB59}"/>
              </a:ext>
            </a:extLst>
          </p:cNvPr>
          <p:cNvSpPr txBox="1"/>
          <p:nvPr/>
        </p:nvSpPr>
        <p:spPr>
          <a:xfrm>
            <a:off x="6411340" y="1970477"/>
            <a:ext cx="1404552" cy="646331"/>
          </a:xfrm>
          <a:prstGeom prst="rect">
            <a:avLst/>
          </a:prstGeom>
          <a:noFill/>
        </p:spPr>
        <p:txBody>
          <a:bodyPr wrap="none" rtlCol="0">
            <a:spAutoFit/>
          </a:bodyPr>
          <a:lstStyle/>
          <a:p>
            <a:r>
              <a:rPr lang="en-US" sz="1200" dirty="0"/>
              <a:t>Forward from</a:t>
            </a:r>
            <a:br>
              <a:rPr lang="en-US" sz="1200" dirty="0"/>
            </a:br>
            <a:r>
              <a:rPr lang="en-US" sz="1200" dirty="0"/>
              <a:t>MEM/WB pipeline</a:t>
            </a:r>
            <a:br>
              <a:rPr lang="en-US" sz="1200" dirty="0"/>
            </a:br>
            <a:r>
              <a:rPr lang="en-US" sz="1200" dirty="0"/>
              <a:t>registers</a:t>
            </a:r>
          </a:p>
        </p:txBody>
      </p:sp>
      <p:sp>
        <p:nvSpPr>
          <p:cNvPr id="7" name="Right Brace 5">
            <a:extLst>
              <a:ext uri="{FF2B5EF4-FFF2-40B4-BE49-F238E27FC236}">
                <a16:creationId xmlns:a16="http://schemas.microsoft.com/office/drawing/2014/main" id="{1FFBC2FD-2126-4CF3-8C15-EFFB0543934F}"/>
              </a:ext>
            </a:extLst>
          </p:cNvPr>
          <p:cNvSpPr/>
          <p:nvPr/>
        </p:nvSpPr>
        <p:spPr>
          <a:xfrm>
            <a:off x="6172772" y="1398396"/>
            <a:ext cx="199430" cy="482203"/>
          </a:xfrm>
          <a:prstGeom prst="rightBrace">
            <a:avLst>
              <a:gd name="adj1" fmla="val 38333"/>
              <a:gd name="adj2" fmla="val 52177"/>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8" name="Right Brace 8">
            <a:extLst>
              <a:ext uri="{FF2B5EF4-FFF2-40B4-BE49-F238E27FC236}">
                <a16:creationId xmlns:a16="http://schemas.microsoft.com/office/drawing/2014/main" id="{75493645-5195-4BAF-A43A-29D590CAAD2F}"/>
              </a:ext>
            </a:extLst>
          </p:cNvPr>
          <p:cNvSpPr/>
          <p:nvPr/>
        </p:nvSpPr>
        <p:spPr>
          <a:xfrm>
            <a:off x="6220481" y="2085489"/>
            <a:ext cx="199430" cy="482203"/>
          </a:xfrm>
          <a:prstGeom prst="rightBrace">
            <a:avLst>
              <a:gd name="adj1" fmla="val 38333"/>
              <a:gd name="adj2" fmla="val 48732"/>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41C66FE8-F6F3-42E5-8709-74132CEFBB04}"/>
              </a:ext>
            </a:extLst>
          </p:cNvPr>
          <p:cNvSpPr>
            <a:spLocks noGrp="1" noChangeArrowheads="1"/>
          </p:cNvSpPr>
          <p:nvPr>
            <p:ph type="title"/>
          </p:nvPr>
        </p:nvSpPr>
        <p:spPr/>
        <p:txBody>
          <a:bodyPr/>
          <a:lstStyle/>
          <a:p>
            <a:r>
              <a:rPr lang="en-US" altLang="zh-TW" dirty="0"/>
              <a:t>Detect Data Hazards (2)</a:t>
            </a:r>
          </a:p>
        </p:txBody>
      </p:sp>
      <p:sp>
        <p:nvSpPr>
          <p:cNvPr id="77827" name="Rectangle 3">
            <a:extLst>
              <a:ext uri="{FF2B5EF4-FFF2-40B4-BE49-F238E27FC236}">
                <a16:creationId xmlns:a16="http://schemas.microsoft.com/office/drawing/2014/main" id="{E12F685B-9CDC-4F55-B3EE-BA558CA92165}"/>
              </a:ext>
            </a:extLst>
          </p:cNvPr>
          <p:cNvSpPr>
            <a:spLocks noGrp="1" noChangeArrowheads="1"/>
          </p:cNvSpPr>
          <p:nvPr>
            <p:ph idx="1"/>
          </p:nvPr>
        </p:nvSpPr>
        <p:spPr>
          <a:xfrm>
            <a:off x="977152" y="844153"/>
            <a:ext cx="7709647" cy="3671888"/>
          </a:xfrm>
        </p:spPr>
        <p:txBody>
          <a:bodyPr/>
          <a:lstStyle/>
          <a:p>
            <a:r>
              <a:rPr lang="en-US" altLang="zh-TW" dirty="0"/>
              <a:t>Hazard conditions using control signals</a:t>
            </a:r>
          </a:p>
          <a:p>
            <a:pPr lvl="1"/>
            <a:r>
              <a:rPr lang="en-US" altLang="zh-TW" dirty="0"/>
              <a:t>At EX stage</a:t>
            </a:r>
            <a:br>
              <a:rPr lang="en-US" altLang="zh-TW" dirty="0"/>
            </a:br>
            <a:r>
              <a:rPr lang="en-US" altLang="zh-TW" dirty="0"/>
              <a:t>EX/</a:t>
            </a:r>
            <a:r>
              <a:rPr lang="en-US" altLang="zh-TW" dirty="0" err="1"/>
              <a:t>MEM.RegWrite</a:t>
            </a:r>
            <a:r>
              <a:rPr lang="en-US" altLang="zh-TW" dirty="0"/>
              <a:t> and (EX/MEM.RegRd</a:t>
            </a:r>
            <a:r>
              <a:rPr lang="en-US" altLang="zh-TW" dirty="0">
                <a:sym typeface="Symbol" panose="05050102010706020507" pitchFamily="18" charset="2"/>
              </a:rPr>
              <a:t></a:t>
            </a:r>
            <a:r>
              <a:rPr lang="en-US" altLang="zh-TW" dirty="0"/>
              <a:t>0)</a:t>
            </a:r>
            <a:br>
              <a:rPr lang="en-US" altLang="zh-TW" dirty="0"/>
            </a:br>
            <a:r>
              <a:rPr lang="en-US" altLang="zh-TW" dirty="0"/>
              <a:t>               and (EX/</a:t>
            </a:r>
            <a:r>
              <a:rPr lang="en-US" altLang="zh-TW" dirty="0" err="1"/>
              <a:t>MEM.RegRd</a:t>
            </a:r>
            <a:r>
              <a:rPr lang="en-US" altLang="zh-TW" dirty="0"/>
              <a:t>=ID/</a:t>
            </a:r>
            <a:r>
              <a:rPr lang="en-US" altLang="zh-TW" dirty="0" err="1"/>
              <a:t>EX.RegRs</a:t>
            </a:r>
            <a:r>
              <a:rPr lang="en-US" altLang="zh-TW" dirty="0"/>
              <a:t>)</a:t>
            </a:r>
          </a:p>
          <a:p>
            <a:pPr lvl="1"/>
            <a:r>
              <a:rPr lang="en-US" altLang="zh-TW" dirty="0"/>
              <a:t>At MEM stage</a:t>
            </a:r>
            <a:br>
              <a:rPr lang="en-US" altLang="zh-TW" dirty="0"/>
            </a:br>
            <a:r>
              <a:rPr lang="en-US" altLang="zh-TW" dirty="0"/>
              <a:t>MEM/</a:t>
            </a:r>
            <a:r>
              <a:rPr lang="en-US" altLang="zh-TW" dirty="0" err="1"/>
              <a:t>WB.RegWrite</a:t>
            </a:r>
            <a:r>
              <a:rPr lang="en-US" altLang="zh-TW" dirty="0"/>
              <a:t> and (MEM/WB.RegRd</a:t>
            </a:r>
            <a:r>
              <a:rPr lang="en-US" altLang="zh-TW" dirty="0">
                <a:sym typeface="Symbol" panose="05050102010706020507" pitchFamily="18" charset="2"/>
              </a:rPr>
              <a:t></a:t>
            </a:r>
            <a:r>
              <a:rPr lang="en-US" altLang="zh-TW" dirty="0"/>
              <a:t>0)</a:t>
            </a:r>
            <a:br>
              <a:rPr lang="en-US" altLang="zh-TW" dirty="0"/>
            </a:br>
            <a:r>
              <a:rPr lang="en-US" altLang="zh-TW" dirty="0"/>
              <a:t>               and (MEM/</a:t>
            </a:r>
            <a:r>
              <a:rPr lang="en-US" altLang="zh-TW" dirty="0" err="1"/>
              <a:t>WB.RegRd</a:t>
            </a:r>
            <a:r>
              <a:rPr lang="en-US" altLang="zh-TW" dirty="0"/>
              <a:t>=ID/</a:t>
            </a:r>
            <a:r>
              <a:rPr lang="en-US" altLang="zh-TW" dirty="0" err="1"/>
              <a:t>EX.RegRs</a:t>
            </a:r>
            <a:r>
              <a:rPr lang="en-US" altLang="zh-TW" dirty="0"/>
              <a:t>)</a:t>
            </a:r>
          </a:p>
          <a:p>
            <a:pPr lvl="1"/>
            <a:r>
              <a:rPr lang="en-US" altLang="zh-TW" dirty="0"/>
              <a:t>(replace ID/</a:t>
            </a:r>
            <a:r>
              <a:rPr lang="en-US" altLang="zh-TW" dirty="0" err="1"/>
              <a:t>EX.RegRt</a:t>
            </a:r>
            <a:r>
              <a:rPr lang="en-US" altLang="zh-TW" dirty="0"/>
              <a:t> for ID/</a:t>
            </a:r>
            <a:r>
              <a:rPr lang="en-US" altLang="zh-TW" dirty="0" err="1"/>
              <a:t>EX.RegRs</a:t>
            </a:r>
            <a:r>
              <a:rPr lang="en-US" altLang="zh-TW" dirty="0"/>
              <a:t> for the other two conditions)</a:t>
            </a:r>
          </a:p>
        </p:txBody>
      </p:sp>
      <p:sp>
        <p:nvSpPr>
          <p:cNvPr id="77828" name="投影片編號版面配置區 1">
            <a:extLst>
              <a:ext uri="{FF2B5EF4-FFF2-40B4-BE49-F238E27FC236}">
                <a16:creationId xmlns:a16="http://schemas.microsoft.com/office/drawing/2014/main" id="{44090418-DB61-4FCA-852F-69A6A30E115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44F3B1FC-2718-4689-87AD-2341CD1FAD84}"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71</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Rectangle 2">
            <a:extLst>
              <a:ext uri="{FF2B5EF4-FFF2-40B4-BE49-F238E27FC236}">
                <a16:creationId xmlns:a16="http://schemas.microsoft.com/office/drawing/2014/main" id="{AFE6628C-7024-4407-8C19-34B90EA26278}"/>
              </a:ext>
            </a:extLst>
          </p:cNvPr>
          <p:cNvSpPr>
            <a:spLocks noChangeArrowheads="1"/>
          </p:cNvSpPr>
          <p:nvPr/>
        </p:nvSpPr>
        <p:spPr bwMode="auto">
          <a:xfrm>
            <a:off x="1120379" y="1329928"/>
            <a:ext cx="292894" cy="1403747"/>
          </a:xfrm>
          <a:prstGeom prst="rect">
            <a:avLst/>
          </a:prstGeom>
          <a:gradFill rotWithShape="1">
            <a:gsLst>
              <a:gs pos="0">
                <a:schemeClr val="bg1">
                  <a:alpha val="0"/>
                </a:schemeClr>
              </a:gs>
              <a:gs pos="100000">
                <a:schemeClr val="bg1">
                  <a:gamma/>
                  <a:tint val="0"/>
                  <a:invGamma/>
                </a:schemeClr>
              </a:gs>
            </a:gsLst>
            <a:lin ang="5400000" scaled="1"/>
          </a:gradFill>
          <a:ln>
            <a:noFill/>
          </a:ln>
          <a:effectLst/>
          <a:extLst/>
        </p:spPr>
        <p:txBody>
          <a:bodyPr wrap="none" anchor="ctr"/>
          <a:lstStyle/>
          <a:p>
            <a:pPr>
              <a:defRPr/>
            </a:pPr>
            <a:endParaRPr lang="zh-TW" altLang="en-US" sz="1350"/>
          </a:p>
        </p:txBody>
      </p:sp>
      <p:pic>
        <p:nvPicPr>
          <p:cNvPr id="79875" name="Picture 3" descr="f04-56-P374493">
            <a:extLst>
              <a:ext uri="{FF2B5EF4-FFF2-40B4-BE49-F238E27FC236}">
                <a16:creationId xmlns:a16="http://schemas.microsoft.com/office/drawing/2014/main" id="{361058A8-4548-4161-9830-3AFFC8257A6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7883" y="853679"/>
            <a:ext cx="7637930" cy="3683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4">
            <a:extLst>
              <a:ext uri="{FF2B5EF4-FFF2-40B4-BE49-F238E27FC236}">
                <a16:creationId xmlns:a16="http://schemas.microsoft.com/office/drawing/2014/main" id="{8B4E209C-C046-480B-8DF2-77EDBF5F0585}"/>
              </a:ext>
            </a:extLst>
          </p:cNvPr>
          <p:cNvSpPr>
            <a:spLocks noGrp="1" noChangeArrowheads="1"/>
          </p:cNvSpPr>
          <p:nvPr>
            <p:ph type="title"/>
          </p:nvPr>
        </p:nvSpPr>
        <p:spPr>
          <a:xfrm>
            <a:off x="860612" y="153173"/>
            <a:ext cx="7877871" cy="456427"/>
          </a:xfrm>
        </p:spPr>
        <p:txBody>
          <a:bodyPr/>
          <a:lstStyle/>
          <a:p>
            <a:r>
              <a:rPr lang="en-US" altLang="zh-TW" sz="2500" dirty="0"/>
              <a:t>Datapath with Forwarding (MEM and WB Stages Forwards) </a:t>
            </a:r>
            <a:endParaRPr lang="en-AU" altLang="zh-TW" sz="2500" dirty="0">
              <a:ea typeface="新細明體" panose="02020500000000000000" pitchFamily="18" charset="-120"/>
            </a:endParaRPr>
          </a:p>
        </p:txBody>
      </p:sp>
      <p:sp>
        <p:nvSpPr>
          <p:cNvPr id="79877" name="投影片編號版面配置區 1">
            <a:extLst>
              <a:ext uri="{FF2B5EF4-FFF2-40B4-BE49-F238E27FC236}">
                <a16:creationId xmlns:a16="http://schemas.microsoft.com/office/drawing/2014/main" id="{2D5BD84C-A3E8-48D0-B2D5-41FA8982BAC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C14A174E-A050-4809-8149-26C7F425565A}"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72</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050">
            <a:extLst>
              <a:ext uri="{FF2B5EF4-FFF2-40B4-BE49-F238E27FC236}">
                <a16:creationId xmlns:a16="http://schemas.microsoft.com/office/drawing/2014/main" id="{33146681-206D-4231-9206-0734949C604D}"/>
              </a:ext>
            </a:extLst>
          </p:cNvPr>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r>
              <a:rPr lang="en-US" altLang="zh-TW"/>
              <a:t>Forwarding Logic</a:t>
            </a:r>
          </a:p>
        </p:txBody>
      </p:sp>
      <p:sp>
        <p:nvSpPr>
          <p:cNvPr id="80899" name="Rectangle 2051">
            <a:extLst>
              <a:ext uri="{FF2B5EF4-FFF2-40B4-BE49-F238E27FC236}">
                <a16:creationId xmlns:a16="http://schemas.microsoft.com/office/drawing/2014/main" id="{D49B2DB1-83C8-44D1-8F9F-B244CD32992A}"/>
              </a:ext>
            </a:extLst>
          </p:cNvPr>
          <p:cNvSpPr>
            <a:spLocks noGrp="1" noChangeArrowheads="1"/>
          </p:cNvSpPr>
          <p:nvPr>
            <p:ph idx="1"/>
          </p:nvPr>
        </p:nvSpPr>
        <p:spPr>
          <a:xfrm>
            <a:off x="1040918" y="850789"/>
            <a:ext cx="7377954" cy="3291839"/>
          </a:xfrm>
          <a:noFill/>
        </p:spPr>
        <p:txBody>
          <a:bodyPr vert="horz" wrap="square" lIns="69056" tIns="34529" rIns="69056" bIns="34529" numCol="1" anchor="t" anchorCtr="0" compatLnSpc="1">
            <a:prstTxWarp prst="textNoShape">
              <a:avLst/>
            </a:prstTxWarp>
          </a:bodyPr>
          <a:lstStyle/>
          <a:p>
            <a:pPr>
              <a:lnSpc>
                <a:spcPct val="80000"/>
              </a:lnSpc>
            </a:pPr>
            <a:r>
              <a:rPr lang="en-US" altLang="zh-TW" sz="2000" dirty="0"/>
              <a:t>Forwarding: input to ALU from any pipe register</a:t>
            </a:r>
          </a:p>
          <a:p>
            <a:pPr lvl="1">
              <a:lnSpc>
                <a:spcPct val="80000"/>
              </a:lnSpc>
            </a:pPr>
            <a:r>
              <a:rPr lang="en-US" altLang="zh-TW" sz="1800" dirty="0"/>
              <a:t>Add multiplexors to ALU input </a:t>
            </a:r>
            <a:r>
              <a:rPr lang="en-US" altLang="zh-TW" sz="1800" dirty="0">
                <a:sym typeface="Monotype Sorts" pitchFamily="2" charset="2"/>
              </a:rPr>
              <a:t></a:t>
            </a:r>
            <a:endParaRPr lang="en-US" altLang="zh-TW" sz="1800" dirty="0"/>
          </a:p>
          <a:p>
            <a:pPr lvl="1">
              <a:lnSpc>
                <a:spcPct val="80000"/>
              </a:lnSpc>
            </a:pPr>
            <a:r>
              <a:rPr lang="en-US" altLang="zh-TW" sz="1800" dirty="0"/>
              <a:t>Control forwarding in EX =&gt; carry Rs in ID/EX</a:t>
            </a:r>
          </a:p>
          <a:p>
            <a:pPr>
              <a:lnSpc>
                <a:spcPct val="80000"/>
              </a:lnSpc>
            </a:pPr>
            <a:r>
              <a:rPr lang="en-US" altLang="zh-TW" sz="2000" dirty="0"/>
              <a:t>Control signals for forwarding</a:t>
            </a:r>
          </a:p>
          <a:p>
            <a:pPr lvl="1">
              <a:lnSpc>
                <a:spcPct val="80000"/>
              </a:lnSpc>
            </a:pPr>
            <a:r>
              <a:rPr lang="en-US" altLang="zh-TW" sz="1800" dirty="0"/>
              <a:t>If both WB and MEM forward, e.g., </a:t>
            </a:r>
            <a:r>
              <a:rPr lang="en-US" altLang="zh-TW" sz="1800" dirty="0">
                <a:latin typeface="Courier New" panose="02070309020205020404" pitchFamily="49" charset="0"/>
              </a:rPr>
              <a:t>add $1,$1,$2; add $1,$1,$3; add $1,$1,$4; </a:t>
            </a:r>
            <a:r>
              <a:rPr lang="en-US" altLang="zh-TW" sz="1800" dirty="0"/>
              <a:t>=&gt; let MEM forward</a:t>
            </a:r>
          </a:p>
          <a:p>
            <a:pPr lvl="1">
              <a:lnSpc>
                <a:spcPct val="80000"/>
              </a:lnSpc>
            </a:pPr>
            <a:r>
              <a:rPr lang="en-US" altLang="zh-TW" sz="1800" dirty="0"/>
              <a:t>EX hazard</a:t>
            </a:r>
          </a:p>
          <a:p>
            <a:pPr lvl="2">
              <a:lnSpc>
                <a:spcPct val="80000"/>
              </a:lnSpc>
            </a:pPr>
            <a:r>
              <a:rPr lang="en-US" altLang="zh-TW" sz="1600" dirty="0">
                <a:latin typeface="Courier New" panose="02070309020205020404" pitchFamily="49" charset="0"/>
              </a:rPr>
              <a:t>if (EX/</a:t>
            </a:r>
            <a:r>
              <a:rPr lang="en-US" altLang="zh-TW" sz="1600" dirty="0" err="1">
                <a:latin typeface="Courier New" panose="02070309020205020404" pitchFamily="49" charset="0"/>
              </a:rPr>
              <a:t>MEM.RegWrite</a:t>
            </a:r>
            <a:r>
              <a:rPr lang="en-US" altLang="zh-TW" sz="1600" dirty="0">
                <a:latin typeface="Courier New" panose="02070309020205020404" pitchFamily="49" charset="0"/>
              </a:rPr>
              <a:t> and (EX/MEM.RegRd</a:t>
            </a:r>
            <a:r>
              <a:rPr lang="en-US" altLang="zh-TW" sz="1600" dirty="0">
                <a:latin typeface="Courier New" panose="02070309020205020404" pitchFamily="49" charset="0"/>
                <a:sym typeface="Symbol" panose="05050102010706020507" pitchFamily="18" charset="2"/>
              </a:rPr>
              <a:t></a:t>
            </a:r>
            <a:r>
              <a:rPr lang="en-US" altLang="zh-TW" sz="1600" dirty="0">
                <a:latin typeface="Courier New" panose="02070309020205020404" pitchFamily="49" charset="0"/>
              </a:rPr>
              <a:t>0)</a:t>
            </a:r>
            <a:br>
              <a:rPr lang="en-US" altLang="zh-TW" sz="1600" dirty="0">
                <a:latin typeface="Courier New" panose="02070309020205020404" pitchFamily="49" charset="0"/>
              </a:rPr>
            </a:br>
            <a:r>
              <a:rPr lang="en-US" altLang="zh-TW" sz="1600" dirty="0">
                <a:latin typeface="Courier New" panose="02070309020205020404" pitchFamily="49" charset="0"/>
              </a:rPr>
              <a:t>	and (EX/</a:t>
            </a:r>
            <a:r>
              <a:rPr lang="en-US" altLang="zh-TW" sz="1600" dirty="0" err="1">
                <a:latin typeface="Courier New" panose="02070309020205020404" pitchFamily="49" charset="0"/>
              </a:rPr>
              <a:t>MEM.RegRd</a:t>
            </a:r>
            <a:r>
              <a:rPr lang="en-US" altLang="zh-TW" sz="1600" dirty="0">
                <a:latin typeface="Courier New" panose="02070309020205020404" pitchFamily="49" charset="0"/>
              </a:rPr>
              <a:t>=ID/</a:t>
            </a:r>
            <a:r>
              <a:rPr lang="en-US" altLang="zh-TW" sz="1600" dirty="0" err="1">
                <a:latin typeface="Courier New" panose="02070309020205020404" pitchFamily="49" charset="0"/>
              </a:rPr>
              <a:t>EX.RegRs</a:t>
            </a:r>
            <a:r>
              <a:rPr lang="en-US" altLang="zh-TW" sz="1600" dirty="0">
                <a:latin typeface="Courier New" panose="02070309020205020404" pitchFamily="49" charset="0"/>
              </a:rPr>
              <a:t>)) </a:t>
            </a:r>
            <a:r>
              <a:rPr lang="en-US" altLang="zh-TW" sz="1600" dirty="0" err="1">
                <a:latin typeface="Courier New" panose="02070309020205020404" pitchFamily="49" charset="0"/>
              </a:rPr>
              <a:t>ForwardA</a:t>
            </a:r>
            <a:r>
              <a:rPr lang="en-US" altLang="zh-TW" sz="1600" dirty="0">
                <a:latin typeface="Courier New" panose="02070309020205020404" pitchFamily="49" charset="0"/>
              </a:rPr>
              <a:t>=10</a:t>
            </a:r>
            <a:endParaRPr lang="en-US" altLang="zh-TW" sz="1600" dirty="0"/>
          </a:p>
          <a:p>
            <a:pPr lvl="1">
              <a:lnSpc>
                <a:spcPct val="80000"/>
              </a:lnSpc>
            </a:pPr>
            <a:r>
              <a:rPr lang="en-US" altLang="zh-TW" sz="1800" dirty="0"/>
              <a:t>MEM hazard</a:t>
            </a:r>
          </a:p>
          <a:p>
            <a:pPr lvl="2">
              <a:lnSpc>
                <a:spcPct val="80000"/>
              </a:lnSpc>
            </a:pPr>
            <a:r>
              <a:rPr lang="en-US" altLang="zh-TW" sz="1600" dirty="0">
                <a:latin typeface="Courier New" panose="02070309020205020404" pitchFamily="49" charset="0"/>
              </a:rPr>
              <a:t>if (MEM/</a:t>
            </a:r>
            <a:r>
              <a:rPr lang="en-US" altLang="zh-TW" sz="1600" dirty="0" err="1">
                <a:latin typeface="Courier New" panose="02070309020205020404" pitchFamily="49" charset="0"/>
              </a:rPr>
              <a:t>WB.RegWrite</a:t>
            </a:r>
            <a:r>
              <a:rPr lang="en-US" altLang="zh-TW" sz="1600" dirty="0">
                <a:latin typeface="Courier New" panose="02070309020205020404" pitchFamily="49" charset="0"/>
              </a:rPr>
              <a:t> and (MEM/WB.RegRd</a:t>
            </a:r>
            <a:r>
              <a:rPr lang="en-US" altLang="zh-TW" sz="1600" dirty="0">
                <a:latin typeface="Courier New" panose="02070309020205020404" pitchFamily="49" charset="0"/>
                <a:sym typeface="Symbol" panose="05050102010706020507" pitchFamily="18" charset="2"/>
              </a:rPr>
              <a:t></a:t>
            </a:r>
            <a:r>
              <a:rPr lang="en-US" altLang="zh-TW" sz="1600" dirty="0">
                <a:latin typeface="Courier New" panose="02070309020205020404" pitchFamily="49" charset="0"/>
              </a:rPr>
              <a:t>0)</a:t>
            </a:r>
            <a:br>
              <a:rPr lang="en-US" altLang="zh-TW" sz="1600" dirty="0">
                <a:latin typeface="Courier New" panose="02070309020205020404" pitchFamily="49" charset="0"/>
              </a:rPr>
            </a:br>
            <a:r>
              <a:rPr lang="en-US" altLang="zh-TW" sz="1600" dirty="0">
                <a:latin typeface="Courier New" panose="02070309020205020404" pitchFamily="49" charset="0"/>
              </a:rPr>
              <a:t>	and (EX/</a:t>
            </a:r>
            <a:r>
              <a:rPr lang="en-US" altLang="zh-TW" sz="1600" dirty="0" err="1">
                <a:latin typeface="Courier New" panose="02070309020205020404" pitchFamily="49" charset="0"/>
              </a:rPr>
              <a:t>MEM.RegRd</a:t>
            </a:r>
            <a:r>
              <a:rPr lang="en-US" altLang="zh-TW" sz="1600" dirty="0">
                <a:latin typeface="Courier New" panose="02070309020205020404" pitchFamily="49" charset="0"/>
              </a:rPr>
              <a:t> </a:t>
            </a:r>
            <a:r>
              <a:rPr lang="en-US" altLang="zh-TW" sz="1600" dirty="0">
                <a:latin typeface="Courier New" panose="02070309020205020404" pitchFamily="49" charset="0"/>
                <a:sym typeface="Symbol" panose="05050102010706020507" pitchFamily="18" charset="2"/>
              </a:rPr>
              <a:t></a:t>
            </a:r>
            <a:r>
              <a:rPr lang="en-US" altLang="zh-TW" sz="1600" dirty="0">
                <a:latin typeface="Courier New" panose="02070309020205020404" pitchFamily="49" charset="0"/>
              </a:rPr>
              <a:t> ID/</a:t>
            </a:r>
            <a:r>
              <a:rPr lang="en-US" altLang="zh-TW" sz="1600" dirty="0" err="1">
                <a:latin typeface="Courier New" panose="02070309020205020404" pitchFamily="49" charset="0"/>
              </a:rPr>
              <a:t>EX.Reg.Rs</a:t>
            </a:r>
            <a:r>
              <a:rPr lang="en-US" altLang="zh-TW" sz="1600" dirty="0">
                <a:latin typeface="Courier New" panose="02070309020205020404" pitchFamily="49" charset="0"/>
              </a:rPr>
              <a:t>)</a:t>
            </a:r>
            <a:br>
              <a:rPr lang="en-US" altLang="zh-TW" sz="1600" dirty="0">
                <a:latin typeface="Courier New" panose="02070309020205020404" pitchFamily="49" charset="0"/>
              </a:rPr>
            </a:br>
            <a:r>
              <a:rPr lang="en-US" altLang="zh-TW" sz="1600" dirty="0">
                <a:latin typeface="Courier New" panose="02070309020205020404" pitchFamily="49" charset="0"/>
              </a:rPr>
              <a:t>	and (MEM/</a:t>
            </a:r>
            <a:r>
              <a:rPr lang="en-US" altLang="zh-TW" sz="1600" dirty="0" err="1">
                <a:latin typeface="Courier New" panose="02070309020205020404" pitchFamily="49" charset="0"/>
              </a:rPr>
              <a:t>WB.RegRd</a:t>
            </a:r>
            <a:r>
              <a:rPr lang="en-US" altLang="zh-TW" sz="1600" dirty="0">
                <a:latin typeface="Courier New" panose="02070309020205020404" pitchFamily="49" charset="0"/>
              </a:rPr>
              <a:t>=ID/</a:t>
            </a:r>
            <a:r>
              <a:rPr lang="en-US" altLang="zh-TW" sz="1600" dirty="0" err="1">
                <a:latin typeface="Courier New" panose="02070309020205020404" pitchFamily="49" charset="0"/>
              </a:rPr>
              <a:t>EX.RegRs</a:t>
            </a:r>
            <a:r>
              <a:rPr lang="en-US" altLang="zh-TW" sz="1600" dirty="0">
                <a:latin typeface="Courier New" panose="02070309020205020404" pitchFamily="49" charset="0"/>
              </a:rPr>
              <a:t>)) </a:t>
            </a:r>
            <a:r>
              <a:rPr lang="en-US" altLang="zh-TW" sz="1600" dirty="0" err="1">
                <a:latin typeface="Courier New" panose="02070309020205020404" pitchFamily="49" charset="0"/>
              </a:rPr>
              <a:t>ForwardA</a:t>
            </a:r>
            <a:r>
              <a:rPr lang="en-US" altLang="zh-TW" sz="1600" dirty="0">
                <a:latin typeface="Courier New" panose="02070309020205020404" pitchFamily="49" charset="0"/>
              </a:rPr>
              <a:t>=01</a:t>
            </a:r>
          </a:p>
        </p:txBody>
      </p:sp>
      <p:sp>
        <p:nvSpPr>
          <p:cNvPr id="80900" name="投影片編號版面配置區 1">
            <a:extLst>
              <a:ext uri="{FF2B5EF4-FFF2-40B4-BE49-F238E27FC236}">
                <a16:creationId xmlns:a16="http://schemas.microsoft.com/office/drawing/2014/main" id="{F579BF80-52C5-4BF7-9C94-9731CCACC37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9F3DDBA1-85C3-4B9C-9145-97F6DE27966E}"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73</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7381C475-6710-40C9-A2A4-A02EE5C21C49}"/>
              </a:ext>
            </a:extLst>
          </p:cNvPr>
          <p:cNvSpPr>
            <a:spLocks noGrp="1" noChangeArrowheads="1"/>
          </p:cNvSpPr>
          <p:nvPr>
            <p:ph type="title"/>
          </p:nvPr>
        </p:nvSpPr>
        <p:spPr/>
        <p:txBody>
          <a:bodyPr/>
          <a:lstStyle/>
          <a:p>
            <a:r>
              <a:rPr lang="en-US" altLang="zh-TW" dirty="0"/>
              <a:t>Example 3 - Cycle 3</a:t>
            </a:r>
          </a:p>
        </p:txBody>
      </p:sp>
      <p:sp>
        <p:nvSpPr>
          <p:cNvPr id="81923" name="投影片編號版面配置區 1">
            <a:extLst>
              <a:ext uri="{FF2B5EF4-FFF2-40B4-BE49-F238E27FC236}">
                <a16:creationId xmlns:a16="http://schemas.microsoft.com/office/drawing/2014/main" id="{3BACDF20-5020-4C7C-9024-189DC8FBB68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EFCA04D6-D676-4618-B11C-41F38F8AE172}"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74</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81924" name="Picture 3" descr="F0641">
            <a:extLst>
              <a:ext uri="{FF2B5EF4-FFF2-40B4-BE49-F238E27FC236}">
                <a16:creationId xmlns:a16="http://schemas.microsoft.com/office/drawing/2014/main" id="{42BCEFBC-725F-4A4D-8F2B-BEAAF8132F6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b="49988"/>
          <a:stretch>
            <a:fillRect/>
          </a:stretch>
        </p:blipFill>
        <p:spPr bwMode="auto">
          <a:xfrm>
            <a:off x="1051952" y="869856"/>
            <a:ext cx="7058025" cy="374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51DF8532-0E7E-4EBB-A724-80841FF76367}"/>
              </a:ext>
            </a:extLst>
          </p:cNvPr>
          <p:cNvSpPr>
            <a:spLocks noGrp="1" noChangeArrowheads="1"/>
          </p:cNvSpPr>
          <p:nvPr>
            <p:ph type="title"/>
          </p:nvPr>
        </p:nvSpPr>
        <p:spPr/>
        <p:txBody>
          <a:bodyPr/>
          <a:lstStyle/>
          <a:p>
            <a:r>
              <a:rPr lang="en-US" altLang="zh-TW" dirty="0"/>
              <a:t>Example 3 - Cycle 4</a:t>
            </a:r>
          </a:p>
        </p:txBody>
      </p:sp>
      <p:sp>
        <p:nvSpPr>
          <p:cNvPr id="82947" name="投影片編號版面配置區 1">
            <a:extLst>
              <a:ext uri="{FF2B5EF4-FFF2-40B4-BE49-F238E27FC236}">
                <a16:creationId xmlns:a16="http://schemas.microsoft.com/office/drawing/2014/main" id="{FE0AA97D-DECE-4973-A206-30DA668E470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73BC7318-5D1A-4965-B1BE-313146249217}"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75</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82948" name="Picture 4" descr="F0641">
            <a:extLst>
              <a:ext uri="{FF2B5EF4-FFF2-40B4-BE49-F238E27FC236}">
                <a16:creationId xmlns:a16="http://schemas.microsoft.com/office/drawing/2014/main" id="{0E162116-DA74-46D9-B84E-880CDECE35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50012"/>
          <a:stretch>
            <a:fillRect/>
          </a:stretch>
        </p:blipFill>
        <p:spPr bwMode="auto">
          <a:xfrm>
            <a:off x="1104900" y="844713"/>
            <a:ext cx="6934200" cy="368022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4" descr="F0642">
            <a:extLst>
              <a:ext uri="{FF2B5EF4-FFF2-40B4-BE49-F238E27FC236}">
                <a16:creationId xmlns:a16="http://schemas.microsoft.com/office/drawing/2014/main" id="{ED458304-3F40-43CE-A077-BA7492BD3B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b="49988"/>
          <a:stretch>
            <a:fillRect/>
          </a:stretch>
        </p:blipFill>
        <p:spPr bwMode="auto">
          <a:xfrm>
            <a:off x="1158688" y="846815"/>
            <a:ext cx="6934200" cy="366355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83972" name="投影片編號版面配置區 1">
            <a:extLst>
              <a:ext uri="{FF2B5EF4-FFF2-40B4-BE49-F238E27FC236}">
                <a16:creationId xmlns:a16="http://schemas.microsoft.com/office/drawing/2014/main" id="{5FFC012F-3205-4588-B325-3EF84283CB8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F863DF7A-809A-4AB1-B6AF-E7689F7ED616}"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76</a:t>
            </a:fld>
            <a:endParaRPr lang="en-US" altLang="zh-TW" sz="1050" b="0">
              <a:solidFill>
                <a:schemeClr val="bg1"/>
              </a:solidFill>
              <a:latin typeface="Arial" panose="020B0604020202020204" pitchFamily="34" charset="0"/>
              <a:ea typeface="新細明體" panose="02020500000000000000" pitchFamily="18" charset="-120"/>
            </a:endParaRPr>
          </a:p>
        </p:txBody>
      </p:sp>
      <p:sp>
        <p:nvSpPr>
          <p:cNvPr id="8" name="Rectangle 2">
            <a:extLst>
              <a:ext uri="{FF2B5EF4-FFF2-40B4-BE49-F238E27FC236}">
                <a16:creationId xmlns:a16="http://schemas.microsoft.com/office/drawing/2014/main" id="{9791CF1E-EBB6-40AF-9170-BA401C855E8C}"/>
              </a:ext>
            </a:extLst>
          </p:cNvPr>
          <p:cNvSpPr txBox="1">
            <a:spLocks noChangeArrowheads="1"/>
          </p:cNvSpPr>
          <p:nvPr/>
        </p:nvSpPr>
        <p:spPr bwMode="auto">
          <a:xfrm>
            <a:off x="972589" y="108349"/>
            <a:ext cx="7703101"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kumimoji="1" sz="40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pPr algn="l"/>
            <a:r>
              <a:rPr lang="en-US" altLang="zh-TW" sz="3200" kern="0" dirty="0"/>
              <a:t>Example 3 - Cycle 5</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27474C26-06C7-45A9-8A3A-44A5DAAECFF3}"/>
              </a:ext>
            </a:extLst>
          </p:cNvPr>
          <p:cNvSpPr>
            <a:spLocks noGrp="1" noChangeArrowheads="1"/>
          </p:cNvSpPr>
          <p:nvPr>
            <p:ph type="title"/>
          </p:nvPr>
        </p:nvSpPr>
        <p:spPr/>
        <p:txBody>
          <a:bodyPr/>
          <a:lstStyle/>
          <a:p>
            <a:r>
              <a:rPr lang="en-US" altLang="zh-TW" dirty="0"/>
              <a:t>Example 3 - Cycle 6</a:t>
            </a:r>
          </a:p>
        </p:txBody>
      </p:sp>
      <p:sp>
        <p:nvSpPr>
          <p:cNvPr id="84995" name="投影片編號版面配置區 1">
            <a:extLst>
              <a:ext uri="{FF2B5EF4-FFF2-40B4-BE49-F238E27FC236}">
                <a16:creationId xmlns:a16="http://schemas.microsoft.com/office/drawing/2014/main" id="{445F8F67-1CD6-437A-9AC5-9888438A962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1F48415B-DBA6-40B1-81D3-09B0999F29AD}"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77</a:t>
            </a:fld>
            <a:endParaRPr lang="en-US" altLang="zh-TW" sz="1050" b="0">
              <a:solidFill>
                <a:schemeClr val="bg1"/>
              </a:solidFill>
              <a:latin typeface="Arial" panose="020B0604020202020204" pitchFamily="34" charset="0"/>
              <a:ea typeface="新細明體" panose="02020500000000000000" pitchFamily="18" charset="-120"/>
            </a:endParaRPr>
          </a:p>
        </p:txBody>
      </p:sp>
      <p:sp>
        <p:nvSpPr>
          <p:cNvPr id="84996" name="Text Box 3">
            <a:extLst>
              <a:ext uri="{FF2B5EF4-FFF2-40B4-BE49-F238E27FC236}">
                <a16:creationId xmlns:a16="http://schemas.microsoft.com/office/drawing/2014/main" id="{B377D597-393E-4078-9440-FBD2907AC4F8}"/>
              </a:ext>
            </a:extLst>
          </p:cNvPr>
          <p:cNvSpPr txBox="1">
            <a:spLocks noChangeArrowheads="1"/>
          </p:cNvSpPr>
          <p:nvPr/>
        </p:nvSpPr>
        <p:spPr bwMode="auto">
          <a:xfrm>
            <a:off x="981075" y="3943350"/>
            <a:ext cx="1085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800">
                <a:ea typeface="新細明體" panose="02020500000000000000" pitchFamily="18" charset="-120"/>
              </a:rPr>
              <a:t>Fig. 6.42</a:t>
            </a:r>
            <a:endParaRPr kumimoji="1" lang="en-US" altLang="zh-TW" sz="1350" b="0">
              <a:latin typeface="Arial" panose="020B0604020202020204" pitchFamily="34" charset="0"/>
              <a:ea typeface="新細明體" panose="02020500000000000000" pitchFamily="18" charset="-120"/>
            </a:endParaRPr>
          </a:p>
        </p:txBody>
      </p:sp>
      <p:pic>
        <p:nvPicPr>
          <p:cNvPr id="84997" name="Picture 4" descr="F0642">
            <a:extLst>
              <a:ext uri="{FF2B5EF4-FFF2-40B4-BE49-F238E27FC236}">
                <a16:creationId xmlns:a16="http://schemas.microsoft.com/office/drawing/2014/main" id="{C881E8D0-6326-4BDA-A5D8-BDE826F208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50012"/>
          <a:stretch>
            <a:fillRect/>
          </a:stretch>
        </p:blipFill>
        <p:spPr bwMode="auto">
          <a:xfrm>
            <a:off x="1078846" y="858371"/>
            <a:ext cx="6996113" cy="36945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CDFDDB66-10FC-4BB5-A81A-45518E66EE28}"/>
              </a:ext>
            </a:extLst>
          </p:cNvPr>
          <p:cNvSpPr>
            <a:spLocks noGrp="1" noChangeArrowheads="1"/>
          </p:cNvSpPr>
          <p:nvPr>
            <p:ph type="title"/>
          </p:nvPr>
        </p:nvSpPr>
        <p:spPr/>
        <p:txBody>
          <a:bodyPr/>
          <a:lstStyle/>
          <a:p>
            <a:r>
              <a:rPr lang="en-US" altLang="zh-TW"/>
              <a:t>Outline</a:t>
            </a:r>
          </a:p>
        </p:txBody>
      </p:sp>
      <p:sp>
        <p:nvSpPr>
          <p:cNvPr id="86019" name="Rectangle 3">
            <a:extLst>
              <a:ext uri="{FF2B5EF4-FFF2-40B4-BE49-F238E27FC236}">
                <a16:creationId xmlns:a16="http://schemas.microsoft.com/office/drawing/2014/main" id="{859BD995-EB3B-4EEB-9BB1-AA69F4FD3AD7}"/>
              </a:ext>
            </a:extLst>
          </p:cNvPr>
          <p:cNvSpPr>
            <a:spLocks noGrp="1" noChangeArrowheads="1"/>
          </p:cNvSpPr>
          <p:nvPr>
            <p:ph idx="1"/>
          </p:nvPr>
        </p:nvSpPr>
        <p:spPr>
          <a:xfrm>
            <a:off x="959224" y="808294"/>
            <a:ext cx="7727576" cy="3736812"/>
          </a:xfrm>
        </p:spPr>
        <p:txBody>
          <a:bodyPr/>
          <a:lstStyle/>
          <a:p>
            <a:r>
              <a:rPr lang="en-US" altLang="zh-TW" sz="2000" dirty="0"/>
              <a:t>An overview of pipelining</a:t>
            </a:r>
          </a:p>
          <a:p>
            <a:r>
              <a:rPr lang="en-US" altLang="zh-TW" sz="2000" dirty="0"/>
              <a:t>A pipelined </a:t>
            </a:r>
            <a:r>
              <a:rPr lang="en-US" altLang="zh-TW" sz="2000" dirty="0" err="1"/>
              <a:t>datapath</a:t>
            </a:r>
            <a:endParaRPr lang="en-US" altLang="zh-TW" sz="2000" dirty="0"/>
          </a:p>
          <a:p>
            <a:r>
              <a:rPr lang="en-US" altLang="zh-TW" sz="2000" dirty="0"/>
              <a:t>Pipelined control</a:t>
            </a:r>
          </a:p>
          <a:p>
            <a:r>
              <a:rPr lang="en-US" altLang="zh-CN" sz="2000" dirty="0"/>
              <a:t>Hazards:</a:t>
            </a:r>
            <a:r>
              <a:rPr lang="zh-CN" altLang="en-US" sz="2000" dirty="0"/>
              <a:t> </a:t>
            </a:r>
            <a:r>
              <a:rPr lang="en-US" altLang="zh-CN" sz="2000" dirty="0"/>
              <a:t>types of hazard</a:t>
            </a:r>
          </a:p>
          <a:p>
            <a:r>
              <a:rPr lang="en-US" altLang="zh-TW" sz="2000" dirty="0"/>
              <a:t>Handling data hazards</a:t>
            </a:r>
          </a:p>
          <a:p>
            <a:pPr lvl="1"/>
            <a:r>
              <a:rPr lang="en-US" altLang="zh-CN" sz="1600" dirty="0"/>
              <a:t>Inserting</a:t>
            </a:r>
            <a:r>
              <a:rPr lang="zh-CN" altLang="en-US" sz="1600" dirty="0"/>
              <a:t> </a:t>
            </a:r>
            <a:r>
              <a:rPr lang="en-US" altLang="zh-CN" sz="1600" dirty="0"/>
              <a:t>NOP</a:t>
            </a:r>
            <a:r>
              <a:rPr lang="zh-CN" altLang="en-US" sz="1600" dirty="0"/>
              <a:t>（</a:t>
            </a:r>
            <a:r>
              <a:rPr lang="en-US" altLang="zh-CN" sz="1600" dirty="0"/>
              <a:t>software</a:t>
            </a:r>
            <a:r>
              <a:rPr lang="zh-CN" altLang="en-US" sz="1600" dirty="0"/>
              <a:t>）</a:t>
            </a:r>
            <a:endParaRPr lang="en-US" altLang="zh-TW" sz="1600" dirty="0"/>
          </a:p>
          <a:p>
            <a:pPr lvl="1"/>
            <a:r>
              <a:rPr lang="en-US" altLang="zh-CN" sz="1600" dirty="0"/>
              <a:t>F</a:t>
            </a:r>
            <a:r>
              <a:rPr lang="en-US" altLang="zh-TW" sz="1600" dirty="0"/>
              <a:t>orwarding</a:t>
            </a:r>
            <a:r>
              <a:rPr lang="en-US" altLang="zh-CN" sz="1600" dirty="0"/>
              <a:t>,</a:t>
            </a:r>
            <a:r>
              <a:rPr lang="zh-CN" altLang="en-US" sz="1600" dirty="0"/>
              <a:t> </a:t>
            </a:r>
            <a:r>
              <a:rPr lang="en-US" altLang="zh-TW" sz="1600" dirty="0"/>
              <a:t>R-Type-use</a:t>
            </a:r>
            <a:r>
              <a:rPr lang="zh-CN" altLang="en-US" sz="1600" dirty="0"/>
              <a:t>（</a:t>
            </a:r>
            <a:r>
              <a:rPr lang="en-US" altLang="zh-CN" sz="1600" dirty="0"/>
              <a:t>hardware)</a:t>
            </a:r>
            <a:endParaRPr lang="en-US" altLang="zh-TW" sz="1600" dirty="0"/>
          </a:p>
          <a:p>
            <a:pPr lvl="1"/>
            <a:r>
              <a:rPr lang="en-US" altLang="zh-CN" sz="1600" dirty="0">
                <a:solidFill>
                  <a:srgbClr val="FF0000"/>
                </a:solidFill>
              </a:rPr>
              <a:t>S</a:t>
            </a:r>
            <a:r>
              <a:rPr lang="en-US" altLang="zh-TW" sz="1600" dirty="0">
                <a:solidFill>
                  <a:srgbClr val="FF0000"/>
                </a:solidFill>
              </a:rPr>
              <a:t>talls</a:t>
            </a:r>
            <a:r>
              <a:rPr lang="en-US" altLang="zh-CN" sz="1600" dirty="0">
                <a:solidFill>
                  <a:srgbClr val="FF0000"/>
                </a:solidFill>
              </a:rPr>
              <a:t>,</a:t>
            </a:r>
            <a:r>
              <a:rPr lang="zh-CN" altLang="en-US" sz="1600" dirty="0">
                <a:solidFill>
                  <a:srgbClr val="FF0000"/>
                </a:solidFill>
              </a:rPr>
              <a:t> </a:t>
            </a:r>
            <a:r>
              <a:rPr lang="en-US" altLang="zh-CN" sz="1600" dirty="0">
                <a:solidFill>
                  <a:srgbClr val="FF0000"/>
                </a:solidFill>
              </a:rPr>
              <a:t>load-use</a:t>
            </a:r>
            <a:r>
              <a:rPr lang="zh-CN" altLang="en-US" sz="1600" dirty="0">
                <a:solidFill>
                  <a:srgbClr val="FF0000"/>
                </a:solidFill>
              </a:rPr>
              <a:t> </a:t>
            </a:r>
            <a:r>
              <a:rPr lang="en-US" altLang="zh-CN" sz="1600" dirty="0">
                <a:solidFill>
                  <a:srgbClr val="FF0000"/>
                </a:solidFill>
              </a:rPr>
              <a:t>(hardware)</a:t>
            </a:r>
            <a:endParaRPr lang="en-US" altLang="zh-TW" sz="1600" dirty="0">
              <a:solidFill>
                <a:srgbClr val="FF0000"/>
              </a:solidFill>
            </a:endParaRPr>
          </a:p>
          <a:p>
            <a:r>
              <a:rPr lang="en-US" altLang="zh-CN" sz="2000" dirty="0"/>
              <a:t>Handling</a:t>
            </a:r>
            <a:r>
              <a:rPr lang="zh-CN" altLang="en-US" sz="2000" dirty="0"/>
              <a:t> </a:t>
            </a:r>
            <a:r>
              <a:rPr lang="en-US" altLang="zh-CN" sz="2000" dirty="0"/>
              <a:t>b</a:t>
            </a:r>
            <a:r>
              <a:rPr lang="en-US" altLang="zh-TW" sz="2000" dirty="0"/>
              <a:t>ranch hazards</a:t>
            </a:r>
          </a:p>
          <a:p>
            <a:r>
              <a:rPr lang="en-US" altLang="zh-TW" sz="2000" dirty="0"/>
              <a:t>Exceptions</a:t>
            </a:r>
          </a:p>
          <a:p>
            <a:r>
              <a:rPr lang="en-US" altLang="zh-TW" sz="2000" dirty="0"/>
              <a:t>Superscalar and dynamic pipelining</a:t>
            </a:r>
          </a:p>
        </p:txBody>
      </p:sp>
      <p:sp>
        <p:nvSpPr>
          <p:cNvPr id="86020" name="投影片編號版面配置區 1">
            <a:extLst>
              <a:ext uri="{FF2B5EF4-FFF2-40B4-BE49-F238E27FC236}">
                <a16:creationId xmlns:a16="http://schemas.microsoft.com/office/drawing/2014/main" id="{216BC101-2E44-4A22-9F6B-74CCE029559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C990E24B-E721-449E-B1FD-DA753CBC525D}"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78</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5" name="Rectangle 5">
            <a:extLst>
              <a:ext uri="{FF2B5EF4-FFF2-40B4-BE49-F238E27FC236}">
                <a16:creationId xmlns:a16="http://schemas.microsoft.com/office/drawing/2014/main" id="{70E9DBB2-2EB4-4D4C-B8DE-57E310147472}"/>
              </a:ext>
            </a:extLst>
          </p:cNvPr>
          <p:cNvSpPr>
            <a:spLocks noGrp="1" noChangeArrowheads="1"/>
          </p:cNvSpPr>
          <p:nvPr>
            <p:ph type="title"/>
          </p:nvPr>
        </p:nvSpPr>
        <p:spPr/>
        <p:txBody>
          <a:bodyPr/>
          <a:lstStyle/>
          <a:p>
            <a:r>
              <a:rPr lang="en-US" altLang="zh-TW" dirty="0"/>
              <a:t>Cannot Always Forwarding</a:t>
            </a:r>
          </a:p>
        </p:txBody>
      </p:sp>
      <p:sp>
        <p:nvSpPr>
          <p:cNvPr id="87042" name="Rectangle 2">
            <a:extLst>
              <a:ext uri="{FF2B5EF4-FFF2-40B4-BE49-F238E27FC236}">
                <a16:creationId xmlns:a16="http://schemas.microsoft.com/office/drawing/2014/main" id="{7A79F096-16E6-4840-ACC8-118988412585}"/>
              </a:ext>
            </a:extLst>
          </p:cNvPr>
          <p:cNvSpPr>
            <a:spLocks noGrp="1" noChangeArrowheads="1"/>
          </p:cNvSpPr>
          <p:nvPr>
            <p:ph idx="1"/>
          </p:nvPr>
        </p:nvSpPr>
        <p:spPr>
          <a:xfrm>
            <a:off x="1039905" y="808294"/>
            <a:ext cx="6974541" cy="715706"/>
          </a:xfrm>
        </p:spPr>
        <p:txBody>
          <a:bodyPr/>
          <a:lstStyle/>
          <a:p>
            <a:r>
              <a:rPr lang="en-US" altLang="zh-TW" sz="2000" dirty="0" err="1">
                <a:latin typeface="Courier New" panose="02070309020205020404" pitchFamily="49" charset="0"/>
              </a:rPr>
              <a:t>lw</a:t>
            </a:r>
            <a:r>
              <a:rPr lang="en-US" altLang="zh-TW" sz="2000" dirty="0"/>
              <a:t> can still cause a hazard</a:t>
            </a:r>
          </a:p>
          <a:p>
            <a:pPr lvl="1"/>
            <a:r>
              <a:rPr lang="en-US" altLang="zh-TW" sz="1800" dirty="0"/>
              <a:t>if is followed by an instruction to read the loaded register</a:t>
            </a:r>
            <a:br>
              <a:rPr lang="en-US" altLang="zh-TW" dirty="0"/>
            </a:br>
            <a:br>
              <a:rPr lang="en-US" altLang="zh-TW" dirty="0"/>
            </a:br>
            <a:endParaRPr lang="en-US" altLang="zh-TW" dirty="0"/>
          </a:p>
        </p:txBody>
      </p:sp>
      <p:sp>
        <p:nvSpPr>
          <p:cNvPr id="87047" name="投影片編號版面配置區 1">
            <a:extLst>
              <a:ext uri="{FF2B5EF4-FFF2-40B4-BE49-F238E27FC236}">
                <a16:creationId xmlns:a16="http://schemas.microsoft.com/office/drawing/2014/main" id="{0E8FE498-15E1-4A1C-8439-FF9BAC7391A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AEA6C38D-5158-4EEB-AE45-B0E473D6CCE1}"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79</a:t>
            </a:fld>
            <a:endParaRPr lang="en-US" altLang="zh-TW" sz="1050" b="0">
              <a:solidFill>
                <a:schemeClr val="bg1"/>
              </a:solidFill>
              <a:latin typeface="Arial" panose="020B0604020202020204" pitchFamily="34" charset="0"/>
              <a:ea typeface="新細明體" panose="02020500000000000000" pitchFamily="18" charset="-120"/>
            </a:endParaRPr>
          </a:p>
        </p:txBody>
      </p:sp>
      <p:sp>
        <p:nvSpPr>
          <p:cNvPr id="87043" name="Rectangle 3">
            <a:extLst>
              <a:ext uri="{FF2B5EF4-FFF2-40B4-BE49-F238E27FC236}">
                <a16:creationId xmlns:a16="http://schemas.microsoft.com/office/drawing/2014/main" id="{9B865611-A569-49BA-B7C7-2ADDEEF4B8E0}"/>
              </a:ext>
            </a:extLst>
          </p:cNvPr>
          <p:cNvSpPr>
            <a:spLocks noChangeArrowheads="1"/>
          </p:cNvSpPr>
          <p:nvPr/>
        </p:nvSpPr>
        <p:spPr bwMode="auto">
          <a:xfrm>
            <a:off x="1040606" y="234554"/>
            <a:ext cx="2534841" cy="35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pic>
        <p:nvPicPr>
          <p:cNvPr id="87044" name="Picture 4">
            <a:extLst>
              <a:ext uri="{FF2B5EF4-FFF2-40B4-BE49-F238E27FC236}">
                <a16:creationId xmlns:a16="http://schemas.microsoft.com/office/drawing/2014/main" id="{C542ED2C-4B13-489F-80EC-543CF01B3D15}"/>
              </a:ext>
            </a:extLst>
          </p:cNvPr>
          <p:cNvPicPr>
            <a:picLocks noChangeArrowheads="1"/>
          </p:cNvPicPr>
          <p:nvPr/>
        </p:nvPicPr>
        <p:blipFill>
          <a:blip r:embed="rId3" cstate="print">
            <a:extLst>
              <a:ext uri="{28A0092B-C50C-407E-A947-70E740481C1C}">
                <a14:useLocalDpi xmlns:a14="http://schemas.microsoft.com/office/drawing/2010/main" val="0"/>
              </a:ext>
            </a:extLst>
          </a:blip>
          <a:srcRect t="17224"/>
          <a:stretch>
            <a:fillRect/>
          </a:stretch>
        </p:blipFill>
        <p:spPr bwMode="auto">
          <a:xfrm>
            <a:off x="1541928" y="1648876"/>
            <a:ext cx="6511389" cy="28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7046" name="Text Box 6">
            <a:extLst>
              <a:ext uri="{FF2B5EF4-FFF2-40B4-BE49-F238E27FC236}">
                <a16:creationId xmlns:a16="http://schemas.microsoft.com/office/drawing/2014/main" id="{EE7D88F5-A955-4AFD-B6CC-EEF5AA84B11F}"/>
              </a:ext>
            </a:extLst>
          </p:cNvPr>
          <p:cNvSpPr txBox="1">
            <a:spLocks noChangeArrowheads="1"/>
          </p:cNvSpPr>
          <p:nvPr/>
        </p:nvSpPr>
        <p:spPr bwMode="auto">
          <a:xfrm>
            <a:off x="2590799" y="3895240"/>
            <a:ext cx="246529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squar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eaLnBrk="1" hangingPunct="1">
              <a:lnSpc>
                <a:spcPct val="100000"/>
              </a:lnSpc>
              <a:spcBef>
                <a:spcPct val="0"/>
              </a:spcBef>
              <a:buClrTx/>
              <a:buSzTx/>
              <a:buFontTx/>
              <a:buNone/>
            </a:pPr>
            <a:r>
              <a:rPr kumimoji="1" lang="en-US" altLang="zh-TW" sz="1600" dirty="0">
                <a:solidFill>
                  <a:srgbClr val="FF0000"/>
                </a:solidFill>
                <a:ea typeface="新細明體" panose="02020500000000000000" pitchFamily="18" charset="-120"/>
              </a:rPr>
              <a:t>Use stalling or compiler to resolve</a:t>
            </a:r>
          </a:p>
        </p:txBody>
      </p:sp>
    </p:spTree>
  </p:cSld>
  <p:clrMapOvr>
    <a:masterClrMapping/>
  </p:clrMapOvr>
  <p:transition advTm="2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0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6"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47E9FECE-A0B8-4CA9-9611-3CCA2E322E1B}"/>
              </a:ext>
            </a:extLst>
          </p:cNvPr>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r>
              <a:rPr lang="en-US" altLang="zh-TW"/>
              <a:t>Stalling</a:t>
            </a:r>
          </a:p>
        </p:txBody>
      </p:sp>
      <p:sp>
        <p:nvSpPr>
          <p:cNvPr id="88067" name="Rectangle 3">
            <a:extLst>
              <a:ext uri="{FF2B5EF4-FFF2-40B4-BE49-F238E27FC236}">
                <a16:creationId xmlns:a16="http://schemas.microsoft.com/office/drawing/2014/main" id="{199E4E3F-1195-445B-B53D-F55236505E99}"/>
              </a:ext>
            </a:extLst>
          </p:cNvPr>
          <p:cNvSpPr>
            <a:spLocks noGrp="1" noChangeArrowheads="1"/>
          </p:cNvSpPr>
          <p:nvPr>
            <p:ph idx="1"/>
          </p:nvPr>
        </p:nvSpPr>
        <p:spPr>
          <a:xfrm>
            <a:off x="986118" y="799330"/>
            <a:ext cx="7279342" cy="715705"/>
          </a:xfrm>
          <a:noFill/>
        </p:spPr>
        <p:txBody>
          <a:bodyPr vert="horz" wrap="square" lIns="69056" tIns="34529" rIns="69056" bIns="34529" numCol="1" anchor="t" anchorCtr="0" compatLnSpc="1">
            <a:prstTxWarp prst="textNoShape">
              <a:avLst/>
            </a:prstTxWarp>
          </a:bodyPr>
          <a:lstStyle/>
          <a:p>
            <a:r>
              <a:rPr lang="en-US" altLang="zh-TW" sz="2000" dirty="0"/>
              <a:t>Stall pipeline by keeping instructions in same stage and inserting an NOP instead</a:t>
            </a:r>
          </a:p>
        </p:txBody>
      </p:sp>
      <p:sp>
        <p:nvSpPr>
          <p:cNvPr id="88069" name="投影片編號版面配置區 1">
            <a:extLst>
              <a:ext uri="{FF2B5EF4-FFF2-40B4-BE49-F238E27FC236}">
                <a16:creationId xmlns:a16="http://schemas.microsoft.com/office/drawing/2014/main" id="{5FD3C60B-54C6-4AC6-85A6-A8568B7C536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F9AF380B-B447-4064-8D6F-969E10F89AE0}"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80</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88068" name="Picture 4">
            <a:extLst>
              <a:ext uri="{FF2B5EF4-FFF2-40B4-BE49-F238E27FC236}">
                <a16:creationId xmlns:a16="http://schemas.microsoft.com/office/drawing/2014/main" id="{7A998988-5438-4107-9AC9-D3F62C5F2040}"/>
              </a:ext>
            </a:extLst>
          </p:cNvPr>
          <p:cNvPicPr>
            <a:picLocks noChangeArrowheads="1"/>
          </p:cNvPicPr>
          <p:nvPr/>
        </p:nvPicPr>
        <p:blipFill>
          <a:blip r:embed="rId3" cstate="print">
            <a:extLst>
              <a:ext uri="{28A0092B-C50C-407E-A947-70E740481C1C}">
                <a14:useLocalDpi xmlns:a14="http://schemas.microsoft.com/office/drawing/2010/main" val="0"/>
              </a:ext>
            </a:extLst>
          </a:blip>
          <a:srcRect t="12422"/>
          <a:stretch>
            <a:fillRect/>
          </a:stretch>
        </p:blipFill>
        <p:spPr bwMode="auto">
          <a:xfrm>
            <a:off x="1371600" y="1720104"/>
            <a:ext cx="6545776" cy="2842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a:extLst>
              <a:ext uri="{FF2B5EF4-FFF2-40B4-BE49-F238E27FC236}">
                <a16:creationId xmlns:a16="http://schemas.microsoft.com/office/drawing/2014/main" id="{6526FF1A-8CF0-48F7-8A2D-A7CCF2953266}"/>
              </a:ext>
            </a:extLst>
          </p:cNvPr>
          <p:cNvSpPr>
            <a:spLocks noGrp="1" noChangeArrowheads="1"/>
          </p:cNvSpPr>
          <p:nvPr>
            <p:ph type="title"/>
          </p:nvPr>
        </p:nvSpPr>
        <p:spPr/>
        <p:txBody>
          <a:bodyPr/>
          <a:lstStyle/>
          <a:p>
            <a:r>
              <a:rPr lang="en-US" altLang="zh-TW"/>
              <a:t>Datapath with Stalling Unit</a:t>
            </a:r>
          </a:p>
        </p:txBody>
      </p:sp>
      <p:sp>
        <p:nvSpPr>
          <p:cNvPr id="89092" name="Rectangle 4">
            <a:extLst>
              <a:ext uri="{FF2B5EF4-FFF2-40B4-BE49-F238E27FC236}">
                <a16:creationId xmlns:a16="http://schemas.microsoft.com/office/drawing/2014/main" id="{C4945212-643D-47F6-8143-928B4565CC2E}"/>
              </a:ext>
            </a:extLst>
          </p:cNvPr>
          <p:cNvSpPr>
            <a:spLocks noGrp="1" noChangeArrowheads="1"/>
          </p:cNvSpPr>
          <p:nvPr>
            <p:ph idx="1"/>
          </p:nvPr>
        </p:nvSpPr>
        <p:spPr>
          <a:xfrm>
            <a:off x="1048870" y="781400"/>
            <a:ext cx="7404848" cy="688812"/>
          </a:xfrm>
        </p:spPr>
        <p:txBody>
          <a:bodyPr/>
          <a:lstStyle/>
          <a:p>
            <a:r>
              <a:rPr lang="en-US" altLang="zh-TW" sz="2000" dirty="0"/>
              <a:t>Forwarding controls ALU inputs, hazard detection controls PC, IF/ID, control signals</a:t>
            </a:r>
          </a:p>
        </p:txBody>
      </p:sp>
      <p:sp>
        <p:nvSpPr>
          <p:cNvPr id="89101" name="投影片編號版面配置區 1">
            <a:extLst>
              <a:ext uri="{FF2B5EF4-FFF2-40B4-BE49-F238E27FC236}">
                <a16:creationId xmlns:a16="http://schemas.microsoft.com/office/drawing/2014/main" id="{9C4058B9-BA84-49EC-B605-A67C50B2F26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2E00F177-49E3-492B-84DD-27E341D7E4F7}"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81</a:t>
            </a:fld>
            <a:endParaRPr lang="en-US" altLang="zh-TW" sz="1050" b="0" dirty="0">
              <a:solidFill>
                <a:schemeClr val="bg1"/>
              </a:solidFill>
              <a:latin typeface="Arial" panose="020B0604020202020204" pitchFamily="34" charset="0"/>
              <a:ea typeface="新細明體" panose="02020500000000000000" pitchFamily="18" charset="-120"/>
            </a:endParaRPr>
          </a:p>
        </p:txBody>
      </p:sp>
      <p:grpSp>
        <p:nvGrpSpPr>
          <p:cNvPr id="3" name="组合 2">
            <a:extLst>
              <a:ext uri="{FF2B5EF4-FFF2-40B4-BE49-F238E27FC236}">
                <a16:creationId xmlns:a16="http://schemas.microsoft.com/office/drawing/2014/main" id="{76243C03-9847-448F-B4F0-B0403F3A0856}"/>
              </a:ext>
            </a:extLst>
          </p:cNvPr>
          <p:cNvGrpSpPr/>
          <p:nvPr/>
        </p:nvGrpSpPr>
        <p:grpSpPr>
          <a:xfrm>
            <a:off x="1613647" y="1566582"/>
            <a:ext cx="6284539" cy="2942665"/>
            <a:chOff x="1166813" y="1485900"/>
            <a:chExt cx="6686550" cy="3257550"/>
          </a:xfrm>
        </p:grpSpPr>
        <p:sp>
          <p:nvSpPr>
            <p:cNvPr id="89093" name="Freeform 6">
              <a:extLst>
                <a:ext uri="{FF2B5EF4-FFF2-40B4-BE49-F238E27FC236}">
                  <a16:creationId xmlns:a16="http://schemas.microsoft.com/office/drawing/2014/main" id="{B7987BA1-1EFE-46DA-BD1A-7AF2C6043E7A}"/>
                </a:ext>
              </a:extLst>
            </p:cNvPr>
            <p:cNvSpPr>
              <a:spLocks/>
            </p:cNvSpPr>
            <p:nvPr/>
          </p:nvSpPr>
          <p:spPr bwMode="auto">
            <a:xfrm>
              <a:off x="2899172" y="1824038"/>
              <a:ext cx="1543050" cy="2524125"/>
            </a:xfrm>
            <a:custGeom>
              <a:avLst/>
              <a:gdLst>
                <a:gd name="T0" fmla="*/ 0 w 1296"/>
                <a:gd name="T1" fmla="*/ 0 h 2120"/>
                <a:gd name="T2" fmla="*/ 0 w 1296"/>
                <a:gd name="T3" fmla="*/ 2147483647 h 2120"/>
                <a:gd name="T4" fmla="*/ 2147483647 w 1296"/>
                <a:gd name="T5" fmla="*/ 2147483647 h 2120"/>
                <a:gd name="T6" fmla="*/ 2147483647 w 1296"/>
                <a:gd name="T7" fmla="*/ 2147483647 h 2120"/>
                <a:gd name="T8" fmla="*/ 0 60000 65536"/>
                <a:gd name="T9" fmla="*/ 0 60000 65536"/>
                <a:gd name="T10" fmla="*/ 0 60000 65536"/>
                <a:gd name="T11" fmla="*/ 0 60000 65536"/>
                <a:gd name="T12" fmla="*/ 0 w 1296"/>
                <a:gd name="T13" fmla="*/ 0 h 2120"/>
                <a:gd name="T14" fmla="*/ 1296 w 1296"/>
                <a:gd name="T15" fmla="*/ 2120 h 2120"/>
              </a:gdLst>
              <a:ahLst/>
              <a:cxnLst>
                <a:cxn ang="T8">
                  <a:pos x="T0" y="T1"/>
                </a:cxn>
                <a:cxn ang="T9">
                  <a:pos x="T2" y="T3"/>
                </a:cxn>
                <a:cxn ang="T10">
                  <a:pos x="T4" y="T5"/>
                </a:cxn>
                <a:cxn ang="T11">
                  <a:pos x="T6" y="T7"/>
                </a:cxn>
              </a:cxnLst>
              <a:rect l="T12" t="T13" r="T14" b="T15"/>
              <a:pathLst>
                <a:path w="1296" h="2120">
                  <a:moveTo>
                    <a:pt x="0" y="0"/>
                  </a:moveTo>
                  <a:lnTo>
                    <a:pt x="0" y="2120"/>
                  </a:lnTo>
                  <a:lnTo>
                    <a:pt x="1296" y="2094"/>
                  </a:lnTo>
                  <a:lnTo>
                    <a:pt x="1296" y="1859"/>
                  </a:lnTo>
                </a:path>
              </a:pathLst>
            </a:custGeom>
            <a:noFill/>
            <a:ln w="57150">
              <a:solidFill>
                <a:srgbClr val="FF993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89094" name="Line 7">
              <a:extLst>
                <a:ext uri="{FF2B5EF4-FFF2-40B4-BE49-F238E27FC236}">
                  <a16:creationId xmlns:a16="http://schemas.microsoft.com/office/drawing/2014/main" id="{BAD4E340-E752-44E5-A06E-E7B692A0FF21}"/>
                </a:ext>
              </a:extLst>
            </p:cNvPr>
            <p:cNvSpPr>
              <a:spLocks noChangeShapeType="1"/>
            </p:cNvSpPr>
            <p:nvPr/>
          </p:nvSpPr>
          <p:spPr bwMode="auto">
            <a:xfrm>
              <a:off x="3737372" y="2321719"/>
              <a:ext cx="84534" cy="0"/>
            </a:xfrm>
            <a:prstGeom prst="line">
              <a:avLst/>
            </a:prstGeom>
            <a:noFill/>
            <a:ln w="38100">
              <a:solidFill>
                <a:srgbClr val="3399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89095" name="Line 8">
              <a:extLst>
                <a:ext uri="{FF2B5EF4-FFF2-40B4-BE49-F238E27FC236}">
                  <a16:creationId xmlns:a16="http://schemas.microsoft.com/office/drawing/2014/main" id="{3F3311F3-99DC-417A-8CE5-BB4D2603545E}"/>
                </a:ext>
              </a:extLst>
            </p:cNvPr>
            <p:cNvSpPr>
              <a:spLocks noChangeShapeType="1"/>
            </p:cNvSpPr>
            <p:nvPr/>
          </p:nvSpPr>
          <p:spPr bwMode="auto">
            <a:xfrm flipH="1">
              <a:off x="2176463" y="1666875"/>
              <a:ext cx="410766" cy="0"/>
            </a:xfrm>
            <a:prstGeom prst="line">
              <a:avLst/>
            </a:prstGeom>
            <a:noFill/>
            <a:ln w="38100">
              <a:solidFill>
                <a:srgbClr val="339933"/>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89096" name="Line 9">
              <a:extLst>
                <a:ext uri="{FF2B5EF4-FFF2-40B4-BE49-F238E27FC236}">
                  <a16:creationId xmlns:a16="http://schemas.microsoft.com/office/drawing/2014/main" id="{5CCF0D79-5E19-4ABC-B930-269F768FD89E}"/>
                </a:ext>
              </a:extLst>
            </p:cNvPr>
            <p:cNvSpPr>
              <a:spLocks noChangeShapeType="1"/>
            </p:cNvSpPr>
            <p:nvPr/>
          </p:nvSpPr>
          <p:spPr bwMode="auto">
            <a:xfrm>
              <a:off x="2187179" y="1677591"/>
              <a:ext cx="0" cy="875109"/>
            </a:xfrm>
            <a:prstGeom prst="line">
              <a:avLst/>
            </a:prstGeom>
            <a:noFill/>
            <a:ln w="38100" cmpd="dbl">
              <a:solidFill>
                <a:srgbClr val="3399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89097" name="Line 10">
              <a:extLst>
                <a:ext uri="{FF2B5EF4-FFF2-40B4-BE49-F238E27FC236}">
                  <a16:creationId xmlns:a16="http://schemas.microsoft.com/office/drawing/2014/main" id="{65935F49-DC07-413A-8BFD-AC900FD8F032}"/>
                </a:ext>
              </a:extLst>
            </p:cNvPr>
            <p:cNvSpPr>
              <a:spLocks noChangeShapeType="1"/>
            </p:cNvSpPr>
            <p:nvPr/>
          </p:nvSpPr>
          <p:spPr bwMode="auto">
            <a:xfrm flipH="1">
              <a:off x="1278732" y="1603773"/>
              <a:ext cx="1288256" cy="21431"/>
            </a:xfrm>
            <a:prstGeom prst="line">
              <a:avLst/>
            </a:prstGeom>
            <a:noFill/>
            <a:ln w="38100">
              <a:solidFill>
                <a:srgbClr val="339933"/>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pic>
          <p:nvPicPr>
            <p:cNvPr id="89090" name="Picture 2">
              <a:extLst>
                <a:ext uri="{FF2B5EF4-FFF2-40B4-BE49-F238E27FC236}">
                  <a16:creationId xmlns:a16="http://schemas.microsoft.com/office/drawing/2014/main" id="{B2A5846B-6181-4E6E-8C3A-2F8C275A38F2}"/>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6813" y="1485900"/>
              <a:ext cx="6686550" cy="325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8" name="Line 11">
              <a:extLst>
                <a:ext uri="{FF2B5EF4-FFF2-40B4-BE49-F238E27FC236}">
                  <a16:creationId xmlns:a16="http://schemas.microsoft.com/office/drawing/2014/main" id="{8FFECA21-F635-48B2-82A9-1A67B54545A8}"/>
                </a:ext>
              </a:extLst>
            </p:cNvPr>
            <p:cNvSpPr>
              <a:spLocks noChangeShapeType="1"/>
            </p:cNvSpPr>
            <p:nvPr/>
          </p:nvSpPr>
          <p:spPr bwMode="auto">
            <a:xfrm>
              <a:off x="1278731" y="1614488"/>
              <a:ext cx="0" cy="1402556"/>
            </a:xfrm>
            <a:prstGeom prst="line">
              <a:avLst/>
            </a:prstGeom>
            <a:noFill/>
            <a:ln w="38100" cmpd="dbl">
              <a:solidFill>
                <a:srgbClr val="3399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89099" name="Line 12">
              <a:extLst>
                <a:ext uri="{FF2B5EF4-FFF2-40B4-BE49-F238E27FC236}">
                  <a16:creationId xmlns:a16="http://schemas.microsoft.com/office/drawing/2014/main" id="{16CB0F3F-9E37-4E0F-8A7F-1211758197E3}"/>
                </a:ext>
              </a:extLst>
            </p:cNvPr>
            <p:cNvSpPr>
              <a:spLocks noChangeShapeType="1"/>
            </p:cNvSpPr>
            <p:nvPr/>
          </p:nvSpPr>
          <p:spPr bwMode="auto">
            <a:xfrm flipV="1">
              <a:off x="4433888" y="1614488"/>
              <a:ext cx="10716" cy="579835"/>
            </a:xfrm>
            <a:prstGeom prst="line">
              <a:avLst/>
            </a:prstGeom>
            <a:noFill/>
            <a:ln w="57150" cmpd="thickThin">
              <a:solidFill>
                <a:srgbClr val="FF9933"/>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89100" name="Line 13">
              <a:extLst>
                <a:ext uri="{FF2B5EF4-FFF2-40B4-BE49-F238E27FC236}">
                  <a16:creationId xmlns:a16="http://schemas.microsoft.com/office/drawing/2014/main" id="{9CEEF3C3-6B91-4954-BFD4-63D972211C61}"/>
                </a:ext>
              </a:extLst>
            </p:cNvPr>
            <p:cNvSpPr>
              <a:spLocks noChangeShapeType="1"/>
            </p:cNvSpPr>
            <p:nvPr/>
          </p:nvSpPr>
          <p:spPr bwMode="auto">
            <a:xfrm flipH="1">
              <a:off x="3178969" y="1614488"/>
              <a:ext cx="1244204" cy="0"/>
            </a:xfrm>
            <a:prstGeom prst="line">
              <a:avLst/>
            </a:prstGeom>
            <a:noFill/>
            <a:ln w="57150" cmpd="thinThick">
              <a:solidFill>
                <a:srgbClr val="FF99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cxnSp>
          <p:nvCxnSpPr>
            <p:cNvPr id="89102" name="直線單箭頭接點 2">
              <a:extLst>
                <a:ext uri="{FF2B5EF4-FFF2-40B4-BE49-F238E27FC236}">
                  <a16:creationId xmlns:a16="http://schemas.microsoft.com/office/drawing/2014/main" id="{9FAF65C5-1523-4767-927D-DF84CBB8B536}"/>
                </a:ext>
              </a:extLst>
            </p:cNvPr>
            <p:cNvCxnSpPr>
              <a:cxnSpLocks noChangeShapeType="1"/>
            </p:cNvCxnSpPr>
            <p:nvPr/>
          </p:nvCxnSpPr>
          <p:spPr bwMode="auto">
            <a:xfrm flipV="1">
              <a:off x="2899172" y="1781175"/>
              <a:ext cx="0" cy="190500"/>
            </a:xfrm>
            <a:prstGeom prst="straightConnector1">
              <a:avLst/>
            </a:prstGeom>
            <a:noFill/>
            <a:ln w="50800" algn="ctr">
              <a:solidFill>
                <a:srgbClr val="FF99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7753E979-9D4F-426E-A92E-84CA54A7BADD}"/>
              </a:ext>
            </a:extLst>
          </p:cNvPr>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r>
              <a:rPr lang="en-US" altLang="zh-TW" dirty="0"/>
              <a:t>Control - Handling Stalls</a:t>
            </a:r>
          </a:p>
        </p:txBody>
      </p:sp>
      <p:sp>
        <p:nvSpPr>
          <p:cNvPr id="90115" name="Rectangle 3">
            <a:extLst>
              <a:ext uri="{FF2B5EF4-FFF2-40B4-BE49-F238E27FC236}">
                <a16:creationId xmlns:a16="http://schemas.microsoft.com/office/drawing/2014/main" id="{C4823FB5-52E5-46BD-BD2D-21663A2522F5}"/>
              </a:ext>
            </a:extLst>
          </p:cNvPr>
          <p:cNvSpPr>
            <a:spLocks noGrp="1" noChangeArrowheads="1"/>
          </p:cNvSpPr>
          <p:nvPr>
            <p:ph idx="1"/>
          </p:nvPr>
        </p:nvSpPr>
        <p:spPr>
          <a:xfrm>
            <a:off x="1021976" y="767312"/>
            <a:ext cx="7461198" cy="3843107"/>
          </a:xfrm>
          <a:noFill/>
        </p:spPr>
        <p:txBody>
          <a:bodyPr vert="horz" wrap="square" lIns="69056" tIns="34529" rIns="69056" bIns="34529" numCol="1" anchor="t" anchorCtr="0" compatLnSpc="1">
            <a:prstTxWarp prst="textNoShape">
              <a:avLst/>
            </a:prstTxWarp>
          </a:bodyPr>
          <a:lstStyle/>
          <a:p>
            <a:r>
              <a:rPr lang="en-US" altLang="zh-TW" sz="2000" dirty="0"/>
              <a:t>Hazard detection unit in ID to insert stall between a load instruction and its use</a:t>
            </a:r>
            <a:br>
              <a:rPr lang="en-US" altLang="zh-TW" sz="2000" dirty="0"/>
            </a:br>
            <a:r>
              <a:rPr lang="en-US" altLang="zh-TW" sz="1800" dirty="0"/>
              <a:t>       </a:t>
            </a:r>
            <a:r>
              <a:rPr lang="en-US" altLang="zh-TW" sz="1800" dirty="0">
                <a:cs typeface="Calibri" panose="020F0502020204030204" pitchFamily="34" charset="0"/>
              </a:rPr>
              <a:t>if (ID/</a:t>
            </a:r>
            <a:r>
              <a:rPr lang="en-US" altLang="zh-TW" sz="1800" dirty="0" err="1">
                <a:cs typeface="Calibri" panose="020F0502020204030204" pitchFamily="34" charset="0"/>
              </a:rPr>
              <a:t>EX.MemRead</a:t>
            </a:r>
            <a:r>
              <a:rPr lang="en-US" altLang="zh-TW" sz="1800" dirty="0">
                <a:cs typeface="Calibri" panose="020F0502020204030204" pitchFamily="34" charset="0"/>
              </a:rPr>
              <a:t> and ((ID/</a:t>
            </a:r>
            <a:r>
              <a:rPr lang="en-US" altLang="zh-TW" sz="1800" dirty="0" err="1">
                <a:cs typeface="Calibri" panose="020F0502020204030204" pitchFamily="34" charset="0"/>
              </a:rPr>
              <a:t>EX.RegisterRt</a:t>
            </a:r>
            <a:r>
              <a:rPr lang="en-US" altLang="zh-TW" sz="1800" dirty="0">
                <a:cs typeface="Calibri" panose="020F0502020204030204" pitchFamily="34" charset="0"/>
              </a:rPr>
              <a:t> = IF/</a:t>
            </a:r>
            <a:r>
              <a:rPr lang="en-US" altLang="zh-TW" sz="1800" dirty="0" err="1">
                <a:cs typeface="Calibri" panose="020F0502020204030204" pitchFamily="34" charset="0"/>
              </a:rPr>
              <a:t>ID.RegisterRs</a:t>
            </a:r>
            <a:r>
              <a:rPr lang="en-US" altLang="zh-TW" sz="1800" dirty="0">
                <a:cs typeface="Calibri" panose="020F0502020204030204" pitchFamily="34" charset="0"/>
              </a:rPr>
              <a:t>) or</a:t>
            </a:r>
            <a:br>
              <a:rPr lang="en-US" altLang="zh-TW" sz="1800" dirty="0">
                <a:cs typeface="Calibri" panose="020F0502020204030204" pitchFamily="34" charset="0"/>
              </a:rPr>
            </a:br>
            <a:r>
              <a:rPr lang="en-US" altLang="zh-TW" sz="1800" dirty="0">
                <a:cs typeface="Calibri" panose="020F0502020204030204" pitchFamily="34" charset="0"/>
              </a:rPr>
              <a:t>          (ID/</a:t>
            </a:r>
            <a:r>
              <a:rPr lang="en-US" altLang="zh-TW" sz="1800" dirty="0" err="1">
                <a:cs typeface="Calibri" panose="020F0502020204030204" pitchFamily="34" charset="0"/>
              </a:rPr>
              <a:t>EX.RegisterRt</a:t>
            </a:r>
            <a:r>
              <a:rPr lang="en-US" altLang="zh-TW" sz="1800" dirty="0">
                <a:cs typeface="Calibri" panose="020F0502020204030204" pitchFamily="34" charset="0"/>
              </a:rPr>
              <a:t> = IF/</a:t>
            </a:r>
            <a:r>
              <a:rPr lang="en-US" altLang="zh-TW" sz="1800" dirty="0" err="1">
                <a:cs typeface="Calibri" panose="020F0502020204030204" pitchFamily="34" charset="0"/>
              </a:rPr>
              <a:t>ID.registerRt</a:t>
            </a:r>
            <a:r>
              <a:rPr lang="en-US" altLang="zh-TW" sz="1800" dirty="0">
                <a:cs typeface="Calibri" panose="020F0502020204030204" pitchFamily="34" charset="0"/>
              </a:rPr>
              <a:t>))</a:t>
            </a:r>
            <a:br>
              <a:rPr lang="en-US" altLang="zh-TW" sz="1800" dirty="0">
                <a:cs typeface="Calibri" panose="020F0502020204030204" pitchFamily="34" charset="0"/>
              </a:rPr>
            </a:br>
            <a:r>
              <a:rPr lang="en-US" altLang="zh-TW" sz="1800" dirty="0">
                <a:cs typeface="Calibri" panose="020F0502020204030204" pitchFamily="34" charset="0"/>
              </a:rPr>
              <a:t>       stall the pipeline for one cycle</a:t>
            </a:r>
            <a:br>
              <a:rPr lang="en-US" altLang="zh-TW" sz="1800" dirty="0">
                <a:cs typeface="Calibri" panose="020F0502020204030204" pitchFamily="34" charset="0"/>
              </a:rPr>
            </a:br>
            <a:r>
              <a:rPr lang="en-US" altLang="zh-TW" sz="1800" dirty="0">
                <a:cs typeface="Calibri" panose="020F0502020204030204" pitchFamily="34" charset="0"/>
              </a:rPr>
              <a:t>(</a:t>
            </a:r>
            <a:r>
              <a:rPr lang="en-US" altLang="zh-TW" sz="1800" i="1" dirty="0">
                <a:cs typeface="Calibri" panose="020F0502020204030204" pitchFamily="34" charset="0"/>
              </a:rPr>
              <a:t>ID/</a:t>
            </a:r>
            <a:r>
              <a:rPr lang="en-US" altLang="zh-TW" sz="1800" i="1" dirty="0" err="1">
                <a:cs typeface="Calibri" panose="020F0502020204030204" pitchFamily="34" charset="0"/>
              </a:rPr>
              <a:t>EX.MemRead</a:t>
            </a:r>
            <a:r>
              <a:rPr lang="en-US" altLang="zh-TW" sz="1800" i="1" dirty="0">
                <a:cs typeface="Calibri" panose="020F0502020204030204" pitchFamily="34" charset="0"/>
              </a:rPr>
              <a:t>=1 indicates a load instruction)</a:t>
            </a:r>
            <a:endParaRPr lang="en-US" altLang="zh-TW" sz="1800" dirty="0">
              <a:cs typeface="Calibri" panose="020F0502020204030204" pitchFamily="34" charset="0"/>
            </a:endParaRPr>
          </a:p>
          <a:p>
            <a:r>
              <a:rPr lang="en-US" altLang="zh-TW" sz="2000" dirty="0"/>
              <a:t>How to stall?</a:t>
            </a:r>
          </a:p>
          <a:p>
            <a:pPr lvl="1"/>
            <a:r>
              <a:rPr lang="en-US" altLang="zh-TW" sz="1800" dirty="0"/>
              <a:t>Stall instruction in IF and ID: not change PC and IF/ID</a:t>
            </a:r>
            <a:br>
              <a:rPr lang="en-US" altLang="zh-TW" sz="1800" dirty="0"/>
            </a:br>
            <a:r>
              <a:rPr lang="en-US" altLang="zh-TW" sz="1800" dirty="0"/>
              <a:t>=&gt; the stages re-execute the instructions</a:t>
            </a:r>
          </a:p>
          <a:p>
            <a:pPr lvl="1"/>
            <a:r>
              <a:rPr lang="en-US" altLang="zh-TW" sz="1800" dirty="0"/>
              <a:t>What to move into EX: insert an NOP by changing EX, MEM, WB control fields of ID/EX pipeline register to 0</a:t>
            </a:r>
          </a:p>
          <a:p>
            <a:pPr lvl="2"/>
            <a:r>
              <a:rPr lang="en-US" altLang="zh-TW" sz="1600" dirty="0"/>
              <a:t>All control signals to EX, MEM, WB are </a:t>
            </a:r>
            <a:r>
              <a:rPr lang="en-US" altLang="zh-TW" sz="1600" dirty="0" err="1"/>
              <a:t>deasserted</a:t>
            </a:r>
            <a:r>
              <a:rPr lang="en-US" altLang="zh-TW" sz="1600" dirty="0"/>
              <a:t> and no registers or memories are written</a:t>
            </a:r>
          </a:p>
        </p:txBody>
      </p:sp>
      <p:sp>
        <p:nvSpPr>
          <p:cNvPr id="90116" name="投影片編號版面配置區 1">
            <a:extLst>
              <a:ext uri="{FF2B5EF4-FFF2-40B4-BE49-F238E27FC236}">
                <a16:creationId xmlns:a16="http://schemas.microsoft.com/office/drawing/2014/main" id="{7E0C8338-C7DF-47E6-BDFE-04D50A0FFF3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397BEA24-D0EC-4170-B1A6-C9ECE41D2A0A}"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82</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3A810D5C-32DC-424A-850D-2D008BF59740}"/>
              </a:ext>
            </a:extLst>
          </p:cNvPr>
          <p:cNvSpPr>
            <a:spLocks noGrp="1" noChangeArrowheads="1"/>
          </p:cNvSpPr>
          <p:nvPr>
            <p:ph type="title"/>
          </p:nvPr>
        </p:nvSpPr>
        <p:spPr/>
        <p:txBody>
          <a:bodyPr/>
          <a:lstStyle/>
          <a:p>
            <a:r>
              <a:rPr lang="en-US" altLang="zh-TW" dirty="0"/>
              <a:t>Example 4 - Cycle 2</a:t>
            </a:r>
          </a:p>
        </p:txBody>
      </p:sp>
      <p:sp>
        <p:nvSpPr>
          <p:cNvPr id="91139" name="投影片編號版面配置區 1">
            <a:extLst>
              <a:ext uri="{FF2B5EF4-FFF2-40B4-BE49-F238E27FC236}">
                <a16:creationId xmlns:a16="http://schemas.microsoft.com/office/drawing/2014/main" id="{FF24A19B-CEDA-4A4F-8EB4-C9949FAA376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BFD25135-D9CA-41CF-BF5E-452BBF577C2F}"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83</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91140" name="Picture 3" descr="F0647">
            <a:extLst>
              <a:ext uri="{FF2B5EF4-FFF2-40B4-BE49-F238E27FC236}">
                <a16:creationId xmlns:a16="http://schemas.microsoft.com/office/drawing/2014/main" id="{A2714D62-9BEB-449C-9330-787B3DE6E2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b="48795"/>
          <a:stretch>
            <a:fillRect/>
          </a:stretch>
        </p:blipFill>
        <p:spPr bwMode="auto">
          <a:xfrm>
            <a:off x="1308846" y="842683"/>
            <a:ext cx="6569729" cy="3666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B6DFA18A-2BC3-46CC-AB52-4D538AC09FC0}"/>
              </a:ext>
            </a:extLst>
          </p:cNvPr>
          <p:cNvSpPr>
            <a:spLocks noGrp="1" noChangeArrowheads="1"/>
          </p:cNvSpPr>
          <p:nvPr>
            <p:ph type="title"/>
          </p:nvPr>
        </p:nvSpPr>
        <p:spPr/>
        <p:txBody>
          <a:bodyPr/>
          <a:lstStyle/>
          <a:p>
            <a:r>
              <a:rPr lang="en-US" altLang="zh-TW" dirty="0"/>
              <a:t>Example 4 - Cycle 3</a:t>
            </a:r>
          </a:p>
        </p:txBody>
      </p:sp>
      <p:sp>
        <p:nvSpPr>
          <p:cNvPr id="92163" name="投影片編號版面配置區 1">
            <a:extLst>
              <a:ext uri="{FF2B5EF4-FFF2-40B4-BE49-F238E27FC236}">
                <a16:creationId xmlns:a16="http://schemas.microsoft.com/office/drawing/2014/main" id="{D0CF3061-1D60-453A-8C76-B730F55BE6D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AD5D821D-56BD-4479-BC7F-0A791A5E77B9}"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84</a:t>
            </a:fld>
            <a:endParaRPr lang="en-US" altLang="zh-TW" sz="1050" b="0">
              <a:solidFill>
                <a:schemeClr val="bg1"/>
              </a:solidFill>
              <a:latin typeface="Arial" panose="020B0604020202020204" pitchFamily="34" charset="0"/>
              <a:ea typeface="新細明體" panose="02020500000000000000" pitchFamily="18" charset="-120"/>
            </a:endParaRPr>
          </a:p>
        </p:txBody>
      </p:sp>
      <p:grpSp>
        <p:nvGrpSpPr>
          <p:cNvPr id="3" name="组合 2">
            <a:extLst>
              <a:ext uri="{FF2B5EF4-FFF2-40B4-BE49-F238E27FC236}">
                <a16:creationId xmlns:a16="http://schemas.microsoft.com/office/drawing/2014/main" id="{EBF26589-47AF-4312-9CD2-DEFB44D13E66}"/>
              </a:ext>
            </a:extLst>
          </p:cNvPr>
          <p:cNvGrpSpPr/>
          <p:nvPr/>
        </p:nvGrpSpPr>
        <p:grpSpPr>
          <a:xfrm>
            <a:off x="1228165" y="926726"/>
            <a:ext cx="6786282" cy="3645274"/>
            <a:chOff x="1166812" y="971550"/>
            <a:chExt cx="6872288" cy="3744516"/>
          </a:xfrm>
        </p:grpSpPr>
        <p:pic>
          <p:nvPicPr>
            <p:cNvPr id="92164" name="Picture 3" descr="F0647">
              <a:extLst>
                <a:ext uri="{FF2B5EF4-FFF2-40B4-BE49-F238E27FC236}">
                  <a16:creationId xmlns:a16="http://schemas.microsoft.com/office/drawing/2014/main" id="{DE355AF4-A5B6-4671-854D-0CD09BD767E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50012"/>
            <a:stretch>
              <a:fillRect/>
            </a:stretch>
          </p:blipFill>
          <p:spPr bwMode="auto">
            <a:xfrm>
              <a:off x="1166812" y="971550"/>
              <a:ext cx="6872288" cy="3744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5" name="Line 5">
              <a:extLst>
                <a:ext uri="{FF2B5EF4-FFF2-40B4-BE49-F238E27FC236}">
                  <a16:creationId xmlns:a16="http://schemas.microsoft.com/office/drawing/2014/main" id="{48F3C602-5AA6-4A2B-9BFB-F495BCB34F6E}"/>
                </a:ext>
              </a:extLst>
            </p:cNvPr>
            <p:cNvSpPr>
              <a:spLocks noChangeShapeType="1"/>
            </p:cNvSpPr>
            <p:nvPr/>
          </p:nvSpPr>
          <p:spPr bwMode="auto">
            <a:xfrm>
              <a:off x="3042048" y="1563291"/>
              <a:ext cx="16669" cy="2615803"/>
            </a:xfrm>
            <a:prstGeom prst="line">
              <a:avLst/>
            </a:prstGeom>
            <a:noFill/>
            <a:ln w="38100">
              <a:solidFill>
                <a:srgbClr val="FF9933"/>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92166" name="Line 6">
              <a:extLst>
                <a:ext uri="{FF2B5EF4-FFF2-40B4-BE49-F238E27FC236}">
                  <a16:creationId xmlns:a16="http://schemas.microsoft.com/office/drawing/2014/main" id="{699E468A-BA7C-4A11-BBEE-A1B297971E57}"/>
                </a:ext>
              </a:extLst>
            </p:cNvPr>
            <p:cNvSpPr>
              <a:spLocks noChangeShapeType="1"/>
            </p:cNvSpPr>
            <p:nvPr/>
          </p:nvSpPr>
          <p:spPr bwMode="auto">
            <a:xfrm>
              <a:off x="3042048" y="4162425"/>
              <a:ext cx="1563290" cy="0"/>
            </a:xfrm>
            <a:prstGeom prst="line">
              <a:avLst/>
            </a:prstGeom>
            <a:noFill/>
            <a:ln w="38100">
              <a:solidFill>
                <a:srgbClr val="FF9933"/>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92167" name="Line 7">
              <a:extLst>
                <a:ext uri="{FF2B5EF4-FFF2-40B4-BE49-F238E27FC236}">
                  <a16:creationId xmlns:a16="http://schemas.microsoft.com/office/drawing/2014/main" id="{FB3CACD2-9A8E-45F0-92D7-10F848BC08CA}"/>
                </a:ext>
              </a:extLst>
            </p:cNvPr>
            <p:cNvSpPr>
              <a:spLocks noChangeShapeType="1"/>
            </p:cNvSpPr>
            <p:nvPr/>
          </p:nvSpPr>
          <p:spPr bwMode="auto">
            <a:xfrm>
              <a:off x="4605337" y="3860007"/>
              <a:ext cx="15479" cy="302419"/>
            </a:xfrm>
            <a:prstGeom prst="line">
              <a:avLst/>
            </a:prstGeom>
            <a:noFill/>
            <a:ln w="38100">
              <a:solidFill>
                <a:srgbClr val="FF9933"/>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descr="F0648">
            <a:extLst>
              <a:ext uri="{FF2B5EF4-FFF2-40B4-BE49-F238E27FC236}">
                <a16:creationId xmlns:a16="http://schemas.microsoft.com/office/drawing/2014/main" id="{A36846BE-D7C1-4133-97AF-DAC4D084F50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b="50000"/>
          <a:stretch>
            <a:fillRect/>
          </a:stretch>
        </p:blipFill>
        <p:spPr bwMode="auto">
          <a:xfrm>
            <a:off x="1086971" y="876370"/>
            <a:ext cx="6872288" cy="3732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7" name="Rectangle 3">
            <a:extLst>
              <a:ext uri="{FF2B5EF4-FFF2-40B4-BE49-F238E27FC236}">
                <a16:creationId xmlns:a16="http://schemas.microsoft.com/office/drawing/2014/main" id="{187F839F-68F4-47FD-BD2F-D1101B14865E}"/>
              </a:ext>
            </a:extLst>
          </p:cNvPr>
          <p:cNvSpPr>
            <a:spLocks noGrp="1" noChangeArrowheads="1"/>
          </p:cNvSpPr>
          <p:nvPr>
            <p:ph type="title"/>
          </p:nvPr>
        </p:nvSpPr>
        <p:spPr/>
        <p:txBody>
          <a:bodyPr/>
          <a:lstStyle/>
          <a:p>
            <a:r>
              <a:rPr lang="en-US" altLang="zh-TW" dirty="0"/>
              <a:t>Example 4 - Cycle 4</a:t>
            </a:r>
          </a:p>
        </p:txBody>
      </p:sp>
      <p:sp>
        <p:nvSpPr>
          <p:cNvPr id="93188" name="投影片編號版面配置區 1">
            <a:extLst>
              <a:ext uri="{FF2B5EF4-FFF2-40B4-BE49-F238E27FC236}">
                <a16:creationId xmlns:a16="http://schemas.microsoft.com/office/drawing/2014/main" id="{9A106BE4-7D51-4C2C-AB0D-689326A1EB7F}"/>
              </a:ext>
            </a:extLst>
          </p:cNvPr>
          <p:cNvSpPr>
            <a:spLocks noGrp="1"/>
          </p:cNvSpPr>
          <p:nvPr>
            <p:ph type="sldNum" sz="quarter" idx="10"/>
          </p:nvPr>
        </p:nvSpPr>
        <p:spPr>
          <a:xfrm>
            <a:off x="6831013" y="4929329"/>
            <a:ext cx="2133600" cy="25479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46A20ACB-0AF4-4B7C-AEB6-536E3115BB65}"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85</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2" descr="F0648">
            <a:extLst>
              <a:ext uri="{FF2B5EF4-FFF2-40B4-BE49-F238E27FC236}">
                <a16:creationId xmlns:a16="http://schemas.microsoft.com/office/drawing/2014/main" id="{259A5406-A654-4D86-A91D-E2619D99809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50000"/>
          <a:stretch>
            <a:fillRect/>
          </a:stretch>
        </p:blipFill>
        <p:spPr bwMode="auto">
          <a:xfrm>
            <a:off x="1104900" y="837081"/>
            <a:ext cx="6934200" cy="3765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1" name="Rectangle 3">
            <a:extLst>
              <a:ext uri="{FF2B5EF4-FFF2-40B4-BE49-F238E27FC236}">
                <a16:creationId xmlns:a16="http://schemas.microsoft.com/office/drawing/2014/main" id="{77C7EAC6-EB08-41D6-9C51-D22CC49F085B}"/>
              </a:ext>
            </a:extLst>
          </p:cNvPr>
          <p:cNvSpPr>
            <a:spLocks noGrp="1" noChangeArrowheads="1"/>
          </p:cNvSpPr>
          <p:nvPr>
            <p:ph type="title"/>
          </p:nvPr>
        </p:nvSpPr>
        <p:spPr/>
        <p:txBody>
          <a:bodyPr/>
          <a:lstStyle/>
          <a:p>
            <a:r>
              <a:rPr lang="en-US" altLang="zh-TW" dirty="0"/>
              <a:t>Example 4 - Cycle 5</a:t>
            </a:r>
          </a:p>
        </p:txBody>
      </p:sp>
      <p:sp>
        <p:nvSpPr>
          <p:cNvPr id="94212" name="投影片編號版面配置區 1">
            <a:extLst>
              <a:ext uri="{FF2B5EF4-FFF2-40B4-BE49-F238E27FC236}">
                <a16:creationId xmlns:a16="http://schemas.microsoft.com/office/drawing/2014/main" id="{3B43F0EF-C80D-41A3-B919-E25CB23C9BF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5F493EDA-1387-4F9B-8F73-8B0EA6BD9CFE}"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86</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793CE850-2532-4683-AA84-CFCBC7D1CD2C}"/>
              </a:ext>
            </a:extLst>
          </p:cNvPr>
          <p:cNvSpPr>
            <a:spLocks noGrp="1" noChangeArrowheads="1"/>
          </p:cNvSpPr>
          <p:nvPr>
            <p:ph type="title"/>
          </p:nvPr>
        </p:nvSpPr>
        <p:spPr/>
        <p:txBody>
          <a:bodyPr/>
          <a:lstStyle/>
          <a:p>
            <a:r>
              <a:rPr lang="en-US" altLang="zh-TW" dirty="0"/>
              <a:t>Example 4 - Cycle 6</a:t>
            </a:r>
          </a:p>
        </p:txBody>
      </p:sp>
      <p:sp>
        <p:nvSpPr>
          <p:cNvPr id="95235" name="投影片編號版面配置區 1">
            <a:extLst>
              <a:ext uri="{FF2B5EF4-FFF2-40B4-BE49-F238E27FC236}">
                <a16:creationId xmlns:a16="http://schemas.microsoft.com/office/drawing/2014/main" id="{1B454133-CAD4-4268-8CAD-EBF45D7EE22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9FC3CC01-8068-4886-8EA4-8D0FD1626E3F}"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87</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95237" name="Picture 4" descr="F0649">
            <a:extLst>
              <a:ext uri="{FF2B5EF4-FFF2-40B4-BE49-F238E27FC236}">
                <a16:creationId xmlns:a16="http://schemas.microsoft.com/office/drawing/2014/main" id="{3EB86810-E987-4114-8B2A-23F95C1B7E1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b="49988"/>
          <a:stretch>
            <a:fillRect/>
          </a:stretch>
        </p:blipFill>
        <p:spPr bwMode="auto">
          <a:xfrm>
            <a:off x="1150565" y="846044"/>
            <a:ext cx="6934200" cy="37230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4" descr="F0649">
            <a:extLst>
              <a:ext uri="{FF2B5EF4-FFF2-40B4-BE49-F238E27FC236}">
                <a16:creationId xmlns:a16="http://schemas.microsoft.com/office/drawing/2014/main" id="{1300ED3C-9716-40D3-AB54-FAAAC477C83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t="50012"/>
          <a:stretch>
            <a:fillRect/>
          </a:stretch>
        </p:blipFill>
        <p:spPr bwMode="auto">
          <a:xfrm>
            <a:off x="1113864" y="819152"/>
            <a:ext cx="6996113" cy="37552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96259" name="Rectangle 2">
            <a:extLst>
              <a:ext uri="{FF2B5EF4-FFF2-40B4-BE49-F238E27FC236}">
                <a16:creationId xmlns:a16="http://schemas.microsoft.com/office/drawing/2014/main" id="{4ABDA9FB-130F-4325-A1A1-FFDBB0228C45}"/>
              </a:ext>
            </a:extLst>
          </p:cNvPr>
          <p:cNvSpPr>
            <a:spLocks noGrp="1" noChangeArrowheads="1"/>
          </p:cNvSpPr>
          <p:nvPr>
            <p:ph type="title"/>
          </p:nvPr>
        </p:nvSpPr>
        <p:spPr/>
        <p:txBody>
          <a:bodyPr/>
          <a:lstStyle/>
          <a:p>
            <a:r>
              <a:rPr lang="en-US" altLang="zh-TW" dirty="0"/>
              <a:t>Example 4 - Cycle 7</a:t>
            </a:r>
          </a:p>
        </p:txBody>
      </p:sp>
      <p:sp>
        <p:nvSpPr>
          <p:cNvPr id="96260" name="投影片編號版面配置區 1">
            <a:extLst>
              <a:ext uri="{FF2B5EF4-FFF2-40B4-BE49-F238E27FC236}">
                <a16:creationId xmlns:a16="http://schemas.microsoft.com/office/drawing/2014/main" id="{E38F5C2D-09AF-4CAB-8DF4-8C68D18C9AB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87D2B5B5-536D-42C2-B5A4-EC176995F99E}"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88</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5005FC7B-6D18-4289-A7FE-255984BAE6CF}"/>
              </a:ext>
            </a:extLst>
          </p:cNvPr>
          <p:cNvSpPr>
            <a:spLocks noGrp="1" noChangeArrowheads="1"/>
          </p:cNvSpPr>
          <p:nvPr>
            <p:ph type="title"/>
          </p:nvPr>
        </p:nvSpPr>
        <p:spPr/>
        <p:txBody>
          <a:bodyPr/>
          <a:lstStyle/>
          <a:p>
            <a:r>
              <a:rPr lang="en-US" altLang="zh-TW"/>
              <a:t>Outline</a:t>
            </a:r>
          </a:p>
        </p:txBody>
      </p:sp>
      <p:sp>
        <p:nvSpPr>
          <p:cNvPr id="97283" name="Rectangle 3">
            <a:extLst>
              <a:ext uri="{FF2B5EF4-FFF2-40B4-BE49-F238E27FC236}">
                <a16:creationId xmlns:a16="http://schemas.microsoft.com/office/drawing/2014/main" id="{C7B5244E-2E5F-4B6E-8F08-65E344F0ABA8}"/>
              </a:ext>
            </a:extLst>
          </p:cNvPr>
          <p:cNvSpPr>
            <a:spLocks noGrp="1" noChangeArrowheads="1"/>
          </p:cNvSpPr>
          <p:nvPr>
            <p:ph idx="1"/>
          </p:nvPr>
        </p:nvSpPr>
        <p:spPr>
          <a:xfrm>
            <a:off x="1030941" y="835187"/>
            <a:ext cx="7646894" cy="3440977"/>
          </a:xfrm>
        </p:spPr>
        <p:txBody>
          <a:bodyPr/>
          <a:lstStyle/>
          <a:p>
            <a:pPr>
              <a:spcBef>
                <a:spcPts val="0"/>
              </a:spcBef>
            </a:pPr>
            <a:r>
              <a:rPr lang="en-US" altLang="zh-TW" sz="2000" dirty="0"/>
              <a:t>An overview of pipelining</a:t>
            </a:r>
          </a:p>
          <a:p>
            <a:pPr>
              <a:spcBef>
                <a:spcPts val="0"/>
              </a:spcBef>
            </a:pPr>
            <a:r>
              <a:rPr lang="en-US" altLang="zh-TW" sz="2000" dirty="0"/>
              <a:t>A pipelined </a:t>
            </a:r>
            <a:r>
              <a:rPr lang="en-US" altLang="zh-TW" sz="2000" dirty="0" err="1"/>
              <a:t>datapath</a:t>
            </a:r>
            <a:endParaRPr lang="en-US" altLang="zh-TW" sz="2000" dirty="0"/>
          </a:p>
          <a:p>
            <a:pPr>
              <a:spcBef>
                <a:spcPts val="0"/>
              </a:spcBef>
            </a:pPr>
            <a:r>
              <a:rPr lang="en-US" altLang="zh-TW" sz="2000" dirty="0"/>
              <a:t>Pipelined control</a:t>
            </a:r>
          </a:p>
          <a:p>
            <a:pPr>
              <a:spcBef>
                <a:spcPts val="0"/>
              </a:spcBef>
            </a:pPr>
            <a:r>
              <a:rPr lang="en-US" altLang="zh-CN" sz="2000" dirty="0"/>
              <a:t>Hazards:</a:t>
            </a:r>
            <a:r>
              <a:rPr lang="zh-CN" altLang="en-US" sz="2000" dirty="0"/>
              <a:t> </a:t>
            </a:r>
            <a:r>
              <a:rPr lang="en-US" altLang="zh-CN" sz="2000" dirty="0"/>
              <a:t>types of hazard</a:t>
            </a:r>
          </a:p>
          <a:p>
            <a:pPr>
              <a:spcBef>
                <a:spcPts val="0"/>
              </a:spcBef>
            </a:pPr>
            <a:r>
              <a:rPr lang="en-US" altLang="zh-TW" sz="2000" dirty="0"/>
              <a:t>Handling data hazards</a:t>
            </a:r>
          </a:p>
          <a:p>
            <a:pPr lvl="1">
              <a:spcBef>
                <a:spcPts val="0"/>
              </a:spcBef>
            </a:pPr>
            <a:r>
              <a:rPr lang="en-US" altLang="zh-CN" sz="1800" dirty="0"/>
              <a:t>Inserting</a:t>
            </a:r>
            <a:r>
              <a:rPr lang="zh-CN" altLang="en-US" sz="1800" dirty="0"/>
              <a:t> </a:t>
            </a:r>
            <a:r>
              <a:rPr lang="en-US" altLang="zh-CN" sz="1800" dirty="0"/>
              <a:t>NOP</a:t>
            </a:r>
            <a:r>
              <a:rPr lang="zh-CN" altLang="en-US" sz="1800" dirty="0"/>
              <a:t>（</a:t>
            </a:r>
            <a:r>
              <a:rPr lang="en-US" altLang="zh-CN" sz="1800" dirty="0"/>
              <a:t>software</a:t>
            </a:r>
            <a:r>
              <a:rPr lang="zh-CN" altLang="en-US" sz="1800" dirty="0"/>
              <a:t>）</a:t>
            </a:r>
            <a:endParaRPr lang="en-US" altLang="zh-TW" sz="1800" dirty="0"/>
          </a:p>
          <a:p>
            <a:pPr lvl="1">
              <a:spcBef>
                <a:spcPts val="0"/>
              </a:spcBef>
            </a:pPr>
            <a:r>
              <a:rPr lang="en-US" altLang="zh-CN" sz="1800" dirty="0"/>
              <a:t>F</a:t>
            </a:r>
            <a:r>
              <a:rPr lang="en-US" altLang="zh-TW" sz="1800" dirty="0"/>
              <a:t>orwarding</a:t>
            </a:r>
            <a:r>
              <a:rPr lang="en-US" altLang="zh-CN" sz="1800" dirty="0"/>
              <a:t>,</a:t>
            </a:r>
            <a:r>
              <a:rPr lang="zh-CN" altLang="en-US" sz="1800" dirty="0"/>
              <a:t> </a:t>
            </a:r>
            <a:r>
              <a:rPr lang="en-US" altLang="zh-TW" sz="1800" dirty="0"/>
              <a:t>R-Type-use</a:t>
            </a:r>
            <a:r>
              <a:rPr lang="zh-CN" altLang="en-US" sz="1800" dirty="0"/>
              <a:t>（</a:t>
            </a:r>
            <a:r>
              <a:rPr lang="en-US" altLang="zh-CN" sz="1800" dirty="0"/>
              <a:t>hardware)</a:t>
            </a:r>
            <a:endParaRPr lang="en-US" altLang="zh-TW" sz="1800" dirty="0"/>
          </a:p>
          <a:p>
            <a:pPr lvl="1">
              <a:spcBef>
                <a:spcPts val="0"/>
              </a:spcBef>
            </a:pPr>
            <a:r>
              <a:rPr lang="en-US" altLang="zh-CN" sz="1800" dirty="0"/>
              <a:t>S</a:t>
            </a:r>
            <a:r>
              <a:rPr lang="en-US" altLang="zh-TW" sz="1800" dirty="0"/>
              <a:t>talls</a:t>
            </a:r>
            <a:r>
              <a:rPr lang="en-US" altLang="zh-CN" sz="1800" dirty="0"/>
              <a:t>,</a:t>
            </a:r>
            <a:r>
              <a:rPr lang="zh-CN" altLang="en-US" sz="1800" dirty="0"/>
              <a:t> </a:t>
            </a:r>
            <a:r>
              <a:rPr lang="en-US" altLang="zh-CN" sz="1800" dirty="0"/>
              <a:t>load-use</a:t>
            </a:r>
            <a:r>
              <a:rPr lang="zh-CN" altLang="en-US" sz="1800" dirty="0"/>
              <a:t> </a:t>
            </a:r>
            <a:r>
              <a:rPr lang="en-US" altLang="zh-CN" sz="1800" dirty="0"/>
              <a:t>(hardware)</a:t>
            </a:r>
            <a:endParaRPr lang="en-US" altLang="zh-TW" sz="1800" dirty="0"/>
          </a:p>
          <a:p>
            <a:pPr>
              <a:spcBef>
                <a:spcPts val="0"/>
              </a:spcBef>
            </a:pPr>
            <a:r>
              <a:rPr lang="en-US" altLang="zh-CN" sz="2000" dirty="0">
                <a:solidFill>
                  <a:srgbClr val="FF0000"/>
                </a:solidFill>
              </a:rPr>
              <a:t>Handling</a:t>
            </a:r>
            <a:r>
              <a:rPr lang="zh-CN" altLang="en-US" sz="2000" dirty="0">
                <a:solidFill>
                  <a:srgbClr val="FF0000"/>
                </a:solidFill>
              </a:rPr>
              <a:t> </a:t>
            </a:r>
            <a:r>
              <a:rPr lang="en-US" altLang="zh-CN" sz="2000" dirty="0">
                <a:solidFill>
                  <a:srgbClr val="FF0000"/>
                </a:solidFill>
              </a:rPr>
              <a:t>b</a:t>
            </a:r>
            <a:r>
              <a:rPr lang="en-US" altLang="zh-TW" sz="2000" dirty="0">
                <a:solidFill>
                  <a:srgbClr val="FF0000"/>
                </a:solidFill>
              </a:rPr>
              <a:t>ranch hazards</a:t>
            </a:r>
          </a:p>
          <a:p>
            <a:pPr>
              <a:spcBef>
                <a:spcPts val="0"/>
              </a:spcBef>
            </a:pPr>
            <a:r>
              <a:rPr lang="en-US" altLang="zh-TW" sz="2000" dirty="0"/>
              <a:t>Exceptions</a:t>
            </a:r>
          </a:p>
          <a:p>
            <a:pPr>
              <a:spcBef>
                <a:spcPts val="0"/>
              </a:spcBef>
            </a:pPr>
            <a:r>
              <a:rPr lang="en-US" altLang="zh-TW" sz="2000" dirty="0"/>
              <a:t>Superscalar and dynamic pipelining</a:t>
            </a:r>
          </a:p>
        </p:txBody>
      </p:sp>
      <p:sp>
        <p:nvSpPr>
          <p:cNvPr id="97284" name="投影片編號版面配置區 1">
            <a:extLst>
              <a:ext uri="{FF2B5EF4-FFF2-40B4-BE49-F238E27FC236}">
                <a16:creationId xmlns:a16="http://schemas.microsoft.com/office/drawing/2014/main" id="{C8BD33E7-EFDE-488F-809D-5FDA6BA70A6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CD9D1617-A6E1-4FD7-A3DF-B2772BA2EB9F}"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89</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6DEB6798-6D48-48B6-A2C2-81E204119A3A}"/>
              </a:ext>
            </a:extLst>
          </p:cNvPr>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r>
              <a:rPr lang="en-US" altLang="zh-TW" dirty="0"/>
              <a:t>Pipeline Datapath with Control Signals</a:t>
            </a:r>
          </a:p>
        </p:txBody>
      </p:sp>
      <p:sp>
        <p:nvSpPr>
          <p:cNvPr id="99333" name="投影片編號版面配置區 1">
            <a:extLst>
              <a:ext uri="{FF2B5EF4-FFF2-40B4-BE49-F238E27FC236}">
                <a16:creationId xmlns:a16="http://schemas.microsoft.com/office/drawing/2014/main" id="{9AE8975A-9EC8-4E0D-B432-BA0089F710D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EA0ED3E6-34D2-4D1F-B970-66227E12716F}"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90</a:t>
            </a:fld>
            <a:endParaRPr lang="en-US" altLang="zh-TW" sz="1050" b="0">
              <a:solidFill>
                <a:schemeClr val="bg1"/>
              </a:solidFill>
              <a:latin typeface="Arial" panose="020B0604020202020204" pitchFamily="34" charset="0"/>
              <a:ea typeface="新細明體" panose="02020500000000000000" pitchFamily="18" charset="-120"/>
            </a:endParaRPr>
          </a:p>
        </p:txBody>
      </p:sp>
      <p:grpSp>
        <p:nvGrpSpPr>
          <p:cNvPr id="3" name="组合 2">
            <a:extLst>
              <a:ext uri="{FF2B5EF4-FFF2-40B4-BE49-F238E27FC236}">
                <a16:creationId xmlns:a16="http://schemas.microsoft.com/office/drawing/2014/main" id="{23D158C9-2334-4A07-9B8D-DDADAB486233}"/>
              </a:ext>
            </a:extLst>
          </p:cNvPr>
          <p:cNvGrpSpPr/>
          <p:nvPr/>
        </p:nvGrpSpPr>
        <p:grpSpPr>
          <a:xfrm>
            <a:off x="1317810" y="878542"/>
            <a:ext cx="6481483" cy="3657600"/>
            <a:chOff x="1228725" y="978694"/>
            <a:chExt cx="6686550" cy="3764756"/>
          </a:xfrm>
        </p:grpSpPr>
        <p:pic>
          <p:nvPicPr>
            <p:cNvPr id="99331" name="Picture 3">
              <a:extLst>
                <a:ext uri="{FF2B5EF4-FFF2-40B4-BE49-F238E27FC236}">
                  <a16:creationId xmlns:a16="http://schemas.microsoft.com/office/drawing/2014/main" id="{7EC50F8F-F205-4D5F-A57F-0633F87B63C6}"/>
                </a:ext>
              </a:extLst>
            </p:cNvPr>
            <p:cNvPicPr>
              <a:picLocks noChangeArrowheads="1"/>
            </p:cNvPicPr>
            <p:nvPr/>
          </p:nvPicPr>
          <p:blipFill>
            <a:blip r:embed="rId3" cstate="print">
              <a:lum bright="-20000" contrast="40000"/>
              <a:extLst>
                <a:ext uri="{28A0092B-C50C-407E-A947-70E740481C1C}">
                  <a14:useLocalDpi xmlns:a14="http://schemas.microsoft.com/office/drawing/2010/main" val="0"/>
                </a:ext>
              </a:extLst>
            </a:blip>
            <a:srcRect/>
            <a:stretch>
              <a:fillRect/>
            </a:stretch>
          </p:blipFill>
          <p:spPr bwMode="auto">
            <a:xfrm>
              <a:off x="1228725" y="978694"/>
              <a:ext cx="6686550" cy="3764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2" name="Oval 5">
              <a:extLst>
                <a:ext uri="{FF2B5EF4-FFF2-40B4-BE49-F238E27FC236}">
                  <a16:creationId xmlns:a16="http://schemas.microsoft.com/office/drawing/2014/main" id="{A3D6DBE7-FDCF-4B24-AF3F-9EDFD22CD73B}"/>
                </a:ext>
              </a:extLst>
            </p:cNvPr>
            <p:cNvSpPr>
              <a:spLocks noChangeArrowheads="1"/>
            </p:cNvSpPr>
            <p:nvPr/>
          </p:nvSpPr>
          <p:spPr bwMode="auto">
            <a:xfrm>
              <a:off x="5905500" y="2226469"/>
              <a:ext cx="932260" cy="741760"/>
            </a:xfrm>
            <a:prstGeom prst="ellipse">
              <a:avLst/>
            </a:prstGeom>
            <a:noFill/>
            <a:ln w="571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7" name="Rectangle 5">
            <a:extLst>
              <a:ext uri="{FF2B5EF4-FFF2-40B4-BE49-F238E27FC236}">
                <a16:creationId xmlns:a16="http://schemas.microsoft.com/office/drawing/2014/main" id="{4DB3239D-2232-4DF9-885E-BADEAE45EFB8}"/>
              </a:ext>
            </a:extLst>
          </p:cNvPr>
          <p:cNvSpPr>
            <a:spLocks noGrp="1" noChangeArrowheads="1"/>
          </p:cNvSpPr>
          <p:nvPr>
            <p:ph type="title"/>
          </p:nvPr>
        </p:nvSpPr>
        <p:spPr/>
        <p:txBody>
          <a:bodyPr/>
          <a:lstStyle/>
          <a:p>
            <a:r>
              <a:rPr lang="en-US" altLang="zh-TW"/>
              <a:t>Branch Hazards</a:t>
            </a:r>
          </a:p>
        </p:txBody>
      </p:sp>
      <p:sp>
        <p:nvSpPr>
          <p:cNvPr id="100354" name="Rectangle 2">
            <a:extLst>
              <a:ext uri="{FF2B5EF4-FFF2-40B4-BE49-F238E27FC236}">
                <a16:creationId xmlns:a16="http://schemas.microsoft.com/office/drawing/2014/main" id="{8367E01E-D142-4126-9AC7-2E947EDFC691}"/>
              </a:ext>
            </a:extLst>
          </p:cNvPr>
          <p:cNvSpPr>
            <a:spLocks noGrp="1" noChangeArrowheads="1"/>
          </p:cNvSpPr>
          <p:nvPr>
            <p:ph idx="1"/>
          </p:nvPr>
        </p:nvSpPr>
        <p:spPr>
          <a:xfrm>
            <a:off x="977152" y="806825"/>
            <a:ext cx="7709647" cy="367552"/>
          </a:xfrm>
        </p:spPr>
        <p:txBody>
          <a:bodyPr/>
          <a:lstStyle/>
          <a:p>
            <a:r>
              <a:rPr lang="en-US" altLang="zh-TW" sz="2000" dirty="0"/>
              <a:t>When decide to branch, other inst. are in pipeline!</a:t>
            </a:r>
            <a:br>
              <a:rPr lang="en-US" altLang="zh-TW" sz="2000" dirty="0"/>
            </a:br>
            <a:br>
              <a:rPr lang="en-US" altLang="zh-TW" sz="2000" dirty="0"/>
            </a:br>
            <a:br>
              <a:rPr lang="en-US" altLang="zh-TW" sz="2000" dirty="0"/>
            </a:br>
            <a:br>
              <a:rPr lang="en-US" altLang="zh-TW" sz="2000" dirty="0"/>
            </a:br>
            <a:br>
              <a:rPr lang="en-US" altLang="zh-TW" sz="2000" dirty="0"/>
            </a:br>
            <a:br>
              <a:rPr lang="en-US" altLang="zh-TW" sz="2000" dirty="0"/>
            </a:br>
            <a:br>
              <a:rPr lang="en-US" altLang="zh-TW" sz="2000" dirty="0"/>
            </a:br>
            <a:br>
              <a:rPr lang="en-US" altLang="zh-TW" sz="2000" dirty="0"/>
            </a:br>
            <a:br>
              <a:rPr lang="en-US" altLang="zh-TW" sz="2000" dirty="0"/>
            </a:br>
            <a:br>
              <a:rPr lang="en-US" altLang="zh-TW" sz="2000" dirty="0"/>
            </a:br>
            <a:br>
              <a:rPr lang="en-US" altLang="zh-TW" sz="2000" dirty="0"/>
            </a:br>
            <a:br>
              <a:rPr lang="en-US" altLang="zh-TW" sz="2000" dirty="0"/>
            </a:br>
            <a:endParaRPr lang="en-US" altLang="zh-TW" sz="2000" dirty="0"/>
          </a:p>
          <a:p>
            <a:endParaRPr lang="zh-TW" altLang="en-US" sz="2000" dirty="0"/>
          </a:p>
        </p:txBody>
      </p:sp>
      <p:sp>
        <p:nvSpPr>
          <p:cNvPr id="100358" name="投影片編號版面配置區 1">
            <a:extLst>
              <a:ext uri="{FF2B5EF4-FFF2-40B4-BE49-F238E27FC236}">
                <a16:creationId xmlns:a16="http://schemas.microsoft.com/office/drawing/2014/main" id="{1D515E07-C639-4709-8CF0-91816301976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DF7658C8-2DF6-4A8A-92DA-CBC1F4FB197A}"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91</a:t>
            </a:fld>
            <a:endParaRPr lang="en-US" altLang="zh-TW" sz="1050" b="0">
              <a:solidFill>
                <a:schemeClr val="bg1"/>
              </a:solidFill>
              <a:latin typeface="Arial" panose="020B0604020202020204" pitchFamily="34" charset="0"/>
              <a:ea typeface="新細明體" panose="02020500000000000000" pitchFamily="18" charset="-120"/>
            </a:endParaRPr>
          </a:p>
        </p:txBody>
      </p:sp>
      <p:sp>
        <p:nvSpPr>
          <p:cNvPr id="100355" name="Rectangle 3">
            <a:extLst>
              <a:ext uri="{FF2B5EF4-FFF2-40B4-BE49-F238E27FC236}">
                <a16:creationId xmlns:a16="http://schemas.microsoft.com/office/drawing/2014/main" id="{C2319196-7F97-4DDA-9840-6E2B4FE48616}"/>
              </a:ext>
            </a:extLst>
          </p:cNvPr>
          <p:cNvSpPr>
            <a:spLocks noChangeArrowheads="1"/>
          </p:cNvSpPr>
          <p:nvPr/>
        </p:nvSpPr>
        <p:spPr bwMode="auto">
          <a:xfrm>
            <a:off x="1040606" y="234554"/>
            <a:ext cx="1953816" cy="35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pic>
        <p:nvPicPr>
          <p:cNvPr id="100356" name="Picture 4">
            <a:extLst>
              <a:ext uri="{FF2B5EF4-FFF2-40B4-BE49-F238E27FC236}">
                <a16:creationId xmlns:a16="http://schemas.microsoft.com/office/drawing/2014/main" id="{02799FA2-BE89-425D-9AEC-B14054221EA4}"/>
              </a:ext>
            </a:extLst>
          </p:cNvPr>
          <p:cNvPicPr>
            <a:picLocks noChangeArrowheads="1"/>
          </p:cNvPicPr>
          <p:nvPr/>
        </p:nvPicPr>
        <p:blipFill>
          <a:blip r:embed="rId3" cstate="print">
            <a:extLst>
              <a:ext uri="{28A0092B-C50C-407E-A947-70E740481C1C}">
                <a14:useLocalDpi xmlns:a14="http://schemas.microsoft.com/office/drawing/2010/main" val="0"/>
              </a:ext>
            </a:extLst>
          </a:blip>
          <a:srcRect t="12756"/>
          <a:stretch>
            <a:fillRect/>
          </a:stretch>
        </p:blipFill>
        <p:spPr bwMode="auto">
          <a:xfrm>
            <a:off x="1461248" y="1488141"/>
            <a:ext cx="6366482" cy="3067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ransition advTm="2000"/>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050">
            <a:extLst>
              <a:ext uri="{FF2B5EF4-FFF2-40B4-BE49-F238E27FC236}">
                <a16:creationId xmlns:a16="http://schemas.microsoft.com/office/drawing/2014/main" id="{DFB153D5-F200-46FC-A6AF-9B135B88A8AF}"/>
              </a:ext>
            </a:extLst>
          </p:cNvPr>
          <p:cNvSpPr>
            <a:spLocks noGrp="1" noChangeArrowheads="1"/>
          </p:cNvSpPr>
          <p:nvPr>
            <p:ph type="title"/>
          </p:nvPr>
        </p:nvSpPr>
        <p:spPr/>
        <p:txBody>
          <a:bodyPr/>
          <a:lstStyle/>
          <a:p>
            <a:r>
              <a:rPr lang="en-US" altLang="zh-TW" dirty="0"/>
              <a:t>Handle Branch Hazard</a:t>
            </a:r>
          </a:p>
        </p:txBody>
      </p:sp>
      <p:sp>
        <p:nvSpPr>
          <p:cNvPr id="96260" name="Rectangle 2051">
            <a:extLst>
              <a:ext uri="{FF2B5EF4-FFF2-40B4-BE49-F238E27FC236}">
                <a16:creationId xmlns:a16="http://schemas.microsoft.com/office/drawing/2014/main" id="{57762432-9DF9-4641-B516-A2BBC5C301F2}"/>
              </a:ext>
            </a:extLst>
          </p:cNvPr>
          <p:cNvSpPr>
            <a:spLocks noGrp="1" noChangeArrowheads="1"/>
          </p:cNvSpPr>
          <p:nvPr>
            <p:ph idx="1"/>
          </p:nvPr>
        </p:nvSpPr>
        <p:spPr>
          <a:xfrm>
            <a:off x="968191" y="817258"/>
            <a:ext cx="7467597" cy="3763706"/>
          </a:xfrm>
        </p:spPr>
        <p:txBody>
          <a:bodyPr/>
          <a:lstStyle/>
          <a:p>
            <a:pPr>
              <a:lnSpc>
                <a:spcPct val="80000"/>
              </a:lnSpc>
              <a:defRPr/>
            </a:pPr>
            <a:r>
              <a:rPr lang="en-US" altLang="zh-TW" sz="2000" dirty="0"/>
              <a:t>Predict branch always not taken</a:t>
            </a:r>
          </a:p>
          <a:p>
            <a:pPr lvl="1">
              <a:lnSpc>
                <a:spcPct val="80000"/>
              </a:lnSpc>
              <a:defRPr/>
            </a:pPr>
            <a:r>
              <a:rPr lang="en-US" altLang="zh-TW" sz="1800" dirty="0"/>
              <a:t>Need to add hardware for flushing instruction if wrong</a:t>
            </a:r>
          </a:p>
          <a:p>
            <a:pPr lvl="1">
              <a:lnSpc>
                <a:spcPct val="80000"/>
              </a:lnSpc>
              <a:defRPr/>
            </a:pPr>
            <a:r>
              <a:rPr lang="en-US" altLang="zh-TW" sz="1800" dirty="0"/>
              <a:t>Branch decision made at MEM =&gt; need to flush instruction in IF/ID, ID/EX by changing control values to 0</a:t>
            </a:r>
          </a:p>
          <a:p>
            <a:pPr>
              <a:lnSpc>
                <a:spcPct val="80000"/>
              </a:lnSpc>
              <a:defRPr/>
            </a:pPr>
            <a:r>
              <a:rPr lang="en-US" altLang="zh-TW" sz="2000" dirty="0"/>
              <a:t>Reduce delay of taken branch by moving branch execution earlier in the pipeline</a:t>
            </a:r>
          </a:p>
          <a:p>
            <a:pPr lvl="1">
              <a:lnSpc>
                <a:spcPct val="80000"/>
              </a:lnSpc>
              <a:defRPr/>
            </a:pPr>
            <a:r>
              <a:rPr lang="en-US" altLang="zh-TW" sz="1800" dirty="0"/>
              <a:t>Move up branch address calculation to ID</a:t>
            </a:r>
          </a:p>
          <a:p>
            <a:pPr lvl="1">
              <a:lnSpc>
                <a:spcPct val="80000"/>
              </a:lnSpc>
              <a:defRPr/>
            </a:pPr>
            <a:r>
              <a:rPr lang="en-US" altLang="zh-TW" sz="1800" dirty="0"/>
              <a:t>Check branch equality at ID (using XOR) by comparing the two registers read during ID</a:t>
            </a:r>
          </a:p>
          <a:p>
            <a:pPr lvl="1">
              <a:lnSpc>
                <a:spcPct val="80000"/>
              </a:lnSpc>
              <a:defRPr/>
            </a:pPr>
            <a:r>
              <a:rPr lang="en-US" altLang="zh-TW" sz="1800" dirty="0"/>
              <a:t>Branch decision made at ID =&gt; one instruction to flush</a:t>
            </a:r>
          </a:p>
          <a:p>
            <a:pPr lvl="1">
              <a:lnSpc>
                <a:spcPct val="80000"/>
              </a:lnSpc>
              <a:defRPr/>
            </a:pPr>
            <a:r>
              <a:rPr lang="en-US" altLang="zh-TW" sz="1800" dirty="0"/>
              <a:t>Add a control signal, </a:t>
            </a:r>
            <a:r>
              <a:rPr lang="en-US" altLang="zh-TW" sz="1800" dirty="0" err="1"/>
              <a:t>IF.Flush</a:t>
            </a:r>
            <a:r>
              <a:rPr lang="en-US" altLang="zh-TW" sz="1800" dirty="0"/>
              <a:t>, to zero instruction field of IF/ID =&gt; making the instruction an NOP</a:t>
            </a:r>
            <a:endParaRPr lang="en-US" altLang="zh-TW" sz="1800" dirty="0">
              <a:sym typeface="Monotype Sorts" pitchFamily="2" charset="2"/>
            </a:endParaRPr>
          </a:p>
          <a:p>
            <a:pPr>
              <a:lnSpc>
                <a:spcPct val="80000"/>
              </a:lnSpc>
              <a:defRPr/>
            </a:pPr>
            <a:r>
              <a:rPr lang="en-US" altLang="zh-TW" sz="2000" dirty="0"/>
              <a:t>Dynamic branch prediction</a:t>
            </a:r>
          </a:p>
          <a:p>
            <a:pPr>
              <a:lnSpc>
                <a:spcPct val="80000"/>
              </a:lnSpc>
              <a:defRPr/>
            </a:pPr>
            <a:r>
              <a:rPr lang="en-US" altLang="zh-TW" sz="2000" dirty="0"/>
              <a:t>Compiler rescheduling, delay branch</a:t>
            </a:r>
          </a:p>
        </p:txBody>
      </p:sp>
      <p:sp>
        <p:nvSpPr>
          <p:cNvPr id="101380" name="投影片編號版面配置區 1">
            <a:extLst>
              <a:ext uri="{FF2B5EF4-FFF2-40B4-BE49-F238E27FC236}">
                <a16:creationId xmlns:a16="http://schemas.microsoft.com/office/drawing/2014/main" id="{E0AF8596-51B0-49F6-B89A-3A563088DE78}"/>
              </a:ext>
            </a:extLst>
          </p:cNvPr>
          <p:cNvSpPr>
            <a:spLocks noGrp="1"/>
          </p:cNvSpPr>
          <p:nvPr>
            <p:ph type="sldNum" sz="quarter" idx="10"/>
          </p:nvPr>
        </p:nvSpPr>
        <p:spPr>
          <a:xfrm>
            <a:off x="6831013" y="4929330"/>
            <a:ext cx="2133600" cy="25479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01479BF2-28B4-477F-A309-2D72E89E5443}"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92</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2BF3D29F-A6EB-4D6F-9F55-9576301B62A1}"/>
              </a:ext>
            </a:extLst>
          </p:cNvPr>
          <p:cNvSpPr>
            <a:spLocks noChangeArrowheads="1"/>
          </p:cNvSpPr>
          <p:nvPr/>
        </p:nvSpPr>
        <p:spPr bwMode="auto">
          <a:xfrm>
            <a:off x="1040607" y="234554"/>
            <a:ext cx="1760935" cy="35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02404" name="Rectangle 4">
            <a:extLst>
              <a:ext uri="{FF2B5EF4-FFF2-40B4-BE49-F238E27FC236}">
                <a16:creationId xmlns:a16="http://schemas.microsoft.com/office/drawing/2014/main" id="{BAC80C8C-D32C-4D54-A0B4-6E88DB33B4C8}"/>
              </a:ext>
            </a:extLst>
          </p:cNvPr>
          <p:cNvSpPr>
            <a:spLocks noGrp="1" noChangeArrowheads="1"/>
          </p:cNvSpPr>
          <p:nvPr>
            <p:ph type="title"/>
          </p:nvPr>
        </p:nvSpPr>
        <p:spPr>
          <a:noFill/>
        </p:spPr>
        <p:txBody>
          <a:bodyPr vert="horz" wrap="square" lIns="69056" tIns="34529" rIns="69056" bIns="34529" numCol="1" anchor="ctr" anchorCtr="0" compatLnSpc="1">
            <a:prstTxWarp prst="textNoShape">
              <a:avLst/>
            </a:prstTxWarp>
          </a:bodyPr>
          <a:lstStyle/>
          <a:p>
            <a:r>
              <a:rPr lang="en-US" altLang="zh-TW"/>
              <a:t>Pipeline with Flushing</a:t>
            </a:r>
          </a:p>
        </p:txBody>
      </p:sp>
      <p:sp>
        <p:nvSpPr>
          <p:cNvPr id="102412" name="投影片編號版面配置區 1">
            <a:extLst>
              <a:ext uri="{FF2B5EF4-FFF2-40B4-BE49-F238E27FC236}">
                <a16:creationId xmlns:a16="http://schemas.microsoft.com/office/drawing/2014/main" id="{E37C9230-E521-485A-AF50-D77EF4F6A6F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F60FA505-F542-4712-9FC9-E78B894B1FF6}"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93</a:t>
            </a:fld>
            <a:endParaRPr lang="en-US" altLang="zh-TW" sz="1050" b="0">
              <a:solidFill>
                <a:schemeClr val="bg1"/>
              </a:solidFill>
              <a:latin typeface="Arial" panose="020B0604020202020204" pitchFamily="34" charset="0"/>
              <a:ea typeface="新細明體" panose="02020500000000000000" pitchFamily="18" charset="-120"/>
            </a:endParaRPr>
          </a:p>
        </p:txBody>
      </p:sp>
      <p:grpSp>
        <p:nvGrpSpPr>
          <p:cNvPr id="4" name="组合 3">
            <a:extLst>
              <a:ext uri="{FF2B5EF4-FFF2-40B4-BE49-F238E27FC236}">
                <a16:creationId xmlns:a16="http://schemas.microsoft.com/office/drawing/2014/main" id="{3BBB5E08-D4B5-4C0D-AA75-94E9F6381E38}"/>
              </a:ext>
            </a:extLst>
          </p:cNvPr>
          <p:cNvGrpSpPr/>
          <p:nvPr/>
        </p:nvGrpSpPr>
        <p:grpSpPr>
          <a:xfrm>
            <a:off x="1228165" y="876300"/>
            <a:ext cx="6749023" cy="3650876"/>
            <a:chOff x="1204913" y="1028700"/>
            <a:chExt cx="6772275" cy="3714750"/>
          </a:xfrm>
        </p:grpSpPr>
        <p:pic>
          <p:nvPicPr>
            <p:cNvPr id="102405" name="Picture 5">
              <a:extLst>
                <a:ext uri="{FF2B5EF4-FFF2-40B4-BE49-F238E27FC236}">
                  <a16:creationId xmlns:a16="http://schemas.microsoft.com/office/drawing/2014/main" id="{14387F93-F7DB-498C-9DA3-67F532E37F13}"/>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28725" y="1028700"/>
              <a:ext cx="6748463"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7" name="Line 12">
              <a:extLst>
                <a:ext uri="{FF2B5EF4-FFF2-40B4-BE49-F238E27FC236}">
                  <a16:creationId xmlns:a16="http://schemas.microsoft.com/office/drawing/2014/main" id="{070DFCA2-5EE5-408B-9649-CE38CBF64F24}"/>
                </a:ext>
              </a:extLst>
            </p:cNvPr>
            <p:cNvSpPr>
              <a:spLocks noChangeShapeType="1"/>
            </p:cNvSpPr>
            <p:nvPr/>
          </p:nvSpPr>
          <p:spPr bwMode="auto">
            <a:xfrm>
              <a:off x="3305175" y="1751410"/>
              <a:ext cx="253604" cy="0"/>
            </a:xfrm>
            <a:prstGeom prst="line">
              <a:avLst/>
            </a:prstGeom>
            <a:noFill/>
            <a:ln w="38100">
              <a:solidFill>
                <a:srgbClr val="339933"/>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02408" name="Line 13">
              <a:extLst>
                <a:ext uri="{FF2B5EF4-FFF2-40B4-BE49-F238E27FC236}">
                  <a16:creationId xmlns:a16="http://schemas.microsoft.com/office/drawing/2014/main" id="{968F1C54-AF9F-4064-B84C-EC9EEDD714EB}"/>
                </a:ext>
              </a:extLst>
            </p:cNvPr>
            <p:cNvSpPr>
              <a:spLocks noChangeShapeType="1"/>
            </p:cNvSpPr>
            <p:nvPr/>
          </p:nvSpPr>
          <p:spPr bwMode="auto">
            <a:xfrm flipH="1" flipV="1">
              <a:off x="3542110" y="1150144"/>
              <a:ext cx="9525" cy="601266"/>
            </a:xfrm>
            <a:prstGeom prst="line">
              <a:avLst/>
            </a:prstGeom>
            <a:noFill/>
            <a:ln w="38100">
              <a:solidFill>
                <a:srgbClr val="339933"/>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02409" name="Line 14">
              <a:extLst>
                <a:ext uri="{FF2B5EF4-FFF2-40B4-BE49-F238E27FC236}">
                  <a16:creationId xmlns:a16="http://schemas.microsoft.com/office/drawing/2014/main" id="{88DB95BF-88E9-4F4F-976E-BB6E343EF434}"/>
                </a:ext>
              </a:extLst>
            </p:cNvPr>
            <p:cNvSpPr>
              <a:spLocks noChangeShapeType="1"/>
            </p:cNvSpPr>
            <p:nvPr/>
          </p:nvSpPr>
          <p:spPr bwMode="auto">
            <a:xfrm flipH="1">
              <a:off x="1237060" y="1139429"/>
              <a:ext cx="2321719" cy="0"/>
            </a:xfrm>
            <a:prstGeom prst="line">
              <a:avLst/>
            </a:prstGeom>
            <a:noFill/>
            <a:ln w="38100">
              <a:solidFill>
                <a:srgbClr val="339933"/>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02410" name="Line 15">
              <a:extLst>
                <a:ext uri="{FF2B5EF4-FFF2-40B4-BE49-F238E27FC236}">
                  <a16:creationId xmlns:a16="http://schemas.microsoft.com/office/drawing/2014/main" id="{BFE46D40-25AA-4CE0-B802-3F0ECC90A17F}"/>
                </a:ext>
              </a:extLst>
            </p:cNvPr>
            <p:cNvSpPr>
              <a:spLocks noChangeShapeType="1"/>
            </p:cNvSpPr>
            <p:nvPr/>
          </p:nvSpPr>
          <p:spPr bwMode="auto">
            <a:xfrm>
              <a:off x="1226344" y="1128713"/>
              <a:ext cx="0" cy="3070622"/>
            </a:xfrm>
            <a:prstGeom prst="line">
              <a:avLst/>
            </a:prstGeom>
            <a:noFill/>
            <a:ln w="38100">
              <a:solidFill>
                <a:srgbClr val="339933"/>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02411" name="Line 16">
              <a:extLst>
                <a:ext uri="{FF2B5EF4-FFF2-40B4-BE49-F238E27FC236}">
                  <a16:creationId xmlns:a16="http://schemas.microsoft.com/office/drawing/2014/main" id="{D5DE0460-4E03-4386-BC54-4E30AEA53D3D}"/>
                </a:ext>
              </a:extLst>
            </p:cNvPr>
            <p:cNvSpPr>
              <a:spLocks noChangeShapeType="1"/>
            </p:cNvSpPr>
            <p:nvPr/>
          </p:nvSpPr>
          <p:spPr bwMode="auto">
            <a:xfrm>
              <a:off x="1204913" y="4199335"/>
              <a:ext cx="1182291" cy="0"/>
            </a:xfrm>
            <a:prstGeom prst="line">
              <a:avLst/>
            </a:prstGeom>
            <a:noFill/>
            <a:ln w="38100">
              <a:solidFill>
                <a:srgbClr val="3399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grpSp>
    </p:spTree>
  </p:cSld>
  <p:clrMapOvr>
    <a:masterClrMapping/>
  </p:clrMapOvr>
  <p:transition advTm="2000"/>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080D73BF-AAEB-45D2-A078-D17A0D6D98A2}"/>
              </a:ext>
            </a:extLst>
          </p:cNvPr>
          <p:cNvSpPr>
            <a:spLocks noGrp="1" noChangeArrowheads="1"/>
          </p:cNvSpPr>
          <p:nvPr>
            <p:ph type="title"/>
          </p:nvPr>
        </p:nvSpPr>
        <p:spPr/>
        <p:txBody>
          <a:bodyPr/>
          <a:lstStyle/>
          <a:p>
            <a:r>
              <a:rPr lang="en-US" altLang="zh-TW" dirty="0"/>
              <a:t>Example 5 - Cycle 3</a:t>
            </a:r>
          </a:p>
        </p:txBody>
      </p:sp>
      <p:sp>
        <p:nvSpPr>
          <p:cNvPr id="103427" name="投影片編號版面配置區 1">
            <a:extLst>
              <a:ext uri="{FF2B5EF4-FFF2-40B4-BE49-F238E27FC236}">
                <a16:creationId xmlns:a16="http://schemas.microsoft.com/office/drawing/2014/main" id="{340274BB-EBFB-43E2-B4FD-398472DAB17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6CA8EFAE-9BC4-47AC-A6EC-78A8C905CD00}"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94</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103428" name="Picture 3" descr="F0652">
            <a:extLst>
              <a:ext uri="{FF2B5EF4-FFF2-40B4-BE49-F238E27FC236}">
                <a16:creationId xmlns:a16="http://schemas.microsoft.com/office/drawing/2014/main" id="{1CE36581-30F2-4F19-A537-4BA7C93C3E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50000"/>
          <a:stretch>
            <a:fillRect/>
          </a:stretch>
        </p:blipFill>
        <p:spPr bwMode="auto">
          <a:xfrm>
            <a:off x="1299603" y="837079"/>
            <a:ext cx="6562725"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F5769253-B1F6-4690-915C-89E16414B2AD}"/>
              </a:ext>
            </a:extLst>
          </p:cNvPr>
          <p:cNvSpPr>
            <a:spLocks noGrp="1" noChangeArrowheads="1"/>
          </p:cNvSpPr>
          <p:nvPr>
            <p:ph type="title"/>
          </p:nvPr>
        </p:nvSpPr>
        <p:spPr/>
        <p:txBody>
          <a:bodyPr/>
          <a:lstStyle/>
          <a:p>
            <a:r>
              <a:rPr lang="en-US" altLang="zh-TW" dirty="0"/>
              <a:t>Example 5 - Cycle 4</a:t>
            </a:r>
          </a:p>
        </p:txBody>
      </p:sp>
      <p:sp>
        <p:nvSpPr>
          <p:cNvPr id="104451" name="投影片編號版面配置區 1">
            <a:extLst>
              <a:ext uri="{FF2B5EF4-FFF2-40B4-BE49-F238E27FC236}">
                <a16:creationId xmlns:a16="http://schemas.microsoft.com/office/drawing/2014/main" id="{8C790DA6-36C7-4931-BB1E-F4C2A4E3D83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B75BD93C-FAC9-4F36-A258-B0B9B3F29522}"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95</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104452" name="Picture 3" descr="F0652">
            <a:extLst>
              <a:ext uri="{FF2B5EF4-FFF2-40B4-BE49-F238E27FC236}">
                <a16:creationId xmlns:a16="http://schemas.microsoft.com/office/drawing/2014/main" id="{40D4EA1C-73E2-478E-98C1-FCC0AA6B35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0000"/>
          <a:stretch>
            <a:fillRect/>
          </a:stretch>
        </p:blipFill>
        <p:spPr bwMode="auto">
          <a:xfrm>
            <a:off x="1361515" y="840441"/>
            <a:ext cx="6376988"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5279839E-87FC-49CC-A08F-7AFF80566D1A}"/>
              </a:ext>
            </a:extLst>
          </p:cNvPr>
          <p:cNvSpPr>
            <a:spLocks noGrp="1" noChangeArrowheads="1"/>
          </p:cNvSpPr>
          <p:nvPr>
            <p:ph type="title"/>
          </p:nvPr>
        </p:nvSpPr>
        <p:spPr/>
        <p:txBody>
          <a:bodyPr/>
          <a:lstStyle/>
          <a:p>
            <a:r>
              <a:rPr lang="en-US" altLang="zh-TW"/>
              <a:t>Dynamic Branch Prediction</a:t>
            </a:r>
          </a:p>
        </p:txBody>
      </p:sp>
      <p:sp>
        <p:nvSpPr>
          <p:cNvPr id="105475" name="Rectangle 3">
            <a:extLst>
              <a:ext uri="{FF2B5EF4-FFF2-40B4-BE49-F238E27FC236}">
                <a16:creationId xmlns:a16="http://schemas.microsoft.com/office/drawing/2014/main" id="{4DDF4AC3-F288-44A5-B240-1083AEFDEB5C}"/>
              </a:ext>
            </a:extLst>
          </p:cNvPr>
          <p:cNvSpPr>
            <a:spLocks noGrp="1" noChangeArrowheads="1"/>
          </p:cNvSpPr>
          <p:nvPr>
            <p:ph idx="1"/>
          </p:nvPr>
        </p:nvSpPr>
        <p:spPr>
          <a:xfrm>
            <a:off x="995083" y="835188"/>
            <a:ext cx="7700682" cy="3414083"/>
          </a:xfrm>
        </p:spPr>
        <p:txBody>
          <a:bodyPr/>
          <a:lstStyle/>
          <a:p>
            <a:pPr>
              <a:lnSpc>
                <a:spcPct val="80000"/>
              </a:lnSpc>
            </a:pPr>
            <a:r>
              <a:rPr lang="en-US" altLang="zh-TW" dirty="0"/>
              <a:t>In deeper and superscalar pipelines, branch penalty is more significant</a:t>
            </a:r>
          </a:p>
          <a:p>
            <a:pPr>
              <a:lnSpc>
                <a:spcPct val="80000"/>
              </a:lnSpc>
            </a:pPr>
            <a:r>
              <a:rPr lang="en-US" altLang="zh-TW" dirty="0"/>
              <a:t>Use dynamic prediction (e.g. loop)</a:t>
            </a:r>
          </a:p>
          <a:p>
            <a:pPr lvl="1">
              <a:lnSpc>
                <a:spcPct val="80000"/>
              </a:lnSpc>
            </a:pPr>
            <a:r>
              <a:rPr lang="en-US" altLang="zh-TW" dirty="0"/>
              <a:t>Branch prediction buffer (i.e., branch history table)</a:t>
            </a:r>
          </a:p>
          <a:p>
            <a:pPr lvl="1">
              <a:lnSpc>
                <a:spcPct val="80000"/>
              </a:lnSpc>
            </a:pPr>
            <a:r>
              <a:rPr lang="en-US" altLang="zh-TW" dirty="0"/>
              <a:t>Indexed by recent branch instruction addresses</a:t>
            </a:r>
          </a:p>
          <a:p>
            <a:pPr lvl="1">
              <a:lnSpc>
                <a:spcPct val="80000"/>
              </a:lnSpc>
            </a:pPr>
            <a:r>
              <a:rPr lang="en-US" altLang="zh-TW" dirty="0"/>
              <a:t>Stores outcome (taken/not taken)</a:t>
            </a:r>
          </a:p>
          <a:p>
            <a:pPr lvl="1">
              <a:lnSpc>
                <a:spcPct val="80000"/>
              </a:lnSpc>
            </a:pPr>
            <a:r>
              <a:rPr lang="en-US" altLang="zh-TW" dirty="0"/>
              <a:t>To execute a branch</a:t>
            </a:r>
          </a:p>
          <a:p>
            <a:pPr lvl="2">
              <a:lnSpc>
                <a:spcPct val="80000"/>
              </a:lnSpc>
            </a:pPr>
            <a:r>
              <a:rPr lang="en-US" altLang="zh-TW" dirty="0"/>
              <a:t>Check table, expect the same outcome</a:t>
            </a:r>
          </a:p>
          <a:p>
            <a:pPr lvl="2">
              <a:lnSpc>
                <a:spcPct val="80000"/>
              </a:lnSpc>
            </a:pPr>
            <a:r>
              <a:rPr lang="en-US" altLang="zh-TW" dirty="0"/>
              <a:t>Start fetching from fall-through or target</a:t>
            </a:r>
          </a:p>
          <a:p>
            <a:pPr lvl="2">
              <a:lnSpc>
                <a:spcPct val="80000"/>
              </a:lnSpc>
            </a:pPr>
            <a:r>
              <a:rPr lang="en-US" altLang="zh-TW" dirty="0"/>
              <a:t>If wrong, flush pipeline and flip prediction</a:t>
            </a:r>
            <a:endParaRPr lang="en-AU" altLang="zh-TW" dirty="0"/>
          </a:p>
        </p:txBody>
      </p:sp>
      <p:sp>
        <p:nvSpPr>
          <p:cNvPr id="105476" name="投影片編號版面配置區 1">
            <a:extLst>
              <a:ext uri="{FF2B5EF4-FFF2-40B4-BE49-F238E27FC236}">
                <a16:creationId xmlns:a16="http://schemas.microsoft.com/office/drawing/2014/main" id="{B77369A5-BEC9-49CA-AED9-B163188194F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95AFD5EC-A468-4BDB-B0F2-6338684D54D8}"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96</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A68B3ECD-4078-4E43-A405-387324E1097C}"/>
              </a:ext>
            </a:extLst>
          </p:cNvPr>
          <p:cNvSpPr>
            <a:spLocks noGrp="1" noChangeArrowheads="1"/>
          </p:cNvSpPr>
          <p:nvPr>
            <p:ph type="title"/>
          </p:nvPr>
        </p:nvSpPr>
        <p:spPr/>
        <p:txBody>
          <a:bodyPr/>
          <a:lstStyle/>
          <a:p>
            <a:r>
              <a:rPr lang="en-US" altLang="zh-TW"/>
              <a:t>Calculating the Branch Target</a:t>
            </a:r>
            <a:endParaRPr lang="en-AU" altLang="zh-TW">
              <a:ea typeface="新細明體" panose="02020500000000000000" pitchFamily="18" charset="-120"/>
            </a:endParaRPr>
          </a:p>
        </p:txBody>
      </p:sp>
      <p:sp>
        <p:nvSpPr>
          <p:cNvPr id="106499" name="Rectangle 3">
            <a:extLst>
              <a:ext uri="{FF2B5EF4-FFF2-40B4-BE49-F238E27FC236}">
                <a16:creationId xmlns:a16="http://schemas.microsoft.com/office/drawing/2014/main" id="{452A5F50-EBA4-497F-914F-70C1B00A2A52}"/>
              </a:ext>
            </a:extLst>
          </p:cNvPr>
          <p:cNvSpPr>
            <a:spLocks noGrp="1" noChangeArrowheads="1"/>
          </p:cNvSpPr>
          <p:nvPr>
            <p:ph idx="1"/>
          </p:nvPr>
        </p:nvSpPr>
        <p:spPr>
          <a:xfrm>
            <a:off x="1030941" y="915871"/>
            <a:ext cx="7270378" cy="2571400"/>
          </a:xfrm>
        </p:spPr>
        <p:txBody>
          <a:bodyPr/>
          <a:lstStyle/>
          <a:p>
            <a:r>
              <a:rPr lang="en-US" altLang="zh-TW" sz="2000" dirty="0"/>
              <a:t>Even with predictor, still need to calculate the target address</a:t>
            </a:r>
          </a:p>
          <a:p>
            <a:pPr lvl="1"/>
            <a:r>
              <a:rPr lang="en-US" altLang="zh-TW" sz="1800" dirty="0"/>
              <a:t>1-cycle penalty for a taken branch</a:t>
            </a:r>
          </a:p>
          <a:p>
            <a:r>
              <a:rPr lang="en-US" altLang="zh-TW" sz="2000" dirty="0"/>
              <a:t>Branch target buffer</a:t>
            </a:r>
          </a:p>
          <a:p>
            <a:pPr lvl="1"/>
            <a:r>
              <a:rPr lang="en-US" altLang="zh-TW" sz="1800" dirty="0"/>
              <a:t>Cache of target addresses</a:t>
            </a:r>
          </a:p>
          <a:p>
            <a:pPr lvl="1"/>
            <a:r>
              <a:rPr lang="en-US" altLang="zh-TW" sz="1800" dirty="0"/>
              <a:t>Indexed by PC when instruction fetched</a:t>
            </a:r>
          </a:p>
          <a:p>
            <a:pPr lvl="2"/>
            <a:r>
              <a:rPr lang="en-US" altLang="zh-TW" sz="1600" dirty="0"/>
              <a:t>If hit and instruction is branch predicted taken, can fetch target immediately</a:t>
            </a:r>
            <a:endParaRPr lang="en-AU" altLang="zh-TW" sz="1600" dirty="0">
              <a:ea typeface="新細明體" panose="02020500000000000000" pitchFamily="18" charset="-120"/>
            </a:endParaRPr>
          </a:p>
        </p:txBody>
      </p:sp>
      <p:sp>
        <p:nvSpPr>
          <p:cNvPr id="106500" name="投影片編號版面配置區 1">
            <a:extLst>
              <a:ext uri="{FF2B5EF4-FFF2-40B4-BE49-F238E27FC236}">
                <a16:creationId xmlns:a16="http://schemas.microsoft.com/office/drawing/2014/main" id="{EEC77353-A972-4925-BE01-A7249634EA0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80C97838-98F0-4631-AC0E-58B03BA5C179}"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97</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608" name="Rectangle 132">
            <a:extLst>
              <a:ext uri="{FF2B5EF4-FFF2-40B4-BE49-F238E27FC236}">
                <a16:creationId xmlns:a16="http://schemas.microsoft.com/office/drawing/2014/main" id="{AF983569-CEBF-4A80-8284-ED6D2F396D6C}"/>
              </a:ext>
            </a:extLst>
          </p:cNvPr>
          <p:cNvSpPr>
            <a:spLocks noGrp="1" noChangeArrowheads="1"/>
          </p:cNvSpPr>
          <p:nvPr>
            <p:ph type="title"/>
          </p:nvPr>
        </p:nvSpPr>
        <p:spPr/>
        <p:txBody>
          <a:bodyPr/>
          <a:lstStyle/>
          <a:p>
            <a:r>
              <a:rPr lang="en-US" altLang="zh-TW"/>
              <a:t>Delayed Branch</a:t>
            </a:r>
          </a:p>
        </p:txBody>
      </p:sp>
      <p:sp>
        <p:nvSpPr>
          <p:cNvPr id="107522" name="Rectangle 2">
            <a:extLst>
              <a:ext uri="{FF2B5EF4-FFF2-40B4-BE49-F238E27FC236}">
                <a16:creationId xmlns:a16="http://schemas.microsoft.com/office/drawing/2014/main" id="{C093875B-85F0-47C5-B4E3-616FC253033A}"/>
              </a:ext>
            </a:extLst>
          </p:cNvPr>
          <p:cNvSpPr>
            <a:spLocks noGrp="1" noChangeArrowheads="1"/>
          </p:cNvSpPr>
          <p:nvPr>
            <p:ph idx="1"/>
          </p:nvPr>
        </p:nvSpPr>
        <p:spPr>
          <a:xfrm>
            <a:off x="986117" y="777612"/>
            <a:ext cx="7234518" cy="1535282"/>
          </a:xfrm>
        </p:spPr>
        <p:txBody>
          <a:bodyPr/>
          <a:lstStyle/>
          <a:p>
            <a:pPr marL="358775" indent="-358775">
              <a:spcBef>
                <a:spcPts val="0"/>
              </a:spcBef>
            </a:pPr>
            <a:r>
              <a:rPr lang="en-US" altLang="zh-TW" sz="2000" dirty="0"/>
              <a:t>Predict-not-taken + branch decision at ID</a:t>
            </a:r>
            <a:br>
              <a:rPr lang="en-US" altLang="zh-TW" sz="1800" dirty="0"/>
            </a:br>
            <a:r>
              <a:rPr lang="en-US" altLang="zh-TW" sz="1800" dirty="0"/>
              <a:t>=&gt; the following instruction is always executed</a:t>
            </a:r>
            <a:br>
              <a:rPr lang="en-US" altLang="zh-TW" sz="1800" dirty="0"/>
            </a:br>
            <a:r>
              <a:rPr lang="en-US" altLang="zh-TW" sz="1800" dirty="0"/>
              <a:t>=&gt; branches take effect 1 cycle later</a:t>
            </a:r>
            <a:endParaRPr lang="en-US" altLang="zh-TW" dirty="0"/>
          </a:p>
          <a:p>
            <a:pPr marL="358775" indent="-301625">
              <a:spcBef>
                <a:spcPts val="0"/>
              </a:spcBef>
            </a:pPr>
            <a:r>
              <a:rPr lang="en-US" altLang="zh-TW" sz="2000" dirty="0"/>
              <a:t>0 clock cycle penalty per branch instruction if can find instruction to put in slot (</a:t>
            </a:r>
            <a:r>
              <a:rPr lang="en-US" altLang="zh-TW" sz="2000" dirty="0">
                <a:sym typeface="Symbol" panose="05050102010706020507" pitchFamily="18" charset="2"/>
              </a:rPr>
              <a:t></a:t>
            </a:r>
            <a:r>
              <a:rPr lang="en-US" altLang="zh-TW" sz="2000" dirty="0"/>
              <a:t>50% of time)</a:t>
            </a:r>
          </a:p>
        </p:txBody>
      </p:sp>
      <p:sp>
        <p:nvSpPr>
          <p:cNvPr id="107609" name="投影片編號版面配置區 1">
            <a:extLst>
              <a:ext uri="{FF2B5EF4-FFF2-40B4-BE49-F238E27FC236}">
                <a16:creationId xmlns:a16="http://schemas.microsoft.com/office/drawing/2014/main" id="{8BA6A557-A528-41A8-9092-D001F593979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891E4D7D-1B64-4F95-BCA8-DC5D2741ADE1}"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98</a:t>
            </a:fld>
            <a:endParaRPr lang="en-US" altLang="zh-TW" sz="1050" b="0">
              <a:solidFill>
                <a:schemeClr val="bg1"/>
              </a:solidFill>
              <a:latin typeface="Arial" panose="020B0604020202020204" pitchFamily="34" charset="0"/>
              <a:ea typeface="新細明體" panose="02020500000000000000" pitchFamily="18" charset="-120"/>
            </a:endParaRPr>
          </a:p>
        </p:txBody>
      </p:sp>
      <p:grpSp>
        <p:nvGrpSpPr>
          <p:cNvPr id="2" name="组合 1">
            <a:extLst>
              <a:ext uri="{FF2B5EF4-FFF2-40B4-BE49-F238E27FC236}">
                <a16:creationId xmlns:a16="http://schemas.microsoft.com/office/drawing/2014/main" id="{BCF31D7F-1928-40AE-A7E6-AA6DF88F87E1}"/>
              </a:ext>
            </a:extLst>
          </p:cNvPr>
          <p:cNvGrpSpPr/>
          <p:nvPr/>
        </p:nvGrpSpPr>
        <p:grpSpPr>
          <a:xfrm>
            <a:off x="1109348" y="2525094"/>
            <a:ext cx="7035726" cy="2157631"/>
            <a:chOff x="1582019" y="1693078"/>
            <a:chExt cx="6005835" cy="3042017"/>
          </a:xfrm>
        </p:grpSpPr>
        <p:sp>
          <p:nvSpPr>
            <p:cNvPr id="107523" name="Freeform 3">
              <a:extLst>
                <a:ext uri="{FF2B5EF4-FFF2-40B4-BE49-F238E27FC236}">
                  <a16:creationId xmlns:a16="http://schemas.microsoft.com/office/drawing/2014/main" id="{0FCA073E-094D-4540-9727-3A8DCB3B34BB}"/>
                </a:ext>
              </a:extLst>
            </p:cNvPr>
            <p:cNvSpPr>
              <a:spLocks/>
            </p:cNvSpPr>
            <p:nvPr/>
          </p:nvSpPr>
          <p:spPr bwMode="auto">
            <a:xfrm>
              <a:off x="4255294" y="2709863"/>
              <a:ext cx="190500" cy="344091"/>
            </a:xfrm>
            <a:custGeom>
              <a:avLst/>
              <a:gdLst>
                <a:gd name="T0" fmla="*/ 0 w 148"/>
                <a:gd name="T1" fmla="*/ 0 h 289"/>
                <a:gd name="T2" fmla="*/ 2147483647 w 148"/>
                <a:gd name="T3" fmla="*/ 0 h 289"/>
                <a:gd name="T4" fmla="*/ 2147483647 w 148"/>
                <a:gd name="T5" fmla="*/ 2147483647 h 289"/>
                <a:gd name="T6" fmla="*/ 0 w 148"/>
                <a:gd name="T7" fmla="*/ 2147483647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solidFill>
              <a:schemeClr val="accent1"/>
            </a:solidFill>
            <a:ln w="25400" cap="rnd">
              <a:solidFill>
                <a:schemeClr val="tx1"/>
              </a:solidFill>
              <a:round/>
              <a:headEnd type="none" w="sm" len="sm"/>
              <a:tailEnd type="none" w="sm" len="sm"/>
            </a:ln>
          </p:spPr>
          <p:txBody>
            <a:bodyPr/>
            <a:lstStyle/>
            <a:p>
              <a:endParaRPr lang="zh-CN" altLang="en-US" sz="1200">
                <a:latin typeface="Calibri" panose="020F0502020204030204" pitchFamily="34" charset="0"/>
                <a:cs typeface="Calibri" panose="020F0502020204030204" pitchFamily="34" charset="0"/>
              </a:endParaRPr>
            </a:p>
          </p:txBody>
        </p:sp>
        <p:grpSp>
          <p:nvGrpSpPr>
            <p:cNvPr id="107524" name="Group 4">
              <a:extLst>
                <a:ext uri="{FF2B5EF4-FFF2-40B4-BE49-F238E27FC236}">
                  <a16:creationId xmlns:a16="http://schemas.microsoft.com/office/drawing/2014/main" id="{80D76654-13F9-4A13-BCC8-D9A2E6756EE3}"/>
                </a:ext>
              </a:extLst>
            </p:cNvPr>
            <p:cNvGrpSpPr>
              <a:grpSpLocks/>
            </p:cNvGrpSpPr>
            <p:nvPr/>
          </p:nvGrpSpPr>
          <p:grpSpPr bwMode="auto">
            <a:xfrm>
              <a:off x="4056460" y="2722960"/>
              <a:ext cx="381000" cy="344090"/>
              <a:chOff x="2470" y="1936"/>
              <a:chExt cx="296" cy="289"/>
            </a:xfrm>
          </p:grpSpPr>
          <p:sp>
            <p:nvSpPr>
              <p:cNvPr id="107652" name="Freeform 5">
                <a:extLst>
                  <a:ext uri="{FF2B5EF4-FFF2-40B4-BE49-F238E27FC236}">
                    <a16:creationId xmlns:a16="http://schemas.microsoft.com/office/drawing/2014/main" id="{64DDB2C0-43D8-400A-8104-CB527E214F75}"/>
                  </a:ext>
                </a:extLst>
              </p:cNvPr>
              <p:cNvSpPr>
                <a:spLocks/>
              </p:cNvSpPr>
              <p:nvPr/>
            </p:nvSpPr>
            <p:spPr bwMode="auto">
              <a:xfrm>
                <a:off x="2470" y="1936"/>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53" name="Freeform 6">
                <a:extLst>
                  <a:ext uri="{FF2B5EF4-FFF2-40B4-BE49-F238E27FC236}">
                    <a16:creationId xmlns:a16="http://schemas.microsoft.com/office/drawing/2014/main" id="{E0FC3321-E466-497F-ADE8-B6058837136F}"/>
                  </a:ext>
                </a:extLst>
              </p:cNvPr>
              <p:cNvSpPr>
                <a:spLocks/>
              </p:cNvSpPr>
              <p:nvPr/>
            </p:nvSpPr>
            <p:spPr bwMode="auto">
              <a:xfrm>
                <a:off x="2618" y="1936"/>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grpSp>
          <p:nvGrpSpPr>
            <p:cNvPr id="107525" name="Group 7">
              <a:extLst>
                <a:ext uri="{FF2B5EF4-FFF2-40B4-BE49-F238E27FC236}">
                  <a16:creationId xmlns:a16="http://schemas.microsoft.com/office/drawing/2014/main" id="{388FAF29-A369-4C61-9426-CF72D0352C1F}"/>
                </a:ext>
              </a:extLst>
            </p:cNvPr>
            <p:cNvGrpSpPr>
              <a:grpSpLocks/>
            </p:cNvGrpSpPr>
            <p:nvPr/>
          </p:nvGrpSpPr>
          <p:grpSpPr bwMode="auto">
            <a:xfrm>
              <a:off x="4647010" y="3789760"/>
              <a:ext cx="417909" cy="344090"/>
              <a:chOff x="2928" y="2832"/>
              <a:chExt cx="324" cy="289"/>
            </a:xfrm>
          </p:grpSpPr>
          <p:sp>
            <p:nvSpPr>
              <p:cNvPr id="107650" name="Freeform 8">
                <a:extLst>
                  <a:ext uri="{FF2B5EF4-FFF2-40B4-BE49-F238E27FC236}">
                    <a16:creationId xmlns:a16="http://schemas.microsoft.com/office/drawing/2014/main" id="{25EA8D50-BDA9-4AFC-B5DD-BA4FD15EE085}"/>
                  </a:ext>
                </a:extLst>
              </p:cNvPr>
              <p:cNvSpPr>
                <a:spLocks/>
              </p:cNvSpPr>
              <p:nvPr/>
            </p:nvSpPr>
            <p:spPr bwMode="auto">
              <a:xfrm>
                <a:off x="2928" y="2832"/>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 name="T12" fmla="*/ 0 w 162"/>
                  <a:gd name="T13" fmla="*/ 0 h 289"/>
                  <a:gd name="T14" fmla="*/ 162 w 162"/>
                  <a:gd name="T15" fmla="*/ 289 h 289"/>
                </a:gdLst>
                <a:ahLst/>
                <a:cxnLst>
                  <a:cxn ang="T8">
                    <a:pos x="T0" y="T1"/>
                  </a:cxn>
                  <a:cxn ang="T9">
                    <a:pos x="T2" y="T3"/>
                  </a:cxn>
                  <a:cxn ang="T10">
                    <a:pos x="T4" y="T5"/>
                  </a:cxn>
                  <a:cxn ang="T11">
                    <a:pos x="T6" y="T7"/>
                  </a:cxn>
                </a:cxnLst>
                <a:rect l="T12" t="T13" r="T14" b="T15"/>
                <a:pathLst>
                  <a:path w="162" h="289">
                    <a:moveTo>
                      <a:pt x="161" y="0"/>
                    </a:moveTo>
                    <a:lnTo>
                      <a:pt x="0" y="0"/>
                    </a:lnTo>
                    <a:lnTo>
                      <a:pt x="0" y="288"/>
                    </a:lnTo>
                    <a:lnTo>
                      <a:pt x="16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51" name="Freeform 9">
                <a:extLst>
                  <a:ext uri="{FF2B5EF4-FFF2-40B4-BE49-F238E27FC236}">
                    <a16:creationId xmlns:a16="http://schemas.microsoft.com/office/drawing/2014/main" id="{803FECCA-72FC-41F2-95BE-22BAF5BEED72}"/>
                  </a:ext>
                </a:extLst>
              </p:cNvPr>
              <p:cNvSpPr>
                <a:spLocks/>
              </p:cNvSpPr>
              <p:nvPr/>
            </p:nvSpPr>
            <p:spPr bwMode="auto">
              <a:xfrm>
                <a:off x="3089" y="2832"/>
                <a:ext cx="163" cy="289"/>
              </a:xfrm>
              <a:custGeom>
                <a:avLst/>
                <a:gdLst>
                  <a:gd name="T0" fmla="*/ 0 w 163"/>
                  <a:gd name="T1" fmla="*/ 0 h 289"/>
                  <a:gd name="T2" fmla="*/ 162 w 163"/>
                  <a:gd name="T3" fmla="*/ 0 h 289"/>
                  <a:gd name="T4" fmla="*/ 162 w 163"/>
                  <a:gd name="T5" fmla="*/ 288 h 289"/>
                  <a:gd name="T6" fmla="*/ 0 w 163"/>
                  <a:gd name="T7" fmla="*/ 288 h 289"/>
                  <a:gd name="T8" fmla="*/ 0 60000 65536"/>
                  <a:gd name="T9" fmla="*/ 0 60000 65536"/>
                  <a:gd name="T10" fmla="*/ 0 60000 65536"/>
                  <a:gd name="T11" fmla="*/ 0 60000 65536"/>
                  <a:gd name="T12" fmla="*/ 0 w 163"/>
                  <a:gd name="T13" fmla="*/ 0 h 289"/>
                  <a:gd name="T14" fmla="*/ 163 w 163"/>
                  <a:gd name="T15" fmla="*/ 289 h 289"/>
                </a:gdLst>
                <a:ahLst/>
                <a:cxnLst>
                  <a:cxn ang="T8">
                    <a:pos x="T0" y="T1"/>
                  </a:cxn>
                  <a:cxn ang="T9">
                    <a:pos x="T2" y="T3"/>
                  </a:cxn>
                  <a:cxn ang="T10">
                    <a:pos x="T4" y="T5"/>
                  </a:cxn>
                  <a:cxn ang="T11">
                    <a:pos x="T6" y="T7"/>
                  </a:cxn>
                </a:cxnLst>
                <a:rect l="T12" t="T13" r="T14" b="T15"/>
                <a:pathLst>
                  <a:path w="163" h="289">
                    <a:moveTo>
                      <a:pt x="0" y="0"/>
                    </a:moveTo>
                    <a:lnTo>
                      <a:pt x="162" y="0"/>
                    </a:lnTo>
                    <a:lnTo>
                      <a:pt x="162"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sp>
          <p:nvSpPr>
            <p:cNvPr id="107526" name="Freeform 10">
              <a:extLst>
                <a:ext uri="{FF2B5EF4-FFF2-40B4-BE49-F238E27FC236}">
                  <a16:creationId xmlns:a16="http://schemas.microsoft.com/office/drawing/2014/main" id="{49761F84-7DD0-4850-B0F3-AB5C775B27B2}"/>
                </a:ext>
              </a:extLst>
            </p:cNvPr>
            <p:cNvSpPr>
              <a:spLocks/>
            </p:cNvSpPr>
            <p:nvPr/>
          </p:nvSpPr>
          <p:spPr bwMode="auto">
            <a:xfrm>
              <a:off x="4874419" y="3795713"/>
              <a:ext cx="190500" cy="344091"/>
            </a:xfrm>
            <a:custGeom>
              <a:avLst/>
              <a:gdLst>
                <a:gd name="T0" fmla="*/ 0 w 148"/>
                <a:gd name="T1" fmla="*/ 0 h 289"/>
                <a:gd name="T2" fmla="*/ 2147483647 w 148"/>
                <a:gd name="T3" fmla="*/ 0 h 289"/>
                <a:gd name="T4" fmla="*/ 2147483647 w 148"/>
                <a:gd name="T5" fmla="*/ 2147483647 h 289"/>
                <a:gd name="T6" fmla="*/ 0 w 148"/>
                <a:gd name="T7" fmla="*/ 2147483647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solidFill>
              <a:schemeClr val="accent1"/>
            </a:solidFill>
            <a:ln w="25400" cap="rnd">
              <a:solidFill>
                <a:schemeClr val="tx1"/>
              </a:solidFill>
              <a:round/>
              <a:headEnd type="none" w="sm" len="sm"/>
              <a:tailEnd type="none" w="sm" len="sm"/>
            </a:ln>
          </p:spPr>
          <p:txBody>
            <a:bodyPr/>
            <a:lstStyle/>
            <a:p>
              <a:endParaRPr lang="zh-CN" altLang="en-US" sz="1200">
                <a:latin typeface="Calibri" panose="020F0502020204030204" pitchFamily="34" charset="0"/>
                <a:cs typeface="Calibri" panose="020F0502020204030204" pitchFamily="34" charset="0"/>
              </a:endParaRPr>
            </a:p>
          </p:txBody>
        </p:sp>
        <p:grpSp>
          <p:nvGrpSpPr>
            <p:cNvPr id="107527" name="Group 11">
              <a:extLst>
                <a:ext uri="{FF2B5EF4-FFF2-40B4-BE49-F238E27FC236}">
                  <a16:creationId xmlns:a16="http://schemas.microsoft.com/office/drawing/2014/main" id="{D8855BD4-6278-4302-8A62-1590111FA771}"/>
                </a:ext>
              </a:extLst>
            </p:cNvPr>
            <p:cNvGrpSpPr>
              <a:grpSpLocks/>
            </p:cNvGrpSpPr>
            <p:nvPr/>
          </p:nvGrpSpPr>
          <p:grpSpPr bwMode="auto">
            <a:xfrm>
              <a:off x="4600575" y="2189560"/>
              <a:ext cx="419100" cy="344090"/>
              <a:chOff x="2892" y="1488"/>
              <a:chExt cx="325" cy="289"/>
            </a:xfrm>
          </p:grpSpPr>
          <p:sp>
            <p:nvSpPr>
              <p:cNvPr id="107648" name="Freeform 12">
                <a:extLst>
                  <a:ext uri="{FF2B5EF4-FFF2-40B4-BE49-F238E27FC236}">
                    <a16:creationId xmlns:a16="http://schemas.microsoft.com/office/drawing/2014/main" id="{6D4DCF34-BBB1-4BDC-8532-3612D15F4E3B}"/>
                  </a:ext>
                </a:extLst>
              </p:cNvPr>
              <p:cNvSpPr>
                <a:spLocks/>
              </p:cNvSpPr>
              <p:nvPr/>
            </p:nvSpPr>
            <p:spPr bwMode="auto">
              <a:xfrm>
                <a:off x="2892" y="1488"/>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 name="T12" fmla="*/ 0 w 162"/>
                  <a:gd name="T13" fmla="*/ 0 h 289"/>
                  <a:gd name="T14" fmla="*/ 162 w 162"/>
                  <a:gd name="T15" fmla="*/ 289 h 289"/>
                </a:gdLst>
                <a:ahLst/>
                <a:cxnLst>
                  <a:cxn ang="T8">
                    <a:pos x="T0" y="T1"/>
                  </a:cxn>
                  <a:cxn ang="T9">
                    <a:pos x="T2" y="T3"/>
                  </a:cxn>
                  <a:cxn ang="T10">
                    <a:pos x="T4" y="T5"/>
                  </a:cxn>
                  <a:cxn ang="T11">
                    <a:pos x="T6" y="T7"/>
                  </a:cxn>
                </a:cxnLst>
                <a:rect l="T12" t="T13" r="T14" b="T15"/>
                <a:pathLst>
                  <a:path w="162" h="289">
                    <a:moveTo>
                      <a:pt x="161" y="0"/>
                    </a:moveTo>
                    <a:lnTo>
                      <a:pt x="0" y="0"/>
                    </a:lnTo>
                    <a:lnTo>
                      <a:pt x="0" y="288"/>
                    </a:lnTo>
                    <a:lnTo>
                      <a:pt x="16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49" name="Freeform 13">
                <a:extLst>
                  <a:ext uri="{FF2B5EF4-FFF2-40B4-BE49-F238E27FC236}">
                    <a16:creationId xmlns:a16="http://schemas.microsoft.com/office/drawing/2014/main" id="{EE180E3E-CA94-44AB-A371-44F4389E3C06}"/>
                  </a:ext>
                </a:extLst>
              </p:cNvPr>
              <p:cNvSpPr>
                <a:spLocks/>
              </p:cNvSpPr>
              <p:nvPr/>
            </p:nvSpPr>
            <p:spPr bwMode="auto">
              <a:xfrm>
                <a:off x="3053" y="1488"/>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 name="T12" fmla="*/ 0 w 164"/>
                  <a:gd name="T13" fmla="*/ 0 h 289"/>
                  <a:gd name="T14" fmla="*/ 164 w 164"/>
                  <a:gd name="T15" fmla="*/ 289 h 289"/>
                </a:gdLst>
                <a:ahLst/>
                <a:cxnLst>
                  <a:cxn ang="T8">
                    <a:pos x="T0" y="T1"/>
                  </a:cxn>
                  <a:cxn ang="T9">
                    <a:pos x="T2" y="T3"/>
                  </a:cxn>
                  <a:cxn ang="T10">
                    <a:pos x="T4" y="T5"/>
                  </a:cxn>
                  <a:cxn ang="T11">
                    <a:pos x="T6" y="T7"/>
                  </a:cxn>
                </a:cxnLst>
                <a:rect l="T12" t="T13" r="T14" b="T15"/>
                <a:pathLst>
                  <a:path w="164" h="289">
                    <a:moveTo>
                      <a:pt x="0" y="0"/>
                    </a:moveTo>
                    <a:lnTo>
                      <a:pt x="163" y="0"/>
                    </a:lnTo>
                    <a:lnTo>
                      <a:pt x="163"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sp>
          <p:nvSpPr>
            <p:cNvPr id="107528" name="Rectangle 14">
              <a:extLst>
                <a:ext uri="{FF2B5EF4-FFF2-40B4-BE49-F238E27FC236}">
                  <a16:creationId xmlns:a16="http://schemas.microsoft.com/office/drawing/2014/main" id="{309C3F76-8A3A-482E-9E97-4DB36A32A196}"/>
                </a:ext>
              </a:extLst>
            </p:cNvPr>
            <p:cNvSpPr>
              <a:spLocks noChangeArrowheads="1"/>
            </p:cNvSpPr>
            <p:nvPr/>
          </p:nvSpPr>
          <p:spPr bwMode="auto">
            <a:xfrm>
              <a:off x="1582019" y="1772842"/>
              <a:ext cx="206621" cy="2962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200" b="0" dirty="0">
                  <a:latin typeface="Calibri" panose="020F0502020204030204" pitchFamily="34" charset="0"/>
                  <a:ea typeface="新細明體" panose="02020500000000000000" pitchFamily="18" charset="-120"/>
                  <a:cs typeface="Calibri" panose="020F0502020204030204" pitchFamily="34" charset="0"/>
                </a:rPr>
                <a:t>I</a:t>
              </a:r>
            </a:p>
            <a:p>
              <a:pPr algn="ctr">
                <a:lnSpc>
                  <a:spcPct val="100000"/>
                </a:lnSpc>
                <a:spcBef>
                  <a:spcPct val="0"/>
                </a:spcBef>
                <a:buClrTx/>
                <a:buSzTx/>
                <a:buFontTx/>
                <a:buNone/>
              </a:pPr>
              <a:r>
                <a:rPr kumimoji="1" lang="en-US" altLang="zh-TW" sz="1200" b="0" dirty="0">
                  <a:latin typeface="Calibri" panose="020F0502020204030204" pitchFamily="34" charset="0"/>
                  <a:ea typeface="新細明體" panose="02020500000000000000" pitchFamily="18" charset="-120"/>
                  <a:cs typeface="Calibri" panose="020F0502020204030204" pitchFamily="34" charset="0"/>
                </a:rPr>
                <a:t>n</a:t>
              </a:r>
            </a:p>
            <a:p>
              <a:pPr algn="ctr">
                <a:lnSpc>
                  <a:spcPct val="100000"/>
                </a:lnSpc>
                <a:spcBef>
                  <a:spcPct val="0"/>
                </a:spcBef>
                <a:buClrTx/>
                <a:buSzTx/>
                <a:buFontTx/>
                <a:buNone/>
              </a:pPr>
              <a:r>
                <a:rPr kumimoji="1" lang="en-US" altLang="zh-TW" sz="1200" b="0" dirty="0">
                  <a:latin typeface="Calibri" panose="020F0502020204030204" pitchFamily="34" charset="0"/>
                  <a:ea typeface="新細明體" panose="02020500000000000000" pitchFamily="18" charset="-120"/>
                  <a:cs typeface="Calibri" panose="020F0502020204030204" pitchFamily="34" charset="0"/>
                </a:rPr>
                <a:t>s</a:t>
              </a:r>
            </a:p>
            <a:p>
              <a:pPr algn="ctr">
                <a:lnSpc>
                  <a:spcPct val="100000"/>
                </a:lnSpc>
                <a:spcBef>
                  <a:spcPct val="0"/>
                </a:spcBef>
                <a:buClrTx/>
                <a:buSzTx/>
                <a:buFontTx/>
                <a:buNone/>
              </a:pPr>
              <a:r>
                <a:rPr kumimoji="1" lang="en-US" altLang="zh-TW" sz="1200" b="0" dirty="0">
                  <a:latin typeface="Calibri" panose="020F0502020204030204" pitchFamily="34" charset="0"/>
                  <a:ea typeface="新細明體" panose="02020500000000000000" pitchFamily="18" charset="-120"/>
                  <a:cs typeface="Calibri" panose="020F0502020204030204" pitchFamily="34" charset="0"/>
                </a:rPr>
                <a:t>t</a:t>
              </a:r>
            </a:p>
            <a:p>
              <a:pPr algn="ctr">
                <a:lnSpc>
                  <a:spcPct val="100000"/>
                </a:lnSpc>
                <a:spcBef>
                  <a:spcPct val="0"/>
                </a:spcBef>
                <a:buClrTx/>
                <a:buSzTx/>
                <a:buFontTx/>
                <a:buNone/>
              </a:pPr>
              <a:r>
                <a:rPr kumimoji="1" lang="en-US" altLang="zh-TW" sz="1200" b="0" dirty="0">
                  <a:latin typeface="Calibri" panose="020F0502020204030204" pitchFamily="34" charset="0"/>
                  <a:ea typeface="新細明體" panose="02020500000000000000" pitchFamily="18" charset="-120"/>
                  <a:cs typeface="Calibri" panose="020F0502020204030204" pitchFamily="34" charset="0"/>
                </a:rPr>
                <a:t>r.</a:t>
              </a:r>
            </a:p>
            <a:p>
              <a:pPr algn="ctr">
                <a:lnSpc>
                  <a:spcPct val="100000"/>
                </a:lnSpc>
                <a:spcBef>
                  <a:spcPct val="0"/>
                </a:spcBef>
                <a:buClrTx/>
                <a:buSzTx/>
                <a:buFontTx/>
                <a:buNone/>
              </a:pPr>
              <a:endParaRPr kumimoji="1" lang="en-US" altLang="zh-TW" sz="1200" b="0" dirty="0">
                <a:latin typeface="Calibri" panose="020F0502020204030204" pitchFamily="34" charset="0"/>
                <a:ea typeface="新細明體" panose="02020500000000000000" pitchFamily="18" charset="-120"/>
                <a:cs typeface="Calibri" panose="020F0502020204030204" pitchFamily="34" charset="0"/>
              </a:endParaRPr>
            </a:p>
            <a:p>
              <a:pPr algn="ctr">
                <a:lnSpc>
                  <a:spcPct val="100000"/>
                </a:lnSpc>
                <a:spcBef>
                  <a:spcPct val="0"/>
                </a:spcBef>
                <a:buClrTx/>
                <a:buSzTx/>
                <a:buFontTx/>
                <a:buNone/>
              </a:pPr>
              <a:r>
                <a:rPr kumimoji="1" lang="en-US" altLang="zh-TW" sz="1200" b="0" dirty="0">
                  <a:latin typeface="Calibri" panose="020F0502020204030204" pitchFamily="34" charset="0"/>
                  <a:ea typeface="新細明體" panose="02020500000000000000" pitchFamily="18" charset="-120"/>
                  <a:cs typeface="Calibri" panose="020F0502020204030204" pitchFamily="34" charset="0"/>
                </a:rPr>
                <a:t>O</a:t>
              </a:r>
            </a:p>
            <a:p>
              <a:pPr algn="ctr">
                <a:lnSpc>
                  <a:spcPct val="100000"/>
                </a:lnSpc>
                <a:spcBef>
                  <a:spcPct val="0"/>
                </a:spcBef>
                <a:buClrTx/>
                <a:buSzTx/>
                <a:buFontTx/>
                <a:buNone/>
              </a:pPr>
              <a:r>
                <a:rPr kumimoji="1" lang="en-US" altLang="zh-TW" sz="1200" b="0" dirty="0">
                  <a:latin typeface="Calibri" panose="020F0502020204030204" pitchFamily="34" charset="0"/>
                  <a:ea typeface="新細明體" panose="02020500000000000000" pitchFamily="18" charset="-120"/>
                  <a:cs typeface="Calibri" panose="020F0502020204030204" pitchFamily="34" charset="0"/>
                </a:rPr>
                <a:t>r</a:t>
              </a:r>
            </a:p>
            <a:p>
              <a:pPr algn="ctr">
                <a:lnSpc>
                  <a:spcPct val="100000"/>
                </a:lnSpc>
                <a:spcBef>
                  <a:spcPct val="0"/>
                </a:spcBef>
                <a:buClrTx/>
                <a:buSzTx/>
                <a:buFontTx/>
                <a:buNone/>
              </a:pPr>
              <a:r>
                <a:rPr kumimoji="1" lang="en-US" altLang="zh-TW" sz="1200" b="0" dirty="0">
                  <a:latin typeface="Calibri" panose="020F0502020204030204" pitchFamily="34" charset="0"/>
                  <a:ea typeface="新細明體" panose="02020500000000000000" pitchFamily="18" charset="-120"/>
                  <a:cs typeface="Calibri" panose="020F0502020204030204" pitchFamily="34" charset="0"/>
                </a:rPr>
                <a:t>d</a:t>
              </a:r>
            </a:p>
            <a:p>
              <a:pPr algn="ctr">
                <a:lnSpc>
                  <a:spcPct val="100000"/>
                </a:lnSpc>
                <a:spcBef>
                  <a:spcPct val="0"/>
                </a:spcBef>
                <a:buClrTx/>
                <a:buSzTx/>
                <a:buFontTx/>
                <a:buNone/>
              </a:pPr>
              <a:r>
                <a:rPr kumimoji="1" lang="en-US" altLang="zh-TW" sz="1200" b="0" dirty="0">
                  <a:latin typeface="Calibri" panose="020F0502020204030204" pitchFamily="34" charset="0"/>
                  <a:ea typeface="新細明體" panose="02020500000000000000" pitchFamily="18" charset="-120"/>
                  <a:cs typeface="Calibri" panose="020F0502020204030204" pitchFamily="34" charset="0"/>
                </a:rPr>
                <a:t>e</a:t>
              </a:r>
            </a:p>
            <a:p>
              <a:pPr algn="ctr">
                <a:lnSpc>
                  <a:spcPct val="100000"/>
                </a:lnSpc>
                <a:spcBef>
                  <a:spcPct val="0"/>
                </a:spcBef>
                <a:buClrTx/>
                <a:buSzTx/>
                <a:buFontTx/>
                <a:buNone/>
              </a:pPr>
              <a:r>
                <a:rPr kumimoji="1" lang="en-US" altLang="zh-TW" sz="1200" b="0" dirty="0">
                  <a:latin typeface="Calibri" panose="020F0502020204030204" pitchFamily="34" charset="0"/>
                  <a:ea typeface="新細明體" panose="02020500000000000000" pitchFamily="18" charset="-120"/>
                  <a:cs typeface="Calibri" panose="020F0502020204030204" pitchFamily="34" charset="0"/>
                </a:rPr>
                <a:t>r</a:t>
              </a:r>
            </a:p>
          </p:txBody>
        </p:sp>
        <p:sp>
          <p:nvSpPr>
            <p:cNvPr id="107529" name="Line 15">
              <a:extLst>
                <a:ext uri="{FF2B5EF4-FFF2-40B4-BE49-F238E27FC236}">
                  <a16:creationId xmlns:a16="http://schemas.microsoft.com/office/drawing/2014/main" id="{4CD4FD9F-3251-45D5-83F4-29ECF3FD0E5E}"/>
                </a:ext>
              </a:extLst>
            </p:cNvPr>
            <p:cNvSpPr>
              <a:spLocks noChangeShapeType="1"/>
            </p:cNvSpPr>
            <p:nvPr/>
          </p:nvSpPr>
          <p:spPr bwMode="auto">
            <a:xfrm>
              <a:off x="1933575" y="1751410"/>
              <a:ext cx="0" cy="24384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30" name="Line 16">
              <a:extLst>
                <a:ext uri="{FF2B5EF4-FFF2-40B4-BE49-F238E27FC236}">
                  <a16:creationId xmlns:a16="http://schemas.microsoft.com/office/drawing/2014/main" id="{136C1EFA-DB63-4340-9AF7-2EE23EE59D6B}"/>
                </a:ext>
              </a:extLst>
            </p:cNvPr>
            <p:cNvSpPr>
              <a:spLocks noChangeShapeType="1"/>
            </p:cNvSpPr>
            <p:nvPr/>
          </p:nvSpPr>
          <p:spPr bwMode="auto">
            <a:xfrm>
              <a:off x="2438400" y="2046685"/>
              <a:ext cx="5149454"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31" name="Rectangle 17">
              <a:extLst>
                <a:ext uri="{FF2B5EF4-FFF2-40B4-BE49-F238E27FC236}">
                  <a16:creationId xmlns:a16="http://schemas.microsoft.com/office/drawing/2014/main" id="{B8087F5A-BD38-4AA1-A047-BD9349D2F258}"/>
                </a:ext>
              </a:extLst>
            </p:cNvPr>
            <p:cNvSpPr>
              <a:spLocks noChangeArrowheads="1"/>
            </p:cNvSpPr>
            <p:nvPr/>
          </p:nvSpPr>
          <p:spPr bwMode="auto">
            <a:xfrm>
              <a:off x="4014787" y="1693078"/>
              <a:ext cx="1098789" cy="358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i="1" dirty="0">
                  <a:latin typeface="Calibri" panose="020F0502020204030204" pitchFamily="34" charset="0"/>
                  <a:ea typeface="新細明體" panose="02020500000000000000" pitchFamily="18" charset="-120"/>
                  <a:cs typeface="Calibri" panose="020F0502020204030204" pitchFamily="34" charset="0"/>
                </a:rPr>
                <a:t>Time (clock cycles)</a:t>
              </a:r>
            </a:p>
          </p:txBody>
        </p:sp>
        <p:sp>
          <p:nvSpPr>
            <p:cNvPr id="107532" name="Rectangle 18">
              <a:extLst>
                <a:ext uri="{FF2B5EF4-FFF2-40B4-BE49-F238E27FC236}">
                  <a16:creationId xmlns:a16="http://schemas.microsoft.com/office/drawing/2014/main" id="{5DB5947C-8DD7-4CBD-8399-4253D8877260}"/>
                </a:ext>
              </a:extLst>
            </p:cNvPr>
            <p:cNvSpPr>
              <a:spLocks noChangeArrowheads="1"/>
            </p:cNvSpPr>
            <p:nvPr/>
          </p:nvSpPr>
          <p:spPr bwMode="auto">
            <a:xfrm>
              <a:off x="1930005" y="2274094"/>
              <a:ext cx="325669"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add</a:t>
              </a:r>
            </a:p>
          </p:txBody>
        </p:sp>
        <p:sp>
          <p:nvSpPr>
            <p:cNvPr id="107533" name="Rectangle 19">
              <a:extLst>
                <a:ext uri="{FF2B5EF4-FFF2-40B4-BE49-F238E27FC236}">
                  <a16:creationId xmlns:a16="http://schemas.microsoft.com/office/drawing/2014/main" id="{588B2F76-0BBA-471D-9F2A-3206258FAD9F}"/>
                </a:ext>
              </a:extLst>
            </p:cNvPr>
            <p:cNvSpPr>
              <a:spLocks noChangeArrowheads="1"/>
            </p:cNvSpPr>
            <p:nvPr/>
          </p:nvSpPr>
          <p:spPr bwMode="auto">
            <a:xfrm>
              <a:off x="1928811" y="2769395"/>
              <a:ext cx="327036"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err="1">
                  <a:latin typeface="Calibri" panose="020F0502020204030204" pitchFamily="34" charset="0"/>
                  <a:ea typeface="新細明體" panose="02020500000000000000" pitchFamily="18" charset="-120"/>
                  <a:cs typeface="Calibri" panose="020F0502020204030204" pitchFamily="34" charset="0"/>
                </a:rPr>
                <a:t>beq</a:t>
              </a:r>
              <a:endParaRPr kumimoji="1" lang="en-US" altLang="zh-TW" sz="1200" dirty="0">
                <a:latin typeface="Calibri" panose="020F0502020204030204" pitchFamily="34" charset="0"/>
                <a:ea typeface="新細明體" panose="02020500000000000000" pitchFamily="18" charset="-120"/>
                <a:cs typeface="Calibri" panose="020F0502020204030204" pitchFamily="34" charset="0"/>
              </a:endParaRPr>
            </a:p>
          </p:txBody>
        </p:sp>
        <p:sp>
          <p:nvSpPr>
            <p:cNvPr id="107534" name="Rectangle 20">
              <a:extLst>
                <a:ext uri="{FF2B5EF4-FFF2-40B4-BE49-F238E27FC236}">
                  <a16:creationId xmlns:a16="http://schemas.microsoft.com/office/drawing/2014/main" id="{D11866A2-7899-461A-9FF8-CE4839390235}"/>
                </a:ext>
              </a:extLst>
            </p:cNvPr>
            <p:cNvSpPr>
              <a:spLocks noChangeArrowheads="1"/>
            </p:cNvSpPr>
            <p:nvPr/>
          </p:nvSpPr>
          <p:spPr bwMode="auto">
            <a:xfrm>
              <a:off x="1899048" y="2905125"/>
              <a:ext cx="1016794" cy="38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200" b="0">
                <a:latin typeface="Calibri" panose="020F0502020204030204" pitchFamily="34" charset="0"/>
                <a:ea typeface="新細明體" panose="02020500000000000000" pitchFamily="18" charset="-120"/>
                <a:cs typeface="Calibri" panose="020F0502020204030204" pitchFamily="34" charset="0"/>
              </a:endParaRPr>
            </a:p>
          </p:txBody>
        </p:sp>
        <p:sp>
          <p:nvSpPr>
            <p:cNvPr id="107535" name="Rectangle 21">
              <a:extLst>
                <a:ext uri="{FF2B5EF4-FFF2-40B4-BE49-F238E27FC236}">
                  <a16:creationId xmlns:a16="http://schemas.microsoft.com/office/drawing/2014/main" id="{669D0339-1BA8-45CF-8C8F-9DD49A29AFE9}"/>
                </a:ext>
              </a:extLst>
            </p:cNvPr>
            <p:cNvSpPr>
              <a:spLocks noChangeArrowheads="1"/>
            </p:cNvSpPr>
            <p:nvPr/>
          </p:nvSpPr>
          <p:spPr bwMode="auto">
            <a:xfrm>
              <a:off x="1926435" y="3262313"/>
              <a:ext cx="365350"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err="1">
                  <a:latin typeface="Calibri" panose="020F0502020204030204" pitchFamily="34" charset="0"/>
                  <a:ea typeface="新細明體" panose="02020500000000000000" pitchFamily="18" charset="-120"/>
                  <a:cs typeface="Calibri" panose="020F0502020204030204" pitchFamily="34" charset="0"/>
                </a:rPr>
                <a:t>misc</a:t>
              </a:r>
              <a:endParaRPr kumimoji="1" lang="en-US" altLang="zh-TW" sz="1200" dirty="0">
                <a:latin typeface="Calibri" panose="020F0502020204030204" pitchFamily="34" charset="0"/>
                <a:ea typeface="新細明體" panose="02020500000000000000" pitchFamily="18" charset="-120"/>
                <a:cs typeface="Calibri" panose="020F0502020204030204" pitchFamily="34" charset="0"/>
              </a:endParaRPr>
            </a:p>
          </p:txBody>
        </p:sp>
        <p:sp>
          <p:nvSpPr>
            <p:cNvPr id="107536" name="Line 22">
              <a:extLst>
                <a:ext uri="{FF2B5EF4-FFF2-40B4-BE49-F238E27FC236}">
                  <a16:creationId xmlns:a16="http://schemas.microsoft.com/office/drawing/2014/main" id="{F8D9F07E-927F-4635-AE98-7843CD84B13D}"/>
                </a:ext>
              </a:extLst>
            </p:cNvPr>
            <p:cNvSpPr>
              <a:spLocks noChangeShapeType="1"/>
            </p:cNvSpPr>
            <p:nvPr/>
          </p:nvSpPr>
          <p:spPr bwMode="auto">
            <a:xfrm>
              <a:off x="3408760" y="2132410"/>
              <a:ext cx="0" cy="20002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37" name="Line 23">
              <a:extLst>
                <a:ext uri="{FF2B5EF4-FFF2-40B4-BE49-F238E27FC236}">
                  <a16:creationId xmlns:a16="http://schemas.microsoft.com/office/drawing/2014/main" id="{73E127C0-0A61-47AF-AEE3-97AF367A0146}"/>
                </a:ext>
              </a:extLst>
            </p:cNvPr>
            <p:cNvSpPr>
              <a:spLocks noChangeShapeType="1"/>
            </p:cNvSpPr>
            <p:nvPr/>
          </p:nvSpPr>
          <p:spPr bwMode="auto">
            <a:xfrm>
              <a:off x="3965972" y="2132410"/>
              <a:ext cx="0" cy="20002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38" name="Line 24">
              <a:extLst>
                <a:ext uri="{FF2B5EF4-FFF2-40B4-BE49-F238E27FC236}">
                  <a16:creationId xmlns:a16="http://schemas.microsoft.com/office/drawing/2014/main" id="{1A17B3CC-2181-4DC7-ADD4-2B488081BDC0}"/>
                </a:ext>
              </a:extLst>
            </p:cNvPr>
            <p:cNvSpPr>
              <a:spLocks noChangeShapeType="1"/>
            </p:cNvSpPr>
            <p:nvPr/>
          </p:nvSpPr>
          <p:spPr bwMode="auto">
            <a:xfrm>
              <a:off x="4523185" y="2132410"/>
              <a:ext cx="0" cy="20002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39" name="Line 25">
              <a:extLst>
                <a:ext uri="{FF2B5EF4-FFF2-40B4-BE49-F238E27FC236}">
                  <a16:creationId xmlns:a16="http://schemas.microsoft.com/office/drawing/2014/main" id="{6776D8DA-42EF-4FF4-B74C-01F591E29FA2}"/>
                </a:ext>
              </a:extLst>
            </p:cNvPr>
            <p:cNvSpPr>
              <a:spLocks noChangeShapeType="1"/>
            </p:cNvSpPr>
            <p:nvPr/>
          </p:nvSpPr>
          <p:spPr bwMode="auto">
            <a:xfrm>
              <a:off x="5080397" y="2132410"/>
              <a:ext cx="0" cy="20002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40" name="Line 26">
              <a:extLst>
                <a:ext uri="{FF2B5EF4-FFF2-40B4-BE49-F238E27FC236}">
                  <a16:creationId xmlns:a16="http://schemas.microsoft.com/office/drawing/2014/main" id="{149ECA9B-39C4-4F52-A4CF-DA43EADC88CD}"/>
                </a:ext>
              </a:extLst>
            </p:cNvPr>
            <p:cNvSpPr>
              <a:spLocks noChangeShapeType="1"/>
            </p:cNvSpPr>
            <p:nvPr/>
          </p:nvSpPr>
          <p:spPr bwMode="auto">
            <a:xfrm>
              <a:off x="5637610" y="2132410"/>
              <a:ext cx="0" cy="20002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41" name="Line 27">
              <a:extLst>
                <a:ext uri="{FF2B5EF4-FFF2-40B4-BE49-F238E27FC236}">
                  <a16:creationId xmlns:a16="http://schemas.microsoft.com/office/drawing/2014/main" id="{ECED0E1B-0DFF-414A-917A-F0A01AB62160}"/>
                </a:ext>
              </a:extLst>
            </p:cNvPr>
            <p:cNvSpPr>
              <a:spLocks noChangeShapeType="1"/>
            </p:cNvSpPr>
            <p:nvPr/>
          </p:nvSpPr>
          <p:spPr bwMode="auto">
            <a:xfrm>
              <a:off x="6194822" y="2132410"/>
              <a:ext cx="0" cy="20002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42" name="Line 28">
              <a:extLst>
                <a:ext uri="{FF2B5EF4-FFF2-40B4-BE49-F238E27FC236}">
                  <a16:creationId xmlns:a16="http://schemas.microsoft.com/office/drawing/2014/main" id="{23B9E724-2802-4C21-9200-46E643F98954}"/>
                </a:ext>
              </a:extLst>
            </p:cNvPr>
            <p:cNvSpPr>
              <a:spLocks noChangeShapeType="1"/>
            </p:cNvSpPr>
            <p:nvPr/>
          </p:nvSpPr>
          <p:spPr bwMode="auto">
            <a:xfrm>
              <a:off x="6752035" y="2246710"/>
              <a:ext cx="0" cy="188595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43" name="Line 29">
              <a:extLst>
                <a:ext uri="{FF2B5EF4-FFF2-40B4-BE49-F238E27FC236}">
                  <a16:creationId xmlns:a16="http://schemas.microsoft.com/office/drawing/2014/main" id="{085BEDD7-731B-4C62-B833-A8B1BF64FD75}"/>
                </a:ext>
              </a:extLst>
            </p:cNvPr>
            <p:cNvSpPr>
              <a:spLocks noChangeShapeType="1"/>
            </p:cNvSpPr>
            <p:nvPr/>
          </p:nvSpPr>
          <p:spPr bwMode="auto">
            <a:xfrm>
              <a:off x="7309247" y="2189560"/>
              <a:ext cx="0" cy="194310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grpSp>
          <p:nvGrpSpPr>
            <p:cNvPr id="107544" name="Group 30">
              <a:extLst>
                <a:ext uri="{FF2B5EF4-FFF2-40B4-BE49-F238E27FC236}">
                  <a16:creationId xmlns:a16="http://schemas.microsoft.com/office/drawing/2014/main" id="{C6825715-3D4D-408B-A13A-A0641A4FCBF1}"/>
                </a:ext>
              </a:extLst>
            </p:cNvPr>
            <p:cNvGrpSpPr>
              <a:grpSpLocks/>
            </p:cNvGrpSpPr>
            <p:nvPr/>
          </p:nvGrpSpPr>
          <p:grpSpPr bwMode="auto">
            <a:xfrm>
              <a:off x="4106299" y="2075260"/>
              <a:ext cx="275211" cy="572690"/>
              <a:chOff x="2509" y="1392"/>
              <a:chExt cx="213" cy="481"/>
            </a:xfrm>
          </p:grpSpPr>
          <p:sp>
            <p:nvSpPr>
              <p:cNvPr id="107646" name="Freeform 31">
                <a:extLst>
                  <a:ext uri="{FF2B5EF4-FFF2-40B4-BE49-F238E27FC236}">
                    <a16:creationId xmlns:a16="http://schemas.microsoft.com/office/drawing/2014/main" id="{4BD4FB60-EA7D-481C-A9D2-38F6564A4766}"/>
                  </a:ext>
                </a:extLst>
              </p:cNvPr>
              <p:cNvSpPr>
                <a:spLocks/>
              </p:cNvSpPr>
              <p:nvPr/>
            </p:nvSpPr>
            <p:spPr bwMode="auto">
              <a:xfrm>
                <a:off x="2509" y="1392"/>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47" name="Rectangle 32">
                <a:extLst>
                  <a:ext uri="{FF2B5EF4-FFF2-40B4-BE49-F238E27FC236}">
                    <a16:creationId xmlns:a16="http://schemas.microsoft.com/office/drawing/2014/main" id="{DD87988F-BB57-4422-924B-ADDE6A51F40F}"/>
                  </a:ext>
                </a:extLst>
              </p:cNvPr>
              <p:cNvSpPr>
                <a:spLocks noChangeArrowheads="1"/>
              </p:cNvSpPr>
              <p:nvPr/>
            </p:nvSpPr>
            <p:spPr bwMode="auto">
              <a:xfrm rot="5400000">
                <a:off x="2371" y="1542"/>
                <a:ext cx="468"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Calibri" panose="020F0502020204030204" pitchFamily="34" charset="0"/>
                    <a:ea typeface="新細明體" panose="02020500000000000000" pitchFamily="18" charset="-120"/>
                    <a:cs typeface="Calibri" panose="020F0502020204030204" pitchFamily="34" charset="0"/>
                  </a:rPr>
                  <a:t>ALU</a:t>
                </a:r>
              </a:p>
            </p:txBody>
          </p:sp>
        </p:grpSp>
        <p:grpSp>
          <p:nvGrpSpPr>
            <p:cNvPr id="107545" name="Group 33">
              <a:extLst>
                <a:ext uri="{FF2B5EF4-FFF2-40B4-BE49-F238E27FC236}">
                  <a16:creationId xmlns:a16="http://schemas.microsoft.com/office/drawing/2014/main" id="{7BBFF19B-8A22-42AA-B67A-0B7809A31561}"/>
                </a:ext>
              </a:extLst>
            </p:cNvPr>
            <p:cNvGrpSpPr>
              <a:grpSpLocks/>
            </p:cNvGrpSpPr>
            <p:nvPr/>
          </p:nvGrpSpPr>
          <p:grpSpPr bwMode="auto">
            <a:xfrm>
              <a:off x="2911497" y="2183604"/>
              <a:ext cx="439135" cy="358377"/>
              <a:chOff x="1583" y="1483"/>
              <a:chExt cx="340" cy="301"/>
            </a:xfrm>
          </p:grpSpPr>
          <p:sp>
            <p:nvSpPr>
              <p:cNvPr id="107642" name="Rectangle 34">
                <a:extLst>
                  <a:ext uri="{FF2B5EF4-FFF2-40B4-BE49-F238E27FC236}">
                    <a16:creationId xmlns:a16="http://schemas.microsoft.com/office/drawing/2014/main" id="{B7667C81-1DB0-4972-A7C5-81E6F4F23A54}"/>
                  </a:ext>
                </a:extLst>
              </p:cNvPr>
              <p:cNvSpPr>
                <a:spLocks noChangeArrowheads="1"/>
              </p:cNvSpPr>
              <p:nvPr/>
            </p:nvSpPr>
            <p:spPr bwMode="auto">
              <a:xfrm>
                <a:off x="1592" y="1483"/>
                <a:ext cx="315"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Mem</a:t>
                </a:r>
              </a:p>
            </p:txBody>
          </p:sp>
          <p:grpSp>
            <p:nvGrpSpPr>
              <p:cNvPr id="107643" name="Group 35">
                <a:extLst>
                  <a:ext uri="{FF2B5EF4-FFF2-40B4-BE49-F238E27FC236}">
                    <a16:creationId xmlns:a16="http://schemas.microsoft.com/office/drawing/2014/main" id="{A267B835-A241-4926-BD64-91065BE4A5DD}"/>
                  </a:ext>
                </a:extLst>
              </p:cNvPr>
              <p:cNvGrpSpPr>
                <a:grpSpLocks/>
              </p:cNvGrpSpPr>
              <p:nvPr/>
            </p:nvGrpSpPr>
            <p:grpSpPr bwMode="auto">
              <a:xfrm>
                <a:off x="1583" y="1488"/>
                <a:ext cx="340" cy="289"/>
                <a:chOff x="1583" y="1488"/>
                <a:chExt cx="340" cy="289"/>
              </a:xfrm>
            </p:grpSpPr>
            <p:sp>
              <p:nvSpPr>
                <p:cNvPr id="107644" name="Freeform 36">
                  <a:extLst>
                    <a:ext uri="{FF2B5EF4-FFF2-40B4-BE49-F238E27FC236}">
                      <a16:creationId xmlns:a16="http://schemas.microsoft.com/office/drawing/2014/main" id="{FFBBC737-7FE3-49A7-89C0-FCCFE812BAE9}"/>
                    </a:ext>
                  </a:extLst>
                </p:cNvPr>
                <p:cNvSpPr>
                  <a:spLocks/>
                </p:cNvSpPr>
                <p:nvPr/>
              </p:nvSpPr>
              <p:spPr bwMode="auto">
                <a:xfrm>
                  <a:off x="1583" y="1488"/>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45" name="Freeform 37">
                  <a:extLst>
                    <a:ext uri="{FF2B5EF4-FFF2-40B4-BE49-F238E27FC236}">
                      <a16:creationId xmlns:a16="http://schemas.microsoft.com/office/drawing/2014/main" id="{B8182F22-3383-4E58-BB87-24B89B382287}"/>
                    </a:ext>
                  </a:extLst>
                </p:cNvPr>
                <p:cNvSpPr>
                  <a:spLocks/>
                </p:cNvSpPr>
                <p:nvPr/>
              </p:nvSpPr>
              <p:spPr bwMode="auto">
                <a:xfrm>
                  <a:off x="1752" y="1488"/>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grpSp>
        <p:sp>
          <p:nvSpPr>
            <p:cNvPr id="107546" name="Rectangle 38">
              <a:extLst>
                <a:ext uri="{FF2B5EF4-FFF2-40B4-BE49-F238E27FC236}">
                  <a16:creationId xmlns:a16="http://schemas.microsoft.com/office/drawing/2014/main" id="{2C30BC7D-4891-4D78-B98D-E05F3B058A1E}"/>
                </a:ext>
              </a:extLst>
            </p:cNvPr>
            <p:cNvSpPr>
              <a:spLocks noChangeArrowheads="1"/>
            </p:cNvSpPr>
            <p:nvPr/>
          </p:nvSpPr>
          <p:spPr bwMode="auto">
            <a:xfrm>
              <a:off x="3517757" y="2178490"/>
              <a:ext cx="319647"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Reg</a:t>
              </a:r>
            </a:p>
          </p:txBody>
        </p:sp>
        <p:grpSp>
          <p:nvGrpSpPr>
            <p:cNvPr id="107547" name="Group 39">
              <a:extLst>
                <a:ext uri="{FF2B5EF4-FFF2-40B4-BE49-F238E27FC236}">
                  <a16:creationId xmlns:a16="http://schemas.microsoft.com/office/drawing/2014/main" id="{61278F13-76D4-46FA-8F7A-6ED506C21848}"/>
                </a:ext>
              </a:extLst>
            </p:cNvPr>
            <p:cNvGrpSpPr>
              <a:grpSpLocks/>
            </p:cNvGrpSpPr>
            <p:nvPr/>
          </p:nvGrpSpPr>
          <p:grpSpPr bwMode="auto">
            <a:xfrm>
              <a:off x="3505200" y="2189560"/>
              <a:ext cx="382191" cy="344090"/>
              <a:chOff x="2043" y="1488"/>
              <a:chExt cx="296" cy="289"/>
            </a:xfrm>
          </p:grpSpPr>
          <p:sp>
            <p:nvSpPr>
              <p:cNvPr id="107640" name="Freeform 40">
                <a:extLst>
                  <a:ext uri="{FF2B5EF4-FFF2-40B4-BE49-F238E27FC236}">
                    <a16:creationId xmlns:a16="http://schemas.microsoft.com/office/drawing/2014/main" id="{85566364-BE53-4110-A4A9-613625918194}"/>
                  </a:ext>
                </a:extLst>
              </p:cNvPr>
              <p:cNvSpPr>
                <a:spLocks/>
              </p:cNvSpPr>
              <p:nvPr/>
            </p:nvSpPr>
            <p:spPr bwMode="auto">
              <a:xfrm>
                <a:off x="2043" y="1488"/>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41" name="Freeform 41">
                <a:extLst>
                  <a:ext uri="{FF2B5EF4-FFF2-40B4-BE49-F238E27FC236}">
                    <a16:creationId xmlns:a16="http://schemas.microsoft.com/office/drawing/2014/main" id="{F7A20C90-4BC6-4411-80D7-A01D22EA1F58}"/>
                  </a:ext>
                </a:extLst>
              </p:cNvPr>
              <p:cNvSpPr>
                <a:spLocks/>
              </p:cNvSpPr>
              <p:nvPr/>
            </p:nvSpPr>
            <p:spPr bwMode="auto">
              <a:xfrm>
                <a:off x="2191" y="1488"/>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sp>
          <p:nvSpPr>
            <p:cNvPr id="107548" name="Line 42">
              <a:extLst>
                <a:ext uri="{FF2B5EF4-FFF2-40B4-BE49-F238E27FC236}">
                  <a16:creationId xmlns:a16="http://schemas.microsoft.com/office/drawing/2014/main" id="{7612A4BF-F2E6-4E07-8364-035C742F2218}"/>
                </a:ext>
              </a:extLst>
            </p:cNvPr>
            <p:cNvSpPr>
              <a:spLocks noChangeShapeType="1"/>
            </p:cNvSpPr>
            <p:nvPr/>
          </p:nvSpPr>
          <p:spPr bwMode="auto">
            <a:xfrm>
              <a:off x="3346848" y="2361010"/>
              <a:ext cx="14406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49" name="Freeform 43">
              <a:extLst>
                <a:ext uri="{FF2B5EF4-FFF2-40B4-BE49-F238E27FC236}">
                  <a16:creationId xmlns:a16="http://schemas.microsoft.com/office/drawing/2014/main" id="{4F793D1B-1CDF-46FD-84A2-AC93D1205C97}"/>
                </a:ext>
              </a:extLst>
            </p:cNvPr>
            <p:cNvSpPr>
              <a:spLocks/>
            </p:cNvSpPr>
            <p:nvPr/>
          </p:nvSpPr>
          <p:spPr bwMode="auto">
            <a:xfrm>
              <a:off x="3437335" y="2246710"/>
              <a:ext cx="61913" cy="115490"/>
            </a:xfrm>
            <a:custGeom>
              <a:avLst/>
              <a:gdLst>
                <a:gd name="T0" fmla="*/ 0 w 48"/>
                <a:gd name="T1" fmla="*/ 2147483647 h 97"/>
                <a:gd name="T2" fmla="*/ 0 w 48"/>
                <a:gd name="T3" fmla="*/ 0 h 97"/>
                <a:gd name="T4" fmla="*/ 2147483647 w 48"/>
                <a:gd name="T5" fmla="*/ 0 h 97"/>
                <a:gd name="T6" fmla="*/ 21474836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550" name="Line 44">
              <a:extLst>
                <a:ext uri="{FF2B5EF4-FFF2-40B4-BE49-F238E27FC236}">
                  <a16:creationId xmlns:a16="http://schemas.microsoft.com/office/drawing/2014/main" id="{FDC604EB-8139-461A-B926-A5B0CC36F2F7}"/>
                </a:ext>
              </a:extLst>
            </p:cNvPr>
            <p:cNvSpPr>
              <a:spLocks noChangeShapeType="1"/>
            </p:cNvSpPr>
            <p:nvPr/>
          </p:nvSpPr>
          <p:spPr bwMode="auto">
            <a:xfrm>
              <a:off x="3883819" y="2246710"/>
              <a:ext cx="222647"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51" name="Rectangle 45">
              <a:extLst>
                <a:ext uri="{FF2B5EF4-FFF2-40B4-BE49-F238E27FC236}">
                  <a16:creationId xmlns:a16="http://schemas.microsoft.com/office/drawing/2014/main" id="{E554B616-F20D-41CB-94B0-A13310855A7E}"/>
                </a:ext>
              </a:extLst>
            </p:cNvPr>
            <p:cNvSpPr>
              <a:spLocks noChangeArrowheads="1"/>
            </p:cNvSpPr>
            <p:nvPr/>
          </p:nvSpPr>
          <p:spPr bwMode="auto">
            <a:xfrm>
              <a:off x="4597694" y="2194205"/>
              <a:ext cx="406401"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Mem</a:t>
              </a:r>
            </a:p>
          </p:txBody>
        </p:sp>
        <p:sp>
          <p:nvSpPr>
            <p:cNvPr id="107552" name="Rectangle 46">
              <a:extLst>
                <a:ext uri="{FF2B5EF4-FFF2-40B4-BE49-F238E27FC236}">
                  <a16:creationId xmlns:a16="http://schemas.microsoft.com/office/drawing/2014/main" id="{A7D44924-5C02-49AA-8F89-27207D49E4CB}"/>
                </a:ext>
              </a:extLst>
            </p:cNvPr>
            <p:cNvSpPr>
              <a:spLocks noChangeArrowheads="1"/>
            </p:cNvSpPr>
            <p:nvPr/>
          </p:nvSpPr>
          <p:spPr bwMode="auto">
            <a:xfrm>
              <a:off x="5212621" y="2172537"/>
              <a:ext cx="319647"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Reg</a:t>
              </a:r>
            </a:p>
          </p:txBody>
        </p:sp>
        <p:grpSp>
          <p:nvGrpSpPr>
            <p:cNvPr id="107553" name="Group 47">
              <a:extLst>
                <a:ext uri="{FF2B5EF4-FFF2-40B4-BE49-F238E27FC236}">
                  <a16:creationId xmlns:a16="http://schemas.microsoft.com/office/drawing/2014/main" id="{915BA5CF-23F6-4C4C-A634-F8E3707F4691}"/>
                </a:ext>
              </a:extLst>
            </p:cNvPr>
            <p:cNvGrpSpPr>
              <a:grpSpLocks/>
            </p:cNvGrpSpPr>
            <p:nvPr/>
          </p:nvGrpSpPr>
          <p:grpSpPr bwMode="auto">
            <a:xfrm>
              <a:off x="5204222" y="2189560"/>
              <a:ext cx="366713" cy="344090"/>
              <a:chOff x="3360" y="1488"/>
              <a:chExt cx="284" cy="289"/>
            </a:xfrm>
          </p:grpSpPr>
          <p:sp>
            <p:nvSpPr>
              <p:cNvPr id="107638" name="Freeform 48">
                <a:extLst>
                  <a:ext uri="{FF2B5EF4-FFF2-40B4-BE49-F238E27FC236}">
                    <a16:creationId xmlns:a16="http://schemas.microsoft.com/office/drawing/2014/main" id="{0E5BD832-299D-4E3D-BC0E-8CC2C6B00220}"/>
                  </a:ext>
                </a:extLst>
              </p:cNvPr>
              <p:cNvSpPr>
                <a:spLocks/>
              </p:cNvSpPr>
              <p:nvPr/>
            </p:nvSpPr>
            <p:spPr bwMode="auto">
              <a:xfrm>
                <a:off x="3360" y="1488"/>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39" name="Freeform 49">
                <a:extLst>
                  <a:ext uri="{FF2B5EF4-FFF2-40B4-BE49-F238E27FC236}">
                    <a16:creationId xmlns:a16="http://schemas.microsoft.com/office/drawing/2014/main" id="{511BE798-46D2-4F88-859A-2B2CEEB34852}"/>
                  </a:ext>
                </a:extLst>
              </p:cNvPr>
              <p:cNvSpPr>
                <a:spLocks/>
              </p:cNvSpPr>
              <p:nvPr/>
            </p:nvSpPr>
            <p:spPr bwMode="auto">
              <a:xfrm>
                <a:off x="3501" y="1488"/>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sp>
          <p:nvSpPr>
            <p:cNvPr id="107554" name="Line 50">
              <a:extLst>
                <a:ext uri="{FF2B5EF4-FFF2-40B4-BE49-F238E27FC236}">
                  <a16:creationId xmlns:a16="http://schemas.microsoft.com/office/drawing/2014/main" id="{529180F1-6479-48D3-8B1C-2C5052A43263}"/>
                </a:ext>
              </a:extLst>
            </p:cNvPr>
            <p:cNvSpPr>
              <a:spLocks noChangeShapeType="1"/>
            </p:cNvSpPr>
            <p:nvPr/>
          </p:nvSpPr>
          <p:spPr bwMode="auto">
            <a:xfrm>
              <a:off x="5004197" y="2361010"/>
              <a:ext cx="2000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55" name="Line 51">
              <a:extLst>
                <a:ext uri="{FF2B5EF4-FFF2-40B4-BE49-F238E27FC236}">
                  <a16:creationId xmlns:a16="http://schemas.microsoft.com/office/drawing/2014/main" id="{DF7FA29A-1446-45E6-90C2-F8936B5BFC82}"/>
                </a:ext>
              </a:extLst>
            </p:cNvPr>
            <p:cNvSpPr>
              <a:spLocks noChangeShapeType="1"/>
            </p:cNvSpPr>
            <p:nvPr/>
          </p:nvSpPr>
          <p:spPr bwMode="auto">
            <a:xfrm>
              <a:off x="4380310" y="2361010"/>
              <a:ext cx="22026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56" name="Freeform 52">
              <a:extLst>
                <a:ext uri="{FF2B5EF4-FFF2-40B4-BE49-F238E27FC236}">
                  <a16:creationId xmlns:a16="http://schemas.microsoft.com/office/drawing/2014/main" id="{530342CF-7E1D-4EB7-9DDF-162E40C4C519}"/>
                </a:ext>
              </a:extLst>
            </p:cNvPr>
            <p:cNvSpPr>
              <a:spLocks/>
            </p:cNvSpPr>
            <p:nvPr/>
          </p:nvSpPr>
          <p:spPr bwMode="auto">
            <a:xfrm>
              <a:off x="4545807" y="2361010"/>
              <a:ext cx="556022" cy="229790"/>
            </a:xfrm>
            <a:custGeom>
              <a:avLst/>
              <a:gdLst>
                <a:gd name="T0" fmla="*/ 0 w 431"/>
                <a:gd name="T1" fmla="*/ 0 h 193"/>
                <a:gd name="T2" fmla="*/ 0 w 431"/>
                <a:gd name="T3" fmla="*/ 2147483647 h 193"/>
                <a:gd name="T4" fmla="*/ 2147483647 w 431"/>
                <a:gd name="T5" fmla="*/ 2147483647 h 193"/>
                <a:gd name="T6" fmla="*/ 2147483647 w 431"/>
                <a:gd name="T7" fmla="*/ 2147483647 h 193"/>
                <a:gd name="T8" fmla="*/ 2147483647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557" name="Line 53">
              <a:extLst>
                <a:ext uri="{FF2B5EF4-FFF2-40B4-BE49-F238E27FC236}">
                  <a16:creationId xmlns:a16="http://schemas.microsoft.com/office/drawing/2014/main" id="{3D417D1B-A443-4289-9430-62A946C9F937}"/>
                </a:ext>
              </a:extLst>
            </p:cNvPr>
            <p:cNvSpPr>
              <a:spLocks noChangeShapeType="1"/>
            </p:cNvSpPr>
            <p:nvPr/>
          </p:nvSpPr>
          <p:spPr bwMode="auto">
            <a:xfrm>
              <a:off x="3883819" y="2475310"/>
              <a:ext cx="222647"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58" name="Freeform 54">
              <a:extLst>
                <a:ext uri="{FF2B5EF4-FFF2-40B4-BE49-F238E27FC236}">
                  <a16:creationId xmlns:a16="http://schemas.microsoft.com/office/drawing/2014/main" id="{35CA35DA-3F25-4A74-AD50-3D30D8959648}"/>
                </a:ext>
              </a:extLst>
            </p:cNvPr>
            <p:cNvSpPr>
              <a:spLocks/>
            </p:cNvSpPr>
            <p:nvPr/>
          </p:nvSpPr>
          <p:spPr bwMode="auto">
            <a:xfrm>
              <a:off x="4013598" y="2355057"/>
              <a:ext cx="434578" cy="330994"/>
            </a:xfrm>
            <a:custGeom>
              <a:avLst/>
              <a:gdLst>
                <a:gd name="T0" fmla="*/ 0 w 337"/>
                <a:gd name="T1" fmla="*/ 2147483647 h 278"/>
                <a:gd name="T2" fmla="*/ 0 w 337"/>
                <a:gd name="T3" fmla="*/ 2147483647 h 278"/>
                <a:gd name="T4" fmla="*/ 2147483647 w 337"/>
                <a:gd name="T5" fmla="*/ 2147483647 h 278"/>
                <a:gd name="T6" fmla="*/ 2147483647 w 337"/>
                <a:gd name="T7" fmla="*/ 2147483647 h 278"/>
                <a:gd name="T8" fmla="*/ 2147483647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nvGrpSpPr>
            <p:cNvPr id="107559" name="Group 55">
              <a:extLst>
                <a:ext uri="{FF2B5EF4-FFF2-40B4-BE49-F238E27FC236}">
                  <a16:creationId xmlns:a16="http://schemas.microsoft.com/office/drawing/2014/main" id="{61F4B371-BAE4-4278-9494-CE6B4CFD204E}"/>
                </a:ext>
              </a:extLst>
            </p:cNvPr>
            <p:cNvGrpSpPr>
              <a:grpSpLocks/>
            </p:cNvGrpSpPr>
            <p:nvPr/>
          </p:nvGrpSpPr>
          <p:grpSpPr bwMode="auto">
            <a:xfrm>
              <a:off x="4657514" y="2608660"/>
              <a:ext cx="274074" cy="572690"/>
              <a:chOff x="2936" y="1840"/>
              <a:chExt cx="213" cy="481"/>
            </a:xfrm>
          </p:grpSpPr>
          <p:sp>
            <p:nvSpPr>
              <p:cNvPr id="107636" name="Freeform 56">
                <a:extLst>
                  <a:ext uri="{FF2B5EF4-FFF2-40B4-BE49-F238E27FC236}">
                    <a16:creationId xmlns:a16="http://schemas.microsoft.com/office/drawing/2014/main" id="{1BEB1B60-750C-40F6-AB81-DF85FE1E1A9C}"/>
                  </a:ext>
                </a:extLst>
              </p:cNvPr>
              <p:cNvSpPr>
                <a:spLocks/>
              </p:cNvSpPr>
              <p:nvPr/>
            </p:nvSpPr>
            <p:spPr bwMode="auto">
              <a:xfrm>
                <a:off x="2936" y="1840"/>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37" name="Rectangle 57">
                <a:extLst>
                  <a:ext uri="{FF2B5EF4-FFF2-40B4-BE49-F238E27FC236}">
                    <a16:creationId xmlns:a16="http://schemas.microsoft.com/office/drawing/2014/main" id="{F7DE646C-E68D-4F44-9967-E4CF9F79285C}"/>
                  </a:ext>
                </a:extLst>
              </p:cNvPr>
              <p:cNvSpPr>
                <a:spLocks noChangeArrowheads="1"/>
              </p:cNvSpPr>
              <p:nvPr/>
            </p:nvSpPr>
            <p:spPr bwMode="auto">
              <a:xfrm rot="5400000">
                <a:off x="2798" y="1990"/>
                <a:ext cx="46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Calibri" panose="020F0502020204030204" pitchFamily="34" charset="0"/>
                    <a:ea typeface="新細明體" panose="02020500000000000000" pitchFamily="18" charset="-120"/>
                    <a:cs typeface="Calibri" panose="020F0502020204030204" pitchFamily="34" charset="0"/>
                  </a:rPr>
                  <a:t>ALU</a:t>
                </a:r>
              </a:p>
            </p:txBody>
          </p:sp>
        </p:grpSp>
        <p:grpSp>
          <p:nvGrpSpPr>
            <p:cNvPr id="107560" name="Group 58">
              <a:extLst>
                <a:ext uri="{FF2B5EF4-FFF2-40B4-BE49-F238E27FC236}">
                  <a16:creationId xmlns:a16="http://schemas.microsoft.com/office/drawing/2014/main" id="{589F6702-9EFF-4D8A-9181-55426785707D}"/>
                </a:ext>
              </a:extLst>
            </p:cNvPr>
            <p:cNvGrpSpPr>
              <a:grpSpLocks/>
            </p:cNvGrpSpPr>
            <p:nvPr/>
          </p:nvGrpSpPr>
          <p:grpSpPr bwMode="auto">
            <a:xfrm>
              <a:off x="3462714" y="2717004"/>
              <a:ext cx="438126" cy="358377"/>
              <a:chOff x="2010" y="1931"/>
              <a:chExt cx="340" cy="301"/>
            </a:xfrm>
          </p:grpSpPr>
          <p:sp>
            <p:nvSpPr>
              <p:cNvPr id="107632" name="Rectangle 59">
                <a:extLst>
                  <a:ext uri="{FF2B5EF4-FFF2-40B4-BE49-F238E27FC236}">
                    <a16:creationId xmlns:a16="http://schemas.microsoft.com/office/drawing/2014/main" id="{6F8614FB-DCB9-4994-9B2A-BB2A32C8109B}"/>
                  </a:ext>
                </a:extLst>
              </p:cNvPr>
              <p:cNvSpPr>
                <a:spLocks noChangeArrowheads="1"/>
              </p:cNvSpPr>
              <p:nvPr/>
            </p:nvSpPr>
            <p:spPr bwMode="auto">
              <a:xfrm>
                <a:off x="2014" y="1931"/>
                <a:ext cx="315"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Mem</a:t>
                </a:r>
              </a:p>
            </p:txBody>
          </p:sp>
          <p:grpSp>
            <p:nvGrpSpPr>
              <p:cNvPr id="107633" name="Group 60">
                <a:extLst>
                  <a:ext uri="{FF2B5EF4-FFF2-40B4-BE49-F238E27FC236}">
                    <a16:creationId xmlns:a16="http://schemas.microsoft.com/office/drawing/2014/main" id="{76CCF366-9E0E-4E20-9789-79E16A0E5F52}"/>
                  </a:ext>
                </a:extLst>
              </p:cNvPr>
              <p:cNvGrpSpPr>
                <a:grpSpLocks/>
              </p:cNvGrpSpPr>
              <p:nvPr/>
            </p:nvGrpSpPr>
            <p:grpSpPr bwMode="auto">
              <a:xfrm>
                <a:off x="2010" y="1936"/>
                <a:ext cx="340" cy="289"/>
                <a:chOff x="2010" y="1936"/>
                <a:chExt cx="340" cy="289"/>
              </a:xfrm>
            </p:grpSpPr>
            <p:sp>
              <p:nvSpPr>
                <p:cNvPr id="107634" name="Freeform 61">
                  <a:extLst>
                    <a:ext uri="{FF2B5EF4-FFF2-40B4-BE49-F238E27FC236}">
                      <a16:creationId xmlns:a16="http://schemas.microsoft.com/office/drawing/2014/main" id="{7FA1EDDE-124F-48F7-8E16-24EFC88DA558}"/>
                    </a:ext>
                  </a:extLst>
                </p:cNvPr>
                <p:cNvSpPr>
                  <a:spLocks/>
                </p:cNvSpPr>
                <p:nvPr/>
              </p:nvSpPr>
              <p:spPr bwMode="auto">
                <a:xfrm>
                  <a:off x="2010" y="1936"/>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35" name="Freeform 62">
                  <a:extLst>
                    <a:ext uri="{FF2B5EF4-FFF2-40B4-BE49-F238E27FC236}">
                      <a16:creationId xmlns:a16="http://schemas.microsoft.com/office/drawing/2014/main" id="{163F2924-838D-4416-A6AC-A41BAC95F160}"/>
                    </a:ext>
                  </a:extLst>
                </p:cNvPr>
                <p:cNvSpPr>
                  <a:spLocks/>
                </p:cNvSpPr>
                <p:nvPr/>
              </p:nvSpPr>
              <p:spPr bwMode="auto">
                <a:xfrm>
                  <a:off x="2179" y="1936"/>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grpSp>
        <p:sp>
          <p:nvSpPr>
            <p:cNvPr id="107561" name="Rectangle 63">
              <a:extLst>
                <a:ext uri="{FF2B5EF4-FFF2-40B4-BE49-F238E27FC236}">
                  <a16:creationId xmlns:a16="http://schemas.microsoft.com/office/drawing/2014/main" id="{628DE4AB-799E-4793-B3B8-01724F362457}"/>
                </a:ext>
              </a:extLst>
            </p:cNvPr>
            <p:cNvSpPr>
              <a:spLocks noChangeArrowheads="1"/>
            </p:cNvSpPr>
            <p:nvPr/>
          </p:nvSpPr>
          <p:spPr bwMode="auto">
            <a:xfrm>
              <a:off x="4067826" y="2701057"/>
              <a:ext cx="319647"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Reg</a:t>
              </a:r>
            </a:p>
          </p:txBody>
        </p:sp>
        <p:sp>
          <p:nvSpPr>
            <p:cNvPr id="107562" name="Line 64">
              <a:extLst>
                <a:ext uri="{FF2B5EF4-FFF2-40B4-BE49-F238E27FC236}">
                  <a16:creationId xmlns:a16="http://schemas.microsoft.com/office/drawing/2014/main" id="{2739D8A4-1357-4AFD-8025-233A68FE5656}"/>
                </a:ext>
              </a:extLst>
            </p:cNvPr>
            <p:cNvSpPr>
              <a:spLocks noChangeShapeType="1"/>
            </p:cNvSpPr>
            <p:nvPr/>
          </p:nvSpPr>
          <p:spPr bwMode="auto">
            <a:xfrm>
              <a:off x="3896917" y="2894410"/>
              <a:ext cx="145256"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63" name="Freeform 65">
              <a:extLst>
                <a:ext uri="{FF2B5EF4-FFF2-40B4-BE49-F238E27FC236}">
                  <a16:creationId xmlns:a16="http://schemas.microsoft.com/office/drawing/2014/main" id="{DECF0CFC-642C-45D7-A816-99FBAD8955C8}"/>
                </a:ext>
              </a:extLst>
            </p:cNvPr>
            <p:cNvSpPr>
              <a:spLocks/>
            </p:cNvSpPr>
            <p:nvPr/>
          </p:nvSpPr>
          <p:spPr bwMode="auto">
            <a:xfrm>
              <a:off x="3987403" y="2780110"/>
              <a:ext cx="61913" cy="115490"/>
            </a:xfrm>
            <a:custGeom>
              <a:avLst/>
              <a:gdLst>
                <a:gd name="T0" fmla="*/ 0 w 48"/>
                <a:gd name="T1" fmla="*/ 2147483647 h 97"/>
                <a:gd name="T2" fmla="*/ 0 w 48"/>
                <a:gd name="T3" fmla="*/ 0 h 97"/>
                <a:gd name="T4" fmla="*/ 2147483647 w 48"/>
                <a:gd name="T5" fmla="*/ 0 h 97"/>
                <a:gd name="T6" fmla="*/ 21474836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564" name="Line 66">
              <a:extLst>
                <a:ext uri="{FF2B5EF4-FFF2-40B4-BE49-F238E27FC236}">
                  <a16:creationId xmlns:a16="http://schemas.microsoft.com/office/drawing/2014/main" id="{0B411C03-458D-4D24-A9CF-44B6F920790C}"/>
                </a:ext>
              </a:extLst>
            </p:cNvPr>
            <p:cNvSpPr>
              <a:spLocks noChangeShapeType="1"/>
            </p:cNvSpPr>
            <p:nvPr/>
          </p:nvSpPr>
          <p:spPr bwMode="auto">
            <a:xfrm>
              <a:off x="4433887" y="2780110"/>
              <a:ext cx="2238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65" name="Rectangle 67">
              <a:extLst>
                <a:ext uri="{FF2B5EF4-FFF2-40B4-BE49-F238E27FC236}">
                  <a16:creationId xmlns:a16="http://schemas.microsoft.com/office/drawing/2014/main" id="{B839CC11-1421-4C30-AACF-A070FD43A4B1}"/>
                </a:ext>
              </a:extLst>
            </p:cNvPr>
            <p:cNvSpPr>
              <a:spLocks noChangeArrowheads="1"/>
            </p:cNvSpPr>
            <p:nvPr/>
          </p:nvSpPr>
          <p:spPr bwMode="auto">
            <a:xfrm>
              <a:off x="5147763" y="2716771"/>
              <a:ext cx="406401"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Mem</a:t>
              </a:r>
            </a:p>
          </p:txBody>
        </p:sp>
        <p:grpSp>
          <p:nvGrpSpPr>
            <p:cNvPr id="107566" name="Group 68">
              <a:extLst>
                <a:ext uri="{FF2B5EF4-FFF2-40B4-BE49-F238E27FC236}">
                  <a16:creationId xmlns:a16="http://schemas.microsoft.com/office/drawing/2014/main" id="{CA20D40E-CA3E-4347-9468-7006A127FEF4}"/>
                </a:ext>
              </a:extLst>
            </p:cNvPr>
            <p:cNvGrpSpPr>
              <a:grpSpLocks/>
            </p:cNvGrpSpPr>
            <p:nvPr/>
          </p:nvGrpSpPr>
          <p:grpSpPr bwMode="auto">
            <a:xfrm>
              <a:off x="5150644" y="2722960"/>
              <a:ext cx="420291" cy="344090"/>
              <a:chOff x="3319" y="1936"/>
              <a:chExt cx="325" cy="289"/>
            </a:xfrm>
          </p:grpSpPr>
          <p:sp>
            <p:nvSpPr>
              <p:cNvPr id="107630" name="Freeform 69">
                <a:extLst>
                  <a:ext uri="{FF2B5EF4-FFF2-40B4-BE49-F238E27FC236}">
                    <a16:creationId xmlns:a16="http://schemas.microsoft.com/office/drawing/2014/main" id="{EFDC14E4-79E5-474F-8327-D21CA462C832}"/>
                  </a:ext>
                </a:extLst>
              </p:cNvPr>
              <p:cNvSpPr>
                <a:spLocks/>
              </p:cNvSpPr>
              <p:nvPr/>
            </p:nvSpPr>
            <p:spPr bwMode="auto">
              <a:xfrm>
                <a:off x="3319" y="1936"/>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 name="T12" fmla="*/ 0 w 162"/>
                  <a:gd name="T13" fmla="*/ 0 h 289"/>
                  <a:gd name="T14" fmla="*/ 162 w 162"/>
                  <a:gd name="T15" fmla="*/ 289 h 289"/>
                </a:gdLst>
                <a:ahLst/>
                <a:cxnLst>
                  <a:cxn ang="T8">
                    <a:pos x="T0" y="T1"/>
                  </a:cxn>
                  <a:cxn ang="T9">
                    <a:pos x="T2" y="T3"/>
                  </a:cxn>
                  <a:cxn ang="T10">
                    <a:pos x="T4" y="T5"/>
                  </a:cxn>
                  <a:cxn ang="T11">
                    <a:pos x="T6" y="T7"/>
                  </a:cxn>
                </a:cxnLst>
                <a:rect l="T12" t="T13" r="T14" b="T15"/>
                <a:pathLst>
                  <a:path w="162" h="289">
                    <a:moveTo>
                      <a:pt x="161" y="0"/>
                    </a:moveTo>
                    <a:lnTo>
                      <a:pt x="0" y="0"/>
                    </a:lnTo>
                    <a:lnTo>
                      <a:pt x="0" y="288"/>
                    </a:lnTo>
                    <a:lnTo>
                      <a:pt x="16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31" name="Freeform 70">
                <a:extLst>
                  <a:ext uri="{FF2B5EF4-FFF2-40B4-BE49-F238E27FC236}">
                    <a16:creationId xmlns:a16="http://schemas.microsoft.com/office/drawing/2014/main" id="{09BDAD20-4FD9-450A-9406-19DA1D840519}"/>
                  </a:ext>
                </a:extLst>
              </p:cNvPr>
              <p:cNvSpPr>
                <a:spLocks/>
              </p:cNvSpPr>
              <p:nvPr/>
            </p:nvSpPr>
            <p:spPr bwMode="auto">
              <a:xfrm>
                <a:off x="3480" y="1936"/>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 name="T12" fmla="*/ 0 w 164"/>
                  <a:gd name="T13" fmla="*/ 0 h 289"/>
                  <a:gd name="T14" fmla="*/ 164 w 164"/>
                  <a:gd name="T15" fmla="*/ 289 h 289"/>
                </a:gdLst>
                <a:ahLst/>
                <a:cxnLst>
                  <a:cxn ang="T8">
                    <a:pos x="T0" y="T1"/>
                  </a:cxn>
                  <a:cxn ang="T9">
                    <a:pos x="T2" y="T3"/>
                  </a:cxn>
                  <a:cxn ang="T10">
                    <a:pos x="T4" y="T5"/>
                  </a:cxn>
                  <a:cxn ang="T11">
                    <a:pos x="T6" y="T7"/>
                  </a:cxn>
                </a:cxnLst>
                <a:rect l="T12" t="T13" r="T14" b="T15"/>
                <a:pathLst>
                  <a:path w="164" h="289">
                    <a:moveTo>
                      <a:pt x="0" y="0"/>
                    </a:moveTo>
                    <a:lnTo>
                      <a:pt x="163" y="0"/>
                    </a:lnTo>
                    <a:lnTo>
                      <a:pt x="163"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sp>
          <p:nvSpPr>
            <p:cNvPr id="107567" name="Rectangle 71">
              <a:extLst>
                <a:ext uri="{FF2B5EF4-FFF2-40B4-BE49-F238E27FC236}">
                  <a16:creationId xmlns:a16="http://schemas.microsoft.com/office/drawing/2014/main" id="{47396381-3C7E-45BF-A900-D8F510EE9E98}"/>
                </a:ext>
              </a:extLst>
            </p:cNvPr>
            <p:cNvSpPr>
              <a:spLocks noChangeArrowheads="1"/>
            </p:cNvSpPr>
            <p:nvPr/>
          </p:nvSpPr>
          <p:spPr bwMode="auto">
            <a:xfrm>
              <a:off x="5762693" y="2705937"/>
              <a:ext cx="319647"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Reg</a:t>
              </a:r>
            </a:p>
          </p:txBody>
        </p:sp>
        <p:grpSp>
          <p:nvGrpSpPr>
            <p:cNvPr id="107568" name="Group 72">
              <a:extLst>
                <a:ext uri="{FF2B5EF4-FFF2-40B4-BE49-F238E27FC236}">
                  <a16:creationId xmlns:a16="http://schemas.microsoft.com/office/drawing/2014/main" id="{1FC4E06E-2A5A-4FA9-BFED-42826AC4C049}"/>
                </a:ext>
              </a:extLst>
            </p:cNvPr>
            <p:cNvGrpSpPr>
              <a:grpSpLocks/>
            </p:cNvGrpSpPr>
            <p:nvPr/>
          </p:nvGrpSpPr>
          <p:grpSpPr bwMode="auto">
            <a:xfrm>
              <a:off x="5754291" y="2722960"/>
              <a:ext cx="366713" cy="344090"/>
              <a:chOff x="3787" y="1936"/>
              <a:chExt cx="284" cy="289"/>
            </a:xfrm>
          </p:grpSpPr>
          <p:sp>
            <p:nvSpPr>
              <p:cNvPr id="107628" name="Freeform 73">
                <a:extLst>
                  <a:ext uri="{FF2B5EF4-FFF2-40B4-BE49-F238E27FC236}">
                    <a16:creationId xmlns:a16="http://schemas.microsoft.com/office/drawing/2014/main" id="{ADFF22B1-EF89-46D5-A9EA-427B9CAF966C}"/>
                  </a:ext>
                </a:extLst>
              </p:cNvPr>
              <p:cNvSpPr>
                <a:spLocks/>
              </p:cNvSpPr>
              <p:nvPr/>
            </p:nvSpPr>
            <p:spPr bwMode="auto">
              <a:xfrm>
                <a:off x="3787" y="1936"/>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29" name="Freeform 74">
                <a:extLst>
                  <a:ext uri="{FF2B5EF4-FFF2-40B4-BE49-F238E27FC236}">
                    <a16:creationId xmlns:a16="http://schemas.microsoft.com/office/drawing/2014/main" id="{C9F12E0A-69FE-4941-9056-4D32BD3EAA36}"/>
                  </a:ext>
                </a:extLst>
              </p:cNvPr>
              <p:cNvSpPr>
                <a:spLocks/>
              </p:cNvSpPr>
              <p:nvPr/>
            </p:nvSpPr>
            <p:spPr bwMode="auto">
              <a:xfrm>
                <a:off x="3928" y="1936"/>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sp>
          <p:nvSpPr>
            <p:cNvPr id="107569" name="Line 75">
              <a:extLst>
                <a:ext uri="{FF2B5EF4-FFF2-40B4-BE49-F238E27FC236}">
                  <a16:creationId xmlns:a16="http://schemas.microsoft.com/office/drawing/2014/main" id="{B1AF10F9-E02F-443B-BE43-EC2DEB8A6651}"/>
                </a:ext>
              </a:extLst>
            </p:cNvPr>
            <p:cNvSpPr>
              <a:spLocks noChangeShapeType="1"/>
            </p:cNvSpPr>
            <p:nvPr/>
          </p:nvSpPr>
          <p:spPr bwMode="auto">
            <a:xfrm>
              <a:off x="5555457" y="2894410"/>
              <a:ext cx="19883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70" name="Line 76">
              <a:extLst>
                <a:ext uri="{FF2B5EF4-FFF2-40B4-BE49-F238E27FC236}">
                  <a16:creationId xmlns:a16="http://schemas.microsoft.com/office/drawing/2014/main" id="{A9A3A818-D5F7-48C5-B5CB-8A75BB305CBF}"/>
                </a:ext>
              </a:extLst>
            </p:cNvPr>
            <p:cNvSpPr>
              <a:spLocks noChangeShapeType="1"/>
            </p:cNvSpPr>
            <p:nvPr/>
          </p:nvSpPr>
          <p:spPr bwMode="auto">
            <a:xfrm>
              <a:off x="4930379" y="2894410"/>
              <a:ext cx="22026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71" name="Freeform 77">
              <a:extLst>
                <a:ext uri="{FF2B5EF4-FFF2-40B4-BE49-F238E27FC236}">
                  <a16:creationId xmlns:a16="http://schemas.microsoft.com/office/drawing/2014/main" id="{1E843307-84A0-4D70-84B5-9EA13FB023F9}"/>
                </a:ext>
              </a:extLst>
            </p:cNvPr>
            <p:cNvSpPr>
              <a:spLocks/>
            </p:cNvSpPr>
            <p:nvPr/>
          </p:nvSpPr>
          <p:spPr bwMode="auto">
            <a:xfrm>
              <a:off x="5097066" y="2894410"/>
              <a:ext cx="556022" cy="229790"/>
            </a:xfrm>
            <a:custGeom>
              <a:avLst/>
              <a:gdLst>
                <a:gd name="T0" fmla="*/ 0 w 431"/>
                <a:gd name="T1" fmla="*/ 0 h 193"/>
                <a:gd name="T2" fmla="*/ 0 w 431"/>
                <a:gd name="T3" fmla="*/ 2147483647 h 193"/>
                <a:gd name="T4" fmla="*/ 2147483647 w 431"/>
                <a:gd name="T5" fmla="*/ 2147483647 h 193"/>
                <a:gd name="T6" fmla="*/ 2147483647 w 431"/>
                <a:gd name="T7" fmla="*/ 2147483647 h 193"/>
                <a:gd name="T8" fmla="*/ 2147483647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572" name="Line 78">
              <a:extLst>
                <a:ext uri="{FF2B5EF4-FFF2-40B4-BE49-F238E27FC236}">
                  <a16:creationId xmlns:a16="http://schemas.microsoft.com/office/drawing/2014/main" id="{2C153534-D3EC-4411-8877-32AB065DF55C}"/>
                </a:ext>
              </a:extLst>
            </p:cNvPr>
            <p:cNvSpPr>
              <a:spLocks noChangeShapeType="1"/>
            </p:cNvSpPr>
            <p:nvPr/>
          </p:nvSpPr>
          <p:spPr bwMode="auto">
            <a:xfrm>
              <a:off x="4433887" y="3008710"/>
              <a:ext cx="2238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73" name="Freeform 79">
              <a:extLst>
                <a:ext uri="{FF2B5EF4-FFF2-40B4-BE49-F238E27FC236}">
                  <a16:creationId xmlns:a16="http://schemas.microsoft.com/office/drawing/2014/main" id="{3902147F-5169-44ED-AD18-F914DC21FE31}"/>
                </a:ext>
              </a:extLst>
            </p:cNvPr>
            <p:cNvSpPr>
              <a:spLocks/>
            </p:cNvSpPr>
            <p:nvPr/>
          </p:nvSpPr>
          <p:spPr bwMode="auto">
            <a:xfrm>
              <a:off x="4564856" y="2888457"/>
              <a:ext cx="434579" cy="330994"/>
            </a:xfrm>
            <a:custGeom>
              <a:avLst/>
              <a:gdLst>
                <a:gd name="T0" fmla="*/ 0 w 337"/>
                <a:gd name="T1" fmla="*/ 2147483647 h 278"/>
                <a:gd name="T2" fmla="*/ 0 w 337"/>
                <a:gd name="T3" fmla="*/ 2147483647 h 278"/>
                <a:gd name="T4" fmla="*/ 2147483647 w 337"/>
                <a:gd name="T5" fmla="*/ 2147483647 h 278"/>
                <a:gd name="T6" fmla="*/ 2147483647 w 337"/>
                <a:gd name="T7" fmla="*/ 2147483647 h 278"/>
                <a:gd name="T8" fmla="*/ 2147483647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nvGrpSpPr>
            <p:cNvPr id="107574" name="Group 80">
              <a:extLst>
                <a:ext uri="{FF2B5EF4-FFF2-40B4-BE49-F238E27FC236}">
                  <a16:creationId xmlns:a16="http://schemas.microsoft.com/office/drawing/2014/main" id="{994FAD91-B5AB-4289-AA51-C220173D290F}"/>
                </a:ext>
              </a:extLst>
            </p:cNvPr>
            <p:cNvGrpSpPr>
              <a:grpSpLocks/>
            </p:cNvGrpSpPr>
            <p:nvPr/>
          </p:nvGrpSpPr>
          <p:grpSpPr bwMode="auto">
            <a:xfrm>
              <a:off x="4007644" y="3275410"/>
              <a:ext cx="438150" cy="344090"/>
              <a:chOff x="2432" y="2400"/>
              <a:chExt cx="340" cy="289"/>
            </a:xfrm>
          </p:grpSpPr>
          <p:sp>
            <p:nvSpPr>
              <p:cNvPr id="107626" name="Freeform 81">
                <a:extLst>
                  <a:ext uri="{FF2B5EF4-FFF2-40B4-BE49-F238E27FC236}">
                    <a16:creationId xmlns:a16="http://schemas.microsoft.com/office/drawing/2014/main" id="{8EF74D0D-ADE7-41A4-8DAB-CCE2D943679F}"/>
                  </a:ext>
                </a:extLst>
              </p:cNvPr>
              <p:cNvSpPr>
                <a:spLocks/>
              </p:cNvSpPr>
              <p:nvPr/>
            </p:nvSpPr>
            <p:spPr bwMode="auto">
              <a:xfrm>
                <a:off x="2432" y="2400"/>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27" name="Freeform 82">
                <a:extLst>
                  <a:ext uri="{FF2B5EF4-FFF2-40B4-BE49-F238E27FC236}">
                    <a16:creationId xmlns:a16="http://schemas.microsoft.com/office/drawing/2014/main" id="{FAA90A90-9D02-454B-8482-39B7E637AE09}"/>
                  </a:ext>
                </a:extLst>
              </p:cNvPr>
              <p:cNvSpPr>
                <a:spLocks/>
              </p:cNvSpPr>
              <p:nvPr/>
            </p:nvSpPr>
            <p:spPr bwMode="auto">
              <a:xfrm>
                <a:off x="2601" y="2400"/>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sp>
          <p:nvSpPr>
            <p:cNvPr id="107575" name="Rectangle 83">
              <a:extLst>
                <a:ext uri="{FF2B5EF4-FFF2-40B4-BE49-F238E27FC236}">
                  <a16:creationId xmlns:a16="http://schemas.microsoft.com/office/drawing/2014/main" id="{E3348F6E-61AD-40B2-B1D1-9C28D34FB205}"/>
                </a:ext>
              </a:extLst>
            </p:cNvPr>
            <p:cNvSpPr>
              <a:spLocks noChangeArrowheads="1"/>
            </p:cNvSpPr>
            <p:nvPr/>
          </p:nvSpPr>
          <p:spPr bwMode="auto">
            <a:xfrm>
              <a:off x="4025569" y="3258387"/>
              <a:ext cx="406401"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Mem</a:t>
              </a:r>
            </a:p>
          </p:txBody>
        </p:sp>
        <p:grpSp>
          <p:nvGrpSpPr>
            <p:cNvPr id="107576" name="Group 84">
              <a:extLst>
                <a:ext uri="{FF2B5EF4-FFF2-40B4-BE49-F238E27FC236}">
                  <a16:creationId xmlns:a16="http://schemas.microsoft.com/office/drawing/2014/main" id="{A984B437-3A20-4591-BF9C-D6E77B2FA512}"/>
                </a:ext>
              </a:extLst>
            </p:cNvPr>
            <p:cNvGrpSpPr>
              <a:grpSpLocks/>
            </p:cNvGrpSpPr>
            <p:nvPr/>
          </p:nvGrpSpPr>
          <p:grpSpPr bwMode="auto">
            <a:xfrm>
              <a:off x="5201632" y="3161110"/>
              <a:ext cx="274075" cy="572690"/>
              <a:chOff x="3358" y="2304"/>
              <a:chExt cx="213" cy="481"/>
            </a:xfrm>
          </p:grpSpPr>
          <p:sp>
            <p:nvSpPr>
              <p:cNvPr id="107624" name="Freeform 85">
                <a:extLst>
                  <a:ext uri="{FF2B5EF4-FFF2-40B4-BE49-F238E27FC236}">
                    <a16:creationId xmlns:a16="http://schemas.microsoft.com/office/drawing/2014/main" id="{C2C4DBC5-7F90-4680-AF51-54EA6470DB28}"/>
                  </a:ext>
                </a:extLst>
              </p:cNvPr>
              <p:cNvSpPr>
                <a:spLocks/>
              </p:cNvSpPr>
              <p:nvPr/>
            </p:nvSpPr>
            <p:spPr bwMode="auto">
              <a:xfrm>
                <a:off x="3358" y="2304"/>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25" name="Rectangle 86">
                <a:extLst>
                  <a:ext uri="{FF2B5EF4-FFF2-40B4-BE49-F238E27FC236}">
                    <a16:creationId xmlns:a16="http://schemas.microsoft.com/office/drawing/2014/main" id="{987546AA-C8D7-405D-8338-02E0EB1A3993}"/>
                  </a:ext>
                </a:extLst>
              </p:cNvPr>
              <p:cNvSpPr>
                <a:spLocks noChangeArrowheads="1"/>
              </p:cNvSpPr>
              <p:nvPr/>
            </p:nvSpPr>
            <p:spPr bwMode="auto">
              <a:xfrm rot="5400000">
                <a:off x="3220" y="2454"/>
                <a:ext cx="46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Calibri" panose="020F0502020204030204" pitchFamily="34" charset="0"/>
                    <a:ea typeface="新細明體" panose="02020500000000000000" pitchFamily="18" charset="-120"/>
                    <a:cs typeface="Calibri" panose="020F0502020204030204" pitchFamily="34" charset="0"/>
                  </a:rPr>
                  <a:t>ALU</a:t>
                </a:r>
              </a:p>
            </p:txBody>
          </p:sp>
        </p:grpSp>
        <p:sp>
          <p:nvSpPr>
            <p:cNvPr id="107577" name="Rectangle 87">
              <a:extLst>
                <a:ext uri="{FF2B5EF4-FFF2-40B4-BE49-F238E27FC236}">
                  <a16:creationId xmlns:a16="http://schemas.microsoft.com/office/drawing/2014/main" id="{4838D469-484C-4068-A0EF-569C14BBCD68}"/>
                </a:ext>
              </a:extLst>
            </p:cNvPr>
            <p:cNvSpPr>
              <a:spLocks noChangeArrowheads="1"/>
            </p:cNvSpPr>
            <p:nvPr/>
          </p:nvSpPr>
          <p:spPr bwMode="auto">
            <a:xfrm>
              <a:off x="4619689" y="3264341"/>
              <a:ext cx="319647"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Reg</a:t>
              </a:r>
            </a:p>
          </p:txBody>
        </p:sp>
        <p:grpSp>
          <p:nvGrpSpPr>
            <p:cNvPr id="107578" name="Group 88">
              <a:extLst>
                <a:ext uri="{FF2B5EF4-FFF2-40B4-BE49-F238E27FC236}">
                  <a16:creationId xmlns:a16="http://schemas.microsoft.com/office/drawing/2014/main" id="{E5E37C23-A880-4791-8257-2AE7D8AEB22B}"/>
                </a:ext>
              </a:extLst>
            </p:cNvPr>
            <p:cNvGrpSpPr>
              <a:grpSpLocks/>
            </p:cNvGrpSpPr>
            <p:nvPr/>
          </p:nvGrpSpPr>
          <p:grpSpPr bwMode="auto">
            <a:xfrm>
              <a:off x="4600575" y="3275410"/>
              <a:ext cx="382191" cy="344090"/>
              <a:chOff x="2892" y="2400"/>
              <a:chExt cx="296" cy="289"/>
            </a:xfrm>
          </p:grpSpPr>
          <p:sp>
            <p:nvSpPr>
              <p:cNvPr id="107622" name="Freeform 89">
                <a:extLst>
                  <a:ext uri="{FF2B5EF4-FFF2-40B4-BE49-F238E27FC236}">
                    <a16:creationId xmlns:a16="http://schemas.microsoft.com/office/drawing/2014/main" id="{841E1088-1682-43CA-B108-6EED9F75FD90}"/>
                  </a:ext>
                </a:extLst>
              </p:cNvPr>
              <p:cNvSpPr>
                <a:spLocks/>
              </p:cNvSpPr>
              <p:nvPr/>
            </p:nvSpPr>
            <p:spPr bwMode="auto">
              <a:xfrm>
                <a:off x="2892" y="2400"/>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23" name="Freeform 90">
                <a:extLst>
                  <a:ext uri="{FF2B5EF4-FFF2-40B4-BE49-F238E27FC236}">
                    <a16:creationId xmlns:a16="http://schemas.microsoft.com/office/drawing/2014/main" id="{2E0F83E3-7568-464A-BB3C-3CCF34481354}"/>
                  </a:ext>
                </a:extLst>
              </p:cNvPr>
              <p:cNvSpPr>
                <a:spLocks/>
              </p:cNvSpPr>
              <p:nvPr/>
            </p:nvSpPr>
            <p:spPr bwMode="auto">
              <a:xfrm>
                <a:off x="3040" y="2400"/>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sp>
          <p:nvSpPr>
            <p:cNvPr id="107579" name="Line 91">
              <a:extLst>
                <a:ext uri="{FF2B5EF4-FFF2-40B4-BE49-F238E27FC236}">
                  <a16:creationId xmlns:a16="http://schemas.microsoft.com/office/drawing/2014/main" id="{46EFDFAB-5BD8-40EB-9D6A-40ECD61269C1}"/>
                </a:ext>
              </a:extLst>
            </p:cNvPr>
            <p:cNvSpPr>
              <a:spLocks noChangeShapeType="1"/>
            </p:cNvSpPr>
            <p:nvPr/>
          </p:nvSpPr>
          <p:spPr bwMode="auto">
            <a:xfrm>
              <a:off x="4442223" y="3446860"/>
              <a:ext cx="14406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80" name="Freeform 92">
              <a:extLst>
                <a:ext uri="{FF2B5EF4-FFF2-40B4-BE49-F238E27FC236}">
                  <a16:creationId xmlns:a16="http://schemas.microsoft.com/office/drawing/2014/main" id="{4B0FBAAF-18CE-4989-84CD-10364AE7EE04}"/>
                </a:ext>
              </a:extLst>
            </p:cNvPr>
            <p:cNvSpPr>
              <a:spLocks/>
            </p:cNvSpPr>
            <p:nvPr/>
          </p:nvSpPr>
          <p:spPr bwMode="auto">
            <a:xfrm>
              <a:off x="4531519" y="3332560"/>
              <a:ext cx="61913" cy="115490"/>
            </a:xfrm>
            <a:custGeom>
              <a:avLst/>
              <a:gdLst>
                <a:gd name="T0" fmla="*/ 0 w 48"/>
                <a:gd name="T1" fmla="*/ 2147483647 h 97"/>
                <a:gd name="T2" fmla="*/ 0 w 48"/>
                <a:gd name="T3" fmla="*/ 0 h 97"/>
                <a:gd name="T4" fmla="*/ 2147483647 w 48"/>
                <a:gd name="T5" fmla="*/ 0 h 97"/>
                <a:gd name="T6" fmla="*/ 21474836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581" name="Line 93">
              <a:extLst>
                <a:ext uri="{FF2B5EF4-FFF2-40B4-BE49-F238E27FC236}">
                  <a16:creationId xmlns:a16="http://schemas.microsoft.com/office/drawing/2014/main" id="{AF49522D-5B2C-4A69-AD1C-FDDC2503BF21}"/>
                </a:ext>
              </a:extLst>
            </p:cNvPr>
            <p:cNvSpPr>
              <a:spLocks noChangeShapeType="1"/>
            </p:cNvSpPr>
            <p:nvPr/>
          </p:nvSpPr>
          <p:spPr bwMode="auto">
            <a:xfrm>
              <a:off x="4978003" y="3332560"/>
              <a:ext cx="2238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82" name="Rectangle 94">
              <a:extLst>
                <a:ext uri="{FF2B5EF4-FFF2-40B4-BE49-F238E27FC236}">
                  <a16:creationId xmlns:a16="http://schemas.microsoft.com/office/drawing/2014/main" id="{E359EC71-CFF9-4DF1-B71B-F8C4C7572C26}"/>
                </a:ext>
              </a:extLst>
            </p:cNvPr>
            <p:cNvSpPr>
              <a:spLocks noChangeArrowheads="1"/>
            </p:cNvSpPr>
            <p:nvPr/>
          </p:nvSpPr>
          <p:spPr bwMode="auto">
            <a:xfrm>
              <a:off x="5686510" y="3258387"/>
              <a:ext cx="406401"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Mem</a:t>
              </a:r>
            </a:p>
          </p:txBody>
        </p:sp>
        <p:grpSp>
          <p:nvGrpSpPr>
            <p:cNvPr id="107583" name="Group 95">
              <a:extLst>
                <a:ext uri="{FF2B5EF4-FFF2-40B4-BE49-F238E27FC236}">
                  <a16:creationId xmlns:a16="http://schemas.microsoft.com/office/drawing/2014/main" id="{CFBAD246-06B5-4D36-BCA1-DA4B27492FE4}"/>
                </a:ext>
              </a:extLst>
            </p:cNvPr>
            <p:cNvGrpSpPr>
              <a:grpSpLocks/>
            </p:cNvGrpSpPr>
            <p:nvPr/>
          </p:nvGrpSpPr>
          <p:grpSpPr bwMode="auto">
            <a:xfrm>
              <a:off x="5695950" y="3275410"/>
              <a:ext cx="419100" cy="344090"/>
              <a:chOff x="3741" y="2400"/>
              <a:chExt cx="325" cy="289"/>
            </a:xfrm>
          </p:grpSpPr>
          <p:sp>
            <p:nvSpPr>
              <p:cNvPr id="107620" name="Freeform 96">
                <a:extLst>
                  <a:ext uri="{FF2B5EF4-FFF2-40B4-BE49-F238E27FC236}">
                    <a16:creationId xmlns:a16="http://schemas.microsoft.com/office/drawing/2014/main" id="{28A56E1D-D9B2-4097-B9D8-BD23322EB68C}"/>
                  </a:ext>
                </a:extLst>
              </p:cNvPr>
              <p:cNvSpPr>
                <a:spLocks/>
              </p:cNvSpPr>
              <p:nvPr/>
            </p:nvSpPr>
            <p:spPr bwMode="auto">
              <a:xfrm>
                <a:off x="3741" y="2400"/>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 name="T12" fmla="*/ 0 w 162"/>
                  <a:gd name="T13" fmla="*/ 0 h 289"/>
                  <a:gd name="T14" fmla="*/ 162 w 162"/>
                  <a:gd name="T15" fmla="*/ 289 h 289"/>
                </a:gdLst>
                <a:ahLst/>
                <a:cxnLst>
                  <a:cxn ang="T8">
                    <a:pos x="T0" y="T1"/>
                  </a:cxn>
                  <a:cxn ang="T9">
                    <a:pos x="T2" y="T3"/>
                  </a:cxn>
                  <a:cxn ang="T10">
                    <a:pos x="T4" y="T5"/>
                  </a:cxn>
                  <a:cxn ang="T11">
                    <a:pos x="T6" y="T7"/>
                  </a:cxn>
                </a:cxnLst>
                <a:rect l="T12" t="T13" r="T14" b="T15"/>
                <a:pathLst>
                  <a:path w="162" h="289">
                    <a:moveTo>
                      <a:pt x="161" y="0"/>
                    </a:moveTo>
                    <a:lnTo>
                      <a:pt x="0" y="0"/>
                    </a:lnTo>
                    <a:lnTo>
                      <a:pt x="0" y="288"/>
                    </a:lnTo>
                    <a:lnTo>
                      <a:pt x="16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21" name="Freeform 97">
                <a:extLst>
                  <a:ext uri="{FF2B5EF4-FFF2-40B4-BE49-F238E27FC236}">
                    <a16:creationId xmlns:a16="http://schemas.microsoft.com/office/drawing/2014/main" id="{620534B5-D50D-4E76-B350-4C0F343F0913}"/>
                  </a:ext>
                </a:extLst>
              </p:cNvPr>
              <p:cNvSpPr>
                <a:spLocks/>
              </p:cNvSpPr>
              <p:nvPr/>
            </p:nvSpPr>
            <p:spPr bwMode="auto">
              <a:xfrm>
                <a:off x="3902" y="2400"/>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 name="T12" fmla="*/ 0 w 164"/>
                  <a:gd name="T13" fmla="*/ 0 h 289"/>
                  <a:gd name="T14" fmla="*/ 164 w 164"/>
                  <a:gd name="T15" fmla="*/ 289 h 289"/>
                </a:gdLst>
                <a:ahLst/>
                <a:cxnLst>
                  <a:cxn ang="T8">
                    <a:pos x="T0" y="T1"/>
                  </a:cxn>
                  <a:cxn ang="T9">
                    <a:pos x="T2" y="T3"/>
                  </a:cxn>
                  <a:cxn ang="T10">
                    <a:pos x="T4" y="T5"/>
                  </a:cxn>
                  <a:cxn ang="T11">
                    <a:pos x="T6" y="T7"/>
                  </a:cxn>
                </a:cxnLst>
                <a:rect l="T12" t="T13" r="T14" b="T15"/>
                <a:pathLst>
                  <a:path w="164" h="289">
                    <a:moveTo>
                      <a:pt x="0" y="0"/>
                    </a:moveTo>
                    <a:lnTo>
                      <a:pt x="163" y="0"/>
                    </a:lnTo>
                    <a:lnTo>
                      <a:pt x="163"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sp>
          <p:nvSpPr>
            <p:cNvPr id="107584" name="Rectangle 98">
              <a:extLst>
                <a:ext uri="{FF2B5EF4-FFF2-40B4-BE49-F238E27FC236}">
                  <a16:creationId xmlns:a16="http://schemas.microsoft.com/office/drawing/2014/main" id="{DC463C65-1636-4D15-930F-8B860532BC69}"/>
                </a:ext>
              </a:extLst>
            </p:cNvPr>
            <p:cNvSpPr>
              <a:spLocks noChangeArrowheads="1"/>
            </p:cNvSpPr>
            <p:nvPr/>
          </p:nvSpPr>
          <p:spPr bwMode="auto">
            <a:xfrm>
              <a:off x="6301434" y="3258387"/>
              <a:ext cx="319647"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Reg</a:t>
              </a:r>
            </a:p>
          </p:txBody>
        </p:sp>
        <p:grpSp>
          <p:nvGrpSpPr>
            <p:cNvPr id="107585" name="Group 99">
              <a:extLst>
                <a:ext uri="{FF2B5EF4-FFF2-40B4-BE49-F238E27FC236}">
                  <a16:creationId xmlns:a16="http://schemas.microsoft.com/office/drawing/2014/main" id="{0F0A6BD2-A060-42CD-99C3-5973605242DF}"/>
                </a:ext>
              </a:extLst>
            </p:cNvPr>
            <p:cNvGrpSpPr>
              <a:grpSpLocks/>
            </p:cNvGrpSpPr>
            <p:nvPr/>
          </p:nvGrpSpPr>
          <p:grpSpPr bwMode="auto">
            <a:xfrm>
              <a:off x="6299597" y="3275410"/>
              <a:ext cx="365522" cy="344090"/>
              <a:chOff x="4209" y="2400"/>
              <a:chExt cx="284" cy="289"/>
            </a:xfrm>
          </p:grpSpPr>
          <p:sp>
            <p:nvSpPr>
              <p:cNvPr id="107618" name="Freeform 100">
                <a:extLst>
                  <a:ext uri="{FF2B5EF4-FFF2-40B4-BE49-F238E27FC236}">
                    <a16:creationId xmlns:a16="http://schemas.microsoft.com/office/drawing/2014/main" id="{4D3D7D45-D40E-4CC6-8246-18A9010D6CD2}"/>
                  </a:ext>
                </a:extLst>
              </p:cNvPr>
              <p:cNvSpPr>
                <a:spLocks/>
              </p:cNvSpPr>
              <p:nvPr/>
            </p:nvSpPr>
            <p:spPr bwMode="auto">
              <a:xfrm>
                <a:off x="4209" y="2400"/>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19" name="Freeform 101">
                <a:extLst>
                  <a:ext uri="{FF2B5EF4-FFF2-40B4-BE49-F238E27FC236}">
                    <a16:creationId xmlns:a16="http://schemas.microsoft.com/office/drawing/2014/main" id="{4D549DAD-6029-4837-9F15-E847078CA2FF}"/>
                  </a:ext>
                </a:extLst>
              </p:cNvPr>
              <p:cNvSpPr>
                <a:spLocks/>
              </p:cNvSpPr>
              <p:nvPr/>
            </p:nvSpPr>
            <p:spPr bwMode="auto">
              <a:xfrm>
                <a:off x="4350" y="2400"/>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sp>
          <p:nvSpPr>
            <p:cNvPr id="107586" name="Line 102">
              <a:extLst>
                <a:ext uri="{FF2B5EF4-FFF2-40B4-BE49-F238E27FC236}">
                  <a16:creationId xmlns:a16="http://schemas.microsoft.com/office/drawing/2014/main" id="{7F10C8BA-099A-4B90-8B0E-7EE01F3AF236}"/>
                </a:ext>
              </a:extLst>
            </p:cNvPr>
            <p:cNvSpPr>
              <a:spLocks noChangeShapeType="1"/>
            </p:cNvSpPr>
            <p:nvPr/>
          </p:nvSpPr>
          <p:spPr bwMode="auto">
            <a:xfrm>
              <a:off x="6099572" y="3446860"/>
              <a:ext cx="2000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87" name="Line 103">
              <a:extLst>
                <a:ext uri="{FF2B5EF4-FFF2-40B4-BE49-F238E27FC236}">
                  <a16:creationId xmlns:a16="http://schemas.microsoft.com/office/drawing/2014/main" id="{DF1F4B42-ACFB-46B3-AC18-31578A3F0AB5}"/>
                </a:ext>
              </a:extLst>
            </p:cNvPr>
            <p:cNvSpPr>
              <a:spLocks noChangeShapeType="1"/>
            </p:cNvSpPr>
            <p:nvPr/>
          </p:nvSpPr>
          <p:spPr bwMode="auto">
            <a:xfrm>
              <a:off x="5474494" y="3446860"/>
              <a:ext cx="221456"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88" name="Freeform 104">
              <a:extLst>
                <a:ext uri="{FF2B5EF4-FFF2-40B4-BE49-F238E27FC236}">
                  <a16:creationId xmlns:a16="http://schemas.microsoft.com/office/drawing/2014/main" id="{DFD56466-AF99-4B67-9B76-6405F0C5C3C1}"/>
                </a:ext>
              </a:extLst>
            </p:cNvPr>
            <p:cNvSpPr>
              <a:spLocks/>
            </p:cNvSpPr>
            <p:nvPr/>
          </p:nvSpPr>
          <p:spPr bwMode="auto">
            <a:xfrm>
              <a:off x="5641182" y="3446860"/>
              <a:ext cx="556022" cy="229790"/>
            </a:xfrm>
            <a:custGeom>
              <a:avLst/>
              <a:gdLst>
                <a:gd name="T0" fmla="*/ 0 w 431"/>
                <a:gd name="T1" fmla="*/ 0 h 193"/>
                <a:gd name="T2" fmla="*/ 0 w 431"/>
                <a:gd name="T3" fmla="*/ 2147483647 h 193"/>
                <a:gd name="T4" fmla="*/ 2147483647 w 431"/>
                <a:gd name="T5" fmla="*/ 2147483647 h 193"/>
                <a:gd name="T6" fmla="*/ 2147483647 w 431"/>
                <a:gd name="T7" fmla="*/ 2147483647 h 193"/>
                <a:gd name="T8" fmla="*/ 2147483647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589" name="Line 105">
              <a:extLst>
                <a:ext uri="{FF2B5EF4-FFF2-40B4-BE49-F238E27FC236}">
                  <a16:creationId xmlns:a16="http://schemas.microsoft.com/office/drawing/2014/main" id="{ABBD7B6E-0DFA-4E7E-9988-A9D35380E981}"/>
                </a:ext>
              </a:extLst>
            </p:cNvPr>
            <p:cNvSpPr>
              <a:spLocks noChangeShapeType="1"/>
            </p:cNvSpPr>
            <p:nvPr/>
          </p:nvSpPr>
          <p:spPr bwMode="auto">
            <a:xfrm>
              <a:off x="4978003" y="3561160"/>
              <a:ext cx="2238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90" name="Freeform 106">
              <a:extLst>
                <a:ext uri="{FF2B5EF4-FFF2-40B4-BE49-F238E27FC236}">
                  <a16:creationId xmlns:a16="http://schemas.microsoft.com/office/drawing/2014/main" id="{753696B3-BDF2-4593-9171-D5BA8F73BE21}"/>
                </a:ext>
              </a:extLst>
            </p:cNvPr>
            <p:cNvSpPr>
              <a:spLocks/>
            </p:cNvSpPr>
            <p:nvPr/>
          </p:nvSpPr>
          <p:spPr bwMode="auto">
            <a:xfrm>
              <a:off x="5108973" y="3440907"/>
              <a:ext cx="434578" cy="330994"/>
            </a:xfrm>
            <a:custGeom>
              <a:avLst/>
              <a:gdLst>
                <a:gd name="T0" fmla="*/ 0 w 337"/>
                <a:gd name="T1" fmla="*/ 2147483647 h 278"/>
                <a:gd name="T2" fmla="*/ 0 w 337"/>
                <a:gd name="T3" fmla="*/ 2147483647 h 278"/>
                <a:gd name="T4" fmla="*/ 2147483647 w 337"/>
                <a:gd name="T5" fmla="*/ 2147483647 h 278"/>
                <a:gd name="T6" fmla="*/ 2147483647 w 337"/>
                <a:gd name="T7" fmla="*/ 2147483647 h 278"/>
                <a:gd name="T8" fmla="*/ 2147483647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591" name="Rectangle 107">
              <a:extLst>
                <a:ext uri="{FF2B5EF4-FFF2-40B4-BE49-F238E27FC236}">
                  <a16:creationId xmlns:a16="http://schemas.microsoft.com/office/drawing/2014/main" id="{77D098AC-295A-4FCC-8820-EAD79781CD58}"/>
                </a:ext>
              </a:extLst>
            </p:cNvPr>
            <p:cNvSpPr>
              <a:spLocks noChangeArrowheads="1"/>
            </p:cNvSpPr>
            <p:nvPr/>
          </p:nvSpPr>
          <p:spPr bwMode="auto">
            <a:xfrm>
              <a:off x="1955007" y="3776664"/>
              <a:ext cx="250409"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Calibri" panose="020F0502020204030204" pitchFamily="34" charset="0"/>
                  <a:ea typeface="新細明體" panose="02020500000000000000" pitchFamily="18" charset="-120"/>
                  <a:cs typeface="Calibri" panose="020F0502020204030204" pitchFamily="34" charset="0"/>
                </a:rPr>
                <a:t>lw</a:t>
              </a:r>
            </a:p>
          </p:txBody>
        </p:sp>
        <p:sp>
          <p:nvSpPr>
            <p:cNvPr id="107592" name="Rectangle 108">
              <a:extLst>
                <a:ext uri="{FF2B5EF4-FFF2-40B4-BE49-F238E27FC236}">
                  <a16:creationId xmlns:a16="http://schemas.microsoft.com/office/drawing/2014/main" id="{AA83CDFD-E3DB-4258-A6FC-D84F10845E1E}"/>
                </a:ext>
              </a:extLst>
            </p:cNvPr>
            <p:cNvSpPr>
              <a:spLocks noChangeArrowheads="1"/>
            </p:cNvSpPr>
            <p:nvPr/>
          </p:nvSpPr>
          <p:spPr bwMode="auto">
            <a:xfrm>
              <a:off x="4638133" y="3783568"/>
              <a:ext cx="406401"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Mem</a:t>
              </a:r>
            </a:p>
          </p:txBody>
        </p:sp>
        <p:grpSp>
          <p:nvGrpSpPr>
            <p:cNvPr id="107593" name="Group 109">
              <a:extLst>
                <a:ext uri="{FF2B5EF4-FFF2-40B4-BE49-F238E27FC236}">
                  <a16:creationId xmlns:a16="http://schemas.microsoft.com/office/drawing/2014/main" id="{C9B41F15-D6BC-4431-B2AE-AE2764019004}"/>
                </a:ext>
              </a:extLst>
            </p:cNvPr>
            <p:cNvGrpSpPr>
              <a:grpSpLocks/>
            </p:cNvGrpSpPr>
            <p:nvPr/>
          </p:nvGrpSpPr>
          <p:grpSpPr bwMode="auto">
            <a:xfrm>
              <a:off x="5820760" y="3675460"/>
              <a:ext cx="274075" cy="572690"/>
              <a:chOff x="3838" y="2736"/>
              <a:chExt cx="213" cy="481"/>
            </a:xfrm>
          </p:grpSpPr>
          <p:sp>
            <p:nvSpPr>
              <p:cNvPr id="107616" name="Freeform 110">
                <a:extLst>
                  <a:ext uri="{FF2B5EF4-FFF2-40B4-BE49-F238E27FC236}">
                    <a16:creationId xmlns:a16="http://schemas.microsoft.com/office/drawing/2014/main" id="{7C3F47C0-2576-4135-9716-E3D834D2A3C5}"/>
                  </a:ext>
                </a:extLst>
              </p:cNvPr>
              <p:cNvSpPr>
                <a:spLocks/>
              </p:cNvSpPr>
              <p:nvPr/>
            </p:nvSpPr>
            <p:spPr bwMode="auto">
              <a:xfrm>
                <a:off x="3838" y="2736"/>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17" name="Rectangle 111">
                <a:extLst>
                  <a:ext uri="{FF2B5EF4-FFF2-40B4-BE49-F238E27FC236}">
                    <a16:creationId xmlns:a16="http://schemas.microsoft.com/office/drawing/2014/main" id="{37BA54FB-957C-4D54-A61D-66B44DB51666}"/>
                  </a:ext>
                </a:extLst>
              </p:cNvPr>
              <p:cNvSpPr>
                <a:spLocks noChangeArrowheads="1"/>
              </p:cNvSpPr>
              <p:nvPr/>
            </p:nvSpPr>
            <p:spPr bwMode="auto">
              <a:xfrm rot="5400000">
                <a:off x="3700" y="2886"/>
                <a:ext cx="46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Calibri" panose="020F0502020204030204" pitchFamily="34" charset="0"/>
                    <a:ea typeface="新細明體" panose="02020500000000000000" pitchFamily="18" charset="-120"/>
                    <a:cs typeface="Calibri" panose="020F0502020204030204" pitchFamily="34" charset="0"/>
                  </a:rPr>
                  <a:t>ALU</a:t>
                </a:r>
              </a:p>
            </p:txBody>
          </p:sp>
        </p:grpSp>
        <p:sp>
          <p:nvSpPr>
            <p:cNvPr id="107594" name="Rectangle 112">
              <a:extLst>
                <a:ext uri="{FF2B5EF4-FFF2-40B4-BE49-F238E27FC236}">
                  <a16:creationId xmlns:a16="http://schemas.microsoft.com/office/drawing/2014/main" id="{08A0E043-4D02-4081-94B2-713853143974}"/>
                </a:ext>
              </a:extLst>
            </p:cNvPr>
            <p:cNvSpPr>
              <a:spLocks noChangeArrowheads="1"/>
            </p:cNvSpPr>
            <p:nvPr/>
          </p:nvSpPr>
          <p:spPr bwMode="auto">
            <a:xfrm>
              <a:off x="5232256" y="3778689"/>
              <a:ext cx="319647"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Reg</a:t>
              </a:r>
            </a:p>
          </p:txBody>
        </p:sp>
        <p:grpSp>
          <p:nvGrpSpPr>
            <p:cNvPr id="107595" name="Group 113">
              <a:extLst>
                <a:ext uri="{FF2B5EF4-FFF2-40B4-BE49-F238E27FC236}">
                  <a16:creationId xmlns:a16="http://schemas.microsoft.com/office/drawing/2014/main" id="{6740BA2F-DF34-4571-9A1E-B52282004DAC}"/>
                </a:ext>
              </a:extLst>
            </p:cNvPr>
            <p:cNvGrpSpPr>
              <a:grpSpLocks/>
            </p:cNvGrpSpPr>
            <p:nvPr/>
          </p:nvGrpSpPr>
          <p:grpSpPr bwMode="auto">
            <a:xfrm>
              <a:off x="5219700" y="3789760"/>
              <a:ext cx="382191" cy="344090"/>
              <a:chOff x="3372" y="2832"/>
              <a:chExt cx="296" cy="289"/>
            </a:xfrm>
          </p:grpSpPr>
          <p:sp>
            <p:nvSpPr>
              <p:cNvPr id="107614" name="Freeform 114">
                <a:extLst>
                  <a:ext uri="{FF2B5EF4-FFF2-40B4-BE49-F238E27FC236}">
                    <a16:creationId xmlns:a16="http://schemas.microsoft.com/office/drawing/2014/main" id="{5D1F7538-6BE6-4D04-8B8A-91B0AA9BA1FF}"/>
                  </a:ext>
                </a:extLst>
              </p:cNvPr>
              <p:cNvSpPr>
                <a:spLocks/>
              </p:cNvSpPr>
              <p:nvPr/>
            </p:nvSpPr>
            <p:spPr bwMode="auto">
              <a:xfrm>
                <a:off x="3372" y="2832"/>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15" name="Freeform 115">
                <a:extLst>
                  <a:ext uri="{FF2B5EF4-FFF2-40B4-BE49-F238E27FC236}">
                    <a16:creationId xmlns:a16="http://schemas.microsoft.com/office/drawing/2014/main" id="{9E9E8B22-26A9-4C73-8E2F-39484D70FD2B}"/>
                  </a:ext>
                </a:extLst>
              </p:cNvPr>
              <p:cNvSpPr>
                <a:spLocks/>
              </p:cNvSpPr>
              <p:nvPr/>
            </p:nvSpPr>
            <p:spPr bwMode="auto">
              <a:xfrm>
                <a:off x="3520" y="2832"/>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sp>
          <p:nvSpPr>
            <p:cNvPr id="107596" name="Line 116">
              <a:extLst>
                <a:ext uri="{FF2B5EF4-FFF2-40B4-BE49-F238E27FC236}">
                  <a16:creationId xmlns:a16="http://schemas.microsoft.com/office/drawing/2014/main" id="{650132D0-98B9-489C-82EF-8408502374F3}"/>
                </a:ext>
              </a:extLst>
            </p:cNvPr>
            <p:cNvSpPr>
              <a:spLocks noChangeShapeType="1"/>
            </p:cNvSpPr>
            <p:nvPr/>
          </p:nvSpPr>
          <p:spPr bwMode="auto">
            <a:xfrm>
              <a:off x="5061348" y="3961210"/>
              <a:ext cx="14406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97" name="Freeform 117">
              <a:extLst>
                <a:ext uri="{FF2B5EF4-FFF2-40B4-BE49-F238E27FC236}">
                  <a16:creationId xmlns:a16="http://schemas.microsoft.com/office/drawing/2014/main" id="{9BF38BF4-3D70-49BF-BC42-224054043255}"/>
                </a:ext>
              </a:extLst>
            </p:cNvPr>
            <p:cNvSpPr>
              <a:spLocks/>
            </p:cNvSpPr>
            <p:nvPr/>
          </p:nvSpPr>
          <p:spPr bwMode="auto">
            <a:xfrm>
              <a:off x="5150644" y="3846910"/>
              <a:ext cx="61913" cy="115490"/>
            </a:xfrm>
            <a:custGeom>
              <a:avLst/>
              <a:gdLst>
                <a:gd name="T0" fmla="*/ 0 w 48"/>
                <a:gd name="T1" fmla="*/ 2147483647 h 97"/>
                <a:gd name="T2" fmla="*/ 0 w 48"/>
                <a:gd name="T3" fmla="*/ 0 h 97"/>
                <a:gd name="T4" fmla="*/ 2147483647 w 48"/>
                <a:gd name="T5" fmla="*/ 0 h 97"/>
                <a:gd name="T6" fmla="*/ 21474836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598" name="Line 118">
              <a:extLst>
                <a:ext uri="{FF2B5EF4-FFF2-40B4-BE49-F238E27FC236}">
                  <a16:creationId xmlns:a16="http://schemas.microsoft.com/office/drawing/2014/main" id="{A130F5B3-E7D5-4686-8F69-FCBC4AD4B25B}"/>
                </a:ext>
              </a:extLst>
            </p:cNvPr>
            <p:cNvSpPr>
              <a:spLocks noChangeShapeType="1"/>
            </p:cNvSpPr>
            <p:nvPr/>
          </p:nvSpPr>
          <p:spPr bwMode="auto">
            <a:xfrm>
              <a:off x="5597128" y="3846910"/>
              <a:ext cx="2238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599" name="Rectangle 119">
              <a:extLst>
                <a:ext uri="{FF2B5EF4-FFF2-40B4-BE49-F238E27FC236}">
                  <a16:creationId xmlns:a16="http://schemas.microsoft.com/office/drawing/2014/main" id="{D1CCCB11-6097-4673-B557-A1BC967D68BA}"/>
                </a:ext>
              </a:extLst>
            </p:cNvPr>
            <p:cNvSpPr>
              <a:spLocks noChangeArrowheads="1"/>
            </p:cNvSpPr>
            <p:nvPr/>
          </p:nvSpPr>
          <p:spPr bwMode="auto">
            <a:xfrm>
              <a:off x="6299078" y="3783568"/>
              <a:ext cx="406401"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Mem</a:t>
              </a:r>
            </a:p>
          </p:txBody>
        </p:sp>
        <p:grpSp>
          <p:nvGrpSpPr>
            <p:cNvPr id="107600" name="Group 120">
              <a:extLst>
                <a:ext uri="{FF2B5EF4-FFF2-40B4-BE49-F238E27FC236}">
                  <a16:creationId xmlns:a16="http://schemas.microsoft.com/office/drawing/2014/main" id="{602C17FA-A0C2-4B53-9092-CF68B91BFAD5}"/>
                </a:ext>
              </a:extLst>
            </p:cNvPr>
            <p:cNvGrpSpPr>
              <a:grpSpLocks/>
            </p:cNvGrpSpPr>
            <p:nvPr/>
          </p:nvGrpSpPr>
          <p:grpSpPr bwMode="auto">
            <a:xfrm>
              <a:off x="6315075" y="3789760"/>
              <a:ext cx="419100" cy="344090"/>
              <a:chOff x="4221" y="2832"/>
              <a:chExt cx="325" cy="289"/>
            </a:xfrm>
          </p:grpSpPr>
          <p:sp>
            <p:nvSpPr>
              <p:cNvPr id="107612" name="Freeform 121">
                <a:extLst>
                  <a:ext uri="{FF2B5EF4-FFF2-40B4-BE49-F238E27FC236}">
                    <a16:creationId xmlns:a16="http://schemas.microsoft.com/office/drawing/2014/main" id="{18A344CE-1259-4E86-982B-212640282BFF}"/>
                  </a:ext>
                </a:extLst>
              </p:cNvPr>
              <p:cNvSpPr>
                <a:spLocks/>
              </p:cNvSpPr>
              <p:nvPr/>
            </p:nvSpPr>
            <p:spPr bwMode="auto">
              <a:xfrm>
                <a:off x="4221" y="2832"/>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 name="T12" fmla="*/ 0 w 162"/>
                  <a:gd name="T13" fmla="*/ 0 h 289"/>
                  <a:gd name="T14" fmla="*/ 162 w 162"/>
                  <a:gd name="T15" fmla="*/ 289 h 289"/>
                </a:gdLst>
                <a:ahLst/>
                <a:cxnLst>
                  <a:cxn ang="T8">
                    <a:pos x="T0" y="T1"/>
                  </a:cxn>
                  <a:cxn ang="T9">
                    <a:pos x="T2" y="T3"/>
                  </a:cxn>
                  <a:cxn ang="T10">
                    <a:pos x="T4" y="T5"/>
                  </a:cxn>
                  <a:cxn ang="T11">
                    <a:pos x="T6" y="T7"/>
                  </a:cxn>
                </a:cxnLst>
                <a:rect l="T12" t="T13" r="T14" b="T15"/>
                <a:pathLst>
                  <a:path w="162" h="289">
                    <a:moveTo>
                      <a:pt x="161" y="0"/>
                    </a:moveTo>
                    <a:lnTo>
                      <a:pt x="0" y="0"/>
                    </a:lnTo>
                    <a:lnTo>
                      <a:pt x="0" y="288"/>
                    </a:lnTo>
                    <a:lnTo>
                      <a:pt x="16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13" name="Freeform 122">
                <a:extLst>
                  <a:ext uri="{FF2B5EF4-FFF2-40B4-BE49-F238E27FC236}">
                    <a16:creationId xmlns:a16="http://schemas.microsoft.com/office/drawing/2014/main" id="{2643832E-A1D7-4571-BCAC-9E027845297F}"/>
                  </a:ext>
                </a:extLst>
              </p:cNvPr>
              <p:cNvSpPr>
                <a:spLocks/>
              </p:cNvSpPr>
              <p:nvPr/>
            </p:nvSpPr>
            <p:spPr bwMode="auto">
              <a:xfrm>
                <a:off x="4382" y="2832"/>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 name="T12" fmla="*/ 0 w 164"/>
                  <a:gd name="T13" fmla="*/ 0 h 289"/>
                  <a:gd name="T14" fmla="*/ 164 w 164"/>
                  <a:gd name="T15" fmla="*/ 289 h 289"/>
                </a:gdLst>
                <a:ahLst/>
                <a:cxnLst>
                  <a:cxn ang="T8">
                    <a:pos x="T0" y="T1"/>
                  </a:cxn>
                  <a:cxn ang="T9">
                    <a:pos x="T2" y="T3"/>
                  </a:cxn>
                  <a:cxn ang="T10">
                    <a:pos x="T4" y="T5"/>
                  </a:cxn>
                  <a:cxn ang="T11">
                    <a:pos x="T6" y="T7"/>
                  </a:cxn>
                </a:cxnLst>
                <a:rect l="T12" t="T13" r="T14" b="T15"/>
                <a:pathLst>
                  <a:path w="164" h="289">
                    <a:moveTo>
                      <a:pt x="0" y="0"/>
                    </a:moveTo>
                    <a:lnTo>
                      <a:pt x="163" y="0"/>
                    </a:lnTo>
                    <a:lnTo>
                      <a:pt x="163"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sp>
          <p:nvSpPr>
            <p:cNvPr id="107601" name="Rectangle 123">
              <a:extLst>
                <a:ext uri="{FF2B5EF4-FFF2-40B4-BE49-F238E27FC236}">
                  <a16:creationId xmlns:a16="http://schemas.microsoft.com/office/drawing/2014/main" id="{87D99F9E-6CFE-4A7F-8E43-C1E8CE01BB39}"/>
                </a:ext>
              </a:extLst>
            </p:cNvPr>
            <p:cNvSpPr>
              <a:spLocks noChangeArrowheads="1"/>
            </p:cNvSpPr>
            <p:nvPr/>
          </p:nvSpPr>
          <p:spPr bwMode="auto">
            <a:xfrm>
              <a:off x="6927120" y="3783568"/>
              <a:ext cx="319647" cy="35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Reg</a:t>
              </a:r>
            </a:p>
          </p:txBody>
        </p:sp>
        <p:grpSp>
          <p:nvGrpSpPr>
            <p:cNvPr id="107602" name="Group 124">
              <a:extLst>
                <a:ext uri="{FF2B5EF4-FFF2-40B4-BE49-F238E27FC236}">
                  <a16:creationId xmlns:a16="http://schemas.microsoft.com/office/drawing/2014/main" id="{37003241-3E8B-4128-B914-C4851C91C238}"/>
                </a:ext>
              </a:extLst>
            </p:cNvPr>
            <p:cNvGrpSpPr>
              <a:grpSpLocks/>
            </p:cNvGrpSpPr>
            <p:nvPr/>
          </p:nvGrpSpPr>
          <p:grpSpPr bwMode="auto">
            <a:xfrm>
              <a:off x="6918722" y="3789760"/>
              <a:ext cx="365522" cy="344090"/>
              <a:chOff x="4689" y="2832"/>
              <a:chExt cx="284" cy="289"/>
            </a:xfrm>
          </p:grpSpPr>
          <p:sp>
            <p:nvSpPr>
              <p:cNvPr id="107610" name="Freeform 125">
                <a:extLst>
                  <a:ext uri="{FF2B5EF4-FFF2-40B4-BE49-F238E27FC236}">
                    <a16:creationId xmlns:a16="http://schemas.microsoft.com/office/drawing/2014/main" id="{1DD79625-4EBF-47A7-B0D5-54FD05DFB80F}"/>
                  </a:ext>
                </a:extLst>
              </p:cNvPr>
              <p:cNvSpPr>
                <a:spLocks/>
              </p:cNvSpPr>
              <p:nvPr/>
            </p:nvSpPr>
            <p:spPr bwMode="auto">
              <a:xfrm>
                <a:off x="4689" y="2832"/>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11" name="Freeform 126">
                <a:extLst>
                  <a:ext uri="{FF2B5EF4-FFF2-40B4-BE49-F238E27FC236}">
                    <a16:creationId xmlns:a16="http://schemas.microsoft.com/office/drawing/2014/main" id="{CCDD3C21-D5C4-4622-8C46-445AB165EF5B}"/>
                  </a:ext>
                </a:extLst>
              </p:cNvPr>
              <p:cNvSpPr>
                <a:spLocks/>
              </p:cNvSpPr>
              <p:nvPr/>
            </p:nvSpPr>
            <p:spPr bwMode="auto">
              <a:xfrm>
                <a:off x="4830" y="2832"/>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sp>
          <p:nvSpPr>
            <p:cNvPr id="107603" name="Line 127">
              <a:extLst>
                <a:ext uri="{FF2B5EF4-FFF2-40B4-BE49-F238E27FC236}">
                  <a16:creationId xmlns:a16="http://schemas.microsoft.com/office/drawing/2014/main" id="{0EEF57C5-1FF6-449A-89DE-907CFC39B9DC}"/>
                </a:ext>
              </a:extLst>
            </p:cNvPr>
            <p:cNvSpPr>
              <a:spLocks noChangeShapeType="1"/>
            </p:cNvSpPr>
            <p:nvPr/>
          </p:nvSpPr>
          <p:spPr bwMode="auto">
            <a:xfrm>
              <a:off x="6718697" y="3961210"/>
              <a:ext cx="2000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604" name="Line 128">
              <a:extLst>
                <a:ext uri="{FF2B5EF4-FFF2-40B4-BE49-F238E27FC236}">
                  <a16:creationId xmlns:a16="http://schemas.microsoft.com/office/drawing/2014/main" id="{96C4A392-449F-426C-94A4-ED45FB0B7E2A}"/>
                </a:ext>
              </a:extLst>
            </p:cNvPr>
            <p:cNvSpPr>
              <a:spLocks noChangeShapeType="1"/>
            </p:cNvSpPr>
            <p:nvPr/>
          </p:nvSpPr>
          <p:spPr bwMode="auto">
            <a:xfrm>
              <a:off x="6093619" y="3961210"/>
              <a:ext cx="221456"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605" name="Freeform 129">
              <a:extLst>
                <a:ext uri="{FF2B5EF4-FFF2-40B4-BE49-F238E27FC236}">
                  <a16:creationId xmlns:a16="http://schemas.microsoft.com/office/drawing/2014/main" id="{10E3B37B-F4FC-430F-AD83-FEF1CA97DA56}"/>
                </a:ext>
              </a:extLst>
            </p:cNvPr>
            <p:cNvSpPr>
              <a:spLocks/>
            </p:cNvSpPr>
            <p:nvPr/>
          </p:nvSpPr>
          <p:spPr bwMode="auto">
            <a:xfrm>
              <a:off x="6260307" y="3961210"/>
              <a:ext cx="556022" cy="229790"/>
            </a:xfrm>
            <a:custGeom>
              <a:avLst/>
              <a:gdLst>
                <a:gd name="T0" fmla="*/ 0 w 431"/>
                <a:gd name="T1" fmla="*/ 0 h 193"/>
                <a:gd name="T2" fmla="*/ 0 w 431"/>
                <a:gd name="T3" fmla="*/ 2147483647 h 193"/>
                <a:gd name="T4" fmla="*/ 2147483647 w 431"/>
                <a:gd name="T5" fmla="*/ 2147483647 h 193"/>
                <a:gd name="T6" fmla="*/ 2147483647 w 431"/>
                <a:gd name="T7" fmla="*/ 2147483647 h 193"/>
                <a:gd name="T8" fmla="*/ 2147483647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sp>
          <p:nvSpPr>
            <p:cNvPr id="107606" name="Line 130">
              <a:extLst>
                <a:ext uri="{FF2B5EF4-FFF2-40B4-BE49-F238E27FC236}">
                  <a16:creationId xmlns:a16="http://schemas.microsoft.com/office/drawing/2014/main" id="{47A3A2CB-425C-4467-B86B-13AC148F6891}"/>
                </a:ext>
              </a:extLst>
            </p:cNvPr>
            <p:cNvSpPr>
              <a:spLocks noChangeShapeType="1"/>
            </p:cNvSpPr>
            <p:nvPr/>
          </p:nvSpPr>
          <p:spPr bwMode="auto">
            <a:xfrm>
              <a:off x="5597128" y="4075510"/>
              <a:ext cx="2238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200">
                <a:latin typeface="Calibri" panose="020F0502020204030204" pitchFamily="34" charset="0"/>
                <a:cs typeface="Calibri" panose="020F0502020204030204" pitchFamily="34" charset="0"/>
              </a:endParaRPr>
            </a:p>
          </p:txBody>
        </p:sp>
        <p:sp>
          <p:nvSpPr>
            <p:cNvPr id="107607" name="Freeform 131">
              <a:extLst>
                <a:ext uri="{FF2B5EF4-FFF2-40B4-BE49-F238E27FC236}">
                  <a16:creationId xmlns:a16="http://schemas.microsoft.com/office/drawing/2014/main" id="{0CE4FABD-2D06-4105-8C45-42EC9D907E2E}"/>
                </a:ext>
              </a:extLst>
            </p:cNvPr>
            <p:cNvSpPr>
              <a:spLocks/>
            </p:cNvSpPr>
            <p:nvPr/>
          </p:nvSpPr>
          <p:spPr bwMode="auto">
            <a:xfrm>
              <a:off x="5728098" y="3955257"/>
              <a:ext cx="434578" cy="330994"/>
            </a:xfrm>
            <a:custGeom>
              <a:avLst/>
              <a:gdLst>
                <a:gd name="T0" fmla="*/ 0 w 337"/>
                <a:gd name="T1" fmla="*/ 2147483647 h 278"/>
                <a:gd name="T2" fmla="*/ 0 w 337"/>
                <a:gd name="T3" fmla="*/ 2147483647 h 278"/>
                <a:gd name="T4" fmla="*/ 2147483647 w 337"/>
                <a:gd name="T5" fmla="*/ 2147483647 h 278"/>
                <a:gd name="T6" fmla="*/ 2147483647 w 337"/>
                <a:gd name="T7" fmla="*/ 2147483647 h 278"/>
                <a:gd name="T8" fmla="*/ 2147483647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1200">
                <a:latin typeface="Calibri" panose="020F0502020204030204" pitchFamily="34" charset="0"/>
                <a:cs typeface="Calibri" panose="020F0502020204030204" pitchFamily="34" charset="0"/>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B04E79D4-9A37-4A19-A3A1-A7FA19690414}"/>
              </a:ext>
            </a:extLst>
          </p:cNvPr>
          <p:cNvSpPr>
            <a:spLocks noGrp="1" noChangeArrowheads="1"/>
          </p:cNvSpPr>
          <p:nvPr>
            <p:ph type="title"/>
          </p:nvPr>
        </p:nvSpPr>
        <p:spPr/>
        <p:txBody>
          <a:bodyPr/>
          <a:lstStyle/>
          <a:p>
            <a:r>
              <a:rPr lang="en-US" altLang="zh-TW"/>
              <a:t>Outline</a:t>
            </a:r>
          </a:p>
        </p:txBody>
      </p:sp>
      <p:sp>
        <p:nvSpPr>
          <p:cNvPr id="108547" name="Rectangle 3">
            <a:extLst>
              <a:ext uri="{FF2B5EF4-FFF2-40B4-BE49-F238E27FC236}">
                <a16:creationId xmlns:a16="http://schemas.microsoft.com/office/drawing/2014/main" id="{EB457C66-DD16-4535-99BB-EF53954F4448}"/>
              </a:ext>
            </a:extLst>
          </p:cNvPr>
          <p:cNvSpPr>
            <a:spLocks noGrp="1" noChangeArrowheads="1"/>
          </p:cNvSpPr>
          <p:nvPr>
            <p:ph idx="1"/>
          </p:nvPr>
        </p:nvSpPr>
        <p:spPr>
          <a:xfrm>
            <a:off x="1004046" y="844153"/>
            <a:ext cx="7682753" cy="3671888"/>
          </a:xfrm>
        </p:spPr>
        <p:txBody>
          <a:bodyPr/>
          <a:lstStyle/>
          <a:p>
            <a:pPr>
              <a:spcBef>
                <a:spcPts val="0"/>
              </a:spcBef>
            </a:pPr>
            <a:r>
              <a:rPr lang="en-US" altLang="zh-TW" sz="2000" dirty="0"/>
              <a:t>An overview of pipelining</a:t>
            </a:r>
          </a:p>
          <a:p>
            <a:pPr>
              <a:spcBef>
                <a:spcPts val="0"/>
              </a:spcBef>
            </a:pPr>
            <a:r>
              <a:rPr lang="en-US" altLang="zh-TW" sz="2000" dirty="0"/>
              <a:t>A pipelined </a:t>
            </a:r>
            <a:r>
              <a:rPr lang="en-US" altLang="zh-TW" sz="2000" dirty="0" err="1"/>
              <a:t>datapath</a:t>
            </a:r>
            <a:endParaRPr lang="en-US" altLang="zh-TW" sz="2000" dirty="0"/>
          </a:p>
          <a:p>
            <a:pPr>
              <a:spcBef>
                <a:spcPts val="0"/>
              </a:spcBef>
            </a:pPr>
            <a:r>
              <a:rPr lang="en-US" altLang="zh-TW" sz="2000" dirty="0"/>
              <a:t>Pipelined control</a:t>
            </a:r>
          </a:p>
          <a:p>
            <a:pPr>
              <a:spcBef>
                <a:spcPts val="0"/>
              </a:spcBef>
            </a:pPr>
            <a:r>
              <a:rPr lang="en-US" altLang="zh-CN" sz="2000" dirty="0"/>
              <a:t>Hazards:</a:t>
            </a:r>
            <a:r>
              <a:rPr lang="zh-CN" altLang="en-US" sz="2000" dirty="0"/>
              <a:t> </a:t>
            </a:r>
            <a:r>
              <a:rPr lang="en-US" altLang="zh-CN" sz="2000" dirty="0"/>
              <a:t>types of hazard</a:t>
            </a:r>
          </a:p>
          <a:p>
            <a:pPr>
              <a:spcBef>
                <a:spcPts val="0"/>
              </a:spcBef>
            </a:pPr>
            <a:r>
              <a:rPr lang="en-US" altLang="zh-TW" sz="2000" dirty="0"/>
              <a:t>Handling data hazards</a:t>
            </a:r>
          </a:p>
          <a:p>
            <a:pPr lvl="1">
              <a:spcBef>
                <a:spcPts val="0"/>
              </a:spcBef>
            </a:pPr>
            <a:r>
              <a:rPr lang="en-US" altLang="zh-CN" sz="1800" dirty="0"/>
              <a:t>Inserting</a:t>
            </a:r>
            <a:r>
              <a:rPr lang="zh-CN" altLang="en-US" sz="1800" dirty="0"/>
              <a:t> </a:t>
            </a:r>
            <a:r>
              <a:rPr lang="en-US" altLang="zh-CN" sz="1800" dirty="0"/>
              <a:t>NOP</a:t>
            </a:r>
            <a:r>
              <a:rPr lang="zh-CN" altLang="en-US" sz="1800" dirty="0"/>
              <a:t>（</a:t>
            </a:r>
            <a:r>
              <a:rPr lang="en-US" altLang="zh-CN" sz="1800" dirty="0"/>
              <a:t>software</a:t>
            </a:r>
            <a:r>
              <a:rPr lang="zh-CN" altLang="en-US" sz="1800" dirty="0"/>
              <a:t>）</a:t>
            </a:r>
            <a:endParaRPr lang="en-US" altLang="zh-TW" sz="1800" dirty="0"/>
          </a:p>
          <a:p>
            <a:pPr lvl="1">
              <a:spcBef>
                <a:spcPts val="0"/>
              </a:spcBef>
            </a:pPr>
            <a:r>
              <a:rPr lang="en-US" altLang="zh-CN" sz="1800" dirty="0"/>
              <a:t>F</a:t>
            </a:r>
            <a:r>
              <a:rPr lang="en-US" altLang="zh-TW" sz="1800" dirty="0"/>
              <a:t>orwarding</a:t>
            </a:r>
            <a:r>
              <a:rPr lang="en-US" altLang="zh-CN" sz="1800" dirty="0"/>
              <a:t>,</a:t>
            </a:r>
            <a:r>
              <a:rPr lang="zh-CN" altLang="en-US" sz="1800" dirty="0"/>
              <a:t> </a:t>
            </a:r>
            <a:r>
              <a:rPr lang="en-US" altLang="zh-TW" sz="1800" dirty="0"/>
              <a:t>R-Type-use</a:t>
            </a:r>
            <a:r>
              <a:rPr lang="zh-CN" altLang="en-US" sz="1800" dirty="0"/>
              <a:t>（</a:t>
            </a:r>
            <a:r>
              <a:rPr lang="en-US" altLang="zh-CN" sz="1800" dirty="0"/>
              <a:t>hardware)</a:t>
            </a:r>
            <a:endParaRPr lang="en-US" altLang="zh-TW" sz="1800" dirty="0"/>
          </a:p>
          <a:p>
            <a:pPr lvl="1">
              <a:spcBef>
                <a:spcPts val="0"/>
              </a:spcBef>
            </a:pPr>
            <a:r>
              <a:rPr lang="en-US" altLang="zh-CN" sz="1800" dirty="0"/>
              <a:t>S</a:t>
            </a:r>
            <a:r>
              <a:rPr lang="en-US" altLang="zh-TW" sz="1800" dirty="0"/>
              <a:t>talls</a:t>
            </a:r>
            <a:r>
              <a:rPr lang="en-US" altLang="zh-CN" sz="1800" dirty="0"/>
              <a:t>,</a:t>
            </a:r>
            <a:r>
              <a:rPr lang="zh-CN" altLang="en-US" sz="1800" dirty="0"/>
              <a:t> </a:t>
            </a:r>
            <a:r>
              <a:rPr lang="en-US" altLang="zh-CN" sz="1800" dirty="0"/>
              <a:t>load-use</a:t>
            </a:r>
            <a:r>
              <a:rPr lang="zh-CN" altLang="en-US" sz="1800" dirty="0"/>
              <a:t> </a:t>
            </a:r>
            <a:r>
              <a:rPr lang="en-US" altLang="zh-CN" sz="1800" dirty="0"/>
              <a:t>(hardware)</a:t>
            </a:r>
            <a:endParaRPr lang="en-US" altLang="zh-TW" sz="1800" dirty="0"/>
          </a:p>
          <a:p>
            <a:pPr>
              <a:spcBef>
                <a:spcPts val="0"/>
              </a:spcBef>
            </a:pPr>
            <a:r>
              <a:rPr lang="en-US" altLang="zh-CN" sz="2000" dirty="0"/>
              <a:t>Handling</a:t>
            </a:r>
            <a:r>
              <a:rPr lang="zh-CN" altLang="en-US" sz="2000" dirty="0"/>
              <a:t> </a:t>
            </a:r>
            <a:r>
              <a:rPr lang="en-US" altLang="zh-CN" sz="2000" dirty="0"/>
              <a:t>b</a:t>
            </a:r>
            <a:r>
              <a:rPr lang="en-US" altLang="zh-TW" sz="2000" dirty="0"/>
              <a:t>ranch hazards</a:t>
            </a:r>
          </a:p>
          <a:p>
            <a:pPr>
              <a:spcBef>
                <a:spcPts val="0"/>
              </a:spcBef>
            </a:pPr>
            <a:r>
              <a:rPr lang="en-US" altLang="zh-TW" sz="2000" dirty="0">
                <a:solidFill>
                  <a:srgbClr val="FF0000"/>
                </a:solidFill>
              </a:rPr>
              <a:t>Exceptions</a:t>
            </a:r>
          </a:p>
          <a:p>
            <a:pPr>
              <a:spcBef>
                <a:spcPts val="0"/>
              </a:spcBef>
            </a:pPr>
            <a:r>
              <a:rPr lang="en-US" altLang="zh-TW" sz="2000" dirty="0"/>
              <a:t>Superscalar and dynamic pipelining</a:t>
            </a:r>
          </a:p>
        </p:txBody>
      </p:sp>
      <p:sp>
        <p:nvSpPr>
          <p:cNvPr id="108548" name="投影片編號版面配置區 1">
            <a:extLst>
              <a:ext uri="{FF2B5EF4-FFF2-40B4-BE49-F238E27FC236}">
                <a16:creationId xmlns:a16="http://schemas.microsoft.com/office/drawing/2014/main" id="{0D19DA71-D693-4499-8BCB-68307C6B13F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0EAEB1EB-2620-46DD-90E6-CE31EFCD4E07}"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99</a:t>
            </a:fld>
            <a:endParaRPr lang="en-US" altLang="zh-TW" sz="1050" b="0" dirty="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68CEC8D6-3A79-4F5D-9DAC-C889522DF7AB}"/>
              </a:ext>
            </a:extLst>
          </p:cNvPr>
          <p:cNvSpPr>
            <a:spLocks noGrp="1" noChangeArrowheads="1"/>
          </p:cNvSpPr>
          <p:nvPr>
            <p:ph type="title"/>
          </p:nvPr>
        </p:nvSpPr>
        <p:spPr/>
        <p:txBody>
          <a:bodyPr/>
          <a:lstStyle/>
          <a:p>
            <a:r>
              <a:rPr lang="en-US" altLang="zh-TW"/>
              <a:t>Exceptions and Interrupts</a:t>
            </a:r>
            <a:endParaRPr lang="en-AU" altLang="zh-TW">
              <a:ea typeface="新細明體" panose="02020500000000000000" pitchFamily="18" charset="-120"/>
            </a:endParaRPr>
          </a:p>
        </p:txBody>
      </p:sp>
      <p:sp>
        <p:nvSpPr>
          <p:cNvPr id="109571" name="Rectangle 3">
            <a:extLst>
              <a:ext uri="{FF2B5EF4-FFF2-40B4-BE49-F238E27FC236}">
                <a16:creationId xmlns:a16="http://schemas.microsoft.com/office/drawing/2014/main" id="{5CD144A5-2CF7-48A8-AF0B-9EC7E304026E}"/>
              </a:ext>
            </a:extLst>
          </p:cNvPr>
          <p:cNvSpPr>
            <a:spLocks noGrp="1" noChangeArrowheads="1"/>
          </p:cNvSpPr>
          <p:nvPr>
            <p:ph idx="1"/>
          </p:nvPr>
        </p:nvSpPr>
        <p:spPr>
          <a:xfrm>
            <a:off x="1057834" y="844153"/>
            <a:ext cx="7417655" cy="3656129"/>
          </a:xfrm>
        </p:spPr>
        <p:txBody>
          <a:bodyPr/>
          <a:lstStyle/>
          <a:p>
            <a:pPr>
              <a:lnSpc>
                <a:spcPct val="80000"/>
              </a:lnSpc>
            </a:pPr>
            <a:r>
              <a:rPr lang="en-US" altLang="zh-TW" sz="2000" dirty="0">
                <a:solidFill>
                  <a:srgbClr val="FF0000"/>
                </a:solidFill>
              </a:rPr>
              <a:t>Unexpected</a:t>
            </a:r>
            <a:r>
              <a:rPr lang="en-US" altLang="zh-TW" sz="2000" dirty="0"/>
              <a:t> events requiring change in flow of control</a:t>
            </a:r>
          </a:p>
          <a:p>
            <a:pPr lvl="1">
              <a:lnSpc>
                <a:spcPct val="80000"/>
              </a:lnSpc>
            </a:pPr>
            <a:r>
              <a:rPr lang="en-US" altLang="zh-TW" sz="1800" dirty="0"/>
              <a:t>Different ISAs use the terms differently</a:t>
            </a:r>
          </a:p>
          <a:p>
            <a:pPr>
              <a:lnSpc>
                <a:spcPct val="80000"/>
              </a:lnSpc>
            </a:pPr>
            <a:r>
              <a:rPr lang="en-US" altLang="zh-TW" sz="2000" dirty="0"/>
              <a:t>Exception</a:t>
            </a:r>
          </a:p>
          <a:p>
            <a:pPr lvl="1">
              <a:lnSpc>
                <a:spcPct val="80000"/>
              </a:lnSpc>
            </a:pPr>
            <a:r>
              <a:rPr lang="en-US" altLang="zh-TW" sz="1800" dirty="0"/>
              <a:t>Arises within the CPU</a:t>
            </a:r>
          </a:p>
          <a:p>
            <a:pPr lvl="1">
              <a:lnSpc>
                <a:spcPct val="80000"/>
              </a:lnSpc>
            </a:pPr>
            <a:r>
              <a:rPr lang="en-US" altLang="zh-TW" sz="1800" dirty="0"/>
              <a:t>e.g., undefined opcode, overflow, </a:t>
            </a:r>
            <a:r>
              <a:rPr lang="en-US" altLang="zh-TW" sz="1800" dirty="0" err="1"/>
              <a:t>syscall</a:t>
            </a:r>
            <a:r>
              <a:rPr lang="en-US" altLang="zh-TW" sz="1800" dirty="0"/>
              <a:t>, </a:t>
            </a:r>
            <a:r>
              <a:rPr lang="en-US" altLang="zh-TW" dirty="0"/>
              <a:t>…</a:t>
            </a:r>
          </a:p>
          <a:p>
            <a:pPr>
              <a:lnSpc>
                <a:spcPct val="80000"/>
              </a:lnSpc>
            </a:pPr>
            <a:r>
              <a:rPr lang="en-US" altLang="zh-TW" sz="2000" dirty="0"/>
              <a:t>Interrupt</a:t>
            </a:r>
          </a:p>
          <a:p>
            <a:pPr lvl="1">
              <a:lnSpc>
                <a:spcPct val="80000"/>
              </a:lnSpc>
            </a:pPr>
            <a:r>
              <a:rPr lang="en-US" altLang="zh-TW" sz="1800" dirty="0"/>
              <a:t>From an external I/O controller</a:t>
            </a:r>
          </a:p>
          <a:p>
            <a:pPr>
              <a:lnSpc>
                <a:spcPct val="80000"/>
              </a:lnSpc>
            </a:pPr>
            <a:r>
              <a:rPr lang="en-US" altLang="zh-TW" sz="2000" dirty="0"/>
              <a:t>In MIPS, exceptions managed by a System Control Coprocessor (CP0)</a:t>
            </a:r>
          </a:p>
          <a:p>
            <a:pPr>
              <a:lnSpc>
                <a:spcPct val="80000"/>
              </a:lnSpc>
            </a:pPr>
            <a:r>
              <a:rPr lang="en-US" altLang="zh-TW" sz="2000" dirty="0"/>
              <a:t>Dealing with them without sacrificing performance is hard</a:t>
            </a:r>
            <a:endParaRPr lang="en-AU" altLang="zh-TW" sz="2000" dirty="0"/>
          </a:p>
        </p:txBody>
      </p:sp>
      <p:sp>
        <p:nvSpPr>
          <p:cNvPr id="109572" name="投影片編號版面配置區 1">
            <a:extLst>
              <a:ext uri="{FF2B5EF4-FFF2-40B4-BE49-F238E27FC236}">
                <a16:creationId xmlns:a16="http://schemas.microsoft.com/office/drawing/2014/main" id="{A4ABA113-C4AC-4614-97EE-99E4CAF6F804}"/>
              </a:ext>
            </a:extLst>
          </p:cNvPr>
          <p:cNvSpPr>
            <a:spLocks noGrp="1"/>
          </p:cNvSpPr>
          <p:nvPr>
            <p:ph type="sldNum" sz="quarter" idx="10"/>
          </p:nvPr>
        </p:nvSpPr>
        <p:spPr>
          <a:xfrm>
            <a:off x="6848942" y="4803824"/>
            <a:ext cx="2133600" cy="25479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7CB8C94D-C0B6-4054-A4BC-F24023E69350}"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100</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4A27C7BB-D323-4556-BC82-2007BC8A19E3}"/>
              </a:ext>
            </a:extLst>
          </p:cNvPr>
          <p:cNvSpPr>
            <a:spLocks noGrp="1" noChangeArrowheads="1"/>
          </p:cNvSpPr>
          <p:nvPr>
            <p:ph type="title"/>
          </p:nvPr>
        </p:nvSpPr>
        <p:spPr/>
        <p:txBody>
          <a:bodyPr/>
          <a:lstStyle/>
          <a:p>
            <a:r>
              <a:rPr lang="en-US" altLang="zh-TW"/>
              <a:t>Handling Exceptions</a:t>
            </a:r>
            <a:endParaRPr lang="en-AU" altLang="zh-TW">
              <a:ea typeface="新細明體" panose="02020500000000000000" pitchFamily="18" charset="-120"/>
            </a:endParaRPr>
          </a:p>
        </p:txBody>
      </p:sp>
      <p:sp>
        <p:nvSpPr>
          <p:cNvPr id="112643" name="Rectangle 3">
            <a:extLst>
              <a:ext uri="{FF2B5EF4-FFF2-40B4-BE49-F238E27FC236}">
                <a16:creationId xmlns:a16="http://schemas.microsoft.com/office/drawing/2014/main" id="{29FBC820-D6A8-41DA-9077-53B3C77827BF}"/>
              </a:ext>
            </a:extLst>
          </p:cNvPr>
          <p:cNvSpPr>
            <a:spLocks noGrp="1" noChangeArrowheads="1"/>
          </p:cNvSpPr>
          <p:nvPr>
            <p:ph idx="1"/>
          </p:nvPr>
        </p:nvSpPr>
        <p:spPr>
          <a:xfrm>
            <a:off x="977152" y="844153"/>
            <a:ext cx="7709647" cy="3154106"/>
          </a:xfrm>
        </p:spPr>
        <p:txBody>
          <a:bodyPr/>
          <a:lstStyle/>
          <a:p>
            <a:pPr marL="0" indent="0">
              <a:buNone/>
              <a:defRPr/>
            </a:pPr>
            <a:r>
              <a:rPr lang="en-US" altLang="zh-TW" dirty="0"/>
              <a:t>Before jump to OS</a:t>
            </a:r>
          </a:p>
          <a:p>
            <a:pPr>
              <a:defRPr/>
            </a:pPr>
            <a:r>
              <a:rPr lang="en-US" altLang="zh-TW" sz="2000" dirty="0"/>
              <a:t>Save PC of offending (or interrupted) instruction</a:t>
            </a:r>
          </a:p>
          <a:p>
            <a:pPr lvl="1">
              <a:defRPr/>
            </a:pPr>
            <a:r>
              <a:rPr lang="en-US" altLang="zh-TW" sz="1800" dirty="0"/>
              <a:t>In MIPS: Exception Program Counter (EPC)</a:t>
            </a:r>
          </a:p>
          <a:p>
            <a:pPr>
              <a:defRPr/>
            </a:pPr>
            <a:r>
              <a:rPr lang="en-US" altLang="zh-TW" sz="2000" dirty="0"/>
              <a:t>Save indication of the problem</a:t>
            </a:r>
          </a:p>
          <a:p>
            <a:pPr lvl="1">
              <a:defRPr/>
            </a:pPr>
            <a:r>
              <a:rPr lang="en-US" altLang="zh-TW" sz="1800" dirty="0"/>
              <a:t>In MIPS: Cause register</a:t>
            </a:r>
          </a:p>
          <a:p>
            <a:pPr lvl="1">
              <a:defRPr/>
            </a:pPr>
            <a:r>
              <a:rPr lang="en-US" altLang="zh-TW" sz="1800" dirty="0"/>
              <a:t>We will assume 1-bit</a:t>
            </a:r>
          </a:p>
          <a:p>
            <a:pPr lvl="2">
              <a:defRPr/>
            </a:pPr>
            <a:r>
              <a:rPr lang="en-US" altLang="zh-TW" sz="1600" dirty="0"/>
              <a:t>0 for undefined opcode, 1 for overflow</a:t>
            </a:r>
          </a:p>
          <a:p>
            <a:pPr>
              <a:defRPr/>
            </a:pPr>
            <a:r>
              <a:rPr lang="en-US" altLang="zh-TW" sz="2000" dirty="0"/>
              <a:t>Jump to handler at 8000 00180</a:t>
            </a:r>
          </a:p>
        </p:txBody>
      </p:sp>
      <p:sp>
        <p:nvSpPr>
          <p:cNvPr id="110596" name="投影片編號版面配置區 1">
            <a:extLst>
              <a:ext uri="{FF2B5EF4-FFF2-40B4-BE49-F238E27FC236}">
                <a16:creationId xmlns:a16="http://schemas.microsoft.com/office/drawing/2014/main" id="{10799C2C-6716-4EFB-9C58-79518793A85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8A9DEF8D-6274-44B9-9555-7C085218F0DC}"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101</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9F00D33D-AC5C-4F34-8F25-C061D7DF2B2A}"/>
              </a:ext>
            </a:extLst>
          </p:cNvPr>
          <p:cNvSpPr>
            <a:spLocks noGrp="1" noChangeArrowheads="1"/>
          </p:cNvSpPr>
          <p:nvPr>
            <p:ph type="title"/>
          </p:nvPr>
        </p:nvSpPr>
        <p:spPr/>
        <p:txBody>
          <a:bodyPr/>
          <a:lstStyle/>
          <a:p>
            <a:r>
              <a:rPr lang="en-US" altLang="zh-TW"/>
              <a:t>An Alternate Mechanism</a:t>
            </a:r>
            <a:endParaRPr lang="en-AU" altLang="zh-TW">
              <a:ea typeface="新細明體" panose="02020500000000000000" pitchFamily="18" charset="-120"/>
            </a:endParaRPr>
          </a:p>
        </p:txBody>
      </p:sp>
      <p:sp>
        <p:nvSpPr>
          <p:cNvPr id="111619" name="Rectangle 3">
            <a:extLst>
              <a:ext uri="{FF2B5EF4-FFF2-40B4-BE49-F238E27FC236}">
                <a16:creationId xmlns:a16="http://schemas.microsoft.com/office/drawing/2014/main" id="{EEBA967F-DC5B-4E92-8B70-C9D1FF3FEC05}"/>
              </a:ext>
            </a:extLst>
          </p:cNvPr>
          <p:cNvSpPr>
            <a:spLocks noGrp="1" noChangeArrowheads="1"/>
          </p:cNvSpPr>
          <p:nvPr>
            <p:ph idx="1"/>
          </p:nvPr>
        </p:nvSpPr>
        <p:spPr>
          <a:xfrm>
            <a:off x="959224" y="844153"/>
            <a:ext cx="7727576" cy="3671888"/>
          </a:xfrm>
        </p:spPr>
        <p:txBody>
          <a:bodyPr/>
          <a:lstStyle/>
          <a:p>
            <a:r>
              <a:rPr lang="en-US" altLang="zh-TW"/>
              <a:t>Vectored Interrupts</a:t>
            </a:r>
          </a:p>
          <a:p>
            <a:pPr lvl="1"/>
            <a:r>
              <a:rPr lang="en-US" altLang="zh-TW"/>
              <a:t>Handler address determined by the cause</a:t>
            </a:r>
          </a:p>
          <a:p>
            <a:r>
              <a:rPr lang="en-US" altLang="zh-TW"/>
              <a:t>Example:</a:t>
            </a:r>
          </a:p>
          <a:p>
            <a:pPr lvl="1"/>
            <a:r>
              <a:rPr lang="en-US" altLang="zh-TW"/>
              <a:t>Undefined opcode:	           C000 0000</a:t>
            </a:r>
          </a:p>
          <a:p>
            <a:pPr lvl="1"/>
            <a:r>
              <a:rPr lang="en-US" altLang="zh-TW"/>
              <a:t>Overflow:			C000 0020</a:t>
            </a:r>
          </a:p>
          <a:p>
            <a:pPr lvl="1"/>
            <a:r>
              <a:rPr lang="en-US" altLang="zh-TW"/>
              <a:t>…:				C000 0040</a:t>
            </a:r>
          </a:p>
          <a:p>
            <a:r>
              <a:rPr lang="en-US" altLang="zh-TW"/>
              <a:t>Instructions either</a:t>
            </a:r>
          </a:p>
          <a:p>
            <a:pPr lvl="1"/>
            <a:r>
              <a:rPr lang="en-US" altLang="zh-TW"/>
              <a:t>Deal with the interrupt, or</a:t>
            </a:r>
          </a:p>
          <a:p>
            <a:pPr lvl="1"/>
            <a:r>
              <a:rPr lang="en-US" altLang="zh-TW"/>
              <a:t>Jump to real handler</a:t>
            </a:r>
            <a:endParaRPr lang="en-AU" altLang="zh-TW">
              <a:ea typeface="新細明體" panose="02020500000000000000" pitchFamily="18" charset="-120"/>
            </a:endParaRPr>
          </a:p>
        </p:txBody>
      </p:sp>
      <p:sp>
        <p:nvSpPr>
          <p:cNvPr id="111620" name="投影片編號版面配置區 1">
            <a:extLst>
              <a:ext uri="{FF2B5EF4-FFF2-40B4-BE49-F238E27FC236}">
                <a16:creationId xmlns:a16="http://schemas.microsoft.com/office/drawing/2014/main" id="{01F26160-7E17-44B5-B768-B703566FD59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C28CC81C-DC24-4E4F-8899-3F035FBA526E}"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102</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F77A67DC-C8CF-4464-A2EA-3473D32BAC06}"/>
              </a:ext>
            </a:extLst>
          </p:cNvPr>
          <p:cNvSpPr>
            <a:spLocks noGrp="1" noChangeArrowheads="1"/>
          </p:cNvSpPr>
          <p:nvPr>
            <p:ph type="title"/>
          </p:nvPr>
        </p:nvSpPr>
        <p:spPr/>
        <p:txBody>
          <a:bodyPr/>
          <a:lstStyle/>
          <a:p>
            <a:r>
              <a:rPr lang="en-US" altLang="zh-TW"/>
              <a:t>Handler Actions</a:t>
            </a:r>
            <a:endParaRPr lang="en-AU" altLang="zh-TW">
              <a:ea typeface="新細明體" panose="02020500000000000000" pitchFamily="18" charset="-120"/>
            </a:endParaRPr>
          </a:p>
        </p:txBody>
      </p:sp>
      <p:sp>
        <p:nvSpPr>
          <p:cNvPr id="114691" name="Rectangle 3">
            <a:extLst>
              <a:ext uri="{FF2B5EF4-FFF2-40B4-BE49-F238E27FC236}">
                <a16:creationId xmlns:a16="http://schemas.microsoft.com/office/drawing/2014/main" id="{A3D77B24-2CD8-4478-A17D-12A8286964E6}"/>
              </a:ext>
            </a:extLst>
          </p:cNvPr>
          <p:cNvSpPr>
            <a:spLocks noGrp="1" noChangeArrowheads="1"/>
          </p:cNvSpPr>
          <p:nvPr>
            <p:ph idx="1"/>
          </p:nvPr>
        </p:nvSpPr>
        <p:spPr>
          <a:xfrm>
            <a:off x="995082" y="844153"/>
            <a:ext cx="7691718" cy="3671888"/>
          </a:xfrm>
        </p:spPr>
        <p:txBody>
          <a:bodyPr/>
          <a:lstStyle/>
          <a:p>
            <a:pPr marL="0" indent="0">
              <a:buNone/>
              <a:defRPr/>
            </a:pPr>
            <a:r>
              <a:rPr lang="en-US" altLang="zh-TW" dirty="0"/>
              <a:t>In OS</a:t>
            </a:r>
          </a:p>
          <a:p>
            <a:pPr>
              <a:defRPr/>
            </a:pPr>
            <a:r>
              <a:rPr lang="en-US" altLang="zh-TW" dirty="0"/>
              <a:t>Read cause, and transfer to relevant handler</a:t>
            </a:r>
          </a:p>
          <a:p>
            <a:pPr>
              <a:defRPr/>
            </a:pPr>
            <a:r>
              <a:rPr lang="en-US" altLang="zh-TW" dirty="0"/>
              <a:t>Determine action required</a:t>
            </a:r>
          </a:p>
          <a:p>
            <a:pPr>
              <a:defRPr/>
            </a:pPr>
            <a:r>
              <a:rPr lang="en-US" altLang="zh-TW" dirty="0"/>
              <a:t>If </a:t>
            </a:r>
            <a:r>
              <a:rPr lang="en-US" altLang="zh-TW" dirty="0" err="1"/>
              <a:t>restartable</a:t>
            </a:r>
            <a:endParaRPr lang="en-US" altLang="zh-TW" dirty="0"/>
          </a:p>
          <a:p>
            <a:pPr lvl="1">
              <a:defRPr/>
            </a:pPr>
            <a:r>
              <a:rPr lang="en-US" altLang="zh-TW" dirty="0"/>
              <a:t>Take corrective action</a:t>
            </a:r>
          </a:p>
          <a:p>
            <a:pPr lvl="1">
              <a:defRPr/>
            </a:pPr>
            <a:r>
              <a:rPr lang="en-US" altLang="zh-TW" dirty="0"/>
              <a:t>Use EPC to return to program</a:t>
            </a:r>
          </a:p>
          <a:p>
            <a:pPr>
              <a:defRPr/>
            </a:pPr>
            <a:r>
              <a:rPr lang="en-US" altLang="zh-TW" dirty="0"/>
              <a:t>Otherwise</a:t>
            </a:r>
          </a:p>
          <a:p>
            <a:pPr lvl="1">
              <a:defRPr/>
            </a:pPr>
            <a:r>
              <a:rPr lang="en-US" altLang="zh-TW" dirty="0"/>
              <a:t>Terminate program</a:t>
            </a:r>
          </a:p>
          <a:p>
            <a:pPr lvl="1">
              <a:defRPr/>
            </a:pPr>
            <a:r>
              <a:rPr lang="en-US" altLang="zh-TW" dirty="0"/>
              <a:t>Report error using EPC, cause, …</a:t>
            </a:r>
            <a:endParaRPr lang="en-AU" altLang="zh-TW" dirty="0">
              <a:ea typeface="新細明體" pitchFamily="18" charset="-120"/>
            </a:endParaRPr>
          </a:p>
        </p:txBody>
      </p:sp>
      <p:sp>
        <p:nvSpPr>
          <p:cNvPr id="112644" name="投影片編號版面配置區 1">
            <a:extLst>
              <a:ext uri="{FF2B5EF4-FFF2-40B4-BE49-F238E27FC236}">
                <a16:creationId xmlns:a16="http://schemas.microsoft.com/office/drawing/2014/main" id="{4D369444-B0D6-4605-B299-C3A323D8F7A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FBC38377-8979-4494-B3E2-7D1512C60988}"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103</a:t>
            </a:fld>
            <a:endParaRPr lang="en-US" altLang="zh-TW" sz="1050" b="0" dirty="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1E5BEB0-11E1-4AE7-884A-3C83461E52F8}"/>
              </a:ext>
            </a:extLst>
          </p:cNvPr>
          <p:cNvSpPr>
            <a:spLocks noGrp="1" noChangeArrowheads="1"/>
          </p:cNvSpPr>
          <p:nvPr>
            <p:ph type="title"/>
          </p:nvPr>
        </p:nvSpPr>
        <p:spPr/>
        <p:txBody>
          <a:bodyPr/>
          <a:lstStyle/>
          <a:p>
            <a:r>
              <a:rPr lang="en-US" altLang="zh-TW"/>
              <a:t>Exceptions in a Pipeline</a:t>
            </a:r>
            <a:endParaRPr lang="en-AU" altLang="zh-TW">
              <a:ea typeface="新細明體" panose="02020500000000000000" pitchFamily="18" charset="-120"/>
            </a:endParaRPr>
          </a:p>
        </p:txBody>
      </p:sp>
      <p:sp>
        <p:nvSpPr>
          <p:cNvPr id="113667" name="Rectangle 3">
            <a:extLst>
              <a:ext uri="{FF2B5EF4-FFF2-40B4-BE49-F238E27FC236}">
                <a16:creationId xmlns:a16="http://schemas.microsoft.com/office/drawing/2014/main" id="{86A06BDB-C881-4697-9CC3-8A14B3232B60}"/>
              </a:ext>
            </a:extLst>
          </p:cNvPr>
          <p:cNvSpPr>
            <a:spLocks noGrp="1" noChangeArrowheads="1"/>
          </p:cNvSpPr>
          <p:nvPr>
            <p:ph idx="1"/>
          </p:nvPr>
        </p:nvSpPr>
        <p:spPr>
          <a:xfrm>
            <a:off x="1004047" y="833717"/>
            <a:ext cx="7691718" cy="3655429"/>
          </a:xfrm>
        </p:spPr>
        <p:txBody>
          <a:bodyPr/>
          <a:lstStyle/>
          <a:p>
            <a:r>
              <a:rPr lang="en-US" altLang="zh-TW" sz="2000" dirty="0"/>
              <a:t>Another form of control hazard</a:t>
            </a:r>
          </a:p>
          <a:p>
            <a:r>
              <a:rPr lang="en-US" altLang="zh-TW" sz="2000" dirty="0"/>
              <a:t>Consider overflow on add in EX stage</a:t>
            </a:r>
          </a:p>
          <a:p>
            <a:pPr lvl="1">
              <a:buFont typeface="Wingdings" panose="05000000000000000000" pitchFamily="2" charset="2"/>
              <a:buNone/>
            </a:pPr>
            <a:r>
              <a:rPr lang="en-US" altLang="zh-TW" dirty="0">
                <a:latin typeface="Lucida Console" panose="020B0609040504020204" pitchFamily="49" charset="0"/>
              </a:rPr>
              <a:t>add $1, $2, $1</a:t>
            </a:r>
          </a:p>
          <a:p>
            <a:pPr lvl="1"/>
            <a:r>
              <a:rPr lang="en-US" altLang="zh-TW" sz="1800" dirty="0"/>
              <a:t>Prevent $1 from being clobbered</a:t>
            </a:r>
          </a:p>
          <a:p>
            <a:pPr lvl="1"/>
            <a:r>
              <a:rPr lang="en-US" altLang="zh-TW" sz="1800" dirty="0"/>
              <a:t>Complete previous instructions</a:t>
            </a:r>
          </a:p>
          <a:p>
            <a:pPr lvl="1"/>
            <a:r>
              <a:rPr lang="en-US" altLang="zh-TW" sz="1800" dirty="0"/>
              <a:t>Flush </a:t>
            </a:r>
            <a:r>
              <a:rPr lang="en-US" altLang="zh-TW" sz="1800" dirty="0">
                <a:latin typeface="Lucida Console" panose="020B0609040504020204" pitchFamily="49" charset="0"/>
              </a:rPr>
              <a:t>add</a:t>
            </a:r>
            <a:r>
              <a:rPr lang="en-US" altLang="zh-TW" sz="1800" dirty="0"/>
              <a:t> and subsequent instructions</a:t>
            </a:r>
          </a:p>
          <a:p>
            <a:pPr lvl="1"/>
            <a:r>
              <a:rPr lang="en-US" altLang="zh-TW" sz="1800" dirty="0"/>
              <a:t>Set Cause and EPC register values</a:t>
            </a:r>
          </a:p>
          <a:p>
            <a:pPr lvl="1"/>
            <a:r>
              <a:rPr lang="en-US" altLang="zh-TW" sz="1800" dirty="0"/>
              <a:t>Transfer control to handler</a:t>
            </a:r>
          </a:p>
          <a:p>
            <a:r>
              <a:rPr lang="en-US" altLang="zh-TW" sz="2000" dirty="0"/>
              <a:t>Similar to </a:t>
            </a:r>
            <a:r>
              <a:rPr lang="en-US" altLang="zh-TW" sz="2000" dirty="0" err="1"/>
              <a:t>mispredicted</a:t>
            </a:r>
            <a:r>
              <a:rPr lang="en-US" altLang="zh-TW" sz="2000" dirty="0"/>
              <a:t> branch</a:t>
            </a:r>
          </a:p>
          <a:p>
            <a:pPr lvl="1"/>
            <a:r>
              <a:rPr lang="en-US" altLang="zh-TW" sz="1800" dirty="0"/>
              <a:t>Use much of the same hardware</a:t>
            </a:r>
            <a:endParaRPr lang="en-AU" altLang="zh-TW" sz="1800" dirty="0">
              <a:ea typeface="新細明體" panose="02020500000000000000" pitchFamily="18" charset="-120"/>
            </a:endParaRPr>
          </a:p>
        </p:txBody>
      </p:sp>
      <p:sp>
        <p:nvSpPr>
          <p:cNvPr id="113668" name="投影片編號版面配置區 1">
            <a:extLst>
              <a:ext uri="{FF2B5EF4-FFF2-40B4-BE49-F238E27FC236}">
                <a16:creationId xmlns:a16="http://schemas.microsoft.com/office/drawing/2014/main" id="{CBA0E6CC-68A9-4BFD-8A07-783A3E33988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A98C3202-57B8-46A8-9196-1546B93305D9}"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104</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0" name="Picture 2" descr="f04-66-P374493">
            <a:extLst>
              <a:ext uri="{FF2B5EF4-FFF2-40B4-BE49-F238E27FC236}">
                <a16:creationId xmlns:a16="http://schemas.microsoft.com/office/drawing/2014/main" id="{35688F10-1626-4E56-89DA-419186FF0DB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41611" y="859436"/>
            <a:ext cx="6683187" cy="3705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691" name="Rectangle 3">
            <a:extLst>
              <a:ext uri="{FF2B5EF4-FFF2-40B4-BE49-F238E27FC236}">
                <a16:creationId xmlns:a16="http://schemas.microsoft.com/office/drawing/2014/main" id="{F8E619D3-C7EE-4A91-BEED-BF2526DC8510}"/>
              </a:ext>
            </a:extLst>
          </p:cNvPr>
          <p:cNvSpPr>
            <a:spLocks noGrp="1" noChangeArrowheads="1"/>
          </p:cNvSpPr>
          <p:nvPr>
            <p:ph type="title"/>
          </p:nvPr>
        </p:nvSpPr>
        <p:spPr/>
        <p:txBody>
          <a:bodyPr/>
          <a:lstStyle/>
          <a:p>
            <a:r>
              <a:rPr lang="en-US" altLang="zh-TW"/>
              <a:t>Pipeline with Exceptions</a:t>
            </a:r>
            <a:endParaRPr lang="en-AU" altLang="zh-TW">
              <a:ea typeface="新細明體" panose="02020500000000000000" pitchFamily="18" charset="-120"/>
            </a:endParaRPr>
          </a:p>
        </p:txBody>
      </p:sp>
      <p:sp>
        <p:nvSpPr>
          <p:cNvPr id="114692" name="投影片編號版面配置區 1">
            <a:extLst>
              <a:ext uri="{FF2B5EF4-FFF2-40B4-BE49-F238E27FC236}">
                <a16:creationId xmlns:a16="http://schemas.microsoft.com/office/drawing/2014/main" id="{085622D2-C43B-489A-827A-B720E196B9A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21D228AE-03F2-4374-B289-9C5B0493C36C}"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105</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CA78207F-2B1F-45E7-86E8-4DB768F43B43}"/>
              </a:ext>
            </a:extLst>
          </p:cNvPr>
          <p:cNvSpPr>
            <a:spLocks noGrp="1" noChangeArrowheads="1"/>
          </p:cNvSpPr>
          <p:nvPr>
            <p:ph type="title"/>
          </p:nvPr>
        </p:nvSpPr>
        <p:spPr/>
        <p:txBody>
          <a:bodyPr/>
          <a:lstStyle/>
          <a:p>
            <a:r>
              <a:rPr lang="en-US" altLang="zh-TW" dirty="0"/>
              <a:t>Exception Example (1)</a:t>
            </a:r>
            <a:endParaRPr lang="en-AU" altLang="zh-TW" dirty="0">
              <a:ea typeface="新細明體" panose="02020500000000000000" pitchFamily="18" charset="-120"/>
            </a:endParaRPr>
          </a:p>
        </p:txBody>
      </p:sp>
      <p:sp>
        <p:nvSpPr>
          <p:cNvPr id="115715" name="Rectangle 3">
            <a:extLst>
              <a:ext uri="{FF2B5EF4-FFF2-40B4-BE49-F238E27FC236}">
                <a16:creationId xmlns:a16="http://schemas.microsoft.com/office/drawing/2014/main" id="{911E31BD-CB67-43DB-8385-98F0660DA433}"/>
              </a:ext>
            </a:extLst>
          </p:cNvPr>
          <p:cNvSpPr>
            <a:spLocks noGrp="1" noChangeArrowheads="1"/>
          </p:cNvSpPr>
          <p:nvPr>
            <p:ph idx="1"/>
          </p:nvPr>
        </p:nvSpPr>
        <p:spPr>
          <a:xfrm>
            <a:off x="932328" y="844153"/>
            <a:ext cx="7754471" cy="3671888"/>
          </a:xfrm>
        </p:spPr>
        <p:txBody>
          <a:bodyPr/>
          <a:lstStyle/>
          <a:p>
            <a:r>
              <a:rPr lang="en-US" altLang="zh-TW" dirty="0"/>
              <a:t>Exception on </a:t>
            </a:r>
            <a:r>
              <a:rPr lang="en-US" altLang="zh-TW" dirty="0">
                <a:solidFill>
                  <a:schemeClr val="accent1"/>
                </a:solidFill>
                <a:latin typeface="Lucida Console" panose="020B0609040504020204" pitchFamily="49" charset="0"/>
              </a:rPr>
              <a:t>add</a:t>
            </a:r>
            <a:r>
              <a:rPr lang="en-US" altLang="zh-TW" dirty="0"/>
              <a:t> in</a:t>
            </a:r>
          </a:p>
          <a:p>
            <a:pPr lvl="1">
              <a:buFont typeface="Wingdings" panose="05000000000000000000" pitchFamily="2" charset="2"/>
              <a:buNone/>
            </a:pPr>
            <a:r>
              <a:rPr lang="en-AU" altLang="zh-TW" sz="1800" dirty="0">
                <a:latin typeface="Lucida Console" panose="020B0609040504020204" pitchFamily="49" charset="0"/>
                <a:ea typeface="新細明體" panose="02020500000000000000" pitchFamily="18" charset="-120"/>
              </a:rPr>
              <a:t>	40	sub  $11, $2, $4</a:t>
            </a:r>
            <a:br>
              <a:rPr lang="en-AU" altLang="zh-TW" sz="1800" dirty="0">
                <a:latin typeface="Lucida Console" panose="020B0609040504020204" pitchFamily="49" charset="0"/>
                <a:ea typeface="新細明體" panose="02020500000000000000" pitchFamily="18" charset="-120"/>
              </a:rPr>
            </a:br>
            <a:r>
              <a:rPr lang="en-AU" altLang="zh-TW" sz="1800" dirty="0">
                <a:latin typeface="Lucida Console" panose="020B0609040504020204" pitchFamily="49" charset="0"/>
                <a:ea typeface="新細明體" panose="02020500000000000000" pitchFamily="18" charset="-120"/>
              </a:rPr>
              <a:t>44	and  $12, $2, $5</a:t>
            </a:r>
            <a:br>
              <a:rPr lang="en-AU" altLang="zh-TW" sz="1800" dirty="0">
                <a:latin typeface="Lucida Console" panose="020B0609040504020204" pitchFamily="49" charset="0"/>
                <a:ea typeface="新細明體" panose="02020500000000000000" pitchFamily="18" charset="-120"/>
              </a:rPr>
            </a:br>
            <a:r>
              <a:rPr lang="en-AU" altLang="zh-TW" sz="1800" dirty="0">
                <a:latin typeface="Lucida Console" panose="020B0609040504020204" pitchFamily="49" charset="0"/>
                <a:ea typeface="新細明體" panose="02020500000000000000" pitchFamily="18" charset="-120"/>
              </a:rPr>
              <a:t>48	or   $13, $2, $6</a:t>
            </a:r>
            <a:br>
              <a:rPr lang="en-AU" altLang="zh-TW" sz="1800" dirty="0">
                <a:latin typeface="Lucida Console" panose="020B0609040504020204" pitchFamily="49" charset="0"/>
                <a:ea typeface="新細明體" panose="02020500000000000000" pitchFamily="18" charset="-120"/>
              </a:rPr>
            </a:br>
            <a:r>
              <a:rPr lang="en-AU" altLang="zh-TW" sz="1800" dirty="0">
                <a:solidFill>
                  <a:schemeClr val="accent1"/>
                </a:solidFill>
                <a:latin typeface="Lucida Console" panose="020B0609040504020204" pitchFamily="49" charset="0"/>
                <a:ea typeface="新細明體" panose="02020500000000000000" pitchFamily="18" charset="-120"/>
              </a:rPr>
              <a:t>4C	add  $1,  $2, $1</a:t>
            </a:r>
            <a:br>
              <a:rPr lang="en-AU" altLang="zh-TW" sz="1800" dirty="0">
                <a:solidFill>
                  <a:schemeClr val="accent1"/>
                </a:solidFill>
                <a:latin typeface="Lucida Console" panose="020B0609040504020204" pitchFamily="49" charset="0"/>
                <a:ea typeface="新細明體" panose="02020500000000000000" pitchFamily="18" charset="-120"/>
              </a:rPr>
            </a:br>
            <a:r>
              <a:rPr lang="en-AU" altLang="zh-TW" sz="1800" dirty="0">
                <a:latin typeface="Lucida Console" panose="020B0609040504020204" pitchFamily="49" charset="0"/>
                <a:ea typeface="新細明體" panose="02020500000000000000" pitchFamily="18" charset="-120"/>
              </a:rPr>
              <a:t>50	</a:t>
            </a:r>
            <a:r>
              <a:rPr lang="en-AU" altLang="zh-TW" sz="1800" dirty="0" err="1">
                <a:latin typeface="Lucida Console" panose="020B0609040504020204" pitchFamily="49" charset="0"/>
                <a:ea typeface="新細明體" panose="02020500000000000000" pitchFamily="18" charset="-120"/>
              </a:rPr>
              <a:t>slt</a:t>
            </a:r>
            <a:r>
              <a:rPr lang="en-AU" altLang="zh-TW" sz="1800" dirty="0">
                <a:latin typeface="Lucida Console" panose="020B0609040504020204" pitchFamily="49" charset="0"/>
                <a:ea typeface="新細明體" panose="02020500000000000000" pitchFamily="18" charset="-120"/>
              </a:rPr>
              <a:t>  $15, $6, $7</a:t>
            </a:r>
            <a:br>
              <a:rPr lang="en-AU" altLang="zh-TW" sz="1800" dirty="0">
                <a:latin typeface="Lucida Console" panose="020B0609040504020204" pitchFamily="49" charset="0"/>
                <a:ea typeface="新細明體" panose="02020500000000000000" pitchFamily="18" charset="-120"/>
              </a:rPr>
            </a:br>
            <a:r>
              <a:rPr lang="en-AU" altLang="zh-TW" sz="1800" dirty="0">
                <a:latin typeface="Lucida Console" panose="020B0609040504020204" pitchFamily="49" charset="0"/>
                <a:ea typeface="新細明體" panose="02020500000000000000" pitchFamily="18" charset="-120"/>
              </a:rPr>
              <a:t>54	</a:t>
            </a:r>
            <a:r>
              <a:rPr lang="en-AU" altLang="zh-TW" sz="1800" dirty="0" err="1">
                <a:latin typeface="Lucida Console" panose="020B0609040504020204" pitchFamily="49" charset="0"/>
                <a:ea typeface="新細明體" panose="02020500000000000000" pitchFamily="18" charset="-120"/>
              </a:rPr>
              <a:t>lw</a:t>
            </a:r>
            <a:r>
              <a:rPr lang="en-AU" altLang="zh-TW" sz="1800" dirty="0">
                <a:latin typeface="Lucida Console" panose="020B0609040504020204" pitchFamily="49" charset="0"/>
                <a:ea typeface="新細明體" panose="02020500000000000000" pitchFamily="18" charset="-120"/>
              </a:rPr>
              <a:t>   $16, 50($7)</a:t>
            </a:r>
            <a:br>
              <a:rPr lang="en-AU" altLang="zh-TW" sz="1800" dirty="0">
                <a:latin typeface="Lucida Console" panose="020B0609040504020204" pitchFamily="49" charset="0"/>
                <a:ea typeface="新細明體" panose="02020500000000000000" pitchFamily="18" charset="-120"/>
              </a:rPr>
            </a:br>
            <a:r>
              <a:rPr lang="en-AU" altLang="zh-TW" sz="1800" dirty="0">
                <a:latin typeface="Lucida Console" panose="020B0609040504020204" pitchFamily="49" charset="0"/>
                <a:ea typeface="新細明體" panose="02020500000000000000" pitchFamily="18" charset="-120"/>
              </a:rPr>
              <a:t>…</a:t>
            </a:r>
          </a:p>
          <a:p>
            <a:r>
              <a:rPr lang="en-US" altLang="zh-TW" dirty="0"/>
              <a:t>Handler</a:t>
            </a:r>
          </a:p>
          <a:p>
            <a:pPr lvl="1">
              <a:buFont typeface="Wingdings" panose="05000000000000000000" pitchFamily="2" charset="2"/>
              <a:buNone/>
            </a:pPr>
            <a:r>
              <a:rPr lang="en-AU" altLang="zh-TW" sz="1800" dirty="0">
                <a:latin typeface="Lucida Console" panose="020B0609040504020204" pitchFamily="49" charset="0"/>
                <a:ea typeface="新細明體" panose="02020500000000000000" pitchFamily="18" charset="-120"/>
              </a:rPr>
              <a:t>	80000180	</a:t>
            </a:r>
            <a:r>
              <a:rPr lang="en-AU" altLang="zh-TW" sz="1800" dirty="0" err="1">
                <a:latin typeface="Lucida Console" panose="020B0609040504020204" pitchFamily="49" charset="0"/>
                <a:ea typeface="新細明體" panose="02020500000000000000" pitchFamily="18" charset="-120"/>
              </a:rPr>
              <a:t>sw</a:t>
            </a:r>
            <a:r>
              <a:rPr lang="en-AU" altLang="zh-TW" sz="1800" dirty="0">
                <a:latin typeface="Lucida Console" panose="020B0609040504020204" pitchFamily="49" charset="0"/>
                <a:ea typeface="新細明體" panose="02020500000000000000" pitchFamily="18" charset="-120"/>
              </a:rPr>
              <a:t>   $25, 1000($0)</a:t>
            </a:r>
            <a:br>
              <a:rPr lang="en-AU" altLang="zh-TW" sz="1800" dirty="0">
                <a:latin typeface="Lucida Console" panose="020B0609040504020204" pitchFamily="49" charset="0"/>
                <a:ea typeface="新細明體" panose="02020500000000000000" pitchFamily="18" charset="-120"/>
              </a:rPr>
            </a:br>
            <a:r>
              <a:rPr lang="en-AU" altLang="zh-TW" sz="1800" dirty="0">
                <a:latin typeface="Lucida Console" panose="020B0609040504020204" pitchFamily="49" charset="0"/>
                <a:ea typeface="新細明體" panose="02020500000000000000" pitchFamily="18" charset="-120"/>
              </a:rPr>
              <a:t>80000184	</a:t>
            </a:r>
            <a:r>
              <a:rPr lang="en-AU" altLang="zh-TW" sz="1800" dirty="0" err="1">
                <a:latin typeface="Lucida Console" panose="020B0609040504020204" pitchFamily="49" charset="0"/>
                <a:ea typeface="新細明體" panose="02020500000000000000" pitchFamily="18" charset="-120"/>
              </a:rPr>
              <a:t>sw</a:t>
            </a:r>
            <a:r>
              <a:rPr lang="en-AU" altLang="zh-TW" sz="1800" dirty="0">
                <a:latin typeface="Lucida Console" panose="020B0609040504020204" pitchFamily="49" charset="0"/>
                <a:ea typeface="新細明體" panose="02020500000000000000" pitchFamily="18" charset="-120"/>
              </a:rPr>
              <a:t>   $26, 1004($0)</a:t>
            </a:r>
            <a:br>
              <a:rPr lang="en-AU" altLang="zh-TW" sz="1800" dirty="0">
                <a:latin typeface="Lucida Console" panose="020B0609040504020204" pitchFamily="49" charset="0"/>
                <a:ea typeface="新細明體" panose="02020500000000000000" pitchFamily="18" charset="-120"/>
              </a:rPr>
            </a:br>
            <a:r>
              <a:rPr lang="en-AU" altLang="zh-TW" sz="1800" dirty="0">
                <a:latin typeface="Lucida Console" panose="020B0609040504020204" pitchFamily="49" charset="0"/>
                <a:ea typeface="新細明體" panose="02020500000000000000" pitchFamily="18" charset="-120"/>
              </a:rPr>
              <a:t>…</a:t>
            </a:r>
          </a:p>
        </p:txBody>
      </p:sp>
      <p:sp>
        <p:nvSpPr>
          <p:cNvPr id="115716" name="投影片編號版面配置區 1">
            <a:extLst>
              <a:ext uri="{FF2B5EF4-FFF2-40B4-BE49-F238E27FC236}">
                <a16:creationId xmlns:a16="http://schemas.microsoft.com/office/drawing/2014/main" id="{C9A1E4C0-0196-456C-840A-5EC07D7D497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BFAE8BBE-8A1D-4F6E-8FEB-D1B4EBACC163}"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106</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8" name="Picture 2" descr="f04-67-P374493-top">
            <a:extLst>
              <a:ext uri="{FF2B5EF4-FFF2-40B4-BE49-F238E27FC236}">
                <a16:creationId xmlns:a16="http://schemas.microsoft.com/office/drawing/2014/main" id="{40F285D6-1BD5-46BE-AF33-05A6973F7251}"/>
              </a:ext>
            </a:extLst>
          </p:cNvPr>
          <p:cNvPicPr>
            <a:picLocks noChangeAspect="1" noChangeArrowheads="1"/>
          </p:cNvPicPr>
          <p:nvPr/>
        </p:nvPicPr>
        <p:blipFill>
          <a:blip r:embed="rId3" cstate="print">
            <a:duotone>
              <a:prstClr val="black"/>
              <a:schemeClr val="accent1">
                <a:tint val="45000"/>
                <a:satMod val="400000"/>
              </a:schemeClr>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173787" y="842152"/>
            <a:ext cx="6875419" cy="3752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39" name="Rectangle 3">
            <a:extLst>
              <a:ext uri="{FF2B5EF4-FFF2-40B4-BE49-F238E27FC236}">
                <a16:creationId xmlns:a16="http://schemas.microsoft.com/office/drawing/2014/main" id="{5B4221A0-8839-4B5D-ADA0-3AE845E582B3}"/>
              </a:ext>
            </a:extLst>
          </p:cNvPr>
          <p:cNvSpPr>
            <a:spLocks noGrp="1" noChangeArrowheads="1"/>
          </p:cNvSpPr>
          <p:nvPr>
            <p:ph type="title"/>
          </p:nvPr>
        </p:nvSpPr>
        <p:spPr/>
        <p:txBody>
          <a:bodyPr/>
          <a:lstStyle/>
          <a:p>
            <a:r>
              <a:rPr lang="en-US" altLang="zh-TW" dirty="0"/>
              <a:t>Exception Example</a:t>
            </a:r>
            <a:r>
              <a:rPr lang="zh-CN" altLang="en-US" dirty="0"/>
              <a:t> </a:t>
            </a:r>
            <a:r>
              <a:rPr lang="en-US" altLang="zh-CN" dirty="0"/>
              <a:t>(2)</a:t>
            </a:r>
            <a:endParaRPr lang="en-AU" altLang="zh-TW" dirty="0">
              <a:ea typeface="新細明體" panose="02020500000000000000" pitchFamily="18" charset="-120"/>
            </a:endParaRPr>
          </a:p>
        </p:txBody>
      </p:sp>
      <p:sp>
        <p:nvSpPr>
          <p:cNvPr id="116740" name="投影片編號版面配置區 1">
            <a:extLst>
              <a:ext uri="{FF2B5EF4-FFF2-40B4-BE49-F238E27FC236}">
                <a16:creationId xmlns:a16="http://schemas.microsoft.com/office/drawing/2014/main" id="{B294D328-35AD-4443-BBA7-0AC30AE0E4A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55FD2B6C-A1A0-453E-9E87-13BA5A8B2FFE}"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107</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2" descr="f04-67-P374493-bottom">
            <a:extLst>
              <a:ext uri="{FF2B5EF4-FFF2-40B4-BE49-F238E27FC236}">
                <a16:creationId xmlns:a16="http://schemas.microsoft.com/office/drawing/2014/main" id="{5782645A-025C-4E96-9902-50ABF784DAB8}"/>
              </a:ext>
            </a:extLst>
          </p:cNvPr>
          <p:cNvPicPr>
            <a:picLocks noChangeAspect="1" noChangeArrowheads="1"/>
          </p:cNvPicPr>
          <p:nvPr/>
        </p:nvPicPr>
        <p:blipFill>
          <a:blip r:embed="rId3" cstate="print">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4700"/>
                    </a14:imgEffect>
                    <a14:imgEffect>
                      <a14:brightnessContrast bright="40000"/>
                    </a14:imgEffect>
                  </a14:imgLayer>
                </a14:imgProps>
              </a:ext>
              <a:ext uri="{28A0092B-C50C-407E-A947-70E740481C1C}">
                <a14:useLocalDpi xmlns:a14="http://schemas.microsoft.com/office/drawing/2010/main" val="0"/>
              </a:ext>
            </a:extLst>
          </a:blip>
          <a:srcRect/>
          <a:stretch>
            <a:fillRect/>
          </a:stretch>
        </p:blipFill>
        <p:spPr bwMode="auto">
          <a:xfrm>
            <a:off x="1204574" y="887507"/>
            <a:ext cx="6884394" cy="365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3" name="Rectangle 3">
            <a:extLst>
              <a:ext uri="{FF2B5EF4-FFF2-40B4-BE49-F238E27FC236}">
                <a16:creationId xmlns:a16="http://schemas.microsoft.com/office/drawing/2014/main" id="{D1563BCA-0E88-47A2-B37F-07808737CF91}"/>
              </a:ext>
            </a:extLst>
          </p:cNvPr>
          <p:cNvSpPr>
            <a:spLocks noGrp="1" noChangeArrowheads="1"/>
          </p:cNvSpPr>
          <p:nvPr>
            <p:ph type="title"/>
          </p:nvPr>
        </p:nvSpPr>
        <p:spPr/>
        <p:txBody>
          <a:bodyPr/>
          <a:lstStyle/>
          <a:p>
            <a:r>
              <a:rPr lang="en-US" altLang="zh-TW" dirty="0"/>
              <a:t>Exception Example</a:t>
            </a:r>
            <a:r>
              <a:rPr lang="zh-CN" altLang="en-US" dirty="0"/>
              <a:t>（</a:t>
            </a:r>
            <a:r>
              <a:rPr lang="en-US" altLang="zh-CN" dirty="0"/>
              <a:t>3</a:t>
            </a:r>
            <a:r>
              <a:rPr lang="zh-CN" altLang="en-US" dirty="0"/>
              <a:t>）</a:t>
            </a:r>
            <a:endParaRPr lang="en-AU" altLang="zh-TW" dirty="0">
              <a:ea typeface="新細明體" panose="02020500000000000000" pitchFamily="18" charset="-120"/>
            </a:endParaRPr>
          </a:p>
        </p:txBody>
      </p:sp>
      <p:sp>
        <p:nvSpPr>
          <p:cNvPr id="117764" name="投影片編號版面配置區 1">
            <a:extLst>
              <a:ext uri="{FF2B5EF4-FFF2-40B4-BE49-F238E27FC236}">
                <a16:creationId xmlns:a16="http://schemas.microsoft.com/office/drawing/2014/main" id="{AE82F900-7AFD-4743-A628-05CEC8D7051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BEFB7447-7F51-4E17-96B3-68D668F933D0}"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108</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AD1E2B5B-7FFF-4FB4-942A-683E4F96CE31}"/>
              </a:ext>
            </a:extLst>
          </p:cNvPr>
          <p:cNvSpPr>
            <a:spLocks noGrp="1" noChangeArrowheads="1"/>
          </p:cNvSpPr>
          <p:nvPr>
            <p:ph type="title"/>
          </p:nvPr>
        </p:nvSpPr>
        <p:spPr/>
        <p:txBody>
          <a:bodyPr/>
          <a:lstStyle/>
          <a:p>
            <a:r>
              <a:rPr lang="en-US" altLang="zh-TW" dirty="0"/>
              <a:t>Multiple Exceptions</a:t>
            </a:r>
            <a:endParaRPr lang="en-AU" altLang="zh-TW" dirty="0">
              <a:ea typeface="新細明體" panose="02020500000000000000" pitchFamily="18" charset="-120"/>
            </a:endParaRPr>
          </a:p>
        </p:txBody>
      </p:sp>
      <p:sp>
        <p:nvSpPr>
          <p:cNvPr id="118787" name="Rectangle 3">
            <a:extLst>
              <a:ext uri="{FF2B5EF4-FFF2-40B4-BE49-F238E27FC236}">
                <a16:creationId xmlns:a16="http://schemas.microsoft.com/office/drawing/2014/main" id="{D34C1F6C-8DA6-4460-A9EE-A010F51ED977}"/>
              </a:ext>
            </a:extLst>
          </p:cNvPr>
          <p:cNvSpPr>
            <a:spLocks noGrp="1" noChangeArrowheads="1"/>
          </p:cNvSpPr>
          <p:nvPr>
            <p:ph idx="1"/>
          </p:nvPr>
        </p:nvSpPr>
        <p:spPr>
          <a:xfrm>
            <a:off x="985962" y="844153"/>
            <a:ext cx="7700838" cy="3671888"/>
          </a:xfrm>
        </p:spPr>
        <p:txBody>
          <a:bodyPr/>
          <a:lstStyle/>
          <a:p>
            <a:r>
              <a:rPr lang="en-US" altLang="zh-TW" sz="2000" dirty="0"/>
              <a:t>Pipelining overlaps multiple instructions</a:t>
            </a:r>
          </a:p>
          <a:p>
            <a:pPr lvl="1"/>
            <a:r>
              <a:rPr lang="en-US" altLang="zh-TW" sz="1800" dirty="0"/>
              <a:t>Could have multiple exceptions at once</a:t>
            </a:r>
          </a:p>
          <a:p>
            <a:r>
              <a:rPr lang="en-US" altLang="zh-TW" sz="2000" dirty="0"/>
              <a:t>Simple approach: deal with exception from the earliest instruction</a:t>
            </a:r>
          </a:p>
          <a:p>
            <a:pPr lvl="1"/>
            <a:r>
              <a:rPr lang="en-US" altLang="zh-TW" sz="1800" dirty="0"/>
              <a:t>Flush subsequent instructions</a:t>
            </a:r>
          </a:p>
          <a:p>
            <a:pPr lvl="1"/>
            <a:r>
              <a:rPr lang="en-US" altLang="zh-TW" sz="1800" dirty="0"/>
              <a:t>“Precise” exceptions</a:t>
            </a:r>
          </a:p>
          <a:p>
            <a:r>
              <a:rPr lang="en-US" altLang="zh-TW" sz="2000" dirty="0"/>
              <a:t>In complex pipelines</a:t>
            </a:r>
          </a:p>
          <a:p>
            <a:pPr lvl="1"/>
            <a:r>
              <a:rPr lang="en-US" altLang="zh-TW" sz="1800" dirty="0"/>
              <a:t>Multiple instructions issued per cycle</a:t>
            </a:r>
          </a:p>
          <a:p>
            <a:pPr lvl="1"/>
            <a:r>
              <a:rPr lang="en-US" altLang="zh-TW" sz="1800" dirty="0"/>
              <a:t>Out-of-order completion</a:t>
            </a:r>
          </a:p>
          <a:p>
            <a:pPr lvl="1"/>
            <a:r>
              <a:rPr lang="en-US" altLang="zh-TW" sz="1800" dirty="0"/>
              <a:t>Maintaining precise exceptions is difficult!</a:t>
            </a:r>
            <a:endParaRPr lang="en-AU" altLang="zh-TW" sz="1800" dirty="0"/>
          </a:p>
        </p:txBody>
      </p:sp>
      <p:sp>
        <p:nvSpPr>
          <p:cNvPr id="118788" name="投影片編號版面配置區 1">
            <a:extLst>
              <a:ext uri="{FF2B5EF4-FFF2-40B4-BE49-F238E27FC236}">
                <a16:creationId xmlns:a16="http://schemas.microsoft.com/office/drawing/2014/main" id="{5FB73D3F-AE47-43FE-B460-EF27682BEF7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754757E8-4AEF-4872-960F-C6BDD7E6889C}"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109</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A815BB1D-0766-4205-B44A-51AD4A30B098}"/>
              </a:ext>
            </a:extLst>
          </p:cNvPr>
          <p:cNvSpPr>
            <a:spLocks noGrp="1" noChangeArrowheads="1"/>
          </p:cNvSpPr>
          <p:nvPr>
            <p:ph type="title"/>
          </p:nvPr>
        </p:nvSpPr>
        <p:spPr/>
        <p:txBody>
          <a:bodyPr/>
          <a:lstStyle/>
          <a:p>
            <a:r>
              <a:rPr lang="en-US" altLang="zh-TW"/>
              <a:t>Imprecise Exceptions</a:t>
            </a:r>
            <a:endParaRPr lang="en-AU" altLang="zh-TW">
              <a:ea typeface="新細明體" panose="02020500000000000000" pitchFamily="18" charset="-120"/>
            </a:endParaRPr>
          </a:p>
        </p:txBody>
      </p:sp>
      <p:sp>
        <p:nvSpPr>
          <p:cNvPr id="119811" name="Rectangle 3">
            <a:extLst>
              <a:ext uri="{FF2B5EF4-FFF2-40B4-BE49-F238E27FC236}">
                <a16:creationId xmlns:a16="http://schemas.microsoft.com/office/drawing/2014/main" id="{2691AD87-934B-45E3-BBB5-2DCB1C3DC6EF}"/>
              </a:ext>
            </a:extLst>
          </p:cNvPr>
          <p:cNvSpPr>
            <a:spLocks noGrp="1" noChangeArrowheads="1"/>
          </p:cNvSpPr>
          <p:nvPr>
            <p:ph idx="1"/>
          </p:nvPr>
        </p:nvSpPr>
        <p:spPr>
          <a:xfrm>
            <a:off x="878540" y="844153"/>
            <a:ext cx="7808259" cy="3671888"/>
          </a:xfrm>
        </p:spPr>
        <p:txBody>
          <a:bodyPr/>
          <a:lstStyle/>
          <a:p>
            <a:r>
              <a:rPr lang="en-US" altLang="zh-TW" dirty="0"/>
              <a:t>Just stop pipeline and save state</a:t>
            </a:r>
          </a:p>
          <a:p>
            <a:pPr lvl="1"/>
            <a:r>
              <a:rPr lang="en-US" altLang="zh-TW" dirty="0"/>
              <a:t>Including exception cause(s)</a:t>
            </a:r>
          </a:p>
          <a:p>
            <a:r>
              <a:rPr lang="en-US" altLang="zh-TW" dirty="0"/>
              <a:t>Let the handler work out</a:t>
            </a:r>
          </a:p>
          <a:p>
            <a:pPr lvl="1"/>
            <a:r>
              <a:rPr lang="en-US" altLang="zh-TW" dirty="0"/>
              <a:t>Which instruction(s) had exceptions</a:t>
            </a:r>
          </a:p>
          <a:p>
            <a:pPr lvl="1"/>
            <a:r>
              <a:rPr lang="en-US" altLang="zh-TW" dirty="0"/>
              <a:t>Which to complete or flush</a:t>
            </a:r>
          </a:p>
          <a:p>
            <a:pPr lvl="2"/>
            <a:r>
              <a:rPr lang="en-US" altLang="zh-TW" dirty="0"/>
              <a:t>May require “manual” completion</a:t>
            </a:r>
          </a:p>
          <a:p>
            <a:r>
              <a:rPr lang="en-US" altLang="zh-TW" dirty="0"/>
              <a:t>Simplifies hardware, but more complex handler software</a:t>
            </a:r>
          </a:p>
          <a:p>
            <a:r>
              <a:rPr lang="en-US" altLang="zh-TW" dirty="0"/>
              <a:t>Feasible for complex multiple-issue out-of-order pipelines</a:t>
            </a:r>
            <a:endParaRPr lang="en-AU" altLang="zh-TW" dirty="0"/>
          </a:p>
        </p:txBody>
      </p:sp>
      <p:sp>
        <p:nvSpPr>
          <p:cNvPr id="119812" name="投影片編號版面配置區 1">
            <a:extLst>
              <a:ext uri="{FF2B5EF4-FFF2-40B4-BE49-F238E27FC236}">
                <a16:creationId xmlns:a16="http://schemas.microsoft.com/office/drawing/2014/main" id="{8ED08D9E-9491-4A70-B217-FF7409E7465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AD0DD39C-965C-4E70-810A-6C59943CBCC3}"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110</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27655F88-E090-44A5-9761-1881F956C57E}"/>
              </a:ext>
            </a:extLst>
          </p:cNvPr>
          <p:cNvSpPr>
            <a:spLocks noGrp="1" noChangeArrowheads="1"/>
          </p:cNvSpPr>
          <p:nvPr>
            <p:ph type="title"/>
          </p:nvPr>
        </p:nvSpPr>
        <p:spPr/>
        <p:txBody>
          <a:bodyPr/>
          <a:lstStyle/>
          <a:p>
            <a:r>
              <a:rPr lang="en-US" altLang="zh-TW"/>
              <a:t>Outline</a:t>
            </a:r>
          </a:p>
        </p:txBody>
      </p:sp>
      <p:sp>
        <p:nvSpPr>
          <p:cNvPr id="120835" name="Rectangle 3">
            <a:extLst>
              <a:ext uri="{FF2B5EF4-FFF2-40B4-BE49-F238E27FC236}">
                <a16:creationId xmlns:a16="http://schemas.microsoft.com/office/drawing/2014/main" id="{57128AF5-3AFF-459B-B171-1774F21E5E15}"/>
              </a:ext>
            </a:extLst>
          </p:cNvPr>
          <p:cNvSpPr>
            <a:spLocks noGrp="1" noChangeArrowheads="1"/>
          </p:cNvSpPr>
          <p:nvPr>
            <p:ph idx="1"/>
          </p:nvPr>
        </p:nvSpPr>
        <p:spPr>
          <a:xfrm>
            <a:off x="950258" y="844153"/>
            <a:ext cx="7736541" cy="3671888"/>
          </a:xfrm>
        </p:spPr>
        <p:txBody>
          <a:bodyPr/>
          <a:lstStyle/>
          <a:p>
            <a:pPr>
              <a:spcBef>
                <a:spcPts val="0"/>
              </a:spcBef>
            </a:pPr>
            <a:r>
              <a:rPr lang="en-US" altLang="zh-TW" sz="2000" dirty="0"/>
              <a:t>An overview of pipelining</a:t>
            </a:r>
          </a:p>
          <a:p>
            <a:pPr>
              <a:spcBef>
                <a:spcPts val="0"/>
              </a:spcBef>
            </a:pPr>
            <a:r>
              <a:rPr lang="en-US" altLang="zh-TW" sz="2000" dirty="0"/>
              <a:t>A pipelined </a:t>
            </a:r>
            <a:r>
              <a:rPr lang="en-US" altLang="zh-TW" sz="2000" dirty="0" err="1"/>
              <a:t>datapath</a:t>
            </a:r>
            <a:endParaRPr lang="en-US" altLang="zh-TW" sz="2000" dirty="0"/>
          </a:p>
          <a:p>
            <a:pPr>
              <a:spcBef>
                <a:spcPts val="0"/>
              </a:spcBef>
            </a:pPr>
            <a:r>
              <a:rPr lang="en-US" altLang="zh-TW" sz="2000" dirty="0"/>
              <a:t>Pipelined control</a:t>
            </a:r>
          </a:p>
          <a:p>
            <a:pPr>
              <a:spcBef>
                <a:spcPts val="0"/>
              </a:spcBef>
            </a:pPr>
            <a:r>
              <a:rPr lang="en-US" altLang="zh-CN" sz="2000" dirty="0"/>
              <a:t>Hazards:</a:t>
            </a:r>
            <a:r>
              <a:rPr lang="zh-CN" altLang="en-US" sz="2000" dirty="0"/>
              <a:t> </a:t>
            </a:r>
            <a:r>
              <a:rPr lang="en-US" altLang="zh-CN" sz="2000" dirty="0"/>
              <a:t>types of hazard</a:t>
            </a:r>
          </a:p>
          <a:p>
            <a:pPr>
              <a:spcBef>
                <a:spcPts val="0"/>
              </a:spcBef>
            </a:pPr>
            <a:r>
              <a:rPr lang="en-US" altLang="zh-TW" sz="2000" dirty="0"/>
              <a:t>Handling data hazards</a:t>
            </a:r>
          </a:p>
          <a:p>
            <a:pPr lvl="1">
              <a:spcBef>
                <a:spcPts val="0"/>
              </a:spcBef>
            </a:pPr>
            <a:r>
              <a:rPr lang="en-US" altLang="zh-CN" sz="1800" dirty="0"/>
              <a:t>Inserting</a:t>
            </a:r>
            <a:r>
              <a:rPr lang="zh-CN" altLang="en-US" sz="1800" dirty="0"/>
              <a:t> </a:t>
            </a:r>
            <a:r>
              <a:rPr lang="en-US" altLang="zh-CN" sz="1800" dirty="0"/>
              <a:t>NOP</a:t>
            </a:r>
            <a:r>
              <a:rPr lang="zh-CN" altLang="en-US" sz="1800" dirty="0"/>
              <a:t>（</a:t>
            </a:r>
            <a:r>
              <a:rPr lang="en-US" altLang="zh-CN" sz="1800" dirty="0"/>
              <a:t>software</a:t>
            </a:r>
            <a:r>
              <a:rPr lang="zh-CN" altLang="en-US" sz="1800" dirty="0"/>
              <a:t>）</a:t>
            </a:r>
            <a:endParaRPr lang="en-US" altLang="zh-TW" sz="1800" dirty="0"/>
          </a:p>
          <a:p>
            <a:pPr lvl="1">
              <a:spcBef>
                <a:spcPts val="0"/>
              </a:spcBef>
            </a:pPr>
            <a:r>
              <a:rPr lang="en-US" altLang="zh-CN" sz="1800" dirty="0"/>
              <a:t>F</a:t>
            </a:r>
            <a:r>
              <a:rPr lang="en-US" altLang="zh-TW" sz="1800" dirty="0"/>
              <a:t>orwarding</a:t>
            </a:r>
            <a:r>
              <a:rPr lang="en-US" altLang="zh-CN" sz="1800" dirty="0"/>
              <a:t>,</a:t>
            </a:r>
            <a:r>
              <a:rPr lang="zh-CN" altLang="en-US" sz="1800" dirty="0"/>
              <a:t> </a:t>
            </a:r>
            <a:r>
              <a:rPr lang="en-US" altLang="zh-TW" sz="1800" dirty="0"/>
              <a:t>R-Type-use</a:t>
            </a:r>
            <a:r>
              <a:rPr lang="zh-CN" altLang="en-US" sz="1800" dirty="0"/>
              <a:t>（</a:t>
            </a:r>
            <a:r>
              <a:rPr lang="en-US" altLang="zh-CN" sz="1800" dirty="0"/>
              <a:t>hardware)</a:t>
            </a:r>
            <a:endParaRPr lang="en-US" altLang="zh-TW" sz="1800" dirty="0"/>
          </a:p>
          <a:p>
            <a:pPr lvl="1">
              <a:spcBef>
                <a:spcPts val="0"/>
              </a:spcBef>
            </a:pPr>
            <a:r>
              <a:rPr lang="en-US" altLang="zh-CN" sz="1800" dirty="0"/>
              <a:t>S</a:t>
            </a:r>
            <a:r>
              <a:rPr lang="en-US" altLang="zh-TW" sz="1800" dirty="0"/>
              <a:t>talls</a:t>
            </a:r>
            <a:r>
              <a:rPr lang="en-US" altLang="zh-CN" sz="1800" dirty="0"/>
              <a:t>,</a:t>
            </a:r>
            <a:r>
              <a:rPr lang="zh-CN" altLang="en-US" sz="1800" dirty="0"/>
              <a:t> </a:t>
            </a:r>
            <a:r>
              <a:rPr lang="en-US" altLang="zh-CN" sz="1800" dirty="0"/>
              <a:t>load-use</a:t>
            </a:r>
            <a:r>
              <a:rPr lang="zh-CN" altLang="en-US" sz="1800" dirty="0"/>
              <a:t> </a:t>
            </a:r>
            <a:r>
              <a:rPr lang="en-US" altLang="zh-CN" sz="1800" dirty="0"/>
              <a:t>(hardware)</a:t>
            </a:r>
            <a:endParaRPr lang="en-US" altLang="zh-TW" sz="1800" dirty="0"/>
          </a:p>
          <a:p>
            <a:pPr>
              <a:spcBef>
                <a:spcPts val="0"/>
              </a:spcBef>
            </a:pPr>
            <a:r>
              <a:rPr lang="en-US" altLang="zh-CN" sz="2000" dirty="0"/>
              <a:t>Handling</a:t>
            </a:r>
            <a:r>
              <a:rPr lang="zh-CN" altLang="en-US" sz="2000" dirty="0"/>
              <a:t> </a:t>
            </a:r>
            <a:r>
              <a:rPr lang="en-US" altLang="zh-CN" sz="2000" dirty="0"/>
              <a:t>b</a:t>
            </a:r>
            <a:r>
              <a:rPr lang="en-US" altLang="zh-TW" sz="2000" dirty="0"/>
              <a:t>ranch hazards</a:t>
            </a:r>
          </a:p>
          <a:p>
            <a:pPr>
              <a:spcBef>
                <a:spcPts val="0"/>
              </a:spcBef>
            </a:pPr>
            <a:r>
              <a:rPr lang="en-US" altLang="zh-TW" sz="2000" dirty="0"/>
              <a:t>Exceptions</a:t>
            </a:r>
          </a:p>
          <a:p>
            <a:pPr>
              <a:spcBef>
                <a:spcPts val="0"/>
              </a:spcBef>
            </a:pPr>
            <a:r>
              <a:rPr lang="en-US" altLang="zh-TW" sz="2000" dirty="0">
                <a:solidFill>
                  <a:srgbClr val="FF0000"/>
                </a:solidFill>
              </a:rPr>
              <a:t>Superscalar and dynamic pipelining</a:t>
            </a:r>
          </a:p>
        </p:txBody>
      </p:sp>
      <p:sp>
        <p:nvSpPr>
          <p:cNvPr id="120836" name="投影片編號版面配置區 1">
            <a:extLst>
              <a:ext uri="{FF2B5EF4-FFF2-40B4-BE49-F238E27FC236}">
                <a16:creationId xmlns:a16="http://schemas.microsoft.com/office/drawing/2014/main" id="{5F79F0B9-A07C-4950-875F-4099171E83F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B343DFA1-2171-452E-8695-257466F75342}"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111</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7A3490B7-D432-46D4-B0F2-0BA6FDD4D4E3}"/>
              </a:ext>
            </a:extLst>
          </p:cNvPr>
          <p:cNvSpPr>
            <a:spLocks noGrp="1" noChangeArrowheads="1"/>
          </p:cNvSpPr>
          <p:nvPr>
            <p:ph type="title"/>
          </p:nvPr>
        </p:nvSpPr>
        <p:spPr/>
        <p:txBody>
          <a:bodyPr/>
          <a:lstStyle/>
          <a:p>
            <a:r>
              <a:rPr lang="en-US" altLang="zh-TW"/>
              <a:t>Instruction-Level Parallelism (ILP)</a:t>
            </a:r>
            <a:endParaRPr lang="en-AU" altLang="zh-TW">
              <a:ea typeface="新細明體" panose="02020500000000000000" pitchFamily="18" charset="-120"/>
            </a:endParaRPr>
          </a:p>
        </p:txBody>
      </p:sp>
      <p:sp>
        <p:nvSpPr>
          <p:cNvPr id="121859" name="Rectangle 3">
            <a:extLst>
              <a:ext uri="{FF2B5EF4-FFF2-40B4-BE49-F238E27FC236}">
                <a16:creationId xmlns:a16="http://schemas.microsoft.com/office/drawing/2014/main" id="{7CBEE4E6-AF06-4CA2-A299-8E79D5B2D415}"/>
              </a:ext>
            </a:extLst>
          </p:cNvPr>
          <p:cNvSpPr>
            <a:spLocks noGrp="1" noChangeArrowheads="1"/>
          </p:cNvSpPr>
          <p:nvPr>
            <p:ph idx="1"/>
          </p:nvPr>
        </p:nvSpPr>
        <p:spPr>
          <a:xfrm>
            <a:off x="502023" y="817259"/>
            <a:ext cx="8229600" cy="3790600"/>
          </a:xfrm>
        </p:spPr>
        <p:txBody>
          <a:bodyPr/>
          <a:lstStyle/>
          <a:p>
            <a:r>
              <a:rPr lang="en-US" altLang="zh-TW" dirty="0"/>
              <a:t>Pipelining: executing multiple instructions in parallel</a:t>
            </a:r>
          </a:p>
          <a:p>
            <a:r>
              <a:rPr lang="en-US" altLang="zh-TW" dirty="0"/>
              <a:t>To increase ILP</a:t>
            </a:r>
          </a:p>
          <a:p>
            <a:pPr lvl="1"/>
            <a:r>
              <a:rPr lang="en-US" altLang="zh-TW" dirty="0"/>
              <a:t>Deeper pipeline</a:t>
            </a:r>
          </a:p>
          <a:p>
            <a:pPr lvl="2"/>
            <a:r>
              <a:rPr lang="en-US" altLang="zh-TW" dirty="0"/>
              <a:t>Less work per stage </a:t>
            </a:r>
            <a:r>
              <a:rPr lang="en-US" altLang="zh-TW" dirty="0">
                <a:sym typeface="Symbol" panose="05050102010706020507" pitchFamily="18" charset="2"/>
              </a:rPr>
              <a:t> shorter clock cycle</a:t>
            </a:r>
          </a:p>
          <a:p>
            <a:pPr lvl="1"/>
            <a:r>
              <a:rPr lang="en-US" altLang="zh-TW" dirty="0">
                <a:sym typeface="Symbol" panose="05050102010706020507" pitchFamily="18" charset="2"/>
              </a:rPr>
              <a:t>Multiple issue</a:t>
            </a:r>
          </a:p>
          <a:p>
            <a:pPr lvl="2"/>
            <a:r>
              <a:rPr lang="en-US" altLang="zh-TW" dirty="0">
                <a:sym typeface="Symbol" panose="05050102010706020507" pitchFamily="18" charset="2"/>
              </a:rPr>
              <a:t>Replicate pipeline stages  multiple pipelines</a:t>
            </a:r>
          </a:p>
          <a:p>
            <a:pPr lvl="2"/>
            <a:r>
              <a:rPr lang="en-US" altLang="zh-TW" dirty="0">
                <a:sym typeface="Symbol" panose="05050102010706020507" pitchFamily="18" charset="2"/>
              </a:rPr>
              <a:t>Start multiple instructions per clock cycle</a:t>
            </a:r>
          </a:p>
          <a:p>
            <a:pPr lvl="2"/>
            <a:r>
              <a:rPr lang="en-US" altLang="zh-TW" dirty="0">
                <a:sym typeface="Symbol" panose="05050102010706020507" pitchFamily="18" charset="2"/>
              </a:rPr>
              <a:t>Clock</a:t>
            </a:r>
            <a:r>
              <a:rPr lang="zh-CN" altLang="en-US" dirty="0">
                <a:sym typeface="Symbol" panose="05050102010706020507" pitchFamily="18" charset="2"/>
              </a:rPr>
              <a:t> </a:t>
            </a:r>
            <a:r>
              <a:rPr lang="en-US" altLang="zh-CN" dirty="0">
                <a:sym typeface="Symbol" panose="05050102010706020507" pitchFamily="18" charset="2"/>
              </a:rPr>
              <a:t>cycle</a:t>
            </a:r>
            <a:r>
              <a:rPr lang="zh-CN" altLang="en-US" dirty="0">
                <a:sym typeface="Symbol" panose="05050102010706020507" pitchFamily="18" charset="2"/>
              </a:rPr>
              <a:t> </a:t>
            </a:r>
            <a:r>
              <a:rPr lang="en-US" altLang="zh-CN" dirty="0">
                <a:sym typeface="Symbol" panose="05050102010706020507" pitchFamily="18" charset="2"/>
              </a:rPr>
              <a:t>Per</a:t>
            </a:r>
            <a:r>
              <a:rPr lang="zh-CN" altLang="en-US" dirty="0">
                <a:sym typeface="Symbol" panose="05050102010706020507" pitchFamily="18" charset="2"/>
              </a:rPr>
              <a:t> </a:t>
            </a:r>
            <a:r>
              <a:rPr lang="en-US" altLang="zh-CN" dirty="0">
                <a:sym typeface="Symbol" panose="05050102010706020507" pitchFamily="18" charset="2"/>
              </a:rPr>
              <a:t>Instruction (CPI)</a:t>
            </a:r>
            <a:r>
              <a:rPr lang="zh-CN" altLang="en-US" dirty="0">
                <a:sym typeface="Symbol" panose="05050102010706020507" pitchFamily="18" charset="2"/>
              </a:rPr>
              <a:t> </a:t>
            </a:r>
            <a:r>
              <a:rPr lang="en-US" altLang="zh-TW" dirty="0">
                <a:sym typeface="Symbol" panose="05050102010706020507" pitchFamily="18" charset="2"/>
              </a:rPr>
              <a:t>&lt; 1, so use Instructions Per Cycle (IPC)</a:t>
            </a:r>
          </a:p>
          <a:p>
            <a:pPr lvl="2"/>
            <a:r>
              <a:rPr lang="en-US" altLang="zh-TW" dirty="0">
                <a:sym typeface="Symbol" panose="05050102010706020507" pitchFamily="18" charset="2"/>
              </a:rPr>
              <a:t>E.g., 4GHz 4-way multiple-issue (Assume 1 instruction completed in 1 cycle)</a:t>
            </a:r>
          </a:p>
          <a:p>
            <a:pPr lvl="3"/>
            <a:r>
              <a:rPr lang="en-US" altLang="zh-TW" dirty="0">
                <a:sym typeface="Symbol" panose="05050102010706020507" pitchFamily="18" charset="2"/>
              </a:rPr>
              <a:t>16 b</a:t>
            </a:r>
            <a:r>
              <a:rPr lang="en-US" altLang="zh-CN" dirty="0"/>
              <a:t>illion instruction per second (BIPS</a:t>
            </a:r>
            <a:r>
              <a:rPr lang="en-US" altLang="zh-TW" dirty="0">
                <a:sym typeface="Symbol" panose="05050102010706020507" pitchFamily="18" charset="2"/>
              </a:rPr>
              <a:t>), peak CPI = 0.25, peak IPC = 4</a:t>
            </a:r>
          </a:p>
          <a:p>
            <a:pPr lvl="3"/>
            <a:r>
              <a:rPr lang="en-US" altLang="zh-TW" dirty="0">
                <a:sym typeface="Symbol" panose="05050102010706020507" pitchFamily="18" charset="2"/>
              </a:rPr>
              <a:t>But dependencies reduce this in practice</a:t>
            </a:r>
          </a:p>
        </p:txBody>
      </p:sp>
      <p:sp>
        <p:nvSpPr>
          <p:cNvPr id="121860" name="投影片編號版面配置區 1">
            <a:extLst>
              <a:ext uri="{FF2B5EF4-FFF2-40B4-BE49-F238E27FC236}">
                <a16:creationId xmlns:a16="http://schemas.microsoft.com/office/drawing/2014/main" id="{6FEA9F55-CC67-4069-B162-5B7F0A5ACAF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DB16D8B5-CD19-4B2E-A0C0-A4BC75E928AE}"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112</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F63AF0D9-6749-46A6-8A91-1A23CA7CD4EA}"/>
              </a:ext>
            </a:extLst>
          </p:cNvPr>
          <p:cNvSpPr>
            <a:spLocks noGrp="1" noChangeArrowheads="1"/>
          </p:cNvSpPr>
          <p:nvPr>
            <p:ph type="title"/>
          </p:nvPr>
        </p:nvSpPr>
        <p:spPr/>
        <p:txBody>
          <a:bodyPr/>
          <a:lstStyle/>
          <a:p>
            <a:r>
              <a:rPr lang="en-US" altLang="zh-TW" dirty="0"/>
              <a:t>Multiple Issue</a:t>
            </a:r>
            <a:endParaRPr lang="en-AU" altLang="zh-TW" dirty="0">
              <a:ea typeface="新細明體" panose="02020500000000000000" pitchFamily="18" charset="-120"/>
            </a:endParaRPr>
          </a:p>
        </p:txBody>
      </p:sp>
      <p:sp>
        <p:nvSpPr>
          <p:cNvPr id="122883" name="Rectangle 3">
            <a:extLst>
              <a:ext uri="{FF2B5EF4-FFF2-40B4-BE49-F238E27FC236}">
                <a16:creationId xmlns:a16="http://schemas.microsoft.com/office/drawing/2014/main" id="{1A00FDDC-D717-4D3F-BE95-33FA58946527}"/>
              </a:ext>
            </a:extLst>
          </p:cNvPr>
          <p:cNvSpPr>
            <a:spLocks noGrp="1" noChangeArrowheads="1"/>
          </p:cNvSpPr>
          <p:nvPr>
            <p:ph idx="1"/>
          </p:nvPr>
        </p:nvSpPr>
        <p:spPr>
          <a:xfrm>
            <a:off x="950258" y="844153"/>
            <a:ext cx="7602071" cy="3671888"/>
          </a:xfrm>
        </p:spPr>
        <p:txBody>
          <a:bodyPr/>
          <a:lstStyle/>
          <a:p>
            <a:r>
              <a:rPr lang="en-US" altLang="zh-TW" dirty="0"/>
              <a:t>Static multiple issue</a:t>
            </a:r>
          </a:p>
          <a:p>
            <a:pPr lvl="1"/>
            <a:r>
              <a:rPr lang="en-US" altLang="zh-TW" dirty="0"/>
              <a:t>Compiler groups instructions to be issued together</a:t>
            </a:r>
          </a:p>
          <a:p>
            <a:pPr lvl="1"/>
            <a:r>
              <a:rPr lang="en-US" altLang="zh-TW" dirty="0"/>
              <a:t>Packages them into “issue slots”</a:t>
            </a:r>
          </a:p>
          <a:p>
            <a:pPr lvl="1"/>
            <a:r>
              <a:rPr lang="en-US" altLang="zh-TW" dirty="0"/>
              <a:t>Compiler detects and avoids hazards</a:t>
            </a:r>
          </a:p>
          <a:p>
            <a:r>
              <a:rPr lang="en-US" altLang="zh-TW" dirty="0"/>
              <a:t>Dynamic multiple issue</a:t>
            </a:r>
          </a:p>
          <a:p>
            <a:pPr lvl="1"/>
            <a:r>
              <a:rPr lang="en-US" altLang="zh-TW" dirty="0"/>
              <a:t>CPU examines instruction stream and chooses instructions to issue each cycle</a:t>
            </a:r>
          </a:p>
          <a:p>
            <a:pPr lvl="1"/>
            <a:r>
              <a:rPr lang="en-US" altLang="zh-TW" dirty="0"/>
              <a:t>Compiler can help by reordering instructions</a:t>
            </a:r>
          </a:p>
          <a:p>
            <a:pPr lvl="1"/>
            <a:r>
              <a:rPr lang="en-US" altLang="zh-TW" dirty="0"/>
              <a:t>CPU resolves hazards using advanced techniques at runtime</a:t>
            </a:r>
            <a:endParaRPr lang="en-AU" altLang="zh-TW" dirty="0"/>
          </a:p>
        </p:txBody>
      </p:sp>
      <p:sp>
        <p:nvSpPr>
          <p:cNvPr id="122884" name="投影片編號版面配置區 1">
            <a:extLst>
              <a:ext uri="{FF2B5EF4-FFF2-40B4-BE49-F238E27FC236}">
                <a16:creationId xmlns:a16="http://schemas.microsoft.com/office/drawing/2014/main" id="{9D8D188D-A67E-4115-952E-A5245E1BB01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E30F692C-4C4D-4619-B887-05B83F2C833A}"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113</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57655823-D827-4BF9-99FB-0435CFDA21EF}"/>
              </a:ext>
            </a:extLst>
          </p:cNvPr>
          <p:cNvSpPr>
            <a:spLocks noGrp="1" noChangeArrowheads="1"/>
          </p:cNvSpPr>
          <p:nvPr>
            <p:ph type="title"/>
          </p:nvPr>
        </p:nvSpPr>
        <p:spPr/>
        <p:txBody>
          <a:bodyPr/>
          <a:lstStyle/>
          <a:p>
            <a:r>
              <a:rPr lang="en-US" altLang="zh-TW"/>
              <a:t>Speculation</a:t>
            </a:r>
            <a:endParaRPr lang="en-AU" altLang="zh-TW">
              <a:ea typeface="新細明體" panose="02020500000000000000" pitchFamily="18" charset="-120"/>
            </a:endParaRPr>
          </a:p>
        </p:txBody>
      </p:sp>
      <p:sp>
        <p:nvSpPr>
          <p:cNvPr id="123907" name="Rectangle 3">
            <a:extLst>
              <a:ext uri="{FF2B5EF4-FFF2-40B4-BE49-F238E27FC236}">
                <a16:creationId xmlns:a16="http://schemas.microsoft.com/office/drawing/2014/main" id="{C5187D62-0481-4C0C-8A77-96F70DB2E4CD}"/>
              </a:ext>
            </a:extLst>
          </p:cNvPr>
          <p:cNvSpPr>
            <a:spLocks noGrp="1" noChangeArrowheads="1"/>
          </p:cNvSpPr>
          <p:nvPr>
            <p:ph idx="1"/>
          </p:nvPr>
        </p:nvSpPr>
        <p:spPr>
          <a:xfrm>
            <a:off x="977152" y="844153"/>
            <a:ext cx="7709647" cy="3671888"/>
          </a:xfrm>
        </p:spPr>
        <p:txBody>
          <a:bodyPr/>
          <a:lstStyle/>
          <a:p>
            <a:pPr>
              <a:spcBef>
                <a:spcPts val="0"/>
              </a:spcBef>
            </a:pPr>
            <a:r>
              <a:rPr lang="en-US" altLang="zh-TW" sz="2000" dirty="0"/>
              <a:t>Guess what to do with an instruction</a:t>
            </a:r>
          </a:p>
          <a:p>
            <a:pPr lvl="1">
              <a:spcBef>
                <a:spcPts val="0"/>
              </a:spcBef>
            </a:pPr>
            <a:r>
              <a:rPr lang="en-US" altLang="zh-TW" sz="1800" dirty="0"/>
              <a:t>Start operation as soon as possible</a:t>
            </a:r>
          </a:p>
          <a:p>
            <a:pPr lvl="1">
              <a:spcBef>
                <a:spcPts val="0"/>
              </a:spcBef>
            </a:pPr>
            <a:r>
              <a:rPr lang="en-US" altLang="zh-TW" sz="1800" dirty="0"/>
              <a:t>Check whether guess was right</a:t>
            </a:r>
          </a:p>
          <a:p>
            <a:pPr lvl="2">
              <a:spcBef>
                <a:spcPts val="0"/>
              </a:spcBef>
            </a:pPr>
            <a:r>
              <a:rPr lang="en-US" altLang="zh-TW" sz="1600" dirty="0"/>
              <a:t>If so, complete the operation</a:t>
            </a:r>
          </a:p>
          <a:p>
            <a:pPr lvl="2">
              <a:spcBef>
                <a:spcPts val="0"/>
              </a:spcBef>
            </a:pPr>
            <a:r>
              <a:rPr lang="en-US" altLang="zh-TW" sz="1600" dirty="0"/>
              <a:t>If not, roll-back and do the right thing</a:t>
            </a:r>
          </a:p>
          <a:p>
            <a:pPr>
              <a:spcBef>
                <a:spcPts val="0"/>
              </a:spcBef>
            </a:pPr>
            <a:r>
              <a:rPr lang="en-US" altLang="zh-TW" sz="2000" dirty="0"/>
              <a:t>Common to static and dynamic multiple issue</a:t>
            </a:r>
          </a:p>
          <a:p>
            <a:pPr>
              <a:spcBef>
                <a:spcPts val="0"/>
              </a:spcBef>
            </a:pPr>
            <a:r>
              <a:rPr lang="en-US" altLang="zh-TW" sz="2000" dirty="0"/>
              <a:t>Examples</a:t>
            </a:r>
          </a:p>
          <a:p>
            <a:pPr lvl="1">
              <a:spcBef>
                <a:spcPts val="0"/>
              </a:spcBef>
            </a:pPr>
            <a:r>
              <a:rPr lang="en-US" altLang="zh-TW" sz="1800" dirty="0"/>
              <a:t>Speculate on branch outcome</a:t>
            </a:r>
          </a:p>
          <a:p>
            <a:pPr lvl="2">
              <a:spcBef>
                <a:spcPts val="0"/>
              </a:spcBef>
            </a:pPr>
            <a:r>
              <a:rPr lang="en-US" altLang="zh-TW" sz="1600" dirty="0"/>
              <a:t>Roll back if path taken is different</a:t>
            </a:r>
          </a:p>
          <a:p>
            <a:pPr lvl="1">
              <a:spcBef>
                <a:spcPts val="0"/>
              </a:spcBef>
            </a:pPr>
            <a:r>
              <a:rPr lang="en-US" altLang="zh-TW" sz="1800" dirty="0"/>
              <a:t>Speculate on load</a:t>
            </a:r>
          </a:p>
          <a:p>
            <a:pPr lvl="2">
              <a:spcBef>
                <a:spcPts val="0"/>
              </a:spcBef>
            </a:pPr>
            <a:r>
              <a:rPr lang="en-US" altLang="zh-TW" sz="1600" dirty="0"/>
              <a:t>A store that proceeds a load does not refer to the same address (load first)</a:t>
            </a:r>
          </a:p>
          <a:p>
            <a:pPr lvl="2">
              <a:spcBef>
                <a:spcPts val="0"/>
              </a:spcBef>
            </a:pPr>
            <a:r>
              <a:rPr lang="en-US" altLang="zh-TW" sz="1600" dirty="0"/>
              <a:t>Roll back if location is updated</a:t>
            </a:r>
            <a:endParaRPr lang="en-AU" altLang="zh-TW" sz="1600" dirty="0"/>
          </a:p>
        </p:txBody>
      </p:sp>
      <p:sp>
        <p:nvSpPr>
          <p:cNvPr id="123908" name="投影片編號版面配置區 1">
            <a:extLst>
              <a:ext uri="{FF2B5EF4-FFF2-40B4-BE49-F238E27FC236}">
                <a16:creationId xmlns:a16="http://schemas.microsoft.com/office/drawing/2014/main" id="{DB53F4D0-840E-413F-A0B1-32A3B5C6013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2CDA54C3-7211-48AC-85D2-D03194EC3039}"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114</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4ADBA850-E8E4-4A25-8491-67D18E2B4266}"/>
              </a:ext>
            </a:extLst>
          </p:cNvPr>
          <p:cNvSpPr>
            <a:spLocks noGrp="1" noChangeArrowheads="1"/>
          </p:cNvSpPr>
          <p:nvPr>
            <p:ph type="title"/>
          </p:nvPr>
        </p:nvSpPr>
        <p:spPr/>
        <p:txBody>
          <a:bodyPr/>
          <a:lstStyle/>
          <a:p>
            <a:r>
              <a:rPr lang="en-US" altLang="zh-TW"/>
              <a:t>Compiler/Hardware Speculation</a:t>
            </a:r>
            <a:endParaRPr lang="en-AU" altLang="zh-TW">
              <a:ea typeface="新細明體" panose="02020500000000000000" pitchFamily="18" charset="-120"/>
            </a:endParaRPr>
          </a:p>
        </p:txBody>
      </p:sp>
      <p:sp>
        <p:nvSpPr>
          <p:cNvPr id="122884" name="Rectangle 3">
            <a:extLst>
              <a:ext uri="{FF2B5EF4-FFF2-40B4-BE49-F238E27FC236}">
                <a16:creationId xmlns:a16="http://schemas.microsoft.com/office/drawing/2014/main" id="{A51C1064-4BE9-4641-AA29-EA57B8E3D9B5}"/>
              </a:ext>
            </a:extLst>
          </p:cNvPr>
          <p:cNvSpPr>
            <a:spLocks noGrp="1" noChangeArrowheads="1"/>
          </p:cNvSpPr>
          <p:nvPr>
            <p:ph idx="1"/>
          </p:nvPr>
        </p:nvSpPr>
        <p:spPr>
          <a:xfrm>
            <a:off x="977152" y="844153"/>
            <a:ext cx="7709647" cy="3671888"/>
          </a:xfrm>
        </p:spPr>
        <p:txBody>
          <a:bodyPr/>
          <a:lstStyle/>
          <a:p>
            <a:pPr>
              <a:defRPr/>
            </a:pPr>
            <a:r>
              <a:rPr lang="en-US" altLang="zh-TW" dirty="0"/>
              <a:t>Compiler can reorder instructions</a:t>
            </a:r>
          </a:p>
          <a:p>
            <a:pPr lvl="1">
              <a:defRPr/>
            </a:pPr>
            <a:r>
              <a:rPr lang="en-US" altLang="zh-TW" dirty="0"/>
              <a:t>e.g., move load before </a:t>
            </a:r>
            <a:r>
              <a:rPr lang="en-US" altLang="zh-TW" dirty="0">
                <a:solidFill>
                  <a:schemeClr val="bg2">
                    <a:lumMod val="60000"/>
                    <a:lumOff val="40000"/>
                  </a:schemeClr>
                </a:solidFill>
              </a:rPr>
              <a:t>store</a:t>
            </a:r>
          </a:p>
          <a:p>
            <a:pPr lvl="1">
              <a:defRPr/>
            </a:pPr>
            <a:r>
              <a:rPr lang="en-US" altLang="zh-TW" dirty="0"/>
              <a:t>Can include “fix-up” instructions to recover from incorrect guess</a:t>
            </a:r>
          </a:p>
          <a:p>
            <a:pPr>
              <a:defRPr/>
            </a:pPr>
            <a:r>
              <a:rPr lang="en-US" altLang="zh-TW" dirty="0"/>
              <a:t>Hardware can look ahead for instructions to execute</a:t>
            </a:r>
          </a:p>
          <a:p>
            <a:pPr lvl="1">
              <a:defRPr/>
            </a:pPr>
            <a:r>
              <a:rPr lang="en-US" altLang="zh-TW" dirty="0"/>
              <a:t>Buffer results until determining they are actually needed</a:t>
            </a:r>
          </a:p>
          <a:p>
            <a:pPr lvl="1">
              <a:defRPr/>
            </a:pPr>
            <a:r>
              <a:rPr lang="en-US" altLang="zh-TW" dirty="0"/>
              <a:t>Flush buffers on incorrect speculation</a:t>
            </a:r>
            <a:endParaRPr lang="en-AU" altLang="zh-TW" dirty="0">
              <a:ea typeface="新細明體" pitchFamily="18" charset="-120"/>
            </a:endParaRPr>
          </a:p>
        </p:txBody>
      </p:sp>
      <p:sp>
        <p:nvSpPr>
          <p:cNvPr id="124932" name="投影片編號版面配置區 1">
            <a:extLst>
              <a:ext uri="{FF2B5EF4-FFF2-40B4-BE49-F238E27FC236}">
                <a16:creationId xmlns:a16="http://schemas.microsoft.com/office/drawing/2014/main" id="{1591D1F1-B0A9-48F3-9D9E-43FEAA36FCD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310F88B5-D526-4D5F-A2C5-F5DCACC0127E}"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115</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87FEA8E8-4780-4EF6-9433-424E3B9BECDE}"/>
              </a:ext>
            </a:extLst>
          </p:cNvPr>
          <p:cNvSpPr>
            <a:spLocks noGrp="1" noChangeArrowheads="1"/>
          </p:cNvSpPr>
          <p:nvPr>
            <p:ph type="title"/>
          </p:nvPr>
        </p:nvSpPr>
        <p:spPr/>
        <p:txBody>
          <a:bodyPr/>
          <a:lstStyle/>
          <a:p>
            <a:r>
              <a:rPr lang="en-US" altLang="zh-TW" dirty="0"/>
              <a:t>Multiple Issue</a:t>
            </a:r>
            <a:endParaRPr lang="en-AU" altLang="zh-TW" dirty="0">
              <a:ea typeface="新細明體" panose="02020500000000000000" pitchFamily="18" charset="-120"/>
            </a:endParaRPr>
          </a:p>
        </p:txBody>
      </p:sp>
      <p:sp>
        <p:nvSpPr>
          <p:cNvPr id="125955" name="Rectangle 3">
            <a:extLst>
              <a:ext uri="{FF2B5EF4-FFF2-40B4-BE49-F238E27FC236}">
                <a16:creationId xmlns:a16="http://schemas.microsoft.com/office/drawing/2014/main" id="{C5CB4715-4293-4C28-A1FF-F9F100A8AEDB}"/>
              </a:ext>
            </a:extLst>
          </p:cNvPr>
          <p:cNvSpPr>
            <a:spLocks noGrp="1" noChangeArrowheads="1"/>
          </p:cNvSpPr>
          <p:nvPr>
            <p:ph idx="1"/>
          </p:nvPr>
        </p:nvSpPr>
        <p:spPr>
          <a:xfrm>
            <a:off x="941294" y="844153"/>
            <a:ext cx="7153835" cy="3671888"/>
          </a:xfrm>
        </p:spPr>
        <p:txBody>
          <a:bodyPr/>
          <a:lstStyle/>
          <a:p>
            <a:pPr>
              <a:defRPr/>
            </a:pPr>
            <a:r>
              <a:rPr lang="en-US" altLang="zh-TW" dirty="0">
                <a:solidFill>
                  <a:srgbClr val="FF0000"/>
                </a:solidFill>
              </a:rPr>
              <a:t>Static multiple issue (compiler approach)</a:t>
            </a:r>
          </a:p>
          <a:p>
            <a:pPr>
              <a:defRPr/>
            </a:pPr>
            <a:r>
              <a:rPr lang="en-US" altLang="zh-TW" dirty="0"/>
              <a:t>Dynamic multiple issue (hardware approach)</a:t>
            </a:r>
          </a:p>
        </p:txBody>
      </p:sp>
      <p:sp>
        <p:nvSpPr>
          <p:cNvPr id="125956" name="投影片編號版面配置區 1">
            <a:extLst>
              <a:ext uri="{FF2B5EF4-FFF2-40B4-BE49-F238E27FC236}">
                <a16:creationId xmlns:a16="http://schemas.microsoft.com/office/drawing/2014/main" id="{8F379CF9-67E3-4FF2-89BD-1544F5B53705}"/>
              </a:ext>
            </a:extLst>
          </p:cNvPr>
          <p:cNvSpPr>
            <a:spLocks noGrp="1"/>
          </p:cNvSpPr>
          <p:nvPr>
            <p:ph type="sldNum" sz="quarter" idx="10"/>
          </p:nvPr>
        </p:nvSpPr>
        <p:spPr>
          <a:xfrm>
            <a:off x="6831013" y="4929330"/>
            <a:ext cx="2133600" cy="25479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95499911-018A-4C02-B867-2D8782294FE4}"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116</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32AD7BE7-BC55-4D66-8C14-8F87C15CA930}"/>
              </a:ext>
            </a:extLst>
          </p:cNvPr>
          <p:cNvSpPr>
            <a:spLocks noGrp="1" noChangeArrowheads="1"/>
          </p:cNvSpPr>
          <p:nvPr>
            <p:ph type="title"/>
          </p:nvPr>
        </p:nvSpPr>
        <p:spPr/>
        <p:txBody>
          <a:bodyPr/>
          <a:lstStyle/>
          <a:p>
            <a:r>
              <a:rPr lang="en-US" altLang="zh-TW"/>
              <a:t>Static Multiple Issue</a:t>
            </a:r>
            <a:endParaRPr lang="en-AU" altLang="zh-TW">
              <a:ea typeface="新細明體" panose="02020500000000000000" pitchFamily="18" charset="-120"/>
            </a:endParaRPr>
          </a:p>
        </p:txBody>
      </p:sp>
      <p:sp>
        <p:nvSpPr>
          <p:cNvPr id="126979" name="Rectangle 3">
            <a:extLst>
              <a:ext uri="{FF2B5EF4-FFF2-40B4-BE49-F238E27FC236}">
                <a16:creationId xmlns:a16="http://schemas.microsoft.com/office/drawing/2014/main" id="{2A9B2A88-B97F-49B6-950B-217B906617E0}"/>
              </a:ext>
            </a:extLst>
          </p:cNvPr>
          <p:cNvSpPr>
            <a:spLocks noGrp="1" noChangeArrowheads="1"/>
          </p:cNvSpPr>
          <p:nvPr>
            <p:ph idx="1"/>
          </p:nvPr>
        </p:nvSpPr>
        <p:spPr>
          <a:xfrm>
            <a:off x="968188" y="844153"/>
            <a:ext cx="7718612" cy="3671888"/>
          </a:xfrm>
        </p:spPr>
        <p:txBody>
          <a:bodyPr/>
          <a:lstStyle/>
          <a:p>
            <a:r>
              <a:rPr lang="en-US" altLang="zh-TW" dirty="0"/>
              <a:t>Compiler groups instructions into “issue packets”</a:t>
            </a:r>
          </a:p>
          <a:p>
            <a:pPr lvl="1"/>
            <a:r>
              <a:rPr lang="en-US" altLang="zh-TW" dirty="0"/>
              <a:t>Group of instructions that can be issued on a single cycle</a:t>
            </a:r>
          </a:p>
          <a:p>
            <a:pPr lvl="1"/>
            <a:r>
              <a:rPr lang="en-US" altLang="zh-TW" dirty="0"/>
              <a:t>Determined by pipeline resources required</a:t>
            </a:r>
          </a:p>
          <a:p>
            <a:r>
              <a:rPr lang="en-US" altLang="zh-TW" dirty="0"/>
              <a:t>Think of an issue packet as a very long instruction</a:t>
            </a:r>
          </a:p>
          <a:p>
            <a:pPr lvl="1"/>
            <a:r>
              <a:rPr lang="en-US" altLang="zh-TW" dirty="0"/>
              <a:t>Specifies multiple concurrent operations</a:t>
            </a:r>
          </a:p>
          <a:p>
            <a:pPr marL="342891" lvl="1" indent="0">
              <a:buNone/>
            </a:pPr>
            <a:r>
              <a:rPr lang="en-US" altLang="zh-TW" dirty="0">
                <a:sym typeface="Symbol" panose="05050102010706020507" pitchFamily="18" charset="2"/>
              </a:rPr>
              <a:t>     Very Long Instruction Word (</a:t>
            </a:r>
            <a:r>
              <a:rPr lang="en-US" altLang="zh-TW" dirty="0"/>
              <a:t>VLIW)</a:t>
            </a:r>
          </a:p>
        </p:txBody>
      </p:sp>
      <p:sp>
        <p:nvSpPr>
          <p:cNvPr id="126980" name="投影片編號版面配置區 1">
            <a:extLst>
              <a:ext uri="{FF2B5EF4-FFF2-40B4-BE49-F238E27FC236}">
                <a16:creationId xmlns:a16="http://schemas.microsoft.com/office/drawing/2014/main" id="{6B472A7D-66AB-4394-ACF2-01B63FDD016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67B4C4BB-1F0E-47F6-B37C-CBB333A44256}"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117</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5AA28DE6-9D68-4D9E-9858-83D15F3CE766}"/>
              </a:ext>
            </a:extLst>
          </p:cNvPr>
          <p:cNvSpPr>
            <a:spLocks noGrp="1" noChangeArrowheads="1"/>
          </p:cNvSpPr>
          <p:nvPr>
            <p:ph type="title"/>
          </p:nvPr>
        </p:nvSpPr>
        <p:spPr/>
        <p:txBody>
          <a:bodyPr/>
          <a:lstStyle/>
          <a:p>
            <a:r>
              <a:rPr lang="en-US" altLang="zh-TW" dirty="0"/>
              <a:t>Scheduling Static Multiple Issue</a:t>
            </a:r>
            <a:endParaRPr lang="en-AU" altLang="zh-TW" dirty="0">
              <a:ea typeface="新細明體" panose="02020500000000000000" pitchFamily="18" charset="-120"/>
            </a:endParaRPr>
          </a:p>
        </p:txBody>
      </p:sp>
      <p:sp>
        <p:nvSpPr>
          <p:cNvPr id="128003" name="Rectangle 3">
            <a:extLst>
              <a:ext uri="{FF2B5EF4-FFF2-40B4-BE49-F238E27FC236}">
                <a16:creationId xmlns:a16="http://schemas.microsoft.com/office/drawing/2014/main" id="{9ECC249A-3C20-4A32-B1B5-B5A509042BF5}"/>
              </a:ext>
            </a:extLst>
          </p:cNvPr>
          <p:cNvSpPr>
            <a:spLocks noGrp="1" noChangeArrowheads="1"/>
          </p:cNvSpPr>
          <p:nvPr>
            <p:ph idx="1"/>
          </p:nvPr>
        </p:nvSpPr>
        <p:spPr>
          <a:xfrm>
            <a:off x="950258" y="844153"/>
            <a:ext cx="7736541" cy="3671888"/>
          </a:xfrm>
        </p:spPr>
        <p:txBody>
          <a:bodyPr/>
          <a:lstStyle/>
          <a:p>
            <a:r>
              <a:rPr lang="en-US" altLang="zh-TW" dirty="0"/>
              <a:t>Compiler must remove some/all hazards</a:t>
            </a:r>
          </a:p>
          <a:p>
            <a:pPr lvl="1"/>
            <a:r>
              <a:rPr lang="en-US" altLang="zh-TW" dirty="0"/>
              <a:t>Reorder instructions into issue packets</a:t>
            </a:r>
          </a:p>
          <a:p>
            <a:pPr lvl="1"/>
            <a:r>
              <a:rPr lang="en-US" altLang="zh-TW" dirty="0"/>
              <a:t>No dependencies with a packet</a:t>
            </a:r>
          </a:p>
          <a:p>
            <a:pPr lvl="1"/>
            <a:r>
              <a:rPr lang="en-US" altLang="zh-TW" dirty="0"/>
              <a:t>Possibly some dependencies between packets</a:t>
            </a:r>
          </a:p>
          <a:p>
            <a:pPr lvl="2"/>
            <a:r>
              <a:rPr lang="en-US" altLang="zh-TW" dirty="0"/>
              <a:t>Varies between ISAs; compiler must know!</a:t>
            </a:r>
          </a:p>
          <a:p>
            <a:pPr lvl="1"/>
            <a:r>
              <a:rPr lang="en-US" altLang="zh-TW" dirty="0"/>
              <a:t>Pad with </a:t>
            </a:r>
            <a:r>
              <a:rPr lang="en-US" altLang="zh-TW" dirty="0" err="1"/>
              <a:t>nop</a:t>
            </a:r>
            <a:r>
              <a:rPr lang="en-US" altLang="zh-TW" dirty="0"/>
              <a:t> if necessary</a:t>
            </a:r>
            <a:endParaRPr lang="en-AU" altLang="zh-TW" dirty="0">
              <a:ea typeface="新細明體" panose="02020500000000000000" pitchFamily="18" charset="-120"/>
            </a:endParaRPr>
          </a:p>
        </p:txBody>
      </p:sp>
      <p:sp>
        <p:nvSpPr>
          <p:cNvPr id="128004" name="投影片編號版面配置區 1">
            <a:extLst>
              <a:ext uri="{FF2B5EF4-FFF2-40B4-BE49-F238E27FC236}">
                <a16:creationId xmlns:a16="http://schemas.microsoft.com/office/drawing/2014/main" id="{184CA26E-96FF-45CE-80CB-31B6E0E6BBB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44F49A34-D540-48C2-8E21-CEF36685CBC6}"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118</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1B30959F-C9C8-4F63-A5B7-C6EB4E7DFA5D}"/>
              </a:ext>
            </a:extLst>
          </p:cNvPr>
          <p:cNvSpPr>
            <a:spLocks noGrp="1" noChangeArrowheads="1"/>
          </p:cNvSpPr>
          <p:nvPr>
            <p:ph type="title"/>
          </p:nvPr>
        </p:nvSpPr>
        <p:spPr/>
        <p:txBody>
          <a:bodyPr/>
          <a:lstStyle/>
          <a:p>
            <a:r>
              <a:rPr lang="en-US" altLang="zh-TW" dirty="0"/>
              <a:t>MIPS with Static Dual Issue (1)</a:t>
            </a:r>
            <a:endParaRPr lang="en-AU" altLang="zh-TW" dirty="0">
              <a:ea typeface="新細明體" panose="02020500000000000000" pitchFamily="18" charset="-120"/>
            </a:endParaRPr>
          </a:p>
        </p:txBody>
      </p:sp>
      <p:sp>
        <p:nvSpPr>
          <p:cNvPr id="129027" name="Rectangle 3">
            <a:extLst>
              <a:ext uri="{FF2B5EF4-FFF2-40B4-BE49-F238E27FC236}">
                <a16:creationId xmlns:a16="http://schemas.microsoft.com/office/drawing/2014/main" id="{E092A8A4-612F-4B71-A00E-B2EABFBC0FB8}"/>
              </a:ext>
            </a:extLst>
          </p:cNvPr>
          <p:cNvSpPr>
            <a:spLocks noGrp="1" noChangeArrowheads="1"/>
          </p:cNvSpPr>
          <p:nvPr>
            <p:ph idx="1"/>
          </p:nvPr>
        </p:nvSpPr>
        <p:spPr>
          <a:xfrm>
            <a:off x="1030940" y="727611"/>
            <a:ext cx="7709647" cy="1809400"/>
          </a:xfrm>
        </p:spPr>
        <p:txBody>
          <a:bodyPr/>
          <a:lstStyle/>
          <a:p>
            <a:r>
              <a:rPr lang="en-US" altLang="zh-TW" sz="2000" dirty="0"/>
              <a:t>Two-issue packets</a:t>
            </a:r>
          </a:p>
          <a:p>
            <a:pPr lvl="1"/>
            <a:r>
              <a:rPr lang="en-US" altLang="zh-TW" sz="1600" dirty="0"/>
              <a:t>One ALU/branch instruction</a:t>
            </a:r>
          </a:p>
          <a:p>
            <a:pPr lvl="1"/>
            <a:r>
              <a:rPr lang="en-US" altLang="zh-TW" sz="1600" dirty="0"/>
              <a:t>One load/store instruction</a:t>
            </a:r>
          </a:p>
          <a:p>
            <a:pPr lvl="1"/>
            <a:r>
              <a:rPr lang="en-US" altLang="zh-TW" sz="1600" dirty="0"/>
              <a:t>64-bit aligned</a:t>
            </a:r>
          </a:p>
          <a:p>
            <a:pPr lvl="2"/>
            <a:r>
              <a:rPr lang="en-US" altLang="zh-TW" sz="1400" dirty="0"/>
              <a:t>ALU/branch, then load/store</a:t>
            </a:r>
          </a:p>
          <a:p>
            <a:pPr lvl="2"/>
            <a:r>
              <a:rPr lang="en-US" altLang="zh-TW" sz="1400" dirty="0"/>
              <a:t>Pad an unused instruction with </a:t>
            </a:r>
            <a:r>
              <a:rPr lang="en-US" altLang="zh-TW" sz="1400" dirty="0" err="1"/>
              <a:t>nop</a:t>
            </a:r>
            <a:endParaRPr lang="en-AU" altLang="zh-TW" sz="1400" dirty="0">
              <a:ea typeface="新細明體" panose="02020500000000000000" pitchFamily="18" charset="-120"/>
            </a:endParaRPr>
          </a:p>
        </p:txBody>
      </p:sp>
      <p:sp>
        <p:nvSpPr>
          <p:cNvPr id="129104" name="投影片編號版面配置區 1">
            <a:extLst>
              <a:ext uri="{FF2B5EF4-FFF2-40B4-BE49-F238E27FC236}">
                <a16:creationId xmlns:a16="http://schemas.microsoft.com/office/drawing/2014/main" id="{F5F54EA9-1F3D-45F5-9BB8-0CB4DF20810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31B97D69-8EE2-425F-8269-B07F993C376B}"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119</a:t>
            </a:fld>
            <a:endParaRPr lang="en-US" altLang="zh-TW" sz="1050" b="0">
              <a:solidFill>
                <a:schemeClr val="bg1"/>
              </a:solidFill>
              <a:latin typeface="Arial" panose="020B0604020202020204" pitchFamily="34" charset="0"/>
              <a:ea typeface="新細明體" panose="02020500000000000000" pitchFamily="18" charset="-120"/>
            </a:endParaRPr>
          </a:p>
        </p:txBody>
      </p:sp>
      <p:graphicFrame>
        <p:nvGraphicFramePr>
          <p:cNvPr id="595025" name="Group 81">
            <a:extLst>
              <a:ext uri="{FF2B5EF4-FFF2-40B4-BE49-F238E27FC236}">
                <a16:creationId xmlns:a16="http://schemas.microsoft.com/office/drawing/2014/main" id="{95C7F8ED-DDF1-476E-8986-1CDAAD45F9E9}"/>
              </a:ext>
            </a:extLst>
          </p:cNvPr>
          <p:cNvGraphicFramePr>
            <a:graphicFrameLocks noGrp="1"/>
          </p:cNvGraphicFramePr>
          <p:nvPr>
            <p:extLst>
              <p:ext uri="{D42A27DB-BD31-4B8C-83A1-F6EECF244321}">
                <p14:modId xmlns:p14="http://schemas.microsoft.com/office/powerpoint/2010/main" val="768879374"/>
              </p:ext>
            </p:extLst>
          </p:nvPr>
        </p:nvGraphicFramePr>
        <p:xfrm>
          <a:off x="1513915" y="2540023"/>
          <a:ext cx="6391275" cy="2046034"/>
        </p:xfrm>
        <a:graphic>
          <a:graphicData uri="http://schemas.openxmlformats.org/drawingml/2006/table">
            <a:tbl>
              <a:tblPr/>
              <a:tblGrid>
                <a:gridCol w="879872">
                  <a:extLst>
                    <a:ext uri="{9D8B030D-6E8A-4147-A177-3AD203B41FA5}">
                      <a16:colId xmlns:a16="http://schemas.microsoft.com/office/drawing/2014/main" val="20000"/>
                    </a:ext>
                  </a:extLst>
                </a:gridCol>
                <a:gridCol w="1354931">
                  <a:extLst>
                    <a:ext uri="{9D8B030D-6E8A-4147-A177-3AD203B41FA5}">
                      <a16:colId xmlns:a16="http://schemas.microsoft.com/office/drawing/2014/main" val="20001"/>
                    </a:ext>
                  </a:extLst>
                </a:gridCol>
                <a:gridCol w="594122">
                  <a:extLst>
                    <a:ext uri="{9D8B030D-6E8A-4147-A177-3AD203B41FA5}">
                      <a16:colId xmlns:a16="http://schemas.microsoft.com/office/drawing/2014/main" val="20002"/>
                    </a:ext>
                  </a:extLst>
                </a:gridCol>
                <a:gridCol w="592931">
                  <a:extLst>
                    <a:ext uri="{9D8B030D-6E8A-4147-A177-3AD203B41FA5}">
                      <a16:colId xmlns:a16="http://schemas.microsoft.com/office/drawing/2014/main" val="20003"/>
                    </a:ext>
                  </a:extLst>
                </a:gridCol>
                <a:gridCol w="595313">
                  <a:extLst>
                    <a:ext uri="{9D8B030D-6E8A-4147-A177-3AD203B41FA5}">
                      <a16:colId xmlns:a16="http://schemas.microsoft.com/office/drawing/2014/main" val="20004"/>
                    </a:ext>
                  </a:extLst>
                </a:gridCol>
                <a:gridCol w="592931">
                  <a:extLst>
                    <a:ext uri="{9D8B030D-6E8A-4147-A177-3AD203B41FA5}">
                      <a16:colId xmlns:a16="http://schemas.microsoft.com/office/drawing/2014/main" val="20005"/>
                    </a:ext>
                  </a:extLst>
                </a:gridCol>
                <a:gridCol w="594122">
                  <a:extLst>
                    <a:ext uri="{9D8B030D-6E8A-4147-A177-3AD203B41FA5}">
                      <a16:colId xmlns:a16="http://schemas.microsoft.com/office/drawing/2014/main" val="20006"/>
                    </a:ext>
                  </a:extLst>
                </a:gridCol>
                <a:gridCol w="592931">
                  <a:extLst>
                    <a:ext uri="{9D8B030D-6E8A-4147-A177-3AD203B41FA5}">
                      <a16:colId xmlns:a16="http://schemas.microsoft.com/office/drawing/2014/main" val="20007"/>
                    </a:ext>
                  </a:extLst>
                </a:gridCol>
                <a:gridCol w="594122">
                  <a:extLst>
                    <a:ext uri="{9D8B030D-6E8A-4147-A177-3AD203B41FA5}">
                      <a16:colId xmlns:a16="http://schemas.microsoft.com/office/drawing/2014/main" val="20008"/>
                    </a:ext>
                  </a:extLst>
                </a:gridCol>
              </a:tblGrid>
              <a:tr h="439004">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Address</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8580" marR="68580" marT="34298" marB="342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Instruction type</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gridSpan="7">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Pipeline Stages</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0"/>
                  </a:ext>
                </a:extLst>
              </a:tr>
              <a:tr h="26556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n</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ALU/branch</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IF</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ID</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EX</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WB</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556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n + 4</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Load/store</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IF</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ID</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EX</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WB</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556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n + 8</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ALU/branch</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IF</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ID</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EX</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WB</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556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n + 12</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Load/store</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IF</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ID</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EX</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WB</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556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n + 16</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ALU/branch</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IF</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ID</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EX</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WB</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556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n + 20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Load/store</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IF</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ID</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EX</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WB</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8580" marR="68580" marT="34298" marB="342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descr="f04-69-P374493">
            <a:extLst>
              <a:ext uri="{FF2B5EF4-FFF2-40B4-BE49-F238E27FC236}">
                <a16:creationId xmlns:a16="http://schemas.microsoft.com/office/drawing/2014/main" id="{2A5CEB31-FC4F-4FA5-AD8D-0E1E9BE1C04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0988" y="898503"/>
            <a:ext cx="6500813"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51" name="Rectangle 3">
            <a:extLst>
              <a:ext uri="{FF2B5EF4-FFF2-40B4-BE49-F238E27FC236}">
                <a16:creationId xmlns:a16="http://schemas.microsoft.com/office/drawing/2014/main" id="{34EB5B5C-D669-4542-AA0C-C1E5EC03A26E}"/>
              </a:ext>
            </a:extLst>
          </p:cNvPr>
          <p:cNvSpPr>
            <a:spLocks noGrp="1" noChangeArrowheads="1"/>
          </p:cNvSpPr>
          <p:nvPr>
            <p:ph type="title"/>
          </p:nvPr>
        </p:nvSpPr>
        <p:spPr/>
        <p:txBody>
          <a:bodyPr/>
          <a:lstStyle/>
          <a:p>
            <a:r>
              <a:rPr lang="en-US" altLang="zh-TW" dirty="0"/>
              <a:t>MIPS with Static Dual Issue (2)</a:t>
            </a:r>
            <a:endParaRPr lang="en-AU" altLang="zh-TW" dirty="0">
              <a:ea typeface="新細明體" panose="02020500000000000000" pitchFamily="18" charset="-120"/>
            </a:endParaRPr>
          </a:p>
        </p:txBody>
      </p:sp>
      <p:sp>
        <p:nvSpPr>
          <p:cNvPr id="130052" name="投影片編號版面配置區 1">
            <a:extLst>
              <a:ext uri="{FF2B5EF4-FFF2-40B4-BE49-F238E27FC236}">
                <a16:creationId xmlns:a16="http://schemas.microsoft.com/office/drawing/2014/main" id="{F2A3BC57-8322-4625-8DE3-62B770FC630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896D14B4-7FCF-44ED-B0F7-63FAF54AEC74}"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120</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DB6E3EFB-D523-44A6-A349-7F002298BEF0}"/>
              </a:ext>
            </a:extLst>
          </p:cNvPr>
          <p:cNvSpPr>
            <a:spLocks noGrp="1" noChangeArrowheads="1"/>
          </p:cNvSpPr>
          <p:nvPr>
            <p:ph type="title"/>
          </p:nvPr>
        </p:nvSpPr>
        <p:spPr/>
        <p:txBody>
          <a:bodyPr/>
          <a:lstStyle/>
          <a:p>
            <a:r>
              <a:rPr lang="en-US" altLang="zh-TW" dirty="0"/>
              <a:t>Hazards in the Dual-Issue MIPS</a:t>
            </a:r>
            <a:endParaRPr lang="en-AU" altLang="zh-TW" dirty="0">
              <a:ea typeface="新細明體" panose="02020500000000000000" pitchFamily="18" charset="-120"/>
            </a:endParaRPr>
          </a:p>
        </p:txBody>
      </p:sp>
      <p:sp>
        <p:nvSpPr>
          <p:cNvPr id="131075" name="Rectangle 3">
            <a:extLst>
              <a:ext uri="{FF2B5EF4-FFF2-40B4-BE49-F238E27FC236}">
                <a16:creationId xmlns:a16="http://schemas.microsoft.com/office/drawing/2014/main" id="{F28B94CD-8001-48D9-B9A3-2AF678772A57}"/>
              </a:ext>
            </a:extLst>
          </p:cNvPr>
          <p:cNvSpPr>
            <a:spLocks noGrp="1" noChangeArrowheads="1"/>
          </p:cNvSpPr>
          <p:nvPr>
            <p:ph idx="1"/>
          </p:nvPr>
        </p:nvSpPr>
        <p:spPr>
          <a:xfrm>
            <a:off x="941294" y="790365"/>
            <a:ext cx="7091082" cy="3817494"/>
          </a:xfrm>
        </p:spPr>
        <p:txBody>
          <a:bodyPr/>
          <a:lstStyle/>
          <a:p>
            <a:r>
              <a:rPr lang="en-US" altLang="zh-TW" dirty="0"/>
              <a:t>More instructions executing in parallel</a:t>
            </a:r>
          </a:p>
          <a:p>
            <a:r>
              <a:rPr lang="en-US" altLang="zh-TW" dirty="0"/>
              <a:t>EX data hazard</a:t>
            </a:r>
          </a:p>
          <a:p>
            <a:pPr lvl="1"/>
            <a:r>
              <a:rPr lang="en-US" altLang="zh-TW" dirty="0"/>
              <a:t>Forwarding avoided stalls with single-issue</a:t>
            </a:r>
          </a:p>
          <a:p>
            <a:pPr lvl="1"/>
            <a:r>
              <a:rPr lang="en-US" altLang="zh-TW" dirty="0"/>
              <a:t>Now can’t use ALU result in load/store in same packet</a:t>
            </a:r>
          </a:p>
          <a:p>
            <a:pPr lvl="2"/>
            <a:r>
              <a:rPr lang="en-US" altLang="zh-TW" dirty="0">
                <a:latin typeface="Lucida Console" panose="020B0609040504020204" pitchFamily="49" charset="0"/>
              </a:rPr>
              <a:t>add  </a:t>
            </a:r>
            <a:r>
              <a:rPr lang="en-US" altLang="zh-TW" dirty="0">
                <a:solidFill>
                  <a:schemeClr val="accent1"/>
                </a:solidFill>
                <a:latin typeface="Lucida Console" panose="020B0609040504020204" pitchFamily="49" charset="0"/>
              </a:rPr>
              <a:t>$t0,</a:t>
            </a:r>
            <a:r>
              <a:rPr lang="en-US" altLang="zh-TW" dirty="0">
                <a:latin typeface="Lucida Console" panose="020B0609040504020204" pitchFamily="49" charset="0"/>
              </a:rPr>
              <a:t> $s0, $s1</a:t>
            </a:r>
            <a:br>
              <a:rPr lang="en-US" altLang="zh-TW" dirty="0">
                <a:latin typeface="Lucida Console" panose="020B0609040504020204" pitchFamily="49" charset="0"/>
              </a:rPr>
            </a:br>
            <a:r>
              <a:rPr lang="en-US" altLang="zh-TW" dirty="0">
                <a:latin typeface="Lucida Console" panose="020B0609040504020204" pitchFamily="49" charset="0"/>
              </a:rPr>
              <a:t>load $s2, 0(</a:t>
            </a:r>
            <a:r>
              <a:rPr lang="en-US" altLang="zh-TW" dirty="0">
                <a:solidFill>
                  <a:schemeClr val="accent1"/>
                </a:solidFill>
                <a:latin typeface="Lucida Console" panose="020B0609040504020204" pitchFamily="49" charset="0"/>
              </a:rPr>
              <a:t>$t0</a:t>
            </a:r>
            <a:r>
              <a:rPr lang="en-US" altLang="zh-TW" dirty="0">
                <a:latin typeface="Lucida Console" panose="020B0609040504020204" pitchFamily="49" charset="0"/>
              </a:rPr>
              <a:t>)</a:t>
            </a:r>
          </a:p>
          <a:p>
            <a:pPr lvl="2"/>
            <a:r>
              <a:rPr lang="en-US" altLang="zh-TW" dirty="0"/>
              <a:t>Split into two packets, effectively a stall</a:t>
            </a:r>
          </a:p>
          <a:p>
            <a:r>
              <a:rPr lang="en-US" altLang="zh-TW" dirty="0"/>
              <a:t>Load-use hazard</a:t>
            </a:r>
          </a:p>
          <a:p>
            <a:pPr lvl="1"/>
            <a:r>
              <a:rPr lang="en-US" altLang="zh-TW" dirty="0"/>
              <a:t>Still one cycle use latency, but now two instructions</a:t>
            </a:r>
          </a:p>
          <a:p>
            <a:r>
              <a:rPr lang="en-US" altLang="zh-TW" dirty="0"/>
              <a:t>More aggressive scheduling required</a:t>
            </a:r>
            <a:endParaRPr lang="en-AU" altLang="zh-TW" dirty="0">
              <a:ea typeface="新細明體" panose="02020500000000000000" pitchFamily="18" charset="-120"/>
            </a:endParaRPr>
          </a:p>
        </p:txBody>
      </p:sp>
      <p:sp>
        <p:nvSpPr>
          <p:cNvPr id="131076" name="投影片編號版面配置區 1">
            <a:extLst>
              <a:ext uri="{FF2B5EF4-FFF2-40B4-BE49-F238E27FC236}">
                <a16:creationId xmlns:a16="http://schemas.microsoft.com/office/drawing/2014/main" id="{547724EC-DA43-49ED-AB88-4E939690DE6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F8536A15-8BDB-4D0D-8E82-4990DC4C23C5}"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121</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42FC7B75-A9A2-4BA4-BFFF-EF7A83FF86C8}"/>
              </a:ext>
            </a:extLst>
          </p:cNvPr>
          <p:cNvSpPr>
            <a:spLocks noGrp="1" noChangeArrowheads="1"/>
          </p:cNvSpPr>
          <p:nvPr>
            <p:ph type="title"/>
          </p:nvPr>
        </p:nvSpPr>
        <p:spPr/>
        <p:txBody>
          <a:bodyPr/>
          <a:lstStyle/>
          <a:p>
            <a:r>
              <a:rPr lang="en-US" altLang="zh-TW" dirty="0"/>
              <a:t>Scheduling Example</a:t>
            </a:r>
            <a:endParaRPr lang="en-AU" altLang="zh-TW" dirty="0">
              <a:ea typeface="新細明體" panose="02020500000000000000" pitchFamily="18" charset="-120"/>
            </a:endParaRPr>
          </a:p>
        </p:txBody>
      </p:sp>
      <p:sp>
        <p:nvSpPr>
          <p:cNvPr id="132099" name="Rectangle 3">
            <a:extLst>
              <a:ext uri="{FF2B5EF4-FFF2-40B4-BE49-F238E27FC236}">
                <a16:creationId xmlns:a16="http://schemas.microsoft.com/office/drawing/2014/main" id="{B220B87B-6EFC-4634-B183-1397824BE86C}"/>
              </a:ext>
            </a:extLst>
          </p:cNvPr>
          <p:cNvSpPr>
            <a:spLocks noGrp="1" noChangeArrowheads="1"/>
          </p:cNvSpPr>
          <p:nvPr>
            <p:ph idx="1"/>
          </p:nvPr>
        </p:nvSpPr>
        <p:spPr>
          <a:xfrm>
            <a:off x="941294" y="799330"/>
            <a:ext cx="7745506" cy="437800"/>
          </a:xfrm>
        </p:spPr>
        <p:txBody>
          <a:bodyPr/>
          <a:lstStyle/>
          <a:p>
            <a:r>
              <a:rPr lang="en-US" altLang="zh-TW" dirty="0"/>
              <a:t>Schedule this for dual-issue MIPS</a:t>
            </a:r>
            <a:endParaRPr lang="en-AU" altLang="zh-TW" sz="1350" dirty="0">
              <a:latin typeface="Lucida Console" panose="020B0609040504020204" pitchFamily="49" charset="0"/>
              <a:ea typeface="新細明體" panose="02020500000000000000" pitchFamily="18" charset="-120"/>
            </a:endParaRPr>
          </a:p>
        </p:txBody>
      </p:sp>
      <p:sp>
        <p:nvSpPr>
          <p:cNvPr id="132134" name="投影片編號版面配置區 1">
            <a:extLst>
              <a:ext uri="{FF2B5EF4-FFF2-40B4-BE49-F238E27FC236}">
                <a16:creationId xmlns:a16="http://schemas.microsoft.com/office/drawing/2014/main" id="{A9B09104-02F9-4C6D-B2CB-DDA1D943653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67A4D144-960D-42B4-B8EC-F3013ACD7399}"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122</a:t>
            </a:fld>
            <a:endParaRPr lang="en-US" altLang="zh-TW" sz="1050" b="0">
              <a:solidFill>
                <a:schemeClr val="bg1"/>
              </a:solidFill>
              <a:latin typeface="Arial" panose="020B0604020202020204" pitchFamily="34" charset="0"/>
              <a:ea typeface="新細明體" panose="02020500000000000000" pitchFamily="18" charset="-120"/>
            </a:endParaRPr>
          </a:p>
        </p:txBody>
      </p:sp>
      <p:sp>
        <p:nvSpPr>
          <p:cNvPr id="132100" name="Rectangle 4">
            <a:extLst>
              <a:ext uri="{FF2B5EF4-FFF2-40B4-BE49-F238E27FC236}">
                <a16:creationId xmlns:a16="http://schemas.microsoft.com/office/drawing/2014/main" id="{D6C1D5EE-B896-4D53-BA6E-7220E84B5391}"/>
              </a:ext>
            </a:extLst>
          </p:cNvPr>
          <p:cNvSpPr>
            <a:spLocks noChangeArrowheads="1"/>
          </p:cNvSpPr>
          <p:nvPr/>
        </p:nvSpPr>
        <p:spPr bwMode="auto">
          <a:xfrm>
            <a:off x="1897927" y="1339454"/>
            <a:ext cx="5609228"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AU" altLang="zh-TW" sz="1500" b="0" dirty="0">
                <a:latin typeface="Lucida Console" panose="020B0609040504020204" pitchFamily="49" charset="0"/>
                <a:ea typeface="新細明體" panose="02020500000000000000" pitchFamily="18" charset="-120"/>
              </a:rPr>
              <a:t>Loop: </a:t>
            </a:r>
            <a:r>
              <a:rPr lang="en-AU" altLang="zh-TW" sz="1500" b="0" dirty="0" err="1">
                <a:latin typeface="Lucida Console" panose="020B0609040504020204" pitchFamily="49" charset="0"/>
                <a:ea typeface="新細明體" panose="02020500000000000000" pitchFamily="18" charset="-120"/>
              </a:rPr>
              <a:t>lw</a:t>
            </a:r>
            <a:r>
              <a:rPr lang="en-AU" altLang="zh-TW" sz="1500" b="0" dirty="0">
                <a:latin typeface="Lucida Console" panose="020B0609040504020204" pitchFamily="49" charset="0"/>
                <a:ea typeface="新細明體" panose="02020500000000000000" pitchFamily="18" charset="-120"/>
              </a:rPr>
              <a:t>   </a:t>
            </a:r>
            <a:r>
              <a:rPr lang="en-AU" altLang="zh-TW" sz="1500" b="0" dirty="0">
                <a:solidFill>
                  <a:srgbClr val="008000"/>
                </a:solidFill>
                <a:latin typeface="Lucida Console" panose="020B0609040504020204" pitchFamily="49" charset="0"/>
                <a:ea typeface="新細明體" panose="02020500000000000000" pitchFamily="18" charset="-120"/>
              </a:rPr>
              <a:t>$t0</a:t>
            </a:r>
            <a:r>
              <a:rPr lang="en-AU" altLang="zh-TW" sz="1500" b="0" dirty="0">
                <a:latin typeface="Lucida Console" panose="020B0609040504020204" pitchFamily="49" charset="0"/>
                <a:ea typeface="新細明體" panose="02020500000000000000" pitchFamily="18" charset="-120"/>
              </a:rPr>
              <a:t>, 0($s1)      # $t0=array element</a:t>
            </a:r>
            <a:br>
              <a:rPr lang="en-AU" altLang="zh-TW" sz="1500" b="0" dirty="0">
                <a:latin typeface="Lucida Console" panose="020B0609040504020204" pitchFamily="49" charset="0"/>
                <a:ea typeface="新細明體" panose="02020500000000000000" pitchFamily="18" charset="-120"/>
              </a:rPr>
            </a:br>
            <a:r>
              <a:rPr lang="en-AU" altLang="zh-TW" sz="1500" b="0" dirty="0">
                <a:latin typeface="Lucida Console" panose="020B0609040504020204" pitchFamily="49" charset="0"/>
                <a:ea typeface="新細明體" panose="02020500000000000000" pitchFamily="18" charset="-120"/>
              </a:rPr>
              <a:t>      </a:t>
            </a:r>
            <a:r>
              <a:rPr lang="en-AU" altLang="zh-TW" sz="1500" b="0" dirty="0" err="1">
                <a:latin typeface="Lucida Console" panose="020B0609040504020204" pitchFamily="49" charset="0"/>
                <a:ea typeface="新細明體" panose="02020500000000000000" pitchFamily="18" charset="-120"/>
              </a:rPr>
              <a:t>addu</a:t>
            </a:r>
            <a:r>
              <a:rPr lang="en-AU" altLang="zh-TW" sz="1500" b="0" dirty="0">
                <a:latin typeface="Lucida Console" panose="020B0609040504020204" pitchFamily="49" charset="0"/>
                <a:ea typeface="新細明體" panose="02020500000000000000" pitchFamily="18" charset="-120"/>
              </a:rPr>
              <a:t> </a:t>
            </a:r>
            <a:r>
              <a:rPr lang="en-AU" altLang="zh-TW" sz="1500" b="0" dirty="0">
                <a:solidFill>
                  <a:srgbClr val="008000"/>
                </a:solidFill>
                <a:latin typeface="Lucida Console" panose="020B0609040504020204" pitchFamily="49" charset="0"/>
                <a:ea typeface="新細明體" panose="02020500000000000000" pitchFamily="18" charset="-120"/>
              </a:rPr>
              <a:t>$t0, $t0</a:t>
            </a:r>
            <a:r>
              <a:rPr lang="en-AU" altLang="zh-TW" sz="1500" b="0" dirty="0">
                <a:latin typeface="Lucida Console" panose="020B0609040504020204" pitchFamily="49" charset="0"/>
                <a:ea typeface="新細明體" panose="02020500000000000000" pitchFamily="18" charset="-120"/>
              </a:rPr>
              <a:t>, $s2    # add scalar in $s2</a:t>
            </a:r>
            <a:br>
              <a:rPr lang="en-AU" altLang="zh-TW" sz="1500" b="0" dirty="0">
                <a:latin typeface="Lucida Console" panose="020B0609040504020204" pitchFamily="49" charset="0"/>
                <a:ea typeface="新細明體" panose="02020500000000000000" pitchFamily="18" charset="-120"/>
              </a:rPr>
            </a:br>
            <a:r>
              <a:rPr lang="en-AU" altLang="zh-TW" sz="1500" b="0" dirty="0">
                <a:latin typeface="Lucida Console" panose="020B0609040504020204" pitchFamily="49" charset="0"/>
                <a:ea typeface="新細明體" panose="02020500000000000000" pitchFamily="18" charset="-120"/>
              </a:rPr>
              <a:t>      </a:t>
            </a:r>
            <a:r>
              <a:rPr lang="en-AU" altLang="zh-TW" sz="1500" b="0" dirty="0" err="1">
                <a:latin typeface="Lucida Console" panose="020B0609040504020204" pitchFamily="49" charset="0"/>
                <a:ea typeface="新細明體" panose="02020500000000000000" pitchFamily="18" charset="-120"/>
              </a:rPr>
              <a:t>sw</a:t>
            </a:r>
            <a:r>
              <a:rPr lang="en-AU" altLang="zh-TW" sz="1500" b="0" dirty="0">
                <a:latin typeface="Lucida Console" panose="020B0609040504020204" pitchFamily="49" charset="0"/>
                <a:ea typeface="新細明體" panose="02020500000000000000" pitchFamily="18" charset="-120"/>
              </a:rPr>
              <a:t>   </a:t>
            </a:r>
            <a:r>
              <a:rPr lang="en-AU" altLang="zh-TW" sz="1500" b="0" dirty="0">
                <a:solidFill>
                  <a:srgbClr val="008000"/>
                </a:solidFill>
                <a:latin typeface="Lucida Console" panose="020B0609040504020204" pitchFamily="49" charset="0"/>
                <a:ea typeface="新細明體" panose="02020500000000000000" pitchFamily="18" charset="-120"/>
              </a:rPr>
              <a:t>$t0, </a:t>
            </a:r>
            <a:r>
              <a:rPr lang="en-AU" altLang="zh-TW" sz="1500" b="0" dirty="0">
                <a:solidFill>
                  <a:srgbClr val="000000"/>
                </a:solidFill>
                <a:latin typeface="Lucida Console" panose="020B0609040504020204" pitchFamily="49" charset="0"/>
                <a:ea typeface="新細明體" panose="02020500000000000000" pitchFamily="18" charset="-120"/>
              </a:rPr>
              <a:t>4($</a:t>
            </a:r>
            <a:r>
              <a:rPr lang="en-AU" altLang="zh-TW" sz="1500" b="0" dirty="0">
                <a:latin typeface="Lucida Console" panose="020B0609040504020204" pitchFamily="49" charset="0"/>
                <a:ea typeface="新細明體" panose="02020500000000000000" pitchFamily="18" charset="-120"/>
              </a:rPr>
              <a:t>s1)      # store result</a:t>
            </a:r>
            <a:br>
              <a:rPr lang="en-AU" altLang="zh-TW" sz="1500" b="0" dirty="0">
                <a:latin typeface="Lucida Console" panose="020B0609040504020204" pitchFamily="49" charset="0"/>
                <a:ea typeface="新細明體" panose="02020500000000000000" pitchFamily="18" charset="-120"/>
              </a:rPr>
            </a:br>
            <a:r>
              <a:rPr lang="en-AU" altLang="zh-TW" sz="1500" b="0" dirty="0">
                <a:latin typeface="Lucida Console" panose="020B0609040504020204" pitchFamily="49" charset="0"/>
                <a:ea typeface="新細明體" panose="02020500000000000000" pitchFamily="18" charset="-120"/>
              </a:rPr>
              <a:t>      </a:t>
            </a:r>
            <a:r>
              <a:rPr lang="en-AU" altLang="zh-TW" sz="1500" b="0" dirty="0" err="1">
                <a:latin typeface="Lucida Console" panose="020B0609040504020204" pitchFamily="49" charset="0"/>
                <a:ea typeface="新細明體" panose="02020500000000000000" pitchFamily="18" charset="-120"/>
              </a:rPr>
              <a:t>addi</a:t>
            </a:r>
            <a:r>
              <a:rPr lang="en-AU" altLang="zh-TW" sz="1500" b="0" dirty="0">
                <a:latin typeface="Lucida Console" panose="020B0609040504020204" pitchFamily="49" charset="0"/>
                <a:ea typeface="新細明體" panose="02020500000000000000" pitchFamily="18" charset="-120"/>
              </a:rPr>
              <a:t> </a:t>
            </a:r>
            <a:r>
              <a:rPr lang="en-AU" altLang="zh-TW" sz="1500" b="0" dirty="0">
                <a:solidFill>
                  <a:srgbClr val="C00000"/>
                </a:solidFill>
                <a:latin typeface="Lucida Console" panose="020B0609040504020204" pitchFamily="49" charset="0"/>
                <a:ea typeface="新細明體" panose="02020500000000000000" pitchFamily="18" charset="-120"/>
              </a:rPr>
              <a:t>$s1</a:t>
            </a:r>
            <a:r>
              <a:rPr lang="en-AU" altLang="zh-TW" sz="1500" b="0" dirty="0">
                <a:latin typeface="Lucida Console" panose="020B0609040504020204" pitchFamily="49" charset="0"/>
                <a:ea typeface="新細明體" panose="02020500000000000000" pitchFamily="18" charset="-120"/>
              </a:rPr>
              <a:t>, $s1,–4      # decrement pointer</a:t>
            </a:r>
            <a:br>
              <a:rPr lang="en-AU" altLang="zh-TW" sz="1500" b="0" dirty="0">
                <a:latin typeface="Lucida Console" panose="020B0609040504020204" pitchFamily="49" charset="0"/>
                <a:ea typeface="新細明體" panose="02020500000000000000" pitchFamily="18" charset="-120"/>
              </a:rPr>
            </a:br>
            <a:r>
              <a:rPr lang="en-AU" altLang="zh-TW" sz="1500" b="0" dirty="0">
                <a:latin typeface="Lucida Console" panose="020B0609040504020204" pitchFamily="49" charset="0"/>
                <a:ea typeface="新細明體" panose="02020500000000000000" pitchFamily="18" charset="-120"/>
              </a:rPr>
              <a:t>      </a:t>
            </a:r>
            <a:r>
              <a:rPr lang="en-AU" altLang="zh-TW" sz="1500" b="0" dirty="0" err="1">
                <a:latin typeface="Lucida Console" panose="020B0609040504020204" pitchFamily="49" charset="0"/>
                <a:ea typeface="新細明體" panose="02020500000000000000" pitchFamily="18" charset="-120"/>
              </a:rPr>
              <a:t>bne</a:t>
            </a:r>
            <a:r>
              <a:rPr lang="en-AU" altLang="zh-TW" sz="1500" b="0" dirty="0">
                <a:latin typeface="Lucida Console" panose="020B0609040504020204" pitchFamily="49" charset="0"/>
                <a:ea typeface="新細明體" panose="02020500000000000000" pitchFamily="18" charset="-120"/>
              </a:rPr>
              <a:t>  </a:t>
            </a:r>
            <a:r>
              <a:rPr lang="en-AU" altLang="zh-TW" sz="1500" b="0" dirty="0">
                <a:solidFill>
                  <a:srgbClr val="C00000"/>
                </a:solidFill>
                <a:latin typeface="Lucida Console" panose="020B0609040504020204" pitchFamily="49" charset="0"/>
                <a:ea typeface="新細明體" panose="02020500000000000000" pitchFamily="18" charset="-120"/>
              </a:rPr>
              <a:t>$s1</a:t>
            </a:r>
            <a:r>
              <a:rPr lang="en-AU" altLang="zh-TW" sz="1500" b="0" dirty="0">
                <a:latin typeface="Lucida Console" panose="020B0609040504020204" pitchFamily="49" charset="0"/>
                <a:ea typeface="新細明體" panose="02020500000000000000" pitchFamily="18" charset="-120"/>
              </a:rPr>
              <a:t>, $zero, Loop # branch $s1!=0</a:t>
            </a:r>
          </a:p>
        </p:txBody>
      </p:sp>
      <p:graphicFrame>
        <p:nvGraphicFramePr>
          <p:cNvPr id="601126" name="Group 38">
            <a:extLst>
              <a:ext uri="{FF2B5EF4-FFF2-40B4-BE49-F238E27FC236}">
                <a16:creationId xmlns:a16="http://schemas.microsoft.com/office/drawing/2014/main" id="{920FEB85-5F2A-4C11-9125-6C8F4729519C}"/>
              </a:ext>
            </a:extLst>
          </p:cNvPr>
          <p:cNvGraphicFramePr>
            <a:graphicFrameLocks noGrp="1"/>
          </p:cNvGraphicFramePr>
          <p:nvPr>
            <p:extLst>
              <p:ext uri="{D42A27DB-BD31-4B8C-83A1-F6EECF244321}">
                <p14:modId xmlns:p14="http://schemas.microsoft.com/office/powerpoint/2010/main" val="1115645921"/>
              </p:ext>
            </p:extLst>
          </p:nvPr>
        </p:nvGraphicFramePr>
        <p:xfrm>
          <a:off x="1848551" y="2608941"/>
          <a:ext cx="5909072" cy="1643158"/>
        </p:xfrm>
        <a:graphic>
          <a:graphicData uri="http://schemas.openxmlformats.org/drawingml/2006/table">
            <a:tbl>
              <a:tblPr/>
              <a:tblGrid>
                <a:gridCol w="664369">
                  <a:extLst>
                    <a:ext uri="{9D8B030D-6E8A-4147-A177-3AD203B41FA5}">
                      <a16:colId xmlns:a16="http://schemas.microsoft.com/office/drawing/2014/main" val="20000"/>
                    </a:ext>
                  </a:extLst>
                </a:gridCol>
                <a:gridCol w="2277666">
                  <a:extLst>
                    <a:ext uri="{9D8B030D-6E8A-4147-A177-3AD203B41FA5}">
                      <a16:colId xmlns:a16="http://schemas.microsoft.com/office/drawing/2014/main" val="20001"/>
                    </a:ext>
                  </a:extLst>
                </a:gridCol>
                <a:gridCol w="2277665">
                  <a:extLst>
                    <a:ext uri="{9D8B030D-6E8A-4147-A177-3AD203B41FA5}">
                      <a16:colId xmlns:a16="http://schemas.microsoft.com/office/drawing/2014/main" val="20002"/>
                    </a:ext>
                  </a:extLst>
                </a:gridCol>
                <a:gridCol w="689372">
                  <a:extLst>
                    <a:ext uri="{9D8B030D-6E8A-4147-A177-3AD203B41FA5}">
                      <a16:colId xmlns:a16="http://schemas.microsoft.com/office/drawing/2014/main" val="20003"/>
                    </a:ext>
                  </a:extLst>
                </a:gridCol>
              </a:tblGrid>
              <a:tr h="216694">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900" b="1" i="0" u="none" strike="noStrike" cap="none" normalizeH="0" baseline="0" dirty="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900" b="1" i="0" u="none" strike="noStrike" cap="none" normalizeH="0" baseline="0">
                          <a:ln>
                            <a:noFill/>
                          </a:ln>
                          <a:solidFill>
                            <a:schemeClr val="tx1"/>
                          </a:solidFill>
                          <a:effectLst/>
                          <a:latin typeface="Century Gothic" pitchFamily="34" charset="0"/>
                          <a:ea typeface="標楷體" pitchFamily="65" charset="-120"/>
                        </a:rPr>
                        <a:t>ALU/branch</a:t>
                      </a:r>
                      <a:endParaRPr kumimoji="0" lang="en-AU" altLang="zh-TW" sz="9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900" b="1" i="0" u="none" strike="noStrike" cap="none" normalizeH="0" baseline="0">
                          <a:ln>
                            <a:noFill/>
                          </a:ln>
                          <a:solidFill>
                            <a:schemeClr val="tx1"/>
                          </a:solidFill>
                          <a:effectLst/>
                          <a:latin typeface="Century Gothic" pitchFamily="34" charset="0"/>
                          <a:ea typeface="標楷體" pitchFamily="65" charset="-120"/>
                        </a:rPr>
                        <a:t>Load/store</a:t>
                      </a:r>
                      <a:endParaRPr kumimoji="0" lang="en-AU" altLang="zh-TW" sz="9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900" b="1" i="0" u="none" strike="noStrike" cap="none" normalizeH="0" baseline="0" dirty="0">
                          <a:ln>
                            <a:noFill/>
                          </a:ln>
                          <a:solidFill>
                            <a:srgbClr val="008000"/>
                          </a:solidFill>
                          <a:effectLst/>
                          <a:latin typeface="Century Gothic" pitchFamily="34" charset="0"/>
                          <a:ea typeface="標楷體" pitchFamily="65" charset="-120"/>
                        </a:rPr>
                        <a:t>cycle</a:t>
                      </a:r>
                      <a:endParaRPr kumimoji="0" lang="en-AU" altLang="zh-TW" sz="900" b="1" i="0" u="none" strike="noStrike" cap="none" normalizeH="0" baseline="0" dirty="0">
                        <a:ln>
                          <a:noFill/>
                        </a:ln>
                        <a:solidFill>
                          <a:srgbClr val="008000"/>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3746">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Lucida Console" pitchFamily="49" charset="0"/>
                          <a:ea typeface="標楷體" pitchFamily="65" charset="-120"/>
                        </a:rPr>
                        <a:t>Loop:</a:t>
                      </a:r>
                      <a:endParaRPr kumimoji="0" lang="en-AU" altLang="zh-TW" sz="14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folHlink"/>
                          </a:solidFill>
                          <a:effectLst/>
                          <a:latin typeface="Lucida Console" pitchFamily="49" charset="0"/>
                          <a:ea typeface="標楷體" pitchFamily="65" charset="-120"/>
                        </a:rPr>
                        <a:t>nop</a:t>
                      </a:r>
                      <a:endParaRPr kumimoji="0" lang="en-AU" altLang="zh-TW" sz="1400" b="1" i="0" u="none" strike="noStrike" cap="none" normalizeH="0" baseline="0">
                        <a:ln>
                          <a:noFill/>
                        </a:ln>
                        <a:solidFill>
                          <a:schemeClr val="folHlink"/>
                        </a:solidFill>
                        <a:effectLst/>
                        <a:latin typeface="Lucida Console" pitchFamily="49"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dirty="0" err="1">
                          <a:ln>
                            <a:noFill/>
                          </a:ln>
                          <a:solidFill>
                            <a:schemeClr val="tx1"/>
                          </a:solidFill>
                          <a:effectLst/>
                          <a:latin typeface="Lucida Console" pitchFamily="49" charset="0"/>
                          <a:ea typeface="新細明體" pitchFamily="18" charset="-120"/>
                        </a:rPr>
                        <a:t>lw</a:t>
                      </a:r>
                      <a:r>
                        <a:rPr kumimoji="0" lang="en-AU" altLang="zh-TW" sz="1400" b="1" i="0" u="none" strike="noStrike" cap="none" normalizeH="0" baseline="0" dirty="0">
                          <a:ln>
                            <a:noFill/>
                          </a:ln>
                          <a:solidFill>
                            <a:schemeClr val="tx1"/>
                          </a:solidFill>
                          <a:effectLst/>
                          <a:latin typeface="Lucida Console" pitchFamily="49" charset="0"/>
                          <a:ea typeface="新細明體" pitchFamily="18" charset="-120"/>
                        </a:rPr>
                        <a:t>   </a:t>
                      </a:r>
                      <a:r>
                        <a:rPr kumimoji="0" lang="en-AU" altLang="zh-TW" sz="1400" b="1" i="0" u="none" strike="noStrike" cap="none" normalizeH="0" baseline="0" dirty="0">
                          <a:ln>
                            <a:noFill/>
                          </a:ln>
                          <a:solidFill>
                            <a:srgbClr val="008000"/>
                          </a:solidFill>
                          <a:effectLst/>
                          <a:latin typeface="Lucida Console" pitchFamily="49" charset="0"/>
                          <a:ea typeface="新細明體" pitchFamily="18" charset="-120"/>
                        </a:rPr>
                        <a:t>$t0</a:t>
                      </a:r>
                      <a:r>
                        <a:rPr kumimoji="0" lang="en-AU" altLang="zh-TW" sz="1400" b="1" i="0" u="none" strike="noStrike" cap="none" normalizeH="0" baseline="0" dirty="0">
                          <a:ln>
                            <a:noFill/>
                          </a:ln>
                          <a:solidFill>
                            <a:schemeClr val="tx1"/>
                          </a:solidFill>
                          <a:effectLst/>
                          <a:latin typeface="Lucida Console" pitchFamily="49" charset="0"/>
                          <a:ea typeface="新細明體" pitchFamily="18" charset="-120"/>
                        </a:rPr>
                        <a:t>, 0($s1)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Lucida Console" pitchFamily="49" charset="0"/>
                          <a:ea typeface="標楷體" pitchFamily="65" charset="-120"/>
                        </a:rPr>
                        <a:t>1</a:t>
                      </a:r>
                      <a:endParaRPr kumimoji="0" lang="en-AU" altLang="zh-TW" sz="14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3746">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dirty="0" err="1">
                          <a:ln>
                            <a:noFill/>
                          </a:ln>
                          <a:solidFill>
                            <a:schemeClr val="tx1"/>
                          </a:solidFill>
                          <a:effectLst/>
                          <a:latin typeface="Lucida Console" pitchFamily="49" charset="0"/>
                          <a:ea typeface="新細明體" pitchFamily="18" charset="-120"/>
                        </a:rPr>
                        <a:t>addi</a:t>
                      </a:r>
                      <a:r>
                        <a:rPr kumimoji="0" lang="en-AU" altLang="zh-TW" sz="1400" b="1" i="0" u="none" strike="noStrike" cap="none" normalizeH="0" baseline="0" dirty="0">
                          <a:ln>
                            <a:noFill/>
                          </a:ln>
                          <a:solidFill>
                            <a:schemeClr val="tx1"/>
                          </a:solidFill>
                          <a:effectLst/>
                          <a:latin typeface="Lucida Console" pitchFamily="49" charset="0"/>
                          <a:ea typeface="新細明體" pitchFamily="18" charset="-120"/>
                        </a:rPr>
                        <a:t> </a:t>
                      </a:r>
                      <a:r>
                        <a:rPr kumimoji="0" lang="en-AU" altLang="zh-TW" sz="1400" b="1" i="0" u="none" strike="noStrike" cap="none" normalizeH="0" baseline="0" dirty="0">
                          <a:ln>
                            <a:noFill/>
                          </a:ln>
                          <a:solidFill>
                            <a:srgbClr val="C00000"/>
                          </a:solidFill>
                          <a:effectLst/>
                          <a:latin typeface="Lucida Console" pitchFamily="49" charset="0"/>
                          <a:ea typeface="新細明體" pitchFamily="18" charset="-120"/>
                        </a:rPr>
                        <a:t>$s1</a:t>
                      </a:r>
                      <a:r>
                        <a:rPr kumimoji="0" lang="en-AU" altLang="zh-TW" sz="1400" b="1" i="0" u="none" strike="noStrike" cap="none" normalizeH="0" baseline="0" dirty="0">
                          <a:ln>
                            <a:noFill/>
                          </a:ln>
                          <a:solidFill>
                            <a:schemeClr val="tx1"/>
                          </a:solidFill>
                          <a:effectLst/>
                          <a:latin typeface="Lucida Console" pitchFamily="49" charset="0"/>
                          <a:ea typeface="新細明體" pitchFamily="18" charset="-120"/>
                        </a:rPr>
                        <a:t>, $s1,–4</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folHlink"/>
                          </a:solidFill>
                          <a:effectLst/>
                          <a:latin typeface="Lucida Console" pitchFamily="49" charset="0"/>
                          <a:ea typeface="標楷體" pitchFamily="65" charset="-120"/>
                        </a:rPr>
                        <a:t>nop</a:t>
                      </a:r>
                      <a:endParaRPr kumimoji="0" lang="en-AU" altLang="zh-TW" sz="1400" b="1" i="0" u="none" strike="noStrike" cap="none" normalizeH="0" baseline="0">
                        <a:ln>
                          <a:noFill/>
                        </a:ln>
                        <a:solidFill>
                          <a:schemeClr val="folHlink"/>
                        </a:solidFill>
                        <a:effectLst/>
                        <a:latin typeface="Lucida Console" pitchFamily="49"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Lucida Console" pitchFamily="49" charset="0"/>
                          <a:ea typeface="標楷體" pitchFamily="65" charset="-120"/>
                        </a:rPr>
                        <a:t>2</a:t>
                      </a:r>
                      <a:endParaRPr kumimoji="0" lang="en-AU" altLang="zh-TW" sz="14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3746">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dirty="0" err="1">
                          <a:ln>
                            <a:noFill/>
                          </a:ln>
                          <a:solidFill>
                            <a:schemeClr val="tx1"/>
                          </a:solidFill>
                          <a:effectLst/>
                          <a:latin typeface="Lucida Console" pitchFamily="49" charset="0"/>
                          <a:ea typeface="新細明體" pitchFamily="18" charset="-120"/>
                        </a:rPr>
                        <a:t>addu</a:t>
                      </a:r>
                      <a:r>
                        <a:rPr kumimoji="0" lang="en-AU" altLang="zh-TW" sz="1400" b="1" i="0" u="none" strike="noStrike" cap="none" normalizeH="0" baseline="0" dirty="0">
                          <a:ln>
                            <a:noFill/>
                          </a:ln>
                          <a:solidFill>
                            <a:schemeClr val="tx1"/>
                          </a:solidFill>
                          <a:effectLst/>
                          <a:latin typeface="Lucida Console" pitchFamily="49" charset="0"/>
                          <a:ea typeface="新細明體" pitchFamily="18" charset="-120"/>
                        </a:rPr>
                        <a:t> </a:t>
                      </a:r>
                      <a:r>
                        <a:rPr kumimoji="0" lang="en-AU" altLang="zh-TW" sz="1400" b="1" i="0" u="none" strike="noStrike" cap="none" normalizeH="0" baseline="0" dirty="0">
                          <a:ln>
                            <a:noFill/>
                          </a:ln>
                          <a:solidFill>
                            <a:srgbClr val="008000"/>
                          </a:solidFill>
                          <a:effectLst/>
                          <a:latin typeface="Lucida Console" pitchFamily="49" charset="0"/>
                          <a:ea typeface="新細明體" pitchFamily="18" charset="-120"/>
                        </a:rPr>
                        <a:t>$t0, $t0</a:t>
                      </a:r>
                      <a:r>
                        <a:rPr kumimoji="0" lang="en-AU" altLang="zh-TW" sz="1400" b="1" i="0" u="none" strike="noStrike" cap="none" normalizeH="0" baseline="0" dirty="0">
                          <a:ln>
                            <a:noFill/>
                          </a:ln>
                          <a:solidFill>
                            <a:schemeClr val="tx1"/>
                          </a:solidFill>
                          <a:effectLst/>
                          <a:latin typeface="Lucida Console" pitchFamily="49" charset="0"/>
                          <a:ea typeface="新細明體" pitchFamily="18" charset="-120"/>
                        </a:rPr>
                        <a:t>, $s2</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folHlink"/>
                          </a:solidFill>
                          <a:effectLst/>
                          <a:latin typeface="Lucida Console" pitchFamily="49" charset="0"/>
                          <a:ea typeface="標楷體" pitchFamily="65" charset="-120"/>
                        </a:rPr>
                        <a:t>nop</a:t>
                      </a:r>
                      <a:endParaRPr kumimoji="0" lang="en-AU" altLang="zh-TW" sz="1400" b="1" i="0" u="none" strike="noStrike" cap="none" normalizeH="0" baseline="0">
                        <a:ln>
                          <a:noFill/>
                        </a:ln>
                        <a:solidFill>
                          <a:schemeClr val="folHlink"/>
                        </a:solidFill>
                        <a:effectLst/>
                        <a:latin typeface="Lucida Console" pitchFamily="49"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Lucida Console" pitchFamily="49" charset="0"/>
                          <a:ea typeface="標楷體" pitchFamily="65" charset="-120"/>
                        </a:rPr>
                        <a:t>3</a:t>
                      </a:r>
                      <a:endParaRPr kumimoji="0" lang="en-AU" altLang="zh-TW" sz="14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8912">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dirty="0" err="1">
                          <a:ln>
                            <a:noFill/>
                          </a:ln>
                          <a:solidFill>
                            <a:schemeClr val="tx1"/>
                          </a:solidFill>
                          <a:effectLst/>
                          <a:latin typeface="Lucida Console" pitchFamily="49" charset="0"/>
                          <a:ea typeface="新細明體" pitchFamily="18" charset="-120"/>
                        </a:rPr>
                        <a:t>bne</a:t>
                      </a:r>
                      <a:r>
                        <a:rPr kumimoji="0" lang="en-AU" altLang="zh-TW" sz="1400" b="1" i="0" u="none" strike="noStrike" cap="none" normalizeH="0" baseline="0" dirty="0">
                          <a:ln>
                            <a:noFill/>
                          </a:ln>
                          <a:solidFill>
                            <a:schemeClr val="tx1"/>
                          </a:solidFill>
                          <a:effectLst/>
                          <a:latin typeface="Lucida Console" pitchFamily="49" charset="0"/>
                          <a:ea typeface="新細明體" pitchFamily="18" charset="-120"/>
                        </a:rPr>
                        <a:t>  </a:t>
                      </a:r>
                      <a:r>
                        <a:rPr kumimoji="0" lang="en-AU" altLang="zh-TW" sz="1400" b="1" i="0" u="none" strike="noStrike" cap="none" normalizeH="0" baseline="0" dirty="0">
                          <a:ln>
                            <a:noFill/>
                          </a:ln>
                          <a:solidFill>
                            <a:srgbClr val="C00000"/>
                          </a:solidFill>
                          <a:effectLst/>
                          <a:latin typeface="Lucida Console" pitchFamily="49" charset="0"/>
                          <a:ea typeface="新細明體" pitchFamily="18" charset="-120"/>
                        </a:rPr>
                        <a:t>$s1</a:t>
                      </a:r>
                      <a:r>
                        <a:rPr kumimoji="0" lang="en-AU" altLang="zh-TW" sz="1400" b="1" i="0" u="none" strike="noStrike" cap="none" normalizeH="0" baseline="0" dirty="0">
                          <a:ln>
                            <a:noFill/>
                          </a:ln>
                          <a:solidFill>
                            <a:schemeClr val="tx1"/>
                          </a:solidFill>
                          <a:effectLst/>
                          <a:latin typeface="Lucida Console" pitchFamily="49" charset="0"/>
                          <a:ea typeface="新細明體" pitchFamily="18" charset="-120"/>
                        </a:rPr>
                        <a:t>, $zero, Loop</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dirty="0" err="1">
                          <a:ln>
                            <a:noFill/>
                          </a:ln>
                          <a:solidFill>
                            <a:schemeClr val="tx1"/>
                          </a:solidFill>
                          <a:effectLst/>
                          <a:latin typeface="Lucida Console" pitchFamily="49" charset="0"/>
                          <a:ea typeface="新細明體" pitchFamily="18" charset="-120"/>
                        </a:rPr>
                        <a:t>sw</a:t>
                      </a:r>
                      <a:r>
                        <a:rPr kumimoji="0" lang="en-AU" altLang="zh-TW" sz="1400" b="1" i="0" u="none" strike="noStrike" cap="none" normalizeH="0" baseline="0" dirty="0">
                          <a:ln>
                            <a:noFill/>
                          </a:ln>
                          <a:solidFill>
                            <a:schemeClr val="tx1"/>
                          </a:solidFill>
                          <a:effectLst/>
                          <a:latin typeface="Lucida Console" pitchFamily="49" charset="0"/>
                          <a:ea typeface="新細明體" pitchFamily="18" charset="-120"/>
                        </a:rPr>
                        <a:t>   </a:t>
                      </a:r>
                      <a:r>
                        <a:rPr kumimoji="0" lang="en-AU" altLang="zh-TW" sz="1400" b="1" i="0" u="none" strike="noStrike" cap="none" normalizeH="0" baseline="0" dirty="0">
                          <a:ln>
                            <a:noFill/>
                          </a:ln>
                          <a:solidFill>
                            <a:srgbClr val="009900"/>
                          </a:solidFill>
                          <a:effectLst/>
                          <a:latin typeface="Lucida Console" pitchFamily="49" charset="0"/>
                          <a:ea typeface="新細明體" pitchFamily="18" charset="-120"/>
                        </a:rPr>
                        <a:t>$t0</a:t>
                      </a:r>
                      <a:r>
                        <a:rPr kumimoji="0" lang="en-AU" altLang="zh-TW" sz="1400" b="1" i="0" u="none" strike="noStrike" cap="none" normalizeH="0" baseline="0" dirty="0">
                          <a:ln>
                            <a:noFill/>
                          </a:ln>
                          <a:solidFill>
                            <a:schemeClr val="tx1"/>
                          </a:solidFill>
                          <a:effectLst/>
                          <a:latin typeface="Lucida Console" pitchFamily="49" charset="0"/>
                          <a:ea typeface="新細明體" pitchFamily="18" charset="-120"/>
                        </a:rPr>
                        <a:t>, 4($s1)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Lucida Console" pitchFamily="49" charset="0"/>
                          <a:ea typeface="標楷體" pitchFamily="65" charset="-120"/>
                        </a:rPr>
                        <a:t>4</a:t>
                      </a:r>
                      <a:endParaRPr kumimoji="0" lang="en-AU" altLang="zh-TW" sz="1400" b="1" i="0" u="none" strike="noStrike" cap="none" normalizeH="0" baseline="0" dirty="0">
                        <a:ln>
                          <a:noFill/>
                        </a:ln>
                        <a:solidFill>
                          <a:schemeClr val="tx1"/>
                        </a:solidFill>
                        <a:effectLst/>
                        <a:latin typeface="Lucida Console" pitchFamily="49"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32133" name="Rectangle 37">
            <a:extLst>
              <a:ext uri="{FF2B5EF4-FFF2-40B4-BE49-F238E27FC236}">
                <a16:creationId xmlns:a16="http://schemas.microsoft.com/office/drawing/2014/main" id="{BB81CC0B-74AD-4376-8AC5-268FCA20F540}"/>
              </a:ext>
            </a:extLst>
          </p:cNvPr>
          <p:cNvSpPr>
            <a:spLocks noChangeArrowheads="1"/>
          </p:cNvSpPr>
          <p:nvPr/>
        </p:nvSpPr>
        <p:spPr bwMode="auto">
          <a:xfrm>
            <a:off x="2409755" y="4299557"/>
            <a:ext cx="4322739" cy="326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marL="457200" lvl="1" indent="0">
              <a:buNone/>
            </a:pPr>
            <a:r>
              <a:rPr lang="en-US" altLang="zh-TW" sz="1650" dirty="0"/>
              <a:t>IPC = 5/4 = 1.25 (c.f. peak IPC = 2)</a:t>
            </a:r>
            <a:endParaRPr lang="en-AU" altLang="zh-TW" sz="1350" dirty="0">
              <a:latin typeface="Lucida Console" panose="020B0609040504020204" pitchFamily="49" charset="0"/>
              <a:ea typeface="新細明體" panose="02020500000000000000" pitchFamily="18" charset="-12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A92E3F79-9306-4377-82B4-2A56001160A2}"/>
              </a:ext>
            </a:extLst>
          </p:cNvPr>
          <p:cNvSpPr>
            <a:spLocks noGrp="1" noChangeArrowheads="1"/>
          </p:cNvSpPr>
          <p:nvPr>
            <p:ph type="title"/>
          </p:nvPr>
        </p:nvSpPr>
        <p:spPr/>
        <p:txBody>
          <a:bodyPr/>
          <a:lstStyle/>
          <a:p>
            <a:r>
              <a:rPr lang="en-US" altLang="zh-TW"/>
              <a:t>Loop Unrolling</a:t>
            </a:r>
            <a:endParaRPr lang="en-AU" altLang="zh-TW">
              <a:ea typeface="新細明體" panose="02020500000000000000" pitchFamily="18" charset="-120"/>
            </a:endParaRPr>
          </a:p>
        </p:txBody>
      </p:sp>
      <p:sp>
        <p:nvSpPr>
          <p:cNvPr id="133123" name="Rectangle 3">
            <a:extLst>
              <a:ext uri="{FF2B5EF4-FFF2-40B4-BE49-F238E27FC236}">
                <a16:creationId xmlns:a16="http://schemas.microsoft.com/office/drawing/2014/main" id="{894344BD-5EC1-48E9-9B0D-F29E2E43285F}"/>
              </a:ext>
            </a:extLst>
          </p:cNvPr>
          <p:cNvSpPr>
            <a:spLocks noGrp="1" noChangeArrowheads="1"/>
          </p:cNvSpPr>
          <p:nvPr>
            <p:ph idx="1"/>
          </p:nvPr>
        </p:nvSpPr>
        <p:spPr>
          <a:xfrm>
            <a:off x="1004046" y="844153"/>
            <a:ext cx="7682753" cy="3671888"/>
          </a:xfrm>
        </p:spPr>
        <p:txBody>
          <a:bodyPr/>
          <a:lstStyle/>
          <a:p>
            <a:r>
              <a:rPr lang="en-US" altLang="zh-TW" dirty="0"/>
              <a:t>Replicate loop body to expose more parallelism</a:t>
            </a:r>
          </a:p>
          <a:p>
            <a:pPr lvl="1"/>
            <a:r>
              <a:rPr lang="en-US" altLang="zh-TW" dirty="0"/>
              <a:t>Reduces loop-control overhead</a:t>
            </a:r>
          </a:p>
          <a:p>
            <a:r>
              <a:rPr lang="en-US" altLang="zh-TW" dirty="0"/>
              <a:t>Use different registers per replication</a:t>
            </a:r>
          </a:p>
          <a:p>
            <a:pPr lvl="1"/>
            <a:r>
              <a:rPr lang="en-US" altLang="zh-TW" dirty="0"/>
              <a:t>Called “register renaming”</a:t>
            </a:r>
            <a:endParaRPr lang="en-AU" altLang="zh-TW" dirty="0">
              <a:ea typeface="新細明體" panose="02020500000000000000" pitchFamily="18" charset="-120"/>
            </a:endParaRPr>
          </a:p>
          <a:p>
            <a:pPr lvl="1"/>
            <a:r>
              <a:rPr lang="en-US" altLang="zh-TW" dirty="0"/>
              <a:t>Avoid loop-carried “anti-dependencies”</a:t>
            </a:r>
          </a:p>
          <a:p>
            <a:pPr lvl="2"/>
            <a:r>
              <a:rPr lang="en-US" altLang="zh-TW" dirty="0"/>
              <a:t>Store followed by a load of the same register (the value in the register is </a:t>
            </a:r>
            <a:r>
              <a:rPr lang="en-US" altLang="zh-TW" dirty="0" err="1"/>
              <a:t>differrent</a:t>
            </a:r>
            <a:r>
              <a:rPr lang="en-US" altLang="zh-TW" dirty="0"/>
              <a:t>)</a:t>
            </a:r>
          </a:p>
          <a:p>
            <a:pPr lvl="2"/>
            <a:r>
              <a:rPr lang="en-US" altLang="zh-TW" dirty="0"/>
              <a:t>Aka “name dependence”</a:t>
            </a:r>
            <a:r>
              <a:rPr lang="en-US" altLang="zh-TW" dirty="0">
                <a:cs typeface="Arial" panose="020B0604020202020204" pitchFamily="34" charset="0"/>
              </a:rPr>
              <a:t> </a:t>
            </a:r>
          </a:p>
          <a:p>
            <a:pPr lvl="3"/>
            <a:r>
              <a:rPr lang="en-US" altLang="zh-TW" dirty="0"/>
              <a:t>Reuse of a register name</a:t>
            </a:r>
          </a:p>
        </p:txBody>
      </p:sp>
      <p:sp>
        <p:nvSpPr>
          <p:cNvPr id="133124" name="投影片編號版面配置區 1">
            <a:extLst>
              <a:ext uri="{FF2B5EF4-FFF2-40B4-BE49-F238E27FC236}">
                <a16:creationId xmlns:a16="http://schemas.microsoft.com/office/drawing/2014/main" id="{5A9A0D15-2ACA-4E87-A1CF-A01BF71D8B00}"/>
              </a:ext>
            </a:extLst>
          </p:cNvPr>
          <p:cNvSpPr>
            <a:spLocks noGrp="1"/>
          </p:cNvSpPr>
          <p:nvPr>
            <p:ph type="sldNum" sz="quarter" idx="10"/>
          </p:nvPr>
        </p:nvSpPr>
        <p:spPr>
          <a:xfrm>
            <a:off x="6831013" y="4929330"/>
            <a:ext cx="2133600" cy="25479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6C9DAA7B-9B68-40A7-8928-64A32D04217F}"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123</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E24B38C9-0A84-4CFA-B872-5B6B1B29FC00}"/>
              </a:ext>
            </a:extLst>
          </p:cNvPr>
          <p:cNvSpPr>
            <a:spLocks noGrp="1" noChangeArrowheads="1"/>
          </p:cNvSpPr>
          <p:nvPr>
            <p:ph type="title"/>
          </p:nvPr>
        </p:nvSpPr>
        <p:spPr/>
        <p:txBody>
          <a:bodyPr/>
          <a:lstStyle/>
          <a:p>
            <a:r>
              <a:rPr lang="en-US" altLang="zh-TW"/>
              <a:t>Scheduling Example</a:t>
            </a:r>
            <a:endParaRPr lang="en-AU" altLang="zh-TW">
              <a:ea typeface="新細明體" panose="02020500000000000000" pitchFamily="18" charset="-120"/>
            </a:endParaRPr>
          </a:p>
        </p:txBody>
      </p:sp>
      <p:sp>
        <p:nvSpPr>
          <p:cNvPr id="134147" name="Rectangle 3">
            <a:extLst>
              <a:ext uri="{FF2B5EF4-FFF2-40B4-BE49-F238E27FC236}">
                <a16:creationId xmlns:a16="http://schemas.microsoft.com/office/drawing/2014/main" id="{CA4FD3A1-6DB2-4E8B-83AA-9F461D73FE10}"/>
              </a:ext>
            </a:extLst>
          </p:cNvPr>
          <p:cNvSpPr>
            <a:spLocks noGrp="1" noChangeArrowheads="1"/>
          </p:cNvSpPr>
          <p:nvPr>
            <p:ph idx="1"/>
          </p:nvPr>
        </p:nvSpPr>
        <p:spPr>
          <a:xfrm>
            <a:off x="1021976" y="844153"/>
            <a:ext cx="7664824" cy="455729"/>
          </a:xfrm>
        </p:spPr>
        <p:txBody>
          <a:bodyPr/>
          <a:lstStyle/>
          <a:p>
            <a:r>
              <a:rPr lang="en-US" altLang="zh-TW" dirty="0"/>
              <a:t>Schedule this for dual-issue MIPS</a:t>
            </a:r>
            <a:endParaRPr lang="en-AU" altLang="zh-TW" sz="1350" dirty="0">
              <a:latin typeface="Lucida Console" panose="020B0609040504020204" pitchFamily="49" charset="0"/>
              <a:ea typeface="新細明體" panose="02020500000000000000" pitchFamily="18" charset="-120"/>
            </a:endParaRPr>
          </a:p>
        </p:txBody>
      </p:sp>
      <p:sp>
        <p:nvSpPr>
          <p:cNvPr id="134150" name="投影片編號版面配置區 1">
            <a:extLst>
              <a:ext uri="{FF2B5EF4-FFF2-40B4-BE49-F238E27FC236}">
                <a16:creationId xmlns:a16="http://schemas.microsoft.com/office/drawing/2014/main" id="{45E38A0B-A0CE-4A9D-AB77-4D944AD4B54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337707FC-90F1-4641-8381-721705264E92}"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124</a:t>
            </a:fld>
            <a:endParaRPr lang="en-US" altLang="zh-TW" sz="1050" b="0">
              <a:solidFill>
                <a:schemeClr val="bg1"/>
              </a:solidFill>
              <a:latin typeface="Arial" panose="020B0604020202020204" pitchFamily="34" charset="0"/>
              <a:ea typeface="新細明體" panose="02020500000000000000" pitchFamily="18" charset="-120"/>
            </a:endParaRPr>
          </a:p>
        </p:txBody>
      </p:sp>
      <p:sp>
        <p:nvSpPr>
          <p:cNvPr id="134148" name="Rectangle 4">
            <a:extLst>
              <a:ext uri="{FF2B5EF4-FFF2-40B4-BE49-F238E27FC236}">
                <a16:creationId xmlns:a16="http://schemas.microsoft.com/office/drawing/2014/main" id="{26BF2F2A-B3A6-4A76-A0CB-5ECD41E32D4C}"/>
              </a:ext>
            </a:extLst>
          </p:cNvPr>
          <p:cNvSpPr>
            <a:spLocks noChangeArrowheads="1"/>
          </p:cNvSpPr>
          <p:nvPr/>
        </p:nvSpPr>
        <p:spPr bwMode="auto">
          <a:xfrm>
            <a:off x="1879997" y="1328738"/>
            <a:ext cx="5609228"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AU" altLang="zh-TW" sz="1500" b="0">
                <a:latin typeface="Lucida Console" panose="020B0609040504020204" pitchFamily="49" charset="0"/>
                <a:ea typeface="新細明體" panose="02020500000000000000" pitchFamily="18" charset="-120"/>
              </a:rPr>
              <a:t>Loop: lw   </a:t>
            </a:r>
            <a:r>
              <a:rPr lang="en-AU" altLang="zh-TW" sz="1500" b="0">
                <a:solidFill>
                  <a:srgbClr val="008000"/>
                </a:solidFill>
                <a:latin typeface="Lucida Console" panose="020B0609040504020204" pitchFamily="49" charset="0"/>
                <a:ea typeface="新細明體" panose="02020500000000000000" pitchFamily="18" charset="-120"/>
              </a:rPr>
              <a:t>$t0</a:t>
            </a:r>
            <a:r>
              <a:rPr lang="en-AU" altLang="zh-TW" sz="1500" b="0">
                <a:latin typeface="Lucida Console" panose="020B0609040504020204" pitchFamily="49" charset="0"/>
                <a:ea typeface="新細明體" panose="02020500000000000000" pitchFamily="18" charset="-120"/>
              </a:rPr>
              <a:t>, 0($s1)      # $t0=array element</a:t>
            </a:r>
            <a:br>
              <a:rPr lang="en-AU" altLang="zh-TW" sz="1500" b="0">
                <a:latin typeface="Lucida Console" panose="020B0609040504020204" pitchFamily="49" charset="0"/>
                <a:ea typeface="新細明體" panose="02020500000000000000" pitchFamily="18" charset="-120"/>
              </a:rPr>
            </a:br>
            <a:r>
              <a:rPr lang="en-AU" altLang="zh-TW" sz="1500" b="0">
                <a:latin typeface="Lucida Console" panose="020B0609040504020204" pitchFamily="49" charset="0"/>
                <a:ea typeface="新細明體" panose="02020500000000000000" pitchFamily="18" charset="-120"/>
              </a:rPr>
              <a:t>      addu </a:t>
            </a:r>
            <a:r>
              <a:rPr lang="en-AU" altLang="zh-TW" sz="1500" b="0">
                <a:solidFill>
                  <a:srgbClr val="008000"/>
                </a:solidFill>
                <a:latin typeface="Lucida Console" panose="020B0609040504020204" pitchFamily="49" charset="0"/>
                <a:ea typeface="新細明體" panose="02020500000000000000" pitchFamily="18" charset="-120"/>
              </a:rPr>
              <a:t>$t0, $t0</a:t>
            </a:r>
            <a:r>
              <a:rPr lang="en-AU" altLang="zh-TW" sz="1500" b="0">
                <a:latin typeface="Lucida Console" panose="020B0609040504020204" pitchFamily="49" charset="0"/>
                <a:ea typeface="新細明體" panose="02020500000000000000" pitchFamily="18" charset="-120"/>
              </a:rPr>
              <a:t>, $s2    # add scalar in $s2</a:t>
            </a:r>
            <a:br>
              <a:rPr lang="en-AU" altLang="zh-TW" sz="1500" b="0">
                <a:latin typeface="Lucida Console" panose="020B0609040504020204" pitchFamily="49" charset="0"/>
                <a:ea typeface="新細明體" panose="02020500000000000000" pitchFamily="18" charset="-120"/>
              </a:rPr>
            </a:br>
            <a:r>
              <a:rPr lang="en-AU" altLang="zh-TW" sz="1500" b="0">
                <a:latin typeface="Lucida Console" panose="020B0609040504020204" pitchFamily="49" charset="0"/>
                <a:ea typeface="新細明體" panose="02020500000000000000" pitchFamily="18" charset="-120"/>
              </a:rPr>
              <a:t>      sw   </a:t>
            </a:r>
            <a:r>
              <a:rPr lang="en-AU" altLang="zh-TW" sz="1500" b="0">
                <a:solidFill>
                  <a:srgbClr val="008000"/>
                </a:solidFill>
                <a:latin typeface="Lucida Console" panose="020B0609040504020204" pitchFamily="49" charset="0"/>
                <a:ea typeface="新細明體" panose="02020500000000000000" pitchFamily="18" charset="-120"/>
              </a:rPr>
              <a:t>$t0, </a:t>
            </a:r>
            <a:r>
              <a:rPr lang="en-AU" altLang="zh-TW" sz="1500" b="0">
                <a:solidFill>
                  <a:srgbClr val="000000"/>
                </a:solidFill>
                <a:latin typeface="Lucida Console" panose="020B0609040504020204" pitchFamily="49" charset="0"/>
                <a:ea typeface="新細明體" panose="02020500000000000000" pitchFamily="18" charset="-120"/>
              </a:rPr>
              <a:t>4($</a:t>
            </a:r>
            <a:r>
              <a:rPr lang="en-AU" altLang="zh-TW" sz="1500" b="0">
                <a:latin typeface="Lucida Console" panose="020B0609040504020204" pitchFamily="49" charset="0"/>
                <a:ea typeface="新細明體" panose="02020500000000000000" pitchFamily="18" charset="-120"/>
              </a:rPr>
              <a:t>s1)      # store result</a:t>
            </a:r>
            <a:br>
              <a:rPr lang="en-AU" altLang="zh-TW" sz="1500" b="0">
                <a:latin typeface="Lucida Console" panose="020B0609040504020204" pitchFamily="49" charset="0"/>
                <a:ea typeface="新細明體" panose="02020500000000000000" pitchFamily="18" charset="-120"/>
              </a:rPr>
            </a:br>
            <a:r>
              <a:rPr lang="en-AU" altLang="zh-TW" sz="1500" b="0">
                <a:latin typeface="Lucida Console" panose="020B0609040504020204" pitchFamily="49" charset="0"/>
                <a:ea typeface="新細明體" panose="02020500000000000000" pitchFamily="18" charset="-120"/>
              </a:rPr>
              <a:t>      addi </a:t>
            </a:r>
            <a:r>
              <a:rPr lang="en-AU" altLang="zh-TW" sz="1500" b="0">
                <a:solidFill>
                  <a:srgbClr val="C00000"/>
                </a:solidFill>
                <a:latin typeface="Lucida Console" panose="020B0609040504020204" pitchFamily="49" charset="0"/>
                <a:ea typeface="新細明體" panose="02020500000000000000" pitchFamily="18" charset="-120"/>
              </a:rPr>
              <a:t>$s1</a:t>
            </a:r>
            <a:r>
              <a:rPr lang="en-AU" altLang="zh-TW" sz="1500" b="0">
                <a:latin typeface="Lucida Console" panose="020B0609040504020204" pitchFamily="49" charset="0"/>
                <a:ea typeface="新細明體" panose="02020500000000000000" pitchFamily="18" charset="-120"/>
              </a:rPr>
              <a:t>, $s1,–4      # decrement pointer</a:t>
            </a:r>
            <a:br>
              <a:rPr lang="en-AU" altLang="zh-TW" sz="1500" b="0">
                <a:latin typeface="Lucida Console" panose="020B0609040504020204" pitchFamily="49" charset="0"/>
                <a:ea typeface="新細明體" panose="02020500000000000000" pitchFamily="18" charset="-120"/>
              </a:rPr>
            </a:br>
            <a:r>
              <a:rPr lang="en-AU" altLang="zh-TW" sz="1500" b="0">
                <a:latin typeface="Lucida Console" panose="020B0609040504020204" pitchFamily="49" charset="0"/>
                <a:ea typeface="新細明體" panose="02020500000000000000" pitchFamily="18" charset="-120"/>
              </a:rPr>
              <a:t>      bne  </a:t>
            </a:r>
            <a:r>
              <a:rPr lang="en-AU" altLang="zh-TW" sz="1500" b="0">
                <a:solidFill>
                  <a:srgbClr val="C00000"/>
                </a:solidFill>
                <a:latin typeface="Lucida Console" panose="020B0609040504020204" pitchFamily="49" charset="0"/>
                <a:ea typeface="新細明體" panose="02020500000000000000" pitchFamily="18" charset="-120"/>
              </a:rPr>
              <a:t>$s1</a:t>
            </a:r>
            <a:r>
              <a:rPr lang="en-AU" altLang="zh-TW" sz="1500" b="0">
                <a:latin typeface="Lucida Console" panose="020B0609040504020204" pitchFamily="49" charset="0"/>
                <a:ea typeface="新細明體" panose="02020500000000000000" pitchFamily="18" charset="-120"/>
              </a:rPr>
              <a:t>, $zero, Loop # branch $s1!=0</a:t>
            </a:r>
          </a:p>
        </p:txBody>
      </p:sp>
      <p:sp>
        <p:nvSpPr>
          <p:cNvPr id="4" name="矩形 3">
            <a:extLst>
              <a:ext uri="{FF2B5EF4-FFF2-40B4-BE49-F238E27FC236}">
                <a16:creationId xmlns:a16="http://schemas.microsoft.com/office/drawing/2014/main" id="{E2808532-175A-48AF-A121-1F4BDAFD4343}"/>
              </a:ext>
            </a:extLst>
          </p:cNvPr>
          <p:cNvSpPr/>
          <p:nvPr/>
        </p:nvSpPr>
        <p:spPr>
          <a:xfrm>
            <a:off x="2537362" y="2622317"/>
            <a:ext cx="6104334" cy="279307"/>
          </a:xfrm>
          <a:prstGeom prst="rect">
            <a:avLst/>
          </a:prstGeom>
        </p:spPr>
        <p:txBody>
          <a:bodyPr>
            <a:spAutoFit/>
          </a:bodyPr>
          <a:lstStyle/>
          <a:p>
            <a:pPr>
              <a:lnSpc>
                <a:spcPct val="90000"/>
              </a:lnSpc>
              <a:spcBef>
                <a:spcPct val="15000"/>
              </a:spcBef>
              <a:buClr>
                <a:srgbClr val="0000FF"/>
              </a:buClr>
              <a:buSzPct val="75000"/>
              <a:defRPr/>
            </a:pPr>
            <a:r>
              <a:rPr lang="en-US" altLang="zh-TW" sz="1350" b="1" kern="0" dirty="0">
                <a:solidFill>
                  <a:srgbClr val="000000"/>
                </a:solidFill>
                <a:latin typeface="Century Gothic"/>
                <a:ea typeface="標楷體"/>
              </a:rPr>
              <a:t>Replicate loop body </a:t>
            </a:r>
            <a:r>
              <a:rPr lang="en-US" altLang="zh-TW" sz="1350" b="1" kern="0" dirty="0">
                <a:solidFill>
                  <a:schemeClr val="bg2">
                    <a:lumMod val="60000"/>
                    <a:lumOff val="40000"/>
                  </a:schemeClr>
                </a:solidFill>
                <a:latin typeface="Century Gothic"/>
                <a:ea typeface="標楷體"/>
              </a:rPr>
              <a:t>4 times </a:t>
            </a:r>
            <a:r>
              <a:rPr lang="en-US" altLang="zh-TW" sz="1350" b="1" kern="0" dirty="0">
                <a:solidFill>
                  <a:srgbClr val="000000"/>
                </a:solidFill>
                <a:latin typeface="Century Gothic"/>
                <a:ea typeface="標楷體"/>
              </a:rPr>
              <a:t>to expose more parallelism</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B70C288E-EC29-4D5D-9C55-66D2E2FD68BB}"/>
              </a:ext>
            </a:extLst>
          </p:cNvPr>
          <p:cNvSpPr>
            <a:spLocks noGrp="1" noChangeArrowheads="1"/>
          </p:cNvSpPr>
          <p:nvPr>
            <p:ph type="title"/>
          </p:nvPr>
        </p:nvSpPr>
        <p:spPr/>
        <p:txBody>
          <a:bodyPr/>
          <a:lstStyle/>
          <a:p>
            <a:r>
              <a:rPr lang="en-AU" altLang="zh-TW">
                <a:ea typeface="新細明體" panose="02020500000000000000" pitchFamily="18" charset="-120"/>
              </a:rPr>
              <a:t>Unrolling Two Iterations</a:t>
            </a:r>
          </a:p>
        </p:txBody>
      </p:sp>
      <p:sp>
        <p:nvSpPr>
          <p:cNvPr id="135171" name="Rectangle 3">
            <a:extLst>
              <a:ext uri="{FF2B5EF4-FFF2-40B4-BE49-F238E27FC236}">
                <a16:creationId xmlns:a16="http://schemas.microsoft.com/office/drawing/2014/main" id="{903B6AF0-95F8-489E-B832-4C81D1064DD3}"/>
              </a:ext>
            </a:extLst>
          </p:cNvPr>
          <p:cNvSpPr>
            <a:spLocks noGrp="1" noChangeArrowheads="1"/>
          </p:cNvSpPr>
          <p:nvPr>
            <p:ph idx="1"/>
          </p:nvPr>
        </p:nvSpPr>
        <p:spPr>
          <a:xfrm>
            <a:off x="968188" y="844153"/>
            <a:ext cx="7718612" cy="545376"/>
          </a:xfrm>
        </p:spPr>
        <p:txBody>
          <a:bodyPr/>
          <a:lstStyle/>
          <a:p>
            <a:r>
              <a:rPr lang="en-US" altLang="zh-TW" dirty="0"/>
              <a:t>Schedule this for dual-issue MIPS</a:t>
            </a:r>
            <a:endParaRPr lang="en-AU" altLang="zh-TW" sz="1350" dirty="0">
              <a:latin typeface="Lucida Console" panose="020B0609040504020204" pitchFamily="49" charset="0"/>
              <a:ea typeface="新細明體" panose="02020500000000000000" pitchFamily="18" charset="-120"/>
            </a:endParaRPr>
          </a:p>
        </p:txBody>
      </p:sp>
      <p:sp>
        <p:nvSpPr>
          <p:cNvPr id="135173" name="投影片編號版面配置區 1">
            <a:extLst>
              <a:ext uri="{FF2B5EF4-FFF2-40B4-BE49-F238E27FC236}">
                <a16:creationId xmlns:a16="http://schemas.microsoft.com/office/drawing/2014/main" id="{F45206AB-CDD0-4675-814B-2D0DFCE7C23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17C8423A-3B02-4DD2-BECB-23DDC32113DC}"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125</a:t>
            </a:fld>
            <a:endParaRPr lang="en-US" altLang="zh-TW" sz="1050" b="0">
              <a:solidFill>
                <a:schemeClr val="bg1"/>
              </a:solidFill>
              <a:latin typeface="Arial" panose="020B0604020202020204" pitchFamily="34" charset="0"/>
              <a:ea typeface="新細明體" panose="02020500000000000000" pitchFamily="18" charset="-120"/>
            </a:endParaRPr>
          </a:p>
        </p:txBody>
      </p:sp>
      <p:sp>
        <p:nvSpPr>
          <p:cNvPr id="135172" name="Rectangle 4">
            <a:extLst>
              <a:ext uri="{FF2B5EF4-FFF2-40B4-BE49-F238E27FC236}">
                <a16:creationId xmlns:a16="http://schemas.microsoft.com/office/drawing/2014/main" id="{85FA3ADA-6ECD-4099-8DD1-D24CCFA6458C}"/>
              </a:ext>
            </a:extLst>
          </p:cNvPr>
          <p:cNvSpPr>
            <a:spLocks noChangeArrowheads="1"/>
          </p:cNvSpPr>
          <p:nvPr/>
        </p:nvSpPr>
        <p:spPr bwMode="auto">
          <a:xfrm>
            <a:off x="1556723" y="1497196"/>
            <a:ext cx="6299166" cy="263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AU" altLang="zh-TW" sz="1500" b="0" dirty="0">
                <a:latin typeface="Lucida Console" panose="020B0609040504020204" pitchFamily="49" charset="0"/>
                <a:ea typeface="新細明體" panose="02020500000000000000" pitchFamily="18" charset="-120"/>
              </a:rPr>
              <a:t>Loop: </a:t>
            </a:r>
            <a:r>
              <a:rPr lang="en-AU" altLang="zh-TW" sz="1500" b="0" dirty="0" err="1">
                <a:latin typeface="Lucida Console" panose="020B0609040504020204" pitchFamily="49" charset="0"/>
                <a:ea typeface="新細明體" panose="02020500000000000000" pitchFamily="18" charset="-120"/>
              </a:rPr>
              <a:t>lw</a:t>
            </a:r>
            <a:r>
              <a:rPr lang="en-AU" altLang="zh-TW" sz="1500" b="0" dirty="0">
                <a:latin typeface="Lucida Console" panose="020B0609040504020204" pitchFamily="49" charset="0"/>
                <a:ea typeface="新細明體" panose="02020500000000000000" pitchFamily="18" charset="-120"/>
              </a:rPr>
              <a:t>   </a:t>
            </a:r>
            <a:r>
              <a:rPr lang="en-AU" altLang="zh-TW" sz="1500" b="0" dirty="0">
                <a:solidFill>
                  <a:srgbClr val="008000"/>
                </a:solidFill>
                <a:latin typeface="Lucida Console" panose="020B0609040504020204" pitchFamily="49" charset="0"/>
                <a:ea typeface="新細明體" panose="02020500000000000000" pitchFamily="18" charset="-120"/>
              </a:rPr>
              <a:t>$t0</a:t>
            </a:r>
            <a:r>
              <a:rPr lang="en-AU" altLang="zh-TW" sz="1500" b="0" dirty="0">
                <a:latin typeface="Lucida Console" panose="020B0609040504020204" pitchFamily="49" charset="0"/>
                <a:ea typeface="新細明體" panose="02020500000000000000" pitchFamily="18" charset="-120"/>
              </a:rPr>
              <a:t>, 0($s1)      # $t0=array element</a:t>
            </a:r>
            <a:br>
              <a:rPr lang="en-AU" altLang="zh-TW" sz="1500" b="0" dirty="0">
                <a:latin typeface="Lucida Console" panose="020B0609040504020204" pitchFamily="49" charset="0"/>
                <a:ea typeface="新細明體" panose="02020500000000000000" pitchFamily="18" charset="-120"/>
              </a:rPr>
            </a:br>
            <a:r>
              <a:rPr lang="en-AU" altLang="zh-TW" sz="1500" b="0" dirty="0">
                <a:latin typeface="Lucida Console" panose="020B0609040504020204" pitchFamily="49" charset="0"/>
                <a:ea typeface="新細明體" panose="02020500000000000000" pitchFamily="18" charset="-120"/>
              </a:rPr>
              <a:t>      </a:t>
            </a:r>
            <a:r>
              <a:rPr lang="en-AU" altLang="zh-TW" sz="1500" b="0" dirty="0" err="1">
                <a:latin typeface="Lucida Console" panose="020B0609040504020204" pitchFamily="49" charset="0"/>
                <a:ea typeface="新細明體" panose="02020500000000000000" pitchFamily="18" charset="-120"/>
              </a:rPr>
              <a:t>addu</a:t>
            </a:r>
            <a:r>
              <a:rPr lang="en-AU" altLang="zh-TW" sz="1500" b="0" dirty="0">
                <a:latin typeface="Lucida Console" panose="020B0609040504020204" pitchFamily="49" charset="0"/>
                <a:ea typeface="新細明體" panose="02020500000000000000" pitchFamily="18" charset="-120"/>
              </a:rPr>
              <a:t> </a:t>
            </a:r>
            <a:r>
              <a:rPr lang="en-AU" altLang="zh-TW" sz="1500" b="0" dirty="0">
                <a:solidFill>
                  <a:srgbClr val="008000"/>
                </a:solidFill>
                <a:latin typeface="Lucida Console" panose="020B0609040504020204" pitchFamily="49" charset="0"/>
                <a:ea typeface="新細明體" panose="02020500000000000000" pitchFamily="18" charset="-120"/>
              </a:rPr>
              <a:t>$t0, $t0</a:t>
            </a:r>
            <a:r>
              <a:rPr lang="en-AU" altLang="zh-TW" sz="1500" b="0" dirty="0">
                <a:latin typeface="Lucida Console" panose="020B0609040504020204" pitchFamily="49" charset="0"/>
                <a:ea typeface="新細明體" panose="02020500000000000000" pitchFamily="18" charset="-120"/>
              </a:rPr>
              <a:t>, $s2    # add scalar in $s2</a:t>
            </a:r>
            <a:br>
              <a:rPr lang="en-AU" altLang="zh-TW" sz="1500" b="0" dirty="0">
                <a:latin typeface="Lucida Console" panose="020B0609040504020204" pitchFamily="49" charset="0"/>
                <a:ea typeface="新細明體" panose="02020500000000000000" pitchFamily="18" charset="-120"/>
              </a:rPr>
            </a:br>
            <a:r>
              <a:rPr lang="en-AU" altLang="zh-TW" sz="1500" b="0" dirty="0">
                <a:latin typeface="Lucida Console" panose="020B0609040504020204" pitchFamily="49" charset="0"/>
                <a:ea typeface="新細明體" panose="02020500000000000000" pitchFamily="18" charset="-120"/>
              </a:rPr>
              <a:t>      </a:t>
            </a:r>
            <a:r>
              <a:rPr lang="en-AU" altLang="zh-TW" sz="1500" b="0" dirty="0" err="1">
                <a:latin typeface="Lucida Console" panose="020B0609040504020204" pitchFamily="49" charset="0"/>
                <a:ea typeface="新細明體" panose="02020500000000000000" pitchFamily="18" charset="-120"/>
              </a:rPr>
              <a:t>sw</a:t>
            </a:r>
            <a:r>
              <a:rPr lang="en-AU" altLang="zh-TW" sz="1500" b="0" dirty="0">
                <a:latin typeface="Lucida Console" panose="020B0609040504020204" pitchFamily="49" charset="0"/>
                <a:ea typeface="新細明體" panose="02020500000000000000" pitchFamily="18" charset="-120"/>
              </a:rPr>
              <a:t>   </a:t>
            </a:r>
            <a:r>
              <a:rPr lang="en-AU" altLang="zh-TW" sz="1500" b="0" dirty="0">
                <a:solidFill>
                  <a:srgbClr val="008000"/>
                </a:solidFill>
                <a:latin typeface="Lucida Console" panose="020B0609040504020204" pitchFamily="49" charset="0"/>
                <a:ea typeface="新細明體" panose="02020500000000000000" pitchFamily="18" charset="-120"/>
              </a:rPr>
              <a:t>$t0, </a:t>
            </a:r>
            <a:r>
              <a:rPr lang="en-AU" altLang="zh-TW" sz="1500" b="0" dirty="0">
                <a:solidFill>
                  <a:srgbClr val="000000"/>
                </a:solidFill>
                <a:latin typeface="Lucida Console" panose="020B0609040504020204" pitchFamily="49" charset="0"/>
                <a:ea typeface="新細明體" panose="02020500000000000000" pitchFamily="18" charset="-120"/>
              </a:rPr>
              <a:t>4($</a:t>
            </a:r>
            <a:r>
              <a:rPr lang="en-AU" altLang="zh-TW" sz="1500" b="0" dirty="0">
                <a:latin typeface="Lucida Console" panose="020B0609040504020204" pitchFamily="49" charset="0"/>
                <a:ea typeface="新細明體" panose="02020500000000000000" pitchFamily="18" charset="-120"/>
              </a:rPr>
              <a:t>s1)      # store result</a:t>
            </a:r>
            <a:br>
              <a:rPr lang="en-AU" altLang="zh-TW" sz="1500" b="0" dirty="0">
                <a:latin typeface="Lucida Console" panose="020B0609040504020204" pitchFamily="49" charset="0"/>
                <a:ea typeface="新細明體" panose="02020500000000000000" pitchFamily="18" charset="-120"/>
              </a:rPr>
            </a:br>
            <a:r>
              <a:rPr lang="en-AU" altLang="zh-TW" sz="1500" b="0" dirty="0">
                <a:latin typeface="Lucida Console" panose="020B0609040504020204" pitchFamily="49" charset="0"/>
                <a:ea typeface="新細明體" panose="02020500000000000000" pitchFamily="18" charset="-120"/>
              </a:rPr>
              <a:t>      </a:t>
            </a:r>
            <a:r>
              <a:rPr lang="en-AU" altLang="zh-TW" sz="1500" b="0" dirty="0" err="1">
                <a:latin typeface="Lucida Console" panose="020B0609040504020204" pitchFamily="49" charset="0"/>
                <a:ea typeface="新細明體" panose="02020500000000000000" pitchFamily="18" charset="-120"/>
              </a:rPr>
              <a:t>addi</a:t>
            </a:r>
            <a:r>
              <a:rPr lang="en-AU" altLang="zh-TW" sz="1500" b="0" dirty="0">
                <a:latin typeface="Lucida Console" panose="020B0609040504020204" pitchFamily="49" charset="0"/>
                <a:ea typeface="新細明體" panose="02020500000000000000" pitchFamily="18" charset="-120"/>
              </a:rPr>
              <a:t> </a:t>
            </a:r>
            <a:r>
              <a:rPr lang="en-AU" altLang="zh-TW" sz="1500" b="0" dirty="0">
                <a:solidFill>
                  <a:srgbClr val="C00000"/>
                </a:solidFill>
                <a:latin typeface="Lucida Console" panose="020B0609040504020204" pitchFamily="49" charset="0"/>
                <a:ea typeface="新細明體" panose="02020500000000000000" pitchFamily="18" charset="-120"/>
              </a:rPr>
              <a:t>$s1</a:t>
            </a:r>
            <a:r>
              <a:rPr lang="en-AU" altLang="zh-TW" sz="1500" b="0" dirty="0">
                <a:latin typeface="Lucida Console" panose="020B0609040504020204" pitchFamily="49" charset="0"/>
                <a:ea typeface="新細明體" panose="02020500000000000000" pitchFamily="18" charset="-120"/>
              </a:rPr>
              <a:t>, $s1,–4      # decrement pointer</a:t>
            </a:r>
            <a:br>
              <a:rPr lang="en-AU" altLang="zh-TW" sz="1500" b="0" dirty="0">
                <a:latin typeface="Lucida Console" panose="020B0609040504020204" pitchFamily="49" charset="0"/>
                <a:ea typeface="新細明體" panose="02020500000000000000" pitchFamily="18" charset="-120"/>
              </a:rPr>
            </a:br>
            <a:r>
              <a:rPr lang="en-AU" altLang="zh-TW" sz="1500" b="0" dirty="0">
                <a:latin typeface="Lucida Console" panose="020B0609040504020204" pitchFamily="49" charset="0"/>
                <a:ea typeface="新細明體" panose="02020500000000000000" pitchFamily="18" charset="-120"/>
              </a:rPr>
              <a:t>      </a:t>
            </a:r>
            <a:r>
              <a:rPr lang="en-AU" altLang="zh-TW" sz="1500" b="0" dirty="0" err="1">
                <a:latin typeface="Lucida Console" panose="020B0609040504020204" pitchFamily="49" charset="0"/>
                <a:ea typeface="新細明體" panose="02020500000000000000" pitchFamily="18" charset="-120"/>
              </a:rPr>
              <a:t>bne</a:t>
            </a:r>
            <a:r>
              <a:rPr lang="en-AU" altLang="zh-TW" sz="1500" b="0" dirty="0">
                <a:latin typeface="Lucida Console" panose="020B0609040504020204" pitchFamily="49" charset="0"/>
                <a:ea typeface="新細明體" panose="02020500000000000000" pitchFamily="18" charset="-120"/>
              </a:rPr>
              <a:t>  </a:t>
            </a:r>
            <a:r>
              <a:rPr lang="en-AU" altLang="zh-TW" sz="1500" b="0" dirty="0">
                <a:solidFill>
                  <a:srgbClr val="C00000"/>
                </a:solidFill>
                <a:latin typeface="Lucida Console" panose="020B0609040504020204" pitchFamily="49" charset="0"/>
                <a:ea typeface="新細明體" panose="02020500000000000000" pitchFamily="18" charset="-120"/>
              </a:rPr>
              <a:t>$s1</a:t>
            </a:r>
            <a:r>
              <a:rPr lang="en-AU" altLang="zh-TW" sz="1500" b="0" dirty="0">
                <a:latin typeface="Lucida Console" panose="020B0609040504020204" pitchFamily="49" charset="0"/>
                <a:ea typeface="新細明體" panose="02020500000000000000" pitchFamily="18" charset="-120"/>
              </a:rPr>
              <a:t>, $zero, Loop # branch $s1!=0</a:t>
            </a:r>
          </a:p>
          <a:p>
            <a:pPr>
              <a:lnSpc>
                <a:spcPct val="100000"/>
              </a:lnSpc>
              <a:spcBef>
                <a:spcPct val="0"/>
              </a:spcBef>
              <a:buClrTx/>
              <a:buSzTx/>
              <a:buFontTx/>
              <a:buNone/>
            </a:pPr>
            <a:endParaRPr lang="en-AU" altLang="zh-TW" sz="1500" b="0" dirty="0">
              <a:latin typeface="Lucida Console" panose="020B0609040504020204" pitchFamily="49" charset="0"/>
              <a:ea typeface="新細明體" panose="02020500000000000000" pitchFamily="18" charset="-120"/>
            </a:endParaRPr>
          </a:p>
          <a:p>
            <a:pPr>
              <a:lnSpc>
                <a:spcPct val="100000"/>
              </a:lnSpc>
              <a:spcBef>
                <a:spcPct val="0"/>
              </a:spcBef>
              <a:buClrTx/>
              <a:buSzTx/>
              <a:buFontTx/>
              <a:buNone/>
            </a:pPr>
            <a:r>
              <a:rPr lang="en-AU" altLang="zh-TW" sz="1500" b="0" dirty="0">
                <a:latin typeface="Lucida Console" panose="020B0609040504020204" pitchFamily="49" charset="0"/>
                <a:ea typeface="新細明體" panose="02020500000000000000" pitchFamily="18" charset="-120"/>
              </a:rPr>
              <a:t>      </a:t>
            </a:r>
            <a:r>
              <a:rPr lang="en-AU" altLang="zh-TW" sz="1500" b="0" dirty="0" err="1">
                <a:latin typeface="Lucida Console" panose="020B0609040504020204" pitchFamily="49" charset="0"/>
                <a:ea typeface="新細明體" panose="02020500000000000000" pitchFamily="18" charset="-120"/>
              </a:rPr>
              <a:t>lw</a:t>
            </a:r>
            <a:r>
              <a:rPr lang="en-AU" altLang="zh-TW" sz="1500" b="0" dirty="0">
                <a:latin typeface="Lucida Console" panose="020B0609040504020204" pitchFamily="49" charset="0"/>
                <a:ea typeface="新細明體" panose="02020500000000000000" pitchFamily="18" charset="-120"/>
              </a:rPr>
              <a:t>   </a:t>
            </a:r>
            <a:r>
              <a:rPr lang="en-AU" altLang="zh-TW" sz="1500" b="0" dirty="0">
                <a:solidFill>
                  <a:srgbClr val="008000"/>
                </a:solidFill>
                <a:latin typeface="Lucida Console" panose="020B0609040504020204" pitchFamily="49" charset="0"/>
                <a:ea typeface="新細明體" panose="02020500000000000000" pitchFamily="18" charset="-120"/>
              </a:rPr>
              <a:t>$t0</a:t>
            </a:r>
            <a:r>
              <a:rPr lang="en-AU" altLang="zh-TW" sz="1500" b="0" dirty="0">
                <a:latin typeface="Lucida Console" panose="020B0609040504020204" pitchFamily="49" charset="0"/>
                <a:ea typeface="新細明體" panose="02020500000000000000" pitchFamily="18" charset="-120"/>
              </a:rPr>
              <a:t>, 0($s1)      # $t0=array element</a:t>
            </a:r>
            <a:br>
              <a:rPr lang="en-AU" altLang="zh-TW" sz="1500" b="0" dirty="0">
                <a:latin typeface="Lucida Console" panose="020B0609040504020204" pitchFamily="49" charset="0"/>
                <a:ea typeface="新細明體" panose="02020500000000000000" pitchFamily="18" charset="-120"/>
              </a:rPr>
            </a:br>
            <a:r>
              <a:rPr lang="en-AU" altLang="zh-TW" sz="1500" b="0" dirty="0">
                <a:latin typeface="Lucida Console" panose="020B0609040504020204" pitchFamily="49" charset="0"/>
                <a:ea typeface="新細明體" panose="02020500000000000000" pitchFamily="18" charset="-120"/>
              </a:rPr>
              <a:t>      </a:t>
            </a:r>
            <a:r>
              <a:rPr lang="en-AU" altLang="zh-TW" sz="1500" b="0" dirty="0" err="1">
                <a:latin typeface="Lucida Console" panose="020B0609040504020204" pitchFamily="49" charset="0"/>
                <a:ea typeface="新細明體" panose="02020500000000000000" pitchFamily="18" charset="-120"/>
              </a:rPr>
              <a:t>addu</a:t>
            </a:r>
            <a:r>
              <a:rPr lang="en-AU" altLang="zh-TW" sz="1500" b="0" dirty="0">
                <a:latin typeface="Lucida Console" panose="020B0609040504020204" pitchFamily="49" charset="0"/>
                <a:ea typeface="新細明體" panose="02020500000000000000" pitchFamily="18" charset="-120"/>
              </a:rPr>
              <a:t> </a:t>
            </a:r>
            <a:r>
              <a:rPr lang="en-AU" altLang="zh-TW" sz="1500" b="0" dirty="0">
                <a:solidFill>
                  <a:srgbClr val="008000"/>
                </a:solidFill>
                <a:latin typeface="Lucida Console" panose="020B0609040504020204" pitchFamily="49" charset="0"/>
                <a:ea typeface="新細明體" panose="02020500000000000000" pitchFamily="18" charset="-120"/>
              </a:rPr>
              <a:t>$t0, $t0</a:t>
            </a:r>
            <a:r>
              <a:rPr lang="en-AU" altLang="zh-TW" sz="1500" b="0" dirty="0">
                <a:latin typeface="Lucida Console" panose="020B0609040504020204" pitchFamily="49" charset="0"/>
                <a:ea typeface="新細明體" panose="02020500000000000000" pitchFamily="18" charset="-120"/>
              </a:rPr>
              <a:t>, $s2    # add scalar in $s2</a:t>
            </a:r>
            <a:br>
              <a:rPr lang="en-AU" altLang="zh-TW" sz="1500" b="0" dirty="0">
                <a:latin typeface="Lucida Console" panose="020B0609040504020204" pitchFamily="49" charset="0"/>
                <a:ea typeface="新細明體" panose="02020500000000000000" pitchFamily="18" charset="-120"/>
              </a:rPr>
            </a:br>
            <a:r>
              <a:rPr lang="en-AU" altLang="zh-TW" sz="1500" b="0" dirty="0">
                <a:latin typeface="Lucida Console" panose="020B0609040504020204" pitchFamily="49" charset="0"/>
                <a:ea typeface="新細明體" panose="02020500000000000000" pitchFamily="18" charset="-120"/>
              </a:rPr>
              <a:t>      </a:t>
            </a:r>
            <a:r>
              <a:rPr lang="en-AU" altLang="zh-TW" sz="1500" b="0" dirty="0" err="1">
                <a:latin typeface="Lucida Console" panose="020B0609040504020204" pitchFamily="49" charset="0"/>
                <a:ea typeface="新細明體" panose="02020500000000000000" pitchFamily="18" charset="-120"/>
              </a:rPr>
              <a:t>sw</a:t>
            </a:r>
            <a:r>
              <a:rPr lang="en-AU" altLang="zh-TW" sz="1500" b="0" dirty="0">
                <a:latin typeface="Lucida Console" panose="020B0609040504020204" pitchFamily="49" charset="0"/>
                <a:ea typeface="新細明體" panose="02020500000000000000" pitchFamily="18" charset="-120"/>
              </a:rPr>
              <a:t>   </a:t>
            </a:r>
            <a:r>
              <a:rPr lang="en-AU" altLang="zh-TW" sz="1500" b="0" dirty="0">
                <a:solidFill>
                  <a:srgbClr val="008000"/>
                </a:solidFill>
                <a:latin typeface="Lucida Console" panose="020B0609040504020204" pitchFamily="49" charset="0"/>
                <a:ea typeface="新細明體" panose="02020500000000000000" pitchFamily="18" charset="-120"/>
              </a:rPr>
              <a:t>$t0, </a:t>
            </a:r>
            <a:r>
              <a:rPr lang="en-AU" altLang="zh-TW" sz="1500" b="0" dirty="0">
                <a:solidFill>
                  <a:srgbClr val="000000"/>
                </a:solidFill>
                <a:latin typeface="Lucida Console" panose="020B0609040504020204" pitchFamily="49" charset="0"/>
                <a:ea typeface="新細明體" panose="02020500000000000000" pitchFamily="18" charset="-120"/>
              </a:rPr>
              <a:t>4($</a:t>
            </a:r>
            <a:r>
              <a:rPr lang="en-AU" altLang="zh-TW" sz="1500" b="0" dirty="0">
                <a:latin typeface="Lucida Console" panose="020B0609040504020204" pitchFamily="49" charset="0"/>
                <a:ea typeface="新細明體" panose="02020500000000000000" pitchFamily="18" charset="-120"/>
              </a:rPr>
              <a:t>s1)      # store result</a:t>
            </a:r>
            <a:br>
              <a:rPr lang="en-AU" altLang="zh-TW" sz="1500" b="0" dirty="0">
                <a:latin typeface="Lucida Console" panose="020B0609040504020204" pitchFamily="49" charset="0"/>
                <a:ea typeface="新細明體" panose="02020500000000000000" pitchFamily="18" charset="-120"/>
              </a:rPr>
            </a:br>
            <a:r>
              <a:rPr lang="en-AU" altLang="zh-TW" sz="1500" b="0" dirty="0">
                <a:latin typeface="Lucida Console" panose="020B0609040504020204" pitchFamily="49" charset="0"/>
                <a:ea typeface="新細明體" panose="02020500000000000000" pitchFamily="18" charset="-120"/>
              </a:rPr>
              <a:t>      </a:t>
            </a:r>
            <a:r>
              <a:rPr lang="en-AU" altLang="zh-TW" sz="1500" b="0" dirty="0" err="1">
                <a:latin typeface="Lucida Console" panose="020B0609040504020204" pitchFamily="49" charset="0"/>
                <a:ea typeface="新細明體" panose="02020500000000000000" pitchFamily="18" charset="-120"/>
              </a:rPr>
              <a:t>addi</a:t>
            </a:r>
            <a:r>
              <a:rPr lang="en-AU" altLang="zh-TW" sz="1500" b="0" dirty="0">
                <a:latin typeface="Lucida Console" panose="020B0609040504020204" pitchFamily="49" charset="0"/>
                <a:ea typeface="新細明體" panose="02020500000000000000" pitchFamily="18" charset="-120"/>
              </a:rPr>
              <a:t> </a:t>
            </a:r>
            <a:r>
              <a:rPr lang="en-AU" altLang="zh-TW" sz="1500" b="0" dirty="0">
                <a:solidFill>
                  <a:srgbClr val="C00000"/>
                </a:solidFill>
                <a:latin typeface="Lucida Console" panose="020B0609040504020204" pitchFamily="49" charset="0"/>
                <a:ea typeface="新細明體" panose="02020500000000000000" pitchFamily="18" charset="-120"/>
              </a:rPr>
              <a:t>$s1</a:t>
            </a:r>
            <a:r>
              <a:rPr lang="en-AU" altLang="zh-TW" sz="1500" b="0" dirty="0">
                <a:latin typeface="Lucida Console" panose="020B0609040504020204" pitchFamily="49" charset="0"/>
                <a:ea typeface="新細明體" panose="02020500000000000000" pitchFamily="18" charset="-120"/>
              </a:rPr>
              <a:t>, $s1,–4      # decrement pointer</a:t>
            </a:r>
            <a:br>
              <a:rPr lang="en-AU" altLang="zh-TW" sz="1500" b="0" dirty="0">
                <a:latin typeface="Lucida Console" panose="020B0609040504020204" pitchFamily="49" charset="0"/>
                <a:ea typeface="新細明體" panose="02020500000000000000" pitchFamily="18" charset="-120"/>
              </a:rPr>
            </a:br>
            <a:r>
              <a:rPr lang="en-AU" altLang="zh-TW" sz="1500" b="0" dirty="0">
                <a:latin typeface="Lucida Console" panose="020B0609040504020204" pitchFamily="49" charset="0"/>
                <a:ea typeface="新細明體" panose="02020500000000000000" pitchFamily="18" charset="-120"/>
              </a:rPr>
              <a:t>      </a:t>
            </a:r>
            <a:r>
              <a:rPr lang="en-AU" altLang="zh-TW" sz="1500" b="0" dirty="0" err="1">
                <a:latin typeface="Lucida Console" panose="020B0609040504020204" pitchFamily="49" charset="0"/>
                <a:ea typeface="新細明體" panose="02020500000000000000" pitchFamily="18" charset="-120"/>
              </a:rPr>
              <a:t>bne</a:t>
            </a:r>
            <a:r>
              <a:rPr lang="en-AU" altLang="zh-TW" sz="1500" b="0" dirty="0">
                <a:latin typeface="Lucida Console" panose="020B0609040504020204" pitchFamily="49" charset="0"/>
                <a:ea typeface="新細明體" panose="02020500000000000000" pitchFamily="18" charset="-120"/>
              </a:rPr>
              <a:t>  </a:t>
            </a:r>
            <a:r>
              <a:rPr lang="en-AU" altLang="zh-TW" sz="1500" b="0" dirty="0">
                <a:solidFill>
                  <a:srgbClr val="C00000"/>
                </a:solidFill>
                <a:latin typeface="Lucida Console" panose="020B0609040504020204" pitchFamily="49" charset="0"/>
                <a:ea typeface="新細明體" panose="02020500000000000000" pitchFamily="18" charset="-120"/>
              </a:rPr>
              <a:t>$s1</a:t>
            </a:r>
            <a:r>
              <a:rPr lang="en-AU" altLang="zh-TW" sz="1500" b="0" dirty="0">
                <a:latin typeface="Lucida Console" panose="020B0609040504020204" pitchFamily="49" charset="0"/>
                <a:ea typeface="新細明體" panose="02020500000000000000" pitchFamily="18" charset="-120"/>
              </a:rPr>
              <a:t>, $zero, Loop # branch $s1!=0</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AA55C6A2-D194-4A31-970B-4A4EB2337A19}"/>
              </a:ext>
            </a:extLst>
          </p:cNvPr>
          <p:cNvSpPr>
            <a:spLocks noGrp="1" noChangeArrowheads="1"/>
          </p:cNvSpPr>
          <p:nvPr>
            <p:ph type="title"/>
          </p:nvPr>
        </p:nvSpPr>
        <p:spPr/>
        <p:txBody>
          <a:bodyPr/>
          <a:lstStyle/>
          <a:p>
            <a:r>
              <a:rPr lang="en-US" altLang="zh-TW"/>
              <a:t>Loop Unrolling Example</a:t>
            </a:r>
            <a:endParaRPr lang="en-AU" altLang="zh-TW">
              <a:ea typeface="新細明體" panose="02020500000000000000" pitchFamily="18" charset="-120"/>
            </a:endParaRPr>
          </a:p>
        </p:txBody>
      </p:sp>
      <p:sp>
        <p:nvSpPr>
          <p:cNvPr id="136195" name="Rectangle 3">
            <a:extLst>
              <a:ext uri="{FF2B5EF4-FFF2-40B4-BE49-F238E27FC236}">
                <a16:creationId xmlns:a16="http://schemas.microsoft.com/office/drawing/2014/main" id="{3822ECD6-AF28-4ACE-A076-E612ED5BD6D0}"/>
              </a:ext>
            </a:extLst>
          </p:cNvPr>
          <p:cNvSpPr>
            <a:spLocks noGrp="1" noChangeArrowheads="1"/>
          </p:cNvSpPr>
          <p:nvPr>
            <p:ph idx="1"/>
          </p:nvPr>
        </p:nvSpPr>
        <p:spPr>
          <a:xfrm>
            <a:off x="1066800" y="844153"/>
            <a:ext cx="7620000" cy="769494"/>
          </a:xfrm>
        </p:spPr>
        <p:txBody>
          <a:bodyPr/>
          <a:lstStyle/>
          <a:p>
            <a:r>
              <a:rPr lang="en-US" altLang="zh-TW" sz="2000" dirty="0"/>
              <a:t>IPC = 14/8 = 1.75</a:t>
            </a:r>
          </a:p>
          <a:p>
            <a:pPr lvl="1"/>
            <a:r>
              <a:rPr lang="en-US" altLang="zh-TW" sz="1800" dirty="0"/>
              <a:t>Closer to 2, but at cost of registers and code size</a:t>
            </a:r>
            <a:endParaRPr lang="en-AU" altLang="zh-TW" sz="1800" dirty="0">
              <a:ea typeface="新細明體" panose="02020500000000000000" pitchFamily="18" charset="-120"/>
            </a:endParaRPr>
          </a:p>
        </p:txBody>
      </p:sp>
      <p:sp>
        <p:nvSpPr>
          <p:cNvPr id="136248" name="投影片編號版面配置區 1">
            <a:extLst>
              <a:ext uri="{FF2B5EF4-FFF2-40B4-BE49-F238E27FC236}">
                <a16:creationId xmlns:a16="http://schemas.microsoft.com/office/drawing/2014/main" id="{E8BAD8EC-4F2F-4EC5-859B-4E0B32EC836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056BF850-BFDE-4CC3-88FF-1614491D4B4F}"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126</a:t>
            </a:fld>
            <a:endParaRPr lang="en-US" altLang="zh-TW" sz="1050" b="0">
              <a:solidFill>
                <a:schemeClr val="bg1"/>
              </a:solidFill>
              <a:latin typeface="Arial" panose="020B0604020202020204" pitchFamily="34" charset="0"/>
              <a:ea typeface="新細明體" panose="02020500000000000000" pitchFamily="18" charset="-120"/>
            </a:endParaRPr>
          </a:p>
        </p:txBody>
      </p:sp>
      <p:graphicFrame>
        <p:nvGraphicFramePr>
          <p:cNvPr id="605240" name="Group 56">
            <a:extLst>
              <a:ext uri="{FF2B5EF4-FFF2-40B4-BE49-F238E27FC236}">
                <a16:creationId xmlns:a16="http://schemas.microsoft.com/office/drawing/2014/main" id="{569A2758-620A-41AD-B647-42B86EBA0AC0}"/>
              </a:ext>
            </a:extLst>
          </p:cNvPr>
          <p:cNvGraphicFramePr>
            <a:graphicFrameLocks noGrp="1"/>
          </p:cNvGraphicFramePr>
          <p:nvPr>
            <p:extLst>
              <p:ext uri="{D42A27DB-BD31-4B8C-83A1-F6EECF244321}">
                <p14:modId xmlns:p14="http://schemas.microsoft.com/office/powerpoint/2010/main" val="1205609433"/>
              </p:ext>
            </p:extLst>
          </p:nvPr>
        </p:nvGraphicFramePr>
        <p:xfrm>
          <a:off x="1606505" y="1831393"/>
          <a:ext cx="5909072" cy="2729610"/>
        </p:xfrm>
        <a:graphic>
          <a:graphicData uri="http://schemas.openxmlformats.org/drawingml/2006/table">
            <a:tbl>
              <a:tblPr/>
              <a:tblGrid>
                <a:gridCol w="664369">
                  <a:extLst>
                    <a:ext uri="{9D8B030D-6E8A-4147-A177-3AD203B41FA5}">
                      <a16:colId xmlns:a16="http://schemas.microsoft.com/office/drawing/2014/main" val="20000"/>
                    </a:ext>
                  </a:extLst>
                </a:gridCol>
                <a:gridCol w="2277666">
                  <a:extLst>
                    <a:ext uri="{9D8B030D-6E8A-4147-A177-3AD203B41FA5}">
                      <a16:colId xmlns:a16="http://schemas.microsoft.com/office/drawing/2014/main" val="20001"/>
                    </a:ext>
                  </a:extLst>
                </a:gridCol>
                <a:gridCol w="2277665">
                  <a:extLst>
                    <a:ext uri="{9D8B030D-6E8A-4147-A177-3AD203B41FA5}">
                      <a16:colId xmlns:a16="http://schemas.microsoft.com/office/drawing/2014/main" val="20002"/>
                    </a:ext>
                  </a:extLst>
                </a:gridCol>
                <a:gridCol w="689372">
                  <a:extLst>
                    <a:ext uri="{9D8B030D-6E8A-4147-A177-3AD203B41FA5}">
                      <a16:colId xmlns:a16="http://schemas.microsoft.com/office/drawing/2014/main" val="20003"/>
                    </a:ext>
                  </a:extLst>
                </a:gridCol>
              </a:tblGrid>
              <a:tr h="25379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9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ALU/branch</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Load/store</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cycle</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379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Lucida Console" pitchFamily="49" charset="0"/>
                          <a:ea typeface="標楷體" pitchFamily="65" charset="-120"/>
                        </a:rPr>
                        <a:t>Loop:</a:t>
                      </a:r>
                      <a:endParaRPr kumimoji="0" lang="en-AU" altLang="zh-TW" sz="14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addi </a:t>
                      </a:r>
                      <a:r>
                        <a:rPr kumimoji="0" lang="en-AU" altLang="zh-TW" sz="1400" b="1" i="0" u="none" strike="noStrike" cap="none" normalizeH="0" baseline="0">
                          <a:ln>
                            <a:noFill/>
                          </a:ln>
                          <a:solidFill>
                            <a:srgbClr val="A47B38"/>
                          </a:solidFill>
                          <a:effectLst/>
                          <a:latin typeface="Lucida Console" pitchFamily="49" charset="0"/>
                          <a:ea typeface="新細明體" pitchFamily="18" charset="-120"/>
                        </a:rPr>
                        <a:t>$s1</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$s1,–16</a:t>
                      </a: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lw   </a:t>
                      </a:r>
                      <a:r>
                        <a:rPr kumimoji="0" lang="en-AU" altLang="zh-TW" sz="1400" b="1" i="0" u="none" strike="noStrike" cap="none" normalizeH="0" baseline="0">
                          <a:ln>
                            <a:noFill/>
                          </a:ln>
                          <a:solidFill>
                            <a:schemeClr val="hlink"/>
                          </a:solidFill>
                          <a:effectLst/>
                          <a:latin typeface="Lucida Console" pitchFamily="49" charset="0"/>
                          <a:ea typeface="新細明體" pitchFamily="18" charset="-120"/>
                        </a:rPr>
                        <a:t>$t0</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0($s1)</a:t>
                      </a: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Lucida Console" pitchFamily="49" charset="0"/>
                          <a:ea typeface="標楷體" pitchFamily="65" charset="-120"/>
                        </a:rPr>
                        <a:t>1</a:t>
                      </a:r>
                      <a:endParaRPr kumimoji="0" lang="en-AU" altLang="zh-TW" sz="14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379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900" b="1" i="0" u="none" strike="noStrike" cap="none" normalizeH="0" baseline="0" dirty="0">
                        <a:ln>
                          <a:noFill/>
                        </a:ln>
                        <a:solidFill>
                          <a:schemeClr val="tx1"/>
                        </a:solidFill>
                        <a:effectLst/>
                        <a:latin typeface="Lucida Console" pitchFamily="49" charset="0"/>
                        <a:ea typeface="新細明體" pitchFamily="18" charset="-120"/>
                      </a:endParaRPr>
                    </a:p>
                  </a:txBody>
                  <a:tcPr marL="68580" marR="68580"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rgbClr val="C0C0C0"/>
                          </a:solidFill>
                          <a:effectLst/>
                          <a:latin typeface="Lucida Console" pitchFamily="49" charset="0"/>
                          <a:ea typeface="標楷體" pitchFamily="65" charset="-120"/>
                        </a:rPr>
                        <a:t>nop</a:t>
                      </a:r>
                      <a:endParaRPr kumimoji="0" lang="en-AU" altLang="zh-TW" sz="1400" b="1" i="0" u="none" strike="noStrike" cap="none" normalizeH="0" baseline="0">
                        <a:ln>
                          <a:noFill/>
                        </a:ln>
                        <a:solidFill>
                          <a:srgbClr val="C0C0C0"/>
                        </a:solidFill>
                        <a:effectLst/>
                        <a:latin typeface="Lucida Console" pitchFamily="49"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lw   </a:t>
                      </a:r>
                      <a:r>
                        <a:rPr kumimoji="0" lang="en-AU" altLang="zh-TW" sz="1400" b="1" i="0" u="none" strike="noStrike" cap="none" normalizeH="0" baseline="0">
                          <a:ln>
                            <a:noFill/>
                          </a:ln>
                          <a:solidFill>
                            <a:schemeClr val="hlink"/>
                          </a:solidFill>
                          <a:effectLst/>
                          <a:latin typeface="Lucida Console" pitchFamily="49" charset="0"/>
                          <a:ea typeface="新細明體" pitchFamily="18" charset="-120"/>
                        </a:rPr>
                        <a:t>$t1</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a:t>
                      </a:r>
                      <a:r>
                        <a:rPr kumimoji="0" lang="en-AU" altLang="zh-TW" sz="1400" b="1" i="0" u="none" strike="noStrike" cap="none" normalizeH="0" baseline="0">
                          <a:ln>
                            <a:noFill/>
                          </a:ln>
                          <a:solidFill>
                            <a:schemeClr val="accent1"/>
                          </a:solidFill>
                          <a:effectLst/>
                          <a:latin typeface="Lucida Console" pitchFamily="49" charset="0"/>
                          <a:ea typeface="新細明體" pitchFamily="18" charset="-120"/>
                        </a:rPr>
                        <a:t>4</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($s1)</a:t>
                      </a: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Lucida Console" pitchFamily="49" charset="0"/>
                          <a:ea typeface="標楷體" pitchFamily="65" charset="-120"/>
                        </a:rPr>
                        <a:t>2</a:t>
                      </a:r>
                      <a:endParaRPr kumimoji="0" lang="en-AU" altLang="zh-TW" sz="14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379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9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addu </a:t>
                      </a:r>
                      <a:r>
                        <a:rPr kumimoji="0" lang="en-AU" altLang="zh-TW" sz="1400" b="1" i="0" u="none" strike="noStrike" cap="none" normalizeH="0" baseline="0">
                          <a:ln>
                            <a:noFill/>
                          </a:ln>
                          <a:solidFill>
                            <a:srgbClr val="009900"/>
                          </a:solidFill>
                          <a:effectLst/>
                          <a:latin typeface="Lucida Console" pitchFamily="49" charset="0"/>
                          <a:ea typeface="新細明體" pitchFamily="18" charset="-120"/>
                        </a:rPr>
                        <a:t>$t0</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a:t>
                      </a:r>
                      <a:r>
                        <a:rPr kumimoji="0" lang="en-AU" altLang="zh-TW" sz="1400" b="1" i="0" u="none" strike="noStrike" cap="none" normalizeH="0" baseline="0">
                          <a:ln>
                            <a:noFill/>
                          </a:ln>
                          <a:solidFill>
                            <a:schemeClr val="hlink"/>
                          </a:solidFill>
                          <a:effectLst/>
                          <a:latin typeface="Lucida Console" pitchFamily="49" charset="0"/>
                          <a:ea typeface="新細明體" pitchFamily="18" charset="-120"/>
                        </a:rPr>
                        <a:t>$t0</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$s2</a:t>
                      </a: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lw   </a:t>
                      </a:r>
                      <a:r>
                        <a:rPr kumimoji="0" lang="en-AU" altLang="zh-TW" sz="1400" b="1" i="0" u="none" strike="noStrike" cap="none" normalizeH="0" baseline="0">
                          <a:ln>
                            <a:noFill/>
                          </a:ln>
                          <a:solidFill>
                            <a:schemeClr val="hlink"/>
                          </a:solidFill>
                          <a:effectLst/>
                          <a:latin typeface="Lucida Console" pitchFamily="49" charset="0"/>
                          <a:ea typeface="新細明體" pitchFamily="18" charset="-120"/>
                        </a:rPr>
                        <a:t>$t2</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a:t>
                      </a:r>
                      <a:r>
                        <a:rPr kumimoji="0" lang="en-AU" altLang="zh-TW" sz="1400" b="1" i="0" u="none" strike="noStrike" cap="none" normalizeH="0" baseline="0">
                          <a:ln>
                            <a:noFill/>
                          </a:ln>
                          <a:solidFill>
                            <a:schemeClr val="accent1"/>
                          </a:solidFill>
                          <a:effectLst/>
                          <a:latin typeface="Lucida Console" pitchFamily="49" charset="0"/>
                          <a:ea typeface="新細明體" pitchFamily="18" charset="-120"/>
                        </a:rPr>
                        <a:t>8</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($s1)</a:t>
                      </a: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Lucida Console" pitchFamily="49" charset="0"/>
                          <a:ea typeface="標楷體" pitchFamily="65" charset="-120"/>
                        </a:rPr>
                        <a:t>3</a:t>
                      </a:r>
                      <a:endParaRPr kumimoji="0" lang="en-AU" altLang="zh-TW" sz="14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379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9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addu </a:t>
                      </a:r>
                      <a:r>
                        <a:rPr kumimoji="0" lang="en-AU" altLang="zh-TW" sz="1400" b="1" i="0" u="none" strike="noStrike" cap="none" normalizeH="0" baseline="0">
                          <a:ln>
                            <a:noFill/>
                          </a:ln>
                          <a:solidFill>
                            <a:srgbClr val="009900"/>
                          </a:solidFill>
                          <a:effectLst/>
                          <a:latin typeface="Lucida Console" pitchFamily="49" charset="0"/>
                          <a:ea typeface="新細明體" pitchFamily="18" charset="-120"/>
                        </a:rPr>
                        <a:t>$t1</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a:t>
                      </a:r>
                      <a:r>
                        <a:rPr kumimoji="0" lang="en-AU" altLang="zh-TW" sz="1400" b="1" i="0" u="none" strike="noStrike" cap="none" normalizeH="0" baseline="0">
                          <a:ln>
                            <a:noFill/>
                          </a:ln>
                          <a:solidFill>
                            <a:schemeClr val="hlink"/>
                          </a:solidFill>
                          <a:effectLst/>
                          <a:latin typeface="Lucida Console" pitchFamily="49" charset="0"/>
                          <a:ea typeface="新細明體" pitchFamily="18" charset="-120"/>
                        </a:rPr>
                        <a:t>$t1</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$s2</a:t>
                      </a: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lw   </a:t>
                      </a:r>
                      <a:r>
                        <a:rPr kumimoji="0" lang="en-AU" altLang="zh-TW" sz="1400" b="1" i="0" u="none" strike="noStrike" cap="none" normalizeH="0" baseline="0">
                          <a:ln>
                            <a:noFill/>
                          </a:ln>
                          <a:solidFill>
                            <a:schemeClr val="hlink"/>
                          </a:solidFill>
                          <a:effectLst/>
                          <a:latin typeface="Lucida Console" pitchFamily="49" charset="0"/>
                          <a:ea typeface="新細明體" pitchFamily="18" charset="-120"/>
                        </a:rPr>
                        <a:t>$t3</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a:t>
                      </a:r>
                      <a:r>
                        <a:rPr kumimoji="0" lang="en-AU" altLang="zh-TW" sz="1400" b="1" i="0" u="none" strike="noStrike" cap="none" normalizeH="0" baseline="0">
                          <a:ln>
                            <a:noFill/>
                          </a:ln>
                          <a:solidFill>
                            <a:schemeClr val="accent1"/>
                          </a:solidFill>
                          <a:effectLst/>
                          <a:latin typeface="Lucida Console" pitchFamily="49" charset="0"/>
                          <a:ea typeface="新細明體" pitchFamily="18" charset="-120"/>
                        </a:rPr>
                        <a:t>12</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($s1)</a:t>
                      </a: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Lucida Console" pitchFamily="49" charset="0"/>
                          <a:ea typeface="標楷體" pitchFamily="65" charset="-120"/>
                        </a:rPr>
                        <a:t>4</a:t>
                      </a:r>
                      <a:endParaRPr kumimoji="0" lang="en-AU" altLang="zh-TW" sz="14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379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9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addu </a:t>
                      </a:r>
                      <a:r>
                        <a:rPr kumimoji="0" lang="en-AU" altLang="zh-TW" sz="1400" b="1" i="0" u="none" strike="noStrike" cap="none" normalizeH="0" baseline="0">
                          <a:ln>
                            <a:noFill/>
                          </a:ln>
                          <a:solidFill>
                            <a:srgbClr val="009900"/>
                          </a:solidFill>
                          <a:effectLst/>
                          <a:latin typeface="Lucida Console" pitchFamily="49" charset="0"/>
                          <a:ea typeface="新細明體" pitchFamily="18" charset="-120"/>
                        </a:rPr>
                        <a:t>$t2</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a:t>
                      </a:r>
                      <a:r>
                        <a:rPr kumimoji="0" lang="en-AU" altLang="zh-TW" sz="1400" b="1" i="0" u="none" strike="noStrike" cap="none" normalizeH="0" baseline="0">
                          <a:ln>
                            <a:noFill/>
                          </a:ln>
                          <a:solidFill>
                            <a:schemeClr val="hlink"/>
                          </a:solidFill>
                          <a:effectLst/>
                          <a:latin typeface="Lucida Console" pitchFamily="49" charset="0"/>
                          <a:ea typeface="新細明體" pitchFamily="18" charset="-120"/>
                        </a:rPr>
                        <a:t>$t2</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$s2</a:t>
                      </a: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sw   </a:t>
                      </a:r>
                      <a:r>
                        <a:rPr kumimoji="0" lang="en-AU" altLang="zh-TW" sz="1400" b="1" i="0" u="none" strike="noStrike" cap="none" normalizeH="0" baseline="0">
                          <a:ln>
                            <a:noFill/>
                          </a:ln>
                          <a:solidFill>
                            <a:srgbClr val="009900"/>
                          </a:solidFill>
                          <a:effectLst/>
                          <a:latin typeface="Lucida Console" pitchFamily="49" charset="0"/>
                          <a:ea typeface="新細明體" pitchFamily="18" charset="-120"/>
                        </a:rPr>
                        <a:t>$t0</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a:t>
                      </a:r>
                      <a:r>
                        <a:rPr kumimoji="0" lang="en-AU" altLang="zh-TW" sz="1400" b="1" i="0" u="none" strike="noStrike" cap="none" normalizeH="0" baseline="0">
                          <a:ln>
                            <a:noFill/>
                          </a:ln>
                          <a:solidFill>
                            <a:schemeClr val="accent1"/>
                          </a:solidFill>
                          <a:effectLst/>
                          <a:latin typeface="Lucida Console" pitchFamily="49" charset="0"/>
                          <a:ea typeface="新細明體" pitchFamily="18" charset="-120"/>
                        </a:rPr>
                        <a:t>4</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($s1)</a:t>
                      </a: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Lucida Console" pitchFamily="49" charset="0"/>
                          <a:ea typeface="標楷體" pitchFamily="65" charset="-120"/>
                        </a:rPr>
                        <a:t>5</a:t>
                      </a:r>
                      <a:endParaRPr kumimoji="0" lang="en-AU" altLang="zh-TW" sz="14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379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9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addu </a:t>
                      </a:r>
                      <a:r>
                        <a:rPr kumimoji="0" lang="en-AU" altLang="zh-TW" sz="1400" b="1" i="0" u="none" strike="noStrike" cap="none" normalizeH="0" baseline="0">
                          <a:ln>
                            <a:noFill/>
                          </a:ln>
                          <a:solidFill>
                            <a:srgbClr val="009900"/>
                          </a:solidFill>
                          <a:effectLst/>
                          <a:latin typeface="Lucida Console" pitchFamily="49" charset="0"/>
                          <a:ea typeface="新細明體" pitchFamily="18" charset="-120"/>
                        </a:rPr>
                        <a:t>$t3</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a:t>
                      </a:r>
                      <a:r>
                        <a:rPr kumimoji="0" lang="en-AU" altLang="zh-TW" sz="1400" b="1" i="0" u="none" strike="noStrike" cap="none" normalizeH="0" baseline="0">
                          <a:ln>
                            <a:noFill/>
                          </a:ln>
                          <a:solidFill>
                            <a:schemeClr val="hlink"/>
                          </a:solidFill>
                          <a:effectLst/>
                          <a:latin typeface="Lucida Console" pitchFamily="49" charset="0"/>
                          <a:ea typeface="新細明體" pitchFamily="18" charset="-120"/>
                        </a:rPr>
                        <a:t>$t4</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$s2</a:t>
                      </a: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sw   </a:t>
                      </a:r>
                      <a:r>
                        <a:rPr kumimoji="0" lang="en-AU" altLang="zh-TW" sz="1400" b="1" i="0" u="none" strike="noStrike" cap="none" normalizeH="0" baseline="0">
                          <a:ln>
                            <a:noFill/>
                          </a:ln>
                          <a:solidFill>
                            <a:srgbClr val="009900"/>
                          </a:solidFill>
                          <a:effectLst/>
                          <a:latin typeface="Lucida Console" pitchFamily="49" charset="0"/>
                          <a:ea typeface="新細明體" pitchFamily="18" charset="-120"/>
                        </a:rPr>
                        <a:t>$t1</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a:t>
                      </a:r>
                      <a:r>
                        <a:rPr kumimoji="0" lang="en-AU" altLang="zh-TW" sz="1400" b="1" i="0" u="none" strike="noStrike" cap="none" normalizeH="0" baseline="0">
                          <a:ln>
                            <a:noFill/>
                          </a:ln>
                          <a:solidFill>
                            <a:schemeClr val="accent1"/>
                          </a:solidFill>
                          <a:effectLst/>
                          <a:latin typeface="Lucida Console" pitchFamily="49" charset="0"/>
                          <a:ea typeface="新細明體" pitchFamily="18" charset="-120"/>
                        </a:rPr>
                        <a:t>8</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($s1)</a:t>
                      </a: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Lucida Console" pitchFamily="49" charset="0"/>
                          <a:ea typeface="標楷體" pitchFamily="65" charset="-120"/>
                        </a:rPr>
                        <a:t>6</a:t>
                      </a:r>
                      <a:endParaRPr kumimoji="0" lang="en-AU" altLang="zh-TW" sz="14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5379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9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rgbClr val="C0C0C0"/>
                          </a:solidFill>
                          <a:effectLst/>
                          <a:latin typeface="Lucida Console" pitchFamily="49" charset="0"/>
                          <a:ea typeface="標楷體" pitchFamily="65" charset="-120"/>
                        </a:rPr>
                        <a:t>nop</a:t>
                      </a:r>
                      <a:endParaRPr kumimoji="0" lang="en-AU" altLang="zh-TW" sz="1400" b="1" i="0" u="none" strike="noStrike" cap="none" normalizeH="0" baseline="0">
                        <a:ln>
                          <a:noFill/>
                        </a:ln>
                        <a:solidFill>
                          <a:srgbClr val="C0C0C0"/>
                        </a:solidFill>
                        <a:effectLst/>
                        <a:latin typeface="Lucida Console" pitchFamily="49"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sw   </a:t>
                      </a:r>
                      <a:r>
                        <a:rPr kumimoji="0" lang="en-AU" altLang="zh-TW" sz="1400" b="1" i="0" u="none" strike="noStrike" cap="none" normalizeH="0" baseline="0">
                          <a:ln>
                            <a:noFill/>
                          </a:ln>
                          <a:solidFill>
                            <a:srgbClr val="009900"/>
                          </a:solidFill>
                          <a:effectLst/>
                          <a:latin typeface="Lucida Console" pitchFamily="49" charset="0"/>
                          <a:ea typeface="新細明體" pitchFamily="18" charset="-120"/>
                        </a:rPr>
                        <a:t>$t2</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a:t>
                      </a:r>
                      <a:r>
                        <a:rPr kumimoji="0" lang="en-AU" altLang="zh-TW" sz="1400" b="1" i="0" u="none" strike="noStrike" cap="none" normalizeH="0" baseline="0">
                          <a:ln>
                            <a:noFill/>
                          </a:ln>
                          <a:solidFill>
                            <a:schemeClr val="accent1"/>
                          </a:solidFill>
                          <a:effectLst/>
                          <a:latin typeface="Lucida Console" pitchFamily="49" charset="0"/>
                          <a:ea typeface="新細明體" pitchFamily="18" charset="-120"/>
                        </a:rPr>
                        <a:t>12</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($s1)</a:t>
                      </a: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Lucida Console" pitchFamily="49" charset="0"/>
                          <a:ea typeface="標楷體" pitchFamily="65" charset="-120"/>
                        </a:rPr>
                        <a:t>7</a:t>
                      </a:r>
                      <a:endParaRPr kumimoji="0" lang="en-AU" altLang="zh-TW" sz="14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38997">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900" b="1" i="0" u="none" strike="noStrike" cap="none" normalizeH="0" baseline="0">
                        <a:ln>
                          <a:noFill/>
                        </a:ln>
                        <a:solidFill>
                          <a:schemeClr val="tx1"/>
                        </a:solidFill>
                        <a:effectLst/>
                        <a:latin typeface="Lucida Console" pitchFamily="49" charset="0"/>
                        <a:ea typeface="新細明體" pitchFamily="18" charset="-120"/>
                      </a:endParaRPr>
                    </a:p>
                  </a:txBody>
                  <a:tcPr marL="68580" marR="68580" marT="34297" marB="342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bne  </a:t>
                      </a:r>
                      <a:r>
                        <a:rPr kumimoji="0" lang="en-AU" altLang="zh-TW" sz="1400" b="1" i="0" u="none" strike="noStrike" cap="none" normalizeH="0" baseline="0">
                          <a:ln>
                            <a:noFill/>
                          </a:ln>
                          <a:solidFill>
                            <a:srgbClr val="A47B38"/>
                          </a:solidFill>
                          <a:effectLst/>
                          <a:latin typeface="Lucida Console" pitchFamily="49" charset="0"/>
                          <a:ea typeface="新細明體" pitchFamily="18" charset="-120"/>
                        </a:rPr>
                        <a:t>$s1</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$zero, Loop</a:t>
                      </a: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sw   </a:t>
                      </a:r>
                      <a:r>
                        <a:rPr kumimoji="0" lang="en-AU" altLang="zh-TW" sz="1400" b="1" i="0" u="none" strike="noStrike" cap="none" normalizeH="0" baseline="0">
                          <a:ln>
                            <a:noFill/>
                          </a:ln>
                          <a:solidFill>
                            <a:srgbClr val="009900"/>
                          </a:solidFill>
                          <a:effectLst/>
                          <a:latin typeface="Lucida Console" pitchFamily="49" charset="0"/>
                          <a:ea typeface="新細明體" pitchFamily="18" charset="-120"/>
                        </a:rPr>
                        <a:t>$t3</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 </a:t>
                      </a:r>
                      <a:r>
                        <a:rPr kumimoji="0" lang="en-AU" altLang="zh-TW" sz="1400" b="1" i="0" u="none" strike="noStrike" cap="none" normalizeH="0" baseline="0">
                          <a:ln>
                            <a:noFill/>
                          </a:ln>
                          <a:solidFill>
                            <a:schemeClr val="accent1"/>
                          </a:solidFill>
                          <a:effectLst/>
                          <a:latin typeface="Lucida Console" pitchFamily="49" charset="0"/>
                          <a:ea typeface="新細明體" pitchFamily="18" charset="-120"/>
                        </a:rPr>
                        <a:t>16</a:t>
                      </a:r>
                      <a:r>
                        <a:rPr kumimoji="0" lang="en-AU" altLang="zh-TW" sz="1400" b="1" i="0" u="none" strike="noStrike" cap="none" normalizeH="0" baseline="0">
                          <a:ln>
                            <a:noFill/>
                          </a:ln>
                          <a:solidFill>
                            <a:schemeClr val="tx1"/>
                          </a:solidFill>
                          <a:effectLst/>
                          <a:latin typeface="Lucida Console" pitchFamily="49" charset="0"/>
                          <a:ea typeface="新細明體" pitchFamily="18" charset="-120"/>
                        </a:rPr>
                        <a:t>($s1)</a:t>
                      </a: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Lucida Console" pitchFamily="49" charset="0"/>
                          <a:ea typeface="標楷體" pitchFamily="65" charset="-120"/>
                        </a:rPr>
                        <a:t>8</a:t>
                      </a:r>
                      <a:endParaRPr kumimoji="0" lang="en-AU" altLang="zh-TW" sz="1400" b="1" i="0" u="none" strike="noStrike" cap="none" normalizeH="0" baseline="0" dirty="0">
                        <a:ln>
                          <a:noFill/>
                        </a:ln>
                        <a:solidFill>
                          <a:schemeClr val="tx1"/>
                        </a:solidFill>
                        <a:effectLst/>
                        <a:latin typeface="Lucida Console" pitchFamily="49"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DDC6DADD-D8CD-4269-AA77-1F153865B0C9}"/>
              </a:ext>
            </a:extLst>
          </p:cNvPr>
          <p:cNvSpPr>
            <a:spLocks noGrp="1" noChangeArrowheads="1"/>
          </p:cNvSpPr>
          <p:nvPr>
            <p:ph type="title"/>
          </p:nvPr>
        </p:nvSpPr>
        <p:spPr/>
        <p:txBody>
          <a:bodyPr/>
          <a:lstStyle/>
          <a:p>
            <a:r>
              <a:rPr lang="en-US" altLang="zh-TW"/>
              <a:t>Multiple Issue</a:t>
            </a:r>
            <a:endParaRPr lang="en-AU" altLang="zh-TW">
              <a:ea typeface="新細明體" panose="02020500000000000000" pitchFamily="18" charset="-120"/>
            </a:endParaRPr>
          </a:p>
        </p:txBody>
      </p:sp>
      <p:sp>
        <p:nvSpPr>
          <p:cNvPr id="137219" name="Rectangle 3">
            <a:extLst>
              <a:ext uri="{FF2B5EF4-FFF2-40B4-BE49-F238E27FC236}">
                <a16:creationId xmlns:a16="http://schemas.microsoft.com/office/drawing/2014/main" id="{1957CF3E-B670-4040-A65F-5A69B978EDC5}"/>
              </a:ext>
            </a:extLst>
          </p:cNvPr>
          <p:cNvSpPr>
            <a:spLocks noGrp="1" noChangeArrowheads="1"/>
          </p:cNvSpPr>
          <p:nvPr>
            <p:ph idx="1"/>
          </p:nvPr>
        </p:nvSpPr>
        <p:spPr>
          <a:xfrm>
            <a:off x="1004046" y="844153"/>
            <a:ext cx="7682753" cy="3671888"/>
          </a:xfrm>
        </p:spPr>
        <p:txBody>
          <a:bodyPr/>
          <a:lstStyle/>
          <a:p>
            <a:pPr>
              <a:defRPr/>
            </a:pPr>
            <a:r>
              <a:rPr lang="en-US" altLang="zh-TW" dirty="0"/>
              <a:t>Static multiple issue (compiler approach)</a:t>
            </a:r>
          </a:p>
          <a:p>
            <a:pPr>
              <a:defRPr/>
            </a:pPr>
            <a:r>
              <a:rPr lang="en-US" altLang="zh-TW" dirty="0">
                <a:solidFill>
                  <a:srgbClr val="FF0000"/>
                </a:solidFill>
              </a:rPr>
              <a:t>Dynamic multiple issue (hardware approach)</a:t>
            </a:r>
          </a:p>
        </p:txBody>
      </p:sp>
      <p:sp>
        <p:nvSpPr>
          <p:cNvPr id="137220" name="投影片編號版面配置區 1">
            <a:extLst>
              <a:ext uri="{FF2B5EF4-FFF2-40B4-BE49-F238E27FC236}">
                <a16:creationId xmlns:a16="http://schemas.microsoft.com/office/drawing/2014/main" id="{5BC58D0F-1216-4038-8A63-3343BBA1CFB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ADFB72FD-EBA9-4D6E-ABF5-7B5A2F6AD66E}"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127</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80A8BE27-EC3E-406B-A725-C667B61FAE43}"/>
              </a:ext>
            </a:extLst>
          </p:cNvPr>
          <p:cNvSpPr>
            <a:spLocks noGrp="1" noChangeArrowheads="1"/>
          </p:cNvSpPr>
          <p:nvPr>
            <p:ph type="title"/>
          </p:nvPr>
        </p:nvSpPr>
        <p:spPr/>
        <p:txBody>
          <a:bodyPr/>
          <a:lstStyle/>
          <a:p>
            <a:r>
              <a:rPr lang="en-US" altLang="zh-TW"/>
              <a:t>Dynamic Multiple Issue</a:t>
            </a:r>
            <a:endParaRPr lang="en-AU" altLang="zh-TW">
              <a:ea typeface="新細明體" panose="02020500000000000000" pitchFamily="18" charset="-120"/>
            </a:endParaRPr>
          </a:p>
        </p:txBody>
      </p:sp>
      <p:sp>
        <p:nvSpPr>
          <p:cNvPr id="138243" name="Rectangle 3">
            <a:extLst>
              <a:ext uri="{FF2B5EF4-FFF2-40B4-BE49-F238E27FC236}">
                <a16:creationId xmlns:a16="http://schemas.microsoft.com/office/drawing/2014/main" id="{40CD8BA2-4DF3-40DA-B373-4F10022F3763}"/>
              </a:ext>
            </a:extLst>
          </p:cNvPr>
          <p:cNvSpPr>
            <a:spLocks noGrp="1" noChangeArrowheads="1"/>
          </p:cNvSpPr>
          <p:nvPr>
            <p:ph idx="1"/>
          </p:nvPr>
        </p:nvSpPr>
        <p:spPr>
          <a:xfrm>
            <a:off x="977152" y="844153"/>
            <a:ext cx="7709647" cy="3671888"/>
          </a:xfrm>
        </p:spPr>
        <p:txBody>
          <a:bodyPr/>
          <a:lstStyle/>
          <a:p>
            <a:r>
              <a:rPr lang="en-US" altLang="zh-TW" dirty="0"/>
              <a:t>Simplest version of</a:t>
            </a:r>
            <a:r>
              <a:rPr lang="zh-TW" altLang="en-US" dirty="0"/>
              <a:t> </a:t>
            </a:r>
            <a:r>
              <a:rPr lang="en-US" altLang="zh-TW" dirty="0"/>
              <a:t>“</a:t>
            </a:r>
            <a:r>
              <a:rPr lang="en-US" altLang="zh-TW" dirty="0" err="1"/>
              <a:t>Superscalar”processors</a:t>
            </a:r>
            <a:endParaRPr lang="en-US" altLang="zh-TW" dirty="0"/>
          </a:p>
          <a:p>
            <a:r>
              <a:rPr lang="en-US" altLang="zh-TW" dirty="0"/>
              <a:t>CPU decides whether to issue 0, 1, 2, … each cycle</a:t>
            </a:r>
          </a:p>
          <a:p>
            <a:pPr lvl="1"/>
            <a:r>
              <a:rPr lang="en-US" altLang="zh-TW" dirty="0"/>
              <a:t>Avoiding structural and data hazards</a:t>
            </a:r>
          </a:p>
          <a:p>
            <a:r>
              <a:rPr lang="en-US" altLang="zh-TW" dirty="0"/>
              <a:t>Avoid the need for compiler scheduling</a:t>
            </a:r>
          </a:p>
          <a:p>
            <a:pPr lvl="1"/>
            <a:r>
              <a:rPr lang="en-US" altLang="zh-TW" dirty="0"/>
              <a:t>Though it may still help</a:t>
            </a:r>
          </a:p>
          <a:p>
            <a:pPr lvl="1"/>
            <a:r>
              <a:rPr lang="en-US" altLang="zh-TW" dirty="0"/>
              <a:t>Code semantics ensured by the CPU</a:t>
            </a:r>
            <a:endParaRPr lang="en-AU" altLang="zh-TW" dirty="0">
              <a:ea typeface="新細明體" panose="02020500000000000000" pitchFamily="18" charset="-120"/>
            </a:endParaRPr>
          </a:p>
        </p:txBody>
      </p:sp>
      <p:sp>
        <p:nvSpPr>
          <p:cNvPr id="138244" name="投影片編號版面配置區 1">
            <a:extLst>
              <a:ext uri="{FF2B5EF4-FFF2-40B4-BE49-F238E27FC236}">
                <a16:creationId xmlns:a16="http://schemas.microsoft.com/office/drawing/2014/main" id="{AC39CE59-01B5-48F2-9E25-2C89FF5BDE6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E5A999F7-6AEF-425A-89A5-A4F49F91C0F5}"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128</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836FAC5A-8509-4224-A0DB-371F7E6FE56E}"/>
              </a:ext>
            </a:extLst>
          </p:cNvPr>
          <p:cNvSpPr>
            <a:spLocks noGrp="1" noChangeArrowheads="1"/>
          </p:cNvSpPr>
          <p:nvPr>
            <p:ph type="title"/>
          </p:nvPr>
        </p:nvSpPr>
        <p:spPr/>
        <p:txBody>
          <a:bodyPr/>
          <a:lstStyle/>
          <a:p>
            <a:r>
              <a:rPr lang="en-US" altLang="zh-TW"/>
              <a:t>Dynamic Pipeline Scheduling</a:t>
            </a:r>
            <a:endParaRPr lang="en-AU" altLang="zh-TW">
              <a:ea typeface="新細明體" panose="02020500000000000000" pitchFamily="18" charset="-120"/>
            </a:endParaRPr>
          </a:p>
        </p:txBody>
      </p:sp>
      <p:sp>
        <p:nvSpPr>
          <p:cNvPr id="139267" name="Rectangle 3">
            <a:extLst>
              <a:ext uri="{FF2B5EF4-FFF2-40B4-BE49-F238E27FC236}">
                <a16:creationId xmlns:a16="http://schemas.microsoft.com/office/drawing/2014/main" id="{ABB1DE96-895C-4639-9641-33B33C257214}"/>
              </a:ext>
            </a:extLst>
          </p:cNvPr>
          <p:cNvSpPr>
            <a:spLocks noGrp="1" noChangeArrowheads="1"/>
          </p:cNvSpPr>
          <p:nvPr>
            <p:ph idx="1"/>
          </p:nvPr>
        </p:nvSpPr>
        <p:spPr>
          <a:xfrm>
            <a:off x="995082" y="844153"/>
            <a:ext cx="7691718" cy="3671888"/>
          </a:xfrm>
        </p:spPr>
        <p:txBody>
          <a:bodyPr/>
          <a:lstStyle/>
          <a:p>
            <a:r>
              <a:rPr lang="en-US" altLang="zh-TW" dirty="0"/>
              <a:t>Allow the CPU to execute instructions out of order to avoid stalls</a:t>
            </a:r>
          </a:p>
          <a:p>
            <a:pPr lvl="1"/>
            <a:r>
              <a:rPr lang="en-US" altLang="zh-TW" dirty="0"/>
              <a:t>But commit result to registers in order</a:t>
            </a:r>
          </a:p>
          <a:p>
            <a:r>
              <a:rPr lang="en-US" altLang="zh-TW" dirty="0"/>
              <a:t>Example</a:t>
            </a:r>
          </a:p>
          <a:p>
            <a:pPr lvl="1">
              <a:buFont typeface="Wingdings" panose="05000000000000000000" pitchFamily="2" charset="2"/>
              <a:buNone/>
            </a:pPr>
            <a:r>
              <a:rPr lang="en-US" altLang="zh-TW" dirty="0"/>
              <a:t>	</a:t>
            </a:r>
            <a:r>
              <a:rPr lang="fr-FR" altLang="zh-TW" dirty="0">
                <a:latin typeface="Lucida Console" panose="020B0609040504020204" pitchFamily="49" charset="0"/>
              </a:rPr>
              <a:t>lw    </a:t>
            </a:r>
            <a:r>
              <a:rPr lang="fr-FR" altLang="zh-TW" dirty="0">
                <a:solidFill>
                  <a:schemeClr val="folHlink"/>
                </a:solidFill>
                <a:latin typeface="Lucida Console" panose="020B0609040504020204" pitchFamily="49" charset="0"/>
              </a:rPr>
              <a:t>$t0</a:t>
            </a:r>
            <a:r>
              <a:rPr lang="fr-FR" altLang="zh-TW" dirty="0">
                <a:latin typeface="Lucida Console" panose="020B0609040504020204" pitchFamily="49" charset="0"/>
              </a:rPr>
              <a:t>, 20($s2)</a:t>
            </a:r>
            <a:br>
              <a:rPr lang="fr-FR" altLang="zh-TW" dirty="0">
                <a:latin typeface="Lucida Console" panose="020B0609040504020204" pitchFamily="49" charset="0"/>
              </a:rPr>
            </a:br>
            <a:r>
              <a:rPr lang="fr-FR" altLang="zh-TW" dirty="0">
                <a:latin typeface="Lucida Console" panose="020B0609040504020204" pitchFamily="49" charset="0"/>
              </a:rPr>
              <a:t>addu  $t1, </a:t>
            </a:r>
            <a:r>
              <a:rPr lang="fr-FR" altLang="zh-TW" dirty="0">
                <a:solidFill>
                  <a:schemeClr val="folHlink"/>
                </a:solidFill>
                <a:latin typeface="Lucida Console" panose="020B0609040504020204" pitchFamily="49" charset="0"/>
              </a:rPr>
              <a:t>$t0</a:t>
            </a:r>
            <a:r>
              <a:rPr lang="fr-FR" altLang="zh-TW" dirty="0">
                <a:latin typeface="Lucida Console" panose="020B0609040504020204" pitchFamily="49" charset="0"/>
              </a:rPr>
              <a:t>, $t2</a:t>
            </a:r>
            <a:br>
              <a:rPr lang="fr-FR" altLang="zh-TW" dirty="0">
                <a:latin typeface="Lucida Console" panose="020B0609040504020204" pitchFamily="49" charset="0"/>
              </a:rPr>
            </a:br>
            <a:r>
              <a:rPr lang="fr-FR" altLang="zh-TW" dirty="0">
                <a:latin typeface="Lucida Console" panose="020B0609040504020204" pitchFamily="49" charset="0"/>
              </a:rPr>
              <a:t>sub   $s4, $s4, $t3</a:t>
            </a:r>
            <a:br>
              <a:rPr lang="fr-FR" altLang="zh-TW" dirty="0">
                <a:latin typeface="Lucida Console" panose="020B0609040504020204" pitchFamily="49" charset="0"/>
              </a:rPr>
            </a:br>
            <a:r>
              <a:rPr lang="fr-FR" altLang="zh-TW" dirty="0">
                <a:latin typeface="Lucida Console" panose="020B0609040504020204" pitchFamily="49" charset="0"/>
              </a:rPr>
              <a:t>slti  $t5, $s4, 20</a:t>
            </a:r>
          </a:p>
          <a:p>
            <a:pPr lvl="1"/>
            <a:r>
              <a:rPr lang="en-US" altLang="zh-TW" dirty="0"/>
              <a:t>Can start </a:t>
            </a:r>
            <a:r>
              <a:rPr lang="en-US" altLang="zh-TW" dirty="0">
                <a:latin typeface="Lucida Console" panose="020B0609040504020204" pitchFamily="49" charset="0"/>
              </a:rPr>
              <a:t>sub</a:t>
            </a:r>
            <a:r>
              <a:rPr lang="en-US" altLang="zh-TW" dirty="0"/>
              <a:t> while </a:t>
            </a:r>
            <a:r>
              <a:rPr lang="en-US" altLang="zh-TW" dirty="0" err="1">
                <a:latin typeface="Lucida Console" panose="020B0609040504020204" pitchFamily="49" charset="0"/>
              </a:rPr>
              <a:t>addu</a:t>
            </a:r>
            <a:r>
              <a:rPr lang="en-US" altLang="zh-TW" dirty="0"/>
              <a:t> is waiting for </a:t>
            </a:r>
            <a:r>
              <a:rPr lang="en-US" altLang="zh-TW" dirty="0" err="1"/>
              <a:t>lw</a:t>
            </a:r>
            <a:endParaRPr lang="en-US" altLang="zh-TW" dirty="0"/>
          </a:p>
        </p:txBody>
      </p:sp>
      <p:sp>
        <p:nvSpPr>
          <p:cNvPr id="139268" name="投影片編號版面配置區 1">
            <a:extLst>
              <a:ext uri="{FF2B5EF4-FFF2-40B4-BE49-F238E27FC236}">
                <a16:creationId xmlns:a16="http://schemas.microsoft.com/office/drawing/2014/main" id="{B3EAA353-C229-4D5B-80E3-61760C7E102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F05D94C3-D897-4B4D-9423-85C896B4CF87}"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129</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Freeform 2">
            <a:extLst>
              <a:ext uri="{FF2B5EF4-FFF2-40B4-BE49-F238E27FC236}">
                <a16:creationId xmlns:a16="http://schemas.microsoft.com/office/drawing/2014/main" id="{B16778D1-E3B7-4F57-B231-A49D3989A3E7}"/>
              </a:ext>
            </a:extLst>
          </p:cNvPr>
          <p:cNvSpPr>
            <a:spLocks/>
          </p:cNvSpPr>
          <p:nvPr/>
        </p:nvSpPr>
        <p:spPr bwMode="auto">
          <a:xfrm>
            <a:off x="5160169" y="2189347"/>
            <a:ext cx="865585" cy="1021556"/>
          </a:xfrm>
          <a:custGeom>
            <a:avLst/>
            <a:gdLst>
              <a:gd name="T0" fmla="*/ 0 w 671"/>
              <a:gd name="T1" fmla="*/ 2147483647 h 858"/>
              <a:gd name="T2" fmla="*/ 2147483647 w 671"/>
              <a:gd name="T3" fmla="*/ 2147483647 h 858"/>
              <a:gd name="T4" fmla="*/ 2147483647 w 671"/>
              <a:gd name="T5" fmla="*/ 2147483647 h 858"/>
              <a:gd name="T6" fmla="*/ 2147483647 w 671"/>
              <a:gd name="T7" fmla="*/ 0 h 858"/>
              <a:gd name="T8" fmla="*/ 0 60000 65536"/>
              <a:gd name="T9" fmla="*/ 0 60000 65536"/>
              <a:gd name="T10" fmla="*/ 0 60000 65536"/>
              <a:gd name="T11" fmla="*/ 0 60000 65536"/>
              <a:gd name="T12" fmla="*/ 0 w 671"/>
              <a:gd name="T13" fmla="*/ 0 h 858"/>
              <a:gd name="T14" fmla="*/ 671 w 671"/>
              <a:gd name="T15" fmla="*/ 858 h 858"/>
            </a:gdLst>
            <a:ahLst/>
            <a:cxnLst>
              <a:cxn ang="T8">
                <a:pos x="T0" y="T1"/>
              </a:cxn>
              <a:cxn ang="T9">
                <a:pos x="T2" y="T3"/>
              </a:cxn>
              <a:cxn ang="T10">
                <a:pos x="T4" y="T5"/>
              </a:cxn>
              <a:cxn ang="T11">
                <a:pos x="T6" y="T7"/>
              </a:cxn>
            </a:cxnLst>
            <a:rect l="T12" t="T13" r="T14" b="T15"/>
            <a:pathLst>
              <a:path w="671" h="858">
                <a:moveTo>
                  <a:pt x="0" y="858"/>
                </a:moveTo>
                <a:cubicBezTo>
                  <a:pt x="95" y="838"/>
                  <a:pt x="469" y="850"/>
                  <a:pt x="570" y="738"/>
                </a:cubicBezTo>
                <a:cubicBezTo>
                  <a:pt x="671" y="626"/>
                  <a:pt x="652" y="309"/>
                  <a:pt x="606" y="186"/>
                </a:cubicBezTo>
                <a:cubicBezTo>
                  <a:pt x="560" y="63"/>
                  <a:pt x="359" y="39"/>
                  <a:pt x="294" y="0"/>
                </a:cubicBezTo>
              </a:path>
            </a:pathLst>
          </a:custGeom>
          <a:noFill/>
          <a:ln w="28575">
            <a:solidFill>
              <a:schemeClr val="hlink"/>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140291" name="Freeform 3">
            <a:extLst>
              <a:ext uri="{FF2B5EF4-FFF2-40B4-BE49-F238E27FC236}">
                <a16:creationId xmlns:a16="http://schemas.microsoft.com/office/drawing/2014/main" id="{E835BD73-E63D-4790-B27F-53AA861347CB}"/>
              </a:ext>
            </a:extLst>
          </p:cNvPr>
          <p:cNvSpPr>
            <a:spLocks/>
          </p:cNvSpPr>
          <p:nvPr/>
        </p:nvSpPr>
        <p:spPr bwMode="auto">
          <a:xfrm>
            <a:off x="4317207" y="2075046"/>
            <a:ext cx="1997869" cy="1614488"/>
          </a:xfrm>
          <a:custGeom>
            <a:avLst/>
            <a:gdLst>
              <a:gd name="T0" fmla="*/ 0 w 1549"/>
              <a:gd name="T1" fmla="*/ 2147483647 h 1356"/>
              <a:gd name="T2" fmla="*/ 2147483647 w 1549"/>
              <a:gd name="T3" fmla="*/ 2147483647 h 1356"/>
              <a:gd name="T4" fmla="*/ 2147483647 w 1549"/>
              <a:gd name="T5" fmla="*/ 2147483647 h 1356"/>
              <a:gd name="T6" fmla="*/ 2147483647 w 1549"/>
              <a:gd name="T7" fmla="*/ 0 h 1356"/>
              <a:gd name="T8" fmla="*/ 0 60000 65536"/>
              <a:gd name="T9" fmla="*/ 0 60000 65536"/>
              <a:gd name="T10" fmla="*/ 0 60000 65536"/>
              <a:gd name="T11" fmla="*/ 0 60000 65536"/>
              <a:gd name="T12" fmla="*/ 0 w 1549"/>
              <a:gd name="T13" fmla="*/ 0 h 1356"/>
              <a:gd name="T14" fmla="*/ 1549 w 1549"/>
              <a:gd name="T15" fmla="*/ 1356 h 1356"/>
            </a:gdLst>
            <a:ahLst/>
            <a:cxnLst>
              <a:cxn ang="T8">
                <a:pos x="T0" y="T1"/>
              </a:cxn>
              <a:cxn ang="T9">
                <a:pos x="T2" y="T3"/>
              </a:cxn>
              <a:cxn ang="T10">
                <a:pos x="T4" y="T5"/>
              </a:cxn>
              <a:cxn ang="T11">
                <a:pos x="T6" y="T7"/>
              </a:cxn>
            </a:cxnLst>
            <a:rect l="T12" t="T13" r="T14" b="T15"/>
            <a:pathLst>
              <a:path w="1549" h="1356">
                <a:moveTo>
                  <a:pt x="0" y="1356"/>
                </a:moveTo>
                <a:cubicBezTo>
                  <a:pt x="219" y="1298"/>
                  <a:pt x="1079" y="1198"/>
                  <a:pt x="1314" y="1008"/>
                </a:cubicBezTo>
                <a:cubicBezTo>
                  <a:pt x="1549" y="818"/>
                  <a:pt x="1466" y="384"/>
                  <a:pt x="1410" y="216"/>
                </a:cubicBezTo>
                <a:cubicBezTo>
                  <a:pt x="1354" y="48"/>
                  <a:pt x="1068" y="45"/>
                  <a:pt x="978" y="0"/>
                </a:cubicBezTo>
              </a:path>
            </a:pathLst>
          </a:custGeom>
          <a:noFill/>
          <a:ln w="28575">
            <a:solidFill>
              <a:schemeClr val="hlink"/>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140292" name="Rectangle 4">
            <a:extLst>
              <a:ext uri="{FF2B5EF4-FFF2-40B4-BE49-F238E27FC236}">
                <a16:creationId xmlns:a16="http://schemas.microsoft.com/office/drawing/2014/main" id="{16D251C5-7AEB-4015-A89E-67A8D1FAF60B}"/>
              </a:ext>
            </a:extLst>
          </p:cNvPr>
          <p:cNvSpPr>
            <a:spLocks noChangeArrowheads="1"/>
          </p:cNvSpPr>
          <p:nvPr/>
        </p:nvSpPr>
        <p:spPr bwMode="auto">
          <a:xfrm>
            <a:off x="5391150" y="2582253"/>
            <a:ext cx="1228725" cy="215504"/>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40293" name="Rectangle 5">
            <a:extLst>
              <a:ext uri="{FF2B5EF4-FFF2-40B4-BE49-F238E27FC236}">
                <a16:creationId xmlns:a16="http://schemas.microsoft.com/office/drawing/2014/main" id="{A55DE4D2-99E9-4993-91C4-B6A39AA9E43B}"/>
              </a:ext>
            </a:extLst>
          </p:cNvPr>
          <p:cNvSpPr>
            <a:spLocks noGrp="1" noChangeArrowheads="1"/>
          </p:cNvSpPr>
          <p:nvPr>
            <p:ph type="title"/>
          </p:nvPr>
        </p:nvSpPr>
        <p:spPr/>
        <p:txBody>
          <a:bodyPr/>
          <a:lstStyle/>
          <a:p>
            <a:r>
              <a:rPr lang="en-US" altLang="zh-TW" dirty="0"/>
              <a:t>Dynamically Scheduled CPU</a:t>
            </a:r>
            <a:endParaRPr lang="en-AU" altLang="zh-TW" dirty="0">
              <a:ea typeface="新細明體" panose="02020500000000000000" pitchFamily="18" charset="-120"/>
            </a:endParaRPr>
          </a:p>
        </p:txBody>
      </p:sp>
      <p:sp>
        <p:nvSpPr>
          <p:cNvPr id="140294" name="投影片編號版面配置區 1">
            <a:extLst>
              <a:ext uri="{FF2B5EF4-FFF2-40B4-BE49-F238E27FC236}">
                <a16:creationId xmlns:a16="http://schemas.microsoft.com/office/drawing/2014/main" id="{475A6FB4-5124-4906-8CF5-FE5FE06D94F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19461F3F-2994-4511-B960-10EA165525C7}"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130</a:t>
            </a:fld>
            <a:endParaRPr lang="en-US" altLang="zh-TW" sz="1050" b="0">
              <a:solidFill>
                <a:schemeClr val="bg1"/>
              </a:solidFill>
              <a:latin typeface="Arial" panose="020B0604020202020204" pitchFamily="34" charset="0"/>
              <a:ea typeface="新細明體" panose="02020500000000000000" pitchFamily="18" charset="-120"/>
            </a:endParaRPr>
          </a:p>
        </p:txBody>
      </p:sp>
      <p:pic>
        <p:nvPicPr>
          <p:cNvPr id="140295" name="Picture 6" descr="f04-72-P374493">
            <a:extLst>
              <a:ext uri="{FF2B5EF4-FFF2-40B4-BE49-F238E27FC236}">
                <a16:creationId xmlns:a16="http://schemas.microsoft.com/office/drawing/2014/main" id="{C48BF207-86F5-4DC6-BD2D-E873D98348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38250" y="853465"/>
            <a:ext cx="5320904" cy="3201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296" name="AutoShape 7">
            <a:extLst>
              <a:ext uri="{FF2B5EF4-FFF2-40B4-BE49-F238E27FC236}">
                <a16:creationId xmlns:a16="http://schemas.microsoft.com/office/drawing/2014/main" id="{FED1985C-F345-4788-915B-498B56DCCFD7}"/>
              </a:ext>
            </a:extLst>
          </p:cNvPr>
          <p:cNvSpPr>
            <a:spLocks/>
          </p:cNvSpPr>
          <p:nvPr/>
        </p:nvSpPr>
        <p:spPr bwMode="auto">
          <a:xfrm>
            <a:off x="6736557" y="3013259"/>
            <a:ext cx="1403747" cy="702469"/>
          </a:xfrm>
          <a:prstGeom prst="borderCallout1">
            <a:avLst>
              <a:gd name="adj1" fmla="val 12204"/>
              <a:gd name="adj2" fmla="val -4412"/>
              <a:gd name="adj3" fmla="val 6273"/>
              <a:gd name="adj4" fmla="val -55148"/>
            </a:avLst>
          </a:prstGeom>
          <a:solidFill>
            <a:schemeClr val="bg1"/>
          </a:solidFill>
          <a:ln w="9525" algn="ctr">
            <a:solidFill>
              <a:schemeClr val="tx1"/>
            </a:solidFill>
            <a:miter lim="800000"/>
            <a:headEnd/>
            <a:tailEnd type="triangle" w="med" len="med"/>
          </a:ln>
        </p:spPr>
        <p:txBody>
          <a:bodyPr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AU" altLang="zh-TW" sz="1050" b="0">
                <a:latin typeface="Arial" panose="020B0604020202020204" pitchFamily="34" charset="0"/>
                <a:ea typeface="新細明體" panose="02020500000000000000" pitchFamily="18" charset="-120"/>
              </a:rPr>
              <a:t>Results also sent to any waiting reservation stations</a:t>
            </a:r>
          </a:p>
        </p:txBody>
      </p:sp>
      <p:sp>
        <p:nvSpPr>
          <p:cNvPr id="140297" name="AutoShape 8">
            <a:extLst>
              <a:ext uri="{FF2B5EF4-FFF2-40B4-BE49-F238E27FC236}">
                <a16:creationId xmlns:a16="http://schemas.microsoft.com/office/drawing/2014/main" id="{425DAC88-C368-480A-8756-05C9795D479C}"/>
              </a:ext>
            </a:extLst>
          </p:cNvPr>
          <p:cNvSpPr>
            <a:spLocks/>
          </p:cNvSpPr>
          <p:nvPr/>
        </p:nvSpPr>
        <p:spPr bwMode="auto">
          <a:xfrm>
            <a:off x="1120378" y="3715728"/>
            <a:ext cx="1375172" cy="486966"/>
          </a:xfrm>
          <a:prstGeom prst="borderCallout1">
            <a:avLst>
              <a:gd name="adj1" fmla="val 17602"/>
              <a:gd name="adj2" fmla="val 104505"/>
              <a:gd name="adj3" fmla="val 12958"/>
              <a:gd name="adj4" fmla="val 131894"/>
            </a:avLst>
          </a:prstGeom>
          <a:solidFill>
            <a:schemeClr val="bg1"/>
          </a:solidFill>
          <a:ln w="9525" algn="ctr">
            <a:solidFill>
              <a:srgbClr val="66CCFF"/>
            </a:solidFill>
            <a:miter lim="800000"/>
            <a:headEnd/>
            <a:tailEnd type="triangle" w="med" len="med"/>
          </a:ln>
        </p:spPr>
        <p:txBody>
          <a:bodyPr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AU" altLang="zh-TW" sz="1050" b="0">
                <a:latin typeface="Arial" panose="020B0604020202020204" pitchFamily="34" charset="0"/>
                <a:ea typeface="新細明體" panose="02020500000000000000" pitchFamily="18" charset="-120"/>
              </a:rPr>
              <a:t>Reorders buffer for register writes</a:t>
            </a:r>
          </a:p>
        </p:txBody>
      </p:sp>
      <p:sp>
        <p:nvSpPr>
          <p:cNvPr id="140298" name="AutoShape 9">
            <a:extLst>
              <a:ext uri="{FF2B5EF4-FFF2-40B4-BE49-F238E27FC236}">
                <a16:creationId xmlns:a16="http://schemas.microsoft.com/office/drawing/2014/main" id="{AEEA75D1-24F1-465E-B77E-237E0E11A259}"/>
              </a:ext>
            </a:extLst>
          </p:cNvPr>
          <p:cNvSpPr>
            <a:spLocks/>
          </p:cNvSpPr>
          <p:nvPr/>
        </p:nvSpPr>
        <p:spPr bwMode="auto">
          <a:xfrm>
            <a:off x="4923235" y="3986000"/>
            <a:ext cx="1375172" cy="594122"/>
          </a:xfrm>
          <a:prstGeom prst="borderCallout1">
            <a:avLst>
              <a:gd name="adj1" fmla="val 14431"/>
              <a:gd name="adj2" fmla="val -4505"/>
              <a:gd name="adj3" fmla="val -45292"/>
              <a:gd name="adj4" fmla="val -36208"/>
            </a:avLst>
          </a:prstGeom>
          <a:solidFill>
            <a:schemeClr val="bg1"/>
          </a:solidFill>
          <a:ln w="9525" algn="ctr">
            <a:solidFill>
              <a:schemeClr val="tx1"/>
            </a:solidFill>
            <a:miter lim="800000"/>
            <a:headEnd/>
            <a:tailEnd type="triangle" w="med" len="med"/>
          </a:ln>
        </p:spPr>
        <p:txBody>
          <a:bodyPr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AU" altLang="zh-TW" sz="1050" b="0">
                <a:latin typeface="Arial" panose="020B0604020202020204" pitchFamily="34" charset="0"/>
                <a:ea typeface="新細明體" panose="02020500000000000000" pitchFamily="18" charset="-120"/>
              </a:rPr>
              <a:t>Can supply operands for issued instructions</a:t>
            </a:r>
          </a:p>
        </p:txBody>
      </p:sp>
      <p:sp>
        <p:nvSpPr>
          <p:cNvPr id="140299" name="AutoShape 10">
            <a:extLst>
              <a:ext uri="{FF2B5EF4-FFF2-40B4-BE49-F238E27FC236}">
                <a16:creationId xmlns:a16="http://schemas.microsoft.com/office/drawing/2014/main" id="{1CC512BB-B3F7-4B9C-BB27-58A98E4173D3}"/>
              </a:ext>
            </a:extLst>
          </p:cNvPr>
          <p:cNvSpPr>
            <a:spLocks/>
          </p:cNvSpPr>
          <p:nvPr/>
        </p:nvSpPr>
        <p:spPr bwMode="auto">
          <a:xfrm>
            <a:off x="6736557" y="924414"/>
            <a:ext cx="1141810" cy="486965"/>
          </a:xfrm>
          <a:prstGeom prst="borderCallout1">
            <a:avLst>
              <a:gd name="adj1" fmla="val 17602"/>
              <a:gd name="adj2" fmla="val -5426"/>
              <a:gd name="adj3" fmla="val 32632"/>
              <a:gd name="adj4" fmla="val -44305"/>
            </a:avLst>
          </a:prstGeom>
          <a:solidFill>
            <a:schemeClr val="bg1"/>
          </a:solidFill>
          <a:ln w="9525" algn="ctr">
            <a:solidFill>
              <a:schemeClr val="tx1"/>
            </a:solidFill>
            <a:miter lim="800000"/>
            <a:headEnd/>
            <a:tailEnd type="triangle" w="med" len="med"/>
          </a:ln>
        </p:spPr>
        <p:txBody>
          <a:bodyPr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AU" altLang="zh-TW" sz="1050" b="0">
                <a:latin typeface="Arial" panose="020B0604020202020204" pitchFamily="34" charset="0"/>
                <a:ea typeface="新細明體" panose="02020500000000000000" pitchFamily="18" charset="-120"/>
              </a:rPr>
              <a:t>Preserves dependencies</a:t>
            </a:r>
          </a:p>
        </p:txBody>
      </p:sp>
      <p:sp>
        <p:nvSpPr>
          <p:cNvPr id="140300" name="AutoShape 11">
            <a:extLst>
              <a:ext uri="{FF2B5EF4-FFF2-40B4-BE49-F238E27FC236}">
                <a16:creationId xmlns:a16="http://schemas.microsoft.com/office/drawing/2014/main" id="{3454636D-165F-4251-809F-A41E951B5B05}"/>
              </a:ext>
            </a:extLst>
          </p:cNvPr>
          <p:cNvSpPr>
            <a:spLocks/>
          </p:cNvSpPr>
          <p:nvPr/>
        </p:nvSpPr>
        <p:spPr bwMode="auto">
          <a:xfrm>
            <a:off x="6736557" y="1717859"/>
            <a:ext cx="1141810" cy="486966"/>
          </a:xfrm>
          <a:prstGeom prst="borderCallout1">
            <a:avLst>
              <a:gd name="adj1" fmla="val 17602"/>
              <a:gd name="adj2" fmla="val -5426"/>
              <a:gd name="adj3" fmla="val 22736"/>
              <a:gd name="adj4" fmla="val -100676"/>
            </a:avLst>
          </a:prstGeom>
          <a:solidFill>
            <a:schemeClr val="bg1"/>
          </a:solidFill>
          <a:ln w="9525" algn="ctr">
            <a:solidFill>
              <a:schemeClr val="tx1"/>
            </a:solidFill>
            <a:miter lim="800000"/>
            <a:headEnd/>
            <a:tailEnd type="triangle" w="med" len="med"/>
          </a:ln>
        </p:spPr>
        <p:txBody>
          <a:bodyPr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AU" altLang="zh-TW" sz="1050" b="0">
                <a:latin typeface="Arial" panose="020B0604020202020204" pitchFamily="34" charset="0"/>
                <a:ea typeface="新細明體" panose="02020500000000000000" pitchFamily="18" charset="-120"/>
              </a:rPr>
              <a:t>Hold pending operands</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6BBFA909-A649-4C65-906F-B9F1C9EA7C99}"/>
              </a:ext>
            </a:extLst>
          </p:cNvPr>
          <p:cNvSpPr>
            <a:spLocks noGrp="1" noChangeArrowheads="1"/>
          </p:cNvSpPr>
          <p:nvPr>
            <p:ph type="title"/>
          </p:nvPr>
        </p:nvSpPr>
        <p:spPr/>
        <p:txBody>
          <a:bodyPr/>
          <a:lstStyle/>
          <a:p>
            <a:r>
              <a:rPr lang="en-US" altLang="zh-TW"/>
              <a:t>Speculation</a:t>
            </a:r>
            <a:endParaRPr lang="en-AU" altLang="zh-TW">
              <a:ea typeface="新細明體" panose="02020500000000000000" pitchFamily="18" charset="-120"/>
            </a:endParaRPr>
          </a:p>
        </p:txBody>
      </p:sp>
      <p:sp>
        <p:nvSpPr>
          <p:cNvPr id="141315" name="Rectangle 3">
            <a:extLst>
              <a:ext uri="{FF2B5EF4-FFF2-40B4-BE49-F238E27FC236}">
                <a16:creationId xmlns:a16="http://schemas.microsoft.com/office/drawing/2014/main" id="{D200A578-4ADA-48B6-A949-0AC098031BEE}"/>
              </a:ext>
            </a:extLst>
          </p:cNvPr>
          <p:cNvSpPr>
            <a:spLocks noGrp="1" noChangeArrowheads="1"/>
          </p:cNvSpPr>
          <p:nvPr>
            <p:ph idx="1"/>
          </p:nvPr>
        </p:nvSpPr>
        <p:spPr>
          <a:xfrm>
            <a:off x="977152" y="844153"/>
            <a:ext cx="7709647" cy="3671888"/>
          </a:xfrm>
        </p:spPr>
        <p:txBody>
          <a:bodyPr/>
          <a:lstStyle/>
          <a:p>
            <a:r>
              <a:rPr lang="en-US" altLang="zh-TW" dirty="0"/>
              <a:t>Predict branch and continue issuing</a:t>
            </a:r>
          </a:p>
          <a:p>
            <a:pPr lvl="1"/>
            <a:r>
              <a:rPr lang="en-US" altLang="zh-TW" dirty="0"/>
              <a:t>Do not commit until branch outcome determined</a:t>
            </a:r>
          </a:p>
          <a:p>
            <a:r>
              <a:rPr lang="en-US" altLang="zh-TW" dirty="0"/>
              <a:t>Load speculation</a:t>
            </a:r>
          </a:p>
          <a:p>
            <a:pPr lvl="1"/>
            <a:r>
              <a:rPr lang="en-US" altLang="zh-TW" dirty="0"/>
              <a:t>Avoid load and cache miss delay</a:t>
            </a:r>
          </a:p>
          <a:p>
            <a:pPr lvl="2"/>
            <a:r>
              <a:rPr lang="en-US" altLang="zh-TW" dirty="0"/>
              <a:t>Predict the effective address</a:t>
            </a:r>
          </a:p>
          <a:p>
            <a:pPr lvl="2"/>
            <a:r>
              <a:rPr lang="en-US" altLang="zh-TW" dirty="0"/>
              <a:t>Predict loaded value</a:t>
            </a:r>
          </a:p>
          <a:p>
            <a:pPr lvl="2"/>
            <a:r>
              <a:rPr lang="en-US" altLang="zh-TW" dirty="0"/>
              <a:t>Load before completing outstanding stores</a:t>
            </a:r>
          </a:p>
          <a:p>
            <a:pPr lvl="2"/>
            <a:r>
              <a:rPr lang="en-US" altLang="zh-TW" dirty="0"/>
              <a:t>Bypass stored values to load unit</a:t>
            </a:r>
          </a:p>
          <a:p>
            <a:pPr lvl="1"/>
            <a:r>
              <a:rPr lang="en-US" altLang="zh-TW" dirty="0"/>
              <a:t>Do not commit load until speculation cleared</a:t>
            </a:r>
            <a:endParaRPr lang="en-AU" altLang="zh-TW" dirty="0">
              <a:ea typeface="新細明體" panose="02020500000000000000" pitchFamily="18" charset="-120"/>
            </a:endParaRPr>
          </a:p>
        </p:txBody>
      </p:sp>
      <p:sp>
        <p:nvSpPr>
          <p:cNvPr id="141316" name="投影片編號版面配置區 1">
            <a:extLst>
              <a:ext uri="{FF2B5EF4-FFF2-40B4-BE49-F238E27FC236}">
                <a16:creationId xmlns:a16="http://schemas.microsoft.com/office/drawing/2014/main" id="{208C5C04-4798-4315-8083-339CDCC5AEE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D2DA9C2A-4147-473E-9318-5369DE526429}"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131</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9F639284-3CB4-47B1-8978-84060570221A}"/>
              </a:ext>
            </a:extLst>
          </p:cNvPr>
          <p:cNvSpPr>
            <a:spLocks noGrp="1" noChangeArrowheads="1"/>
          </p:cNvSpPr>
          <p:nvPr>
            <p:ph type="title"/>
          </p:nvPr>
        </p:nvSpPr>
        <p:spPr/>
        <p:txBody>
          <a:bodyPr/>
          <a:lstStyle/>
          <a:p>
            <a:r>
              <a:rPr lang="en-US" altLang="zh-TW"/>
              <a:t>Why Do Dynamic Scheduling?</a:t>
            </a:r>
            <a:endParaRPr lang="en-AU" altLang="zh-TW">
              <a:ea typeface="新細明體" panose="02020500000000000000" pitchFamily="18" charset="-120"/>
            </a:endParaRPr>
          </a:p>
        </p:txBody>
      </p:sp>
      <p:sp>
        <p:nvSpPr>
          <p:cNvPr id="138244" name="Rectangle 3">
            <a:extLst>
              <a:ext uri="{FF2B5EF4-FFF2-40B4-BE49-F238E27FC236}">
                <a16:creationId xmlns:a16="http://schemas.microsoft.com/office/drawing/2014/main" id="{B0B1808E-1BD1-4C41-A078-51998434D2AB}"/>
              </a:ext>
            </a:extLst>
          </p:cNvPr>
          <p:cNvSpPr>
            <a:spLocks noGrp="1" noChangeArrowheads="1"/>
          </p:cNvSpPr>
          <p:nvPr>
            <p:ph idx="1"/>
          </p:nvPr>
        </p:nvSpPr>
        <p:spPr>
          <a:xfrm>
            <a:off x="977152" y="844153"/>
            <a:ext cx="7709647" cy="3671888"/>
          </a:xfrm>
        </p:spPr>
        <p:txBody>
          <a:bodyPr/>
          <a:lstStyle/>
          <a:p>
            <a:pPr>
              <a:defRPr/>
            </a:pPr>
            <a:r>
              <a:rPr lang="en-US" altLang="zh-TW" dirty="0"/>
              <a:t>Why not just let the compiler schedule code?</a:t>
            </a:r>
          </a:p>
          <a:p>
            <a:pPr lvl="1">
              <a:buFont typeface="Arial" panose="020B0604020202020204" pitchFamily="34" charset="0"/>
              <a:buChar char="–"/>
              <a:defRPr/>
            </a:pPr>
            <a:r>
              <a:rPr lang="en-US" altLang="zh-TW" dirty="0"/>
              <a:t>Not all stalls are predicable</a:t>
            </a:r>
          </a:p>
          <a:p>
            <a:pPr lvl="2">
              <a:buClr>
                <a:srgbClr val="0000FF"/>
              </a:buClr>
              <a:buFont typeface="Arial" panose="020B0604020202020204" pitchFamily="34" charset="0"/>
              <a:buChar char="–"/>
              <a:defRPr/>
            </a:pPr>
            <a:r>
              <a:rPr lang="en-US" altLang="zh-TW" dirty="0"/>
              <a:t>e.g., cache misses</a:t>
            </a:r>
          </a:p>
          <a:p>
            <a:pPr lvl="1">
              <a:buFont typeface="Arial" panose="020B0604020202020204" pitchFamily="34" charset="0"/>
              <a:buChar char="–"/>
              <a:defRPr/>
            </a:pPr>
            <a:r>
              <a:rPr lang="en-US" altLang="zh-TW" dirty="0"/>
              <a:t>Can not always schedule around branches</a:t>
            </a:r>
          </a:p>
          <a:p>
            <a:pPr lvl="2">
              <a:buClr>
                <a:srgbClr val="0000FF"/>
              </a:buClr>
              <a:buFont typeface="Arial" panose="020B0604020202020204" pitchFamily="34" charset="0"/>
              <a:buChar char="–"/>
              <a:defRPr/>
            </a:pPr>
            <a:r>
              <a:rPr lang="en-US" altLang="zh-TW" dirty="0"/>
              <a:t>Branch outcome is dynamically determined</a:t>
            </a:r>
          </a:p>
          <a:p>
            <a:pPr lvl="1">
              <a:buFont typeface="Arial" panose="020B0604020202020204" pitchFamily="34" charset="0"/>
              <a:buChar char="–"/>
              <a:defRPr/>
            </a:pPr>
            <a:r>
              <a:rPr lang="en-US" altLang="zh-TW" dirty="0"/>
              <a:t>Different implementations of an ISA have different latencies and hazards</a:t>
            </a:r>
          </a:p>
        </p:txBody>
      </p:sp>
      <p:sp>
        <p:nvSpPr>
          <p:cNvPr id="142340" name="投影片編號版面配置區 1">
            <a:extLst>
              <a:ext uri="{FF2B5EF4-FFF2-40B4-BE49-F238E27FC236}">
                <a16:creationId xmlns:a16="http://schemas.microsoft.com/office/drawing/2014/main" id="{900129D7-1F48-49CF-8C6B-1BE421CE9C0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18541FF6-A637-4DC3-9558-B22C8B6DE211}"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132</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CC8BD058-264A-41E6-B5BE-762B2198D48A}"/>
              </a:ext>
            </a:extLst>
          </p:cNvPr>
          <p:cNvSpPr>
            <a:spLocks noGrp="1" noChangeArrowheads="1"/>
          </p:cNvSpPr>
          <p:nvPr>
            <p:ph type="title"/>
          </p:nvPr>
        </p:nvSpPr>
        <p:spPr/>
        <p:txBody>
          <a:bodyPr/>
          <a:lstStyle/>
          <a:p>
            <a:r>
              <a:rPr lang="en-US" altLang="zh-TW" dirty="0"/>
              <a:t>Does Multiple Issue Work?</a:t>
            </a:r>
            <a:endParaRPr lang="en-AU" altLang="zh-TW" dirty="0">
              <a:ea typeface="新細明體" panose="02020500000000000000" pitchFamily="18" charset="-120"/>
            </a:endParaRPr>
          </a:p>
        </p:txBody>
      </p:sp>
      <p:sp>
        <p:nvSpPr>
          <p:cNvPr id="143363" name="Rectangle 3">
            <a:extLst>
              <a:ext uri="{FF2B5EF4-FFF2-40B4-BE49-F238E27FC236}">
                <a16:creationId xmlns:a16="http://schemas.microsoft.com/office/drawing/2014/main" id="{39C382C5-D204-4350-9C0F-D0738EFD9DFB}"/>
              </a:ext>
            </a:extLst>
          </p:cNvPr>
          <p:cNvSpPr>
            <a:spLocks noGrp="1" noChangeArrowheads="1"/>
          </p:cNvSpPr>
          <p:nvPr>
            <p:ph idx="1"/>
          </p:nvPr>
        </p:nvSpPr>
        <p:spPr>
          <a:xfrm>
            <a:off x="1030940" y="844153"/>
            <a:ext cx="7655859" cy="3671888"/>
          </a:xfrm>
        </p:spPr>
        <p:txBody>
          <a:bodyPr/>
          <a:lstStyle/>
          <a:p>
            <a:r>
              <a:rPr lang="en-US" altLang="zh-TW" dirty="0"/>
              <a:t>Yes, but not as much as we would like</a:t>
            </a:r>
          </a:p>
          <a:p>
            <a:r>
              <a:rPr lang="en-US" altLang="zh-TW" dirty="0"/>
              <a:t>Programs have real dependencies that limit ILP</a:t>
            </a:r>
          </a:p>
          <a:p>
            <a:r>
              <a:rPr lang="en-US" altLang="zh-TW" dirty="0"/>
              <a:t>Some dependencies are hard to eliminate</a:t>
            </a:r>
          </a:p>
          <a:p>
            <a:pPr lvl="1"/>
            <a:r>
              <a:rPr lang="en-US" altLang="zh-TW" sz="1800" dirty="0"/>
              <a:t>e.g., pointer aliasing</a:t>
            </a:r>
          </a:p>
          <a:p>
            <a:r>
              <a:rPr lang="en-US" altLang="zh-TW" dirty="0"/>
              <a:t>Some parallelism is hard to expose</a:t>
            </a:r>
          </a:p>
          <a:p>
            <a:pPr lvl="1"/>
            <a:r>
              <a:rPr lang="en-US" altLang="zh-TW" sz="1800" dirty="0"/>
              <a:t>Limited window size during instruction issue</a:t>
            </a:r>
          </a:p>
          <a:p>
            <a:r>
              <a:rPr lang="en-US" altLang="zh-TW" dirty="0"/>
              <a:t>Memory delays and limited bandwidth</a:t>
            </a:r>
          </a:p>
          <a:p>
            <a:pPr lvl="1"/>
            <a:r>
              <a:rPr lang="en-US" altLang="zh-TW" sz="1800" dirty="0"/>
              <a:t>Hard to keep pipelines full</a:t>
            </a:r>
          </a:p>
          <a:p>
            <a:r>
              <a:rPr lang="en-AU" altLang="zh-TW" dirty="0">
                <a:ea typeface="新細明體" panose="02020500000000000000" pitchFamily="18" charset="-120"/>
              </a:rPr>
              <a:t>Speculation can help if done well</a:t>
            </a:r>
          </a:p>
        </p:txBody>
      </p:sp>
      <p:sp>
        <p:nvSpPr>
          <p:cNvPr id="143365" name="投影片編號版面配置區 1">
            <a:extLst>
              <a:ext uri="{FF2B5EF4-FFF2-40B4-BE49-F238E27FC236}">
                <a16:creationId xmlns:a16="http://schemas.microsoft.com/office/drawing/2014/main" id="{D6382500-5F2A-4394-84ED-C2B23282A3F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056389A7-626A-44CE-B674-FF0C15984767}"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133</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AEB5737D-7347-4FB8-A983-FEBB0AA7604E}"/>
              </a:ext>
            </a:extLst>
          </p:cNvPr>
          <p:cNvSpPr>
            <a:spLocks noGrp="1" noChangeArrowheads="1"/>
          </p:cNvSpPr>
          <p:nvPr>
            <p:ph type="title"/>
          </p:nvPr>
        </p:nvSpPr>
        <p:spPr/>
        <p:txBody>
          <a:bodyPr/>
          <a:lstStyle/>
          <a:p>
            <a:r>
              <a:rPr lang="en-AU" altLang="zh-TW" dirty="0">
                <a:ea typeface="新細明體" panose="02020500000000000000" pitchFamily="18" charset="-120"/>
              </a:rPr>
              <a:t>Power Efficiency</a:t>
            </a:r>
          </a:p>
        </p:txBody>
      </p:sp>
      <p:sp>
        <p:nvSpPr>
          <p:cNvPr id="144387" name="Rectangle 3">
            <a:extLst>
              <a:ext uri="{FF2B5EF4-FFF2-40B4-BE49-F238E27FC236}">
                <a16:creationId xmlns:a16="http://schemas.microsoft.com/office/drawing/2014/main" id="{A1EB974A-F8DE-4CF8-A444-02B349D14A5E}"/>
              </a:ext>
            </a:extLst>
          </p:cNvPr>
          <p:cNvSpPr>
            <a:spLocks noGrp="1" noChangeArrowheads="1"/>
          </p:cNvSpPr>
          <p:nvPr>
            <p:ph idx="1"/>
          </p:nvPr>
        </p:nvSpPr>
        <p:spPr>
          <a:xfrm>
            <a:off x="986118" y="844153"/>
            <a:ext cx="7700682" cy="805353"/>
          </a:xfrm>
        </p:spPr>
        <p:txBody>
          <a:bodyPr/>
          <a:lstStyle/>
          <a:p>
            <a:r>
              <a:rPr lang="en-AU" altLang="zh-TW" sz="2000" dirty="0">
                <a:ea typeface="新細明體" panose="02020500000000000000" pitchFamily="18" charset="-120"/>
              </a:rPr>
              <a:t>Complexity of dynamic scheduling and speculations requires power</a:t>
            </a:r>
          </a:p>
          <a:p>
            <a:r>
              <a:rPr lang="en-AU" altLang="zh-TW" sz="2000" dirty="0">
                <a:ea typeface="新細明體" panose="02020500000000000000" pitchFamily="18" charset="-120"/>
              </a:rPr>
              <a:t>Multiple simpler cores may be better</a:t>
            </a:r>
          </a:p>
        </p:txBody>
      </p:sp>
      <p:sp>
        <p:nvSpPr>
          <p:cNvPr id="144480" name="投影片編號版面配置區 1">
            <a:extLst>
              <a:ext uri="{FF2B5EF4-FFF2-40B4-BE49-F238E27FC236}">
                <a16:creationId xmlns:a16="http://schemas.microsoft.com/office/drawing/2014/main" id="{D5F3A06A-C38C-4A62-BA43-E5C430C9DC8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B92D1420-10DC-44E7-9AC6-107E1C202FDF}"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134</a:t>
            </a:fld>
            <a:endParaRPr lang="en-US" altLang="zh-TW" sz="1050" b="0">
              <a:solidFill>
                <a:schemeClr val="bg1"/>
              </a:solidFill>
              <a:latin typeface="Arial" panose="020B0604020202020204" pitchFamily="34" charset="0"/>
              <a:ea typeface="新細明體" panose="02020500000000000000" pitchFamily="18" charset="-120"/>
            </a:endParaRPr>
          </a:p>
        </p:txBody>
      </p:sp>
      <p:graphicFrame>
        <p:nvGraphicFramePr>
          <p:cNvPr id="621667" name="Group 99">
            <a:extLst>
              <a:ext uri="{FF2B5EF4-FFF2-40B4-BE49-F238E27FC236}">
                <a16:creationId xmlns:a16="http://schemas.microsoft.com/office/drawing/2014/main" id="{44EDA803-8A2E-4A09-9FF2-77E434D26AE6}"/>
              </a:ext>
            </a:extLst>
          </p:cNvPr>
          <p:cNvGraphicFramePr>
            <a:graphicFrameLocks noGrp="1"/>
          </p:cNvGraphicFramePr>
          <p:nvPr>
            <p:extLst>
              <p:ext uri="{D42A27DB-BD31-4B8C-83A1-F6EECF244321}">
                <p14:modId xmlns:p14="http://schemas.microsoft.com/office/powerpoint/2010/main" val="4009750686"/>
              </p:ext>
            </p:extLst>
          </p:nvPr>
        </p:nvGraphicFramePr>
        <p:xfrm>
          <a:off x="1094955" y="1724726"/>
          <a:ext cx="7000876" cy="2699150"/>
        </p:xfrm>
        <a:graphic>
          <a:graphicData uri="http://schemas.openxmlformats.org/drawingml/2006/table">
            <a:tbl>
              <a:tblPr/>
              <a:tblGrid>
                <a:gridCol w="1293019">
                  <a:extLst>
                    <a:ext uri="{9D8B030D-6E8A-4147-A177-3AD203B41FA5}">
                      <a16:colId xmlns:a16="http://schemas.microsoft.com/office/drawing/2014/main" val="20000"/>
                    </a:ext>
                  </a:extLst>
                </a:gridCol>
                <a:gridCol w="671513">
                  <a:extLst>
                    <a:ext uri="{9D8B030D-6E8A-4147-A177-3AD203B41FA5}">
                      <a16:colId xmlns:a16="http://schemas.microsoft.com/office/drawing/2014/main" val="20001"/>
                    </a:ext>
                  </a:extLst>
                </a:gridCol>
                <a:gridCol w="903685">
                  <a:extLst>
                    <a:ext uri="{9D8B030D-6E8A-4147-A177-3AD203B41FA5}">
                      <a16:colId xmlns:a16="http://schemas.microsoft.com/office/drawing/2014/main" val="20002"/>
                    </a:ext>
                  </a:extLst>
                </a:gridCol>
                <a:gridCol w="825103">
                  <a:extLst>
                    <a:ext uri="{9D8B030D-6E8A-4147-A177-3AD203B41FA5}">
                      <a16:colId xmlns:a16="http://schemas.microsoft.com/office/drawing/2014/main" val="20003"/>
                    </a:ext>
                  </a:extLst>
                </a:gridCol>
                <a:gridCol w="736997">
                  <a:extLst>
                    <a:ext uri="{9D8B030D-6E8A-4147-A177-3AD203B41FA5}">
                      <a16:colId xmlns:a16="http://schemas.microsoft.com/office/drawing/2014/main" val="20004"/>
                    </a:ext>
                  </a:extLst>
                </a:gridCol>
                <a:gridCol w="1031081">
                  <a:extLst>
                    <a:ext uri="{9D8B030D-6E8A-4147-A177-3AD203B41FA5}">
                      <a16:colId xmlns:a16="http://schemas.microsoft.com/office/drawing/2014/main" val="20005"/>
                    </a:ext>
                  </a:extLst>
                </a:gridCol>
                <a:gridCol w="711994">
                  <a:extLst>
                    <a:ext uri="{9D8B030D-6E8A-4147-A177-3AD203B41FA5}">
                      <a16:colId xmlns:a16="http://schemas.microsoft.com/office/drawing/2014/main" val="20006"/>
                    </a:ext>
                  </a:extLst>
                </a:gridCol>
                <a:gridCol w="827484">
                  <a:extLst>
                    <a:ext uri="{9D8B030D-6E8A-4147-A177-3AD203B41FA5}">
                      <a16:colId xmlns:a16="http://schemas.microsoft.com/office/drawing/2014/main" val="20007"/>
                    </a:ext>
                  </a:extLst>
                </a:gridCol>
              </a:tblGrid>
              <a:tr h="607219">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Microprocessor</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Year</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Clock Rate</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Pipeline Stages</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Issue width</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Out-of-order/ Speculation</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Cores</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dirty="0">
                          <a:ln>
                            <a:noFill/>
                          </a:ln>
                          <a:solidFill>
                            <a:schemeClr val="tx1"/>
                          </a:solidFill>
                          <a:effectLst/>
                          <a:latin typeface="Century Gothic" pitchFamily="34" charset="0"/>
                          <a:ea typeface="新細明體" pitchFamily="18" charset="-120"/>
                        </a:rPr>
                        <a:t>Power</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3129">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i486</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1989</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25MHz</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5</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No</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5W</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0747">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Pentium</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1993</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66MHz</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5</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2</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No</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10W</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3129">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Pentium Pro</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1997</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200MHz</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10</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3</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Yes</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29W</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9556">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P4 Willamette</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2001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2000MHz</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22</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3</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Yes</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75W</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1938">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P4 Prescott</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2004</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3600MHz</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31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3</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Yes</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103W</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0747">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Core</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2006</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2930MHz</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14</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4</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Yes</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2</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75W</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1938">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UltraSparc III</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2003</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1950MHz</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14</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4</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No</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90W</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60747">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UltraSparc T1</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2005</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1200MHz</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6</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No</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a:ln>
                            <a:noFill/>
                          </a:ln>
                          <a:solidFill>
                            <a:schemeClr val="tx1"/>
                          </a:solidFill>
                          <a:effectLst/>
                          <a:latin typeface="Century Gothic" pitchFamily="34" charset="0"/>
                          <a:ea typeface="新細明體" pitchFamily="18" charset="-120"/>
                        </a:rPr>
                        <a:t>8</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AU" altLang="zh-TW" sz="1200" b="1" i="0" u="none" strike="noStrike" cap="none" normalizeH="0" baseline="0" dirty="0">
                          <a:ln>
                            <a:noFill/>
                          </a:ln>
                          <a:solidFill>
                            <a:schemeClr val="tx1"/>
                          </a:solidFill>
                          <a:effectLst/>
                          <a:latin typeface="Century Gothic" pitchFamily="34" charset="0"/>
                          <a:ea typeface="新細明體" pitchFamily="18" charset="-120"/>
                        </a:rPr>
                        <a:t>70W</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1C005248-0B60-47FD-8B5E-92DE56097BE4}"/>
              </a:ext>
            </a:extLst>
          </p:cNvPr>
          <p:cNvSpPr>
            <a:spLocks noGrp="1" noChangeArrowheads="1"/>
          </p:cNvSpPr>
          <p:nvPr>
            <p:ph type="title"/>
          </p:nvPr>
        </p:nvSpPr>
        <p:spPr/>
        <p:txBody>
          <a:bodyPr/>
          <a:lstStyle/>
          <a:p>
            <a:r>
              <a:rPr lang="en-US" altLang="zh-TW"/>
              <a:t>Fallacies</a:t>
            </a:r>
            <a:endParaRPr lang="en-AU" altLang="zh-TW">
              <a:ea typeface="新細明體" panose="02020500000000000000" pitchFamily="18" charset="-120"/>
            </a:endParaRPr>
          </a:p>
        </p:txBody>
      </p:sp>
      <p:sp>
        <p:nvSpPr>
          <p:cNvPr id="145411" name="Rectangle 3">
            <a:extLst>
              <a:ext uri="{FF2B5EF4-FFF2-40B4-BE49-F238E27FC236}">
                <a16:creationId xmlns:a16="http://schemas.microsoft.com/office/drawing/2014/main" id="{CD92C917-E6D0-42BF-869E-CD474BF332DC}"/>
              </a:ext>
            </a:extLst>
          </p:cNvPr>
          <p:cNvSpPr>
            <a:spLocks noGrp="1" noChangeArrowheads="1"/>
          </p:cNvSpPr>
          <p:nvPr>
            <p:ph idx="1"/>
          </p:nvPr>
        </p:nvSpPr>
        <p:spPr>
          <a:xfrm>
            <a:off x="1030941" y="844153"/>
            <a:ext cx="7243484" cy="3671888"/>
          </a:xfrm>
        </p:spPr>
        <p:txBody>
          <a:bodyPr/>
          <a:lstStyle/>
          <a:p>
            <a:r>
              <a:rPr lang="en-US" altLang="zh-TW" dirty="0"/>
              <a:t>Pipelining is easy</a:t>
            </a:r>
          </a:p>
          <a:p>
            <a:pPr lvl="1"/>
            <a:r>
              <a:rPr lang="en-US" altLang="zh-TW" dirty="0"/>
              <a:t>The basic idea is easy</a:t>
            </a:r>
          </a:p>
          <a:p>
            <a:pPr lvl="1"/>
            <a:r>
              <a:rPr lang="en-US" altLang="zh-TW" dirty="0"/>
              <a:t>The devil is in the details</a:t>
            </a:r>
          </a:p>
          <a:p>
            <a:pPr lvl="2"/>
            <a:r>
              <a:rPr lang="en-US" altLang="zh-TW" dirty="0"/>
              <a:t>e.g., detecting data hazards</a:t>
            </a:r>
          </a:p>
          <a:p>
            <a:r>
              <a:rPr lang="en-US" altLang="zh-TW" dirty="0"/>
              <a:t>Pipelining is independent of technology</a:t>
            </a:r>
          </a:p>
          <a:p>
            <a:pPr lvl="1"/>
            <a:r>
              <a:rPr lang="en-US" altLang="zh-TW" dirty="0"/>
              <a:t>So why haven’t we always done pipelining?</a:t>
            </a:r>
          </a:p>
          <a:p>
            <a:pPr lvl="1"/>
            <a:r>
              <a:rPr lang="en-US" altLang="zh-TW" dirty="0"/>
              <a:t>More transistors make more advanced techniques feasible</a:t>
            </a:r>
          </a:p>
          <a:p>
            <a:pPr lvl="1"/>
            <a:r>
              <a:rPr lang="en-US" altLang="zh-TW" dirty="0"/>
              <a:t>Pipeline-related ISA design needs to take the technology trends into account</a:t>
            </a:r>
          </a:p>
          <a:p>
            <a:pPr lvl="2"/>
            <a:r>
              <a:rPr lang="en-US" altLang="zh-TW" dirty="0"/>
              <a:t>e.g., predicted instructions</a:t>
            </a:r>
            <a:endParaRPr lang="en-AU" altLang="zh-TW" dirty="0"/>
          </a:p>
        </p:txBody>
      </p:sp>
      <p:sp>
        <p:nvSpPr>
          <p:cNvPr id="145412" name="投影片編號版面配置區 1">
            <a:extLst>
              <a:ext uri="{FF2B5EF4-FFF2-40B4-BE49-F238E27FC236}">
                <a16:creationId xmlns:a16="http://schemas.microsoft.com/office/drawing/2014/main" id="{EE29EB4C-914D-40A3-97B5-521ABDACD8E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B5C52DC4-C91D-493D-8EFF-7057B2D8951C}"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135</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55965A6F-0CA9-4DDC-9729-724E8EF8C165}"/>
              </a:ext>
            </a:extLst>
          </p:cNvPr>
          <p:cNvSpPr>
            <a:spLocks noGrp="1" noChangeArrowheads="1"/>
          </p:cNvSpPr>
          <p:nvPr>
            <p:ph type="title"/>
          </p:nvPr>
        </p:nvSpPr>
        <p:spPr/>
        <p:txBody>
          <a:bodyPr/>
          <a:lstStyle/>
          <a:p>
            <a:r>
              <a:rPr lang="en-US" altLang="zh-TW" dirty="0"/>
              <a:t>Pitfalls</a:t>
            </a:r>
            <a:endParaRPr lang="en-AU" altLang="zh-TW" dirty="0">
              <a:ea typeface="新細明體" panose="02020500000000000000" pitchFamily="18" charset="-120"/>
            </a:endParaRPr>
          </a:p>
        </p:txBody>
      </p:sp>
      <p:sp>
        <p:nvSpPr>
          <p:cNvPr id="146435" name="Rectangle 3">
            <a:extLst>
              <a:ext uri="{FF2B5EF4-FFF2-40B4-BE49-F238E27FC236}">
                <a16:creationId xmlns:a16="http://schemas.microsoft.com/office/drawing/2014/main" id="{A9F8A896-F883-4EBE-9B22-51DD428F3113}"/>
              </a:ext>
            </a:extLst>
          </p:cNvPr>
          <p:cNvSpPr>
            <a:spLocks noGrp="1" noChangeArrowheads="1"/>
          </p:cNvSpPr>
          <p:nvPr>
            <p:ph idx="1"/>
          </p:nvPr>
        </p:nvSpPr>
        <p:spPr>
          <a:xfrm>
            <a:off x="905434" y="844153"/>
            <a:ext cx="7781365" cy="3671888"/>
          </a:xfrm>
        </p:spPr>
        <p:txBody>
          <a:bodyPr/>
          <a:lstStyle/>
          <a:p>
            <a:r>
              <a:rPr lang="en-US" altLang="zh-TW" dirty="0"/>
              <a:t>Poor ISA design can make pipelining harder</a:t>
            </a:r>
          </a:p>
          <a:p>
            <a:pPr lvl="1"/>
            <a:r>
              <a:rPr lang="en-US" altLang="zh-TW" dirty="0"/>
              <a:t>e.g., complex instruction sets (VAX, IA-32)</a:t>
            </a:r>
          </a:p>
          <a:p>
            <a:pPr lvl="2"/>
            <a:r>
              <a:rPr lang="en-US" altLang="zh-TW" dirty="0"/>
              <a:t>Significant overhead to make pipelining work</a:t>
            </a:r>
          </a:p>
          <a:p>
            <a:pPr lvl="2"/>
            <a:r>
              <a:rPr lang="en-US" altLang="zh-TW" dirty="0"/>
              <a:t>IA-32 micro-op approach</a:t>
            </a:r>
          </a:p>
          <a:p>
            <a:pPr lvl="1"/>
            <a:r>
              <a:rPr lang="en-US" altLang="zh-TW" dirty="0"/>
              <a:t>e.g., complex addressing modes</a:t>
            </a:r>
          </a:p>
          <a:p>
            <a:pPr lvl="2"/>
            <a:r>
              <a:rPr lang="en-US" altLang="zh-TW" dirty="0"/>
              <a:t>Register update side effects, memory indirection</a:t>
            </a:r>
          </a:p>
          <a:p>
            <a:pPr lvl="1"/>
            <a:r>
              <a:rPr lang="en-US" altLang="zh-TW" dirty="0"/>
              <a:t>e.g., delayed branches</a:t>
            </a:r>
          </a:p>
          <a:p>
            <a:pPr lvl="2"/>
            <a:r>
              <a:rPr lang="en-US" altLang="zh-TW" dirty="0"/>
              <a:t>Advanced pipelines have long delay slots</a:t>
            </a:r>
            <a:endParaRPr lang="en-AU" altLang="zh-TW" dirty="0">
              <a:ea typeface="新細明體" panose="02020500000000000000" pitchFamily="18" charset="-120"/>
            </a:endParaRPr>
          </a:p>
        </p:txBody>
      </p:sp>
      <p:sp>
        <p:nvSpPr>
          <p:cNvPr id="146436" name="投影片編號版面配置區 1">
            <a:extLst>
              <a:ext uri="{FF2B5EF4-FFF2-40B4-BE49-F238E27FC236}">
                <a16:creationId xmlns:a16="http://schemas.microsoft.com/office/drawing/2014/main" id="{340FD47E-83F6-45CC-8D3A-54457BB1684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8568E179-B3EE-401C-9DDF-2C1A7786887E}"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136</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67850844-1062-497A-A8AE-A369BAB6149B}"/>
              </a:ext>
            </a:extLst>
          </p:cNvPr>
          <p:cNvSpPr>
            <a:spLocks noGrp="1" noChangeArrowheads="1"/>
          </p:cNvSpPr>
          <p:nvPr>
            <p:ph type="title"/>
          </p:nvPr>
        </p:nvSpPr>
        <p:spPr/>
        <p:txBody>
          <a:bodyPr/>
          <a:lstStyle/>
          <a:p>
            <a:r>
              <a:rPr lang="en-US" altLang="zh-TW"/>
              <a:t>Concluding Remarks</a:t>
            </a:r>
            <a:endParaRPr lang="en-AU" altLang="zh-TW">
              <a:ea typeface="新細明體" panose="02020500000000000000" pitchFamily="18" charset="-120"/>
            </a:endParaRPr>
          </a:p>
        </p:txBody>
      </p:sp>
      <p:sp>
        <p:nvSpPr>
          <p:cNvPr id="147459" name="Rectangle 3">
            <a:extLst>
              <a:ext uri="{FF2B5EF4-FFF2-40B4-BE49-F238E27FC236}">
                <a16:creationId xmlns:a16="http://schemas.microsoft.com/office/drawing/2014/main" id="{05E38BC2-3D6A-46B7-8924-6F899BB2C2D2}"/>
              </a:ext>
            </a:extLst>
          </p:cNvPr>
          <p:cNvSpPr>
            <a:spLocks noGrp="1" noChangeArrowheads="1"/>
          </p:cNvSpPr>
          <p:nvPr>
            <p:ph idx="1"/>
          </p:nvPr>
        </p:nvSpPr>
        <p:spPr>
          <a:xfrm>
            <a:off x="959224" y="844153"/>
            <a:ext cx="7727576" cy="3671888"/>
          </a:xfrm>
        </p:spPr>
        <p:txBody>
          <a:bodyPr/>
          <a:lstStyle/>
          <a:p>
            <a:r>
              <a:rPr lang="en-US" altLang="zh-TW" sz="2000" dirty="0"/>
              <a:t>ISA influences design of </a:t>
            </a:r>
            <a:r>
              <a:rPr lang="en-US" altLang="zh-TW" sz="2000" dirty="0" err="1"/>
              <a:t>datapath</a:t>
            </a:r>
            <a:r>
              <a:rPr lang="en-US" altLang="zh-TW" sz="2000" dirty="0"/>
              <a:t> and control</a:t>
            </a:r>
          </a:p>
          <a:p>
            <a:r>
              <a:rPr lang="en-US" altLang="zh-TW" sz="2000" dirty="0"/>
              <a:t>Datapath and control influence the design of ISA</a:t>
            </a:r>
          </a:p>
          <a:p>
            <a:r>
              <a:rPr lang="en-US" altLang="zh-TW" sz="2000" dirty="0"/>
              <a:t>Pipelining improves </a:t>
            </a:r>
            <a:r>
              <a:rPr lang="en-US" altLang="zh-TW" sz="2000"/>
              <a:t>instruction throughput using </a:t>
            </a:r>
            <a:r>
              <a:rPr lang="en-US" altLang="zh-TW" sz="2000" dirty="0"/>
              <a:t>parallelism</a:t>
            </a:r>
          </a:p>
          <a:p>
            <a:pPr lvl="1"/>
            <a:r>
              <a:rPr lang="en-US" altLang="zh-TW" sz="1800" dirty="0"/>
              <a:t>More instructions completed per second</a:t>
            </a:r>
          </a:p>
          <a:p>
            <a:pPr lvl="1"/>
            <a:r>
              <a:rPr lang="en-US" altLang="zh-TW" sz="1800" dirty="0"/>
              <a:t>Latency for each instruction not reduced</a:t>
            </a:r>
          </a:p>
          <a:p>
            <a:r>
              <a:rPr lang="en-US" altLang="zh-TW" sz="2000" dirty="0"/>
              <a:t>Hazards: structural, data, control</a:t>
            </a:r>
          </a:p>
          <a:p>
            <a:r>
              <a:rPr lang="en-US" altLang="zh-TW" sz="2000" dirty="0"/>
              <a:t>Multiple issue and dynamic scheduling (ILP)</a:t>
            </a:r>
          </a:p>
          <a:p>
            <a:pPr lvl="1"/>
            <a:r>
              <a:rPr lang="en-US" altLang="zh-TW" sz="1800" dirty="0"/>
              <a:t>Dependencies limit achievable parallelism</a:t>
            </a:r>
          </a:p>
          <a:p>
            <a:pPr lvl="1"/>
            <a:r>
              <a:rPr lang="en-US" altLang="zh-TW" sz="1800" dirty="0"/>
              <a:t>Complexity leads to the power wall</a:t>
            </a:r>
          </a:p>
        </p:txBody>
      </p:sp>
      <p:sp>
        <p:nvSpPr>
          <p:cNvPr id="147460" name="投影片編號版面配置區 1">
            <a:extLst>
              <a:ext uri="{FF2B5EF4-FFF2-40B4-BE49-F238E27FC236}">
                <a16:creationId xmlns:a16="http://schemas.microsoft.com/office/drawing/2014/main" id="{962233C9-867A-4828-9A3C-379FC484943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15000"/>
              </a:spcBef>
              <a:buClr>
                <a:schemeClr val="folHlink"/>
              </a:buClr>
              <a:buSzPct val="75000"/>
              <a:buFont typeface="Wingdings" panose="05000000000000000000" pitchFamily="2" charset="2"/>
              <a:buChar char="t"/>
              <a:defRPr sz="1800" b="1">
                <a:solidFill>
                  <a:schemeClr val="tx1"/>
                </a:solidFill>
                <a:latin typeface="Century Gothic" panose="020B0502020202020204" pitchFamily="34" charset="0"/>
                <a:ea typeface="標楷體" pitchFamily="65" charset="-128"/>
              </a:defRPr>
            </a:lvl1pPr>
            <a:lvl2pPr marL="557213" indent="-214313">
              <a:lnSpc>
                <a:spcPct val="90000"/>
              </a:lnSpc>
              <a:spcBef>
                <a:spcPct val="15000"/>
              </a:spcBef>
              <a:buClr>
                <a:srgbClr val="FF9900"/>
              </a:buClr>
              <a:buSzPct val="75000"/>
              <a:buFont typeface="Wingdings" panose="05000000000000000000" pitchFamily="2" charset="2"/>
              <a:buChar char="l"/>
              <a:defRPr sz="1650" b="1">
                <a:solidFill>
                  <a:schemeClr val="tx1"/>
                </a:solidFill>
                <a:latin typeface="Century Gothic" panose="020B0502020202020204" pitchFamily="34" charset="0"/>
                <a:ea typeface="標楷體" pitchFamily="65" charset="-128"/>
              </a:defRPr>
            </a:lvl2pPr>
            <a:lvl3pPr marL="857250" indent="-171450">
              <a:lnSpc>
                <a:spcPct val="90000"/>
              </a:lnSpc>
              <a:spcBef>
                <a:spcPct val="15000"/>
              </a:spcBef>
              <a:buClr>
                <a:schemeClr val="accent2"/>
              </a:buClr>
              <a:buSzPct val="75000"/>
              <a:buFont typeface="Wingdings" panose="05000000000000000000" pitchFamily="2" charset="2"/>
              <a:buChar char="n"/>
              <a:defRPr sz="1500" b="1">
                <a:solidFill>
                  <a:schemeClr val="tx1"/>
                </a:solidFill>
                <a:latin typeface="Century Gothic" panose="020B0502020202020204" pitchFamily="34" charset="0"/>
                <a:ea typeface="標楷體" pitchFamily="65" charset="-128"/>
              </a:defRPr>
            </a:lvl3pPr>
            <a:lvl4pPr marL="1200150" indent="-171450">
              <a:lnSpc>
                <a:spcPct val="90000"/>
              </a:lnSpc>
              <a:spcBef>
                <a:spcPct val="15000"/>
              </a:spcBef>
              <a:buClr>
                <a:schemeClr val="hlink"/>
              </a:buClr>
              <a:buSzPct val="75000"/>
              <a:buFont typeface="Monotype Sorts" pitchFamily="2" charset="2"/>
              <a:buChar char="T"/>
              <a:defRPr sz="1500">
                <a:solidFill>
                  <a:schemeClr val="tx1"/>
                </a:solidFill>
                <a:latin typeface="Century Gothic" panose="020B0502020202020204" pitchFamily="34" charset="0"/>
                <a:ea typeface="標楷體" pitchFamily="65" charset="-128"/>
              </a:defRPr>
            </a:lvl4pPr>
            <a:lvl5pPr marL="1543050" indent="-171450">
              <a:lnSpc>
                <a:spcPct val="90000"/>
              </a:lnSpc>
              <a:spcBef>
                <a:spcPct val="15000"/>
              </a:spcBef>
              <a:buClr>
                <a:schemeClr val="accent1"/>
              </a:buClr>
              <a:buSzPct val="100000"/>
              <a:buChar char="–"/>
              <a:defRPr sz="1500">
                <a:solidFill>
                  <a:schemeClr val="tx1"/>
                </a:solidFill>
                <a:latin typeface="Century Gothic" panose="020B0502020202020204" pitchFamily="34" charset="0"/>
                <a:ea typeface="標楷體" pitchFamily="65" charset="-128"/>
              </a:defRPr>
            </a:lvl5pPr>
            <a:lvl6pPr marL="18859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6pPr>
            <a:lvl7pPr marL="22288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7pPr>
            <a:lvl8pPr marL="25717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8pPr>
            <a:lvl9pPr marL="2914650" indent="-171450" eaLnBrk="0" fontAlgn="base" hangingPunct="0">
              <a:lnSpc>
                <a:spcPct val="90000"/>
              </a:lnSpc>
              <a:spcBef>
                <a:spcPct val="15000"/>
              </a:spcBef>
              <a:spcAft>
                <a:spcPct val="0"/>
              </a:spcAft>
              <a:buClr>
                <a:schemeClr val="accent1"/>
              </a:buClr>
              <a:buSzPct val="100000"/>
              <a:buChar char="–"/>
              <a:defRPr sz="15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fld id="{087357E6-28BD-491B-9C5E-2350C76ED1DE}" type="slidenum">
              <a:rPr lang="zh-TW" altLang="en-US" sz="1050" b="0">
                <a:solidFill>
                  <a:schemeClr val="bg1"/>
                </a:solidFill>
                <a:latin typeface="Arial" panose="020B0604020202020204" pitchFamily="34" charset="0"/>
                <a:ea typeface="新細明體" panose="02020500000000000000" pitchFamily="18" charset="-120"/>
              </a:rPr>
              <a:pPr>
                <a:lnSpc>
                  <a:spcPct val="100000"/>
                </a:lnSpc>
                <a:spcBef>
                  <a:spcPct val="0"/>
                </a:spcBef>
                <a:buClrTx/>
                <a:buSzTx/>
                <a:buFontTx/>
                <a:buNone/>
              </a:pPr>
              <a:t>137</a:t>
            </a:fld>
            <a:endParaRPr lang="en-US" altLang="zh-TW" sz="1050" b="0">
              <a:solidFill>
                <a:schemeClr val="bg1"/>
              </a:solidFill>
              <a:latin typeface="Arial" panose="020B0604020202020204" pitchFamily="34" charset="0"/>
              <a:ea typeface="新細明體" panose="02020500000000000000" pitchFamily="18" charset="-120"/>
            </a:endParaRPr>
          </a:p>
        </p:txBody>
      </p:sp>
    </p:spTree>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3092</TotalTime>
  <Words>7415</Words>
  <Application>Microsoft Office PowerPoint</Application>
  <PresentationFormat>全屏显示(16:9)</PresentationFormat>
  <Paragraphs>2043</Paragraphs>
  <Slides>137</Slides>
  <Notes>77</Notes>
  <HiddenSlides>2</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137</vt:i4>
      </vt:variant>
    </vt:vector>
  </HeadingPairs>
  <TitlesOfParts>
    <vt:vector size="147" baseType="lpstr">
      <vt:lpstr>MS Sans Serif</vt:lpstr>
      <vt:lpstr>Arial</vt:lpstr>
      <vt:lpstr>Calibri</vt:lpstr>
      <vt:lpstr>Century Gothic</vt:lpstr>
      <vt:lpstr>Courier New</vt:lpstr>
      <vt:lpstr>Lucida Console</vt:lpstr>
      <vt:lpstr>Times New Roman</vt:lpstr>
      <vt:lpstr>Wingdings</vt:lpstr>
      <vt:lpstr>NTHU UniCloud</vt:lpstr>
      <vt:lpstr>Worksheet</vt:lpstr>
      <vt:lpstr>CSC3050 – Computer Architecture</vt:lpstr>
      <vt:lpstr>Outline</vt:lpstr>
      <vt:lpstr>Single-Cycle Advantages &amp; Disadvantages</vt:lpstr>
      <vt:lpstr>Pipelining Analogy</vt:lpstr>
      <vt:lpstr>Five Stages of Load Instruction</vt:lpstr>
      <vt:lpstr>Single Cycle VS Pipeline</vt:lpstr>
      <vt:lpstr>Pipeline Performance (1)</vt:lpstr>
      <vt:lpstr>Pipeline Performance (2)</vt:lpstr>
      <vt:lpstr>Pipeline Speedup</vt:lpstr>
      <vt:lpstr>Pipeline and ISA Design</vt:lpstr>
      <vt:lpstr>Pipeline Lessons</vt:lpstr>
      <vt:lpstr>Outline</vt:lpstr>
      <vt:lpstr>Design a Pipelined Processor</vt:lpstr>
      <vt:lpstr>Multi-Execution Steps</vt:lpstr>
      <vt:lpstr>Split Single-cycle Datapath</vt:lpstr>
      <vt:lpstr>Add Pipeline Registers</vt:lpstr>
      <vt:lpstr>Consider load</vt:lpstr>
      <vt:lpstr>Pipelining load</vt:lpstr>
      <vt:lpstr>IF Stage of load</vt:lpstr>
      <vt:lpstr>ID Stage of load</vt:lpstr>
      <vt:lpstr>EX Stage of load</vt:lpstr>
      <vt:lpstr>MEM State of load</vt:lpstr>
      <vt:lpstr>WB Stage of load</vt:lpstr>
      <vt:lpstr>The Four Stages of R-type</vt:lpstr>
      <vt:lpstr>Pipelining R-type and load</vt:lpstr>
      <vt:lpstr>Important Observation</vt:lpstr>
      <vt:lpstr>Solution - Delay R-type’s Write</vt:lpstr>
      <vt:lpstr>The Four Stages of store</vt:lpstr>
      <vt:lpstr>The Three Stages of beq</vt:lpstr>
      <vt:lpstr>Graphically Representing Pipelines</vt:lpstr>
      <vt:lpstr>Example 1 - Cycle 1</vt:lpstr>
      <vt:lpstr>Example 1 - Cycle 2</vt:lpstr>
      <vt:lpstr>Example 1 - Cycle 3</vt:lpstr>
      <vt:lpstr>Example 1 - Cycle 4</vt:lpstr>
      <vt:lpstr>Example 1 - Cycle 5</vt:lpstr>
      <vt:lpstr>Example 1 - Cycle 6</vt:lpstr>
      <vt:lpstr>Outline</vt:lpstr>
      <vt:lpstr>Pipeline Control - Control Signals</vt:lpstr>
      <vt:lpstr>Group Signals According to Stages</vt:lpstr>
      <vt:lpstr>Data Stationary Control (1)</vt:lpstr>
      <vt:lpstr>Data Stationary Control (2)</vt:lpstr>
      <vt:lpstr>WB Stage of load</vt:lpstr>
      <vt:lpstr>Datapath with Control</vt:lpstr>
      <vt:lpstr>Let’s Try it Out</vt:lpstr>
      <vt:lpstr>Example 2 - Cycle 1</vt:lpstr>
      <vt:lpstr>Example 2 - Cycle 2</vt:lpstr>
      <vt:lpstr>Example 2 - Cycle 3</vt:lpstr>
      <vt:lpstr>Example 2 - Cycle 4</vt:lpstr>
      <vt:lpstr>Example 2 - Cycle 5</vt:lpstr>
      <vt:lpstr>Example 2 - Cycle 6</vt:lpstr>
      <vt:lpstr>Example 2 - Cycle 7</vt:lpstr>
      <vt:lpstr>Example 2 - Cycle 8</vt:lpstr>
      <vt:lpstr>Example 2 - Cycle 9</vt:lpstr>
      <vt:lpstr>Summary of Pipeline Basics</vt:lpstr>
      <vt:lpstr>Outline</vt:lpstr>
      <vt:lpstr>Pipeline Hazards</vt:lpstr>
      <vt:lpstr>Structure Hazards</vt:lpstr>
      <vt:lpstr>Structural Hazard - Single Memory (1)</vt:lpstr>
      <vt:lpstr>Structural Hazard - Single Memory (2)</vt:lpstr>
      <vt:lpstr>Data Hazards (1)</vt:lpstr>
      <vt:lpstr>Data Hazards (2)</vt:lpstr>
      <vt:lpstr>Types of Data Hazards</vt:lpstr>
      <vt:lpstr>Pipeline Data Hazards Illustrated</vt:lpstr>
      <vt:lpstr>Outline</vt:lpstr>
      <vt:lpstr>Handling Data Hazards</vt:lpstr>
      <vt:lpstr>Software Solution</vt:lpstr>
      <vt:lpstr>Data Hazards</vt:lpstr>
      <vt:lpstr>Outline</vt:lpstr>
      <vt:lpstr>Resolve Data Hazards - Forwarding</vt:lpstr>
      <vt:lpstr>Detect Data Hazards (1)</vt:lpstr>
      <vt:lpstr>Detect Data Hazards (2)</vt:lpstr>
      <vt:lpstr>Datapath with Forwarding (MEM and WB Stages Forwards) </vt:lpstr>
      <vt:lpstr>Forwarding Logic</vt:lpstr>
      <vt:lpstr>Example 3 - Cycle 3</vt:lpstr>
      <vt:lpstr>Example 3 - Cycle 4</vt:lpstr>
      <vt:lpstr>PowerPoint 演示文稿</vt:lpstr>
      <vt:lpstr>Example 3 - Cycle 6</vt:lpstr>
      <vt:lpstr>Outline</vt:lpstr>
      <vt:lpstr>Cannot Always Forwarding</vt:lpstr>
      <vt:lpstr>Stalling</vt:lpstr>
      <vt:lpstr>Datapath with Stalling Unit</vt:lpstr>
      <vt:lpstr>Control - Handling Stalls</vt:lpstr>
      <vt:lpstr>Example 4 - Cycle 2</vt:lpstr>
      <vt:lpstr>Example 4 - Cycle 3</vt:lpstr>
      <vt:lpstr>Example 4 - Cycle 4</vt:lpstr>
      <vt:lpstr>Example 4 - Cycle 5</vt:lpstr>
      <vt:lpstr>Example 4 - Cycle 6</vt:lpstr>
      <vt:lpstr>Example 4 - Cycle 7</vt:lpstr>
      <vt:lpstr>Outline</vt:lpstr>
      <vt:lpstr>Pipeline Datapath with Control Signals</vt:lpstr>
      <vt:lpstr>Branch Hazards</vt:lpstr>
      <vt:lpstr>Handle Branch Hazard</vt:lpstr>
      <vt:lpstr>Pipeline with Flushing</vt:lpstr>
      <vt:lpstr>Example 5 - Cycle 3</vt:lpstr>
      <vt:lpstr>Example 5 - Cycle 4</vt:lpstr>
      <vt:lpstr>Dynamic Branch Prediction</vt:lpstr>
      <vt:lpstr>Calculating the Branch Target</vt:lpstr>
      <vt:lpstr>Delayed Branch</vt:lpstr>
      <vt:lpstr>Outline</vt:lpstr>
      <vt:lpstr>Exceptions and Interrupts</vt:lpstr>
      <vt:lpstr>Handling Exceptions</vt:lpstr>
      <vt:lpstr>An Alternate Mechanism</vt:lpstr>
      <vt:lpstr>Handler Actions</vt:lpstr>
      <vt:lpstr>Exceptions in a Pipeline</vt:lpstr>
      <vt:lpstr>Pipeline with Exceptions</vt:lpstr>
      <vt:lpstr>Exception Example (1)</vt:lpstr>
      <vt:lpstr>Exception Example (2)</vt:lpstr>
      <vt:lpstr>Exception Example（3）</vt:lpstr>
      <vt:lpstr>Multiple Exceptions</vt:lpstr>
      <vt:lpstr>Imprecise Exceptions</vt:lpstr>
      <vt:lpstr>Outline</vt:lpstr>
      <vt:lpstr>Instruction-Level Parallelism (ILP)</vt:lpstr>
      <vt:lpstr>Multiple Issue</vt:lpstr>
      <vt:lpstr>Speculation</vt:lpstr>
      <vt:lpstr>Compiler/Hardware Speculation</vt:lpstr>
      <vt:lpstr>Multiple Issue</vt:lpstr>
      <vt:lpstr>Static Multiple Issue</vt:lpstr>
      <vt:lpstr>Scheduling Static Multiple Issue</vt:lpstr>
      <vt:lpstr>MIPS with Static Dual Issue (1)</vt:lpstr>
      <vt:lpstr>MIPS with Static Dual Issue (2)</vt:lpstr>
      <vt:lpstr>Hazards in the Dual-Issue MIPS</vt:lpstr>
      <vt:lpstr>Scheduling Example</vt:lpstr>
      <vt:lpstr>Loop Unrolling</vt:lpstr>
      <vt:lpstr>Scheduling Example</vt:lpstr>
      <vt:lpstr>Unrolling Two Iterations</vt:lpstr>
      <vt:lpstr>Loop Unrolling Example</vt:lpstr>
      <vt:lpstr>Multiple Issue</vt:lpstr>
      <vt:lpstr>Dynamic Multiple Issue</vt:lpstr>
      <vt:lpstr>Dynamic Pipeline Scheduling</vt:lpstr>
      <vt:lpstr>Dynamically Scheduled CPU</vt:lpstr>
      <vt:lpstr>Speculation</vt:lpstr>
      <vt:lpstr>Why Do Dynamic Scheduling?</vt:lpstr>
      <vt:lpstr>Does Multiple Issue Work?</vt:lpstr>
      <vt:lpstr>Power Efficiency</vt:lpstr>
      <vt:lpstr>Fallacies</vt:lpstr>
      <vt:lpstr>Pitfalls</vt:lpstr>
      <vt:lpstr>Concluding Remarks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 鍾葉青）</cp:lastModifiedBy>
  <cp:revision>330</cp:revision>
  <dcterms:created xsi:type="dcterms:W3CDTF">2015-06-05T07:23:35Z</dcterms:created>
  <dcterms:modified xsi:type="dcterms:W3CDTF">2019-04-17T12:43:28Z</dcterms:modified>
</cp:coreProperties>
</file>