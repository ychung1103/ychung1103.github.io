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FF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339" y="3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2020/4/22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2020/4/22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385038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HW/SW Co-Work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92818"/>
            <a:ext cx="6400800" cy="1557801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4A4FED-E8CB-48F2-9A02-D6C4EAEC0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108349"/>
            <a:ext cx="7659690" cy="519113"/>
          </a:xfrm>
        </p:spPr>
        <p:txBody>
          <a:bodyPr/>
          <a:lstStyle/>
          <a:p>
            <a:r>
              <a:rPr lang="en-US" sz="3200" dirty="0"/>
              <a:t>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0" y="844153"/>
            <a:ext cx="7416800" cy="3671888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450"/>
              </a:spcAft>
            </a:pPr>
            <a:r>
              <a:rPr lang="en-US" sz="1950" dirty="0"/>
              <a:t>High-level language program (in 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swap (int v[], int k)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int temp;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temp = v[k];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v[k] = v[k+1];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v[k+1] = temp;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450"/>
              </a:spcAft>
            </a:pPr>
            <a:r>
              <a:rPr lang="en-US" sz="1950" dirty="0"/>
              <a:t>Assembly language program (for MIPS)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nl-NL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swap: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$2, $5, 2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add $2, $4, $2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$15, 0($2)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$16, 4($2)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$16, 0($2)	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$15, 4($2)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$31</a:t>
            </a:r>
          </a:p>
          <a:p>
            <a:pPr>
              <a:spcAft>
                <a:spcPts val="450"/>
              </a:spcAft>
            </a:pPr>
            <a:r>
              <a:rPr lang="en-US" sz="1950" dirty="0"/>
              <a:t>Machine (object) code (for MIPS)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nl-NL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000000 00000 00101 0001000010000000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nl-NL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000000 00100 00010 0001000000100000</a:t>
            </a:r>
            <a:endParaRPr lang="en-US" dirty="0"/>
          </a:p>
        </p:txBody>
      </p:sp>
      <p:sp>
        <p:nvSpPr>
          <p:cNvPr id="6" name="Curved Left Arrow 5"/>
          <p:cNvSpPr/>
          <p:nvPr/>
        </p:nvSpPr>
        <p:spPr>
          <a:xfrm>
            <a:off x="5781675" y="1324295"/>
            <a:ext cx="666750" cy="1104900"/>
          </a:xfrm>
          <a:prstGeom prst="curved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7" name="Curved Left Arrow 6"/>
          <p:cNvSpPr/>
          <p:nvPr/>
        </p:nvSpPr>
        <p:spPr>
          <a:xfrm>
            <a:off x="5791835" y="3085311"/>
            <a:ext cx="666750" cy="1104900"/>
          </a:xfrm>
          <a:prstGeom prst="curved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1756" y="1324295"/>
            <a:ext cx="115608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one-to-many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050" y="3085311"/>
            <a:ext cx="10214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one-to-one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313" y="1689518"/>
            <a:ext cx="1107996" cy="3000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350" b="1" dirty="0"/>
              <a:t>C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6525" y="3499261"/>
            <a:ext cx="1069524" cy="3000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350" b="1" dirty="0"/>
              <a:t>Assembler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3B20DD-7EBE-4EE0-9869-C08557EC4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364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08349"/>
            <a:ext cx="7669850" cy="519113"/>
          </a:xfrm>
        </p:spPr>
        <p:txBody>
          <a:bodyPr/>
          <a:lstStyle/>
          <a:p>
            <a:r>
              <a:rPr lang="en-US" sz="3200" dirty="0"/>
              <a:t>Code Input to Device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358045" y="2161169"/>
            <a:ext cx="4688631" cy="2299322"/>
            <a:chOff x="714565" y="2230848"/>
            <a:chExt cx="6251508" cy="3065762"/>
          </a:xfrm>
        </p:grpSpPr>
        <p:sp>
          <p:nvSpPr>
            <p:cNvPr id="6" name="Rectangle 5"/>
            <p:cNvSpPr/>
            <p:nvPr/>
          </p:nvSpPr>
          <p:spPr>
            <a:xfrm>
              <a:off x="3028950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17431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040469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Devices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327009" y="2946218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>
                  <a:solidFill>
                    <a:schemeClr val="tx1"/>
                  </a:solidFill>
                </a:rPr>
                <a:t>Network</a:t>
              </a:r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27009" y="3611464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27009" y="4276710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Output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41570" y="3228515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41570" y="4009103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565" y="2230848"/>
              <a:ext cx="6251508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398750" y="935967"/>
            <a:ext cx="2428870" cy="98103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000000 00000 00101 0001000010000000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000000 00100 00010 0001000000100000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100011 00010 01111 0000000000000000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100011 00010 10000 0000000000000100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101011 00010 10000 0000000000000000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101011 00010 01111 0000000000000100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000000 11111 00000 0000000000001000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0888" y="1017504"/>
            <a:ext cx="11464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Object Code</a:t>
            </a:r>
          </a:p>
        </p:txBody>
      </p:sp>
      <p:sp>
        <p:nvSpPr>
          <p:cNvPr id="19" name="Arc 18"/>
          <p:cNvSpPr/>
          <p:nvPr/>
        </p:nvSpPr>
        <p:spPr>
          <a:xfrm>
            <a:off x="4473255" y="541090"/>
            <a:ext cx="2445566" cy="2946384"/>
          </a:xfrm>
          <a:prstGeom prst="arc">
            <a:avLst>
              <a:gd name="adj1" fmla="val 328533"/>
              <a:gd name="adj2" fmla="val 5441017"/>
            </a:avLst>
          </a:prstGeom>
          <a:ln w="762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B1EBEC-8C3A-4544-B37A-86D2DD19AA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6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08349"/>
            <a:ext cx="7700330" cy="519113"/>
          </a:xfrm>
        </p:spPr>
        <p:txBody>
          <a:bodyPr/>
          <a:lstStyle/>
          <a:p>
            <a:r>
              <a:rPr lang="en-US" sz="3200" dirty="0"/>
              <a:t>Code Stored in Memory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158240" y="1036320"/>
            <a:ext cx="7223760" cy="3291839"/>
            <a:chOff x="286726" y="3030572"/>
            <a:chExt cx="8127431" cy="3065762"/>
          </a:xfrm>
        </p:grpSpPr>
        <p:grpSp>
          <p:nvGrpSpPr>
            <p:cNvPr id="18" name="Group 17"/>
            <p:cNvGrpSpPr/>
            <p:nvPr/>
          </p:nvGrpSpPr>
          <p:grpSpPr>
            <a:xfrm>
              <a:off x="286726" y="3030572"/>
              <a:ext cx="8127431" cy="3065762"/>
              <a:chOff x="286726" y="3030572"/>
              <a:chExt cx="8127431" cy="306576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01112" y="3301324"/>
                <a:ext cx="35139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89593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Processor</a:t>
                </a:r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6477148" y="3301324"/>
                <a:ext cx="1622738" cy="2524259"/>
                <a:chOff x="4612631" y="3301324"/>
                <a:chExt cx="1622738" cy="2524259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4612631" y="3301324"/>
                  <a:ext cx="16227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Devices</a:t>
                  </a: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899171" y="3745942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>
                      <a:solidFill>
                        <a:schemeClr val="tx1"/>
                      </a:solidFill>
                    </a:rPr>
                    <a:t>Network</a:t>
                  </a:r>
                  <a:endParaRPr lang="en-US" sz="13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4899171" y="4411188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Input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4899171" y="5076434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Output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813732" y="4028239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</a:rPr>
                  <a:t>Control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13732" y="4808827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 err="1">
                    <a:solidFill>
                      <a:schemeClr val="accent1"/>
                    </a:solidFill>
                  </a:rPr>
                  <a:t>Datapath</a:t>
                </a:r>
                <a:endParaRPr lang="en-US" sz="135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86726" y="3030572"/>
                <a:ext cx="8127431" cy="30657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71322" y="3924816"/>
                <a:ext cx="3238493" cy="13080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000000 00000 00101 0001000010000000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000000 00100 00010 0001000000100000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100011 00010 01111 0000000000000000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100011 00010 10000 0000000000000100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101011 00010 10000 0000000000000000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101011 00010 01111 0000000000000100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000000 11111 00000 0000000000001000</a:t>
                </a: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flipH="1" flipV="1">
              <a:off x="5972961" y="4605556"/>
              <a:ext cx="671120" cy="92279"/>
            </a:xfrm>
            <a:prstGeom prst="straightConnector1">
              <a:avLst/>
            </a:prstGeom>
            <a:ln w="762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9F232A-B564-401E-8183-A80668D88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66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08349"/>
            <a:ext cx="7669850" cy="519113"/>
          </a:xfrm>
        </p:spPr>
        <p:txBody>
          <a:bodyPr/>
          <a:lstStyle/>
          <a:p>
            <a:r>
              <a:rPr lang="en-US" sz="3200" dirty="0"/>
              <a:t>Code Fetch from Memory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981586" y="835494"/>
            <a:ext cx="6095573" cy="2299322"/>
            <a:chOff x="286726" y="3030572"/>
            <a:chExt cx="8127431" cy="3065762"/>
          </a:xfrm>
        </p:grpSpPr>
        <p:grpSp>
          <p:nvGrpSpPr>
            <p:cNvPr id="18" name="Group 17"/>
            <p:cNvGrpSpPr/>
            <p:nvPr/>
          </p:nvGrpSpPr>
          <p:grpSpPr>
            <a:xfrm>
              <a:off x="286726" y="3030572"/>
              <a:ext cx="8127431" cy="3065762"/>
              <a:chOff x="286726" y="3030572"/>
              <a:chExt cx="8127431" cy="306576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01112" y="3301324"/>
                <a:ext cx="35139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89593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Processor</a:t>
                </a:r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6477148" y="3301324"/>
                <a:ext cx="1622738" cy="2524259"/>
                <a:chOff x="4612631" y="3301324"/>
                <a:chExt cx="1622738" cy="2524259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4612631" y="3301324"/>
                  <a:ext cx="16227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Devices</a:t>
                  </a: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899171" y="3745942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>
                      <a:solidFill>
                        <a:schemeClr val="tx1"/>
                      </a:solidFill>
                    </a:rPr>
                    <a:t>Network</a:t>
                  </a:r>
                  <a:endParaRPr lang="en-US" sz="13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4899171" y="4411188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Input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4899171" y="5076434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Output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813732" y="4028239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</a:rPr>
                  <a:t>Control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13732" y="4808827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 err="1">
                    <a:solidFill>
                      <a:schemeClr val="accent1"/>
                    </a:solidFill>
                  </a:rPr>
                  <a:t>Datapath</a:t>
                </a:r>
                <a:endParaRPr lang="en-US" sz="135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86726" y="3030572"/>
                <a:ext cx="8127431" cy="30657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71322" y="3924816"/>
                <a:ext cx="3238493" cy="13080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000000 00000 00101 0001000010000000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000000 00100 00010 0001000000100000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100011 00010 01111 0000000000000000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100011 00010 10000 0000000000000100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101011 00010 10000 0000000000000000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101011 00010 01111 0000000000000100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000000 11111 00000 0000000000001000</a:t>
                </a: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flipH="1">
              <a:off x="2029174" y="4211274"/>
              <a:ext cx="660248" cy="153775"/>
            </a:xfrm>
            <a:prstGeom prst="straightConnector1">
              <a:avLst/>
            </a:prstGeom>
            <a:ln w="762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4884471" y="1667747"/>
            <a:ext cx="2289801" cy="13633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3B1FBF-2FFB-488D-9585-6BFD7B1753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5" name="Picture 3" descr="F0529">
            <a:extLst>
              <a:ext uri="{FF2B5EF4-FFF2-40B4-BE49-F238E27FC236}">
                <a16:creationId xmlns:a16="http://schemas.microsoft.com/office/drawing/2014/main" id="{E86DA46C-F4FB-4EA4-A938-97E5EDC98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biLevel thresh="75000"/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05" y="2931753"/>
            <a:ext cx="2854927" cy="156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13BAB3-4691-433C-82B6-E61EEEF60368}"/>
              </a:ext>
            </a:extLst>
          </p:cNvPr>
          <p:cNvCxnSpPr>
            <a:cxnSpLocks/>
          </p:cNvCxnSpPr>
          <p:nvPr/>
        </p:nvCxnSpPr>
        <p:spPr bwMode="auto">
          <a:xfrm flipH="1">
            <a:off x="118105" y="1038558"/>
            <a:ext cx="3090631" cy="189319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46F8CA7-8EAE-4DA3-92EF-4D1EDD229FC1}"/>
              </a:ext>
            </a:extLst>
          </p:cNvPr>
          <p:cNvCxnSpPr>
            <a:cxnSpLocks/>
          </p:cNvCxnSpPr>
          <p:nvPr/>
        </p:nvCxnSpPr>
        <p:spPr bwMode="auto">
          <a:xfrm flipH="1">
            <a:off x="2973033" y="2931753"/>
            <a:ext cx="1452756" cy="15675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185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/>
          <a:lstStyle/>
          <a:p>
            <a:r>
              <a:rPr lang="en-US" sz="3200" dirty="0"/>
              <a:t>Decoding Code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24214" y="1392085"/>
            <a:ext cx="6095573" cy="2299322"/>
            <a:chOff x="508284" y="1856113"/>
            <a:chExt cx="8127431" cy="3065762"/>
          </a:xfrm>
        </p:grpSpPr>
        <p:sp>
          <p:nvSpPr>
            <p:cNvPr id="7" name="Rectangle 6"/>
            <p:cNvSpPr/>
            <p:nvPr/>
          </p:nvSpPr>
          <p:spPr>
            <a:xfrm>
              <a:off x="811150" y="2126865"/>
              <a:ext cx="3636275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6698706" y="2126865"/>
              <a:ext cx="1622738" cy="2524259"/>
              <a:chOff x="4612631" y="3301324"/>
              <a:chExt cx="1622738" cy="2524259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612631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Devices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99171" y="3745942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>
                    <a:solidFill>
                      <a:schemeClr val="tx1"/>
                    </a:solidFill>
                  </a:rPr>
                  <a:t>Network</a:t>
                </a:r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99171" y="4411188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Input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899171" y="5076434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Output</a:t>
                </a:r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035289" y="2853780"/>
              <a:ext cx="3175983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35290" y="3634368"/>
              <a:ext cx="3175982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8284" y="1856113"/>
              <a:ext cx="8127431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0792" y="3125805"/>
              <a:ext cx="3064975" cy="2238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none" lIns="27000" tIns="27000" rIns="27000" bIns="13500" rtlCol="0">
              <a:spAutoFit/>
            </a:bodyPr>
            <a:lstStyle/>
            <a:p>
              <a:pPr algn="ctr"/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000000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00100 00010 00010</a:t>
              </a:r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00000100000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761697" y="2126865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39222D-8861-4ABB-B7FD-B6EA1213C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45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9040" y="108349"/>
            <a:ext cx="7466650" cy="519113"/>
          </a:xfrm>
        </p:spPr>
        <p:txBody>
          <a:bodyPr/>
          <a:lstStyle/>
          <a:p>
            <a:r>
              <a:rPr lang="en-US" sz="3200" dirty="0"/>
              <a:t>Executing Code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3DFD201-4B8D-4430-B238-FF8F07D5C6F1}"/>
              </a:ext>
            </a:extLst>
          </p:cNvPr>
          <p:cNvGrpSpPr/>
          <p:nvPr/>
        </p:nvGrpSpPr>
        <p:grpSpPr>
          <a:xfrm>
            <a:off x="991476" y="1098947"/>
            <a:ext cx="7466650" cy="3323038"/>
            <a:chOff x="1524214" y="1392085"/>
            <a:chExt cx="6095573" cy="2299322"/>
          </a:xfrm>
        </p:grpSpPr>
        <p:grpSp>
          <p:nvGrpSpPr>
            <p:cNvPr id="15" name="Group 14"/>
            <p:cNvGrpSpPr/>
            <p:nvPr/>
          </p:nvGrpSpPr>
          <p:grpSpPr>
            <a:xfrm>
              <a:off x="1524214" y="1392085"/>
              <a:ext cx="6095573" cy="2299322"/>
              <a:chOff x="508284" y="1856113"/>
              <a:chExt cx="8127431" cy="306576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811150" y="2126865"/>
                <a:ext cx="3636275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Processor</a:t>
                </a:r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6698706" y="2126865"/>
                <a:ext cx="1622738" cy="2524259"/>
                <a:chOff x="4612631" y="3301324"/>
                <a:chExt cx="1622738" cy="2524259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4612631" y="3301324"/>
                  <a:ext cx="16227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Devices</a:t>
                  </a: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899171" y="3745942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>
                      <a:solidFill>
                        <a:schemeClr val="tx1"/>
                      </a:solidFill>
                    </a:rPr>
                    <a:t>Network</a:t>
                  </a:r>
                  <a:endParaRPr lang="en-US" sz="13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4899171" y="4411188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Input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4899171" y="5076434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Output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35289" y="2853780"/>
                <a:ext cx="3175983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</a:rPr>
                  <a:t>Control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035290" y="3634367"/>
                <a:ext cx="3175982" cy="8028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27000" rIns="0" bIns="0" rtlCol="0" anchor="t" anchorCtr="0"/>
              <a:lstStyle/>
              <a:p>
                <a:pPr algn="ctr"/>
                <a:r>
                  <a:rPr lang="en-US" sz="1350" b="1" dirty="0" err="1">
                    <a:solidFill>
                      <a:schemeClr val="accent1"/>
                    </a:solidFill>
                  </a:rPr>
                  <a:t>Datapath</a:t>
                </a:r>
                <a:endParaRPr lang="en-US" sz="135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08284" y="1856113"/>
                <a:ext cx="8127431" cy="30657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4761697" y="2126865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Memory</a:t>
                </a: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2427527" y="2959334"/>
              <a:ext cx="1465170" cy="294811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27000" tIns="27000" rIns="27000" bIns="13500" rtlCol="0">
              <a:spAutoFit/>
            </a:bodyPr>
            <a:lstStyle/>
            <a:p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 </a:t>
              </a:r>
              <a:r>
                <a:rPr lang="en-US" sz="825" dirty="0" err="1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</a:t>
              </a:r>
              <a:r>
                <a:rPr lang="en-US" sz="825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#4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and </a:t>
              </a:r>
              <a:r>
                <a:rPr lang="en-US" sz="825" dirty="0" err="1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</a:t>
              </a:r>
              <a:r>
                <a:rPr lang="en-US" sz="825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#2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  <a:b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825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put result in </a:t>
              </a:r>
              <a:r>
                <a:rPr lang="en-US" sz="825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</a:t>
              </a:r>
              <a:r>
                <a:rPr lang="en-US" sz="825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#2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61095" y="2344354"/>
              <a:ext cx="2298731" cy="16785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27000" tIns="27000" rIns="27000" bIns="13500" rtlCol="0">
              <a:spAutoFit/>
            </a:bodyPr>
            <a:lstStyle/>
            <a:p>
              <a:pPr algn="ctr"/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000000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825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00100 </a:t>
              </a:r>
              <a:r>
                <a:rPr lang="en-US" sz="825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00010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825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00010</a:t>
              </a:r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00000100000</a:t>
              </a:r>
            </a:p>
          </p:txBody>
        </p:sp>
        <p:sp>
          <p:nvSpPr>
            <p:cNvPr id="19" name="Arc 18"/>
            <p:cNvSpPr/>
            <p:nvPr/>
          </p:nvSpPr>
          <p:spPr>
            <a:xfrm flipH="1">
              <a:off x="1717128" y="2358940"/>
              <a:ext cx="700318" cy="794660"/>
            </a:xfrm>
            <a:prstGeom prst="arc">
              <a:avLst>
                <a:gd name="adj1" fmla="val 17378787"/>
                <a:gd name="adj2" fmla="val 4678222"/>
              </a:avLst>
            </a:prstGeom>
            <a:ln w="60325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8E3028-BDBA-437C-845F-C6F19F69F1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31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080" y="108349"/>
            <a:ext cx="7527610" cy="519113"/>
          </a:xfrm>
        </p:spPr>
        <p:txBody>
          <a:bodyPr/>
          <a:lstStyle/>
          <a:p>
            <a:r>
              <a:rPr lang="en-US" sz="3200" dirty="0"/>
              <a:t>The Cycle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79" y="1304693"/>
            <a:ext cx="6376634" cy="2861790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6914375" y="1697756"/>
            <a:ext cx="1932346" cy="2174881"/>
            <a:chOff x="5845553" y="1581852"/>
            <a:chExt cx="2771431" cy="1816379"/>
          </a:xfrm>
        </p:grpSpPr>
        <p:sp>
          <p:nvSpPr>
            <p:cNvPr id="33" name="Oval 32"/>
            <p:cNvSpPr/>
            <p:nvPr/>
          </p:nvSpPr>
          <p:spPr>
            <a:xfrm>
              <a:off x="6686026" y="1581852"/>
              <a:ext cx="1080000" cy="64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350" dirty="0"/>
                <a:t>Fetch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7536984" y="2750231"/>
              <a:ext cx="1080000" cy="64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350" dirty="0"/>
                <a:t>Decode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5845553" y="2750231"/>
              <a:ext cx="1080000" cy="64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350" dirty="0"/>
                <a:t>Execute</a:t>
              </a:r>
            </a:p>
          </p:txBody>
        </p:sp>
        <p:sp>
          <p:nvSpPr>
            <p:cNvPr id="36" name="Right Arrow 35"/>
            <p:cNvSpPr/>
            <p:nvPr/>
          </p:nvSpPr>
          <p:spPr>
            <a:xfrm rot="3167120">
              <a:off x="7515851" y="2251829"/>
              <a:ext cx="500350" cy="446699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7" name="Right Arrow 36"/>
            <p:cNvSpPr/>
            <p:nvPr/>
          </p:nvSpPr>
          <p:spPr>
            <a:xfrm rot="18432880" flipV="1">
              <a:off x="6461551" y="2205940"/>
              <a:ext cx="500350" cy="446699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Right Arrow 37"/>
            <p:cNvSpPr/>
            <p:nvPr/>
          </p:nvSpPr>
          <p:spPr>
            <a:xfrm flipH="1">
              <a:off x="6969652" y="2825583"/>
              <a:ext cx="500350" cy="446699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597B7-41B7-48D1-ACAD-B98C4E61B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265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320" y="108349"/>
            <a:ext cx="7639370" cy="519113"/>
          </a:xfrm>
        </p:spPr>
        <p:txBody>
          <a:bodyPr/>
          <a:lstStyle/>
          <a:p>
            <a:r>
              <a:rPr lang="en-US" sz="3200" dirty="0"/>
              <a:t>Data Output to Device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036320" y="1022166"/>
            <a:ext cx="5082296" cy="2646552"/>
            <a:chOff x="714565" y="2230848"/>
            <a:chExt cx="6251508" cy="3065762"/>
          </a:xfrm>
        </p:grpSpPr>
        <p:sp>
          <p:nvSpPr>
            <p:cNvPr id="6" name="Rectangle 5"/>
            <p:cNvSpPr/>
            <p:nvPr/>
          </p:nvSpPr>
          <p:spPr>
            <a:xfrm>
              <a:off x="3028950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17431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040469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Devices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327009" y="2946218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>
                  <a:solidFill>
                    <a:schemeClr val="tx1"/>
                  </a:solidFill>
                </a:rPr>
                <a:t>Network</a:t>
              </a:r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27009" y="3611464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27009" y="4276710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Output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41570" y="3228515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41570" y="4009103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565" y="2230848"/>
              <a:ext cx="6251508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856005" y="3902448"/>
            <a:ext cx="3567449" cy="6463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00000100010100000000000000000000</a:t>
            </a:r>
          </a:p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00000000010011110000000000000100</a:t>
            </a:r>
          </a:p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00000011111000000000000000001000</a:t>
            </a:r>
          </a:p>
        </p:txBody>
      </p:sp>
      <p:sp>
        <p:nvSpPr>
          <p:cNvPr id="19" name="Arc 18"/>
          <p:cNvSpPr/>
          <p:nvPr/>
        </p:nvSpPr>
        <p:spPr>
          <a:xfrm>
            <a:off x="4422921" y="2960040"/>
            <a:ext cx="2577692" cy="1793522"/>
          </a:xfrm>
          <a:prstGeom prst="arc">
            <a:avLst>
              <a:gd name="adj1" fmla="val 16801684"/>
              <a:gd name="adj2" fmla="val 21425582"/>
            </a:avLst>
          </a:prstGeom>
          <a:ln w="762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69D0836-C6C9-47AF-95DE-63FDE4251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988603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2387</TotalTime>
  <Words>377</Words>
  <Application>Microsoft Office PowerPoint</Application>
  <PresentationFormat>全屏显示(16:9)</PresentationFormat>
  <Paragraphs>123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MS Sans Serif</vt:lpstr>
      <vt:lpstr>Arial</vt:lpstr>
      <vt:lpstr>Calibri</vt:lpstr>
      <vt:lpstr>Courier New</vt:lpstr>
      <vt:lpstr>Wingdings</vt:lpstr>
      <vt:lpstr>NTHU UniCloud</vt:lpstr>
      <vt:lpstr>CSC3050 – Computer Architecture HW/SW Co-Work</vt:lpstr>
      <vt:lpstr>Compilation</vt:lpstr>
      <vt:lpstr>Code Input to Device</vt:lpstr>
      <vt:lpstr>Code Stored in Memory</vt:lpstr>
      <vt:lpstr>Code Fetch from Memory</vt:lpstr>
      <vt:lpstr>Decoding Code</vt:lpstr>
      <vt:lpstr>Executing Code</vt:lpstr>
      <vt:lpstr>The Cycle</vt:lpstr>
      <vt:lpstr>Data Output to Device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248</cp:revision>
  <dcterms:created xsi:type="dcterms:W3CDTF">2015-06-05T07:23:35Z</dcterms:created>
  <dcterms:modified xsi:type="dcterms:W3CDTF">2020-04-22T05:08:11Z</dcterms:modified>
</cp:coreProperties>
</file>