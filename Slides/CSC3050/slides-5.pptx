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9"/>
  </p:notesMasterIdLst>
  <p:handoutMasterIdLst>
    <p:handoutMasterId r:id="rId70"/>
  </p:handoutMasterIdLst>
  <p:sldIdLst>
    <p:sldId id="256" r:id="rId2"/>
    <p:sldId id="372" r:id="rId3"/>
    <p:sldId id="351" r:id="rId4"/>
    <p:sldId id="352" r:id="rId5"/>
    <p:sldId id="353" r:id="rId6"/>
    <p:sldId id="354" r:id="rId7"/>
    <p:sldId id="355" r:id="rId8"/>
    <p:sldId id="356" r:id="rId9"/>
    <p:sldId id="357" r:id="rId10"/>
    <p:sldId id="358" r:id="rId11"/>
    <p:sldId id="359" r:id="rId12"/>
    <p:sldId id="360" r:id="rId13"/>
    <p:sldId id="289" r:id="rId14"/>
    <p:sldId id="366" r:id="rId15"/>
    <p:sldId id="290" r:id="rId16"/>
    <p:sldId id="291" r:id="rId17"/>
    <p:sldId id="292" r:id="rId18"/>
    <p:sldId id="293" r:id="rId19"/>
    <p:sldId id="335" r:id="rId20"/>
    <p:sldId id="294" r:id="rId21"/>
    <p:sldId id="295" r:id="rId22"/>
    <p:sldId id="296" r:id="rId23"/>
    <p:sldId id="297" r:id="rId24"/>
    <p:sldId id="298" r:id="rId25"/>
    <p:sldId id="340" r:id="rId26"/>
    <p:sldId id="341" r:id="rId27"/>
    <p:sldId id="365" r:id="rId28"/>
    <p:sldId id="301" r:id="rId29"/>
    <p:sldId id="302" r:id="rId30"/>
    <p:sldId id="336" r:id="rId31"/>
    <p:sldId id="303" r:id="rId32"/>
    <p:sldId id="305" r:id="rId33"/>
    <p:sldId id="367" r:id="rId34"/>
    <p:sldId id="304" r:id="rId35"/>
    <p:sldId id="306" r:id="rId36"/>
    <p:sldId id="307" r:id="rId37"/>
    <p:sldId id="349" r:id="rId38"/>
    <p:sldId id="337" r:id="rId39"/>
    <p:sldId id="308" r:id="rId40"/>
    <p:sldId id="311" r:id="rId41"/>
    <p:sldId id="373" r:id="rId42"/>
    <p:sldId id="313" r:id="rId43"/>
    <p:sldId id="315" r:id="rId44"/>
    <p:sldId id="316" r:id="rId45"/>
    <p:sldId id="317" r:id="rId46"/>
    <p:sldId id="318" r:id="rId47"/>
    <p:sldId id="319" r:id="rId48"/>
    <p:sldId id="320" r:id="rId49"/>
    <p:sldId id="338" r:id="rId50"/>
    <p:sldId id="362" r:id="rId51"/>
    <p:sldId id="377" r:id="rId52"/>
    <p:sldId id="361" r:id="rId53"/>
    <p:sldId id="345" r:id="rId54"/>
    <p:sldId id="344" r:id="rId55"/>
    <p:sldId id="323" r:id="rId56"/>
    <p:sldId id="324" r:id="rId57"/>
    <p:sldId id="374" r:id="rId58"/>
    <p:sldId id="339" r:id="rId59"/>
    <p:sldId id="363" r:id="rId60"/>
    <p:sldId id="327" r:id="rId61"/>
    <p:sldId id="328" r:id="rId62"/>
    <p:sldId id="329" r:id="rId63"/>
    <p:sldId id="376" r:id="rId64"/>
    <p:sldId id="364" r:id="rId65"/>
    <p:sldId id="330" r:id="rId66"/>
    <p:sldId id="332" r:id="rId67"/>
    <p:sldId id="333" r:id="rId68"/>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662" y="24"/>
      </p:cViewPr>
      <p:guideLst>
        <p:guide orient="horz" pos="2160"/>
        <p:guide pos="2880"/>
        <p:guide orient="horz" pos="1620"/>
      </p:guideLst>
    </p:cSldViewPr>
  </p:slideViewPr>
  <p:notesTextViewPr>
    <p:cViewPr>
      <p:scale>
        <a:sx n="1" d="1"/>
        <a:sy n="1" d="1"/>
      </p:scale>
      <p:origin x="0" y="0"/>
    </p:cViewPr>
  </p:notesTextViewPr>
  <p:sorterViewPr>
    <p:cViewPr varScale="1">
      <p:scale>
        <a:sx n="1" d="1"/>
        <a:sy n="1" d="1"/>
      </p:scale>
      <p:origin x="0" y="-10025"/>
    </p:cViewPr>
  </p:sorterViewPr>
  <p:notesViewPr>
    <p:cSldViewPr snapToGrid="0">
      <p:cViewPr varScale="1">
        <p:scale>
          <a:sx n="37" d="100"/>
          <a:sy n="37" d="100"/>
        </p:scale>
        <p:origin x="1975" y="41"/>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2019/4/1</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2019/4/1</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1AF9926F-609F-43F6-86D1-CB1D58282190}"/>
              </a:ext>
            </a:extLst>
          </p:cNvPr>
          <p:cNvSpPr>
            <a:spLocks noGrp="1" noRot="1" noChangeAspect="1" noChangeArrowheads="1" noTextEdit="1"/>
          </p:cNvSpPr>
          <p:nvPr>
            <p:ph type="sldImg"/>
          </p:nvPr>
        </p:nvSpPr>
        <p:spPr>
          <a:xfrm>
            <a:off x="2687638" y="509588"/>
            <a:ext cx="4532312" cy="2549525"/>
          </a:xfrm>
          <a:ln/>
        </p:spPr>
      </p:sp>
      <p:sp>
        <p:nvSpPr>
          <p:cNvPr id="79875" name="Rectangle 3">
            <a:extLst>
              <a:ext uri="{FF2B5EF4-FFF2-40B4-BE49-F238E27FC236}">
                <a16:creationId xmlns:a16="http://schemas.microsoft.com/office/drawing/2014/main" id="{B5272706-088E-4629-A7E9-6419643ECBFF}"/>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44DD25D4-6AA3-4CB0-9982-14C051334B5F}"/>
              </a:ext>
            </a:extLst>
          </p:cNvPr>
          <p:cNvSpPr>
            <a:spLocks noGrp="1" noRot="1" noChangeAspect="1" noChangeArrowheads="1" noTextEdit="1"/>
          </p:cNvSpPr>
          <p:nvPr>
            <p:ph type="sldImg"/>
          </p:nvPr>
        </p:nvSpPr>
        <p:spPr>
          <a:xfrm>
            <a:off x="2687638" y="509588"/>
            <a:ext cx="4532312" cy="2549525"/>
          </a:xfrm>
          <a:ln/>
        </p:spPr>
      </p:sp>
      <p:sp>
        <p:nvSpPr>
          <p:cNvPr id="80899" name="Rectangle 3">
            <a:extLst>
              <a:ext uri="{FF2B5EF4-FFF2-40B4-BE49-F238E27FC236}">
                <a16:creationId xmlns:a16="http://schemas.microsoft.com/office/drawing/2014/main" id="{B17EFC70-D179-4FA2-A22A-6970E8058C7B}"/>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EC5E577E-E397-4B8B-BB8C-CE59B44D55A2}"/>
              </a:ext>
            </a:extLst>
          </p:cNvPr>
          <p:cNvSpPr>
            <a:spLocks noGrp="1" noRot="1" noChangeAspect="1" noChangeArrowheads="1" noTextEdit="1"/>
          </p:cNvSpPr>
          <p:nvPr>
            <p:ph type="sldImg"/>
          </p:nvPr>
        </p:nvSpPr>
        <p:spPr>
          <a:xfrm>
            <a:off x="2687638" y="509588"/>
            <a:ext cx="4532312" cy="2549525"/>
          </a:xfrm>
          <a:ln/>
        </p:spPr>
      </p:sp>
      <p:sp>
        <p:nvSpPr>
          <p:cNvPr id="81923" name="Rectangle 3">
            <a:extLst>
              <a:ext uri="{FF2B5EF4-FFF2-40B4-BE49-F238E27FC236}">
                <a16:creationId xmlns:a16="http://schemas.microsoft.com/office/drawing/2014/main" id="{82B6BA05-41C6-4412-830D-526BB4224222}"/>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3AD3E06A-46AC-445C-A90B-32E27438F979}"/>
              </a:ext>
            </a:extLst>
          </p:cNvPr>
          <p:cNvSpPr>
            <a:spLocks noGrp="1" noRot="1" noChangeAspect="1" noChangeArrowheads="1" noTextEdit="1"/>
          </p:cNvSpPr>
          <p:nvPr>
            <p:ph type="sldImg"/>
          </p:nvPr>
        </p:nvSpPr>
        <p:spPr>
          <a:xfrm>
            <a:off x="2687638" y="509588"/>
            <a:ext cx="4532312" cy="2549525"/>
          </a:xfrm>
          <a:ln/>
        </p:spPr>
      </p:sp>
      <p:sp>
        <p:nvSpPr>
          <p:cNvPr id="82947" name="Rectangle 3">
            <a:extLst>
              <a:ext uri="{FF2B5EF4-FFF2-40B4-BE49-F238E27FC236}">
                <a16:creationId xmlns:a16="http://schemas.microsoft.com/office/drawing/2014/main" id="{4B04FA19-E4A3-4C70-B6E1-3762B087A0AD}"/>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E185CE50-D86C-46C4-8F82-2E69419A492C}"/>
              </a:ext>
            </a:extLst>
          </p:cNvPr>
          <p:cNvSpPr>
            <a:spLocks noGrp="1" noRot="1" noChangeAspect="1" noChangeArrowheads="1" noTextEdit="1"/>
          </p:cNvSpPr>
          <p:nvPr>
            <p:ph type="sldImg"/>
          </p:nvPr>
        </p:nvSpPr>
        <p:spPr>
          <a:xfrm>
            <a:off x="2687638" y="509588"/>
            <a:ext cx="4532312" cy="2549525"/>
          </a:xfrm>
          <a:ln/>
        </p:spPr>
      </p:sp>
      <p:sp>
        <p:nvSpPr>
          <p:cNvPr id="83971" name="Rectangle 3">
            <a:extLst>
              <a:ext uri="{FF2B5EF4-FFF2-40B4-BE49-F238E27FC236}">
                <a16:creationId xmlns:a16="http://schemas.microsoft.com/office/drawing/2014/main" id="{BDFCBD4C-DE16-457A-BF63-F895E307770D}"/>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CF6E611C-8A7B-455E-9A34-9E4B8A6F6B16}"/>
              </a:ext>
            </a:extLst>
          </p:cNvPr>
          <p:cNvSpPr>
            <a:spLocks noGrp="1" noRot="1" noChangeAspect="1" noChangeArrowheads="1" noTextEdit="1"/>
          </p:cNvSpPr>
          <p:nvPr>
            <p:ph type="sldImg"/>
          </p:nvPr>
        </p:nvSpPr>
        <p:spPr>
          <a:xfrm>
            <a:off x="2687638" y="509588"/>
            <a:ext cx="4532312" cy="2549525"/>
          </a:xfrm>
          <a:ln/>
        </p:spPr>
      </p:sp>
      <p:sp>
        <p:nvSpPr>
          <p:cNvPr id="84995" name="Rectangle 3">
            <a:extLst>
              <a:ext uri="{FF2B5EF4-FFF2-40B4-BE49-F238E27FC236}">
                <a16:creationId xmlns:a16="http://schemas.microsoft.com/office/drawing/2014/main" id="{7C309966-47A0-4BBC-85A8-F39028F5D7B2}"/>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6727B22B-518C-44C4-97F8-5A390C5906FE}"/>
              </a:ext>
            </a:extLst>
          </p:cNvPr>
          <p:cNvSpPr>
            <a:spLocks noGrp="1" noRot="1" noChangeAspect="1" noChangeArrowheads="1" noTextEdit="1"/>
          </p:cNvSpPr>
          <p:nvPr>
            <p:ph type="sldImg"/>
          </p:nvPr>
        </p:nvSpPr>
        <p:spPr>
          <a:xfrm>
            <a:off x="2687638" y="509588"/>
            <a:ext cx="4532312" cy="2549525"/>
          </a:xfrm>
          <a:ln/>
        </p:spPr>
      </p:sp>
      <p:sp>
        <p:nvSpPr>
          <p:cNvPr id="86019" name="Rectangle 3">
            <a:extLst>
              <a:ext uri="{FF2B5EF4-FFF2-40B4-BE49-F238E27FC236}">
                <a16:creationId xmlns:a16="http://schemas.microsoft.com/office/drawing/2014/main" id="{CC85D802-816B-49EE-9AB8-2ACBF6CC9061}"/>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5327E81F-C093-4665-92A3-1F6253079D1A}"/>
              </a:ext>
            </a:extLst>
          </p:cNvPr>
          <p:cNvSpPr>
            <a:spLocks noGrp="1" noRot="1" noChangeAspect="1" noChangeArrowheads="1" noTextEdit="1"/>
          </p:cNvSpPr>
          <p:nvPr>
            <p:ph type="sldImg"/>
          </p:nvPr>
        </p:nvSpPr>
        <p:spPr>
          <a:xfrm>
            <a:off x="2687638" y="509588"/>
            <a:ext cx="4532312" cy="2549525"/>
          </a:xfrm>
          <a:ln/>
        </p:spPr>
      </p:sp>
      <p:sp>
        <p:nvSpPr>
          <p:cNvPr id="87043" name="Rectangle 3">
            <a:extLst>
              <a:ext uri="{FF2B5EF4-FFF2-40B4-BE49-F238E27FC236}">
                <a16:creationId xmlns:a16="http://schemas.microsoft.com/office/drawing/2014/main" id="{78D309F9-BD53-4C65-B255-90D5119B5AAA}"/>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2EE0EB8C-9675-408A-84A5-FA77FAECC2AF}"/>
              </a:ext>
            </a:extLst>
          </p:cNvPr>
          <p:cNvSpPr>
            <a:spLocks noGrp="1" noRot="1" noChangeAspect="1" noChangeArrowheads="1" noTextEdit="1"/>
          </p:cNvSpPr>
          <p:nvPr>
            <p:ph type="sldImg"/>
          </p:nvPr>
        </p:nvSpPr>
        <p:spPr>
          <a:xfrm>
            <a:off x="2687638" y="509588"/>
            <a:ext cx="4532312" cy="2549525"/>
          </a:xfrm>
          <a:ln/>
        </p:spPr>
      </p:sp>
      <p:sp>
        <p:nvSpPr>
          <p:cNvPr id="88067" name="Rectangle 3">
            <a:extLst>
              <a:ext uri="{FF2B5EF4-FFF2-40B4-BE49-F238E27FC236}">
                <a16:creationId xmlns:a16="http://schemas.microsoft.com/office/drawing/2014/main" id="{A6575122-6610-4CE5-9D45-DBBD561118AA}"/>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9877A73B-6BD5-4B4D-A492-02C6F3469F0D}"/>
              </a:ext>
            </a:extLst>
          </p:cNvPr>
          <p:cNvSpPr>
            <a:spLocks noGrp="1" noRot="1" noChangeAspect="1" noChangeArrowheads="1" noTextEdit="1"/>
          </p:cNvSpPr>
          <p:nvPr>
            <p:ph type="sldImg"/>
          </p:nvPr>
        </p:nvSpPr>
        <p:spPr>
          <a:xfrm>
            <a:off x="2687638" y="509588"/>
            <a:ext cx="4532312" cy="2549525"/>
          </a:xfrm>
          <a:ln/>
        </p:spPr>
      </p:sp>
      <p:sp>
        <p:nvSpPr>
          <p:cNvPr id="89091" name="Rectangle 3">
            <a:extLst>
              <a:ext uri="{FF2B5EF4-FFF2-40B4-BE49-F238E27FC236}">
                <a16:creationId xmlns:a16="http://schemas.microsoft.com/office/drawing/2014/main" id="{2125B64C-C68D-48B5-9947-11DCF41606B6}"/>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050">
            <a:extLst>
              <a:ext uri="{FF2B5EF4-FFF2-40B4-BE49-F238E27FC236}">
                <a16:creationId xmlns:a16="http://schemas.microsoft.com/office/drawing/2014/main" id="{6955DD3A-7716-4C5E-BFE8-13638D6F375A}"/>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90115" name="Rectangle 2051">
            <a:extLst>
              <a:ext uri="{FF2B5EF4-FFF2-40B4-BE49-F238E27FC236}">
                <a16:creationId xmlns:a16="http://schemas.microsoft.com/office/drawing/2014/main" id="{963C12E1-C5FC-44F0-A528-D4063A111970}"/>
              </a:ext>
            </a:extLst>
          </p:cNvPr>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DB5137AB-FAE2-4FA5-8CD5-BF88C515925A}"/>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One of the most important thing you need to know before you start designing a processor is how the instructions look like.</a:t>
            </a:r>
          </a:p>
          <a:p>
            <a:r>
              <a:rPr lang="en-US" altLang="zh-TW"/>
              <a:t>Or in more technical term, you need to know the instruction format. One good thing about the MIPS instruction set is that it is very simple.</a:t>
            </a:r>
          </a:p>
          <a:p>
            <a:r>
              <a:rPr lang="en-US" altLang="zh-TW"/>
              <a:t>First of all, all MIPS instructions are 32 bits long and there are only three instruction formats: (a) R-type, (b) I-type, and (c) J-type.</a:t>
            </a:r>
          </a:p>
          <a:p>
            <a:r>
              <a:rPr lang="en-US" altLang="zh-TW"/>
              <a:t>The different fields of the R-type instructions are:</a:t>
            </a:r>
          </a:p>
          <a:p>
            <a:r>
              <a:rPr lang="en-US" altLang="zh-TW"/>
              <a:t>(a) OP specifies the operation of the instruction.</a:t>
            </a:r>
          </a:p>
          <a:p>
            <a:r>
              <a:rPr lang="en-US" altLang="zh-TW"/>
              <a:t>(b) Rs, Rt, and Rd are the source and destination register specifiers.</a:t>
            </a:r>
          </a:p>
          <a:p>
            <a:r>
              <a:rPr lang="en-US" altLang="zh-TW"/>
              <a:t>(c) Shamt specifies the amount you need to shift for the shift instructions.</a:t>
            </a:r>
          </a:p>
          <a:p>
            <a:r>
              <a:rPr lang="en-US" altLang="zh-TW"/>
              <a:t>(d) Funct selects the variant of the operation specified in the p?field.</a:t>
            </a:r>
          </a:p>
          <a:p>
            <a:r>
              <a:rPr lang="en-US" altLang="zh-TW"/>
              <a:t>For the I-type instruction, bits 0 to 15 are used as an immediate field.  I will show you how this immediate field is used differently by different instructions.</a:t>
            </a:r>
          </a:p>
          <a:p>
            <a:r>
              <a:rPr lang="en-US" altLang="zh-TW"/>
              <a:t>Finally for the J-type instruction, bits 0 to 25 become the target address of the jump.</a:t>
            </a:r>
          </a:p>
          <a:p>
            <a:endParaRPr lang="en-US" altLang="zh-TW"/>
          </a:p>
          <a:p>
            <a:r>
              <a:rPr lang="en-US" altLang="zh-TW"/>
              <a:t>+3 = 10 min. (X:50)</a:t>
            </a:r>
          </a:p>
        </p:txBody>
      </p:sp>
      <p:sp>
        <p:nvSpPr>
          <p:cNvPr id="91139" name="Rectangle 3">
            <a:extLst>
              <a:ext uri="{FF2B5EF4-FFF2-40B4-BE49-F238E27FC236}">
                <a16:creationId xmlns:a16="http://schemas.microsoft.com/office/drawing/2014/main" id="{5FC32E19-CB77-4A5B-AAD9-9FA41901977E}"/>
              </a:ext>
            </a:extLst>
          </p:cNvPr>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BD92F45A-8D43-4C70-9381-51DEABCE7D5A}"/>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In today lecture, I will show you how to implement the following subset of MIPS instructions: add, subtract, or immediate, load, store, branch, and the jump instruction.</a:t>
            </a:r>
          </a:p>
          <a:p>
            <a:r>
              <a:rPr lang="en-US" altLang="zh-TW"/>
              <a:t>The Add and Subtract instructions use the R format.  The Op together with the Func fields together specified all the different kinds of add and subtract instructions.</a:t>
            </a:r>
          </a:p>
          <a:p>
            <a:r>
              <a:rPr lang="en-US" altLang="zh-TW"/>
              <a:t>Rs and Rt specifies the source registers.  And the Rd field specifies the destination register.</a:t>
            </a:r>
          </a:p>
          <a:p>
            <a:r>
              <a:rPr lang="en-US" altLang="zh-TW"/>
              <a:t>The Or immediate instruction uses the I format.  It only uses one source register, Rs.  The other operand comes from the immediate field. The Rt field is used to specified the destination register. (Note that dest is the Rt field!)</a:t>
            </a:r>
          </a:p>
          <a:p>
            <a:r>
              <a:rPr lang="en-US" altLang="zh-TW"/>
              <a:t>Both the load and store instructions use the I format and both add the Rs and the immediate filed together to from the memory address.</a:t>
            </a:r>
          </a:p>
          <a:p>
            <a:r>
              <a:rPr lang="en-US" altLang="zh-TW"/>
              <a:t>The difference is that the load instruction will load the data from memory into Rt while the store instruction will store the data in Rt into the memory.</a:t>
            </a:r>
          </a:p>
          <a:p>
            <a:r>
              <a:rPr lang="en-US" altLang="zh-TW"/>
              <a:t>The branch on equal instruction also uses the I format.  Here Rs and Rt are used to specified the registers we need to compare.</a:t>
            </a:r>
          </a:p>
          <a:p>
            <a:r>
              <a:rPr lang="en-US" altLang="zh-TW"/>
              <a:t>If these two registers are equal, we will branch to a location offset by the immediate field.</a:t>
            </a:r>
          </a:p>
          <a:p>
            <a:r>
              <a:rPr lang="en-US" altLang="zh-TW"/>
              <a:t>Finally, the jump instruction uses the J format and always causes the program to jump to a memory location specified in the address field. </a:t>
            </a:r>
          </a:p>
          <a:p>
            <a:r>
              <a:rPr lang="en-US" altLang="zh-TW"/>
              <a:t>I know I went over this rather quickly and you may have missed something.  But don worry, this is just an overview.  You will keep seeing these (point to the format) all day today.</a:t>
            </a:r>
          </a:p>
          <a:p>
            <a:endParaRPr lang="en-US" altLang="zh-TW"/>
          </a:p>
          <a:p>
            <a:r>
              <a:rPr lang="en-US" altLang="zh-TW"/>
              <a:t>+3 = 13 min. (X:53)</a:t>
            </a:r>
          </a:p>
        </p:txBody>
      </p:sp>
      <p:sp>
        <p:nvSpPr>
          <p:cNvPr id="92163" name="Rectangle 3">
            <a:extLst>
              <a:ext uri="{FF2B5EF4-FFF2-40B4-BE49-F238E27FC236}">
                <a16:creationId xmlns:a16="http://schemas.microsoft.com/office/drawing/2014/main" id="{12208B9A-9D18-450F-803C-BFEA3BC4D58A}"/>
              </a:ext>
            </a:extLst>
          </p:cNvPr>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95CC66D3-695E-401E-8702-1C4A80128651}"/>
              </a:ext>
            </a:extLst>
          </p:cNvPr>
          <p:cNvSpPr>
            <a:spLocks noGrp="1" noRot="1" noChangeAspect="1" noChangeArrowheads="1" noTextEdit="1"/>
          </p:cNvSpPr>
          <p:nvPr>
            <p:ph type="sldImg"/>
          </p:nvPr>
        </p:nvSpPr>
        <p:spPr>
          <a:xfrm>
            <a:off x="2722563" y="444500"/>
            <a:ext cx="4481512" cy="2522538"/>
          </a:xfrm>
          <a:noFill/>
          <a:ln cap="flat">
            <a:solidFill>
              <a:schemeClr val="tx1"/>
            </a:solidFill>
          </a:ln>
        </p:spPr>
      </p:sp>
      <p:sp>
        <p:nvSpPr>
          <p:cNvPr id="93187" name="Rectangle 3">
            <a:extLst>
              <a:ext uri="{FF2B5EF4-FFF2-40B4-BE49-F238E27FC236}">
                <a16:creationId xmlns:a16="http://schemas.microsoft.com/office/drawing/2014/main" id="{2D161B91-674A-49B5-BFD9-EB21006518EE}"/>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48AF8E7F-F09E-43AA-8589-68A983DA567C}"/>
              </a:ext>
            </a:extLst>
          </p:cNvPr>
          <p:cNvSpPr>
            <a:spLocks noGrp="1" noRot="1" noChangeAspect="1" noChangeArrowheads="1" noTextEdit="1"/>
          </p:cNvSpPr>
          <p:nvPr>
            <p:ph type="sldImg"/>
          </p:nvPr>
        </p:nvSpPr>
        <p:spPr>
          <a:xfrm>
            <a:off x="2722563" y="444500"/>
            <a:ext cx="4481512" cy="2522538"/>
          </a:xfrm>
          <a:noFill/>
          <a:ln cap="flat">
            <a:solidFill>
              <a:schemeClr val="tx1"/>
            </a:solidFill>
          </a:ln>
        </p:spPr>
      </p:sp>
      <p:sp>
        <p:nvSpPr>
          <p:cNvPr id="94211" name="Rectangle 3">
            <a:extLst>
              <a:ext uri="{FF2B5EF4-FFF2-40B4-BE49-F238E27FC236}">
                <a16:creationId xmlns:a16="http://schemas.microsoft.com/office/drawing/2014/main" id="{F551DA2F-C05C-40DB-81F0-3E22BB400218}"/>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5DF784AE-B77F-4BCB-89BC-45A8ABE9A9CA}"/>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Based on the Register Transfer Language examples we have so far, we know we will need the following combinational logic elements.</a:t>
            </a:r>
          </a:p>
          <a:p>
            <a:r>
              <a:rPr lang="en-US" altLang="zh-TW"/>
              <a:t>We will need an adder to update the program counter.</a:t>
            </a:r>
          </a:p>
          <a:p>
            <a:r>
              <a:rPr lang="en-US" altLang="zh-TW"/>
              <a:t>A MUX to select the results.</a:t>
            </a:r>
          </a:p>
          <a:p>
            <a:r>
              <a:rPr lang="en-US" altLang="zh-TW"/>
              <a:t>And finally, an ALU to do various arithmetic and logic operation.</a:t>
            </a:r>
          </a:p>
          <a:p>
            <a:endParaRPr lang="en-US" altLang="zh-TW"/>
          </a:p>
          <a:p>
            <a:r>
              <a:rPr lang="en-US" altLang="zh-TW"/>
              <a:t>+1 = 30 min. (Y:10)</a:t>
            </a:r>
          </a:p>
        </p:txBody>
      </p:sp>
      <p:sp>
        <p:nvSpPr>
          <p:cNvPr id="95235" name="Rectangle 3">
            <a:extLst>
              <a:ext uri="{FF2B5EF4-FFF2-40B4-BE49-F238E27FC236}">
                <a16:creationId xmlns:a16="http://schemas.microsoft.com/office/drawing/2014/main" id="{A6E2D968-F583-4AFE-A285-B95B0CE2B015}"/>
              </a:ext>
            </a:extLst>
          </p:cNvPr>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3FA989B0-CD25-4370-9F21-54E264C73304}"/>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As far as storage elements are concerned, we will need a N-bit register that is similar to the D flip-flop I showed you in class.</a:t>
            </a:r>
          </a:p>
          <a:p>
            <a:r>
              <a:rPr lang="en-US" altLang="zh-TW"/>
              <a:t>The significant difference here is that the register will have a Write Enable input.</a:t>
            </a:r>
          </a:p>
          <a:p>
            <a:r>
              <a:rPr lang="en-US" altLang="zh-TW"/>
              <a:t>That is the content of the register will NOT  be updated if Write Enable is not asserted (0).</a:t>
            </a:r>
          </a:p>
          <a:p>
            <a:r>
              <a:rPr lang="en-US" altLang="zh-TW"/>
              <a:t>The content is updated at the clock tick ONLY if the Write Enable signal is asserted (1).</a:t>
            </a:r>
          </a:p>
          <a:p>
            <a:endParaRPr lang="en-US" altLang="zh-TW"/>
          </a:p>
          <a:p>
            <a:r>
              <a:rPr lang="en-US" altLang="zh-TW"/>
              <a:t>+1 = 31 min. (Y:11)</a:t>
            </a:r>
          </a:p>
        </p:txBody>
      </p:sp>
      <p:sp>
        <p:nvSpPr>
          <p:cNvPr id="96259" name="Rectangle 3">
            <a:extLst>
              <a:ext uri="{FF2B5EF4-FFF2-40B4-BE49-F238E27FC236}">
                <a16:creationId xmlns:a16="http://schemas.microsoft.com/office/drawing/2014/main" id="{F9CC76EF-6B8F-4554-ABA4-B0DC3C3A6212}"/>
              </a:ext>
            </a:extLst>
          </p:cNvPr>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FA2E31AD-E698-43D5-B2C9-2F68B2DE9A24}"/>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We will also need a register file that consists of 32 32-bit registers with two output busses (busA and busB) and one input bus.</a:t>
            </a:r>
          </a:p>
          <a:p>
            <a:r>
              <a:rPr lang="en-US" altLang="zh-TW"/>
              <a:t>The register specifiers Ra and Rb select the registers to put on busA and busB  respectively.</a:t>
            </a:r>
          </a:p>
          <a:p>
            <a:r>
              <a:rPr lang="en-US" altLang="zh-TW"/>
              <a:t>When Write Enable is 1, the register specifier Rw selects the register to be written via busW.</a:t>
            </a:r>
          </a:p>
          <a:p>
            <a:r>
              <a:rPr lang="en-US" altLang="zh-TW"/>
              <a:t>In our simplified version of the register file, the write operation will occurs at the clock tick.</a:t>
            </a:r>
          </a:p>
          <a:p>
            <a:r>
              <a:rPr lang="en-US" altLang="zh-TW"/>
              <a:t>Keep in mind that the clock input is a factor ONLY during the write operation.</a:t>
            </a:r>
          </a:p>
          <a:p>
            <a:r>
              <a:rPr lang="en-US" altLang="zh-TW"/>
              <a:t>During read operation, the register file behaves as a combinational logic block.</a:t>
            </a:r>
          </a:p>
          <a:p>
            <a:r>
              <a:rPr lang="en-US" altLang="zh-TW"/>
              <a:t>That is if you put a valid value on Ra, then bus A will become valid after the register file access time.</a:t>
            </a:r>
          </a:p>
          <a:p>
            <a:r>
              <a:rPr lang="en-US" altLang="zh-TW"/>
              <a:t>Similarly if you put a valid value on Rb, bus B will become valid after the register file access time.   In both cases (Ra and Rb), the clock input is not a factor.</a:t>
            </a:r>
          </a:p>
          <a:p>
            <a:endParaRPr lang="en-US" altLang="zh-TW"/>
          </a:p>
          <a:p>
            <a:r>
              <a:rPr lang="en-US" altLang="zh-TW"/>
              <a:t>+2 = 33 min. (Y:13)</a:t>
            </a:r>
          </a:p>
        </p:txBody>
      </p:sp>
      <p:sp>
        <p:nvSpPr>
          <p:cNvPr id="97283" name="Rectangle 3">
            <a:extLst>
              <a:ext uri="{FF2B5EF4-FFF2-40B4-BE49-F238E27FC236}">
                <a16:creationId xmlns:a16="http://schemas.microsoft.com/office/drawing/2014/main" id="{F49AC0D7-CAE2-4BBF-B415-F4A1265679BA}"/>
              </a:ext>
            </a:extLst>
          </p:cNvPr>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8928DE73-C8B7-413D-9D71-9A979247D8DF}"/>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The last storage element you will need for the datapath is the idealized memory to store your data and instructions.</a:t>
            </a:r>
          </a:p>
          <a:p>
            <a:r>
              <a:rPr lang="en-US" altLang="zh-TW"/>
              <a:t>This idealized memory block has just one input bus (DataIn) and one output bus (DataOut).</a:t>
            </a:r>
          </a:p>
          <a:p>
            <a:r>
              <a:rPr lang="en-US" altLang="zh-TW"/>
              <a:t>When Write Enable is 0, the address selects the memory word to put on the Data Out bus.</a:t>
            </a:r>
          </a:p>
          <a:p>
            <a:r>
              <a:rPr lang="en-US" altLang="zh-TW"/>
              <a:t>When Write Enable is 1, the address selects the memory word to be written via the DataIn bus at the next clock tick.</a:t>
            </a:r>
          </a:p>
          <a:p>
            <a:r>
              <a:rPr lang="en-US" altLang="zh-TW"/>
              <a:t>Once again, the clock input is a factor ONLY during the write operation.</a:t>
            </a:r>
          </a:p>
          <a:p>
            <a:r>
              <a:rPr lang="en-US" altLang="zh-TW"/>
              <a:t>During read operation, it behaves as a combinational logic block.</a:t>
            </a:r>
          </a:p>
          <a:p>
            <a:r>
              <a:rPr lang="en-US" altLang="zh-TW"/>
              <a:t>That is if you put a valid value on the address lines, the output bus DataOut will become valid after the access time of the memory.</a:t>
            </a:r>
          </a:p>
          <a:p>
            <a:endParaRPr lang="en-US" altLang="zh-TW"/>
          </a:p>
          <a:p>
            <a:r>
              <a:rPr lang="en-US" altLang="zh-TW"/>
              <a:t>+2 = 35 min. (Y:15)</a:t>
            </a:r>
          </a:p>
        </p:txBody>
      </p:sp>
      <p:sp>
        <p:nvSpPr>
          <p:cNvPr id="98307" name="Rectangle 3">
            <a:extLst>
              <a:ext uri="{FF2B5EF4-FFF2-40B4-BE49-F238E27FC236}">
                <a16:creationId xmlns:a16="http://schemas.microsoft.com/office/drawing/2014/main" id="{A1A18C41-DDC4-4985-AE10-01817F5C8D6D}"/>
              </a:ext>
            </a:extLst>
          </p:cNvPr>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A5FDBD7A-234B-4AA8-8770-24591FE1EB05}"/>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Now let take a look at the first major component of the datapath: the instruction fetch unit.</a:t>
            </a:r>
          </a:p>
          <a:p>
            <a:r>
              <a:rPr lang="en-US" altLang="zh-TW"/>
              <a:t>The common RTL operations for all instructions are:</a:t>
            </a:r>
          </a:p>
          <a:p>
            <a:r>
              <a:rPr lang="en-US" altLang="zh-TW"/>
              <a:t>(a) Fetch the instruction using the Program Counter (PC) at the beginning of an</a:t>
            </a:r>
          </a:p>
          <a:p>
            <a:r>
              <a:rPr lang="en-US" altLang="zh-TW"/>
              <a:t>     instruction execution (PC -&gt; Instruction Memory -&gt; Instruction Word).</a:t>
            </a:r>
          </a:p>
          <a:p>
            <a:r>
              <a:rPr lang="en-US" altLang="zh-TW"/>
              <a:t>(b) Then at the end of the instruction execution, you need to update the</a:t>
            </a:r>
          </a:p>
          <a:p>
            <a:r>
              <a:rPr lang="en-US" altLang="zh-TW"/>
              <a:t>     Program Counter (PC -&gt; Next Address Logic -&gt; PC).</a:t>
            </a:r>
          </a:p>
          <a:p>
            <a:r>
              <a:rPr lang="en-US" altLang="zh-TW"/>
              <a:t>More specifically, you need to increment the PC by 4 if you are executing sequential code.</a:t>
            </a:r>
          </a:p>
          <a:p>
            <a:r>
              <a:rPr lang="en-US" altLang="zh-TW"/>
              <a:t>For Branch and Jump instructions, you need to update the program counter to omething else?other than plus 4.</a:t>
            </a:r>
          </a:p>
          <a:p>
            <a:r>
              <a:rPr lang="en-US" altLang="zh-TW"/>
              <a:t>I will show you what is inside this Next Address Logic block when we talked about the Branch and Jump instructions.</a:t>
            </a:r>
          </a:p>
          <a:p>
            <a:r>
              <a:rPr lang="en-US" altLang="zh-TW"/>
              <a:t>For now, let focus our attention to the Add and Subtract instructions.</a:t>
            </a:r>
          </a:p>
          <a:p>
            <a:endParaRPr lang="en-US" altLang="zh-TW"/>
          </a:p>
          <a:p>
            <a:r>
              <a:rPr lang="en-US" altLang="zh-TW"/>
              <a:t>+2 = 37 min. (Y:17)</a:t>
            </a:r>
          </a:p>
        </p:txBody>
      </p:sp>
      <p:sp>
        <p:nvSpPr>
          <p:cNvPr id="99331" name="Rectangle 3">
            <a:extLst>
              <a:ext uri="{FF2B5EF4-FFF2-40B4-BE49-F238E27FC236}">
                <a16:creationId xmlns:a16="http://schemas.microsoft.com/office/drawing/2014/main" id="{D72F91AF-6432-4FD4-B800-442446D9A9EF}"/>
              </a:ext>
            </a:extLst>
          </p:cNvPr>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787B712E-77A1-4A3F-92B7-6FD13DA5DDD5}"/>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And here is the datapath that can do the trick.</a:t>
            </a:r>
          </a:p>
          <a:p>
            <a:r>
              <a:rPr lang="en-US" altLang="zh-TW"/>
              <a:t>First of all, we connect the register file Ra, Rb, and Rw input to the Rd, Rs, and Rt fields of the instruction bus (points to the format diagram).</a:t>
            </a:r>
          </a:p>
          <a:p>
            <a:r>
              <a:rPr lang="en-US" altLang="zh-TW"/>
              <a:t>Then we need to connect  busA and busB of the register file to the ALU.</a:t>
            </a:r>
          </a:p>
          <a:p>
            <a:r>
              <a:rPr lang="en-US" altLang="zh-TW"/>
              <a:t>Finally, we need to connect the output of the ALU to the input bus of the  register file.</a:t>
            </a:r>
          </a:p>
          <a:p>
            <a:r>
              <a:rPr lang="en-US" altLang="zh-TW"/>
              <a:t>Conceptually, this is how it works.</a:t>
            </a:r>
          </a:p>
          <a:p>
            <a:r>
              <a:rPr lang="en-US" altLang="zh-TW"/>
              <a:t>The instruction bus coming out of the Instruction memory will set the Ra and Rb to the register specifiers Rs and Rt.</a:t>
            </a:r>
          </a:p>
          <a:p>
            <a:r>
              <a:rPr lang="en-US" altLang="zh-TW"/>
              <a:t>This causes the register file to put the value of register Rs onto busA and the value of register Rt onto busB, respectively.</a:t>
            </a:r>
          </a:p>
          <a:p>
            <a:r>
              <a:rPr lang="en-US" altLang="zh-TW"/>
              <a:t>By setting the ALUctr appropriately, the ALU will perform either the Add and Subtract for us.</a:t>
            </a:r>
          </a:p>
          <a:p>
            <a:r>
              <a:rPr lang="en-US" altLang="zh-TW"/>
              <a:t>The result is then fed back to the register file where the register specifier Rw should already be set to the instruction bus Rd field.</a:t>
            </a:r>
          </a:p>
          <a:p>
            <a:r>
              <a:rPr lang="en-US" altLang="zh-TW"/>
              <a:t>Since the control, which we will design in our next lecture, should have already set the RegWr signal to 1, the result will be written back to the register file at the next clock tick (points to the Clk input).</a:t>
            </a:r>
          </a:p>
          <a:p>
            <a:endParaRPr lang="en-US" altLang="zh-TW"/>
          </a:p>
          <a:p>
            <a:r>
              <a:rPr lang="en-US" altLang="zh-TW"/>
              <a:t>+3 = 42 min. (Y:22)</a:t>
            </a:r>
          </a:p>
        </p:txBody>
      </p:sp>
      <p:sp>
        <p:nvSpPr>
          <p:cNvPr id="100355" name="Rectangle 3">
            <a:extLst>
              <a:ext uri="{FF2B5EF4-FFF2-40B4-BE49-F238E27FC236}">
                <a16:creationId xmlns:a16="http://schemas.microsoft.com/office/drawing/2014/main" id="{351A3007-ACEC-4DCA-9F1E-D231A72ABA2C}"/>
              </a:ext>
            </a:extLst>
          </p:cNvPr>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3DEE397F-D1A8-44F7-BB01-3A788785140C}"/>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Once again we cannot use the instruction Rd field for the Register File Rw input because load is a I-type instruction and there is no such thing as the Rd field in the I format.</a:t>
            </a:r>
          </a:p>
          <a:p>
            <a:r>
              <a:rPr lang="en-US" altLang="zh-TW"/>
              <a:t>So instead of Rd, the Rt field is used to specify the destination register through this two to  one multiplexor.</a:t>
            </a:r>
          </a:p>
          <a:p>
            <a:r>
              <a:rPr lang="en-US" altLang="zh-TW"/>
              <a:t>The first operand of the ALU comes from busA of the register file which contains the value of Register Rs (points to the Ra input of the register file).</a:t>
            </a:r>
          </a:p>
          <a:p>
            <a:r>
              <a:rPr lang="en-US" altLang="zh-TW"/>
              <a:t>The second operand, on the other hand, comes from the immediate field of the instruction.</a:t>
            </a:r>
          </a:p>
          <a:p>
            <a:r>
              <a:rPr lang="en-US" altLang="zh-TW"/>
              <a:t>Instead of using the Zero Extender I used in datapath for the or immediate datapath, I have to use a more general purpose Extender that can do both Sign Extend and Zero Extend.</a:t>
            </a:r>
          </a:p>
          <a:p>
            <a:r>
              <a:rPr lang="en-US" altLang="zh-TW"/>
              <a:t>The ALU then adds these two operands together to form the memory address.</a:t>
            </a:r>
          </a:p>
          <a:p>
            <a:r>
              <a:rPr lang="en-US" altLang="zh-TW"/>
              <a:t>Consequently, the output of the ALU has to go to two places:</a:t>
            </a:r>
          </a:p>
          <a:p>
            <a:r>
              <a:rPr lang="en-US" altLang="zh-TW"/>
              <a:t>(a) First the address input of the data memory.</a:t>
            </a:r>
          </a:p>
          <a:p>
            <a:r>
              <a:rPr lang="en-US" altLang="zh-TW"/>
              <a:t>(b) And secondly, also to the input of this two-to-one multiplexer.</a:t>
            </a:r>
          </a:p>
          <a:p>
            <a:r>
              <a:rPr lang="en-US" altLang="zh-TW"/>
              <a:t>The other input of this multiplexer comes from the output of the data memory so we can place the output of the data memory onto the register file input bus for the load instruction.</a:t>
            </a:r>
          </a:p>
          <a:p>
            <a:r>
              <a:rPr lang="en-US" altLang="zh-TW"/>
              <a:t>For Add, Subtract, and the Or immediate instructions, the output of the ALU will be selected to be placed on the input bus of the register file.</a:t>
            </a:r>
          </a:p>
          <a:p>
            <a:r>
              <a:rPr lang="en-US" altLang="zh-TW"/>
              <a:t>In either case, the control signal RegWr should be asserted so the register file will be written at the end of the cycle.</a:t>
            </a:r>
          </a:p>
          <a:p>
            <a:endParaRPr lang="en-US" altLang="zh-TW"/>
          </a:p>
          <a:p>
            <a:r>
              <a:rPr lang="en-US" altLang="zh-TW"/>
              <a:t>+3 = 60 min. (Y:40)</a:t>
            </a:r>
          </a:p>
        </p:txBody>
      </p:sp>
      <p:sp>
        <p:nvSpPr>
          <p:cNvPr id="101379" name="Rectangle 3">
            <a:extLst>
              <a:ext uri="{FF2B5EF4-FFF2-40B4-BE49-F238E27FC236}">
                <a16:creationId xmlns:a16="http://schemas.microsoft.com/office/drawing/2014/main" id="{0AC37F30-D7F8-4EC9-8D52-F263B732CA28}"/>
              </a:ext>
            </a:extLst>
          </p:cNvPr>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946CC173-9464-47EC-9361-24DEE013B24E}"/>
              </a:ext>
            </a:extLst>
          </p:cNvPr>
          <p:cNvSpPr>
            <a:spLocks noGrp="1" noRot="1" noChangeAspect="1" noChangeArrowheads="1" noTextEdit="1"/>
          </p:cNvSpPr>
          <p:nvPr>
            <p:ph type="sldImg"/>
          </p:nvPr>
        </p:nvSpPr>
        <p:spPr>
          <a:xfrm>
            <a:off x="2687638" y="509588"/>
            <a:ext cx="4532312" cy="2549525"/>
          </a:xfrm>
          <a:ln/>
        </p:spPr>
      </p:sp>
      <p:sp>
        <p:nvSpPr>
          <p:cNvPr id="102403" name="Rectangle 3">
            <a:extLst>
              <a:ext uri="{FF2B5EF4-FFF2-40B4-BE49-F238E27FC236}">
                <a16:creationId xmlns:a16="http://schemas.microsoft.com/office/drawing/2014/main" id="{C9381441-68B1-4349-B83C-AD2502B5DD5A}"/>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686FAF93-FE95-4CDB-86CD-368B7829B6C0}"/>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How does the branch on equal instruction work?</a:t>
            </a:r>
          </a:p>
          <a:p>
            <a:r>
              <a:rPr lang="en-US" altLang="zh-TW"/>
              <a:t>Well it calculates the branch condition by subtracting the register selected by the Rt field from the register selected by the Rs field.</a:t>
            </a:r>
          </a:p>
          <a:p>
            <a:r>
              <a:rPr lang="en-US" altLang="zh-TW"/>
              <a:t>If the result of the subtraction is zero, then these two registers are equal and we take a branch.  Otherwise, we keep going down the sequential path (PC &lt;- PC +4).</a:t>
            </a:r>
          </a:p>
          <a:p>
            <a:endParaRPr lang="en-US" altLang="zh-TW"/>
          </a:p>
          <a:p>
            <a:r>
              <a:rPr lang="en-US" altLang="zh-TW"/>
              <a:t>+1 = 65 min. (Y:45)</a:t>
            </a:r>
          </a:p>
        </p:txBody>
      </p:sp>
      <p:sp>
        <p:nvSpPr>
          <p:cNvPr id="103427" name="Rectangle 3">
            <a:extLst>
              <a:ext uri="{FF2B5EF4-FFF2-40B4-BE49-F238E27FC236}">
                <a16:creationId xmlns:a16="http://schemas.microsoft.com/office/drawing/2014/main" id="{62B63380-FF77-449C-92E9-A2911F085041}"/>
              </a:ext>
            </a:extLst>
          </p:cNvPr>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6CB3507F-3A6C-449D-861B-0B3A1FCA4C2F}"/>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The datapath for calculating the branch condition is rather simple.</a:t>
            </a:r>
          </a:p>
          <a:p>
            <a:r>
              <a:rPr lang="en-US" altLang="zh-TW"/>
              <a:t>All we have to do is feed the Rs and Rt fields of the instruction into the Ra and Rb inputs of the register file.</a:t>
            </a:r>
          </a:p>
          <a:p>
            <a:r>
              <a:rPr lang="en-US" altLang="zh-TW"/>
              <a:t>Bus A will then contain the value from the register selected by Rs.</a:t>
            </a:r>
          </a:p>
          <a:p>
            <a:r>
              <a:rPr lang="en-US" altLang="zh-TW"/>
              <a:t>And bus B will contain the value from the register selected by Rt.</a:t>
            </a:r>
          </a:p>
          <a:p>
            <a:r>
              <a:rPr lang="en-US" altLang="zh-TW"/>
              <a:t>The next thing to do is to ask the ALU to perform a subtract operation and feed the output Zero to the next address logic.</a:t>
            </a:r>
          </a:p>
          <a:p>
            <a:r>
              <a:rPr lang="en-US" altLang="zh-TW"/>
              <a:t>How does the next address logic block look like?</a:t>
            </a:r>
          </a:p>
          <a:p>
            <a:r>
              <a:rPr lang="en-US" altLang="zh-TW"/>
              <a:t>Well, before I show you that, let take a look at the binary arithmetics behind the program counter (PC).</a:t>
            </a:r>
          </a:p>
          <a:p>
            <a:endParaRPr lang="en-US" altLang="zh-TW"/>
          </a:p>
          <a:p>
            <a:r>
              <a:rPr lang="en-US" altLang="zh-TW"/>
              <a:t>+2 = 67 min. (Y:47)</a:t>
            </a:r>
          </a:p>
        </p:txBody>
      </p:sp>
      <p:sp>
        <p:nvSpPr>
          <p:cNvPr id="104451" name="Rectangle 3">
            <a:extLst>
              <a:ext uri="{FF2B5EF4-FFF2-40B4-BE49-F238E27FC236}">
                <a16:creationId xmlns:a16="http://schemas.microsoft.com/office/drawing/2014/main" id="{69998584-61A5-4D4A-9D8E-A9376599E002}"/>
              </a:ext>
            </a:extLst>
          </p:cNvPr>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560364F1-70EC-4F75-9995-A5CB2DE248C3}"/>
              </a:ext>
            </a:extLst>
          </p:cNvPr>
          <p:cNvSpPr>
            <a:spLocks noGrp="1" noRot="1" noChangeAspect="1" noChangeArrowheads="1" noTextEdit="1"/>
          </p:cNvSpPr>
          <p:nvPr>
            <p:ph type="sldImg"/>
          </p:nvPr>
        </p:nvSpPr>
        <p:spPr>
          <a:xfrm>
            <a:off x="2687638" y="509588"/>
            <a:ext cx="4532312" cy="2549525"/>
          </a:xfrm>
          <a:ln/>
        </p:spPr>
      </p:sp>
      <p:sp>
        <p:nvSpPr>
          <p:cNvPr id="105475" name="Rectangle 3">
            <a:extLst>
              <a:ext uri="{FF2B5EF4-FFF2-40B4-BE49-F238E27FC236}">
                <a16:creationId xmlns:a16="http://schemas.microsoft.com/office/drawing/2014/main" id="{77C7F378-CA30-4A57-BCE8-772FC2EDE0FB}"/>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94A2334E-3F90-47E5-843C-461C7F0093CF}"/>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Let take a more quantitative picture of what is happening.</a:t>
            </a:r>
          </a:p>
          <a:p>
            <a:r>
              <a:rPr lang="en-US" altLang="zh-TW"/>
              <a:t>At each clock tick, the Program Counter will present its latest value to the Instruction memory after Clk-to-Q time.</a:t>
            </a:r>
          </a:p>
          <a:p>
            <a:r>
              <a:rPr lang="en-US" altLang="zh-TW"/>
              <a:t>After a delay of the Instruction Memory Access time, the Opcode, Rd, Rs, Rt, and Function fields will become valid on the instruction bus.</a:t>
            </a:r>
          </a:p>
          <a:p>
            <a:r>
              <a:rPr lang="en-US" altLang="zh-TW"/>
              <a:t>Once we have the new instruction, that is the Add or Subtract instruction, on the instruction bus, two things happen in parallel.</a:t>
            </a:r>
          </a:p>
          <a:p>
            <a:r>
              <a:rPr lang="en-US" altLang="zh-TW"/>
              <a:t>First of all, the control unit will decode the Opcode and Func field and set the control signals ALUctr and RegWr accordingly.  We will cover this in the next lecture.</a:t>
            </a:r>
          </a:p>
          <a:p>
            <a:r>
              <a:rPr lang="en-US" altLang="zh-TW"/>
              <a:t>While this is happening (points to Control Delay), we will also be reading the register file (Register File Access Time).</a:t>
            </a:r>
          </a:p>
          <a:p>
            <a:r>
              <a:rPr lang="en-US" altLang="zh-TW"/>
              <a:t>Once the data is valid on busA and busB, the ALU will perform the Add or Subtract operation based on the ALUctr signal.</a:t>
            </a:r>
          </a:p>
          <a:p>
            <a:r>
              <a:rPr lang="en-US" altLang="zh-TW"/>
              <a:t>Hopefully, the ALU is fast enough that it will finish the operation (ALU Delay) before the next clock tick.</a:t>
            </a:r>
          </a:p>
          <a:p>
            <a:r>
              <a:rPr lang="en-US" altLang="zh-TW"/>
              <a:t>At the next clock tick, the output of the ALU will be written into the register file because the RegWr signal will be equal to 1.</a:t>
            </a:r>
          </a:p>
          <a:p>
            <a:endParaRPr lang="en-US" altLang="zh-TW"/>
          </a:p>
          <a:p>
            <a:r>
              <a:rPr lang="en-US" altLang="zh-TW"/>
              <a:t>+3 = 45 min. (Y:25)</a:t>
            </a:r>
          </a:p>
        </p:txBody>
      </p:sp>
      <p:sp>
        <p:nvSpPr>
          <p:cNvPr id="106499" name="Rectangle 3">
            <a:extLst>
              <a:ext uri="{FF2B5EF4-FFF2-40B4-BE49-F238E27FC236}">
                <a16:creationId xmlns:a16="http://schemas.microsoft.com/office/drawing/2014/main" id="{57090B58-5440-4C6D-9621-D65860DEF550}"/>
              </a:ext>
            </a:extLst>
          </p:cNvPr>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222009A4-32B2-46F9-97C8-D1E1BB44A107}"/>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Now with the clocking methodology back in your mind, we can think about how the critical path of our bstract?datapath may look like.</a:t>
            </a:r>
          </a:p>
          <a:p>
            <a:r>
              <a:rPr lang="en-US" altLang="zh-TW"/>
              <a:t>One thing to keep in mind about the Register File and Ideal Memory (points to both Instruction and Data) is that the Clock input is a factor ONLY during the write operation.</a:t>
            </a:r>
          </a:p>
          <a:p>
            <a:r>
              <a:rPr lang="en-US" altLang="zh-TW"/>
              <a:t>For read operation, the CLK input is not a factor.  The register file and the ideal memory behave as if they are combinational logic.</a:t>
            </a:r>
          </a:p>
          <a:p>
            <a:r>
              <a:rPr lang="en-US" altLang="zh-TW"/>
              <a:t>That is you apply an address to the input, then after certain delay, which we called access time, the output is valid.</a:t>
            </a:r>
          </a:p>
          <a:p>
            <a:r>
              <a:rPr lang="en-US" altLang="zh-TW"/>
              <a:t>We will come back to these points (point to the ehave?bullets) later in this lecture.</a:t>
            </a:r>
          </a:p>
          <a:p>
            <a:r>
              <a:rPr lang="en-US" altLang="zh-TW"/>
              <a:t>But for now, let look at this bstract?datapath critical path which occurs when the datapath tries to execute the Load instruction.</a:t>
            </a:r>
          </a:p>
          <a:p>
            <a:r>
              <a:rPr lang="en-US" altLang="zh-TW"/>
              <a:t>The time it takes to execute the load instruction are the sum of:</a:t>
            </a:r>
          </a:p>
          <a:p>
            <a:r>
              <a:rPr lang="en-US" altLang="zh-TW"/>
              <a:t>(a) The PC clock-to-Q time.</a:t>
            </a:r>
          </a:p>
          <a:p>
            <a:r>
              <a:rPr lang="en-US" altLang="zh-TW"/>
              <a:t>(b) The instruction memory access time.</a:t>
            </a:r>
          </a:p>
          <a:p>
            <a:r>
              <a:rPr lang="en-US" altLang="zh-TW"/>
              <a:t>(c) The time it takes to read the register file.</a:t>
            </a:r>
          </a:p>
          <a:p>
            <a:r>
              <a:rPr lang="en-US" altLang="zh-TW"/>
              <a:t>(d) The ALU delay in calculating the Data Memory Address.</a:t>
            </a:r>
          </a:p>
          <a:p>
            <a:r>
              <a:rPr lang="en-US" altLang="zh-TW"/>
              <a:t>(e) The time it takes to read the Data Memory.</a:t>
            </a:r>
          </a:p>
          <a:p>
            <a:r>
              <a:rPr lang="en-US" altLang="zh-TW"/>
              <a:t>(f) And finally, the setup time for the register file and clock skew.</a:t>
            </a:r>
          </a:p>
          <a:p>
            <a:endParaRPr lang="en-US" altLang="zh-TW"/>
          </a:p>
          <a:p>
            <a:r>
              <a:rPr lang="en-US" altLang="zh-TW"/>
              <a:t>+3 = 21 (Y:01)</a:t>
            </a:r>
          </a:p>
        </p:txBody>
      </p:sp>
      <p:sp>
        <p:nvSpPr>
          <p:cNvPr id="107523" name="Rectangle 3">
            <a:extLst>
              <a:ext uri="{FF2B5EF4-FFF2-40B4-BE49-F238E27FC236}">
                <a16:creationId xmlns:a16="http://schemas.microsoft.com/office/drawing/2014/main" id="{6F75933E-5401-47D1-9B2F-0B39268ACC1E}"/>
              </a:ext>
            </a:extLst>
          </p:cNvPr>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CFA03D88-652B-4629-A9FA-5558B99DF31D}"/>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This timing diagram shows the worst case timing of our single cycle datapath which occurs at the load instruction.</a:t>
            </a:r>
          </a:p>
          <a:p>
            <a:r>
              <a:rPr lang="en-US" altLang="zh-TW"/>
              <a:t>Clock to Q time after the clock tick, PC will present its new value to the Instruction memory.</a:t>
            </a:r>
          </a:p>
          <a:p>
            <a:r>
              <a:rPr lang="en-US" altLang="zh-TW"/>
              <a:t>After a delay of instruction access time, the instruction bus (Rs, Rt, ...) becomes valid.</a:t>
            </a:r>
          </a:p>
          <a:p>
            <a:r>
              <a:rPr lang="en-US" altLang="zh-TW"/>
              <a:t>Then three things happens in parallel:</a:t>
            </a:r>
          </a:p>
          <a:p>
            <a:r>
              <a:rPr lang="en-US" altLang="zh-TW"/>
              <a:t>(a) First the Control generates the control signals (Delay through Control Logic).</a:t>
            </a:r>
          </a:p>
          <a:p>
            <a:r>
              <a:rPr lang="en-US" altLang="zh-TW"/>
              <a:t>(b) Secondly, the regiser file is access to put Rs onto busA.</a:t>
            </a:r>
          </a:p>
          <a:p>
            <a:r>
              <a:rPr lang="en-US" altLang="zh-TW"/>
              <a:t>(c) And we have to sign extended the immediate field to get the second operand (busB).</a:t>
            </a:r>
          </a:p>
          <a:p>
            <a:r>
              <a:rPr lang="en-US" altLang="zh-TW"/>
              <a:t>Here I asuume register file access takes longer time than doing the sign extension so we have to wait until busA valid before the ALU can start the address calculation (ALU delay).</a:t>
            </a:r>
          </a:p>
          <a:p>
            <a:r>
              <a:rPr lang="en-US" altLang="zh-TW"/>
              <a:t>With the address ready, we access the data memory and after a delay of the Data Memory Access time, busW will be valid.</a:t>
            </a:r>
          </a:p>
          <a:p>
            <a:r>
              <a:rPr lang="en-US" altLang="zh-TW"/>
              <a:t>And by this time, the control unit whould have set the RegWr signal to one so at the next clock tick, we will write the new data coming from memory (busW) into the register file.</a:t>
            </a:r>
          </a:p>
          <a:p>
            <a:endParaRPr lang="en-US" altLang="zh-TW"/>
          </a:p>
          <a:p>
            <a:r>
              <a:rPr lang="en-US" altLang="zh-TW"/>
              <a:t>+3 = 77 min. (Y:57)</a:t>
            </a:r>
          </a:p>
        </p:txBody>
      </p:sp>
      <p:sp>
        <p:nvSpPr>
          <p:cNvPr id="108547" name="Rectangle 3">
            <a:extLst>
              <a:ext uri="{FF2B5EF4-FFF2-40B4-BE49-F238E27FC236}">
                <a16:creationId xmlns:a16="http://schemas.microsoft.com/office/drawing/2014/main" id="{97E0500B-B1A3-4B8B-B413-61013555F574}"/>
              </a:ext>
            </a:extLst>
          </p:cNvPr>
          <p:cNvSpPr>
            <a:spLocks noGrp="1" noRot="1" noChangeAspect="1" noChangeArrowheads="1" noTextEdit="1"/>
          </p:cNvSpPr>
          <p:nvPr>
            <p:ph type="sldImg"/>
          </p:nvPr>
        </p:nvSpPr>
        <p:spPr>
          <a:xfrm>
            <a:off x="2686050" y="425450"/>
            <a:ext cx="4546600" cy="2557463"/>
          </a:xfrm>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027FFB16-29CA-40B4-834D-6BEC8C65400D}"/>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109571" name="Rectangle 3">
            <a:extLst>
              <a:ext uri="{FF2B5EF4-FFF2-40B4-BE49-F238E27FC236}">
                <a16:creationId xmlns:a16="http://schemas.microsoft.com/office/drawing/2014/main" id="{4ADFD937-C461-4450-94C9-50C81474DB7E}"/>
              </a:ext>
            </a:extLst>
          </p:cNvPr>
          <p:cNvSpPr>
            <a:spLocks noGrp="1" noRot="1" noChangeAspect="1" noChangeArrowheads="1" noTextEdit="1"/>
          </p:cNvSpPr>
          <p:nvPr>
            <p:ph type="sldImg"/>
          </p:nvPr>
        </p:nvSpPr>
        <p:spPr>
          <a:xfrm>
            <a:off x="2686050" y="425450"/>
            <a:ext cx="4546600" cy="2557463"/>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DDC0781D-1FC2-4CBE-A2A4-A52CDFF49E39}"/>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110595" name="Rectangle 3">
            <a:extLst>
              <a:ext uri="{FF2B5EF4-FFF2-40B4-BE49-F238E27FC236}">
                <a16:creationId xmlns:a16="http://schemas.microsoft.com/office/drawing/2014/main" id="{CD4E53A9-0166-447F-B219-FA87F8F211AE}"/>
              </a:ext>
            </a:extLst>
          </p:cNvPr>
          <p:cNvSpPr>
            <a:spLocks noGrp="1" noRot="1" noChangeAspect="1" noChangeArrowheads="1" noTextEdit="1"/>
          </p:cNvSpPr>
          <p:nvPr>
            <p:ph type="sldImg"/>
          </p:nvPr>
        </p:nvSpPr>
        <p:spPr>
          <a:xfrm>
            <a:off x="2686050" y="425450"/>
            <a:ext cx="4546600" cy="2557463"/>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B4C58D8F-4335-430D-8F40-06AB1ADF4CFE}"/>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111619" name="Rectangle 3">
            <a:extLst>
              <a:ext uri="{FF2B5EF4-FFF2-40B4-BE49-F238E27FC236}">
                <a16:creationId xmlns:a16="http://schemas.microsoft.com/office/drawing/2014/main" id="{E5A8DEE3-6036-42B1-95B4-E50BF836380D}"/>
              </a:ext>
            </a:extLst>
          </p:cNvPr>
          <p:cNvSpPr>
            <a:spLocks noGrp="1" noRot="1" noChangeAspect="1" noChangeArrowheads="1" noTextEdit="1"/>
          </p:cNvSpPr>
          <p:nvPr>
            <p:ph type="sldImg"/>
          </p:nvPr>
        </p:nvSpPr>
        <p:spPr>
          <a:xfrm>
            <a:off x="2686050" y="425450"/>
            <a:ext cx="4546600" cy="2557463"/>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3CF74C3F-081D-4B0D-AC52-F64C95CE057B}"/>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112643" name="Rectangle 3">
            <a:extLst>
              <a:ext uri="{FF2B5EF4-FFF2-40B4-BE49-F238E27FC236}">
                <a16:creationId xmlns:a16="http://schemas.microsoft.com/office/drawing/2014/main" id="{8AA09504-49C9-4FFC-9AE9-E9CE0F547A32}"/>
              </a:ext>
            </a:extLst>
          </p:cNvPr>
          <p:cNvSpPr>
            <a:spLocks noGrp="1" noRot="1" noChangeAspect="1" noChangeArrowheads="1" noTextEdit="1"/>
          </p:cNvSpPr>
          <p:nvPr>
            <p:ph type="sldImg"/>
          </p:nvPr>
        </p:nvSpPr>
        <p:spPr>
          <a:xfrm>
            <a:off x="2686050" y="425450"/>
            <a:ext cx="4546600" cy="2557463"/>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58CC4524-75EB-4FD0-B1FA-38DF1D22EF29}"/>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113667" name="Rectangle 3">
            <a:extLst>
              <a:ext uri="{FF2B5EF4-FFF2-40B4-BE49-F238E27FC236}">
                <a16:creationId xmlns:a16="http://schemas.microsoft.com/office/drawing/2014/main" id="{B0A2EA8A-A2B0-4B44-BCD2-BC0023A0D5D4}"/>
              </a:ext>
            </a:extLst>
          </p:cNvPr>
          <p:cNvSpPr>
            <a:spLocks noGrp="1" noRot="1" noChangeAspect="1" noChangeArrowheads="1" noTextEdit="1"/>
          </p:cNvSpPr>
          <p:nvPr>
            <p:ph type="sldImg"/>
          </p:nvPr>
        </p:nvSpPr>
        <p:spPr>
          <a:xfrm>
            <a:off x="2686050" y="425450"/>
            <a:ext cx="4546600" cy="2557463"/>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4051EA57-62EB-455F-BD4D-98279E4EDACE}"/>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114691" name="Rectangle 3">
            <a:extLst>
              <a:ext uri="{FF2B5EF4-FFF2-40B4-BE49-F238E27FC236}">
                <a16:creationId xmlns:a16="http://schemas.microsoft.com/office/drawing/2014/main" id="{825F7E21-C1F9-4F19-8F38-3A620A0B15A6}"/>
              </a:ext>
            </a:extLst>
          </p:cNvPr>
          <p:cNvSpPr>
            <a:spLocks noGrp="1" noRot="1" noChangeAspect="1" noChangeArrowheads="1" noTextEdit="1"/>
          </p:cNvSpPr>
          <p:nvPr>
            <p:ph type="sldImg"/>
          </p:nvPr>
        </p:nvSpPr>
        <p:spPr>
          <a:xfrm>
            <a:off x="2686050" y="425450"/>
            <a:ext cx="4546600" cy="2557463"/>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CB8091BA-E423-4269-A749-4C805F257AB3}"/>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115715" name="Rectangle 3">
            <a:extLst>
              <a:ext uri="{FF2B5EF4-FFF2-40B4-BE49-F238E27FC236}">
                <a16:creationId xmlns:a16="http://schemas.microsoft.com/office/drawing/2014/main" id="{9969F2CC-B349-468D-8D6C-AB4F99476145}"/>
              </a:ext>
            </a:extLst>
          </p:cNvPr>
          <p:cNvSpPr>
            <a:spLocks noGrp="1" noRot="1" noChangeAspect="1" noChangeArrowheads="1" noTextEdit="1"/>
          </p:cNvSpPr>
          <p:nvPr>
            <p:ph type="sldImg"/>
          </p:nvPr>
        </p:nvSpPr>
        <p:spPr>
          <a:xfrm>
            <a:off x="2686050" y="425450"/>
            <a:ext cx="4546600" cy="2557463"/>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3758C9ED-99C3-49E9-90D0-9A3641E55C49}"/>
              </a:ext>
            </a:extLst>
          </p:cNvPr>
          <p:cNvSpPr>
            <a:spLocks noGrp="1" noRot="1" noChangeAspect="1" noChangeArrowheads="1" noTextEdit="1"/>
          </p:cNvSpPr>
          <p:nvPr>
            <p:ph type="sldImg"/>
          </p:nvPr>
        </p:nvSpPr>
        <p:spPr>
          <a:xfrm>
            <a:off x="2687638" y="509588"/>
            <a:ext cx="4532312" cy="2549525"/>
          </a:xfrm>
          <a:ln/>
        </p:spPr>
      </p:sp>
      <p:sp>
        <p:nvSpPr>
          <p:cNvPr id="116739" name="Rectangle 3">
            <a:extLst>
              <a:ext uri="{FF2B5EF4-FFF2-40B4-BE49-F238E27FC236}">
                <a16:creationId xmlns:a16="http://schemas.microsoft.com/office/drawing/2014/main" id="{116073BA-C4CC-4F81-9601-8D3CC6940D79}"/>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4D35147A-A6E5-4C93-B207-69DDEEA809F8}"/>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Well the answer is 2 because we only need to represent 4 things: -type,?the Or operation, the Add operation, and the Subtract operation.</a:t>
            </a:r>
          </a:p>
          <a:p>
            <a:r>
              <a:rPr lang="en-US" altLang="zh-TW"/>
              <a:t>If you are implementing the entire MIPS instruction set, then ALUop has to be 3 bits wide because we will need to repreent 5 things: R-type, Or, Add, Subtract, and AND.</a:t>
            </a:r>
          </a:p>
          <a:p>
            <a:r>
              <a:rPr lang="en-US" altLang="zh-TW"/>
              <a:t>Here I show you the bit assignment I made for the 3-bit ALUop.</a:t>
            </a:r>
          </a:p>
          <a:p>
            <a:r>
              <a:rPr lang="en-US" altLang="zh-TW"/>
              <a:t>With this bit assignment in mind, let figure out what the local control ALU Control has to do.</a:t>
            </a:r>
          </a:p>
          <a:p>
            <a:endParaRPr lang="en-US" altLang="zh-TW"/>
          </a:p>
          <a:p>
            <a:r>
              <a:rPr lang="en-US" altLang="zh-TW"/>
              <a:t>+1 = 26 min. (Y:26)</a:t>
            </a:r>
          </a:p>
        </p:txBody>
      </p:sp>
      <p:sp>
        <p:nvSpPr>
          <p:cNvPr id="117763" name="Rectangle 3">
            <a:extLst>
              <a:ext uri="{FF2B5EF4-FFF2-40B4-BE49-F238E27FC236}">
                <a16:creationId xmlns:a16="http://schemas.microsoft.com/office/drawing/2014/main" id="{5E2FFB45-BF0F-4471-99B4-C66BCFB75556}"/>
              </a:ext>
            </a:extLst>
          </p:cNvPr>
          <p:cNvSpPr>
            <a:spLocks noGrp="1" noRot="1" noChangeAspect="1" noChangeArrowheads="1" noTextEdit="1"/>
          </p:cNvSpPr>
          <p:nvPr>
            <p:ph type="sldImg"/>
          </p:nvPr>
        </p:nvSpPr>
        <p:spPr>
          <a:xfrm>
            <a:off x="2686050" y="425450"/>
            <a:ext cx="4546600" cy="2557463"/>
          </a:xfrm>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192F930C-18EF-49BB-9450-D3FE4AD40354}"/>
              </a:ext>
            </a:extLst>
          </p:cNvPr>
          <p:cNvSpPr>
            <a:spLocks noGrp="1" noRot="1" noChangeAspect="1" noChangeArrowheads="1" noTextEdit="1"/>
          </p:cNvSpPr>
          <p:nvPr>
            <p:ph type="sldImg"/>
          </p:nvPr>
        </p:nvSpPr>
        <p:spPr>
          <a:xfrm>
            <a:off x="2687638" y="509588"/>
            <a:ext cx="4532312" cy="2549525"/>
          </a:xfrm>
          <a:ln/>
        </p:spPr>
      </p:sp>
      <p:sp>
        <p:nvSpPr>
          <p:cNvPr id="118787" name="Rectangle 3">
            <a:extLst>
              <a:ext uri="{FF2B5EF4-FFF2-40B4-BE49-F238E27FC236}">
                <a16:creationId xmlns:a16="http://schemas.microsoft.com/office/drawing/2014/main" id="{CC6E18D3-C7E1-48C0-8FF2-D0DE97079184}"/>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171AE82C-924C-4B53-9019-1676411CA5EA}"/>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From the truth table we had before the break, we can derive the logic equation for ALUctr bit 2 but collecting all the rows that has ALUCtr bit 2 equals to 1 and this table is the result.</a:t>
            </a:r>
          </a:p>
          <a:p>
            <a:r>
              <a:rPr lang="en-US" altLang="zh-TW"/>
              <a:t>Each row becomes a product term and we need to OR the prodcut terms together.</a:t>
            </a:r>
          </a:p>
          <a:p>
            <a:r>
              <a:rPr lang="en-US" altLang="zh-TW"/>
              <a:t>Notice that the last row are identical except the bit&lt;3&gt; of the func fields.  One is zero and the other is one.  Together, they make bit&lt;3&gt; a don care term.</a:t>
            </a:r>
          </a:p>
          <a:p>
            <a:r>
              <a:rPr lang="en-US" altLang="zh-TW"/>
              <a:t>With all these don care terms, the logic equation is rather simple.</a:t>
            </a:r>
          </a:p>
          <a:p>
            <a:r>
              <a:rPr lang="en-US" altLang="zh-TW"/>
              <a:t>The first prodcut term is: not ALUOp&lt;2&gt; and ALUOp&lt;0&gt;.</a:t>
            </a:r>
          </a:p>
          <a:p>
            <a:r>
              <a:rPr lang="en-US" altLang="zh-TW"/>
              <a:t>The second product term, after we making Func&lt;3&gt; a don care becomes ...</a:t>
            </a:r>
          </a:p>
          <a:p>
            <a:endParaRPr lang="en-US" altLang="zh-TW"/>
          </a:p>
          <a:p>
            <a:r>
              <a:rPr lang="en-US" altLang="zh-TW"/>
              <a:t>+2 = 57 min. (Y:37)</a:t>
            </a:r>
          </a:p>
        </p:txBody>
      </p:sp>
      <p:sp>
        <p:nvSpPr>
          <p:cNvPr id="119811" name="Rectangle 3">
            <a:extLst>
              <a:ext uri="{FF2B5EF4-FFF2-40B4-BE49-F238E27FC236}">
                <a16:creationId xmlns:a16="http://schemas.microsoft.com/office/drawing/2014/main" id="{38118465-3B83-4544-B429-DEFE1D9254C3}"/>
              </a:ext>
            </a:extLst>
          </p:cNvPr>
          <p:cNvSpPr>
            <a:spLocks noGrp="1" noRot="1" noChangeAspect="1" noChangeArrowheads="1" noTextEdit="1"/>
          </p:cNvSpPr>
          <p:nvPr>
            <p:ph type="sldImg"/>
          </p:nvPr>
        </p:nvSpPr>
        <p:spPr>
          <a:xfrm>
            <a:off x="2686050" y="425450"/>
            <a:ext cx="4546600" cy="2557463"/>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923EEA35-B6B0-4DB5-A793-44A0237CD9DD}"/>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Here is the truth table when we collect all the rows whereALCctr bit&lt;1&gt; equals to 1.</a:t>
            </a:r>
          </a:p>
          <a:p>
            <a:r>
              <a:rPr lang="en-US" altLang="zh-TW"/>
              <a:t>Once again, we can simplify the table by noticing that the first two rows are different only at the ALUop bit&lt;0&gt; position.  We can make ALUop bit&lt;0&gt; into a don care.</a:t>
            </a:r>
          </a:p>
          <a:p>
            <a:r>
              <a:rPr lang="en-US" altLang="zh-TW"/>
              <a:t>Similarly, the last three rows can be combined to make Func bit&lt;3&gt; and bit&lt;1&gt; into don cares.</a:t>
            </a:r>
          </a:p>
          <a:p>
            <a:r>
              <a:rPr lang="en-US" altLang="zh-TW"/>
              <a:t>Consequently, the logic equation for ALUctr bit&lt;1&gt; becomes ...</a:t>
            </a:r>
          </a:p>
          <a:p>
            <a:endParaRPr lang="en-US" altLang="zh-TW"/>
          </a:p>
          <a:p>
            <a:r>
              <a:rPr lang="en-US" altLang="zh-TW"/>
              <a:t>+2 = 59 min. (Y:39)</a:t>
            </a:r>
          </a:p>
        </p:txBody>
      </p:sp>
      <p:sp>
        <p:nvSpPr>
          <p:cNvPr id="120835" name="Rectangle 3">
            <a:extLst>
              <a:ext uri="{FF2B5EF4-FFF2-40B4-BE49-F238E27FC236}">
                <a16:creationId xmlns:a16="http://schemas.microsoft.com/office/drawing/2014/main" id="{E50A0D2F-B293-4DAD-83B0-9B1F7B6E659F}"/>
              </a:ext>
            </a:extLst>
          </p:cNvPr>
          <p:cNvSpPr>
            <a:spLocks noGrp="1" noRot="1" noChangeAspect="1" noChangeArrowheads="1" noTextEdit="1"/>
          </p:cNvSpPr>
          <p:nvPr>
            <p:ph type="sldImg"/>
          </p:nvPr>
        </p:nvSpPr>
        <p:spPr>
          <a:xfrm>
            <a:off x="2686050" y="425450"/>
            <a:ext cx="4546600" cy="2557463"/>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486A7DF8-469E-4D8D-A84C-83AB76EF8E1A}"/>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Finally, after we gather all the rows where ALUctr bit 0 are 1, we have this truth table.</a:t>
            </a:r>
          </a:p>
          <a:p>
            <a:r>
              <a:rPr lang="en-US" altLang="zh-TW"/>
              <a:t>Well, we are out of luck here.  I don see any simple way to simplify these product terms by just looking at them.</a:t>
            </a:r>
          </a:p>
          <a:p>
            <a:r>
              <a:rPr lang="en-US" altLang="zh-TW"/>
              <a:t>There may be some if you draw out the 7 dimension K map but I am not going to try it.</a:t>
            </a:r>
          </a:p>
          <a:p>
            <a:r>
              <a:rPr lang="en-US" altLang="zh-TW"/>
              <a:t>So I just write down the logic equations as it is.</a:t>
            </a:r>
          </a:p>
          <a:p>
            <a:endParaRPr lang="en-US" altLang="zh-TW"/>
          </a:p>
          <a:p>
            <a:r>
              <a:rPr lang="en-US" altLang="zh-TW"/>
              <a:t>+2 = 61 min. (Y:41)</a:t>
            </a:r>
          </a:p>
        </p:txBody>
      </p:sp>
      <p:sp>
        <p:nvSpPr>
          <p:cNvPr id="121859" name="Rectangle 3">
            <a:extLst>
              <a:ext uri="{FF2B5EF4-FFF2-40B4-BE49-F238E27FC236}">
                <a16:creationId xmlns:a16="http://schemas.microsoft.com/office/drawing/2014/main" id="{412E8B51-4A96-45F7-9945-4C03D3B948FB}"/>
              </a:ext>
            </a:extLst>
          </p:cNvPr>
          <p:cNvSpPr>
            <a:spLocks noGrp="1" noRot="1" noChangeAspect="1" noChangeArrowheads="1" noTextEdit="1"/>
          </p:cNvSpPr>
          <p:nvPr>
            <p:ph type="sldImg"/>
          </p:nvPr>
        </p:nvSpPr>
        <p:spPr>
          <a:xfrm>
            <a:off x="2686050" y="425450"/>
            <a:ext cx="4546600" cy="2557463"/>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655DE633-FE7A-46B5-B110-0B4A157F537C}"/>
              </a:ext>
            </a:extLst>
          </p:cNvPr>
          <p:cNvSpPr>
            <a:spLocks noGrp="1" noRot="1" noChangeAspect="1" noChangeArrowheads="1" noTextEdit="1"/>
          </p:cNvSpPr>
          <p:nvPr>
            <p:ph type="sldImg"/>
          </p:nvPr>
        </p:nvSpPr>
        <p:spPr>
          <a:xfrm>
            <a:off x="2687638" y="509588"/>
            <a:ext cx="4532312" cy="2549525"/>
          </a:xfrm>
          <a:ln/>
        </p:spPr>
      </p:sp>
      <p:sp>
        <p:nvSpPr>
          <p:cNvPr id="122883" name="Rectangle 3">
            <a:extLst>
              <a:ext uri="{FF2B5EF4-FFF2-40B4-BE49-F238E27FC236}">
                <a16:creationId xmlns:a16="http://schemas.microsoft.com/office/drawing/2014/main" id="{71B377D6-07B0-4B08-B897-B91ADBB19658}"/>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D39ED522-C64D-4363-A281-4CA24C17717D}"/>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Here is a table summarizing the control signals setting for the seven (add, sub, ...) instructions we have looked at.</a:t>
            </a:r>
          </a:p>
          <a:p>
            <a:r>
              <a:rPr lang="en-US" altLang="zh-TW" dirty="0"/>
              <a:t>Instead of showing you the exact bit values for the ALU control (</a:t>
            </a:r>
            <a:r>
              <a:rPr lang="en-US" altLang="zh-TW" dirty="0" err="1"/>
              <a:t>ALUctr</a:t>
            </a:r>
            <a:r>
              <a:rPr lang="en-US" altLang="zh-TW" dirty="0"/>
              <a:t>), I have used the symbolic values here.</a:t>
            </a:r>
          </a:p>
          <a:p>
            <a:r>
              <a:rPr lang="en-US" altLang="zh-TW" dirty="0"/>
              <a:t>The first two columns are unique in the sense that they are R-type </a:t>
            </a:r>
            <a:r>
              <a:rPr lang="en-US" altLang="zh-TW" dirty="0" err="1"/>
              <a:t>instrucions</a:t>
            </a:r>
            <a:r>
              <a:rPr lang="en-US" altLang="zh-TW" dirty="0"/>
              <a:t> and in order to uniquely identify them, we need to look at BOTH the op field as well as the </a:t>
            </a:r>
            <a:r>
              <a:rPr lang="en-US" altLang="zh-TW" dirty="0" err="1"/>
              <a:t>func</a:t>
            </a:r>
            <a:r>
              <a:rPr lang="en-US" altLang="zh-TW" dirty="0"/>
              <a:t> </a:t>
            </a:r>
            <a:r>
              <a:rPr lang="en-US" altLang="zh-TW" dirty="0" err="1"/>
              <a:t>fiels</a:t>
            </a:r>
            <a:r>
              <a:rPr lang="en-US" altLang="zh-TW" dirty="0"/>
              <a:t>.</a:t>
            </a:r>
          </a:p>
          <a:p>
            <a:r>
              <a:rPr lang="en-US" altLang="zh-TW" dirty="0"/>
              <a:t>Ori, </a:t>
            </a:r>
            <a:r>
              <a:rPr lang="en-US" altLang="zh-TW" dirty="0" err="1"/>
              <a:t>lw</a:t>
            </a:r>
            <a:r>
              <a:rPr lang="en-US" altLang="zh-TW" dirty="0"/>
              <a:t>, </a:t>
            </a:r>
            <a:r>
              <a:rPr lang="en-US" altLang="zh-TW" dirty="0" err="1"/>
              <a:t>sw</a:t>
            </a:r>
            <a:r>
              <a:rPr lang="en-US" altLang="zh-TW" dirty="0"/>
              <a:t>, and branch on equal are I-type instructions and Jump is J-type.  They all can be uniquely </a:t>
            </a:r>
            <a:r>
              <a:rPr lang="en-US" altLang="zh-TW" dirty="0" err="1"/>
              <a:t>idetified</a:t>
            </a:r>
            <a:r>
              <a:rPr lang="en-US" altLang="zh-TW" dirty="0"/>
              <a:t> by looking at the opcode field alone.</a:t>
            </a:r>
          </a:p>
          <a:p>
            <a:r>
              <a:rPr lang="en-US" altLang="zh-TW" dirty="0"/>
              <a:t>Now let take a more careful look at the first two columns.  Notice that they are identical except the last row.</a:t>
            </a:r>
          </a:p>
          <a:p>
            <a:r>
              <a:rPr lang="en-US" altLang="zh-TW" dirty="0"/>
              <a:t>So we can combine these two rows here if we can </a:t>
            </a:r>
            <a:r>
              <a:rPr lang="en-US" altLang="zh-TW" dirty="0" err="1"/>
              <a:t>elay?the</a:t>
            </a:r>
            <a:r>
              <a:rPr lang="en-US" altLang="zh-TW" dirty="0"/>
              <a:t> generation of </a:t>
            </a:r>
            <a:r>
              <a:rPr lang="en-US" altLang="zh-TW" dirty="0" err="1"/>
              <a:t>ALUctr</a:t>
            </a:r>
            <a:r>
              <a:rPr lang="en-US" altLang="zh-TW" dirty="0"/>
              <a:t> signals.</a:t>
            </a:r>
          </a:p>
          <a:p>
            <a:r>
              <a:rPr lang="en-US" altLang="zh-TW" dirty="0"/>
              <a:t>This lead us to something call </a:t>
            </a:r>
            <a:r>
              <a:rPr lang="en-US" altLang="zh-TW" dirty="0" err="1"/>
              <a:t>ocal</a:t>
            </a:r>
            <a:r>
              <a:rPr lang="en-US" altLang="zh-TW" dirty="0"/>
              <a:t> decoding.</a:t>
            </a:r>
          </a:p>
          <a:p>
            <a:endParaRPr lang="en-US" altLang="zh-TW" dirty="0"/>
          </a:p>
          <a:p>
            <a:r>
              <a:rPr lang="en-US" altLang="zh-TW" dirty="0"/>
              <a:t>+3 = 42 min. (Y:22)</a:t>
            </a:r>
          </a:p>
        </p:txBody>
      </p:sp>
      <p:sp>
        <p:nvSpPr>
          <p:cNvPr id="123907" name="Rectangle 3">
            <a:extLst>
              <a:ext uri="{FF2B5EF4-FFF2-40B4-BE49-F238E27FC236}">
                <a16:creationId xmlns:a16="http://schemas.microsoft.com/office/drawing/2014/main" id="{6BE10BC0-0423-4475-9467-AC01EBA2C883}"/>
              </a:ext>
            </a:extLst>
          </p:cNvPr>
          <p:cNvSpPr>
            <a:spLocks noGrp="1" noRot="1" noChangeAspect="1" noChangeArrowheads="1" noTextEdit="1"/>
          </p:cNvSpPr>
          <p:nvPr>
            <p:ph type="sldImg"/>
          </p:nvPr>
        </p:nvSpPr>
        <p:spPr>
          <a:xfrm>
            <a:off x="2686050" y="425450"/>
            <a:ext cx="4546600" cy="2557463"/>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92F62424-75C3-4545-A51F-BA8E536EF097}"/>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For example, consider the control signal RegWrite.</a:t>
            </a:r>
          </a:p>
          <a:p>
            <a:r>
              <a:rPr lang="en-US" altLang="zh-TW"/>
              <a:t>If we treat all the don’t cares as zeros, this row here means RegDest has to be equal to one whenever we have a R-type, or an OR immediate, or a load instruction.</a:t>
            </a:r>
          </a:p>
          <a:p>
            <a:r>
              <a:rPr lang="en-US" altLang="zh-TW"/>
              <a:t>Since we can determine whether we have any of these instructions (point to the column headers) by looking at the bits in the P?field, we can transform this symbolic equation to this binary logic equation.</a:t>
            </a:r>
          </a:p>
          <a:p>
            <a:r>
              <a:rPr lang="en-US" altLang="zh-TW"/>
              <a:t>For example, the first product term here say we have a R-type instruction whenever all the bits in the OP field are zeros.</a:t>
            </a:r>
          </a:p>
          <a:p>
            <a:r>
              <a:rPr lang="en-US" altLang="zh-TW"/>
              <a:t>So each of these big AND gates implements one of the columns (R-type, ori, ...) in our table.  Or in more technical terms, each AND gate implements a product term.</a:t>
            </a:r>
          </a:p>
          <a:p>
            <a:r>
              <a:rPr lang="en-US" altLang="zh-TW"/>
              <a:t>In order to finish implementing this logic equation, we have to OR the proper  terms together.</a:t>
            </a:r>
          </a:p>
          <a:p>
            <a:r>
              <a:rPr lang="en-US" altLang="zh-TW"/>
              <a:t>In the case of the RegWrite signal, we need to OR the R-type, ORi, and load terms together.</a:t>
            </a:r>
          </a:p>
          <a:p>
            <a:endParaRPr lang="en-US" altLang="zh-TW"/>
          </a:p>
          <a:p>
            <a:r>
              <a:rPr lang="en-US" altLang="zh-TW"/>
              <a:t>+2 = 67 min. (Y:47)</a:t>
            </a:r>
          </a:p>
        </p:txBody>
      </p:sp>
      <p:sp>
        <p:nvSpPr>
          <p:cNvPr id="124931" name="Rectangle 3">
            <a:extLst>
              <a:ext uri="{FF2B5EF4-FFF2-40B4-BE49-F238E27FC236}">
                <a16:creationId xmlns:a16="http://schemas.microsoft.com/office/drawing/2014/main" id="{CCDD6698-D798-4A82-9647-4A2E2B38FD45}"/>
              </a:ext>
            </a:extLst>
          </p:cNvPr>
          <p:cNvSpPr>
            <a:spLocks noGrp="1" noRot="1" noChangeAspect="1" noChangeArrowheads="1" noTextEdit="1"/>
          </p:cNvSpPr>
          <p:nvPr>
            <p:ph type="sldImg"/>
          </p:nvPr>
        </p:nvSpPr>
        <p:spPr>
          <a:xfrm>
            <a:off x="2686050" y="425450"/>
            <a:ext cx="4546600" cy="2557463"/>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97575756-999B-449B-B286-3A9F1202EBE4}"/>
              </a:ext>
            </a:extLst>
          </p:cNvPr>
          <p:cNvSpPr>
            <a:spLocks noGrp="1" noRot="1" noChangeAspect="1" noChangeArrowheads="1" noTextEdit="1"/>
          </p:cNvSpPr>
          <p:nvPr>
            <p:ph type="sldImg"/>
          </p:nvPr>
        </p:nvSpPr>
        <p:spPr>
          <a:xfrm>
            <a:off x="2687638" y="509588"/>
            <a:ext cx="4532312" cy="2549525"/>
          </a:xfrm>
          <a:ln/>
        </p:spPr>
      </p:sp>
      <p:sp>
        <p:nvSpPr>
          <p:cNvPr id="125955" name="Rectangle 3">
            <a:extLst>
              <a:ext uri="{FF2B5EF4-FFF2-40B4-BE49-F238E27FC236}">
                <a16:creationId xmlns:a16="http://schemas.microsoft.com/office/drawing/2014/main" id="{B082668D-208A-4C02-BA1A-E74EABE41905}"/>
              </a:ext>
            </a:extLst>
          </p:cNvPr>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37353ABB-20CA-4C56-8EED-A53C548061DE}"/>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Well, the last slide pretty much illustrate one of the biggest disadvantage of the single cycle implementation: it has a long cycle time.</a:t>
            </a:r>
          </a:p>
          <a:p>
            <a:r>
              <a:rPr lang="en-US" altLang="zh-TW"/>
              <a:t>More specifically, the cycle time must be long enough for the load instruction which has the following components: Clock to Q time of the PC, ....</a:t>
            </a:r>
          </a:p>
          <a:p>
            <a:r>
              <a:rPr lang="en-US" altLang="zh-TW"/>
              <a:t>Having a long cycle time is a big problem but not the the only problem.</a:t>
            </a:r>
          </a:p>
          <a:p>
            <a:r>
              <a:rPr lang="en-US" altLang="zh-TW"/>
              <a:t>Another problem of this single cycle implementation is that this cycle time, which is long enough for the load instruction, is too long for all other instructions.</a:t>
            </a:r>
          </a:p>
          <a:p>
            <a:r>
              <a:rPr lang="en-US" altLang="zh-TW"/>
              <a:t>We will show you why this is bad and what we can do about it in the next few lectures.</a:t>
            </a:r>
          </a:p>
          <a:p>
            <a:r>
              <a:rPr lang="en-US" altLang="zh-TW"/>
              <a:t>That all for today.</a:t>
            </a:r>
          </a:p>
          <a:p>
            <a:endParaRPr lang="en-US" altLang="zh-TW"/>
          </a:p>
          <a:p>
            <a:r>
              <a:rPr lang="en-US" altLang="zh-TW"/>
              <a:t>+2 = 79 min (Y:59)</a:t>
            </a:r>
          </a:p>
        </p:txBody>
      </p:sp>
      <p:sp>
        <p:nvSpPr>
          <p:cNvPr id="128003" name="Rectangle 3">
            <a:extLst>
              <a:ext uri="{FF2B5EF4-FFF2-40B4-BE49-F238E27FC236}">
                <a16:creationId xmlns:a16="http://schemas.microsoft.com/office/drawing/2014/main" id="{239EAFA6-3972-4268-9EED-D88BA700BD5D}"/>
              </a:ext>
            </a:extLst>
          </p:cNvPr>
          <p:cNvSpPr>
            <a:spLocks noGrp="1" noRot="1" noChangeAspect="1" noChangeArrowheads="1" noTextEdit="1"/>
          </p:cNvSpPr>
          <p:nvPr>
            <p:ph type="sldImg"/>
          </p:nvPr>
        </p:nvSpPr>
        <p:spPr>
          <a:xfrm>
            <a:off x="2686050" y="425450"/>
            <a:ext cx="4546600" cy="2557463"/>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2AC07F8A-2A57-4F5F-8413-F4C4349B8C97}"/>
              </a:ext>
            </a:extLst>
          </p:cNvPr>
          <p:cNvSpPr>
            <a:spLocks noGrp="1" noRot="1" noChangeAspect="1" noChangeArrowheads="1" noTextEdit="1"/>
          </p:cNvSpPr>
          <p:nvPr>
            <p:ph type="sldImg"/>
          </p:nvPr>
        </p:nvSpPr>
        <p:spPr>
          <a:xfrm>
            <a:off x="2701925" y="433388"/>
            <a:ext cx="4522788" cy="2544762"/>
          </a:xfrm>
          <a:noFill/>
          <a:ln cap="flat">
            <a:solidFill>
              <a:schemeClr val="tx1"/>
            </a:solidFill>
          </a:ln>
        </p:spPr>
      </p:sp>
      <p:sp>
        <p:nvSpPr>
          <p:cNvPr id="129027" name="Rectangle 3">
            <a:extLst>
              <a:ext uri="{FF2B5EF4-FFF2-40B4-BE49-F238E27FC236}">
                <a16:creationId xmlns:a16="http://schemas.microsoft.com/office/drawing/2014/main" id="{5F869676-11AB-4BFC-9DA3-137392AE943D}"/>
              </a:ext>
            </a:extLst>
          </p:cNvPr>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972589" y="108349"/>
            <a:ext cx="7703101" cy="519113"/>
          </a:xfrm>
        </p:spPr>
        <p:txBody>
          <a:bodyPr/>
          <a:lstStyle>
            <a:lvl1pPr>
              <a:defRPr sz="3200"/>
            </a:lvl1pPr>
          </a:lstStyle>
          <a:p>
            <a:r>
              <a:rPr lang="en-US" altLang="zh-TW" dirty="0"/>
              <a:t>Click to edit Master title style</a:t>
            </a:r>
            <a:endParaRPr lang="zh-TW" altLang="en-US" dirty="0"/>
          </a:p>
        </p:txBody>
      </p:sp>
      <p:sp>
        <p:nvSpPr>
          <p:cNvPr id="3" name="內容版面配置區 2"/>
          <p:cNvSpPr>
            <a:spLocks noGrp="1"/>
          </p:cNvSpPr>
          <p:nvPr>
            <p:ph idx="1"/>
          </p:nvPr>
        </p:nvSpPr>
        <p:spPr/>
        <p:txBody>
          <a:bodyPr/>
          <a:lstStyle>
            <a:lvl1pPr>
              <a:defRPr sz="2400"/>
            </a:lvl1pPr>
            <a:lvl2pPr>
              <a:defRPr sz="2000"/>
            </a:lvl2pPr>
            <a:lvl3pPr>
              <a:defRPr sz="1800">
                <a:latin typeface="Calibri" pitchFamily="34" charset="0"/>
                <a:ea typeface="標楷體" pitchFamily="65" charset="-120"/>
                <a:cs typeface="Calibri" pitchFamily="34" charset="0"/>
              </a:defRPr>
            </a:lvl3pPr>
            <a:lvl4pPr>
              <a:defRPr sz="1600">
                <a:latin typeface="Calibri" pitchFamily="34" charset="0"/>
                <a:ea typeface="標楷體" pitchFamily="65" charset="-120"/>
                <a:cs typeface="Calibri" pitchFamily="34" charset="0"/>
              </a:defRPr>
            </a:lvl4pPr>
            <a:lvl5pPr>
              <a:defRPr sz="14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訂版面配置">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日期版面配置區 2">
            <a:extLst>
              <a:ext uri="{FF2B5EF4-FFF2-40B4-BE49-F238E27FC236}">
                <a16:creationId xmlns:a16="http://schemas.microsoft.com/office/drawing/2014/main" id="{6BEA2A2A-8B24-442A-A2E1-BAAFCAE1205D}"/>
              </a:ext>
            </a:extLst>
          </p:cNvPr>
          <p:cNvSpPr>
            <a:spLocks noGrp="1"/>
          </p:cNvSpPr>
          <p:nvPr>
            <p:ph type="dt" sz="half" idx="10"/>
          </p:nvPr>
        </p:nvSpPr>
        <p:spPr/>
        <p:txBody>
          <a:bodyPr/>
          <a:lstStyle>
            <a:lvl1pPr>
              <a:defRPr/>
            </a:lvl1pPr>
          </a:lstStyle>
          <a:p>
            <a:pPr>
              <a:defRPr/>
            </a:pPr>
            <a:endParaRPr lang="en-US" altLang="zh-TW"/>
          </a:p>
        </p:txBody>
      </p:sp>
      <p:sp>
        <p:nvSpPr>
          <p:cNvPr id="3" name="投影片編號版面配置區 3">
            <a:extLst>
              <a:ext uri="{FF2B5EF4-FFF2-40B4-BE49-F238E27FC236}">
                <a16:creationId xmlns:a16="http://schemas.microsoft.com/office/drawing/2014/main" id="{1A75CF21-4674-4921-8BD7-ADD2F35FC693}"/>
              </a:ext>
            </a:extLst>
          </p:cNvPr>
          <p:cNvSpPr>
            <a:spLocks noGrp="1"/>
          </p:cNvSpPr>
          <p:nvPr>
            <p:ph type="sldNum" sz="quarter" idx="11"/>
          </p:nvPr>
        </p:nvSpPr>
        <p:spPr/>
        <p:txBody>
          <a:bodyPr/>
          <a:lstStyle>
            <a:lvl1pPr>
              <a:defRPr/>
            </a:lvl1pPr>
          </a:lstStyle>
          <a:p>
            <a:fld id="{D6AB1C7C-E2CD-46D3-9D9B-A84EE90FAF26}" type="slidenum">
              <a:rPr lang="zh-TW" altLang="en-US"/>
              <a:pPr/>
              <a:t>‹#›</a:t>
            </a:fld>
            <a:endParaRPr lang="en-US" altLang="zh-TW"/>
          </a:p>
        </p:txBody>
      </p:sp>
    </p:spTree>
    <p:extLst>
      <p:ext uri="{BB962C8B-B14F-4D97-AF65-F5344CB8AC3E}">
        <p14:creationId xmlns:p14="http://schemas.microsoft.com/office/powerpoint/2010/main" val="183094943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6"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pic>
        <p:nvPicPr>
          <p:cNvPr id="13" name="圖片 12"/>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788062" y="4681942"/>
            <a:ext cx="2030503" cy="400434"/>
          </a:xfrm>
          <a:prstGeom prst="rect">
            <a:avLst/>
          </a:prstGeom>
        </p:spPr>
      </p:pic>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26534"/>
            <a:ext cx="7772400" cy="1102519"/>
          </a:xfrm>
        </p:spPr>
        <p:txBody>
          <a:bodyPr/>
          <a:lstStyle/>
          <a:p>
            <a:pPr algn="ctr"/>
            <a:r>
              <a:rPr lang="en-US" altLang="zh-TW" sz="3600" dirty="0">
                <a:effectLst>
                  <a:outerShdw blurRad="38100" dist="38100" dir="2700000" algn="tl">
                    <a:srgbClr val="000000">
                      <a:alpha val="43137"/>
                    </a:srgbClr>
                  </a:outerShdw>
                </a:effectLst>
              </a:rPr>
              <a:t>CSC3050 – Computer Architecture</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rPr>
              <a:t>Prof. </a:t>
            </a:r>
            <a:r>
              <a:rPr lang="en-US" altLang="zh-TW" sz="2400" dirty="0" err="1">
                <a:effectLst>
                  <a:outerShdw blurRad="38100" dist="38100" dir="2700000" algn="tl">
                    <a:srgbClr val="000000">
                      <a:alpha val="43137"/>
                    </a:srgbClr>
                  </a:outerShdw>
                </a:effectLst>
              </a:rPr>
              <a:t>Yeh-Ching</a:t>
            </a:r>
            <a:r>
              <a:rPr lang="en-US" altLang="zh-TW" sz="2400" dirty="0">
                <a:effectLst>
                  <a:outerShdw blurRad="38100" dist="38100" dir="2700000" algn="tl">
                    <a:srgbClr val="000000">
                      <a:alpha val="43137"/>
                    </a:srgbClr>
                  </a:outerShdw>
                </a:effectLst>
              </a:rPr>
              <a:t> Chung</a:t>
            </a:r>
          </a:p>
          <a:p>
            <a:endParaRPr lang="en-US" altLang="zh-TW" sz="2400" dirty="0">
              <a:effectLst>
                <a:outerShdw blurRad="38100" dist="38100" dir="2700000" algn="tl">
                  <a:srgbClr val="000000">
                    <a:alpha val="43137"/>
                  </a:srgbClr>
                </a:outerShdw>
              </a:effectLst>
            </a:endParaRPr>
          </a:p>
          <a:p>
            <a:r>
              <a:rPr lang="en-US" altLang="zh-TW" sz="2400" dirty="0"/>
              <a:t>School of Science and Engineering</a:t>
            </a:r>
          </a:p>
          <a:p>
            <a:r>
              <a:rPr lang="en-US" altLang="zh-TW" sz="2400" dirty="0"/>
              <a:t>Chinese University of Hong Kong, Shenzhen</a:t>
            </a:r>
          </a:p>
        </p:txBody>
      </p:sp>
      <p:sp>
        <p:nvSpPr>
          <p:cNvPr id="4" name="灯片编号占位符 3">
            <a:extLst>
              <a:ext uri="{FF2B5EF4-FFF2-40B4-BE49-F238E27FC236}">
                <a16:creationId xmlns:a16="http://schemas.microsoft.com/office/drawing/2014/main" id="{7855C81E-5425-4B25-93B2-3E4F4A659E9A}"/>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EA6002F9-71D4-43E3-B82B-55D2BE012FAE}"/>
              </a:ext>
            </a:extLst>
          </p:cNvPr>
          <p:cNvSpPr>
            <a:spLocks noGrp="1" noChangeArrowheads="1"/>
          </p:cNvSpPr>
          <p:nvPr>
            <p:ph type="title"/>
          </p:nvPr>
        </p:nvSpPr>
        <p:spPr>
          <a:xfrm>
            <a:off x="991241" y="44054"/>
            <a:ext cx="6738298" cy="676275"/>
          </a:xfrm>
        </p:spPr>
        <p:txBody>
          <a:bodyPr/>
          <a:lstStyle/>
          <a:p>
            <a:r>
              <a:rPr lang="en-US" altLang="zh-TW" dirty="0"/>
              <a:t>Outline</a:t>
            </a:r>
          </a:p>
        </p:txBody>
      </p:sp>
      <p:sp>
        <p:nvSpPr>
          <p:cNvPr id="7171" name="Rectangle 3">
            <a:extLst>
              <a:ext uri="{FF2B5EF4-FFF2-40B4-BE49-F238E27FC236}">
                <a16:creationId xmlns:a16="http://schemas.microsoft.com/office/drawing/2014/main" id="{44742B35-36E3-4361-BC54-B8ADA3F79E45}"/>
              </a:ext>
            </a:extLst>
          </p:cNvPr>
          <p:cNvSpPr>
            <a:spLocks noGrp="1" noChangeArrowheads="1"/>
          </p:cNvSpPr>
          <p:nvPr>
            <p:ph type="body" idx="1"/>
          </p:nvPr>
        </p:nvSpPr>
        <p:spPr>
          <a:xfrm>
            <a:off x="991240" y="844153"/>
            <a:ext cx="7695559" cy="3671888"/>
          </a:xfrm>
        </p:spPr>
        <p:txBody>
          <a:bodyPr/>
          <a:lstStyle/>
          <a:p>
            <a:r>
              <a:rPr lang="en-US" altLang="zh-TW" sz="2000" dirty="0">
                <a:solidFill>
                  <a:srgbClr val="FF0000"/>
                </a:solidFill>
              </a:rPr>
              <a:t>Introduction to design a processor</a:t>
            </a:r>
          </a:p>
          <a:p>
            <a:r>
              <a:rPr lang="en-US" altLang="zh-TW" sz="2000" dirty="0"/>
              <a:t>Analyze the instruction set</a:t>
            </a:r>
            <a:r>
              <a:rPr lang="zh-CN" altLang="en-US" sz="2000" dirty="0"/>
              <a:t>（</a:t>
            </a:r>
            <a:r>
              <a:rPr lang="en-US" altLang="zh-TW" sz="2000" dirty="0"/>
              <a:t>step 1</a:t>
            </a:r>
            <a:r>
              <a:rPr lang="zh-CN" altLang="en-US" sz="2000" dirty="0"/>
              <a:t>）</a:t>
            </a:r>
            <a:endParaRPr lang="en-US" altLang="zh-TW" sz="2000" dirty="0"/>
          </a:p>
          <a:p>
            <a:r>
              <a:rPr lang="en-US" altLang="zh-TW" sz="2000" dirty="0"/>
              <a:t>Build the </a:t>
            </a:r>
            <a:r>
              <a:rPr lang="en-US" altLang="zh-TW" sz="2000" dirty="0" err="1"/>
              <a:t>datapath</a:t>
            </a:r>
            <a:r>
              <a:rPr lang="zh-CN" altLang="en-US" sz="2000" dirty="0"/>
              <a:t>（</a:t>
            </a:r>
            <a:r>
              <a:rPr lang="en-US" altLang="zh-CN" sz="2000" dirty="0"/>
              <a:t>steps</a:t>
            </a:r>
            <a:r>
              <a:rPr lang="zh-CN" altLang="en-US" sz="2000" dirty="0"/>
              <a:t> </a:t>
            </a:r>
            <a:r>
              <a:rPr lang="en-US" altLang="zh-CN" sz="2000" dirty="0"/>
              <a:t>2</a:t>
            </a:r>
            <a:r>
              <a:rPr lang="zh-CN" altLang="en-US" sz="2000" dirty="0"/>
              <a:t> </a:t>
            </a:r>
            <a:r>
              <a:rPr lang="en-US" altLang="zh-CN" sz="2000" dirty="0"/>
              <a:t>and</a:t>
            </a:r>
            <a:r>
              <a:rPr lang="zh-CN" altLang="en-US" sz="2000" dirty="0"/>
              <a:t> </a:t>
            </a:r>
            <a:r>
              <a:rPr lang="en-US" altLang="zh-CN" sz="2000" dirty="0"/>
              <a:t>3</a:t>
            </a:r>
            <a:r>
              <a:rPr lang="zh-CN" altLang="en-US" sz="2000" dirty="0"/>
              <a:t>）</a:t>
            </a:r>
            <a:endParaRPr lang="en-US" altLang="zh-TW" sz="2000" dirty="0"/>
          </a:p>
          <a:p>
            <a:r>
              <a:rPr lang="en-US" altLang="zh-TW" sz="2000" dirty="0"/>
              <a:t>A single-cycle implementation</a:t>
            </a:r>
          </a:p>
          <a:p>
            <a:r>
              <a:rPr lang="en-US" altLang="zh-TW" sz="2000" dirty="0"/>
              <a:t>Control for the single-cycle CPU</a:t>
            </a:r>
            <a:r>
              <a:rPr lang="zh-CN" altLang="en-US" sz="2000" dirty="0"/>
              <a:t>（</a:t>
            </a:r>
            <a:r>
              <a:rPr lang="en-US" altLang="zh-CN" sz="2000" dirty="0"/>
              <a:t>steps</a:t>
            </a:r>
            <a:r>
              <a:rPr lang="zh-CN" altLang="en-US" sz="2000" dirty="0"/>
              <a:t> </a:t>
            </a:r>
            <a:r>
              <a:rPr lang="en-US" altLang="zh-CN" sz="2000" dirty="0"/>
              <a:t>4</a:t>
            </a:r>
            <a:r>
              <a:rPr lang="zh-CN" altLang="en-US" sz="2000" dirty="0"/>
              <a:t> </a:t>
            </a:r>
            <a:r>
              <a:rPr lang="en-US" altLang="zh-CN" sz="2000" dirty="0"/>
              <a:t>and</a:t>
            </a:r>
            <a:r>
              <a:rPr lang="zh-CN" altLang="en-US" sz="2000" dirty="0"/>
              <a:t> </a:t>
            </a:r>
            <a:r>
              <a:rPr lang="en-US" altLang="zh-CN" sz="2000" dirty="0"/>
              <a:t>5</a:t>
            </a:r>
            <a:r>
              <a:rPr lang="zh-CN" altLang="en-US" sz="2000" dirty="0"/>
              <a:t>）</a:t>
            </a:r>
            <a:endParaRPr lang="en-US" altLang="zh-TW" sz="2000" dirty="0"/>
          </a:p>
          <a:p>
            <a:pPr lvl="1"/>
            <a:r>
              <a:rPr lang="en-US" altLang="zh-TW" sz="1800" dirty="0"/>
              <a:t>Control of CPU operations</a:t>
            </a:r>
          </a:p>
          <a:p>
            <a:pPr lvl="1"/>
            <a:r>
              <a:rPr lang="en-US" altLang="zh-TW" sz="1800" dirty="0"/>
              <a:t>ALU controller</a:t>
            </a:r>
          </a:p>
          <a:p>
            <a:pPr lvl="1"/>
            <a:r>
              <a:rPr lang="en-US" altLang="zh-TW" sz="1800" dirty="0"/>
              <a:t>Main controller</a:t>
            </a:r>
          </a:p>
          <a:p>
            <a:r>
              <a:rPr lang="en-US" altLang="zh-TW" sz="2000" dirty="0"/>
              <a:t>Add jump instruction</a:t>
            </a:r>
          </a:p>
        </p:txBody>
      </p:sp>
      <p:sp>
        <p:nvSpPr>
          <p:cNvPr id="5" name="灯片编号占位符 5">
            <a:extLst>
              <a:ext uri="{FF2B5EF4-FFF2-40B4-BE49-F238E27FC236}">
                <a16:creationId xmlns:a16="http://schemas.microsoft.com/office/drawing/2014/main" id="{ECD25B65-B8AA-4351-8ACF-1D7C94D5C3D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C92B07C1-D590-4AF9-BAED-0D6A2FDDA231}"/>
              </a:ext>
            </a:extLst>
          </p:cNvPr>
          <p:cNvSpPr>
            <a:spLocks noGrp="1" noChangeArrowheads="1"/>
          </p:cNvSpPr>
          <p:nvPr>
            <p:ph type="title"/>
          </p:nvPr>
        </p:nvSpPr>
        <p:spPr>
          <a:xfrm>
            <a:off x="991241" y="176733"/>
            <a:ext cx="6761350" cy="407254"/>
          </a:xfrm>
        </p:spPr>
        <p:txBody>
          <a:bodyPr/>
          <a:lstStyle/>
          <a:p>
            <a:r>
              <a:rPr lang="en-US" altLang="zh-TW" dirty="0"/>
              <a:t>Introduction</a:t>
            </a:r>
            <a:endParaRPr lang="en-AU" altLang="zh-TW" dirty="0">
              <a:ea typeface="新細明體" panose="02020500000000000000" pitchFamily="18" charset="-120"/>
            </a:endParaRPr>
          </a:p>
        </p:txBody>
      </p:sp>
      <p:sp>
        <p:nvSpPr>
          <p:cNvPr id="8195" name="Rectangle 3">
            <a:extLst>
              <a:ext uri="{FF2B5EF4-FFF2-40B4-BE49-F238E27FC236}">
                <a16:creationId xmlns:a16="http://schemas.microsoft.com/office/drawing/2014/main" id="{5DDBE05D-DAFA-441C-A5DD-50B17E989B34}"/>
              </a:ext>
            </a:extLst>
          </p:cNvPr>
          <p:cNvSpPr>
            <a:spLocks noGrp="1" noChangeArrowheads="1"/>
          </p:cNvSpPr>
          <p:nvPr>
            <p:ph type="body" idx="1"/>
          </p:nvPr>
        </p:nvSpPr>
        <p:spPr>
          <a:xfrm>
            <a:off x="983556" y="844153"/>
            <a:ext cx="7703244" cy="3671888"/>
          </a:xfrm>
        </p:spPr>
        <p:txBody>
          <a:bodyPr/>
          <a:lstStyle/>
          <a:p>
            <a:r>
              <a:rPr lang="en-US" altLang="zh-TW" sz="2000" dirty="0">
                <a:cs typeface="Calibri" panose="020F0502020204030204" pitchFamily="34" charset="0"/>
              </a:rPr>
              <a:t>CPU performance factors</a:t>
            </a:r>
          </a:p>
          <a:p>
            <a:pPr lvl="1"/>
            <a:r>
              <a:rPr lang="en-US" altLang="zh-TW" sz="1600" dirty="0">
                <a:cs typeface="Calibri" panose="020F0502020204030204" pitchFamily="34" charset="0"/>
              </a:rPr>
              <a:t>Instruction count</a:t>
            </a:r>
          </a:p>
          <a:p>
            <a:pPr lvl="2"/>
            <a:r>
              <a:rPr lang="en-US" altLang="zh-TW" sz="1400" dirty="0"/>
              <a:t>Determined by ISA and compiler</a:t>
            </a:r>
          </a:p>
          <a:p>
            <a:pPr lvl="1"/>
            <a:r>
              <a:rPr lang="en-US" altLang="zh-TW" sz="1600" dirty="0">
                <a:cs typeface="Calibri" panose="020F0502020204030204" pitchFamily="34" charset="0"/>
              </a:rPr>
              <a:t>CPI (clock cycle per instruction) and cycle time</a:t>
            </a:r>
          </a:p>
          <a:p>
            <a:pPr lvl="2"/>
            <a:r>
              <a:rPr lang="en-US" altLang="zh-TW" sz="1400" dirty="0"/>
              <a:t>Determined by CPU hardware</a:t>
            </a:r>
          </a:p>
          <a:p>
            <a:r>
              <a:rPr lang="en-US" altLang="zh-TW" sz="2000" dirty="0">
                <a:cs typeface="Calibri" panose="020F0502020204030204" pitchFamily="34" charset="0"/>
              </a:rPr>
              <a:t>We will examine two MIPS implementations</a:t>
            </a:r>
          </a:p>
          <a:p>
            <a:pPr lvl="1"/>
            <a:r>
              <a:rPr lang="en-US" altLang="zh-TW" sz="1600" dirty="0">
                <a:cs typeface="Calibri" panose="020F0502020204030204" pitchFamily="34" charset="0"/>
              </a:rPr>
              <a:t>A simplified version</a:t>
            </a:r>
          </a:p>
          <a:p>
            <a:pPr lvl="1"/>
            <a:r>
              <a:rPr lang="en-US" altLang="zh-TW" sz="1600" dirty="0">
                <a:cs typeface="Calibri" panose="020F0502020204030204" pitchFamily="34" charset="0"/>
              </a:rPr>
              <a:t>A more realistic pipelined version</a:t>
            </a:r>
          </a:p>
          <a:p>
            <a:r>
              <a:rPr lang="en-US" altLang="zh-TW" sz="2000" dirty="0">
                <a:cs typeface="Calibri" panose="020F0502020204030204" pitchFamily="34" charset="0"/>
              </a:rPr>
              <a:t>Simple subset, shows most aspects</a:t>
            </a:r>
          </a:p>
          <a:p>
            <a:pPr lvl="1"/>
            <a:r>
              <a:rPr lang="en-US" altLang="zh-TW" sz="1600" dirty="0">
                <a:cs typeface="Calibri" panose="020F0502020204030204" pitchFamily="34" charset="0"/>
              </a:rPr>
              <a:t>Memory reference: </a:t>
            </a:r>
            <a:r>
              <a:rPr lang="en-US" altLang="zh-TW" sz="1600" dirty="0" err="1">
                <a:cs typeface="Calibri" panose="020F0502020204030204" pitchFamily="34" charset="0"/>
              </a:rPr>
              <a:t>lw</a:t>
            </a:r>
            <a:r>
              <a:rPr lang="en-US" altLang="zh-TW" sz="1600" dirty="0">
                <a:cs typeface="Calibri" panose="020F0502020204030204" pitchFamily="34" charset="0"/>
              </a:rPr>
              <a:t>, </a:t>
            </a:r>
            <a:r>
              <a:rPr lang="en-US" altLang="zh-TW" sz="1600" dirty="0" err="1">
                <a:cs typeface="Calibri" panose="020F0502020204030204" pitchFamily="34" charset="0"/>
              </a:rPr>
              <a:t>sw</a:t>
            </a:r>
            <a:endParaRPr lang="en-US" altLang="zh-TW" sz="1600" dirty="0">
              <a:cs typeface="Calibri" panose="020F0502020204030204" pitchFamily="34" charset="0"/>
            </a:endParaRPr>
          </a:p>
          <a:p>
            <a:pPr lvl="1"/>
            <a:r>
              <a:rPr lang="en-US" altLang="zh-TW" sz="1600" dirty="0">
                <a:cs typeface="Calibri" panose="020F0502020204030204" pitchFamily="34" charset="0"/>
              </a:rPr>
              <a:t>Arithmetic/logical: add, sub, and, or, </a:t>
            </a:r>
            <a:r>
              <a:rPr lang="en-US" altLang="zh-TW" sz="1600" dirty="0" err="1">
                <a:cs typeface="Calibri" panose="020F0502020204030204" pitchFamily="34" charset="0"/>
              </a:rPr>
              <a:t>slt</a:t>
            </a:r>
            <a:endParaRPr lang="en-US" altLang="zh-TW" sz="1600" dirty="0">
              <a:cs typeface="Calibri" panose="020F0502020204030204" pitchFamily="34" charset="0"/>
            </a:endParaRPr>
          </a:p>
          <a:p>
            <a:pPr lvl="1"/>
            <a:r>
              <a:rPr lang="en-US" altLang="zh-TW" sz="1600" dirty="0">
                <a:cs typeface="Calibri" panose="020F0502020204030204" pitchFamily="34" charset="0"/>
              </a:rPr>
              <a:t>Control transfer: </a:t>
            </a:r>
            <a:r>
              <a:rPr lang="en-US" altLang="zh-TW" sz="1600" dirty="0" err="1">
                <a:cs typeface="Calibri" panose="020F0502020204030204" pitchFamily="34" charset="0"/>
              </a:rPr>
              <a:t>beq</a:t>
            </a:r>
            <a:r>
              <a:rPr lang="en-US" altLang="zh-TW" sz="1600" dirty="0">
                <a:cs typeface="Calibri" panose="020F0502020204030204" pitchFamily="34" charset="0"/>
              </a:rPr>
              <a:t>, j</a:t>
            </a:r>
          </a:p>
        </p:txBody>
      </p:sp>
      <p:sp>
        <p:nvSpPr>
          <p:cNvPr id="5" name="灯片编号占位符 5">
            <a:extLst>
              <a:ext uri="{FF2B5EF4-FFF2-40B4-BE49-F238E27FC236}">
                <a16:creationId xmlns:a16="http://schemas.microsoft.com/office/drawing/2014/main" id="{44EC33FC-2309-4414-84E3-280594C7FCEF}"/>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a:extLst>
              <a:ext uri="{FF2B5EF4-FFF2-40B4-BE49-F238E27FC236}">
                <a16:creationId xmlns:a16="http://schemas.microsoft.com/office/drawing/2014/main" id="{B38F4B07-401B-4B29-8A5F-90DD85CAE308}"/>
              </a:ext>
            </a:extLst>
          </p:cNvPr>
          <p:cNvSpPr>
            <a:spLocks noGrp="1" noChangeArrowheads="1"/>
          </p:cNvSpPr>
          <p:nvPr>
            <p:ph type="body" idx="1"/>
          </p:nvPr>
        </p:nvSpPr>
        <p:spPr>
          <a:xfrm>
            <a:off x="952820" y="844153"/>
            <a:ext cx="7733980" cy="3574166"/>
          </a:xfrm>
        </p:spPr>
        <p:txBody>
          <a:bodyPr/>
          <a:lstStyle/>
          <a:p>
            <a:r>
              <a:rPr lang="en-US" altLang="zh-CN" sz="2000" dirty="0">
                <a:cs typeface="Courier New" panose="02070309020205020404" pitchFamily="49" charset="0"/>
              </a:rPr>
              <a:t>Use the program counter (PC) to supply the instruction address and </a:t>
            </a:r>
            <a:r>
              <a:rPr lang="en-US" altLang="zh-CN" sz="2000" dirty="0">
                <a:solidFill>
                  <a:srgbClr val="FF0000"/>
                </a:solidFill>
                <a:cs typeface="Courier New" panose="02070309020205020404" pitchFamily="49" charset="0"/>
              </a:rPr>
              <a:t>fetch</a:t>
            </a:r>
            <a:r>
              <a:rPr lang="en-US" altLang="zh-CN" sz="2000" dirty="0">
                <a:solidFill>
                  <a:schemeClr val="accent1"/>
                </a:solidFill>
                <a:cs typeface="Courier New" panose="02070309020205020404" pitchFamily="49" charset="0"/>
              </a:rPr>
              <a:t> </a:t>
            </a:r>
            <a:r>
              <a:rPr lang="en-US" altLang="zh-CN" sz="2000" dirty="0">
                <a:cs typeface="Courier New" panose="02070309020205020404" pitchFamily="49" charset="0"/>
              </a:rPr>
              <a:t>the instruction from memory </a:t>
            </a:r>
          </a:p>
          <a:p>
            <a:r>
              <a:rPr lang="en-US" altLang="zh-CN" sz="2000" dirty="0">
                <a:solidFill>
                  <a:srgbClr val="FF0000"/>
                </a:solidFill>
                <a:cs typeface="Courier New" panose="02070309020205020404" pitchFamily="49" charset="0"/>
              </a:rPr>
              <a:t>Decode</a:t>
            </a:r>
            <a:r>
              <a:rPr lang="en-US" altLang="zh-CN" sz="2000" dirty="0">
                <a:solidFill>
                  <a:schemeClr val="accent1"/>
                </a:solidFill>
                <a:cs typeface="Courier New" panose="02070309020205020404" pitchFamily="49" charset="0"/>
              </a:rPr>
              <a:t> </a:t>
            </a:r>
            <a:r>
              <a:rPr lang="en-US" altLang="zh-CN" sz="2000" dirty="0">
                <a:cs typeface="Courier New" panose="02070309020205020404" pitchFamily="49" charset="0"/>
              </a:rPr>
              <a:t>the instruction (and read registers)</a:t>
            </a:r>
          </a:p>
          <a:p>
            <a:r>
              <a:rPr lang="en-US" altLang="zh-CN" sz="2000" dirty="0">
                <a:solidFill>
                  <a:srgbClr val="FF0000"/>
                </a:solidFill>
                <a:cs typeface="Courier New" panose="02070309020205020404" pitchFamily="49" charset="0"/>
              </a:rPr>
              <a:t>Execute</a:t>
            </a:r>
            <a:r>
              <a:rPr lang="en-US" altLang="zh-CN" sz="2000" dirty="0">
                <a:solidFill>
                  <a:schemeClr val="accent1"/>
                </a:solidFill>
                <a:cs typeface="Courier New" panose="02070309020205020404" pitchFamily="49" charset="0"/>
              </a:rPr>
              <a:t> </a:t>
            </a:r>
            <a:r>
              <a:rPr lang="en-US" altLang="zh-CN" sz="2000" dirty="0">
                <a:cs typeface="Courier New" panose="02070309020205020404" pitchFamily="49" charset="0"/>
              </a:rPr>
              <a:t>the instruction</a:t>
            </a:r>
          </a:p>
          <a:p>
            <a:pPr lvl="1"/>
            <a:r>
              <a:rPr lang="en-US" altLang="zh-TW" sz="1800" dirty="0">
                <a:sym typeface="Symbol" panose="05050102010706020507" pitchFamily="18" charset="2"/>
              </a:rPr>
              <a:t>Use ALU to calculate</a:t>
            </a:r>
          </a:p>
          <a:p>
            <a:pPr lvl="2"/>
            <a:r>
              <a:rPr lang="en-US" altLang="zh-TW" sz="1600" dirty="0">
                <a:sym typeface="Symbol" panose="05050102010706020507" pitchFamily="18" charset="2"/>
              </a:rPr>
              <a:t>Arithmetic result</a:t>
            </a:r>
          </a:p>
          <a:p>
            <a:pPr lvl="2"/>
            <a:r>
              <a:rPr lang="en-US" altLang="zh-TW" sz="1600" dirty="0">
                <a:sym typeface="Symbol" panose="05050102010706020507" pitchFamily="18" charset="2"/>
              </a:rPr>
              <a:t>Memory address for load/store</a:t>
            </a:r>
          </a:p>
          <a:p>
            <a:pPr lvl="2"/>
            <a:r>
              <a:rPr lang="en-US" altLang="zh-TW" sz="1600" dirty="0">
                <a:sym typeface="Symbol" panose="05050102010706020507" pitchFamily="18" charset="2"/>
              </a:rPr>
              <a:t>Branch target address</a:t>
            </a:r>
          </a:p>
          <a:p>
            <a:pPr lvl="1"/>
            <a:r>
              <a:rPr lang="en-US" altLang="zh-TW" sz="1800" dirty="0">
                <a:sym typeface="Symbol" panose="05050102010706020507" pitchFamily="18" charset="2"/>
              </a:rPr>
              <a:t>Access data memory for load/store</a:t>
            </a:r>
          </a:p>
          <a:p>
            <a:pPr lvl="1"/>
            <a:r>
              <a:rPr lang="en-US" altLang="zh-TW" sz="1800" dirty="0">
                <a:sym typeface="Symbol" panose="05050102010706020507" pitchFamily="18" charset="2"/>
              </a:rPr>
              <a:t>PC  target address or PC + 4</a:t>
            </a:r>
          </a:p>
        </p:txBody>
      </p:sp>
      <p:sp>
        <p:nvSpPr>
          <p:cNvPr id="9218" name="Rectangle 2">
            <a:extLst>
              <a:ext uri="{FF2B5EF4-FFF2-40B4-BE49-F238E27FC236}">
                <a16:creationId xmlns:a16="http://schemas.microsoft.com/office/drawing/2014/main" id="{63D823CC-5324-49B6-B56E-4BA881EE4B60}"/>
              </a:ext>
            </a:extLst>
          </p:cNvPr>
          <p:cNvSpPr>
            <a:spLocks noGrp="1" noChangeArrowheads="1"/>
          </p:cNvSpPr>
          <p:nvPr>
            <p:ph type="title"/>
          </p:nvPr>
        </p:nvSpPr>
        <p:spPr>
          <a:xfrm>
            <a:off x="914401" y="176733"/>
            <a:ext cx="6815138" cy="407254"/>
          </a:xfrm>
        </p:spPr>
        <p:txBody>
          <a:bodyPr/>
          <a:lstStyle/>
          <a:p>
            <a:r>
              <a:rPr lang="en-US" altLang="zh-TW" dirty="0"/>
              <a:t>Instruction Execution</a:t>
            </a:r>
            <a:endParaRPr lang="en-AU" altLang="zh-TW" dirty="0">
              <a:ea typeface="新細明體" panose="02020500000000000000" pitchFamily="18" charset="-120"/>
            </a:endParaRPr>
          </a:p>
        </p:txBody>
      </p:sp>
      <p:sp>
        <p:nvSpPr>
          <p:cNvPr id="5" name="灯片编号占位符 5">
            <a:extLst>
              <a:ext uri="{FF2B5EF4-FFF2-40B4-BE49-F238E27FC236}">
                <a16:creationId xmlns:a16="http://schemas.microsoft.com/office/drawing/2014/main" id="{92A61A3E-53AF-46D9-9163-05DBF6D51F89}"/>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a:t>
            </a:fld>
            <a:endParaRPr lang="zh-TW" altLang="en-US"/>
          </a:p>
        </p:txBody>
      </p:sp>
      <p:grpSp>
        <p:nvGrpSpPr>
          <p:cNvPr id="6" name="Group 32">
            <a:extLst>
              <a:ext uri="{FF2B5EF4-FFF2-40B4-BE49-F238E27FC236}">
                <a16:creationId xmlns:a16="http://schemas.microsoft.com/office/drawing/2014/main" id="{C7A33217-5569-4AC6-91F0-64A661BE6DED}"/>
              </a:ext>
            </a:extLst>
          </p:cNvPr>
          <p:cNvGrpSpPr/>
          <p:nvPr/>
        </p:nvGrpSpPr>
        <p:grpSpPr>
          <a:xfrm>
            <a:off x="5889100" y="2375442"/>
            <a:ext cx="2600980" cy="1628433"/>
            <a:chOff x="5911650" y="2785163"/>
            <a:chExt cx="2439000" cy="1452343"/>
          </a:xfrm>
        </p:grpSpPr>
        <p:sp>
          <p:nvSpPr>
            <p:cNvPr id="7" name="Oval 5">
              <a:extLst>
                <a:ext uri="{FF2B5EF4-FFF2-40B4-BE49-F238E27FC236}">
                  <a16:creationId xmlns:a16="http://schemas.microsoft.com/office/drawing/2014/main" id="{7F395C10-1F65-45DC-8FD0-C833B24EB8F1}"/>
                </a:ext>
              </a:extLst>
            </p:cNvPr>
            <p:cNvSpPr/>
            <p:nvPr/>
          </p:nvSpPr>
          <p:spPr>
            <a:xfrm>
              <a:off x="6554803" y="2785163"/>
              <a:ext cx="1152000" cy="648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27000" rtlCol="0" anchor="ctr" anchorCtr="1"/>
            <a:lstStyle/>
            <a:p>
              <a:pPr algn="ctr"/>
              <a:r>
                <a:rPr lang="en-US" sz="1200" dirty="0">
                  <a:solidFill>
                    <a:schemeClr val="tx1"/>
                  </a:solidFill>
                </a:rPr>
                <a:t>Fetch</a:t>
              </a:r>
              <a:br>
                <a:rPr lang="en-US" sz="1200" dirty="0">
                  <a:solidFill>
                    <a:schemeClr val="tx1"/>
                  </a:solidFill>
                </a:rPr>
              </a:br>
              <a:r>
                <a:rPr lang="en-US" sz="1200" dirty="0">
                  <a:solidFill>
                    <a:schemeClr val="tx1"/>
                  </a:solidFill>
                </a:rPr>
                <a:t>PC=PC+4</a:t>
              </a:r>
            </a:p>
          </p:txBody>
        </p:sp>
        <p:sp>
          <p:nvSpPr>
            <p:cNvPr id="8" name="Oval 6">
              <a:extLst>
                <a:ext uri="{FF2B5EF4-FFF2-40B4-BE49-F238E27FC236}">
                  <a16:creationId xmlns:a16="http://schemas.microsoft.com/office/drawing/2014/main" id="{DCF70A4B-FE85-4C3A-AF53-B15988752484}"/>
                </a:ext>
              </a:extLst>
            </p:cNvPr>
            <p:cNvSpPr/>
            <p:nvPr/>
          </p:nvSpPr>
          <p:spPr>
            <a:xfrm>
              <a:off x="7486650" y="3799156"/>
              <a:ext cx="864000" cy="432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1200" dirty="0">
                  <a:solidFill>
                    <a:schemeClr val="tx1"/>
                  </a:solidFill>
                </a:rPr>
                <a:t>Decode</a:t>
              </a:r>
            </a:p>
          </p:txBody>
        </p:sp>
        <p:sp>
          <p:nvSpPr>
            <p:cNvPr id="9" name="Oval 7">
              <a:extLst>
                <a:ext uri="{FF2B5EF4-FFF2-40B4-BE49-F238E27FC236}">
                  <a16:creationId xmlns:a16="http://schemas.microsoft.com/office/drawing/2014/main" id="{C497BEEE-A9CC-4293-847D-E65C37DAEA02}"/>
                </a:ext>
              </a:extLst>
            </p:cNvPr>
            <p:cNvSpPr/>
            <p:nvPr/>
          </p:nvSpPr>
          <p:spPr>
            <a:xfrm>
              <a:off x="5911650" y="3799156"/>
              <a:ext cx="864000" cy="432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1200" dirty="0">
                  <a:solidFill>
                    <a:schemeClr val="tx1"/>
                  </a:solidFill>
                </a:rPr>
                <a:t>Execute</a:t>
              </a:r>
            </a:p>
          </p:txBody>
        </p:sp>
        <p:cxnSp>
          <p:nvCxnSpPr>
            <p:cNvPr id="10" name="Straight Arrow Connector 9">
              <a:extLst>
                <a:ext uri="{FF2B5EF4-FFF2-40B4-BE49-F238E27FC236}">
                  <a16:creationId xmlns:a16="http://schemas.microsoft.com/office/drawing/2014/main" id="{026CB6E1-C8D9-4B4C-BE9E-779A81E29F97}"/>
                </a:ext>
              </a:extLst>
            </p:cNvPr>
            <p:cNvCxnSpPr>
              <a:stCxn id="7" idx="6"/>
              <a:endCxn id="8" idx="0"/>
            </p:cNvCxnSpPr>
            <p:nvPr/>
          </p:nvCxnSpPr>
          <p:spPr>
            <a:xfrm>
              <a:off x="7706803" y="3109163"/>
              <a:ext cx="211847" cy="689993"/>
            </a:xfrm>
            <a:prstGeom prst="curvedConnector2">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9">
              <a:extLst>
                <a:ext uri="{FF2B5EF4-FFF2-40B4-BE49-F238E27FC236}">
                  <a16:creationId xmlns:a16="http://schemas.microsoft.com/office/drawing/2014/main" id="{9B68D5CB-1E6E-47AA-8EB9-464A20337B14}"/>
                </a:ext>
              </a:extLst>
            </p:cNvPr>
            <p:cNvCxnSpPr>
              <a:stCxn id="8" idx="4"/>
              <a:endCxn id="9" idx="4"/>
            </p:cNvCxnSpPr>
            <p:nvPr/>
          </p:nvCxnSpPr>
          <p:spPr>
            <a:xfrm rot="5400000">
              <a:off x="7131150" y="3443656"/>
              <a:ext cx="12700" cy="1575000"/>
            </a:xfrm>
            <a:prstGeom prst="curvedConnector3">
              <a:avLst>
                <a:gd name="adj1" fmla="val 1800000"/>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9">
              <a:extLst>
                <a:ext uri="{FF2B5EF4-FFF2-40B4-BE49-F238E27FC236}">
                  <a16:creationId xmlns:a16="http://schemas.microsoft.com/office/drawing/2014/main" id="{ABAD25B8-D265-4272-9576-762641DC7296}"/>
                </a:ext>
              </a:extLst>
            </p:cNvPr>
            <p:cNvCxnSpPr>
              <a:stCxn id="9" idx="0"/>
              <a:endCxn id="7" idx="2"/>
            </p:cNvCxnSpPr>
            <p:nvPr/>
          </p:nvCxnSpPr>
          <p:spPr>
            <a:xfrm rot="5400000" flipH="1" flipV="1">
              <a:off x="6104230" y="3348584"/>
              <a:ext cx="689993" cy="211153"/>
            </a:xfrm>
            <a:prstGeom prst="curvedConnector2">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7109E347-2E0B-4952-8FF0-61880710957D}"/>
              </a:ext>
            </a:extLst>
          </p:cNvPr>
          <p:cNvSpPr>
            <a:spLocks noGrp="1" noChangeArrowheads="1"/>
          </p:cNvSpPr>
          <p:nvPr>
            <p:ph type="title"/>
          </p:nvPr>
        </p:nvSpPr>
        <p:spPr>
          <a:xfrm>
            <a:off x="1060397" y="122945"/>
            <a:ext cx="6669141" cy="530198"/>
          </a:xfrm>
        </p:spPr>
        <p:txBody>
          <a:bodyPr/>
          <a:lstStyle/>
          <a:p>
            <a:r>
              <a:rPr lang="en-US" altLang="zh-TW" sz="3200" dirty="0"/>
              <a:t>CPU Overview</a:t>
            </a:r>
            <a:endParaRPr lang="en-AU" altLang="zh-TW" sz="3200" dirty="0">
              <a:ea typeface="新細明體" panose="02020500000000000000" pitchFamily="18" charset="-120"/>
            </a:endParaRPr>
          </a:p>
        </p:txBody>
      </p:sp>
      <p:pic>
        <p:nvPicPr>
          <p:cNvPr id="10243" name="Picture 3" descr="f04-01-P374493">
            <a:extLst>
              <a:ext uri="{FF2B5EF4-FFF2-40B4-BE49-F238E27FC236}">
                <a16:creationId xmlns:a16="http://schemas.microsoft.com/office/drawing/2014/main" id="{3833C847-74B5-4BC7-BFC7-367AC9909B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8142" y="891348"/>
            <a:ext cx="7238361" cy="361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5">
            <a:extLst>
              <a:ext uri="{FF2B5EF4-FFF2-40B4-BE49-F238E27FC236}">
                <a16:creationId xmlns:a16="http://schemas.microsoft.com/office/drawing/2014/main" id="{6ECC501C-A692-4F1F-B3F0-0E6CCAD6380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a:t>
            </a:fld>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5">
            <a:extLst>
              <a:ext uri="{FF2B5EF4-FFF2-40B4-BE49-F238E27FC236}">
                <a16:creationId xmlns:a16="http://schemas.microsoft.com/office/drawing/2014/main" id="{3E80E1AD-27FC-46D8-8269-35B0A908D038}"/>
              </a:ext>
            </a:extLst>
          </p:cNvPr>
          <p:cNvSpPr>
            <a:spLocks noGrp="1" noChangeArrowheads="1"/>
          </p:cNvSpPr>
          <p:nvPr>
            <p:ph type="title"/>
          </p:nvPr>
        </p:nvSpPr>
        <p:spPr>
          <a:xfrm>
            <a:off x="1021977" y="145997"/>
            <a:ext cx="6707562" cy="461042"/>
          </a:xfrm>
        </p:spPr>
        <p:txBody>
          <a:bodyPr/>
          <a:lstStyle/>
          <a:p>
            <a:r>
              <a:rPr lang="en-US" altLang="zh-TW" sz="3200" dirty="0"/>
              <a:t>Multiplexers</a:t>
            </a:r>
            <a:endParaRPr lang="en-AU" altLang="zh-TW" sz="3200" dirty="0">
              <a:ea typeface="新細明體" panose="02020500000000000000" pitchFamily="18" charset="-120"/>
            </a:endParaRPr>
          </a:p>
        </p:txBody>
      </p:sp>
      <p:grpSp>
        <p:nvGrpSpPr>
          <p:cNvPr id="3" name="组合 2">
            <a:extLst>
              <a:ext uri="{FF2B5EF4-FFF2-40B4-BE49-F238E27FC236}">
                <a16:creationId xmlns:a16="http://schemas.microsoft.com/office/drawing/2014/main" id="{D96F6114-6630-49CE-B546-E7F39D14701C}"/>
              </a:ext>
            </a:extLst>
          </p:cNvPr>
          <p:cNvGrpSpPr/>
          <p:nvPr/>
        </p:nvGrpSpPr>
        <p:grpSpPr>
          <a:xfrm>
            <a:off x="1073463" y="835069"/>
            <a:ext cx="6587519" cy="3613985"/>
            <a:chOff x="1588294" y="896542"/>
            <a:chExt cx="6288881" cy="3415902"/>
          </a:xfrm>
        </p:grpSpPr>
        <p:pic>
          <p:nvPicPr>
            <p:cNvPr id="11266" name="Picture 2" descr="f04-01-P374493">
              <a:extLst>
                <a:ext uri="{FF2B5EF4-FFF2-40B4-BE49-F238E27FC236}">
                  <a16:creationId xmlns:a16="http://schemas.microsoft.com/office/drawing/2014/main" id="{43D07F62-C95B-4B9F-A93D-497AC926BD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294" y="1168004"/>
              <a:ext cx="6288881" cy="3144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Oval 3">
              <a:extLst>
                <a:ext uri="{FF2B5EF4-FFF2-40B4-BE49-F238E27FC236}">
                  <a16:creationId xmlns:a16="http://schemas.microsoft.com/office/drawing/2014/main" id="{8E2A221C-68EF-4508-BB8B-BD8E8488120C}"/>
                </a:ext>
              </a:extLst>
            </p:cNvPr>
            <p:cNvSpPr>
              <a:spLocks noChangeArrowheads="1"/>
            </p:cNvSpPr>
            <p:nvPr/>
          </p:nvSpPr>
          <p:spPr bwMode="auto">
            <a:xfrm>
              <a:off x="5887641" y="2246710"/>
              <a:ext cx="760809" cy="64889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1268" name="Oval 4">
              <a:extLst>
                <a:ext uri="{FF2B5EF4-FFF2-40B4-BE49-F238E27FC236}">
                  <a16:creationId xmlns:a16="http://schemas.microsoft.com/office/drawing/2014/main" id="{2FBC4C5A-DDAE-4D0A-99EF-31D8D64C2648}"/>
                </a:ext>
              </a:extLst>
            </p:cNvPr>
            <p:cNvSpPr>
              <a:spLocks noChangeArrowheads="1"/>
            </p:cNvSpPr>
            <p:nvPr/>
          </p:nvSpPr>
          <p:spPr bwMode="auto">
            <a:xfrm>
              <a:off x="3401616" y="896542"/>
              <a:ext cx="762000" cy="64889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1270" name="Line 6">
              <a:extLst>
                <a:ext uri="{FF2B5EF4-FFF2-40B4-BE49-F238E27FC236}">
                  <a16:creationId xmlns:a16="http://schemas.microsoft.com/office/drawing/2014/main" id="{71D84447-B33E-4B0E-9782-2681F03167D5}"/>
                </a:ext>
              </a:extLst>
            </p:cNvPr>
            <p:cNvSpPr>
              <a:spLocks noChangeShapeType="1"/>
            </p:cNvSpPr>
            <p:nvPr/>
          </p:nvSpPr>
          <p:spPr bwMode="auto">
            <a:xfrm flipH="1">
              <a:off x="3577829" y="1113235"/>
              <a:ext cx="467915"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11271" name="Arc 7">
              <a:extLst>
                <a:ext uri="{FF2B5EF4-FFF2-40B4-BE49-F238E27FC236}">
                  <a16:creationId xmlns:a16="http://schemas.microsoft.com/office/drawing/2014/main" id="{329B2B88-EAD7-41CD-84CA-D1BB9E4F5C94}"/>
                </a:ext>
              </a:extLst>
            </p:cNvPr>
            <p:cNvSpPr>
              <a:spLocks/>
            </p:cNvSpPr>
            <p:nvPr/>
          </p:nvSpPr>
          <p:spPr bwMode="auto">
            <a:xfrm rot="10800000" flipH="1" flipV="1">
              <a:off x="3577828" y="1275160"/>
              <a:ext cx="233363" cy="16192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11272" name="Line 8">
              <a:extLst>
                <a:ext uri="{FF2B5EF4-FFF2-40B4-BE49-F238E27FC236}">
                  <a16:creationId xmlns:a16="http://schemas.microsoft.com/office/drawing/2014/main" id="{FE0E1248-8A46-4934-8431-27D217725FDD}"/>
                </a:ext>
              </a:extLst>
            </p:cNvPr>
            <p:cNvSpPr>
              <a:spLocks noChangeShapeType="1"/>
            </p:cNvSpPr>
            <p:nvPr/>
          </p:nvSpPr>
          <p:spPr bwMode="auto">
            <a:xfrm flipH="1">
              <a:off x="6035279" y="2463404"/>
              <a:ext cx="467915"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11273" name="Arc 9">
              <a:extLst>
                <a:ext uri="{FF2B5EF4-FFF2-40B4-BE49-F238E27FC236}">
                  <a16:creationId xmlns:a16="http://schemas.microsoft.com/office/drawing/2014/main" id="{BC244C20-7114-43AF-8914-B138A6A90F8D}"/>
                </a:ext>
              </a:extLst>
            </p:cNvPr>
            <p:cNvSpPr>
              <a:spLocks/>
            </p:cNvSpPr>
            <p:nvPr/>
          </p:nvSpPr>
          <p:spPr bwMode="auto">
            <a:xfrm rot="10800000" flipH="1" flipV="1">
              <a:off x="6035278" y="2625329"/>
              <a:ext cx="233363" cy="16192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11274" name="Oval 10">
              <a:extLst>
                <a:ext uri="{FF2B5EF4-FFF2-40B4-BE49-F238E27FC236}">
                  <a16:creationId xmlns:a16="http://schemas.microsoft.com/office/drawing/2014/main" id="{F1A8128C-3DD3-430A-96B3-8F688FF72726}"/>
                </a:ext>
              </a:extLst>
            </p:cNvPr>
            <p:cNvSpPr>
              <a:spLocks noChangeArrowheads="1"/>
            </p:cNvSpPr>
            <p:nvPr/>
          </p:nvSpPr>
          <p:spPr bwMode="auto">
            <a:xfrm>
              <a:off x="5214938" y="3436144"/>
              <a:ext cx="760810" cy="648891"/>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1275" name="Line 11">
              <a:extLst>
                <a:ext uri="{FF2B5EF4-FFF2-40B4-BE49-F238E27FC236}">
                  <a16:creationId xmlns:a16="http://schemas.microsoft.com/office/drawing/2014/main" id="{AAAB0CE5-1C0E-4DC5-A00F-800D64DA137C}"/>
                </a:ext>
              </a:extLst>
            </p:cNvPr>
            <p:cNvSpPr>
              <a:spLocks noChangeShapeType="1"/>
            </p:cNvSpPr>
            <p:nvPr/>
          </p:nvSpPr>
          <p:spPr bwMode="auto">
            <a:xfrm>
              <a:off x="5449491" y="3598069"/>
              <a:ext cx="291703"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11276" name="Arc 12">
              <a:extLst>
                <a:ext uri="{FF2B5EF4-FFF2-40B4-BE49-F238E27FC236}">
                  <a16:creationId xmlns:a16="http://schemas.microsoft.com/office/drawing/2014/main" id="{5D184C60-5821-480D-921E-5566D561E601}"/>
                </a:ext>
              </a:extLst>
            </p:cNvPr>
            <p:cNvSpPr>
              <a:spLocks/>
            </p:cNvSpPr>
            <p:nvPr/>
          </p:nvSpPr>
          <p:spPr bwMode="auto">
            <a:xfrm rot="10800000" flipV="1">
              <a:off x="5650707" y="3759994"/>
              <a:ext cx="116681" cy="216694"/>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grpSp>
      <p:sp>
        <p:nvSpPr>
          <p:cNvPr id="11277" name="Rectangle 13">
            <a:extLst>
              <a:ext uri="{FF2B5EF4-FFF2-40B4-BE49-F238E27FC236}">
                <a16:creationId xmlns:a16="http://schemas.microsoft.com/office/drawing/2014/main" id="{726C6D75-3C0B-42A9-A705-A43BBAEFC1DE}"/>
              </a:ext>
            </a:extLst>
          </p:cNvPr>
          <p:cNvSpPr>
            <a:spLocks noChangeArrowheads="1"/>
          </p:cNvSpPr>
          <p:nvPr/>
        </p:nvSpPr>
        <p:spPr bwMode="auto">
          <a:xfrm>
            <a:off x="5271246" y="897732"/>
            <a:ext cx="3503919" cy="662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buClr>
                <a:srgbClr val="0000FF"/>
              </a:buClr>
              <a:buFont typeface="Wingdings" panose="05000000000000000000" pitchFamily="2" charset="2"/>
              <a:buChar char="l"/>
            </a:pPr>
            <a:r>
              <a:rPr lang="en-US" altLang="zh-TW" sz="1600" b="0" dirty="0">
                <a:latin typeface="Calibri" panose="020F0502020204030204" pitchFamily="34" charset="0"/>
                <a:cs typeface="Calibri" panose="020F0502020204030204" pitchFamily="34" charset="0"/>
              </a:rPr>
              <a:t>Can’t just join wires together</a:t>
            </a:r>
          </a:p>
          <a:p>
            <a:pPr lvl="1">
              <a:buClr>
                <a:srgbClr val="0000FF"/>
              </a:buClr>
              <a:buFont typeface="Wingdings" panose="05000000000000000000" pitchFamily="2" charset="2"/>
              <a:buChar char="Ø"/>
            </a:pPr>
            <a:r>
              <a:rPr lang="en-AU" altLang="zh-TW" sz="1400" b="0" dirty="0">
                <a:latin typeface="Calibri" panose="020F0502020204030204" pitchFamily="34" charset="0"/>
                <a:ea typeface="新細明體" panose="02020500000000000000" pitchFamily="18" charset="-120"/>
                <a:cs typeface="Calibri" panose="020F0502020204030204" pitchFamily="34" charset="0"/>
              </a:rPr>
              <a:t>Use multiplexers</a:t>
            </a:r>
          </a:p>
        </p:txBody>
      </p:sp>
      <p:sp>
        <p:nvSpPr>
          <p:cNvPr id="17" name="灯片编号占位符 5">
            <a:extLst>
              <a:ext uri="{FF2B5EF4-FFF2-40B4-BE49-F238E27FC236}">
                <a16:creationId xmlns:a16="http://schemas.microsoft.com/office/drawing/2014/main" id="{B83A547B-B66B-44D1-8497-BEF8593B41C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a:t>
            </a:fld>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f04-02-P374493">
            <a:extLst>
              <a:ext uri="{FF2B5EF4-FFF2-40B4-BE49-F238E27FC236}">
                <a16:creationId xmlns:a16="http://schemas.microsoft.com/office/drawing/2014/main" id="{7D2325F0-5A2D-4010-864A-A7D7D641015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21223" y="828786"/>
            <a:ext cx="5402649" cy="3750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Rectangle 3">
            <a:extLst>
              <a:ext uri="{FF2B5EF4-FFF2-40B4-BE49-F238E27FC236}">
                <a16:creationId xmlns:a16="http://schemas.microsoft.com/office/drawing/2014/main" id="{ECA6E7EA-9115-4AB3-B1A1-C406D7AD2EFA}"/>
              </a:ext>
            </a:extLst>
          </p:cNvPr>
          <p:cNvSpPr>
            <a:spLocks noGrp="1" noChangeArrowheads="1"/>
          </p:cNvSpPr>
          <p:nvPr>
            <p:ph type="title"/>
          </p:nvPr>
        </p:nvSpPr>
        <p:spPr>
          <a:xfrm>
            <a:off x="983557" y="44054"/>
            <a:ext cx="6745982" cy="676275"/>
          </a:xfrm>
        </p:spPr>
        <p:txBody>
          <a:bodyPr/>
          <a:lstStyle/>
          <a:p>
            <a:r>
              <a:rPr lang="en-US" altLang="zh-TW" sz="3200" dirty="0"/>
              <a:t>Control</a:t>
            </a:r>
            <a:endParaRPr lang="en-AU" altLang="zh-TW" sz="3200" dirty="0">
              <a:ea typeface="新細明體" panose="02020500000000000000" pitchFamily="18" charset="-120"/>
            </a:endParaRPr>
          </a:p>
        </p:txBody>
      </p:sp>
      <p:sp>
        <p:nvSpPr>
          <p:cNvPr id="5" name="灯片编号占位符 5">
            <a:extLst>
              <a:ext uri="{FF2B5EF4-FFF2-40B4-BE49-F238E27FC236}">
                <a16:creationId xmlns:a16="http://schemas.microsoft.com/office/drawing/2014/main" id="{34F3B3CA-01E9-4C29-A22F-0CF4F30C6ED9}"/>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7</a:t>
            </a:fld>
            <a:endParaRPr lang="zh-TW"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39ADE847-C0F1-4FEC-9263-6BE54A77DAC0}"/>
              </a:ext>
            </a:extLst>
          </p:cNvPr>
          <p:cNvSpPr>
            <a:spLocks noGrp="1" noChangeArrowheads="1"/>
          </p:cNvSpPr>
          <p:nvPr>
            <p:ph type="title"/>
          </p:nvPr>
        </p:nvSpPr>
        <p:spPr>
          <a:xfrm>
            <a:off x="937453" y="44054"/>
            <a:ext cx="6792086" cy="676275"/>
          </a:xfrm>
        </p:spPr>
        <p:txBody>
          <a:bodyPr/>
          <a:lstStyle/>
          <a:p>
            <a:r>
              <a:rPr lang="en-US" altLang="zh-TW" dirty="0"/>
              <a:t>Logic Design Basics</a:t>
            </a:r>
            <a:endParaRPr lang="en-AU" altLang="zh-TW" dirty="0">
              <a:ea typeface="新細明體" panose="02020500000000000000" pitchFamily="18" charset="-120"/>
            </a:endParaRPr>
          </a:p>
        </p:txBody>
      </p:sp>
      <p:sp>
        <p:nvSpPr>
          <p:cNvPr id="13315" name="Rectangle 4">
            <a:extLst>
              <a:ext uri="{FF2B5EF4-FFF2-40B4-BE49-F238E27FC236}">
                <a16:creationId xmlns:a16="http://schemas.microsoft.com/office/drawing/2014/main" id="{6D4DDE20-A03F-4B4F-93A3-7CDE6CC756C5}"/>
              </a:ext>
            </a:extLst>
          </p:cNvPr>
          <p:cNvSpPr>
            <a:spLocks noGrp="1" noChangeArrowheads="1"/>
          </p:cNvSpPr>
          <p:nvPr>
            <p:ph type="body" idx="1"/>
          </p:nvPr>
        </p:nvSpPr>
        <p:spPr>
          <a:xfrm>
            <a:off x="960504" y="844153"/>
            <a:ext cx="7726296" cy="3671888"/>
          </a:xfrm>
        </p:spPr>
        <p:txBody>
          <a:bodyPr/>
          <a:lstStyle/>
          <a:p>
            <a:r>
              <a:rPr lang="en-US" altLang="zh-TW" dirty="0"/>
              <a:t>Information encoded in binary</a:t>
            </a:r>
          </a:p>
          <a:p>
            <a:pPr lvl="1"/>
            <a:r>
              <a:rPr lang="en-US" altLang="zh-TW" dirty="0"/>
              <a:t>Low voltage = 0, High voltage = 1</a:t>
            </a:r>
          </a:p>
          <a:p>
            <a:pPr lvl="1"/>
            <a:r>
              <a:rPr lang="en-US" altLang="zh-TW" dirty="0"/>
              <a:t>One wire per bit</a:t>
            </a:r>
          </a:p>
          <a:p>
            <a:pPr lvl="1"/>
            <a:r>
              <a:rPr lang="en-US" altLang="zh-TW" dirty="0"/>
              <a:t>Multi-bit data encoded on multi-wire buses</a:t>
            </a:r>
          </a:p>
          <a:p>
            <a:r>
              <a:rPr lang="en-US" altLang="zh-TW" dirty="0"/>
              <a:t>Combinational element</a:t>
            </a:r>
          </a:p>
          <a:p>
            <a:pPr lvl="1"/>
            <a:r>
              <a:rPr lang="en-US" altLang="zh-TW" dirty="0"/>
              <a:t>Operate on data</a:t>
            </a:r>
          </a:p>
          <a:p>
            <a:pPr lvl="1"/>
            <a:r>
              <a:rPr lang="en-US" altLang="zh-TW" dirty="0"/>
              <a:t>Output is a function of input</a:t>
            </a:r>
          </a:p>
          <a:p>
            <a:r>
              <a:rPr lang="en-US" altLang="zh-TW" dirty="0"/>
              <a:t>State (sequential) elements</a:t>
            </a:r>
          </a:p>
          <a:p>
            <a:pPr lvl="1"/>
            <a:r>
              <a:rPr lang="en-US" altLang="zh-TW" dirty="0"/>
              <a:t>Store information</a:t>
            </a:r>
          </a:p>
        </p:txBody>
      </p:sp>
      <p:sp>
        <p:nvSpPr>
          <p:cNvPr id="5" name="灯片编号占位符 5">
            <a:extLst>
              <a:ext uri="{FF2B5EF4-FFF2-40B4-BE49-F238E27FC236}">
                <a16:creationId xmlns:a16="http://schemas.microsoft.com/office/drawing/2014/main" id="{C282EAE7-7F93-4D6B-8EEA-245D8EB3448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8</a:t>
            </a:fld>
            <a:endParaRPr lang="zh-TW"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22575D79-A0CA-4D11-8743-CAD08EEF7BAA}"/>
              </a:ext>
            </a:extLst>
          </p:cNvPr>
          <p:cNvSpPr>
            <a:spLocks noGrp="1" noChangeArrowheads="1"/>
          </p:cNvSpPr>
          <p:nvPr>
            <p:ph type="title"/>
          </p:nvPr>
        </p:nvSpPr>
        <p:spPr>
          <a:xfrm>
            <a:off x="991241" y="44054"/>
            <a:ext cx="6738298" cy="676275"/>
          </a:xfrm>
        </p:spPr>
        <p:txBody>
          <a:bodyPr/>
          <a:lstStyle/>
          <a:p>
            <a:r>
              <a:rPr lang="en-US" altLang="zh-TW" dirty="0"/>
              <a:t>Combinational Elements</a:t>
            </a:r>
            <a:endParaRPr lang="en-AU" altLang="zh-TW" dirty="0">
              <a:ea typeface="新細明體" panose="02020500000000000000" pitchFamily="18" charset="-120"/>
            </a:endParaRPr>
          </a:p>
        </p:txBody>
      </p:sp>
      <p:sp>
        <p:nvSpPr>
          <p:cNvPr id="14339" name="Rectangle 3">
            <a:extLst>
              <a:ext uri="{FF2B5EF4-FFF2-40B4-BE49-F238E27FC236}">
                <a16:creationId xmlns:a16="http://schemas.microsoft.com/office/drawing/2014/main" id="{4C858813-8237-4740-866D-8E3176A94FD5}"/>
              </a:ext>
            </a:extLst>
          </p:cNvPr>
          <p:cNvSpPr>
            <a:spLocks noGrp="1" noChangeArrowheads="1"/>
          </p:cNvSpPr>
          <p:nvPr>
            <p:ph type="body" idx="1"/>
          </p:nvPr>
        </p:nvSpPr>
        <p:spPr>
          <a:xfrm>
            <a:off x="1451373" y="818972"/>
            <a:ext cx="2368153" cy="725519"/>
          </a:xfrm>
        </p:spPr>
        <p:txBody>
          <a:bodyPr/>
          <a:lstStyle/>
          <a:p>
            <a:r>
              <a:rPr lang="en-US" altLang="zh-TW" sz="1800" b="1" dirty="0"/>
              <a:t>AND-gate</a:t>
            </a:r>
          </a:p>
          <a:p>
            <a:pPr lvl="1">
              <a:buFont typeface="Arial" panose="020B0604020202020204" pitchFamily="34" charset="0"/>
              <a:buChar char="–"/>
            </a:pPr>
            <a:r>
              <a:rPr lang="en-US" altLang="zh-TW" sz="1600" b="1" dirty="0"/>
              <a:t>Y = A &amp; B</a:t>
            </a:r>
          </a:p>
        </p:txBody>
      </p:sp>
      <p:grpSp>
        <p:nvGrpSpPr>
          <p:cNvPr id="14340" name="Group 4">
            <a:extLst>
              <a:ext uri="{FF2B5EF4-FFF2-40B4-BE49-F238E27FC236}">
                <a16:creationId xmlns:a16="http://schemas.microsoft.com/office/drawing/2014/main" id="{8C369108-625E-4CE5-835E-29371AA5B597}"/>
              </a:ext>
            </a:extLst>
          </p:cNvPr>
          <p:cNvGrpSpPr>
            <a:grpSpLocks/>
          </p:cNvGrpSpPr>
          <p:nvPr/>
        </p:nvGrpSpPr>
        <p:grpSpPr bwMode="auto">
          <a:xfrm>
            <a:off x="1837135" y="1663644"/>
            <a:ext cx="1433655" cy="599781"/>
            <a:chOff x="249" y="2299"/>
            <a:chExt cx="975" cy="365"/>
          </a:xfrm>
        </p:grpSpPr>
        <p:grpSp>
          <p:nvGrpSpPr>
            <p:cNvPr id="14393" name="Group 5">
              <a:extLst>
                <a:ext uri="{FF2B5EF4-FFF2-40B4-BE49-F238E27FC236}">
                  <a16:creationId xmlns:a16="http://schemas.microsoft.com/office/drawing/2014/main" id="{2C20A76A-DA97-4FEB-8405-D043FE2B4924}"/>
                </a:ext>
              </a:extLst>
            </p:cNvPr>
            <p:cNvGrpSpPr>
              <a:grpSpLocks/>
            </p:cNvGrpSpPr>
            <p:nvPr/>
          </p:nvGrpSpPr>
          <p:grpSpPr bwMode="auto">
            <a:xfrm>
              <a:off x="476" y="2387"/>
              <a:ext cx="544" cy="273"/>
              <a:chOff x="431" y="1888"/>
              <a:chExt cx="544" cy="273"/>
            </a:xfrm>
          </p:grpSpPr>
          <p:sp>
            <p:nvSpPr>
              <p:cNvPr id="14397" name="Arc 6">
                <a:extLst>
                  <a:ext uri="{FF2B5EF4-FFF2-40B4-BE49-F238E27FC236}">
                    <a16:creationId xmlns:a16="http://schemas.microsoft.com/office/drawing/2014/main" id="{F0AD36CC-15A1-45F8-86B9-FD276591B27A}"/>
                  </a:ext>
                </a:extLst>
              </p:cNvPr>
              <p:cNvSpPr>
                <a:spLocks/>
              </p:cNvSpPr>
              <p:nvPr/>
            </p:nvSpPr>
            <p:spPr bwMode="auto">
              <a:xfrm>
                <a:off x="701" y="1889"/>
                <a:ext cx="139" cy="272"/>
              </a:xfrm>
              <a:custGeom>
                <a:avLst/>
                <a:gdLst>
                  <a:gd name="T0" fmla="*/ 0 w 22080"/>
                  <a:gd name="T1" fmla="*/ 0 h 43200"/>
                  <a:gd name="T2" fmla="*/ 0 w 22080"/>
                  <a:gd name="T3" fmla="*/ 0 h 43200"/>
                  <a:gd name="T4" fmla="*/ 0 w 22080"/>
                  <a:gd name="T5" fmla="*/ 0 h 43200"/>
                  <a:gd name="T6" fmla="*/ 0 60000 65536"/>
                  <a:gd name="T7" fmla="*/ 0 60000 65536"/>
                  <a:gd name="T8" fmla="*/ 0 60000 65536"/>
                  <a:gd name="T9" fmla="*/ 0 w 22080"/>
                  <a:gd name="T10" fmla="*/ 0 h 43200"/>
                  <a:gd name="T11" fmla="*/ 22080 w 22080"/>
                  <a:gd name="T12" fmla="*/ 43200 h 43200"/>
                </a:gdLst>
                <a:ahLst/>
                <a:cxnLst>
                  <a:cxn ang="T6">
                    <a:pos x="T0" y="T1"/>
                  </a:cxn>
                  <a:cxn ang="T7">
                    <a:pos x="T2" y="T3"/>
                  </a:cxn>
                  <a:cxn ang="T8">
                    <a:pos x="T4" y="T5"/>
                  </a:cxn>
                </a:cxnLst>
                <a:rect l="T9" t="T10" r="T11" b="T12"/>
                <a:pathLst>
                  <a:path w="22080" h="43200" fill="none" extrusionOk="0">
                    <a:moveTo>
                      <a:pt x="479" y="0"/>
                    </a:moveTo>
                    <a:cubicBezTo>
                      <a:pt x="12409" y="0"/>
                      <a:pt x="22080" y="9670"/>
                      <a:pt x="22080" y="21600"/>
                    </a:cubicBezTo>
                    <a:cubicBezTo>
                      <a:pt x="22080" y="33529"/>
                      <a:pt x="12409" y="43200"/>
                      <a:pt x="480" y="43200"/>
                    </a:cubicBezTo>
                    <a:cubicBezTo>
                      <a:pt x="319" y="43200"/>
                      <a:pt x="159" y="43198"/>
                      <a:pt x="0" y="43194"/>
                    </a:cubicBezTo>
                  </a:path>
                  <a:path w="22080" h="43200" stroke="0" extrusionOk="0">
                    <a:moveTo>
                      <a:pt x="479" y="0"/>
                    </a:moveTo>
                    <a:cubicBezTo>
                      <a:pt x="12409" y="0"/>
                      <a:pt x="22080" y="9670"/>
                      <a:pt x="22080" y="21600"/>
                    </a:cubicBezTo>
                    <a:cubicBezTo>
                      <a:pt x="22080" y="33529"/>
                      <a:pt x="12409" y="43200"/>
                      <a:pt x="480" y="43200"/>
                    </a:cubicBezTo>
                    <a:cubicBezTo>
                      <a:pt x="319" y="43200"/>
                      <a:pt x="159" y="43198"/>
                      <a:pt x="0" y="43194"/>
                    </a:cubicBezTo>
                    <a:lnTo>
                      <a:pt x="480" y="21600"/>
                    </a:lnTo>
                    <a:lnTo>
                      <a:pt x="479"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b="1"/>
              </a:p>
            </p:txBody>
          </p:sp>
          <p:sp>
            <p:nvSpPr>
              <p:cNvPr id="14398" name="Line 7">
                <a:extLst>
                  <a:ext uri="{FF2B5EF4-FFF2-40B4-BE49-F238E27FC236}">
                    <a16:creationId xmlns:a16="http://schemas.microsoft.com/office/drawing/2014/main" id="{962BCA01-B2E5-42E6-B15E-0AC97126C782}"/>
                  </a:ext>
                </a:extLst>
              </p:cNvPr>
              <p:cNvSpPr>
                <a:spLocks noChangeShapeType="1"/>
              </p:cNvSpPr>
              <p:nvPr/>
            </p:nvSpPr>
            <p:spPr bwMode="auto">
              <a:xfrm>
                <a:off x="567" y="1888"/>
                <a:ext cx="13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b="1"/>
              </a:p>
            </p:txBody>
          </p:sp>
          <p:sp>
            <p:nvSpPr>
              <p:cNvPr id="14399" name="Line 8">
                <a:extLst>
                  <a:ext uri="{FF2B5EF4-FFF2-40B4-BE49-F238E27FC236}">
                    <a16:creationId xmlns:a16="http://schemas.microsoft.com/office/drawing/2014/main" id="{986C4238-39DE-49F4-ACEF-F00BE0C41FED}"/>
                  </a:ext>
                </a:extLst>
              </p:cNvPr>
              <p:cNvSpPr>
                <a:spLocks noChangeShapeType="1"/>
              </p:cNvSpPr>
              <p:nvPr/>
            </p:nvSpPr>
            <p:spPr bwMode="auto">
              <a:xfrm>
                <a:off x="567" y="1888"/>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b="1"/>
              </a:p>
            </p:txBody>
          </p:sp>
          <p:sp>
            <p:nvSpPr>
              <p:cNvPr id="14400" name="Line 9">
                <a:extLst>
                  <a:ext uri="{FF2B5EF4-FFF2-40B4-BE49-F238E27FC236}">
                    <a16:creationId xmlns:a16="http://schemas.microsoft.com/office/drawing/2014/main" id="{4D417EFD-1264-4C6F-AEE1-B659D1098EBB}"/>
                  </a:ext>
                </a:extLst>
              </p:cNvPr>
              <p:cNvSpPr>
                <a:spLocks noChangeShapeType="1"/>
              </p:cNvSpPr>
              <p:nvPr/>
            </p:nvSpPr>
            <p:spPr bwMode="auto">
              <a:xfrm>
                <a:off x="567" y="2160"/>
                <a:ext cx="13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b="1"/>
              </a:p>
            </p:txBody>
          </p:sp>
          <p:sp>
            <p:nvSpPr>
              <p:cNvPr id="14401" name="Line 10">
                <a:extLst>
                  <a:ext uri="{FF2B5EF4-FFF2-40B4-BE49-F238E27FC236}">
                    <a16:creationId xmlns:a16="http://schemas.microsoft.com/office/drawing/2014/main" id="{8AD45A26-7FA7-4713-B87F-2A3F1B9AD3F2}"/>
                  </a:ext>
                </a:extLst>
              </p:cNvPr>
              <p:cNvSpPr>
                <a:spLocks noChangeShapeType="1"/>
              </p:cNvSpPr>
              <p:nvPr/>
            </p:nvSpPr>
            <p:spPr bwMode="auto">
              <a:xfrm>
                <a:off x="431" y="1933"/>
                <a:ext cx="1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b="1"/>
              </a:p>
            </p:txBody>
          </p:sp>
          <p:sp>
            <p:nvSpPr>
              <p:cNvPr id="14402" name="Line 11">
                <a:extLst>
                  <a:ext uri="{FF2B5EF4-FFF2-40B4-BE49-F238E27FC236}">
                    <a16:creationId xmlns:a16="http://schemas.microsoft.com/office/drawing/2014/main" id="{473AE118-98F5-46E4-97DD-A8526018372F}"/>
                  </a:ext>
                </a:extLst>
              </p:cNvPr>
              <p:cNvSpPr>
                <a:spLocks noChangeShapeType="1"/>
              </p:cNvSpPr>
              <p:nvPr/>
            </p:nvSpPr>
            <p:spPr bwMode="auto">
              <a:xfrm>
                <a:off x="431" y="2115"/>
                <a:ext cx="1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b="1"/>
              </a:p>
            </p:txBody>
          </p:sp>
          <p:sp>
            <p:nvSpPr>
              <p:cNvPr id="14403" name="Line 12">
                <a:extLst>
                  <a:ext uri="{FF2B5EF4-FFF2-40B4-BE49-F238E27FC236}">
                    <a16:creationId xmlns:a16="http://schemas.microsoft.com/office/drawing/2014/main" id="{FCE304FF-82D2-46F7-80A8-E004CDD845B9}"/>
                  </a:ext>
                </a:extLst>
              </p:cNvPr>
              <p:cNvSpPr>
                <a:spLocks noChangeShapeType="1"/>
              </p:cNvSpPr>
              <p:nvPr/>
            </p:nvSpPr>
            <p:spPr bwMode="auto">
              <a:xfrm>
                <a:off x="839" y="2024"/>
                <a:ext cx="1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b="1"/>
              </a:p>
            </p:txBody>
          </p:sp>
        </p:grpSp>
        <p:sp>
          <p:nvSpPr>
            <p:cNvPr id="14394" name="Text Box 13">
              <a:extLst>
                <a:ext uri="{FF2B5EF4-FFF2-40B4-BE49-F238E27FC236}">
                  <a16:creationId xmlns:a16="http://schemas.microsoft.com/office/drawing/2014/main" id="{09A4F037-D3CA-42BE-8BA1-11E4DC73E27F}"/>
                </a:ext>
              </a:extLst>
            </p:cNvPr>
            <p:cNvSpPr txBox="1">
              <a:spLocks noChangeArrowheads="1"/>
            </p:cNvSpPr>
            <p:nvPr/>
          </p:nvSpPr>
          <p:spPr bwMode="auto">
            <a:xfrm>
              <a:off x="249" y="2299"/>
              <a:ext cx="211"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350">
                  <a:latin typeface="Arial" panose="020B0604020202020204" pitchFamily="34" charset="0"/>
                  <a:ea typeface="新細明體" panose="02020500000000000000" pitchFamily="18" charset="-120"/>
                </a:rPr>
                <a:t>A</a:t>
              </a:r>
              <a:endParaRPr lang="en-AU" altLang="zh-TW" sz="1350">
                <a:latin typeface="Arial" panose="020B0604020202020204" pitchFamily="34" charset="0"/>
                <a:ea typeface="新細明體" panose="02020500000000000000" pitchFamily="18" charset="-120"/>
              </a:endParaRPr>
            </a:p>
          </p:txBody>
        </p:sp>
        <p:sp>
          <p:nvSpPr>
            <p:cNvPr id="14395" name="Text Box 14">
              <a:extLst>
                <a:ext uri="{FF2B5EF4-FFF2-40B4-BE49-F238E27FC236}">
                  <a16:creationId xmlns:a16="http://schemas.microsoft.com/office/drawing/2014/main" id="{678A127B-86F1-4190-8CCE-C9EB4C5724FE}"/>
                </a:ext>
              </a:extLst>
            </p:cNvPr>
            <p:cNvSpPr txBox="1">
              <a:spLocks noChangeArrowheads="1"/>
            </p:cNvSpPr>
            <p:nvPr/>
          </p:nvSpPr>
          <p:spPr bwMode="auto">
            <a:xfrm>
              <a:off x="249" y="2481"/>
              <a:ext cx="211"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350">
                  <a:latin typeface="Arial" panose="020B0604020202020204" pitchFamily="34" charset="0"/>
                  <a:ea typeface="新細明體" panose="02020500000000000000" pitchFamily="18" charset="-120"/>
                </a:rPr>
                <a:t>B</a:t>
              </a:r>
              <a:endParaRPr lang="en-AU" altLang="zh-TW" sz="1350">
                <a:latin typeface="Arial" panose="020B0604020202020204" pitchFamily="34" charset="0"/>
                <a:ea typeface="新細明體" panose="02020500000000000000" pitchFamily="18" charset="-120"/>
              </a:endParaRPr>
            </a:p>
          </p:txBody>
        </p:sp>
        <p:sp>
          <p:nvSpPr>
            <p:cNvPr id="14396" name="Text Box 15">
              <a:extLst>
                <a:ext uri="{FF2B5EF4-FFF2-40B4-BE49-F238E27FC236}">
                  <a16:creationId xmlns:a16="http://schemas.microsoft.com/office/drawing/2014/main" id="{9F4C38FA-9ADD-41B4-AD44-3E7423FA4AAF}"/>
                </a:ext>
              </a:extLst>
            </p:cNvPr>
            <p:cNvSpPr txBox="1">
              <a:spLocks noChangeArrowheads="1"/>
            </p:cNvSpPr>
            <p:nvPr/>
          </p:nvSpPr>
          <p:spPr bwMode="auto">
            <a:xfrm>
              <a:off x="1020" y="2390"/>
              <a:ext cx="204"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350">
                  <a:latin typeface="Arial" panose="020B0604020202020204" pitchFamily="34" charset="0"/>
                  <a:ea typeface="新細明體" panose="02020500000000000000" pitchFamily="18" charset="-120"/>
                </a:rPr>
                <a:t>Y</a:t>
              </a:r>
              <a:endParaRPr lang="en-AU" altLang="zh-TW" sz="1350">
                <a:latin typeface="Arial" panose="020B0604020202020204" pitchFamily="34" charset="0"/>
                <a:ea typeface="新細明體" panose="02020500000000000000" pitchFamily="18" charset="-120"/>
              </a:endParaRPr>
            </a:p>
          </p:txBody>
        </p:sp>
      </p:grpSp>
      <p:grpSp>
        <p:nvGrpSpPr>
          <p:cNvPr id="14341" name="Group 16">
            <a:extLst>
              <a:ext uri="{FF2B5EF4-FFF2-40B4-BE49-F238E27FC236}">
                <a16:creationId xmlns:a16="http://schemas.microsoft.com/office/drawing/2014/main" id="{857F6454-CE40-44B2-9A58-4BF374A35FCF}"/>
              </a:ext>
            </a:extLst>
          </p:cNvPr>
          <p:cNvGrpSpPr>
            <a:grpSpLocks/>
          </p:cNvGrpSpPr>
          <p:nvPr/>
        </p:nvGrpSpPr>
        <p:grpSpPr bwMode="auto">
          <a:xfrm>
            <a:off x="1896015" y="3411711"/>
            <a:ext cx="1439243" cy="1107797"/>
            <a:chOff x="113" y="2840"/>
            <a:chExt cx="850" cy="791"/>
          </a:xfrm>
        </p:grpSpPr>
        <p:sp>
          <p:nvSpPr>
            <p:cNvPr id="14378" name="Line 17">
              <a:extLst>
                <a:ext uri="{FF2B5EF4-FFF2-40B4-BE49-F238E27FC236}">
                  <a16:creationId xmlns:a16="http://schemas.microsoft.com/office/drawing/2014/main" id="{E7444FE8-DEFB-4F4B-B70C-224DDCFBB48C}"/>
                </a:ext>
              </a:extLst>
            </p:cNvPr>
            <p:cNvSpPr>
              <a:spLocks noChangeShapeType="1"/>
            </p:cNvSpPr>
            <p:nvPr/>
          </p:nvSpPr>
          <p:spPr bwMode="auto">
            <a:xfrm>
              <a:off x="340" y="2976"/>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200" b="1"/>
            </a:p>
          </p:txBody>
        </p:sp>
        <p:sp>
          <p:nvSpPr>
            <p:cNvPr id="14379" name="Line 18">
              <a:extLst>
                <a:ext uri="{FF2B5EF4-FFF2-40B4-BE49-F238E27FC236}">
                  <a16:creationId xmlns:a16="http://schemas.microsoft.com/office/drawing/2014/main" id="{5A14BF90-376B-405F-8AFD-C88E7FD9B367}"/>
                </a:ext>
              </a:extLst>
            </p:cNvPr>
            <p:cNvSpPr>
              <a:spLocks noChangeShapeType="1"/>
            </p:cNvSpPr>
            <p:nvPr/>
          </p:nvSpPr>
          <p:spPr bwMode="auto">
            <a:xfrm>
              <a:off x="340" y="3158"/>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200" b="1"/>
            </a:p>
          </p:txBody>
        </p:sp>
        <p:sp>
          <p:nvSpPr>
            <p:cNvPr id="14380" name="Line 19">
              <a:extLst>
                <a:ext uri="{FF2B5EF4-FFF2-40B4-BE49-F238E27FC236}">
                  <a16:creationId xmlns:a16="http://schemas.microsoft.com/office/drawing/2014/main" id="{858B91F3-44A8-4F76-9F40-E9FBDA76FF6A}"/>
                </a:ext>
              </a:extLst>
            </p:cNvPr>
            <p:cNvSpPr>
              <a:spLocks noChangeShapeType="1"/>
            </p:cNvSpPr>
            <p:nvPr/>
          </p:nvSpPr>
          <p:spPr bwMode="auto">
            <a:xfrm>
              <a:off x="657" y="3067"/>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200" b="1"/>
            </a:p>
          </p:txBody>
        </p:sp>
        <p:sp>
          <p:nvSpPr>
            <p:cNvPr id="14381" name="Text Box 20">
              <a:extLst>
                <a:ext uri="{FF2B5EF4-FFF2-40B4-BE49-F238E27FC236}">
                  <a16:creationId xmlns:a16="http://schemas.microsoft.com/office/drawing/2014/main" id="{C23312B7-753B-4C30-8EBB-6AB7F465600F}"/>
                </a:ext>
              </a:extLst>
            </p:cNvPr>
            <p:cNvSpPr txBox="1">
              <a:spLocks noChangeArrowheads="1"/>
            </p:cNvSpPr>
            <p:nvPr/>
          </p:nvSpPr>
          <p:spPr bwMode="auto">
            <a:xfrm>
              <a:off x="113" y="2843"/>
              <a:ext cx="185"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200">
                  <a:latin typeface="Arial" panose="020B0604020202020204" pitchFamily="34" charset="0"/>
                  <a:ea typeface="新細明體" panose="02020500000000000000" pitchFamily="18" charset="-120"/>
                </a:rPr>
                <a:t>I0</a:t>
              </a:r>
              <a:endParaRPr lang="en-AU" altLang="zh-TW" sz="1200">
                <a:latin typeface="Arial" panose="020B0604020202020204" pitchFamily="34" charset="0"/>
                <a:ea typeface="新細明體" panose="02020500000000000000" pitchFamily="18" charset="-120"/>
              </a:endParaRPr>
            </a:p>
          </p:txBody>
        </p:sp>
        <p:sp>
          <p:nvSpPr>
            <p:cNvPr id="14382" name="Text Box 21">
              <a:extLst>
                <a:ext uri="{FF2B5EF4-FFF2-40B4-BE49-F238E27FC236}">
                  <a16:creationId xmlns:a16="http://schemas.microsoft.com/office/drawing/2014/main" id="{FB8B1ACC-770D-447B-9C22-FD4A3F8570C9}"/>
                </a:ext>
              </a:extLst>
            </p:cNvPr>
            <p:cNvSpPr txBox="1">
              <a:spLocks noChangeArrowheads="1"/>
            </p:cNvSpPr>
            <p:nvPr/>
          </p:nvSpPr>
          <p:spPr bwMode="auto">
            <a:xfrm>
              <a:off x="113" y="3025"/>
              <a:ext cx="185"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200">
                  <a:latin typeface="Arial" panose="020B0604020202020204" pitchFamily="34" charset="0"/>
                  <a:ea typeface="新細明體" panose="02020500000000000000" pitchFamily="18" charset="-120"/>
                </a:rPr>
                <a:t>I1</a:t>
              </a:r>
              <a:endParaRPr lang="en-AU" altLang="zh-TW" sz="1200">
                <a:latin typeface="Arial" panose="020B0604020202020204" pitchFamily="34" charset="0"/>
                <a:ea typeface="新細明體" panose="02020500000000000000" pitchFamily="18" charset="-120"/>
              </a:endParaRPr>
            </a:p>
          </p:txBody>
        </p:sp>
        <p:sp>
          <p:nvSpPr>
            <p:cNvPr id="14383" name="Text Box 22">
              <a:extLst>
                <a:ext uri="{FF2B5EF4-FFF2-40B4-BE49-F238E27FC236}">
                  <a16:creationId xmlns:a16="http://schemas.microsoft.com/office/drawing/2014/main" id="{6FC3C300-0A8C-43A9-88D3-679150918CE4}"/>
                </a:ext>
              </a:extLst>
            </p:cNvPr>
            <p:cNvSpPr txBox="1">
              <a:spLocks noChangeArrowheads="1"/>
            </p:cNvSpPr>
            <p:nvPr/>
          </p:nvSpPr>
          <p:spPr bwMode="auto">
            <a:xfrm>
              <a:off x="793" y="2934"/>
              <a:ext cx="170"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200">
                  <a:latin typeface="Arial" panose="020B0604020202020204" pitchFamily="34" charset="0"/>
                  <a:ea typeface="新細明體" panose="02020500000000000000" pitchFamily="18" charset="-120"/>
                </a:rPr>
                <a:t>Y</a:t>
              </a:r>
              <a:endParaRPr lang="en-AU" altLang="zh-TW" sz="1200">
                <a:latin typeface="Arial" panose="020B0604020202020204" pitchFamily="34" charset="0"/>
                <a:ea typeface="新細明體" panose="02020500000000000000" pitchFamily="18" charset="-120"/>
              </a:endParaRPr>
            </a:p>
          </p:txBody>
        </p:sp>
        <p:sp>
          <p:nvSpPr>
            <p:cNvPr id="14384" name="Line 23">
              <a:extLst>
                <a:ext uri="{FF2B5EF4-FFF2-40B4-BE49-F238E27FC236}">
                  <a16:creationId xmlns:a16="http://schemas.microsoft.com/office/drawing/2014/main" id="{04668A5C-91D0-4943-85AF-4278E63BBAB7}"/>
                </a:ext>
              </a:extLst>
            </p:cNvPr>
            <p:cNvSpPr>
              <a:spLocks noChangeShapeType="1"/>
            </p:cNvSpPr>
            <p:nvPr/>
          </p:nvSpPr>
          <p:spPr bwMode="auto">
            <a:xfrm>
              <a:off x="476" y="2931"/>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p>
          </p:txBody>
        </p:sp>
        <p:sp>
          <p:nvSpPr>
            <p:cNvPr id="14385" name="Arc 24">
              <a:extLst>
                <a:ext uri="{FF2B5EF4-FFF2-40B4-BE49-F238E27FC236}">
                  <a16:creationId xmlns:a16="http://schemas.microsoft.com/office/drawing/2014/main" id="{CC540221-2F36-409A-B448-02666FD156BA}"/>
                </a:ext>
              </a:extLst>
            </p:cNvPr>
            <p:cNvSpPr>
              <a:spLocks/>
            </p:cNvSpPr>
            <p:nvPr/>
          </p:nvSpPr>
          <p:spPr bwMode="auto">
            <a:xfrm>
              <a:off x="567" y="2840"/>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p>
          </p:txBody>
        </p:sp>
        <p:sp>
          <p:nvSpPr>
            <p:cNvPr id="14386" name="Arc 25">
              <a:extLst>
                <a:ext uri="{FF2B5EF4-FFF2-40B4-BE49-F238E27FC236}">
                  <a16:creationId xmlns:a16="http://schemas.microsoft.com/office/drawing/2014/main" id="{9F482BAE-3551-4EB8-88D8-ED55181CAD45}"/>
                </a:ext>
              </a:extLst>
            </p:cNvPr>
            <p:cNvSpPr>
              <a:spLocks/>
            </p:cNvSpPr>
            <p:nvPr/>
          </p:nvSpPr>
          <p:spPr bwMode="auto">
            <a:xfrm flipH="1">
              <a:off x="476" y="2840"/>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p>
          </p:txBody>
        </p:sp>
        <p:sp>
          <p:nvSpPr>
            <p:cNvPr id="14387" name="Arc 26">
              <a:extLst>
                <a:ext uri="{FF2B5EF4-FFF2-40B4-BE49-F238E27FC236}">
                  <a16:creationId xmlns:a16="http://schemas.microsoft.com/office/drawing/2014/main" id="{0F4E68B0-C00F-4EDA-B5EE-8A9160E20B02}"/>
                </a:ext>
              </a:extLst>
            </p:cNvPr>
            <p:cNvSpPr>
              <a:spLocks/>
            </p:cNvSpPr>
            <p:nvPr/>
          </p:nvSpPr>
          <p:spPr bwMode="auto">
            <a:xfrm flipV="1">
              <a:off x="567" y="3203"/>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p>
          </p:txBody>
        </p:sp>
        <p:sp>
          <p:nvSpPr>
            <p:cNvPr id="14388" name="Arc 27">
              <a:extLst>
                <a:ext uri="{FF2B5EF4-FFF2-40B4-BE49-F238E27FC236}">
                  <a16:creationId xmlns:a16="http://schemas.microsoft.com/office/drawing/2014/main" id="{01574C87-CB4B-48CF-AA85-0CE4566E7D70}"/>
                </a:ext>
              </a:extLst>
            </p:cNvPr>
            <p:cNvSpPr>
              <a:spLocks/>
            </p:cNvSpPr>
            <p:nvPr/>
          </p:nvSpPr>
          <p:spPr bwMode="auto">
            <a:xfrm flipH="1" flipV="1">
              <a:off x="476" y="3203"/>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p>
          </p:txBody>
        </p:sp>
        <p:sp>
          <p:nvSpPr>
            <p:cNvPr id="14389" name="Line 28">
              <a:extLst>
                <a:ext uri="{FF2B5EF4-FFF2-40B4-BE49-F238E27FC236}">
                  <a16:creationId xmlns:a16="http://schemas.microsoft.com/office/drawing/2014/main" id="{60709EDD-AEED-44F1-91A7-50C92BBF3F5C}"/>
                </a:ext>
              </a:extLst>
            </p:cNvPr>
            <p:cNvSpPr>
              <a:spLocks noChangeShapeType="1"/>
            </p:cNvSpPr>
            <p:nvPr/>
          </p:nvSpPr>
          <p:spPr bwMode="auto">
            <a:xfrm>
              <a:off x="657" y="2931"/>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p>
          </p:txBody>
        </p:sp>
        <p:sp>
          <p:nvSpPr>
            <p:cNvPr id="14390" name="Text Box 29">
              <a:extLst>
                <a:ext uri="{FF2B5EF4-FFF2-40B4-BE49-F238E27FC236}">
                  <a16:creationId xmlns:a16="http://schemas.microsoft.com/office/drawing/2014/main" id="{3CE25B77-C5C2-4776-BB9D-13E9A9B9C59B}"/>
                </a:ext>
              </a:extLst>
            </p:cNvPr>
            <p:cNvSpPr txBox="1">
              <a:spLocks noChangeArrowheads="1"/>
            </p:cNvSpPr>
            <p:nvPr/>
          </p:nvSpPr>
          <p:spPr bwMode="auto">
            <a:xfrm>
              <a:off x="476" y="2840"/>
              <a:ext cx="181" cy="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700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200">
                  <a:latin typeface="Arial" panose="020B0604020202020204" pitchFamily="34" charset="0"/>
                  <a:ea typeface="新細明體" panose="02020500000000000000" pitchFamily="18" charset="-120"/>
                </a:rPr>
                <a:t>M</a:t>
              </a:r>
              <a:br>
                <a:rPr lang="en-US" altLang="zh-TW" sz="1200">
                  <a:latin typeface="Arial" panose="020B0604020202020204" pitchFamily="34" charset="0"/>
                  <a:ea typeface="新細明體" panose="02020500000000000000" pitchFamily="18" charset="-120"/>
                </a:rPr>
              </a:br>
              <a:r>
                <a:rPr lang="en-US" altLang="zh-TW" sz="1200">
                  <a:latin typeface="Arial" panose="020B0604020202020204" pitchFamily="34" charset="0"/>
                  <a:ea typeface="新細明體" panose="02020500000000000000" pitchFamily="18" charset="-120"/>
                </a:rPr>
                <a:t>u</a:t>
              </a:r>
              <a:br>
                <a:rPr lang="en-US" altLang="zh-TW" sz="1200">
                  <a:latin typeface="Arial" panose="020B0604020202020204" pitchFamily="34" charset="0"/>
                  <a:ea typeface="新細明體" panose="02020500000000000000" pitchFamily="18" charset="-120"/>
                </a:rPr>
              </a:br>
              <a:r>
                <a:rPr lang="en-US" altLang="zh-TW" sz="1200">
                  <a:latin typeface="Arial" panose="020B0604020202020204" pitchFamily="34" charset="0"/>
                  <a:ea typeface="新細明體" panose="02020500000000000000" pitchFamily="18" charset="-120"/>
                </a:rPr>
                <a:t>x</a:t>
              </a:r>
              <a:endParaRPr lang="en-AU" altLang="zh-TW" sz="1200">
                <a:latin typeface="Arial" panose="020B0604020202020204" pitchFamily="34" charset="0"/>
                <a:ea typeface="新細明體" panose="02020500000000000000" pitchFamily="18" charset="-120"/>
              </a:endParaRPr>
            </a:p>
          </p:txBody>
        </p:sp>
        <p:sp>
          <p:nvSpPr>
            <p:cNvPr id="14391" name="Line 30">
              <a:extLst>
                <a:ext uri="{FF2B5EF4-FFF2-40B4-BE49-F238E27FC236}">
                  <a16:creationId xmlns:a16="http://schemas.microsoft.com/office/drawing/2014/main" id="{151BCFD8-80DC-4C3B-8D3D-42896FF6D806}"/>
                </a:ext>
              </a:extLst>
            </p:cNvPr>
            <p:cNvSpPr>
              <a:spLocks noChangeShapeType="1"/>
            </p:cNvSpPr>
            <p:nvPr/>
          </p:nvSpPr>
          <p:spPr bwMode="auto">
            <a:xfrm flipV="1">
              <a:off x="567" y="3294"/>
              <a:ext cx="0" cy="1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p>
          </p:txBody>
        </p:sp>
        <p:sp>
          <p:nvSpPr>
            <p:cNvPr id="14392" name="Text Box 31">
              <a:extLst>
                <a:ext uri="{FF2B5EF4-FFF2-40B4-BE49-F238E27FC236}">
                  <a16:creationId xmlns:a16="http://schemas.microsoft.com/office/drawing/2014/main" id="{BFB8FC27-6AAB-45DA-9090-2E6FBDADDD3B}"/>
                </a:ext>
              </a:extLst>
            </p:cNvPr>
            <p:cNvSpPr txBox="1">
              <a:spLocks noChangeArrowheads="1"/>
            </p:cNvSpPr>
            <p:nvPr/>
          </p:nvSpPr>
          <p:spPr bwMode="auto">
            <a:xfrm>
              <a:off x="461" y="3433"/>
              <a:ext cx="170"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200">
                  <a:latin typeface="Arial" panose="020B0604020202020204" pitchFamily="34" charset="0"/>
                  <a:ea typeface="新細明體" panose="02020500000000000000" pitchFamily="18" charset="-120"/>
                </a:rPr>
                <a:t>S</a:t>
              </a:r>
              <a:endParaRPr lang="en-AU" altLang="zh-TW" sz="1200">
                <a:latin typeface="Arial" panose="020B0604020202020204" pitchFamily="34" charset="0"/>
                <a:ea typeface="新細明體" panose="02020500000000000000" pitchFamily="18" charset="-120"/>
              </a:endParaRPr>
            </a:p>
          </p:txBody>
        </p:sp>
      </p:grpSp>
      <p:sp>
        <p:nvSpPr>
          <p:cNvPr id="14342" name="Rectangle 32">
            <a:extLst>
              <a:ext uri="{FF2B5EF4-FFF2-40B4-BE49-F238E27FC236}">
                <a16:creationId xmlns:a16="http://schemas.microsoft.com/office/drawing/2014/main" id="{6995FFD6-94DE-4E3E-9254-149C61BEF977}"/>
              </a:ext>
            </a:extLst>
          </p:cNvPr>
          <p:cNvSpPr>
            <a:spLocks noChangeArrowheads="1"/>
          </p:cNvSpPr>
          <p:nvPr/>
        </p:nvSpPr>
        <p:spPr bwMode="auto">
          <a:xfrm>
            <a:off x="1413272" y="2656835"/>
            <a:ext cx="2632472" cy="58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buClr>
                <a:srgbClr val="0000FF"/>
              </a:buClr>
              <a:buFont typeface="Wingdings" panose="05000000000000000000" pitchFamily="2" charset="2"/>
              <a:buChar char="l"/>
            </a:pPr>
            <a:r>
              <a:rPr lang="en-US" altLang="zh-TW" sz="1800" dirty="0">
                <a:latin typeface="Calibri" panose="020F0502020204030204" pitchFamily="34" charset="0"/>
                <a:cs typeface="Calibri" panose="020F0502020204030204" pitchFamily="34" charset="0"/>
              </a:rPr>
              <a:t>Multiplexer</a:t>
            </a:r>
          </a:p>
          <a:p>
            <a:pPr lvl="1">
              <a:buClr>
                <a:srgbClr val="0000FF"/>
              </a:buClr>
              <a:buFont typeface="Arial" panose="020B0604020202020204" pitchFamily="34" charset="0"/>
              <a:buChar char="–"/>
            </a:pPr>
            <a:r>
              <a:rPr lang="en-US" altLang="zh-TW" sz="1600" dirty="0">
                <a:latin typeface="Calibri" panose="020F0502020204030204" pitchFamily="34" charset="0"/>
                <a:cs typeface="Calibri" panose="020F0502020204030204" pitchFamily="34" charset="0"/>
              </a:rPr>
              <a:t>Y = S ? I1 : I0</a:t>
            </a:r>
            <a:endParaRPr lang="en-AU" altLang="zh-TW" sz="1600" dirty="0">
              <a:latin typeface="Calibri" panose="020F0502020204030204" pitchFamily="34" charset="0"/>
              <a:ea typeface="新細明體" panose="02020500000000000000" pitchFamily="18" charset="-120"/>
              <a:cs typeface="Calibri" panose="020F0502020204030204" pitchFamily="34" charset="0"/>
            </a:endParaRPr>
          </a:p>
        </p:txBody>
      </p:sp>
      <p:grpSp>
        <p:nvGrpSpPr>
          <p:cNvPr id="14343" name="Group 33">
            <a:extLst>
              <a:ext uri="{FF2B5EF4-FFF2-40B4-BE49-F238E27FC236}">
                <a16:creationId xmlns:a16="http://schemas.microsoft.com/office/drawing/2014/main" id="{7101A72D-0918-4FAB-B885-E3B98652F445}"/>
              </a:ext>
            </a:extLst>
          </p:cNvPr>
          <p:cNvGrpSpPr>
            <a:grpSpLocks/>
          </p:cNvGrpSpPr>
          <p:nvPr/>
        </p:nvGrpSpPr>
        <p:grpSpPr bwMode="auto">
          <a:xfrm>
            <a:off x="5255908" y="1566245"/>
            <a:ext cx="1330739" cy="796529"/>
            <a:chOff x="1111" y="2649"/>
            <a:chExt cx="1031" cy="669"/>
          </a:xfrm>
        </p:grpSpPr>
        <p:sp>
          <p:nvSpPr>
            <p:cNvPr id="14364" name="Line 34">
              <a:extLst>
                <a:ext uri="{FF2B5EF4-FFF2-40B4-BE49-F238E27FC236}">
                  <a16:creationId xmlns:a16="http://schemas.microsoft.com/office/drawing/2014/main" id="{D957040D-455A-43A4-A061-604BB66289E6}"/>
                </a:ext>
              </a:extLst>
            </p:cNvPr>
            <p:cNvSpPr>
              <a:spLocks noChangeShapeType="1"/>
            </p:cNvSpPr>
            <p:nvPr/>
          </p:nvSpPr>
          <p:spPr bwMode="auto">
            <a:xfrm>
              <a:off x="1338" y="2795"/>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b="1"/>
            </a:p>
          </p:txBody>
        </p:sp>
        <p:sp>
          <p:nvSpPr>
            <p:cNvPr id="14365" name="Line 35">
              <a:extLst>
                <a:ext uri="{FF2B5EF4-FFF2-40B4-BE49-F238E27FC236}">
                  <a16:creationId xmlns:a16="http://schemas.microsoft.com/office/drawing/2014/main" id="{E6D16D84-0952-4557-8615-68CF820104DC}"/>
                </a:ext>
              </a:extLst>
            </p:cNvPr>
            <p:cNvSpPr>
              <a:spLocks noChangeShapeType="1"/>
            </p:cNvSpPr>
            <p:nvPr/>
          </p:nvSpPr>
          <p:spPr bwMode="auto">
            <a:xfrm>
              <a:off x="1338" y="3158"/>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b="1"/>
            </a:p>
          </p:txBody>
        </p:sp>
        <p:sp>
          <p:nvSpPr>
            <p:cNvPr id="14366" name="Line 36">
              <a:extLst>
                <a:ext uri="{FF2B5EF4-FFF2-40B4-BE49-F238E27FC236}">
                  <a16:creationId xmlns:a16="http://schemas.microsoft.com/office/drawing/2014/main" id="{65575D29-DF1D-4D65-856E-D34098BB16F5}"/>
                </a:ext>
              </a:extLst>
            </p:cNvPr>
            <p:cNvSpPr>
              <a:spLocks noChangeShapeType="1"/>
            </p:cNvSpPr>
            <p:nvPr/>
          </p:nvSpPr>
          <p:spPr bwMode="auto">
            <a:xfrm>
              <a:off x="1791" y="2976"/>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b="1"/>
            </a:p>
          </p:txBody>
        </p:sp>
        <p:sp>
          <p:nvSpPr>
            <p:cNvPr id="14367" name="Text Box 37">
              <a:extLst>
                <a:ext uri="{FF2B5EF4-FFF2-40B4-BE49-F238E27FC236}">
                  <a16:creationId xmlns:a16="http://schemas.microsoft.com/office/drawing/2014/main" id="{6D204E92-02D9-40C7-9207-47E9B83A5255}"/>
                </a:ext>
              </a:extLst>
            </p:cNvPr>
            <p:cNvSpPr txBox="1">
              <a:spLocks noChangeArrowheads="1"/>
            </p:cNvSpPr>
            <p:nvPr/>
          </p:nvSpPr>
          <p:spPr bwMode="auto">
            <a:xfrm>
              <a:off x="1111" y="2662"/>
              <a:ext cx="2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350">
                  <a:latin typeface="Arial" panose="020B0604020202020204" pitchFamily="34" charset="0"/>
                  <a:ea typeface="新細明體" panose="02020500000000000000" pitchFamily="18" charset="-120"/>
                </a:rPr>
                <a:t>A</a:t>
              </a:r>
              <a:endParaRPr lang="en-AU" altLang="zh-TW" sz="1350">
                <a:latin typeface="Arial" panose="020B0604020202020204" pitchFamily="34" charset="0"/>
                <a:ea typeface="新細明體" panose="02020500000000000000" pitchFamily="18" charset="-120"/>
              </a:endParaRPr>
            </a:p>
          </p:txBody>
        </p:sp>
        <p:sp>
          <p:nvSpPr>
            <p:cNvPr id="14368" name="Text Box 38">
              <a:extLst>
                <a:ext uri="{FF2B5EF4-FFF2-40B4-BE49-F238E27FC236}">
                  <a16:creationId xmlns:a16="http://schemas.microsoft.com/office/drawing/2014/main" id="{EBF4321C-447A-46CC-A996-BF1DB0FC6E22}"/>
                </a:ext>
              </a:extLst>
            </p:cNvPr>
            <p:cNvSpPr txBox="1">
              <a:spLocks noChangeArrowheads="1"/>
            </p:cNvSpPr>
            <p:nvPr/>
          </p:nvSpPr>
          <p:spPr bwMode="auto">
            <a:xfrm>
              <a:off x="1111" y="3066"/>
              <a:ext cx="2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350">
                  <a:latin typeface="Arial" panose="020B0604020202020204" pitchFamily="34" charset="0"/>
                  <a:ea typeface="新細明體" panose="02020500000000000000" pitchFamily="18" charset="-120"/>
                </a:rPr>
                <a:t>B</a:t>
              </a:r>
              <a:endParaRPr lang="en-AU" altLang="zh-TW" sz="1350">
                <a:latin typeface="Arial" panose="020B0604020202020204" pitchFamily="34" charset="0"/>
                <a:ea typeface="新細明體" panose="02020500000000000000" pitchFamily="18" charset="-120"/>
              </a:endParaRPr>
            </a:p>
          </p:txBody>
        </p:sp>
        <p:sp>
          <p:nvSpPr>
            <p:cNvPr id="14369" name="Text Box 39">
              <a:extLst>
                <a:ext uri="{FF2B5EF4-FFF2-40B4-BE49-F238E27FC236}">
                  <a16:creationId xmlns:a16="http://schemas.microsoft.com/office/drawing/2014/main" id="{7F2D160B-1EBF-4938-A8FB-700B3BCF7B4A}"/>
                </a:ext>
              </a:extLst>
            </p:cNvPr>
            <p:cNvSpPr txBox="1">
              <a:spLocks noChangeArrowheads="1"/>
            </p:cNvSpPr>
            <p:nvPr/>
          </p:nvSpPr>
          <p:spPr bwMode="auto">
            <a:xfrm>
              <a:off x="1910" y="2843"/>
              <a:ext cx="23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350">
                  <a:latin typeface="Arial" panose="020B0604020202020204" pitchFamily="34" charset="0"/>
                  <a:ea typeface="新細明體" panose="02020500000000000000" pitchFamily="18" charset="-120"/>
                </a:rPr>
                <a:t>Y</a:t>
              </a:r>
              <a:endParaRPr lang="en-AU" altLang="zh-TW" sz="1350">
                <a:latin typeface="Arial" panose="020B0604020202020204" pitchFamily="34" charset="0"/>
                <a:ea typeface="新細明體" panose="02020500000000000000" pitchFamily="18" charset="-120"/>
              </a:endParaRPr>
            </a:p>
          </p:txBody>
        </p:sp>
        <p:sp>
          <p:nvSpPr>
            <p:cNvPr id="14370" name="Line 40">
              <a:extLst>
                <a:ext uri="{FF2B5EF4-FFF2-40B4-BE49-F238E27FC236}">
                  <a16:creationId xmlns:a16="http://schemas.microsoft.com/office/drawing/2014/main" id="{26DDB287-F479-4E9A-9278-D6A160DDDB22}"/>
                </a:ext>
              </a:extLst>
            </p:cNvPr>
            <p:cNvSpPr>
              <a:spLocks noChangeShapeType="1"/>
            </p:cNvSpPr>
            <p:nvPr/>
          </p:nvSpPr>
          <p:spPr bwMode="auto">
            <a:xfrm>
              <a:off x="1474" y="2659"/>
              <a:ext cx="0" cy="22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b="1"/>
            </a:p>
          </p:txBody>
        </p:sp>
        <p:sp>
          <p:nvSpPr>
            <p:cNvPr id="14371" name="Line 41">
              <a:extLst>
                <a:ext uri="{FF2B5EF4-FFF2-40B4-BE49-F238E27FC236}">
                  <a16:creationId xmlns:a16="http://schemas.microsoft.com/office/drawing/2014/main" id="{63D2A40F-302A-492A-98C6-AE27AB5A0AAB}"/>
                </a:ext>
              </a:extLst>
            </p:cNvPr>
            <p:cNvSpPr>
              <a:spLocks noChangeShapeType="1"/>
            </p:cNvSpPr>
            <p:nvPr/>
          </p:nvSpPr>
          <p:spPr bwMode="auto">
            <a:xfrm>
              <a:off x="1474" y="3067"/>
              <a:ext cx="0" cy="22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b="1"/>
            </a:p>
          </p:txBody>
        </p:sp>
        <p:sp>
          <p:nvSpPr>
            <p:cNvPr id="14372" name="Line 42">
              <a:extLst>
                <a:ext uri="{FF2B5EF4-FFF2-40B4-BE49-F238E27FC236}">
                  <a16:creationId xmlns:a16="http://schemas.microsoft.com/office/drawing/2014/main" id="{801AA1A1-D695-4640-BE04-D562AE2E7813}"/>
                </a:ext>
              </a:extLst>
            </p:cNvPr>
            <p:cNvSpPr>
              <a:spLocks noChangeShapeType="1"/>
            </p:cNvSpPr>
            <p:nvPr/>
          </p:nvSpPr>
          <p:spPr bwMode="auto">
            <a:xfrm>
              <a:off x="1474" y="2886"/>
              <a:ext cx="91"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b="1"/>
            </a:p>
          </p:txBody>
        </p:sp>
        <p:sp>
          <p:nvSpPr>
            <p:cNvPr id="14373" name="Line 43">
              <a:extLst>
                <a:ext uri="{FF2B5EF4-FFF2-40B4-BE49-F238E27FC236}">
                  <a16:creationId xmlns:a16="http://schemas.microsoft.com/office/drawing/2014/main" id="{6B958040-FE64-4AB3-891B-3230D4DA4D8F}"/>
                </a:ext>
              </a:extLst>
            </p:cNvPr>
            <p:cNvSpPr>
              <a:spLocks noChangeShapeType="1"/>
            </p:cNvSpPr>
            <p:nvPr/>
          </p:nvSpPr>
          <p:spPr bwMode="auto">
            <a:xfrm flipH="1">
              <a:off x="1474" y="2976"/>
              <a:ext cx="91" cy="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b="1"/>
            </a:p>
          </p:txBody>
        </p:sp>
        <p:sp>
          <p:nvSpPr>
            <p:cNvPr id="14374" name="Line 44">
              <a:extLst>
                <a:ext uri="{FF2B5EF4-FFF2-40B4-BE49-F238E27FC236}">
                  <a16:creationId xmlns:a16="http://schemas.microsoft.com/office/drawing/2014/main" id="{B4DEB63D-4FE9-4C96-8E46-E48A3A3A8E3D}"/>
                </a:ext>
              </a:extLst>
            </p:cNvPr>
            <p:cNvSpPr>
              <a:spLocks noChangeShapeType="1"/>
            </p:cNvSpPr>
            <p:nvPr/>
          </p:nvSpPr>
          <p:spPr bwMode="auto">
            <a:xfrm>
              <a:off x="1479" y="2649"/>
              <a:ext cx="317" cy="1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b="1"/>
            </a:p>
          </p:txBody>
        </p:sp>
        <p:sp>
          <p:nvSpPr>
            <p:cNvPr id="14375" name="Line 45">
              <a:extLst>
                <a:ext uri="{FF2B5EF4-FFF2-40B4-BE49-F238E27FC236}">
                  <a16:creationId xmlns:a16="http://schemas.microsoft.com/office/drawing/2014/main" id="{16D15E1D-F56A-4378-82F9-2D98F7773903}"/>
                </a:ext>
              </a:extLst>
            </p:cNvPr>
            <p:cNvSpPr>
              <a:spLocks noChangeShapeType="1"/>
            </p:cNvSpPr>
            <p:nvPr/>
          </p:nvSpPr>
          <p:spPr bwMode="auto">
            <a:xfrm flipV="1">
              <a:off x="1474" y="3113"/>
              <a:ext cx="317" cy="1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b="1"/>
            </a:p>
          </p:txBody>
        </p:sp>
        <p:sp>
          <p:nvSpPr>
            <p:cNvPr id="14376" name="Line 46">
              <a:extLst>
                <a:ext uri="{FF2B5EF4-FFF2-40B4-BE49-F238E27FC236}">
                  <a16:creationId xmlns:a16="http://schemas.microsoft.com/office/drawing/2014/main" id="{3B405A50-B8AE-459C-BCDD-FEA7ACFCBFB4}"/>
                </a:ext>
              </a:extLst>
            </p:cNvPr>
            <p:cNvSpPr>
              <a:spLocks noChangeShapeType="1"/>
            </p:cNvSpPr>
            <p:nvPr/>
          </p:nvSpPr>
          <p:spPr bwMode="auto">
            <a:xfrm>
              <a:off x="1791" y="2840"/>
              <a:ext cx="0" cy="27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b="1"/>
            </a:p>
          </p:txBody>
        </p:sp>
        <p:sp>
          <p:nvSpPr>
            <p:cNvPr id="14377" name="Text Box 47">
              <a:extLst>
                <a:ext uri="{FF2B5EF4-FFF2-40B4-BE49-F238E27FC236}">
                  <a16:creationId xmlns:a16="http://schemas.microsoft.com/office/drawing/2014/main" id="{1BA26F55-15F6-4582-90D0-864BEE279717}"/>
                </a:ext>
              </a:extLst>
            </p:cNvPr>
            <p:cNvSpPr txBox="1">
              <a:spLocks noChangeArrowheads="1"/>
            </p:cNvSpPr>
            <p:nvPr/>
          </p:nvSpPr>
          <p:spPr bwMode="auto">
            <a:xfrm>
              <a:off x="1620" y="2889"/>
              <a:ext cx="7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350" dirty="0">
                  <a:latin typeface="Arial" panose="020B0604020202020204" pitchFamily="34" charset="0"/>
                  <a:ea typeface="新細明體" panose="02020500000000000000" pitchFamily="18" charset="-120"/>
                </a:rPr>
                <a:t>+</a:t>
              </a:r>
              <a:endParaRPr lang="en-AU" altLang="zh-TW" sz="1350" dirty="0">
                <a:latin typeface="Arial" panose="020B0604020202020204" pitchFamily="34" charset="0"/>
                <a:ea typeface="新細明體" panose="02020500000000000000" pitchFamily="18" charset="-120"/>
              </a:endParaRPr>
            </a:p>
          </p:txBody>
        </p:sp>
      </p:grpSp>
      <p:grpSp>
        <p:nvGrpSpPr>
          <p:cNvPr id="14344" name="Group 48">
            <a:extLst>
              <a:ext uri="{FF2B5EF4-FFF2-40B4-BE49-F238E27FC236}">
                <a16:creationId xmlns:a16="http://schemas.microsoft.com/office/drawing/2014/main" id="{DC809397-B687-4FB3-BC80-92E6E18010C0}"/>
              </a:ext>
            </a:extLst>
          </p:cNvPr>
          <p:cNvGrpSpPr>
            <a:grpSpLocks/>
          </p:cNvGrpSpPr>
          <p:nvPr/>
        </p:nvGrpSpPr>
        <p:grpSpPr bwMode="auto">
          <a:xfrm>
            <a:off x="5332717" y="3393942"/>
            <a:ext cx="1298326" cy="1164293"/>
            <a:chOff x="2699" y="2750"/>
            <a:chExt cx="1084" cy="1015"/>
          </a:xfrm>
        </p:grpSpPr>
        <p:sp>
          <p:nvSpPr>
            <p:cNvPr id="14348" name="Line 49">
              <a:extLst>
                <a:ext uri="{FF2B5EF4-FFF2-40B4-BE49-F238E27FC236}">
                  <a16:creationId xmlns:a16="http://schemas.microsoft.com/office/drawing/2014/main" id="{73500B7D-7D53-4D7E-AEA5-534AF18077A1}"/>
                </a:ext>
              </a:extLst>
            </p:cNvPr>
            <p:cNvSpPr>
              <a:spLocks noChangeShapeType="1"/>
            </p:cNvSpPr>
            <p:nvPr/>
          </p:nvSpPr>
          <p:spPr bwMode="auto">
            <a:xfrm>
              <a:off x="2926" y="2886"/>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200" b="1"/>
            </a:p>
          </p:txBody>
        </p:sp>
        <p:sp>
          <p:nvSpPr>
            <p:cNvPr id="14349" name="Line 50">
              <a:extLst>
                <a:ext uri="{FF2B5EF4-FFF2-40B4-BE49-F238E27FC236}">
                  <a16:creationId xmlns:a16="http://schemas.microsoft.com/office/drawing/2014/main" id="{77C72679-5691-4E06-B328-A811C5FE0112}"/>
                </a:ext>
              </a:extLst>
            </p:cNvPr>
            <p:cNvSpPr>
              <a:spLocks noChangeShapeType="1"/>
            </p:cNvSpPr>
            <p:nvPr/>
          </p:nvSpPr>
          <p:spPr bwMode="auto">
            <a:xfrm>
              <a:off x="2926" y="3339"/>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200" b="1"/>
            </a:p>
          </p:txBody>
        </p:sp>
        <p:sp>
          <p:nvSpPr>
            <p:cNvPr id="14350" name="Line 51">
              <a:extLst>
                <a:ext uri="{FF2B5EF4-FFF2-40B4-BE49-F238E27FC236}">
                  <a16:creationId xmlns:a16="http://schemas.microsoft.com/office/drawing/2014/main" id="{68BB3C86-AA3E-4FD7-8415-3E23AAEA33F4}"/>
                </a:ext>
              </a:extLst>
            </p:cNvPr>
            <p:cNvSpPr>
              <a:spLocks noChangeShapeType="1"/>
            </p:cNvSpPr>
            <p:nvPr/>
          </p:nvSpPr>
          <p:spPr bwMode="auto">
            <a:xfrm>
              <a:off x="3424" y="3113"/>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200" b="1"/>
            </a:p>
          </p:txBody>
        </p:sp>
        <p:sp>
          <p:nvSpPr>
            <p:cNvPr id="14351" name="Text Box 52">
              <a:extLst>
                <a:ext uri="{FF2B5EF4-FFF2-40B4-BE49-F238E27FC236}">
                  <a16:creationId xmlns:a16="http://schemas.microsoft.com/office/drawing/2014/main" id="{88091BF6-0BF6-4344-957B-52DAA9A86780}"/>
                </a:ext>
              </a:extLst>
            </p:cNvPr>
            <p:cNvSpPr txBox="1">
              <a:spLocks noChangeArrowheads="1"/>
            </p:cNvSpPr>
            <p:nvPr/>
          </p:nvSpPr>
          <p:spPr bwMode="auto">
            <a:xfrm>
              <a:off x="2699" y="2753"/>
              <a:ext cx="24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200">
                  <a:latin typeface="Arial" panose="020B0604020202020204" pitchFamily="34" charset="0"/>
                  <a:ea typeface="新細明體" panose="02020500000000000000" pitchFamily="18" charset="-120"/>
                </a:rPr>
                <a:t>A</a:t>
              </a:r>
              <a:endParaRPr lang="en-AU" altLang="zh-TW" sz="1200">
                <a:latin typeface="Arial" panose="020B0604020202020204" pitchFamily="34" charset="0"/>
                <a:ea typeface="新細明體" panose="02020500000000000000" pitchFamily="18" charset="-120"/>
              </a:endParaRPr>
            </a:p>
          </p:txBody>
        </p:sp>
        <p:sp>
          <p:nvSpPr>
            <p:cNvPr id="14352" name="Text Box 53">
              <a:extLst>
                <a:ext uri="{FF2B5EF4-FFF2-40B4-BE49-F238E27FC236}">
                  <a16:creationId xmlns:a16="http://schemas.microsoft.com/office/drawing/2014/main" id="{D94040DB-B83E-4D72-AD31-1038DFA4F6B5}"/>
                </a:ext>
              </a:extLst>
            </p:cNvPr>
            <p:cNvSpPr txBox="1">
              <a:spLocks noChangeArrowheads="1"/>
            </p:cNvSpPr>
            <p:nvPr/>
          </p:nvSpPr>
          <p:spPr bwMode="auto">
            <a:xfrm>
              <a:off x="2699" y="3247"/>
              <a:ext cx="247"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200">
                  <a:latin typeface="Arial" panose="020B0604020202020204" pitchFamily="34" charset="0"/>
                  <a:ea typeface="新細明體" panose="02020500000000000000" pitchFamily="18" charset="-120"/>
                </a:rPr>
                <a:t>B</a:t>
              </a:r>
              <a:endParaRPr lang="en-AU" altLang="zh-TW" sz="1200">
                <a:latin typeface="Arial" panose="020B0604020202020204" pitchFamily="34" charset="0"/>
                <a:ea typeface="新細明體" panose="02020500000000000000" pitchFamily="18" charset="-120"/>
              </a:endParaRPr>
            </a:p>
          </p:txBody>
        </p:sp>
        <p:sp>
          <p:nvSpPr>
            <p:cNvPr id="14353" name="Text Box 54">
              <a:extLst>
                <a:ext uri="{FF2B5EF4-FFF2-40B4-BE49-F238E27FC236}">
                  <a16:creationId xmlns:a16="http://schemas.microsoft.com/office/drawing/2014/main" id="{46CD9C43-435F-462C-AE0D-51C434402303}"/>
                </a:ext>
              </a:extLst>
            </p:cNvPr>
            <p:cNvSpPr txBox="1">
              <a:spLocks noChangeArrowheads="1"/>
            </p:cNvSpPr>
            <p:nvPr/>
          </p:nvSpPr>
          <p:spPr bwMode="auto">
            <a:xfrm>
              <a:off x="3543" y="2979"/>
              <a:ext cx="240"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200">
                  <a:latin typeface="Arial" panose="020B0604020202020204" pitchFamily="34" charset="0"/>
                  <a:ea typeface="新細明體" panose="02020500000000000000" pitchFamily="18" charset="-120"/>
                </a:rPr>
                <a:t>Y</a:t>
              </a:r>
              <a:endParaRPr lang="en-AU" altLang="zh-TW" sz="1200">
                <a:latin typeface="Arial" panose="020B0604020202020204" pitchFamily="34" charset="0"/>
                <a:ea typeface="新細明體" panose="02020500000000000000" pitchFamily="18" charset="-120"/>
              </a:endParaRPr>
            </a:p>
          </p:txBody>
        </p:sp>
        <p:sp>
          <p:nvSpPr>
            <p:cNvPr id="14354" name="Line 55">
              <a:extLst>
                <a:ext uri="{FF2B5EF4-FFF2-40B4-BE49-F238E27FC236}">
                  <a16:creationId xmlns:a16="http://schemas.microsoft.com/office/drawing/2014/main" id="{72A8A193-6C26-4CD9-96CF-8ED8A4649994}"/>
                </a:ext>
              </a:extLst>
            </p:cNvPr>
            <p:cNvSpPr>
              <a:spLocks noChangeShapeType="1"/>
            </p:cNvSpPr>
            <p:nvPr/>
          </p:nvSpPr>
          <p:spPr bwMode="auto">
            <a:xfrm>
              <a:off x="3061" y="2750"/>
              <a:ext cx="1"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p>
          </p:txBody>
        </p:sp>
        <p:sp>
          <p:nvSpPr>
            <p:cNvPr id="14355" name="Line 56">
              <a:extLst>
                <a:ext uri="{FF2B5EF4-FFF2-40B4-BE49-F238E27FC236}">
                  <a16:creationId xmlns:a16="http://schemas.microsoft.com/office/drawing/2014/main" id="{0A0E4DA3-A1EF-4329-AB64-3C26261066CC}"/>
                </a:ext>
              </a:extLst>
            </p:cNvPr>
            <p:cNvSpPr>
              <a:spLocks noChangeShapeType="1"/>
            </p:cNvSpPr>
            <p:nvPr/>
          </p:nvSpPr>
          <p:spPr bwMode="auto">
            <a:xfrm flipH="1">
              <a:off x="3061" y="3203"/>
              <a:ext cx="1"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p>
          </p:txBody>
        </p:sp>
        <p:sp>
          <p:nvSpPr>
            <p:cNvPr id="14356" name="Line 57">
              <a:extLst>
                <a:ext uri="{FF2B5EF4-FFF2-40B4-BE49-F238E27FC236}">
                  <a16:creationId xmlns:a16="http://schemas.microsoft.com/office/drawing/2014/main" id="{2CC617DF-C181-43B8-BD03-4AAC79E814C9}"/>
                </a:ext>
              </a:extLst>
            </p:cNvPr>
            <p:cNvSpPr>
              <a:spLocks noChangeShapeType="1"/>
            </p:cNvSpPr>
            <p:nvPr/>
          </p:nvSpPr>
          <p:spPr bwMode="auto">
            <a:xfrm>
              <a:off x="3062" y="3022"/>
              <a:ext cx="91"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p>
          </p:txBody>
        </p:sp>
        <p:sp>
          <p:nvSpPr>
            <p:cNvPr id="14357" name="Line 58">
              <a:extLst>
                <a:ext uri="{FF2B5EF4-FFF2-40B4-BE49-F238E27FC236}">
                  <a16:creationId xmlns:a16="http://schemas.microsoft.com/office/drawing/2014/main" id="{F0DA6296-3BA8-49F3-A3C1-8DE019B5FFF7}"/>
                </a:ext>
              </a:extLst>
            </p:cNvPr>
            <p:cNvSpPr>
              <a:spLocks noChangeShapeType="1"/>
            </p:cNvSpPr>
            <p:nvPr/>
          </p:nvSpPr>
          <p:spPr bwMode="auto">
            <a:xfrm flipH="1">
              <a:off x="3062" y="3112"/>
              <a:ext cx="91" cy="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p>
          </p:txBody>
        </p:sp>
        <p:sp>
          <p:nvSpPr>
            <p:cNvPr id="14358" name="Line 59">
              <a:extLst>
                <a:ext uri="{FF2B5EF4-FFF2-40B4-BE49-F238E27FC236}">
                  <a16:creationId xmlns:a16="http://schemas.microsoft.com/office/drawing/2014/main" id="{4EF754F8-CEB5-43B4-BD99-0DAE43A58155}"/>
                </a:ext>
              </a:extLst>
            </p:cNvPr>
            <p:cNvSpPr>
              <a:spLocks noChangeShapeType="1"/>
            </p:cNvSpPr>
            <p:nvPr/>
          </p:nvSpPr>
          <p:spPr bwMode="auto">
            <a:xfrm>
              <a:off x="3061" y="2750"/>
              <a:ext cx="363" cy="1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p>
          </p:txBody>
        </p:sp>
        <p:sp>
          <p:nvSpPr>
            <p:cNvPr id="14359" name="Line 60">
              <a:extLst>
                <a:ext uri="{FF2B5EF4-FFF2-40B4-BE49-F238E27FC236}">
                  <a16:creationId xmlns:a16="http://schemas.microsoft.com/office/drawing/2014/main" id="{3C883135-E126-45FD-8222-9411829640A9}"/>
                </a:ext>
              </a:extLst>
            </p:cNvPr>
            <p:cNvSpPr>
              <a:spLocks noChangeShapeType="1"/>
            </p:cNvSpPr>
            <p:nvPr/>
          </p:nvSpPr>
          <p:spPr bwMode="auto">
            <a:xfrm flipV="1">
              <a:off x="3061" y="3294"/>
              <a:ext cx="363" cy="1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p>
          </p:txBody>
        </p:sp>
        <p:sp>
          <p:nvSpPr>
            <p:cNvPr id="14360" name="Line 61">
              <a:extLst>
                <a:ext uri="{FF2B5EF4-FFF2-40B4-BE49-F238E27FC236}">
                  <a16:creationId xmlns:a16="http://schemas.microsoft.com/office/drawing/2014/main" id="{72ED131B-E024-425F-8599-8D8A7D458DB1}"/>
                </a:ext>
              </a:extLst>
            </p:cNvPr>
            <p:cNvSpPr>
              <a:spLocks noChangeShapeType="1"/>
            </p:cNvSpPr>
            <p:nvPr/>
          </p:nvSpPr>
          <p:spPr bwMode="auto">
            <a:xfrm>
              <a:off x="3424" y="2931"/>
              <a:ext cx="0" cy="3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p>
          </p:txBody>
        </p:sp>
        <p:sp>
          <p:nvSpPr>
            <p:cNvPr id="14361" name="Text Box 62">
              <a:extLst>
                <a:ext uri="{FF2B5EF4-FFF2-40B4-BE49-F238E27FC236}">
                  <a16:creationId xmlns:a16="http://schemas.microsoft.com/office/drawing/2014/main" id="{3158FEF1-4F7F-47BC-91B3-6DD789C1AA7B}"/>
                </a:ext>
              </a:extLst>
            </p:cNvPr>
            <p:cNvSpPr txBox="1">
              <a:spLocks noChangeArrowheads="1"/>
            </p:cNvSpPr>
            <p:nvPr/>
          </p:nvSpPr>
          <p:spPr bwMode="auto">
            <a:xfrm>
              <a:off x="3152" y="3025"/>
              <a:ext cx="264"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200" dirty="0">
                  <a:latin typeface="Arial" panose="020B0604020202020204" pitchFamily="34" charset="0"/>
                  <a:ea typeface="新細明體" panose="02020500000000000000" pitchFamily="18" charset="-120"/>
                </a:rPr>
                <a:t>ALU</a:t>
              </a:r>
              <a:endParaRPr lang="en-AU" altLang="zh-TW" sz="1200" dirty="0">
                <a:latin typeface="Arial" panose="020B0604020202020204" pitchFamily="34" charset="0"/>
                <a:ea typeface="新細明體" panose="02020500000000000000" pitchFamily="18" charset="-120"/>
              </a:endParaRPr>
            </a:p>
          </p:txBody>
        </p:sp>
        <p:sp>
          <p:nvSpPr>
            <p:cNvPr id="14362" name="Line 63">
              <a:extLst>
                <a:ext uri="{FF2B5EF4-FFF2-40B4-BE49-F238E27FC236}">
                  <a16:creationId xmlns:a16="http://schemas.microsoft.com/office/drawing/2014/main" id="{03EA3EF6-7904-45B3-BA59-F1ED224275FA}"/>
                </a:ext>
              </a:extLst>
            </p:cNvPr>
            <p:cNvSpPr>
              <a:spLocks noChangeShapeType="1"/>
            </p:cNvSpPr>
            <p:nvPr/>
          </p:nvSpPr>
          <p:spPr bwMode="auto">
            <a:xfrm>
              <a:off x="3243" y="3385"/>
              <a:ext cx="0" cy="1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p>
          </p:txBody>
        </p:sp>
        <p:sp>
          <p:nvSpPr>
            <p:cNvPr id="14363" name="Text Box 64">
              <a:extLst>
                <a:ext uri="{FF2B5EF4-FFF2-40B4-BE49-F238E27FC236}">
                  <a16:creationId xmlns:a16="http://schemas.microsoft.com/office/drawing/2014/main" id="{E8C4C0E7-2469-459D-A69A-F73C6837D7EA}"/>
                </a:ext>
              </a:extLst>
            </p:cNvPr>
            <p:cNvSpPr txBox="1">
              <a:spLocks noChangeArrowheads="1"/>
            </p:cNvSpPr>
            <p:nvPr/>
          </p:nvSpPr>
          <p:spPr bwMode="auto">
            <a:xfrm>
              <a:off x="3152" y="3524"/>
              <a:ext cx="233"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200">
                  <a:latin typeface="Arial" panose="020B0604020202020204" pitchFamily="34" charset="0"/>
                  <a:ea typeface="新細明體" panose="02020500000000000000" pitchFamily="18" charset="-120"/>
                </a:rPr>
                <a:t>F</a:t>
              </a:r>
              <a:endParaRPr lang="en-AU" altLang="zh-TW" sz="1200">
                <a:latin typeface="Arial" panose="020B0604020202020204" pitchFamily="34" charset="0"/>
                <a:ea typeface="新細明體" panose="02020500000000000000" pitchFamily="18" charset="-120"/>
              </a:endParaRPr>
            </a:p>
          </p:txBody>
        </p:sp>
      </p:grpSp>
      <p:sp>
        <p:nvSpPr>
          <p:cNvPr id="14345" name="Rectangle 65">
            <a:extLst>
              <a:ext uri="{FF2B5EF4-FFF2-40B4-BE49-F238E27FC236}">
                <a16:creationId xmlns:a16="http://schemas.microsoft.com/office/drawing/2014/main" id="{90EB0F2A-21DB-4ACA-8936-A3EFA7D8D9C6}"/>
              </a:ext>
            </a:extLst>
          </p:cNvPr>
          <p:cNvSpPr>
            <a:spLocks noChangeArrowheads="1"/>
          </p:cNvSpPr>
          <p:nvPr/>
        </p:nvSpPr>
        <p:spPr bwMode="auto">
          <a:xfrm>
            <a:off x="4727270" y="826115"/>
            <a:ext cx="2520553" cy="618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buClr>
                <a:srgbClr val="0000FF"/>
              </a:buClr>
              <a:buFont typeface="Wingdings" panose="05000000000000000000" pitchFamily="2" charset="2"/>
              <a:buChar char="l"/>
            </a:pPr>
            <a:r>
              <a:rPr lang="en-US" altLang="zh-TW" sz="1800" dirty="0">
                <a:latin typeface="Calibri" panose="020F0502020204030204" pitchFamily="34" charset="0"/>
                <a:cs typeface="Calibri" panose="020F0502020204030204" pitchFamily="34" charset="0"/>
              </a:rPr>
              <a:t>Adder</a:t>
            </a:r>
          </a:p>
          <a:p>
            <a:pPr lvl="1">
              <a:buClr>
                <a:srgbClr val="0000FF"/>
              </a:buClr>
              <a:buFont typeface="Arial" panose="020B0604020202020204" pitchFamily="34" charset="0"/>
              <a:buChar char="–"/>
            </a:pPr>
            <a:r>
              <a:rPr lang="en-US" altLang="zh-TW" sz="1600" dirty="0">
                <a:latin typeface="Calibri" panose="020F0502020204030204" pitchFamily="34" charset="0"/>
                <a:cs typeface="Calibri" panose="020F0502020204030204" pitchFamily="34" charset="0"/>
              </a:rPr>
              <a:t>Y = A + B</a:t>
            </a:r>
          </a:p>
        </p:txBody>
      </p:sp>
      <p:sp>
        <p:nvSpPr>
          <p:cNvPr id="14346" name="Rectangle 66">
            <a:extLst>
              <a:ext uri="{FF2B5EF4-FFF2-40B4-BE49-F238E27FC236}">
                <a16:creationId xmlns:a16="http://schemas.microsoft.com/office/drawing/2014/main" id="{A58F5DD8-3111-48AB-8447-3C61D3A01CB0}"/>
              </a:ext>
            </a:extLst>
          </p:cNvPr>
          <p:cNvSpPr>
            <a:spLocks noChangeArrowheads="1"/>
          </p:cNvSpPr>
          <p:nvPr/>
        </p:nvSpPr>
        <p:spPr bwMode="auto">
          <a:xfrm>
            <a:off x="4672501" y="2643739"/>
            <a:ext cx="3509963" cy="683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buClr>
                <a:srgbClr val="0000FF"/>
              </a:buClr>
              <a:buFont typeface="Wingdings" panose="05000000000000000000" pitchFamily="2" charset="2"/>
              <a:buChar char="l"/>
            </a:pPr>
            <a:r>
              <a:rPr lang="en-US" altLang="zh-TW" sz="1800" dirty="0">
                <a:latin typeface="Calibri" panose="020F0502020204030204" pitchFamily="34" charset="0"/>
                <a:cs typeface="Calibri" panose="020F0502020204030204" pitchFamily="34" charset="0"/>
              </a:rPr>
              <a:t>Arithmetic/Logic Unit</a:t>
            </a:r>
          </a:p>
          <a:p>
            <a:pPr lvl="1">
              <a:buClr>
                <a:srgbClr val="0000FF"/>
              </a:buClr>
              <a:buFont typeface="Arial" panose="020B0604020202020204" pitchFamily="34" charset="0"/>
              <a:buChar char="–"/>
            </a:pPr>
            <a:r>
              <a:rPr lang="en-US" altLang="zh-TW" sz="1600" dirty="0">
                <a:latin typeface="Calibri" panose="020F0502020204030204" pitchFamily="34" charset="0"/>
                <a:cs typeface="Calibri" panose="020F0502020204030204" pitchFamily="34" charset="0"/>
              </a:rPr>
              <a:t>Y = F(A, B)</a:t>
            </a:r>
          </a:p>
        </p:txBody>
      </p:sp>
      <p:sp>
        <p:nvSpPr>
          <p:cNvPr id="68" name="灯片编号占位符 5">
            <a:extLst>
              <a:ext uri="{FF2B5EF4-FFF2-40B4-BE49-F238E27FC236}">
                <a16:creationId xmlns:a16="http://schemas.microsoft.com/office/drawing/2014/main" id="{E406D59A-211C-464B-A113-204F4D908D1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9</a:t>
            </a:fld>
            <a:endParaRPr lang="zh-TW"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6D3FF2BB-FF72-4F3F-A905-7D8DA18640CA}"/>
              </a:ext>
            </a:extLst>
          </p:cNvPr>
          <p:cNvSpPr>
            <a:spLocks noGrp="1" noChangeArrowheads="1"/>
          </p:cNvSpPr>
          <p:nvPr>
            <p:ph type="title"/>
          </p:nvPr>
        </p:nvSpPr>
        <p:spPr>
          <a:xfrm>
            <a:off x="952821" y="44054"/>
            <a:ext cx="6776718" cy="676275"/>
          </a:xfrm>
        </p:spPr>
        <p:txBody>
          <a:bodyPr/>
          <a:lstStyle/>
          <a:p>
            <a:r>
              <a:rPr lang="en-US" altLang="zh-TW" dirty="0"/>
              <a:t>Sequential Elements</a:t>
            </a:r>
            <a:r>
              <a:rPr lang="zh-CN" altLang="en-US" dirty="0"/>
              <a:t>（</a:t>
            </a:r>
            <a:r>
              <a:rPr lang="en-US" altLang="zh-CN" dirty="0"/>
              <a:t>1</a:t>
            </a:r>
            <a:r>
              <a:rPr lang="zh-CN" altLang="en-US" dirty="0"/>
              <a:t>）</a:t>
            </a:r>
            <a:endParaRPr lang="en-AU" altLang="zh-TW" dirty="0">
              <a:ea typeface="新細明體" panose="02020500000000000000" pitchFamily="18" charset="-120"/>
            </a:endParaRPr>
          </a:p>
        </p:txBody>
      </p:sp>
      <p:sp>
        <p:nvSpPr>
          <p:cNvPr id="15363" name="Rectangle 3">
            <a:extLst>
              <a:ext uri="{FF2B5EF4-FFF2-40B4-BE49-F238E27FC236}">
                <a16:creationId xmlns:a16="http://schemas.microsoft.com/office/drawing/2014/main" id="{883DFC15-F830-462C-937C-6A1C06B76301}"/>
              </a:ext>
            </a:extLst>
          </p:cNvPr>
          <p:cNvSpPr>
            <a:spLocks noGrp="1" noChangeArrowheads="1"/>
          </p:cNvSpPr>
          <p:nvPr>
            <p:ph type="body" idx="1"/>
          </p:nvPr>
        </p:nvSpPr>
        <p:spPr>
          <a:xfrm>
            <a:off x="922085" y="814508"/>
            <a:ext cx="7960658" cy="1237129"/>
          </a:xfrm>
        </p:spPr>
        <p:txBody>
          <a:bodyPr/>
          <a:lstStyle/>
          <a:p>
            <a:r>
              <a:rPr lang="en-US" altLang="zh-TW" dirty="0"/>
              <a:t>Register: stores data in a circuit</a:t>
            </a:r>
          </a:p>
          <a:p>
            <a:pPr lvl="1"/>
            <a:r>
              <a:rPr lang="en-US" altLang="zh-TW" dirty="0"/>
              <a:t>Use a clock signal to determine when to update the stored value</a:t>
            </a:r>
          </a:p>
          <a:p>
            <a:pPr lvl="1"/>
            <a:r>
              <a:rPr lang="en-US" altLang="zh-TW" dirty="0"/>
              <a:t>Edge-triggered: update when </a:t>
            </a:r>
            <a:r>
              <a:rPr lang="en-US" altLang="zh-TW" dirty="0" err="1"/>
              <a:t>Clk</a:t>
            </a:r>
            <a:r>
              <a:rPr lang="en-US" altLang="zh-TW" dirty="0"/>
              <a:t> changes from 0 to 1</a:t>
            </a:r>
            <a:endParaRPr lang="en-AU" altLang="zh-TW" dirty="0">
              <a:ea typeface="新細明體" panose="02020500000000000000" pitchFamily="18" charset="-120"/>
            </a:endParaRPr>
          </a:p>
        </p:txBody>
      </p:sp>
      <p:grpSp>
        <p:nvGrpSpPr>
          <p:cNvPr id="15364" name="Group 4">
            <a:extLst>
              <a:ext uri="{FF2B5EF4-FFF2-40B4-BE49-F238E27FC236}">
                <a16:creationId xmlns:a16="http://schemas.microsoft.com/office/drawing/2014/main" id="{DC106DCE-54E1-4BED-837E-9083E8686182}"/>
              </a:ext>
            </a:extLst>
          </p:cNvPr>
          <p:cNvGrpSpPr>
            <a:grpSpLocks/>
          </p:cNvGrpSpPr>
          <p:nvPr/>
        </p:nvGrpSpPr>
        <p:grpSpPr bwMode="auto">
          <a:xfrm>
            <a:off x="1325617" y="2612625"/>
            <a:ext cx="2003435" cy="1308759"/>
            <a:chOff x="657" y="2296"/>
            <a:chExt cx="1321" cy="771"/>
          </a:xfrm>
        </p:grpSpPr>
        <p:sp>
          <p:nvSpPr>
            <p:cNvPr id="15396" name="Rectangle 5">
              <a:extLst>
                <a:ext uri="{FF2B5EF4-FFF2-40B4-BE49-F238E27FC236}">
                  <a16:creationId xmlns:a16="http://schemas.microsoft.com/office/drawing/2014/main" id="{7156E263-FE87-48D7-B892-2733DD88F898}"/>
                </a:ext>
              </a:extLst>
            </p:cNvPr>
            <p:cNvSpPr>
              <a:spLocks noChangeArrowheads="1"/>
            </p:cNvSpPr>
            <p:nvPr/>
          </p:nvSpPr>
          <p:spPr bwMode="auto">
            <a:xfrm>
              <a:off x="1111" y="2296"/>
              <a:ext cx="499" cy="7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5397" name="Line 6">
              <a:extLst>
                <a:ext uri="{FF2B5EF4-FFF2-40B4-BE49-F238E27FC236}">
                  <a16:creationId xmlns:a16="http://schemas.microsoft.com/office/drawing/2014/main" id="{CFAA7996-DA44-4085-B225-E795BD6134D8}"/>
                </a:ext>
              </a:extLst>
            </p:cNvPr>
            <p:cNvSpPr>
              <a:spLocks noChangeShapeType="1"/>
            </p:cNvSpPr>
            <p:nvPr/>
          </p:nvSpPr>
          <p:spPr bwMode="auto">
            <a:xfrm>
              <a:off x="975" y="2478"/>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15398" name="Line 7">
              <a:extLst>
                <a:ext uri="{FF2B5EF4-FFF2-40B4-BE49-F238E27FC236}">
                  <a16:creationId xmlns:a16="http://schemas.microsoft.com/office/drawing/2014/main" id="{B59A24C4-E71B-46D7-A686-B8745AD3A531}"/>
                </a:ext>
              </a:extLst>
            </p:cNvPr>
            <p:cNvSpPr>
              <a:spLocks noChangeShapeType="1"/>
            </p:cNvSpPr>
            <p:nvPr/>
          </p:nvSpPr>
          <p:spPr bwMode="auto">
            <a:xfrm>
              <a:off x="975" y="2886"/>
              <a:ext cx="1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5399" name="Line 8">
              <a:extLst>
                <a:ext uri="{FF2B5EF4-FFF2-40B4-BE49-F238E27FC236}">
                  <a16:creationId xmlns:a16="http://schemas.microsoft.com/office/drawing/2014/main" id="{1CBD78E0-668B-4E76-A7BA-1F0CB2B98BC2}"/>
                </a:ext>
              </a:extLst>
            </p:cNvPr>
            <p:cNvSpPr>
              <a:spLocks noChangeShapeType="1"/>
            </p:cNvSpPr>
            <p:nvPr/>
          </p:nvSpPr>
          <p:spPr bwMode="auto">
            <a:xfrm>
              <a:off x="1610" y="2478"/>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15400" name="Text Box 9">
              <a:extLst>
                <a:ext uri="{FF2B5EF4-FFF2-40B4-BE49-F238E27FC236}">
                  <a16:creationId xmlns:a16="http://schemas.microsoft.com/office/drawing/2014/main" id="{B48A7858-3905-4211-958F-CD18D8AD14B8}"/>
                </a:ext>
              </a:extLst>
            </p:cNvPr>
            <p:cNvSpPr txBox="1">
              <a:spLocks noChangeArrowheads="1"/>
            </p:cNvSpPr>
            <p:nvPr/>
          </p:nvSpPr>
          <p:spPr bwMode="auto">
            <a:xfrm>
              <a:off x="748" y="2345"/>
              <a:ext cx="225"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350" b="0">
                  <a:latin typeface="Arial" panose="020B0604020202020204" pitchFamily="34" charset="0"/>
                  <a:ea typeface="新細明體" panose="02020500000000000000" pitchFamily="18" charset="-120"/>
                </a:rPr>
                <a:t>D</a:t>
              </a:r>
              <a:endParaRPr lang="en-AU" altLang="zh-TW" sz="1350" b="0">
                <a:latin typeface="Arial" panose="020B0604020202020204" pitchFamily="34" charset="0"/>
                <a:ea typeface="新細明體" panose="02020500000000000000" pitchFamily="18" charset="-120"/>
              </a:endParaRPr>
            </a:p>
          </p:txBody>
        </p:sp>
        <p:sp>
          <p:nvSpPr>
            <p:cNvPr id="15401" name="Text Box 10">
              <a:extLst>
                <a:ext uri="{FF2B5EF4-FFF2-40B4-BE49-F238E27FC236}">
                  <a16:creationId xmlns:a16="http://schemas.microsoft.com/office/drawing/2014/main" id="{B7D0E7A5-F354-45D0-92E7-9A2057D501F1}"/>
                </a:ext>
              </a:extLst>
            </p:cNvPr>
            <p:cNvSpPr txBox="1">
              <a:spLocks noChangeArrowheads="1"/>
            </p:cNvSpPr>
            <p:nvPr/>
          </p:nvSpPr>
          <p:spPr bwMode="auto">
            <a:xfrm>
              <a:off x="657" y="2753"/>
              <a:ext cx="316"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350" b="0">
                  <a:latin typeface="Arial" panose="020B0604020202020204" pitchFamily="34" charset="0"/>
                  <a:ea typeface="新細明體" panose="02020500000000000000" pitchFamily="18" charset="-120"/>
                </a:rPr>
                <a:t>Clk</a:t>
              </a:r>
              <a:endParaRPr lang="en-AU" altLang="zh-TW" sz="1350" b="0">
                <a:latin typeface="Arial" panose="020B0604020202020204" pitchFamily="34" charset="0"/>
                <a:ea typeface="新細明體" panose="02020500000000000000" pitchFamily="18" charset="-120"/>
              </a:endParaRPr>
            </a:p>
          </p:txBody>
        </p:sp>
        <p:sp>
          <p:nvSpPr>
            <p:cNvPr id="15402" name="Text Box 11">
              <a:extLst>
                <a:ext uri="{FF2B5EF4-FFF2-40B4-BE49-F238E27FC236}">
                  <a16:creationId xmlns:a16="http://schemas.microsoft.com/office/drawing/2014/main" id="{3D2A63E6-A9FE-4B40-A570-3C65F5443CA2}"/>
                </a:ext>
              </a:extLst>
            </p:cNvPr>
            <p:cNvSpPr txBox="1">
              <a:spLocks noChangeArrowheads="1"/>
            </p:cNvSpPr>
            <p:nvPr/>
          </p:nvSpPr>
          <p:spPr bwMode="auto">
            <a:xfrm>
              <a:off x="1746" y="2345"/>
              <a:ext cx="232"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350" b="0">
                  <a:latin typeface="Arial" panose="020B0604020202020204" pitchFamily="34" charset="0"/>
                  <a:ea typeface="新細明體" panose="02020500000000000000" pitchFamily="18" charset="-120"/>
                </a:rPr>
                <a:t>Q</a:t>
              </a:r>
              <a:endParaRPr lang="en-AU" altLang="zh-TW" sz="1350" b="0">
                <a:latin typeface="Arial" panose="020B0604020202020204" pitchFamily="34" charset="0"/>
                <a:ea typeface="新細明體" panose="02020500000000000000" pitchFamily="18" charset="-120"/>
              </a:endParaRPr>
            </a:p>
          </p:txBody>
        </p:sp>
        <p:sp>
          <p:nvSpPr>
            <p:cNvPr id="15403" name="Line 12">
              <a:extLst>
                <a:ext uri="{FF2B5EF4-FFF2-40B4-BE49-F238E27FC236}">
                  <a16:creationId xmlns:a16="http://schemas.microsoft.com/office/drawing/2014/main" id="{7A30511A-9D48-49EF-8490-03E985CD3753}"/>
                </a:ext>
              </a:extLst>
            </p:cNvPr>
            <p:cNvSpPr>
              <a:spLocks noChangeShapeType="1"/>
            </p:cNvSpPr>
            <p:nvPr/>
          </p:nvSpPr>
          <p:spPr bwMode="auto">
            <a:xfrm>
              <a:off x="1111" y="2840"/>
              <a:ext cx="91"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5404" name="Line 13">
              <a:extLst>
                <a:ext uri="{FF2B5EF4-FFF2-40B4-BE49-F238E27FC236}">
                  <a16:creationId xmlns:a16="http://schemas.microsoft.com/office/drawing/2014/main" id="{74EB958A-C6B8-44D9-8321-0D654361D16B}"/>
                </a:ext>
              </a:extLst>
            </p:cNvPr>
            <p:cNvSpPr>
              <a:spLocks noChangeShapeType="1"/>
            </p:cNvSpPr>
            <p:nvPr/>
          </p:nvSpPr>
          <p:spPr bwMode="auto">
            <a:xfrm flipV="1">
              <a:off x="1111" y="2886"/>
              <a:ext cx="91"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grpSp>
      <p:grpSp>
        <p:nvGrpSpPr>
          <p:cNvPr id="15365" name="Group 14">
            <a:extLst>
              <a:ext uri="{FF2B5EF4-FFF2-40B4-BE49-F238E27FC236}">
                <a16:creationId xmlns:a16="http://schemas.microsoft.com/office/drawing/2014/main" id="{C7B205DB-3906-4D0A-A18C-6BAB6C22F2BC}"/>
              </a:ext>
            </a:extLst>
          </p:cNvPr>
          <p:cNvGrpSpPr>
            <a:grpSpLocks/>
          </p:cNvGrpSpPr>
          <p:nvPr/>
        </p:nvGrpSpPr>
        <p:grpSpPr bwMode="auto">
          <a:xfrm>
            <a:off x="3636169" y="2450700"/>
            <a:ext cx="4278386" cy="1721731"/>
            <a:chOff x="2154" y="2523"/>
            <a:chExt cx="3008" cy="1134"/>
          </a:xfrm>
        </p:grpSpPr>
        <p:sp>
          <p:nvSpPr>
            <p:cNvPr id="15367" name="Line 15">
              <a:extLst>
                <a:ext uri="{FF2B5EF4-FFF2-40B4-BE49-F238E27FC236}">
                  <a16:creationId xmlns:a16="http://schemas.microsoft.com/office/drawing/2014/main" id="{609F96E4-9AF1-4F70-989D-E25065D2C466}"/>
                </a:ext>
              </a:extLst>
            </p:cNvPr>
            <p:cNvSpPr>
              <a:spLocks noChangeShapeType="1"/>
            </p:cNvSpPr>
            <p:nvPr/>
          </p:nvSpPr>
          <p:spPr bwMode="auto">
            <a:xfrm>
              <a:off x="2712" y="2614"/>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5368" name="Line 16">
              <a:extLst>
                <a:ext uri="{FF2B5EF4-FFF2-40B4-BE49-F238E27FC236}">
                  <a16:creationId xmlns:a16="http://schemas.microsoft.com/office/drawing/2014/main" id="{19B55975-983F-4173-B998-DAAF3D9FE1C0}"/>
                </a:ext>
              </a:extLst>
            </p:cNvPr>
            <p:cNvSpPr>
              <a:spLocks noChangeShapeType="1"/>
            </p:cNvSpPr>
            <p:nvPr/>
          </p:nvSpPr>
          <p:spPr bwMode="auto">
            <a:xfrm>
              <a:off x="2712" y="2614"/>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5369" name="Line 17">
              <a:extLst>
                <a:ext uri="{FF2B5EF4-FFF2-40B4-BE49-F238E27FC236}">
                  <a16:creationId xmlns:a16="http://schemas.microsoft.com/office/drawing/2014/main" id="{631C9C96-E703-4368-8C5E-EFF9ACB25360}"/>
                </a:ext>
              </a:extLst>
            </p:cNvPr>
            <p:cNvSpPr>
              <a:spLocks noChangeShapeType="1"/>
            </p:cNvSpPr>
            <p:nvPr/>
          </p:nvSpPr>
          <p:spPr bwMode="auto">
            <a:xfrm>
              <a:off x="3256" y="2614"/>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5370" name="Line 18">
              <a:extLst>
                <a:ext uri="{FF2B5EF4-FFF2-40B4-BE49-F238E27FC236}">
                  <a16:creationId xmlns:a16="http://schemas.microsoft.com/office/drawing/2014/main" id="{2D8CA284-6A37-4570-AC13-CF48C3877549}"/>
                </a:ext>
              </a:extLst>
            </p:cNvPr>
            <p:cNvSpPr>
              <a:spLocks noChangeShapeType="1"/>
            </p:cNvSpPr>
            <p:nvPr/>
          </p:nvSpPr>
          <p:spPr bwMode="auto">
            <a:xfrm>
              <a:off x="3256" y="2795"/>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5371" name="Line 19">
              <a:extLst>
                <a:ext uri="{FF2B5EF4-FFF2-40B4-BE49-F238E27FC236}">
                  <a16:creationId xmlns:a16="http://schemas.microsoft.com/office/drawing/2014/main" id="{DBE68787-6DDA-491D-B947-F72DB11262D1}"/>
                </a:ext>
              </a:extLst>
            </p:cNvPr>
            <p:cNvSpPr>
              <a:spLocks noChangeShapeType="1"/>
            </p:cNvSpPr>
            <p:nvPr/>
          </p:nvSpPr>
          <p:spPr bwMode="auto">
            <a:xfrm>
              <a:off x="2531" y="2795"/>
              <a:ext cx="18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5372" name="Line 20">
              <a:extLst>
                <a:ext uri="{FF2B5EF4-FFF2-40B4-BE49-F238E27FC236}">
                  <a16:creationId xmlns:a16="http://schemas.microsoft.com/office/drawing/2014/main" id="{CEE2EB42-4F9D-4FC1-90F1-6AD2BBAC31E1}"/>
                </a:ext>
              </a:extLst>
            </p:cNvPr>
            <p:cNvSpPr>
              <a:spLocks noChangeShapeType="1"/>
            </p:cNvSpPr>
            <p:nvPr/>
          </p:nvSpPr>
          <p:spPr bwMode="auto">
            <a:xfrm>
              <a:off x="3801" y="2614"/>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5373" name="Line 21">
              <a:extLst>
                <a:ext uri="{FF2B5EF4-FFF2-40B4-BE49-F238E27FC236}">
                  <a16:creationId xmlns:a16="http://schemas.microsoft.com/office/drawing/2014/main" id="{B35BFDE9-9473-41FD-8317-5FF94813F326}"/>
                </a:ext>
              </a:extLst>
            </p:cNvPr>
            <p:cNvSpPr>
              <a:spLocks noChangeShapeType="1"/>
            </p:cNvSpPr>
            <p:nvPr/>
          </p:nvSpPr>
          <p:spPr bwMode="auto">
            <a:xfrm>
              <a:off x="3801" y="2614"/>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5374" name="Line 22">
              <a:extLst>
                <a:ext uri="{FF2B5EF4-FFF2-40B4-BE49-F238E27FC236}">
                  <a16:creationId xmlns:a16="http://schemas.microsoft.com/office/drawing/2014/main" id="{73207A8C-F042-4C75-A200-9C3FAF00BA40}"/>
                </a:ext>
              </a:extLst>
            </p:cNvPr>
            <p:cNvSpPr>
              <a:spLocks noChangeShapeType="1"/>
            </p:cNvSpPr>
            <p:nvPr/>
          </p:nvSpPr>
          <p:spPr bwMode="auto">
            <a:xfrm>
              <a:off x="4345" y="2614"/>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5375" name="Line 23">
              <a:extLst>
                <a:ext uri="{FF2B5EF4-FFF2-40B4-BE49-F238E27FC236}">
                  <a16:creationId xmlns:a16="http://schemas.microsoft.com/office/drawing/2014/main" id="{5186AA6D-A367-4AD6-8C24-FE9B74614F4E}"/>
                </a:ext>
              </a:extLst>
            </p:cNvPr>
            <p:cNvSpPr>
              <a:spLocks noChangeShapeType="1"/>
            </p:cNvSpPr>
            <p:nvPr/>
          </p:nvSpPr>
          <p:spPr bwMode="auto">
            <a:xfrm>
              <a:off x="4345" y="2795"/>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5376" name="Line 24">
              <a:extLst>
                <a:ext uri="{FF2B5EF4-FFF2-40B4-BE49-F238E27FC236}">
                  <a16:creationId xmlns:a16="http://schemas.microsoft.com/office/drawing/2014/main" id="{A27B834C-2761-428C-A8A8-AA8D55FF7091}"/>
                </a:ext>
              </a:extLst>
            </p:cNvPr>
            <p:cNvSpPr>
              <a:spLocks noChangeShapeType="1"/>
            </p:cNvSpPr>
            <p:nvPr/>
          </p:nvSpPr>
          <p:spPr bwMode="auto">
            <a:xfrm>
              <a:off x="4889" y="2614"/>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5377" name="Line 25">
              <a:extLst>
                <a:ext uri="{FF2B5EF4-FFF2-40B4-BE49-F238E27FC236}">
                  <a16:creationId xmlns:a16="http://schemas.microsoft.com/office/drawing/2014/main" id="{3807BE16-3916-44BF-B7FC-75DFF7DD461A}"/>
                </a:ext>
              </a:extLst>
            </p:cNvPr>
            <p:cNvSpPr>
              <a:spLocks noChangeShapeType="1"/>
            </p:cNvSpPr>
            <p:nvPr/>
          </p:nvSpPr>
          <p:spPr bwMode="auto">
            <a:xfrm flipV="1">
              <a:off x="4890" y="2613"/>
              <a:ext cx="227"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5378" name="Line 26">
              <a:extLst>
                <a:ext uri="{FF2B5EF4-FFF2-40B4-BE49-F238E27FC236}">
                  <a16:creationId xmlns:a16="http://schemas.microsoft.com/office/drawing/2014/main" id="{C3ECC065-1771-4EEA-A619-685421DEB956}"/>
                </a:ext>
              </a:extLst>
            </p:cNvPr>
            <p:cNvSpPr>
              <a:spLocks noChangeShapeType="1"/>
            </p:cNvSpPr>
            <p:nvPr/>
          </p:nvSpPr>
          <p:spPr bwMode="auto">
            <a:xfrm>
              <a:off x="2531" y="3657"/>
              <a:ext cx="263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15379" name="Line 27">
              <a:extLst>
                <a:ext uri="{FF2B5EF4-FFF2-40B4-BE49-F238E27FC236}">
                  <a16:creationId xmlns:a16="http://schemas.microsoft.com/office/drawing/2014/main" id="{F2495D2A-1EF8-4298-9101-B33188E02E31}"/>
                </a:ext>
              </a:extLst>
            </p:cNvPr>
            <p:cNvSpPr>
              <a:spLocks noChangeShapeType="1"/>
            </p:cNvSpPr>
            <p:nvPr/>
          </p:nvSpPr>
          <p:spPr bwMode="auto">
            <a:xfrm flipV="1">
              <a:off x="2531" y="2523"/>
              <a:ext cx="0" cy="11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5380" name="Text Box 28">
              <a:extLst>
                <a:ext uri="{FF2B5EF4-FFF2-40B4-BE49-F238E27FC236}">
                  <a16:creationId xmlns:a16="http://schemas.microsoft.com/office/drawing/2014/main" id="{7BB346C2-86AB-4BB4-B6FD-EDF58408DF38}"/>
                </a:ext>
              </a:extLst>
            </p:cNvPr>
            <p:cNvSpPr txBox="1">
              <a:spLocks noChangeArrowheads="1"/>
            </p:cNvSpPr>
            <p:nvPr/>
          </p:nvSpPr>
          <p:spPr bwMode="auto">
            <a:xfrm>
              <a:off x="2154" y="2617"/>
              <a:ext cx="31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Clk</a:t>
              </a:r>
              <a:endParaRPr lang="en-AU" altLang="zh-TW" sz="1200" b="0">
                <a:latin typeface="Arial" panose="020B0604020202020204" pitchFamily="34" charset="0"/>
                <a:ea typeface="新細明體" panose="02020500000000000000" pitchFamily="18" charset="-120"/>
              </a:endParaRPr>
            </a:p>
          </p:txBody>
        </p:sp>
        <p:sp>
          <p:nvSpPr>
            <p:cNvPr id="15381" name="Text Box 29">
              <a:extLst>
                <a:ext uri="{FF2B5EF4-FFF2-40B4-BE49-F238E27FC236}">
                  <a16:creationId xmlns:a16="http://schemas.microsoft.com/office/drawing/2014/main" id="{162FA4AF-2142-45F9-8B26-F7344B6E9FDA}"/>
                </a:ext>
              </a:extLst>
            </p:cNvPr>
            <p:cNvSpPr txBox="1">
              <a:spLocks noChangeArrowheads="1"/>
            </p:cNvSpPr>
            <p:nvPr/>
          </p:nvSpPr>
          <p:spPr bwMode="auto">
            <a:xfrm>
              <a:off x="2154" y="2949"/>
              <a:ext cx="22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D</a:t>
              </a:r>
              <a:endParaRPr lang="en-AU" altLang="zh-TW" sz="1200" b="0">
                <a:latin typeface="Arial" panose="020B0604020202020204" pitchFamily="34" charset="0"/>
                <a:ea typeface="新細明體" panose="02020500000000000000" pitchFamily="18" charset="-120"/>
              </a:endParaRPr>
            </a:p>
          </p:txBody>
        </p:sp>
        <p:sp>
          <p:nvSpPr>
            <p:cNvPr id="15382" name="Text Box 30">
              <a:extLst>
                <a:ext uri="{FF2B5EF4-FFF2-40B4-BE49-F238E27FC236}">
                  <a16:creationId xmlns:a16="http://schemas.microsoft.com/office/drawing/2014/main" id="{CB209114-9688-4EB1-900F-8B3FE3B8DFE2}"/>
                </a:ext>
              </a:extLst>
            </p:cNvPr>
            <p:cNvSpPr txBox="1">
              <a:spLocks noChangeArrowheads="1"/>
            </p:cNvSpPr>
            <p:nvPr/>
          </p:nvSpPr>
          <p:spPr bwMode="auto">
            <a:xfrm>
              <a:off x="2154" y="3297"/>
              <a:ext cx="23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Q</a:t>
              </a:r>
              <a:endParaRPr lang="en-AU" altLang="zh-TW" sz="1200" b="0">
                <a:latin typeface="Arial" panose="020B0604020202020204" pitchFamily="34" charset="0"/>
                <a:ea typeface="新細明體" panose="02020500000000000000" pitchFamily="18" charset="-120"/>
              </a:endParaRPr>
            </a:p>
          </p:txBody>
        </p:sp>
        <p:sp>
          <p:nvSpPr>
            <p:cNvPr id="15383" name="Freeform 31">
              <a:extLst>
                <a:ext uri="{FF2B5EF4-FFF2-40B4-BE49-F238E27FC236}">
                  <a16:creationId xmlns:a16="http://schemas.microsoft.com/office/drawing/2014/main" id="{26462B84-5A4F-4470-9640-7211D71190A4}"/>
                </a:ext>
              </a:extLst>
            </p:cNvPr>
            <p:cNvSpPr>
              <a:spLocks/>
            </p:cNvSpPr>
            <p:nvPr/>
          </p:nvSpPr>
          <p:spPr bwMode="auto">
            <a:xfrm>
              <a:off x="2531" y="2976"/>
              <a:ext cx="635" cy="182"/>
            </a:xfrm>
            <a:custGeom>
              <a:avLst/>
              <a:gdLst>
                <a:gd name="T0" fmla="*/ 0 w 635"/>
                <a:gd name="T1" fmla="*/ 0 h 182"/>
                <a:gd name="T2" fmla="*/ 590 w 635"/>
                <a:gd name="T3" fmla="*/ 0 h 182"/>
                <a:gd name="T4" fmla="*/ 635 w 635"/>
                <a:gd name="T5" fmla="*/ 91 h 182"/>
                <a:gd name="T6" fmla="*/ 590 w 635"/>
                <a:gd name="T7" fmla="*/ 182 h 182"/>
                <a:gd name="T8" fmla="*/ 0 w 635"/>
                <a:gd name="T9" fmla="*/ 182 h 182"/>
                <a:gd name="T10" fmla="*/ 0 60000 65536"/>
                <a:gd name="T11" fmla="*/ 0 60000 65536"/>
                <a:gd name="T12" fmla="*/ 0 60000 65536"/>
                <a:gd name="T13" fmla="*/ 0 60000 65536"/>
                <a:gd name="T14" fmla="*/ 0 60000 65536"/>
                <a:gd name="T15" fmla="*/ 0 w 635"/>
                <a:gd name="T16" fmla="*/ 0 h 182"/>
                <a:gd name="T17" fmla="*/ 635 w 635"/>
                <a:gd name="T18" fmla="*/ 182 h 182"/>
              </a:gdLst>
              <a:ahLst/>
              <a:cxnLst>
                <a:cxn ang="T10">
                  <a:pos x="T0" y="T1"/>
                </a:cxn>
                <a:cxn ang="T11">
                  <a:pos x="T2" y="T3"/>
                </a:cxn>
                <a:cxn ang="T12">
                  <a:pos x="T4" y="T5"/>
                </a:cxn>
                <a:cxn ang="T13">
                  <a:pos x="T6" y="T7"/>
                </a:cxn>
                <a:cxn ang="T14">
                  <a:pos x="T8" y="T9"/>
                </a:cxn>
              </a:cxnLst>
              <a:rect l="T15" t="T16" r="T17" b="T18"/>
              <a:pathLst>
                <a:path w="635" h="182">
                  <a:moveTo>
                    <a:pt x="0" y="0"/>
                  </a:moveTo>
                  <a:lnTo>
                    <a:pt x="590" y="0"/>
                  </a:lnTo>
                  <a:lnTo>
                    <a:pt x="635" y="91"/>
                  </a:lnTo>
                  <a:lnTo>
                    <a:pt x="590" y="182"/>
                  </a:lnTo>
                  <a:lnTo>
                    <a:pt x="0" y="182"/>
                  </a:lnTo>
                </a:path>
              </a:pathLst>
            </a:custGeom>
            <a:solidFill>
              <a:schemeClr val="accent1"/>
            </a:solidFill>
            <a:ln w="9525">
              <a:solidFill>
                <a:schemeClr val="tx1"/>
              </a:solidFill>
              <a:round/>
              <a:headEnd/>
              <a:tailEnd/>
            </a:ln>
          </p:spPr>
          <p:txBody>
            <a:bodyPr/>
            <a:lstStyle/>
            <a:p>
              <a:endParaRPr lang="zh-CN" altLang="en-US" sz="1350"/>
            </a:p>
          </p:txBody>
        </p:sp>
        <p:sp>
          <p:nvSpPr>
            <p:cNvPr id="15384" name="Freeform 32">
              <a:extLst>
                <a:ext uri="{FF2B5EF4-FFF2-40B4-BE49-F238E27FC236}">
                  <a16:creationId xmlns:a16="http://schemas.microsoft.com/office/drawing/2014/main" id="{1747EDE0-13E1-49A3-BB07-DDDC668D15FC}"/>
                </a:ext>
              </a:extLst>
            </p:cNvPr>
            <p:cNvSpPr>
              <a:spLocks/>
            </p:cNvSpPr>
            <p:nvPr/>
          </p:nvSpPr>
          <p:spPr bwMode="auto">
            <a:xfrm>
              <a:off x="3166" y="2976"/>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accent1"/>
            </a:solidFill>
            <a:ln w="9525">
              <a:solidFill>
                <a:schemeClr val="tx1"/>
              </a:solidFill>
              <a:round/>
              <a:headEnd/>
              <a:tailEnd/>
            </a:ln>
          </p:spPr>
          <p:txBody>
            <a:bodyPr/>
            <a:lstStyle/>
            <a:p>
              <a:endParaRPr lang="zh-CN" altLang="en-US" sz="1350"/>
            </a:p>
          </p:txBody>
        </p:sp>
        <p:sp>
          <p:nvSpPr>
            <p:cNvPr id="15385" name="Freeform 33">
              <a:extLst>
                <a:ext uri="{FF2B5EF4-FFF2-40B4-BE49-F238E27FC236}">
                  <a16:creationId xmlns:a16="http://schemas.microsoft.com/office/drawing/2014/main" id="{6D8C565D-C555-4055-86E5-84F37E7A3CE0}"/>
                </a:ext>
              </a:extLst>
            </p:cNvPr>
            <p:cNvSpPr>
              <a:spLocks/>
            </p:cNvSpPr>
            <p:nvPr/>
          </p:nvSpPr>
          <p:spPr bwMode="auto">
            <a:xfrm>
              <a:off x="3892" y="3339"/>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hlink"/>
            </a:solidFill>
            <a:ln w="9525">
              <a:solidFill>
                <a:schemeClr val="tx1"/>
              </a:solidFill>
              <a:round/>
              <a:headEnd/>
              <a:tailEnd/>
            </a:ln>
          </p:spPr>
          <p:txBody>
            <a:bodyPr/>
            <a:lstStyle/>
            <a:p>
              <a:endParaRPr lang="zh-CN" altLang="en-US" sz="1350"/>
            </a:p>
          </p:txBody>
        </p:sp>
        <p:sp>
          <p:nvSpPr>
            <p:cNvPr id="15386" name="Freeform 34">
              <a:extLst>
                <a:ext uri="{FF2B5EF4-FFF2-40B4-BE49-F238E27FC236}">
                  <a16:creationId xmlns:a16="http://schemas.microsoft.com/office/drawing/2014/main" id="{076B2CF5-8B9C-4A6A-9295-89952711A24D}"/>
                </a:ext>
              </a:extLst>
            </p:cNvPr>
            <p:cNvSpPr>
              <a:spLocks/>
            </p:cNvSpPr>
            <p:nvPr/>
          </p:nvSpPr>
          <p:spPr bwMode="auto">
            <a:xfrm>
              <a:off x="2803" y="3339"/>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hlink"/>
            </a:solidFill>
            <a:ln w="9525">
              <a:solidFill>
                <a:schemeClr val="tx1"/>
              </a:solidFill>
              <a:round/>
              <a:headEnd/>
              <a:tailEnd/>
            </a:ln>
          </p:spPr>
          <p:txBody>
            <a:bodyPr/>
            <a:lstStyle/>
            <a:p>
              <a:endParaRPr lang="zh-CN" altLang="en-US" sz="1350"/>
            </a:p>
          </p:txBody>
        </p:sp>
        <p:sp>
          <p:nvSpPr>
            <p:cNvPr id="15387" name="Freeform 35">
              <a:extLst>
                <a:ext uri="{FF2B5EF4-FFF2-40B4-BE49-F238E27FC236}">
                  <a16:creationId xmlns:a16="http://schemas.microsoft.com/office/drawing/2014/main" id="{9EB73C31-BA8B-46CD-AE7F-C3E682E88D8B}"/>
                </a:ext>
              </a:extLst>
            </p:cNvPr>
            <p:cNvSpPr>
              <a:spLocks/>
            </p:cNvSpPr>
            <p:nvPr/>
          </p:nvSpPr>
          <p:spPr bwMode="auto">
            <a:xfrm>
              <a:off x="2531" y="3340"/>
              <a:ext cx="272" cy="181"/>
            </a:xfrm>
            <a:custGeom>
              <a:avLst/>
              <a:gdLst>
                <a:gd name="T0" fmla="*/ 0 w 272"/>
                <a:gd name="T1" fmla="*/ 0 h 181"/>
                <a:gd name="T2" fmla="*/ 227 w 272"/>
                <a:gd name="T3" fmla="*/ 0 h 181"/>
                <a:gd name="T4" fmla="*/ 272 w 272"/>
                <a:gd name="T5" fmla="*/ 90 h 181"/>
                <a:gd name="T6" fmla="*/ 227 w 272"/>
                <a:gd name="T7" fmla="*/ 181 h 181"/>
                <a:gd name="T8" fmla="*/ 0 w 272"/>
                <a:gd name="T9" fmla="*/ 181 h 181"/>
                <a:gd name="T10" fmla="*/ 0 60000 65536"/>
                <a:gd name="T11" fmla="*/ 0 60000 65536"/>
                <a:gd name="T12" fmla="*/ 0 60000 65536"/>
                <a:gd name="T13" fmla="*/ 0 60000 65536"/>
                <a:gd name="T14" fmla="*/ 0 60000 65536"/>
                <a:gd name="T15" fmla="*/ 0 w 272"/>
                <a:gd name="T16" fmla="*/ 0 h 181"/>
                <a:gd name="T17" fmla="*/ 272 w 272"/>
                <a:gd name="T18" fmla="*/ 181 h 181"/>
              </a:gdLst>
              <a:ahLst/>
              <a:cxnLst>
                <a:cxn ang="T10">
                  <a:pos x="T0" y="T1"/>
                </a:cxn>
                <a:cxn ang="T11">
                  <a:pos x="T2" y="T3"/>
                </a:cxn>
                <a:cxn ang="T12">
                  <a:pos x="T4" y="T5"/>
                </a:cxn>
                <a:cxn ang="T13">
                  <a:pos x="T6" y="T7"/>
                </a:cxn>
                <a:cxn ang="T14">
                  <a:pos x="T8" y="T9"/>
                </a:cxn>
              </a:cxnLst>
              <a:rect l="T15" t="T16" r="T17" b="T18"/>
              <a:pathLst>
                <a:path w="272" h="181">
                  <a:moveTo>
                    <a:pt x="0" y="0"/>
                  </a:moveTo>
                  <a:lnTo>
                    <a:pt x="227" y="0"/>
                  </a:lnTo>
                  <a:lnTo>
                    <a:pt x="272" y="90"/>
                  </a:lnTo>
                  <a:lnTo>
                    <a:pt x="227" y="181"/>
                  </a:lnTo>
                  <a:lnTo>
                    <a:pt x="0" y="181"/>
                  </a:lnTo>
                </a:path>
              </a:pathLst>
            </a:custGeom>
            <a:solidFill>
              <a:schemeClr val="hlink"/>
            </a:solidFill>
            <a:ln w="9525">
              <a:solidFill>
                <a:schemeClr val="tx1"/>
              </a:solidFill>
              <a:round/>
              <a:headEnd/>
              <a:tailEnd/>
            </a:ln>
          </p:spPr>
          <p:txBody>
            <a:bodyPr/>
            <a:lstStyle/>
            <a:p>
              <a:endParaRPr lang="zh-CN" altLang="en-US" sz="1350"/>
            </a:p>
          </p:txBody>
        </p:sp>
        <p:sp>
          <p:nvSpPr>
            <p:cNvPr id="15388" name="Freeform 36">
              <a:extLst>
                <a:ext uri="{FF2B5EF4-FFF2-40B4-BE49-F238E27FC236}">
                  <a16:creationId xmlns:a16="http://schemas.microsoft.com/office/drawing/2014/main" id="{A2BBCEAA-399B-41C9-871A-578CCB903563}"/>
                </a:ext>
              </a:extLst>
            </p:cNvPr>
            <p:cNvSpPr>
              <a:spLocks/>
            </p:cNvSpPr>
            <p:nvPr/>
          </p:nvSpPr>
          <p:spPr bwMode="auto">
            <a:xfrm>
              <a:off x="2712" y="3067"/>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15389" name="Freeform 37">
              <a:extLst>
                <a:ext uri="{FF2B5EF4-FFF2-40B4-BE49-F238E27FC236}">
                  <a16:creationId xmlns:a16="http://schemas.microsoft.com/office/drawing/2014/main" id="{871C5FDA-68F6-48A5-92D1-22C6E49A2FE4}"/>
                </a:ext>
              </a:extLst>
            </p:cNvPr>
            <p:cNvSpPr>
              <a:spLocks/>
            </p:cNvSpPr>
            <p:nvPr/>
          </p:nvSpPr>
          <p:spPr bwMode="auto">
            <a:xfrm>
              <a:off x="3801" y="3067"/>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15390" name="Freeform 38">
              <a:extLst>
                <a:ext uri="{FF2B5EF4-FFF2-40B4-BE49-F238E27FC236}">
                  <a16:creationId xmlns:a16="http://schemas.microsoft.com/office/drawing/2014/main" id="{DB11C535-F11F-40F8-96AC-B743D894A108}"/>
                </a:ext>
              </a:extLst>
            </p:cNvPr>
            <p:cNvSpPr>
              <a:spLocks/>
            </p:cNvSpPr>
            <p:nvPr/>
          </p:nvSpPr>
          <p:spPr bwMode="auto">
            <a:xfrm>
              <a:off x="4980" y="3339"/>
              <a:ext cx="136" cy="182"/>
            </a:xfrm>
            <a:custGeom>
              <a:avLst/>
              <a:gdLst>
                <a:gd name="T0" fmla="*/ 136 w 136"/>
                <a:gd name="T1" fmla="*/ 0 h 182"/>
                <a:gd name="T2" fmla="*/ 45 w 136"/>
                <a:gd name="T3" fmla="*/ 0 h 182"/>
                <a:gd name="T4" fmla="*/ 0 w 136"/>
                <a:gd name="T5" fmla="*/ 91 h 182"/>
                <a:gd name="T6" fmla="*/ 45 w 136"/>
                <a:gd name="T7" fmla="*/ 182 h 182"/>
                <a:gd name="T8" fmla="*/ 136 w 136"/>
                <a:gd name="T9" fmla="*/ 182 h 182"/>
                <a:gd name="T10" fmla="*/ 0 60000 65536"/>
                <a:gd name="T11" fmla="*/ 0 60000 65536"/>
                <a:gd name="T12" fmla="*/ 0 60000 65536"/>
                <a:gd name="T13" fmla="*/ 0 60000 65536"/>
                <a:gd name="T14" fmla="*/ 0 60000 65536"/>
                <a:gd name="T15" fmla="*/ 0 w 136"/>
                <a:gd name="T16" fmla="*/ 0 h 182"/>
                <a:gd name="T17" fmla="*/ 136 w 136"/>
                <a:gd name="T18" fmla="*/ 182 h 182"/>
              </a:gdLst>
              <a:ahLst/>
              <a:cxnLst>
                <a:cxn ang="T10">
                  <a:pos x="T0" y="T1"/>
                </a:cxn>
                <a:cxn ang="T11">
                  <a:pos x="T2" y="T3"/>
                </a:cxn>
                <a:cxn ang="T12">
                  <a:pos x="T4" y="T5"/>
                </a:cxn>
                <a:cxn ang="T13">
                  <a:pos x="T6" y="T7"/>
                </a:cxn>
                <a:cxn ang="T14">
                  <a:pos x="T8" y="T9"/>
                </a:cxn>
              </a:cxnLst>
              <a:rect l="T15" t="T16" r="T17" b="T18"/>
              <a:pathLst>
                <a:path w="136" h="182">
                  <a:moveTo>
                    <a:pt x="136" y="0"/>
                  </a:moveTo>
                  <a:lnTo>
                    <a:pt x="45" y="0"/>
                  </a:lnTo>
                  <a:lnTo>
                    <a:pt x="0" y="91"/>
                  </a:lnTo>
                  <a:lnTo>
                    <a:pt x="45" y="182"/>
                  </a:lnTo>
                  <a:lnTo>
                    <a:pt x="136" y="182"/>
                  </a:lnTo>
                </a:path>
              </a:pathLst>
            </a:custGeom>
            <a:solidFill>
              <a:schemeClr val="hlink"/>
            </a:solidFill>
            <a:ln w="9525">
              <a:solidFill>
                <a:schemeClr val="tx1"/>
              </a:solidFill>
              <a:round/>
              <a:headEnd/>
              <a:tailEnd/>
            </a:ln>
          </p:spPr>
          <p:txBody>
            <a:bodyPr/>
            <a:lstStyle/>
            <a:p>
              <a:endParaRPr lang="zh-CN" altLang="en-US" sz="1350"/>
            </a:p>
          </p:txBody>
        </p:sp>
        <p:sp>
          <p:nvSpPr>
            <p:cNvPr id="15391" name="Freeform 39">
              <a:extLst>
                <a:ext uri="{FF2B5EF4-FFF2-40B4-BE49-F238E27FC236}">
                  <a16:creationId xmlns:a16="http://schemas.microsoft.com/office/drawing/2014/main" id="{E7404B10-9874-4101-8D63-74BF8E5D315F}"/>
                </a:ext>
              </a:extLst>
            </p:cNvPr>
            <p:cNvSpPr>
              <a:spLocks/>
            </p:cNvSpPr>
            <p:nvPr/>
          </p:nvSpPr>
          <p:spPr bwMode="auto">
            <a:xfrm>
              <a:off x="4255" y="2976"/>
              <a:ext cx="862" cy="182"/>
            </a:xfrm>
            <a:custGeom>
              <a:avLst/>
              <a:gdLst>
                <a:gd name="T0" fmla="*/ 862 w 862"/>
                <a:gd name="T1" fmla="*/ 0 h 182"/>
                <a:gd name="T2" fmla="*/ 46 w 862"/>
                <a:gd name="T3" fmla="*/ 0 h 182"/>
                <a:gd name="T4" fmla="*/ 0 w 862"/>
                <a:gd name="T5" fmla="*/ 91 h 182"/>
                <a:gd name="T6" fmla="*/ 46 w 862"/>
                <a:gd name="T7" fmla="*/ 182 h 182"/>
                <a:gd name="T8" fmla="*/ 862 w 862"/>
                <a:gd name="T9" fmla="*/ 182 h 182"/>
                <a:gd name="T10" fmla="*/ 0 60000 65536"/>
                <a:gd name="T11" fmla="*/ 0 60000 65536"/>
                <a:gd name="T12" fmla="*/ 0 60000 65536"/>
                <a:gd name="T13" fmla="*/ 0 60000 65536"/>
                <a:gd name="T14" fmla="*/ 0 60000 65536"/>
                <a:gd name="T15" fmla="*/ 0 w 862"/>
                <a:gd name="T16" fmla="*/ 0 h 182"/>
                <a:gd name="T17" fmla="*/ 862 w 862"/>
                <a:gd name="T18" fmla="*/ 182 h 182"/>
              </a:gdLst>
              <a:ahLst/>
              <a:cxnLst>
                <a:cxn ang="T10">
                  <a:pos x="T0" y="T1"/>
                </a:cxn>
                <a:cxn ang="T11">
                  <a:pos x="T2" y="T3"/>
                </a:cxn>
                <a:cxn ang="T12">
                  <a:pos x="T4" y="T5"/>
                </a:cxn>
                <a:cxn ang="T13">
                  <a:pos x="T6" y="T7"/>
                </a:cxn>
                <a:cxn ang="T14">
                  <a:pos x="T8" y="T9"/>
                </a:cxn>
              </a:cxnLst>
              <a:rect l="T15" t="T16" r="T17" b="T18"/>
              <a:pathLst>
                <a:path w="862" h="182">
                  <a:moveTo>
                    <a:pt x="862" y="0"/>
                  </a:moveTo>
                  <a:lnTo>
                    <a:pt x="46" y="0"/>
                  </a:lnTo>
                  <a:lnTo>
                    <a:pt x="0" y="91"/>
                  </a:lnTo>
                  <a:lnTo>
                    <a:pt x="46" y="182"/>
                  </a:lnTo>
                  <a:lnTo>
                    <a:pt x="862" y="182"/>
                  </a:lnTo>
                </a:path>
              </a:pathLst>
            </a:custGeom>
            <a:solidFill>
              <a:schemeClr val="accent1"/>
            </a:solidFill>
            <a:ln w="9525">
              <a:solidFill>
                <a:schemeClr val="tx1"/>
              </a:solidFill>
              <a:round/>
              <a:headEnd/>
              <a:tailEnd/>
            </a:ln>
          </p:spPr>
          <p:txBody>
            <a:bodyPr/>
            <a:lstStyle/>
            <a:p>
              <a:endParaRPr lang="zh-CN" altLang="en-US" sz="1350"/>
            </a:p>
          </p:txBody>
        </p:sp>
        <p:sp>
          <p:nvSpPr>
            <p:cNvPr id="15392" name="Freeform 40">
              <a:extLst>
                <a:ext uri="{FF2B5EF4-FFF2-40B4-BE49-F238E27FC236}">
                  <a16:creationId xmlns:a16="http://schemas.microsoft.com/office/drawing/2014/main" id="{1207E85B-4F39-47B6-90A9-0574B5B6A7F4}"/>
                </a:ext>
              </a:extLst>
            </p:cNvPr>
            <p:cNvSpPr>
              <a:spLocks/>
            </p:cNvSpPr>
            <p:nvPr/>
          </p:nvSpPr>
          <p:spPr bwMode="auto">
            <a:xfrm>
              <a:off x="4890" y="3067"/>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15393" name="Line 41">
              <a:extLst>
                <a:ext uri="{FF2B5EF4-FFF2-40B4-BE49-F238E27FC236}">
                  <a16:creationId xmlns:a16="http://schemas.microsoft.com/office/drawing/2014/main" id="{C15C3156-281C-44CE-BBA5-44EA28577B4E}"/>
                </a:ext>
              </a:extLst>
            </p:cNvPr>
            <p:cNvSpPr>
              <a:spLocks noChangeShapeType="1"/>
            </p:cNvSpPr>
            <p:nvPr/>
          </p:nvSpPr>
          <p:spPr bwMode="auto">
            <a:xfrm>
              <a:off x="2712" y="2523"/>
              <a:ext cx="0" cy="113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5394" name="Line 42">
              <a:extLst>
                <a:ext uri="{FF2B5EF4-FFF2-40B4-BE49-F238E27FC236}">
                  <a16:creationId xmlns:a16="http://schemas.microsoft.com/office/drawing/2014/main" id="{B31EDBA8-1DFF-4745-A74D-4101859259B2}"/>
                </a:ext>
              </a:extLst>
            </p:cNvPr>
            <p:cNvSpPr>
              <a:spLocks noChangeShapeType="1"/>
            </p:cNvSpPr>
            <p:nvPr/>
          </p:nvSpPr>
          <p:spPr bwMode="auto">
            <a:xfrm>
              <a:off x="3801" y="2523"/>
              <a:ext cx="0" cy="113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5395" name="Line 43">
              <a:extLst>
                <a:ext uri="{FF2B5EF4-FFF2-40B4-BE49-F238E27FC236}">
                  <a16:creationId xmlns:a16="http://schemas.microsoft.com/office/drawing/2014/main" id="{56CA6BCC-A70C-42FF-AA6A-92CF6DCA8ADA}"/>
                </a:ext>
              </a:extLst>
            </p:cNvPr>
            <p:cNvSpPr>
              <a:spLocks noChangeShapeType="1"/>
            </p:cNvSpPr>
            <p:nvPr/>
          </p:nvSpPr>
          <p:spPr bwMode="auto">
            <a:xfrm>
              <a:off x="4889" y="2523"/>
              <a:ext cx="1" cy="113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350"/>
            </a:p>
          </p:txBody>
        </p:sp>
      </p:grpSp>
      <p:sp>
        <p:nvSpPr>
          <p:cNvPr id="45" name="灯片编号占位符 5">
            <a:extLst>
              <a:ext uri="{FF2B5EF4-FFF2-40B4-BE49-F238E27FC236}">
                <a16:creationId xmlns:a16="http://schemas.microsoft.com/office/drawing/2014/main" id="{5BC67F72-8997-40F7-81AF-F1B21CDB5D33}"/>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10</a:t>
            </a:fld>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6230C632-B7AE-4C27-B4DF-578AEF19F690}"/>
              </a:ext>
            </a:extLst>
          </p:cNvPr>
          <p:cNvSpPr>
            <a:spLocks noGrp="1" noChangeArrowheads="1"/>
          </p:cNvSpPr>
          <p:nvPr>
            <p:ph type="title"/>
          </p:nvPr>
        </p:nvSpPr>
        <p:spPr>
          <a:xfrm>
            <a:off x="906715" y="44054"/>
            <a:ext cx="6822823" cy="676275"/>
          </a:xfrm>
        </p:spPr>
        <p:txBody>
          <a:bodyPr/>
          <a:lstStyle/>
          <a:p>
            <a:r>
              <a:rPr lang="en-US" altLang="zh-TW" dirty="0"/>
              <a:t>Sequential Elements</a:t>
            </a:r>
            <a:r>
              <a:rPr lang="zh-CN" altLang="en-US" dirty="0"/>
              <a:t>（</a:t>
            </a:r>
            <a:r>
              <a:rPr lang="en-US" altLang="zh-CN" dirty="0"/>
              <a:t>2</a:t>
            </a:r>
            <a:r>
              <a:rPr lang="zh-CN" altLang="en-US" dirty="0"/>
              <a:t>）</a:t>
            </a:r>
            <a:endParaRPr lang="en-AU" altLang="zh-TW" dirty="0">
              <a:ea typeface="新細明體" panose="02020500000000000000" pitchFamily="18" charset="-120"/>
            </a:endParaRPr>
          </a:p>
        </p:txBody>
      </p:sp>
      <p:sp>
        <p:nvSpPr>
          <p:cNvPr id="16387" name="Rectangle 3">
            <a:extLst>
              <a:ext uri="{FF2B5EF4-FFF2-40B4-BE49-F238E27FC236}">
                <a16:creationId xmlns:a16="http://schemas.microsoft.com/office/drawing/2014/main" id="{28741F91-BBFC-4DF4-A7CE-23919E129CD7}"/>
              </a:ext>
            </a:extLst>
          </p:cNvPr>
          <p:cNvSpPr>
            <a:spLocks noGrp="1" noChangeArrowheads="1"/>
          </p:cNvSpPr>
          <p:nvPr>
            <p:ph type="body" idx="1"/>
          </p:nvPr>
        </p:nvSpPr>
        <p:spPr>
          <a:xfrm>
            <a:off x="891349" y="808666"/>
            <a:ext cx="6776718" cy="1304444"/>
          </a:xfrm>
        </p:spPr>
        <p:txBody>
          <a:bodyPr/>
          <a:lstStyle/>
          <a:p>
            <a:r>
              <a:rPr lang="en-US" altLang="zh-TW" dirty="0"/>
              <a:t>Register with write control</a:t>
            </a:r>
          </a:p>
          <a:p>
            <a:pPr lvl="1"/>
            <a:r>
              <a:rPr lang="en-US" altLang="zh-TW" dirty="0"/>
              <a:t>Only updates on clock edge when write control input is 1</a:t>
            </a:r>
          </a:p>
          <a:p>
            <a:pPr lvl="1"/>
            <a:r>
              <a:rPr lang="en-US" altLang="zh-TW" dirty="0"/>
              <a:t>Used when stored value is required later</a:t>
            </a:r>
            <a:endParaRPr lang="en-AU" altLang="zh-TW" dirty="0">
              <a:ea typeface="新細明體" panose="02020500000000000000" pitchFamily="18" charset="-120"/>
            </a:endParaRPr>
          </a:p>
        </p:txBody>
      </p:sp>
      <p:grpSp>
        <p:nvGrpSpPr>
          <p:cNvPr id="16388" name="Group 4">
            <a:extLst>
              <a:ext uri="{FF2B5EF4-FFF2-40B4-BE49-F238E27FC236}">
                <a16:creationId xmlns:a16="http://schemas.microsoft.com/office/drawing/2014/main" id="{AEB7E739-6871-417D-AE22-0EE319286746}"/>
              </a:ext>
            </a:extLst>
          </p:cNvPr>
          <p:cNvGrpSpPr>
            <a:grpSpLocks/>
          </p:cNvGrpSpPr>
          <p:nvPr/>
        </p:nvGrpSpPr>
        <p:grpSpPr bwMode="auto">
          <a:xfrm>
            <a:off x="906717" y="2804672"/>
            <a:ext cx="2446035" cy="1218451"/>
            <a:chOff x="340" y="2750"/>
            <a:chExt cx="1442" cy="771"/>
          </a:xfrm>
        </p:grpSpPr>
        <p:sp>
          <p:nvSpPr>
            <p:cNvPr id="16426" name="Rectangle 5">
              <a:extLst>
                <a:ext uri="{FF2B5EF4-FFF2-40B4-BE49-F238E27FC236}">
                  <a16:creationId xmlns:a16="http://schemas.microsoft.com/office/drawing/2014/main" id="{CDD3F5C0-058B-4283-862A-8C4818472D25}"/>
                </a:ext>
              </a:extLst>
            </p:cNvPr>
            <p:cNvSpPr>
              <a:spLocks noChangeArrowheads="1"/>
            </p:cNvSpPr>
            <p:nvPr/>
          </p:nvSpPr>
          <p:spPr bwMode="auto">
            <a:xfrm>
              <a:off x="930" y="2750"/>
              <a:ext cx="499" cy="7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16427" name="Line 6">
              <a:extLst>
                <a:ext uri="{FF2B5EF4-FFF2-40B4-BE49-F238E27FC236}">
                  <a16:creationId xmlns:a16="http://schemas.microsoft.com/office/drawing/2014/main" id="{8E44F8C7-F767-41AA-812C-128F8E8AEF7F}"/>
                </a:ext>
              </a:extLst>
            </p:cNvPr>
            <p:cNvSpPr>
              <a:spLocks noChangeShapeType="1"/>
            </p:cNvSpPr>
            <p:nvPr/>
          </p:nvSpPr>
          <p:spPr bwMode="auto">
            <a:xfrm>
              <a:off x="794" y="2932"/>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16428" name="Line 7">
              <a:extLst>
                <a:ext uri="{FF2B5EF4-FFF2-40B4-BE49-F238E27FC236}">
                  <a16:creationId xmlns:a16="http://schemas.microsoft.com/office/drawing/2014/main" id="{931E8F74-3AC3-41B2-AAC6-C45451DC76EA}"/>
                </a:ext>
              </a:extLst>
            </p:cNvPr>
            <p:cNvSpPr>
              <a:spLocks noChangeShapeType="1"/>
            </p:cNvSpPr>
            <p:nvPr/>
          </p:nvSpPr>
          <p:spPr bwMode="auto">
            <a:xfrm>
              <a:off x="794" y="3340"/>
              <a:ext cx="1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429" name="Line 8">
              <a:extLst>
                <a:ext uri="{FF2B5EF4-FFF2-40B4-BE49-F238E27FC236}">
                  <a16:creationId xmlns:a16="http://schemas.microsoft.com/office/drawing/2014/main" id="{8CBE8715-A136-4618-B447-C67BBEB7FCBE}"/>
                </a:ext>
              </a:extLst>
            </p:cNvPr>
            <p:cNvSpPr>
              <a:spLocks noChangeShapeType="1"/>
            </p:cNvSpPr>
            <p:nvPr/>
          </p:nvSpPr>
          <p:spPr bwMode="auto">
            <a:xfrm>
              <a:off x="1429" y="2932"/>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16430" name="Text Box 9">
              <a:extLst>
                <a:ext uri="{FF2B5EF4-FFF2-40B4-BE49-F238E27FC236}">
                  <a16:creationId xmlns:a16="http://schemas.microsoft.com/office/drawing/2014/main" id="{9341106E-1C8D-4A26-BB2E-3072AAFEC211}"/>
                </a:ext>
              </a:extLst>
            </p:cNvPr>
            <p:cNvSpPr txBox="1">
              <a:spLocks noChangeArrowheads="1"/>
            </p:cNvSpPr>
            <p:nvPr/>
          </p:nvSpPr>
          <p:spPr bwMode="auto">
            <a:xfrm>
              <a:off x="567" y="2799"/>
              <a:ext cx="21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350" b="0">
                  <a:latin typeface="Arial" panose="020B0604020202020204" pitchFamily="34" charset="0"/>
                  <a:ea typeface="新細明體" panose="02020500000000000000" pitchFamily="18" charset="-120"/>
                </a:rPr>
                <a:t>D</a:t>
              </a:r>
              <a:endParaRPr lang="en-AU" altLang="zh-TW" sz="1350" b="0">
                <a:latin typeface="Arial" panose="020B0604020202020204" pitchFamily="34" charset="0"/>
                <a:ea typeface="新細明體" panose="02020500000000000000" pitchFamily="18" charset="-120"/>
              </a:endParaRPr>
            </a:p>
          </p:txBody>
        </p:sp>
        <p:sp>
          <p:nvSpPr>
            <p:cNvPr id="16431" name="Text Box 10">
              <a:extLst>
                <a:ext uri="{FF2B5EF4-FFF2-40B4-BE49-F238E27FC236}">
                  <a16:creationId xmlns:a16="http://schemas.microsoft.com/office/drawing/2014/main" id="{A8609F7D-48CF-44C5-B335-86DA90A76506}"/>
                </a:ext>
              </a:extLst>
            </p:cNvPr>
            <p:cNvSpPr txBox="1">
              <a:spLocks noChangeArrowheads="1"/>
            </p:cNvSpPr>
            <p:nvPr/>
          </p:nvSpPr>
          <p:spPr bwMode="auto">
            <a:xfrm>
              <a:off x="476" y="3207"/>
              <a:ext cx="29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350" b="0">
                  <a:latin typeface="Arial" panose="020B0604020202020204" pitchFamily="34" charset="0"/>
                  <a:ea typeface="新細明體" panose="02020500000000000000" pitchFamily="18" charset="-120"/>
                </a:rPr>
                <a:t>Clk</a:t>
              </a:r>
              <a:endParaRPr lang="en-AU" altLang="zh-TW" sz="1350" b="0">
                <a:latin typeface="Arial" panose="020B0604020202020204" pitchFamily="34" charset="0"/>
                <a:ea typeface="新細明體" panose="02020500000000000000" pitchFamily="18" charset="-120"/>
              </a:endParaRPr>
            </a:p>
          </p:txBody>
        </p:sp>
        <p:sp>
          <p:nvSpPr>
            <p:cNvPr id="16432" name="Text Box 11">
              <a:extLst>
                <a:ext uri="{FF2B5EF4-FFF2-40B4-BE49-F238E27FC236}">
                  <a16:creationId xmlns:a16="http://schemas.microsoft.com/office/drawing/2014/main" id="{0B2B319E-E2A9-411F-93EE-1A1931B5D863}"/>
                </a:ext>
              </a:extLst>
            </p:cNvPr>
            <p:cNvSpPr txBox="1">
              <a:spLocks noChangeArrowheads="1"/>
            </p:cNvSpPr>
            <p:nvPr/>
          </p:nvSpPr>
          <p:spPr bwMode="auto">
            <a:xfrm>
              <a:off x="1565" y="2799"/>
              <a:ext cx="21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350" b="0">
                  <a:latin typeface="Arial" panose="020B0604020202020204" pitchFamily="34" charset="0"/>
                  <a:ea typeface="新細明體" panose="02020500000000000000" pitchFamily="18" charset="-120"/>
                </a:rPr>
                <a:t>Q</a:t>
              </a:r>
              <a:endParaRPr lang="en-AU" altLang="zh-TW" sz="1350" b="0">
                <a:latin typeface="Arial" panose="020B0604020202020204" pitchFamily="34" charset="0"/>
                <a:ea typeface="新細明體" panose="02020500000000000000" pitchFamily="18" charset="-120"/>
              </a:endParaRPr>
            </a:p>
          </p:txBody>
        </p:sp>
        <p:sp>
          <p:nvSpPr>
            <p:cNvPr id="16433" name="Line 12">
              <a:extLst>
                <a:ext uri="{FF2B5EF4-FFF2-40B4-BE49-F238E27FC236}">
                  <a16:creationId xmlns:a16="http://schemas.microsoft.com/office/drawing/2014/main" id="{F8B82CBF-0729-48DD-B5E8-F3BB4F2E4CAD}"/>
                </a:ext>
              </a:extLst>
            </p:cNvPr>
            <p:cNvSpPr>
              <a:spLocks noChangeShapeType="1"/>
            </p:cNvSpPr>
            <p:nvPr/>
          </p:nvSpPr>
          <p:spPr bwMode="auto">
            <a:xfrm>
              <a:off x="930" y="3294"/>
              <a:ext cx="91"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434" name="Line 13">
              <a:extLst>
                <a:ext uri="{FF2B5EF4-FFF2-40B4-BE49-F238E27FC236}">
                  <a16:creationId xmlns:a16="http://schemas.microsoft.com/office/drawing/2014/main" id="{87CC40C0-9CCC-4527-B02B-D35F3535331C}"/>
                </a:ext>
              </a:extLst>
            </p:cNvPr>
            <p:cNvSpPr>
              <a:spLocks noChangeShapeType="1"/>
            </p:cNvSpPr>
            <p:nvPr/>
          </p:nvSpPr>
          <p:spPr bwMode="auto">
            <a:xfrm flipV="1">
              <a:off x="930" y="3340"/>
              <a:ext cx="91"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435" name="Line 14">
              <a:extLst>
                <a:ext uri="{FF2B5EF4-FFF2-40B4-BE49-F238E27FC236}">
                  <a16:creationId xmlns:a16="http://schemas.microsoft.com/office/drawing/2014/main" id="{24EF0156-D29E-4839-B8E7-3EC5BDE3C754}"/>
                </a:ext>
              </a:extLst>
            </p:cNvPr>
            <p:cNvSpPr>
              <a:spLocks noChangeShapeType="1"/>
            </p:cNvSpPr>
            <p:nvPr/>
          </p:nvSpPr>
          <p:spPr bwMode="auto">
            <a:xfrm>
              <a:off x="793" y="3154"/>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16436" name="Text Box 15">
              <a:extLst>
                <a:ext uri="{FF2B5EF4-FFF2-40B4-BE49-F238E27FC236}">
                  <a16:creationId xmlns:a16="http://schemas.microsoft.com/office/drawing/2014/main" id="{68F65D68-4AA1-40DF-BE07-7278794DFA3A}"/>
                </a:ext>
              </a:extLst>
            </p:cNvPr>
            <p:cNvSpPr txBox="1">
              <a:spLocks noChangeArrowheads="1"/>
            </p:cNvSpPr>
            <p:nvPr/>
          </p:nvSpPr>
          <p:spPr bwMode="auto">
            <a:xfrm>
              <a:off x="340" y="3021"/>
              <a:ext cx="39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350" b="0">
                  <a:latin typeface="Arial" panose="020B0604020202020204" pitchFamily="34" charset="0"/>
                  <a:ea typeface="新細明體" panose="02020500000000000000" pitchFamily="18" charset="-120"/>
                </a:rPr>
                <a:t>Write</a:t>
              </a:r>
              <a:endParaRPr lang="en-AU" altLang="zh-TW" sz="1350" b="0">
                <a:latin typeface="Arial" panose="020B0604020202020204" pitchFamily="34" charset="0"/>
                <a:ea typeface="新細明體" panose="02020500000000000000" pitchFamily="18" charset="-120"/>
              </a:endParaRPr>
            </a:p>
          </p:txBody>
        </p:sp>
      </p:grpSp>
      <p:grpSp>
        <p:nvGrpSpPr>
          <p:cNvPr id="16389" name="Group 16">
            <a:extLst>
              <a:ext uri="{FF2B5EF4-FFF2-40B4-BE49-F238E27FC236}">
                <a16:creationId xmlns:a16="http://schemas.microsoft.com/office/drawing/2014/main" id="{985DE06B-93B4-4E8B-B19B-41E128FBA0C8}"/>
              </a:ext>
            </a:extLst>
          </p:cNvPr>
          <p:cNvGrpSpPr>
            <a:grpSpLocks/>
          </p:cNvGrpSpPr>
          <p:nvPr/>
        </p:nvGrpSpPr>
        <p:grpSpPr bwMode="auto">
          <a:xfrm>
            <a:off x="3688480" y="2529733"/>
            <a:ext cx="4380765" cy="1830336"/>
            <a:chOff x="2004" y="2387"/>
            <a:chExt cx="3144" cy="1497"/>
          </a:xfrm>
        </p:grpSpPr>
        <p:sp>
          <p:nvSpPr>
            <p:cNvPr id="16391" name="Line 17">
              <a:extLst>
                <a:ext uri="{FF2B5EF4-FFF2-40B4-BE49-F238E27FC236}">
                  <a16:creationId xmlns:a16="http://schemas.microsoft.com/office/drawing/2014/main" id="{DF502EF2-75A0-4AF0-9373-D0B6090037D1}"/>
                </a:ext>
              </a:extLst>
            </p:cNvPr>
            <p:cNvSpPr>
              <a:spLocks noChangeShapeType="1"/>
            </p:cNvSpPr>
            <p:nvPr/>
          </p:nvSpPr>
          <p:spPr bwMode="auto">
            <a:xfrm>
              <a:off x="2517" y="2840"/>
              <a:ext cx="81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392" name="Line 18">
              <a:extLst>
                <a:ext uri="{FF2B5EF4-FFF2-40B4-BE49-F238E27FC236}">
                  <a16:creationId xmlns:a16="http://schemas.microsoft.com/office/drawing/2014/main" id="{5F4B3C8A-971B-4943-917B-0E382EEE176D}"/>
                </a:ext>
              </a:extLst>
            </p:cNvPr>
            <p:cNvSpPr>
              <a:spLocks noChangeShapeType="1"/>
            </p:cNvSpPr>
            <p:nvPr/>
          </p:nvSpPr>
          <p:spPr bwMode="auto">
            <a:xfrm>
              <a:off x="3334" y="2840"/>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393" name="Line 19">
              <a:extLst>
                <a:ext uri="{FF2B5EF4-FFF2-40B4-BE49-F238E27FC236}">
                  <a16:creationId xmlns:a16="http://schemas.microsoft.com/office/drawing/2014/main" id="{40F26515-185C-4674-A9ED-822FD2F8F0A8}"/>
                </a:ext>
              </a:extLst>
            </p:cNvPr>
            <p:cNvSpPr>
              <a:spLocks noChangeShapeType="1"/>
            </p:cNvSpPr>
            <p:nvPr/>
          </p:nvSpPr>
          <p:spPr bwMode="auto">
            <a:xfrm>
              <a:off x="3334" y="3022"/>
              <a:ext cx="12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394" name="Line 20">
              <a:extLst>
                <a:ext uri="{FF2B5EF4-FFF2-40B4-BE49-F238E27FC236}">
                  <a16:creationId xmlns:a16="http://schemas.microsoft.com/office/drawing/2014/main" id="{310F6DBF-E43B-45A6-AFC9-C415EEC8C9C0}"/>
                </a:ext>
              </a:extLst>
            </p:cNvPr>
            <p:cNvSpPr>
              <a:spLocks noChangeShapeType="1"/>
            </p:cNvSpPr>
            <p:nvPr/>
          </p:nvSpPr>
          <p:spPr bwMode="auto">
            <a:xfrm>
              <a:off x="4558" y="2840"/>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395" name="Line 21">
              <a:extLst>
                <a:ext uri="{FF2B5EF4-FFF2-40B4-BE49-F238E27FC236}">
                  <a16:creationId xmlns:a16="http://schemas.microsoft.com/office/drawing/2014/main" id="{0068C06B-344F-4BA6-98AA-83B817968F0F}"/>
                </a:ext>
              </a:extLst>
            </p:cNvPr>
            <p:cNvSpPr>
              <a:spLocks noChangeShapeType="1"/>
            </p:cNvSpPr>
            <p:nvPr/>
          </p:nvSpPr>
          <p:spPr bwMode="auto">
            <a:xfrm flipV="1">
              <a:off x="4558" y="2840"/>
              <a:ext cx="54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396" name="Line 22">
              <a:extLst>
                <a:ext uri="{FF2B5EF4-FFF2-40B4-BE49-F238E27FC236}">
                  <a16:creationId xmlns:a16="http://schemas.microsoft.com/office/drawing/2014/main" id="{4DEE709D-DACA-48D8-8397-B365440E67EF}"/>
                </a:ext>
              </a:extLst>
            </p:cNvPr>
            <p:cNvSpPr>
              <a:spLocks noChangeShapeType="1"/>
            </p:cNvSpPr>
            <p:nvPr/>
          </p:nvSpPr>
          <p:spPr bwMode="auto">
            <a:xfrm>
              <a:off x="2517" y="3884"/>
              <a:ext cx="263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16397" name="Line 23">
              <a:extLst>
                <a:ext uri="{FF2B5EF4-FFF2-40B4-BE49-F238E27FC236}">
                  <a16:creationId xmlns:a16="http://schemas.microsoft.com/office/drawing/2014/main" id="{5847CC10-8705-4121-AD16-6C5DE78664B9}"/>
                </a:ext>
              </a:extLst>
            </p:cNvPr>
            <p:cNvSpPr>
              <a:spLocks noChangeShapeType="1"/>
            </p:cNvSpPr>
            <p:nvPr/>
          </p:nvSpPr>
          <p:spPr bwMode="auto">
            <a:xfrm flipH="1" flipV="1">
              <a:off x="2503" y="2387"/>
              <a:ext cx="14" cy="14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398" name="Text Box 24">
              <a:extLst>
                <a:ext uri="{FF2B5EF4-FFF2-40B4-BE49-F238E27FC236}">
                  <a16:creationId xmlns:a16="http://schemas.microsoft.com/office/drawing/2014/main" id="{D0877CCD-5C3D-41DF-94F2-2832375F51FC}"/>
                </a:ext>
              </a:extLst>
            </p:cNvPr>
            <p:cNvSpPr txBox="1">
              <a:spLocks noChangeArrowheads="1"/>
            </p:cNvSpPr>
            <p:nvPr/>
          </p:nvSpPr>
          <p:spPr bwMode="auto">
            <a:xfrm>
              <a:off x="2004" y="2844"/>
              <a:ext cx="447"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Write</a:t>
              </a:r>
              <a:endParaRPr lang="en-AU" altLang="zh-TW" sz="1200" b="0">
                <a:latin typeface="Arial" panose="020B0604020202020204" pitchFamily="34" charset="0"/>
                <a:ea typeface="新細明體" panose="02020500000000000000" pitchFamily="18" charset="-120"/>
              </a:endParaRPr>
            </a:p>
          </p:txBody>
        </p:sp>
        <p:sp>
          <p:nvSpPr>
            <p:cNvPr id="16399" name="Text Box 25">
              <a:extLst>
                <a:ext uri="{FF2B5EF4-FFF2-40B4-BE49-F238E27FC236}">
                  <a16:creationId xmlns:a16="http://schemas.microsoft.com/office/drawing/2014/main" id="{90709F7D-547C-4DD8-A7C0-399283C00C7A}"/>
                </a:ext>
              </a:extLst>
            </p:cNvPr>
            <p:cNvSpPr txBox="1">
              <a:spLocks noChangeArrowheads="1"/>
            </p:cNvSpPr>
            <p:nvPr/>
          </p:nvSpPr>
          <p:spPr bwMode="auto">
            <a:xfrm>
              <a:off x="2140" y="3176"/>
              <a:ext cx="244"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D</a:t>
              </a:r>
              <a:endParaRPr lang="en-AU" altLang="zh-TW" sz="1200" b="0">
                <a:latin typeface="Arial" panose="020B0604020202020204" pitchFamily="34" charset="0"/>
                <a:ea typeface="新細明體" panose="02020500000000000000" pitchFamily="18" charset="-120"/>
              </a:endParaRPr>
            </a:p>
          </p:txBody>
        </p:sp>
        <p:sp>
          <p:nvSpPr>
            <p:cNvPr id="16400" name="Text Box 26">
              <a:extLst>
                <a:ext uri="{FF2B5EF4-FFF2-40B4-BE49-F238E27FC236}">
                  <a16:creationId xmlns:a16="http://schemas.microsoft.com/office/drawing/2014/main" id="{DE560DB6-7ABA-4317-BB0A-B3E0F526B7C1}"/>
                </a:ext>
              </a:extLst>
            </p:cNvPr>
            <p:cNvSpPr txBox="1">
              <a:spLocks noChangeArrowheads="1"/>
            </p:cNvSpPr>
            <p:nvPr/>
          </p:nvSpPr>
          <p:spPr bwMode="auto">
            <a:xfrm>
              <a:off x="2140" y="3524"/>
              <a:ext cx="252"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Q</a:t>
              </a:r>
              <a:endParaRPr lang="en-AU" altLang="zh-TW" sz="1200" b="0">
                <a:latin typeface="Arial" panose="020B0604020202020204" pitchFamily="34" charset="0"/>
                <a:ea typeface="新細明體" panose="02020500000000000000" pitchFamily="18" charset="-120"/>
              </a:endParaRPr>
            </a:p>
          </p:txBody>
        </p:sp>
        <p:sp>
          <p:nvSpPr>
            <p:cNvPr id="16401" name="Freeform 27">
              <a:extLst>
                <a:ext uri="{FF2B5EF4-FFF2-40B4-BE49-F238E27FC236}">
                  <a16:creationId xmlns:a16="http://schemas.microsoft.com/office/drawing/2014/main" id="{5075B2B4-E2F3-48F2-AFF9-DAE71CFEB11D}"/>
                </a:ext>
              </a:extLst>
            </p:cNvPr>
            <p:cNvSpPr>
              <a:spLocks/>
            </p:cNvSpPr>
            <p:nvPr/>
          </p:nvSpPr>
          <p:spPr bwMode="auto">
            <a:xfrm>
              <a:off x="2517" y="3203"/>
              <a:ext cx="635" cy="182"/>
            </a:xfrm>
            <a:custGeom>
              <a:avLst/>
              <a:gdLst>
                <a:gd name="T0" fmla="*/ 0 w 635"/>
                <a:gd name="T1" fmla="*/ 0 h 182"/>
                <a:gd name="T2" fmla="*/ 590 w 635"/>
                <a:gd name="T3" fmla="*/ 0 h 182"/>
                <a:gd name="T4" fmla="*/ 635 w 635"/>
                <a:gd name="T5" fmla="*/ 91 h 182"/>
                <a:gd name="T6" fmla="*/ 590 w 635"/>
                <a:gd name="T7" fmla="*/ 182 h 182"/>
                <a:gd name="T8" fmla="*/ 0 w 635"/>
                <a:gd name="T9" fmla="*/ 182 h 182"/>
                <a:gd name="T10" fmla="*/ 0 60000 65536"/>
                <a:gd name="T11" fmla="*/ 0 60000 65536"/>
                <a:gd name="T12" fmla="*/ 0 60000 65536"/>
                <a:gd name="T13" fmla="*/ 0 60000 65536"/>
                <a:gd name="T14" fmla="*/ 0 60000 65536"/>
                <a:gd name="T15" fmla="*/ 0 w 635"/>
                <a:gd name="T16" fmla="*/ 0 h 182"/>
                <a:gd name="T17" fmla="*/ 635 w 635"/>
                <a:gd name="T18" fmla="*/ 182 h 182"/>
              </a:gdLst>
              <a:ahLst/>
              <a:cxnLst>
                <a:cxn ang="T10">
                  <a:pos x="T0" y="T1"/>
                </a:cxn>
                <a:cxn ang="T11">
                  <a:pos x="T2" y="T3"/>
                </a:cxn>
                <a:cxn ang="T12">
                  <a:pos x="T4" y="T5"/>
                </a:cxn>
                <a:cxn ang="T13">
                  <a:pos x="T6" y="T7"/>
                </a:cxn>
                <a:cxn ang="T14">
                  <a:pos x="T8" y="T9"/>
                </a:cxn>
              </a:cxnLst>
              <a:rect l="T15" t="T16" r="T17" b="T18"/>
              <a:pathLst>
                <a:path w="635" h="182">
                  <a:moveTo>
                    <a:pt x="0" y="0"/>
                  </a:moveTo>
                  <a:lnTo>
                    <a:pt x="590" y="0"/>
                  </a:lnTo>
                  <a:lnTo>
                    <a:pt x="635" y="91"/>
                  </a:lnTo>
                  <a:lnTo>
                    <a:pt x="590" y="182"/>
                  </a:lnTo>
                  <a:lnTo>
                    <a:pt x="0" y="182"/>
                  </a:lnTo>
                </a:path>
              </a:pathLst>
            </a:custGeom>
            <a:solidFill>
              <a:schemeClr val="accent1"/>
            </a:solidFill>
            <a:ln w="9525">
              <a:solidFill>
                <a:schemeClr val="tx1"/>
              </a:solidFill>
              <a:round/>
              <a:headEnd/>
              <a:tailEnd/>
            </a:ln>
          </p:spPr>
          <p:txBody>
            <a:bodyPr/>
            <a:lstStyle/>
            <a:p>
              <a:endParaRPr lang="zh-CN" altLang="en-US" sz="1350"/>
            </a:p>
          </p:txBody>
        </p:sp>
        <p:sp>
          <p:nvSpPr>
            <p:cNvPr id="16402" name="Freeform 28">
              <a:extLst>
                <a:ext uri="{FF2B5EF4-FFF2-40B4-BE49-F238E27FC236}">
                  <a16:creationId xmlns:a16="http://schemas.microsoft.com/office/drawing/2014/main" id="{83CCF090-E9C6-4564-B908-F8CC8C70EFE9}"/>
                </a:ext>
              </a:extLst>
            </p:cNvPr>
            <p:cNvSpPr>
              <a:spLocks/>
            </p:cNvSpPr>
            <p:nvPr/>
          </p:nvSpPr>
          <p:spPr bwMode="auto">
            <a:xfrm>
              <a:off x="3152" y="3203"/>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accent1"/>
            </a:solidFill>
            <a:ln w="9525">
              <a:solidFill>
                <a:schemeClr val="tx1"/>
              </a:solidFill>
              <a:round/>
              <a:headEnd/>
              <a:tailEnd/>
            </a:ln>
          </p:spPr>
          <p:txBody>
            <a:bodyPr/>
            <a:lstStyle/>
            <a:p>
              <a:endParaRPr lang="zh-CN" altLang="en-US" sz="1350"/>
            </a:p>
          </p:txBody>
        </p:sp>
        <p:sp>
          <p:nvSpPr>
            <p:cNvPr id="16403" name="Freeform 29">
              <a:extLst>
                <a:ext uri="{FF2B5EF4-FFF2-40B4-BE49-F238E27FC236}">
                  <a16:creationId xmlns:a16="http://schemas.microsoft.com/office/drawing/2014/main" id="{64A6583D-B874-4492-AFCF-A867D8FF8D3E}"/>
                </a:ext>
              </a:extLst>
            </p:cNvPr>
            <p:cNvSpPr>
              <a:spLocks/>
            </p:cNvSpPr>
            <p:nvPr/>
          </p:nvSpPr>
          <p:spPr bwMode="auto">
            <a:xfrm>
              <a:off x="2517" y="3567"/>
              <a:ext cx="272" cy="181"/>
            </a:xfrm>
            <a:custGeom>
              <a:avLst/>
              <a:gdLst>
                <a:gd name="T0" fmla="*/ 0 w 272"/>
                <a:gd name="T1" fmla="*/ 0 h 181"/>
                <a:gd name="T2" fmla="*/ 227 w 272"/>
                <a:gd name="T3" fmla="*/ 0 h 181"/>
                <a:gd name="T4" fmla="*/ 272 w 272"/>
                <a:gd name="T5" fmla="*/ 90 h 181"/>
                <a:gd name="T6" fmla="*/ 227 w 272"/>
                <a:gd name="T7" fmla="*/ 181 h 181"/>
                <a:gd name="T8" fmla="*/ 0 w 272"/>
                <a:gd name="T9" fmla="*/ 181 h 181"/>
                <a:gd name="T10" fmla="*/ 0 60000 65536"/>
                <a:gd name="T11" fmla="*/ 0 60000 65536"/>
                <a:gd name="T12" fmla="*/ 0 60000 65536"/>
                <a:gd name="T13" fmla="*/ 0 60000 65536"/>
                <a:gd name="T14" fmla="*/ 0 60000 65536"/>
                <a:gd name="T15" fmla="*/ 0 w 272"/>
                <a:gd name="T16" fmla="*/ 0 h 181"/>
                <a:gd name="T17" fmla="*/ 272 w 272"/>
                <a:gd name="T18" fmla="*/ 181 h 181"/>
              </a:gdLst>
              <a:ahLst/>
              <a:cxnLst>
                <a:cxn ang="T10">
                  <a:pos x="T0" y="T1"/>
                </a:cxn>
                <a:cxn ang="T11">
                  <a:pos x="T2" y="T3"/>
                </a:cxn>
                <a:cxn ang="T12">
                  <a:pos x="T4" y="T5"/>
                </a:cxn>
                <a:cxn ang="T13">
                  <a:pos x="T6" y="T7"/>
                </a:cxn>
                <a:cxn ang="T14">
                  <a:pos x="T8" y="T9"/>
                </a:cxn>
              </a:cxnLst>
              <a:rect l="T15" t="T16" r="T17" b="T18"/>
              <a:pathLst>
                <a:path w="272" h="181">
                  <a:moveTo>
                    <a:pt x="0" y="0"/>
                  </a:moveTo>
                  <a:lnTo>
                    <a:pt x="227" y="0"/>
                  </a:lnTo>
                  <a:lnTo>
                    <a:pt x="272" y="90"/>
                  </a:lnTo>
                  <a:lnTo>
                    <a:pt x="227" y="181"/>
                  </a:lnTo>
                  <a:lnTo>
                    <a:pt x="0" y="181"/>
                  </a:lnTo>
                </a:path>
              </a:pathLst>
            </a:custGeom>
            <a:solidFill>
              <a:schemeClr val="hlink"/>
            </a:solidFill>
            <a:ln w="9525">
              <a:solidFill>
                <a:schemeClr val="tx1"/>
              </a:solidFill>
              <a:round/>
              <a:headEnd/>
              <a:tailEnd/>
            </a:ln>
          </p:spPr>
          <p:txBody>
            <a:bodyPr/>
            <a:lstStyle/>
            <a:p>
              <a:endParaRPr lang="zh-CN" altLang="en-US" sz="1350"/>
            </a:p>
          </p:txBody>
        </p:sp>
        <p:sp>
          <p:nvSpPr>
            <p:cNvPr id="16404" name="Freeform 30">
              <a:extLst>
                <a:ext uri="{FF2B5EF4-FFF2-40B4-BE49-F238E27FC236}">
                  <a16:creationId xmlns:a16="http://schemas.microsoft.com/office/drawing/2014/main" id="{81A801D9-FAA0-447C-A3A5-CA0EED8D5310}"/>
                </a:ext>
              </a:extLst>
            </p:cNvPr>
            <p:cNvSpPr>
              <a:spLocks/>
            </p:cNvSpPr>
            <p:nvPr/>
          </p:nvSpPr>
          <p:spPr bwMode="auto">
            <a:xfrm>
              <a:off x="2698" y="3294"/>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127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16405" name="Freeform 31">
              <a:extLst>
                <a:ext uri="{FF2B5EF4-FFF2-40B4-BE49-F238E27FC236}">
                  <a16:creationId xmlns:a16="http://schemas.microsoft.com/office/drawing/2014/main" id="{261F2A27-B2D2-4EEE-8C4F-E4C5C1273CD0}"/>
                </a:ext>
              </a:extLst>
            </p:cNvPr>
            <p:cNvSpPr>
              <a:spLocks/>
            </p:cNvSpPr>
            <p:nvPr/>
          </p:nvSpPr>
          <p:spPr bwMode="auto">
            <a:xfrm>
              <a:off x="2699" y="2840"/>
              <a:ext cx="157" cy="688"/>
            </a:xfrm>
            <a:custGeom>
              <a:avLst/>
              <a:gdLst>
                <a:gd name="T0" fmla="*/ 0 w 157"/>
                <a:gd name="T1" fmla="*/ 0 h 688"/>
                <a:gd name="T2" fmla="*/ 45 w 157"/>
                <a:gd name="T3" fmla="*/ 190 h 688"/>
                <a:gd name="T4" fmla="*/ 137 w 157"/>
                <a:gd name="T5" fmla="*/ 158 h 688"/>
                <a:gd name="T6" fmla="*/ 157 w 157"/>
                <a:gd name="T7" fmla="*/ 688 h 688"/>
                <a:gd name="T8" fmla="*/ 0 60000 65536"/>
                <a:gd name="T9" fmla="*/ 0 60000 65536"/>
                <a:gd name="T10" fmla="*/ 0 60000 65536"/>
                <a:gd name="T11" fmla="*/ 0 60000 65536"/>
                <a:gd name="T12" fmla="*/ 0 w 157"/>
                <a:gd name="T13" fmla="*/ 0 h 688"/>
                <a:gd name="T14" fmla="*/ 157 w 157"/>
                <a:gd name="T15" fmla="*/ 688 h 688"/>
              </a:gdLst>
              <a:ahLst/>
              <a:cxnLst>
                <a:cxn ang="T8">
                  <a:pos x="T0" y="T1"/>
                </a:cxn>
                <a:cxn ang="T9">
                  <a:pos x="T2" y="T3"/>
                </a:cxn>
                <a:cxn ang="T10">
                  <a:pos x="T4" y="T5"/>
                </a:cxn>
                <a:cxn ang="T11">
                  <a:pos x="T6" y="T7"/>
                </a:cxn>
              </a:cxnLst>
              <a:rect l="T12" t="T13" r="T14" b="T15"/>
              <a:pathLst>
                <a:path w="157" h="688">
                  <a:moveTo>
                    <a:pt x="0" y="0"/>
                  </a:moveTo>
                  <a:cubicBezTo>
                    <a:pt x="7" y="32"/>
                    <a:pt x="22" y="164"/>
                    <a:pt x="45" y="190"/>
                  </a:cubicBezTo>
                  <a:cubicBezTo>
                    <a:pt x="68" y="216"/>
                    <a:pt x="118" y="75"/>
                    <a:pt x="137" y="158"/>
                  </a:cubicBezTo>
                  <a:cubicBezTo>
                    <a:pt x="156" y="241"/>
                    <a:pt x="153" y="578"/>
                    <a:pt x="157" y="688"/>
                  </a:cubicBezTo>
                </a:path>
              </a:pathLst>
            </a:cu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16406" name="Freeform 32">
              <a:extLst>
                <a:ext uri="{FF2B5EF4-FFF2-40B4-BE49-F238E27FC236}">
                  <a16:creationId xmlns:a16="http://schemas.microsoft.com/office/drawing/2014/main" id="{C443BFA4-4D92-46F6-B0B5-53186FB0F794}"/>
                </a:ext>
              </a:extLst>
            </p:cNvPr>
            <p:cNvSpPr>
              <a:spLocks/>
            </p:cNvSpPr>
            <p:nvPr/>
          </p:nvSpPr>
          <p:spPr bwMode="auto">
            <a:xfrm>
              <a:off x="4966" y="3566"/>
              <a:ext cx="136" cy="182"/>
            </a:xfrm>
            <a:custGeom>
              <a:avLst/>
              <a:gdLst>
                <a:gd name="T0" fmla="*/ 136 w 136"/>
                <a:gd name="T1" fmla="*/ 0 h 182"/>
                <a:gd name="T2" fmla="*/ 45 w 136"/>
                <a:gd name="T3" fmla="*/ 0 h 182"/>
                <a:gd name="T4" fmla="*/ 0 w 136"/>
                <a:gd name="T5" fmla="*/ 91 h 182"/>
                <a:gd name="T6" fmla="*/ 45 w 136"/>
                <a:gd name="T7" fmla="*/ 182 h 182"/>
                <a:gd name="T8" fmla="*/ 136 w 136"/>
                <a:gd name="T9" fmla="*/ 182 h 182"/>
                <a:gd name="T10" fmla="*/ 0 60000 65536"/>
                <a:gd name="T11" fmla="*/ 0 60000 65536"/>
                <a:gd name="T12" fmla="*/ 0 60000 65536"/>
                <a:gd name="T13" fmla="*/ 0 60000 65536"/>
                <a:gd name="T14" fmla="*/ 0 60000 65536"/>
                <a:gd name="T15" fmla="*/ 0 w 136"/>
                <a:gd name="T16" fmla="*/ 0 h 182"/>
                <a:gd name="T17" fmla="*/ 136 w 136"/>
                <a:gd name="T18" fmla="*/ 182 h 182"/>
              </a:gdLst>
              <a:ahLst/>
              <a:cxnLst>
                <a:cxn ang="T10">
                  <a:pos x="T0" y="T1"/>
                </a:cxn>
                <a:cxn ang="T11">
                  <a:pos x="T2" y="T3"/>
                </a:cxn>
                <a:cxn ang="T12">
                  <a:pos x="T4" y="T5"/>
                </a:cxn>
                <a:cxn ang="T13">
                  <a:pos x="T6" y="T7"/>
                </a:cxn>
                <a:cxn ang="T14">
                  <a:pos x="T8" y="T9"/>
                </a:cxn>
              </a:cxnLst>
              <a:rect l="T15" t="T16" r="T17" b="T18"/>
              <a:pathLst>
                <a:path w="136" h="182">
                  <a:moveTo>
                    <a:pt x="136" y="0"/>
                  </a:moveTo>
                  <a:lnTo>
                    <a:pt x="45" y="0"/>
                  </a:lnTo>
                  <a:lnTo>
                    <a:pt x="0" y="91"/>
                  </a:lnTo>
                  <a:lnTo>
                    <a:pt x="45" y="182"/>
                  </a:lnTo>
                  <a:lnTo>
                    <a:pt x="136" y="182"/>
                  </a:lnTo>
                </a:path>
              </a:pathLst>
            </a:custGeom>
            <a:solidFill>
              <a:schemeClr val="hlink"/>
            </a:solidFill>
            <a:ln w="9525">
              <a:solidFill>
                <a:schemeClr val="tx1"/>
              </a:solidFill>
              <a:round/>
              <a:headEnd/>
              <a:tailEnd/>
            </a:ln>
          </p:spPr>
          <p:txBody>
            <a:bodyPr/>
            <a:lstStyle/>
            <a:p>
              <a:endParaRPr lang="zh-CN" altLang="en-US" sz="1350"/>
            </a:p>
          </p:txBody>
        </p:sp>
        <p:sp>
          <p:nvSpPr>
            <p:cNvPr id="16407" name="Freeform 33">
              <a:extLst>
                <a:ext uri="{FF2B5EF4-FFF2-40B4-BE49-F238E27FC236}">
                  <a16:creationId xmlns:a16="http://schemas.microsoft.com/office/drawing/2014/main" id="{4F77CB53-470E-4C35-A6C5-73D90BB3C281}"/>
                </a:ext>
              </a:extLst>
            </p:cNvPr>
            <p:cNvSpPr>
              <a:spLocks/>
            </p:cNvSpPr>
            <p:nvPr/>
          </p:nvSpPr>
          <p:spPr bwMode="auto">
            <a:xfrm>
              <a:off x="4241" y="3203"/>
              <a:ext cx="862" cy="182"/>
            </a:xfrm>
            <a:custGeom>
              <a:avLst/>
              <a:gdLst>
                <a:gd name="T0" fmla="*/ 862 w 862"/>
                <a:gd name="T1" fmla="*/ 0 h 182"/>
                <a:gd name="T2" fmla="*/ 46 w 862"/>
                <a:gd name="T3" fmla="*/ 0 h 182"/>
                <a:gd name="T4" fmla="*/ 0 w 862"/>
                <a:gd name="T5" fmla="*/ 91 h 182"/>
                <a:gd name="T6" fmla="*/ 46 w 862"/>
                <a:gd name="T7" fmla="*/ 182 h 182"/>
                <a:gd name="T8" fmla="*/ 862 w 862"/>
                <a:gd name="T9" fmla="*/ 182 h 182"/>
                <a:gd name="T10" fmla="*/ 0 60000 65536"/>
                <a:gd name="T11" fmla="*/ 0 60000 65536"/>
                <a:gd name="T12" fmla="*/ 0 60000 65536"/>
                <a:gd name="T13" fmla="*/ 0 60000 65536"/>
                <a:gd name="T14" fmla="*/ 0 60000 65536"/>
                <a:gd name="T15" fmla="*/ 0 w 862"/>
                <a:gd name="T16" fmla="*/ 0 h 182"/>
                <a:gd name="T17" fmla="*/ 862 w 862"/>
                <a:gd name="T18" fmla="*/ 182 h 182"/>
              </a:gdLst>
              <a:ahLst/>
              <a:cxnLst>
                <a:cxn ang="T10">
                  <a:pos x="T0" y="T1"/>
                </a:cxn>
                <a:cxn ang="T11">
                  <a:pos x="T2" y="T3"/>
                </a:cxn>
                <a:cxn ang="T12">
                  <a:pos x="T4" y="T5"/>
                </a:cxn>
                <a:cxn ang="T13">
                  <a:pos x="T6" y="T7"/>
                </a:cxn>
                <a:cxn ang="T14">
                  <a:pos x="T8" y="T9"/>
                </a:cxn>
              </a:cxnLst>
              <a:rect l="T15" t="T16" r="T17" b="T18"/>
              <a:pathLst>
                <a:path w="862" h="182">
                  <a:moveTo>
                    <a:pt x="862" y="0"/>
                  </a:moveTo>
                  <a:lnTo>
                    <a:pt x="46" y="0"/>
                  </a:lnTo>
                  <a:lnTo>
                    <a:pt x="0" y="91"/>
                  </a:lnTo>
                  <a:lnTo>
                    <a:pt x="46" y="182"/>
                  </a:lnTo>
                  <a:lnTo>
                    <a:pt x="862" y="182"/>
                  </a:lnTo>
                </a:path>
              </a:pathLst>
            </a:custGeom>
            <a:solidFill>
              <a:schemeClr val="accent1"/>
            </a:solidFill>
            <a:ln w="9525">
              <a:solidFill>
                <a:schemeClr val="tx1"/>
              </a:solidFill>
              <a:round/>
              <a:headEnd/>
              <a:tailEnd/>
            </a:ln>
          </p:spPr>
          <p:txBody>
            <a:bodyPr/>
            <a:lstStyle/>
            <a:p>
              <a:endParaRPr lang="zh-CN" altLang="en-US" sz="1350"/>
            </a:p>
          </p:txBody>
        </p:sp>
        <p:sp>
          <p:nvSpPr>
            <p:cNvPr id="16408" name="Line 34">
              <a:extLst>
                <a:ext uri="{FF2B5EF4-FFF2-40B4-BE49-F238E27FC236}">
                  <a16:creationId xmlns:a16="http://schemas.microsoft.com/office/drawing/2014/main" id="{0C23B0C8-B599-4A69-A87E-791CDCE18C69}"/>
                </a:ext>
              </a:extLst>
            </p:cNvPr>
            <p:cNvSpPr>
              <a:spLocks noChangeShapeType="1"/>
            </p:cNvSpPr>
            <p:nvPr/>
          </p:nvSpPr>
          <p:spPr bwMode="auto">
            <a:xfrm>
              <a:off x="2698" y="2478"/>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409" name="Line 35">
              <a:extLst>
                <a:ext uri="{FF2B5EF4-FFF2-40B4-BE49-F238E27FC236}">
                  <a16:creationId xmlns:a16="http://schemas.microsoft.com/office/drawing/2014/main" id="{C1B3B984-9D52-4123-A6B7-E4A727ED55EC}"/>
                </a:ext>
              </a:extLst>
            </p:cNvPr>
            <p:cNvSpPr>
              <a:spLocks noChangeShapeType="1"/>
            </p:cNvSpPr>
            <p:nvPr/>
          </p:nvSpPr>
          <p:spPr bwMode="auto">
            <a:xfrm>
              <a:off x="2698" y="2478"/>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410" name="Line 36">
              <a:extLst>
                <a:ext uri="{FF2B5EF4-FFF2-40B4-BE49-F238E27FC236}">
                  <a16:creationId xmlns:a16="http://schemas.microsoft.com/office/drawing/2014/main" id="{8E3B34EB-44E5-40AD-8341-29EB0976A6FD}"/>
                </a:ext>
              </a:extLst>
            </p:cNvPr>
            <p:cNvSpPr>
              <a:spLocks noChangeShapeType="1"/>
            </p:cNvSpPr>
            <p:nvPr/>
          </p:nvSpPr>
          <p:spPr bwMode="auto">
            <a:xfrm>
              <a:off x="3242" y="2478"/>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411" name="Line 37">
              <a:extLst>
                <a:ext uri="{FF2B5EF4-FFF2-40B4-BE49-F238E27FC236}">
                  <a16:creationId xmlns:a16="http://schemas.microsoft.com/office/drawing/2014/main" id="{B5EA05C2-775F-47C7-A976-932B778A6C73}"/>
                </a:ext>
              </a:extLst>
            </p:cNvPr>
            <p:cNvSpPr>
              <a:spLocks noChangeShapeType="1"/>
            </p:cNvSpPr>
            <p:nvPr/>
          </p:nvSpPr>
          <p:spPr bwMode="auto">
            <a:xfrm>
              <a:off x="3242" y="2659"/>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412" name="Line 38">
              <a:extLst>
                <a:ext uri="{FF2B5EF4-FFF2-40B4-BE49-F238E27FC236}">
                  <a16:creationId xmlns:a16="http://schemas.microsoft.com/office/drawing/2014/main" id="{E3CB1A41-A9DA-4BDF-9143-0FB733E6EA59}"/>
                </a:ext>
              </a:extLst>
            </p:cNvPr>
            <p:cNvSpPr>
              <a:spLocks noChangeShapeType="1"/>
            </p:cNvSpPr>
            <p:nvPr/>
          </p:nvSpPr>
          <p:spPr bwMode="auto">
            <a:xfrm>
              <a:off x="2517" y="2659"/>
              <a:ext cx="18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413" name="Line 39">
              <a:extLst>
                <a:ext uri="{FF2B5EF4-FFF2-40B4-BE49-F238E27FC236}">
                  <a16:creationId xmlns:a16="http://schemas.microsoft.com/office/drawing/2014/main" id="{F0EE9B00-5FEF-43DF-BF7C-8CA7A2445EB6}"/>
                </a:ext>
              </a:extLst>
            </p:cNvPr>
            <p:cNvSpPr>
              <a:spLocks noChangeShapeType="1"/>
            </p:cNvSpPr>
            <p:nvPr/>
          </p:nvSpPr>
          <p:spPr bwMode="auto">
            <a:xfrm>
              <a:off x="3787" y="2478"/>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414" name="Line 40">
              <a:extLst>
                <a:ext uri="{FF2B5EF4-FFF2-40B4-BE49-F238E27FC236}">
                  <a16:creationId xmlns:a16="http://schemas.microsoft.com/office/drawing/2014/main" id="{72C70812-53DD-4395-A490-5C035EC27B13}"/>
                </a:ext>
              </a:extLst>
            </p:cNvPr>
            <p:cNvSpPr>
              <a:spLocks noChangeShapeType="1"/>
            </p:cNvSpPr>
            <p:nvPr/>
          </p:nvSpPr>
          <p:spPr bwMode="auto">
            <a:xfrm>
              <a:off x="3787" y="2478"/>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415" name="Line 41">
              <a:extLst>
                <a:ext uri="{FF2B5EF4-FFF2-40B4-BE49-F238E27FC236}">
                  <a16:creationId xmlns:a16="http://schemas.microsoft.com/office/drawing/2014/main" id="{34DF54D7-4E12-4CE6-9274-45D3807F88C7}"/>
                </a:ext>
              </a:extLst>
            </p:cNvPr>
            <p:cNvSpPr>
              <a:spLocks noChangeShapeType="1"/>
            </p:cNvSpPr>
            <p:nvPr/>
          </p:nvSpPr>
          <p:spPr bwMode="auto">
            <a:xfrm>
              <a:off x="4331" y="2478"/>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416" name="Line 42">
              <a:extLst>
                <a:ext uri="{FF2B5EF4-FFF2-40B4-BE49-F238E27FC236}">
                  <a16:creationId xmlns:a16="http://schemas.microsoft.com/office/drawing/2014/main" id="{97C26550-7D49-4CF5-966D-6D36072A76C5}"/>
                </a:ext>
              </a:extLst>
            </p:cNvPr>
            <p:cNvSpPr>
              <a:spLocks noChangeShapeType="1"/>
            </p:cNvSpPr>
            <p:nvPr/>
          </p:nvSpPr>
          <p:spPr bwMode="auto">
            <a:xfrm>
              <a:off x="4331" y="2659"/>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417" name="Line 43">
              <a:extLst>
                <a:ext uri="{FF2B5EF4-FFF2-40B4-BE49-F238E27FC236}">
                  <a16:creationId xmlns:a16="http://schemas.microsoft.com/office/drawing/2014/main" id="{6CEF6E17-C514-42DE-946F-C79A7ECC79DF}"/>
                </a:ext>
              </a:extLst>
            </p:cNvPr>
            <p:cNvSpPr>
              <a:spLocks noChangeShapeType="1"/>
            </p:cNvSpPr>
            <p:nvPr/>
          </p:nvSpPr>
          <p:spPr bwMode="auto">
            <a:xfrm>
              <a:off x="4875" y="2478"/>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418" name="Line 44">
              <a:extLst>
                <a:ext uri="{FF2B5EF4-FFF2-40B4-BE49-F238E27FC236}">
                  <a16:creationId xmlns:a16="http://schemas.microsoft.com/office/drawing/2014/main" id="{40C72E85-2D9E-4BF6-8622-89073CC1A906}"/>
                </a:ext>
              </a:extLst>
            </p:cNvPr>
            <p:cNvSpPr>
              <a:spLocks noChangeShapeType="1"/>
            </p:cNvSpPr>
            <p:nvPr/>
          </p:nvSpPr>
          <p:spPr bwMode="auto">
            <a:xfrm flipV="1">
              <a:off x="4876" y="2477"/>
              <a:ext cx="227"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419" name="Text Box 45">
              <a:extLst>
                <a:ext uri="{FF2B5EF4-FFF2-40B4-BE49-F238E27FC236}">
                  <a16:creationId xmlns:a16="http://schemas.microsoft.com/office/drawing/2014/main" id="{F1D54B1B-2C49-4DA2-BB7D-14FD76CC981B}"/>
                </a:ext>
              </a:extLst>
            </p:cNvPr>
            <p:cNvSpPr txBox="1">
              <a:spLocks noChangeArrowheads="1"/>
            </p:cNvSpPr>
            <p:nvPr/>
          </p:nvSpPr>
          <p:spPr bwMode="auto">
            <a:xfrm>
              <a:off x="2140" y="2481"/>
              <a:ext cx="336"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Clk</a:t>
              </a:r>
              <a:endParaRPr lang="en-AU" altLang="zh-TW" sz="1200" b="0">
                <a:latin typeface="Arial" panose="020B0604020202020204" pitchFamily="34" charset="0"/>
                <a:ea typeface="新細明體" panose="02020500000000000000" pitchFamily="18" charset="-120"/>
              </a:endParaRPr>
            </a:p>
          </p:txBody>
        </p:sp>
        <p:sp>
          <p:nvSpPr>
            <p:cNvPr id="16420" name="Freeform 46">
              <a:extLst>
                <a:ext uri="{FF2B5EF4-FFF2-40B4-BE49-F238E27FC236}">
                  <a16:creationId xmlns:a16="http://schemas.microsoft.com/office/drawing/2014/main" id="{9BDA0E84-55DB-476E-A85C-D4822255000B}"/>
                </a:ext>
              </a:extLst>
            </p:cNvPr>
            <p:cNvSpPr>
              <a:spLocks/>
            </p:cNvSpPr>
            <p:nvPr/>
          </p:nvSpPr>
          <p:spPr bwMode="auto">
            <a:xfrm>
              <a:off x="2789" y="3566"/>
              <a:ext cx="2178" cy="182"/>
            </a:xfrm>
            <a:custGeom>
              <a:avLst/>
              <a:gdLst>
                <a:gd name="T0" fmla="*/ 0 w 2178"/>
                <a:gd name="T1" fmla="*/ 91 h 182"/>
                <a:gd name="T2" fmla="*/ 46 w 2178"/>
                <a:gd name="T3" fmla="*/ 0 h 182"/>
                <a:gd name="T4" fmla="*/ 2132 w 2178"/>
                <a:gd name="T5" fmla="*/ 0 h 182"/>
                <a:gd name="T6" fmla="*/ 2178 w 2178"/>
                <a:gd name="T7" fmla="*/ 91 h 182"/>
                <a:gd name="T8" fmla="*/ 2132 w 2178"/>
                <a:gd name="T9" fmla="*/ 182 h 182"/>
                <a:gd name="T10" fmla="*/ 46 w 2178"/>
                <a:gd name="T11" fmla="*/ 182 h 182"/>
                <a:gd name="T12" fmla="*/ 0 w 2178"/>
                <a:gd name="T13" fmla="*/ 91 h 182"/>
                <a:gd name="T14" fmla="*/ 0 60000 65536"/>
                <a:gd name="T15" fmla="*/ 0 60000 65536"/>
                <a:gd name="T16" fmla="*/ 0 60000 65536"/>
                <a:gd name="T17" fmla="*/ 0 60000 65536"/>
                <a:gd name="T18" fmla="*/ 0 60000 65536"/>
                <a:gd name="T19" fmla="*/ 0 60000 65536"/>
                <a:gd name="T20" fmla="*/ 0 60000 65536"/>
                <a:gd name="T21" fmla="*/ 0 w 2178"/>
                <a:gd name="T22" fmla="*/ 0 h 182"/>
                <a:gd name="T23" fmla="*/ 2178 w 2178"/>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78" h="182">
                  <a:moveTo>
                    <a:pt x="0" y="91"/>
                  </a:moveTo>
                  <a:lnTo>
                    <a:pt x="46" y="0"/>
                  </a:lnTo>
                  <a:lnTo>
                    <a:pt x="2132" y="0"/>
                  </a:lnTo>
                  <a:lnTo>
                    <a:pt x="2178" y="91"/>
                  </a:lnTo>
                  <a:lnTo>
                    <a:pt x="2132" y="182"/>
                  </a:lnTo>
                  <a:lnTo>
                    <a:pt x="46" y="182"/>
                  </a:lnTo>
                  <a:lnTo>
                    <a:pt x="0" y="91"/>
                  </a:lnTo>
                  <a:close/>
                </a:path>
              </a:pathLst>
            </a:custGeom>
            <a:solidFill>
              <a:schemeClr val="hlink"/>
            </a:solidFill>
            <a:ln w="9525">
              <a:solidFill>
                <a:schemeClr val="tx1"/>
              </a:solidFill>
              <a:round/>
              <a:headEnd/>
              <a:tailEnd/>
            </a:ln>
          </p:spPr>
          <p:txBody>
            <a:bodyPr/>
            <a:lstStyle/>
            <a:p>
              <a:endParaRPr lang="zh-CN" altLang="en-US" sz="1350"/>
            </a:p>
          </p:txBody>
        </p:sp>
        <p:sp>
          <p:nvSpPr>
            <p:cNvPr id="16421" name="Freeform 47">
              <a:extLst>
                <a:ext uri="{FF2B5EF4-FFF2-40B4-BE49-F238E27FC236}">
                  <a16:creationId xmlns:a16="http://schemas.microsoft.com/office/drawing/2014/main" id="{120DEC9F-B077-441D-860A-A9E01AFF4605}"/>
                </a:ext>
              </a:extLst>
            </p:cNvPr>
            <p:cNvSpPr>
              <a:spLocks/>
            </p:cNvSpPr>
            <p:nvPr/>
          </p:nvSpPr>
          <p:spPr bwMode="auto">
            <a:xfrm>
              <a:off x="4875" y="3294"/>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127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16422" name="Freeform 48">
              <a:extLst>
                <a:ext uri="{FF2B5EF4-FFF2-40B4-BE49-F238E27FC236}">
                  <a16:creationId xmlns:a16="http://schemas.microsoft.com/office/drawing/2014/main" id="{65CB0828-C922-4A27-B910-FADA63E97056}"/>
                </a:ext>
              </a:extLst>
            </p:cNvPr>
            <p:cNvSpPr>
              <a:spLocks/>
            </p:cNvSpPr>
            <p:nvPr/>
          </p:nvSpPr>
          <p:spPr bwMode="auto">
            <a:xfrm>
              <a:off x="4876" y="2840"/>
              <a:ext cx="157" cy="688"/>
            </a:xfrm>
            <a:custGeom>
              <a:avLst/>
              <a:gdLst>
                <a:gd name="T0" fmla="*/ 0 w 157"/>
                <a:gd name="T1" fmla="*/ 0 h 688"/>
                <a:gd name="T2" fmla="*/ 45 w 157"/>
                <a:gd name="T3" fmla="*/ 190 h 688"/>
                <a:gd name="T4" fmla="*/ 137 w 157"/>
                <a:gd name="T5" fmla="*/ 158 h 688"/>
                <a:gd name="T6" fmla="*/ 157 w 157"/>
                <a:gd name="T7" fmla="*/ 688 h 688"/>
                <a:gd name="T8" fmla="*/ 0 60000 65536"/>
                <a:gd name="T9" fmla="*/ 0 60000 65536"/>
                <a:gd name="T10" fmla="*/ 0 60000 65536"/>
                <a:gd name="T11" fmla="*/ 0 60000 65536"/>
                <a:gd name="T12" fmla="*/ 0 w 157"/>
                <a:gd name="T13" fmla="*/ 0 h 688"/>
                <a:gd name="T14" fmla="*/ 157 w 157"/>
                <a:gd name="T15" fmla="*/ 688 h 688"/>
              </a:gdLst>
              <a:ahLst/>
              <a:cxnLst>
                <a:cxn ang="T8">
                  <a:pos x="T0" y="T1"/>
                </a:cxn>
                <a:cxn ang="T9">
                  <a:pos x="T2" y="T3"/>
                </a:cxn>
                <a:cxn ang="T10">
                  <a:pos x="T4" y="T5"/>
                </a:cxn>
                <a:cxn ang="T11">
                  <a:pos x="T6" y="T7"/>
                </a:cxn>
              </a:cxnLst>
              <a:rect l="T12" t="T13" r="T14" b="T15"/>
              <a:pathLst>
                <a:path w="157" h="688">
                  <a:moveTo>
                    <a:pt x="0" y="0"/>
                  </a:moveTo>
                  <a:cubicBezTo>
                    <a:pt x="7" y="32"/>
                    <a:pt x="22" y="164"/>
                    <a:pt x="45" y="190"/>
                  </a:cubicBezTo>
                  <a:cubicBezTo>
                    <a:pt x="68" y="216"/>
                    <a:pt x="118" y="75"/>
                    <a:pt x="137" y="158"/>
                  </a:cubicBezTo>
                  <a:cubicBezTo>
                    <a:pt x="156" y="241"/>
                    <a:pt x="153" y="578"/>
                    <a:pt x="157" y="688"/>
                  </a:cubicBezTo>
                </a:path>
              </a:pathLst>
            </a:cu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350"/>
            </a:p>
          </p:txBody>
        </p:sp>
        <p:sp>
          <p:nvSpPr>
            <p:cNvPr id="16423" name="Line 49">
              <a:extLst>
                <a:ext uri="{FF2B5EF4-FFF2-40B4-BE49-F238E27FC236}">
                  <a16:creationId xmlns:a16="http://schemas.microsoft.com/office/drawing/2014/main" id="{B3801B24-500B-47DC-9CA6-89E78F2E0A7C}"/>
                </a:ext>
              </a:extLst>
            </p:cNvPr>
            <p:cNvSpPr>
              <a:spLocks noChangeShapeType="1"/>
            </p:cNvSpPr>
            <p:nvPr/>
          </p:nvSpPr>
          <p:spPr bwMode="auto">
            <a:xfrm>
              <a:off x="2698" y="2387"/>
              <a:ext cx="0" cy="149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424" name="Line 50">
              <a:extLst>
                <a:ext uri="{FF2B5EF4-FFF2-40B4-BE49-F238E27FC236}">
                  <a16:creationId xmlns:a16="http://schemas.microsoft.com/office/drawing/2014/main" id="{5BF221E8-3915-40E9-8C5E-A864B89FBF2F}"/>
                </a:ext>
              </a:extLst>
            </p:cNvPr>
            <p:cNvSpPr>
              <a:spLocks noChangeShapeType="1"/>
            </p:cNvSpPr>
            <p:nvPr/>
          </p:nvSpPr>
          <p:spPr bwMode="auto">
            <a:xfrm>
              <a:off x="3787" y="2387"/>
              <a:ext cx="0" cy="149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16425" name="Line 51">
              <a:extLst>
                <a:ext uri="{FF2B5EF4-FFF2-40B4-BE49-F238E27FC236}">
                  <a16:creationId xmlns:a16="http://schemas.microsoft.com/office/drawing/2014/main" id="{F702597B-44CB-4D8D-95AE-56C02653AD94}"/>
                </a:ext>
              </a:extLst>
            </p:cNvPr>
            <p:cNvSpPr>
              <a:spLocks noChangeShapeType="1"/>
            </p:cNvSpPr>
            <p:nvPr/>
          </p:nvSpPr>
          <p:spPr bwMode="auto">
            <a:xfrm>
              <a:off x="4875" y="2387"/>
              <a:ext cx="1" cy="149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350"/>
            </a:p>
          </p:txBody>
        </p:sp>
      </p:grpSp>
      <p:sp>
        <p:nvSpPr>
          <p:cNvPr id="53" name="灯片编号占位符 5">
            <a:extLst>
              <a:ext uri="{FF2B5EF4-FFF2-40B4-BE49-F238E27FC236}">
                <a16:creationId xmlns:a16="http://schemas.microsoft.com/office/drawing/2014/main" id="{B4DCA7F8-5351-4C96-B658-D5CEBEDECA6C}"/>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11</a:t>
            </a:fld>
            <a:endParaRPr lang="zh-TW"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F6DA8996-8300-41E5-9800-43CC78AD61C5}"/>
              </a:ext>
            </a:extLst>
          </p:cNvPr>
          <p:cNvSpPr>
            <a:spLocks noGrp="1" noChangeArrowheads="1"/>
          </p:cNvSpPr>
          <p:nvPr>
            <p:ph type="title"/>
          </p:nvPr>
        </p:nvSpPr>
        <p:spPr>
          <a:xfrm>
            <a:off x="945137" y="44054"/>
            <a:ext cx="6784402" cy="676275"/>
          </a:xfrm>
        </p:spPr>
        <p:txBody>
          <a:bodyPr/>
          <a:lstStyle/>
          <a:p>
            <a:r>
              <a:rPr lang="en-US" altLang="zh-TW" dirty="0"/>
              <a:t>Clocking Methodology</a:t>
            </a:r>
            <a:endParaRPr lang="en-AU" altLang="zh-TW" dirty="0">
              <a:ea typeface="新細明體" panose="02020500000000000000" pitchFamily="18" charset="-120"/>
            </a:endParaRPr>
          </a:p>
        </p:txBody>
      </p:sp>
      <p:sp>
        <p:nvSpPr>
          <p:cNvPr id="17411" name="Rectangle 3">
            <a:extLst>
              <a:ext uri="{FF2B5EF4-FFF2-40B4-BE49-F238E27FC236}">
                <a16:creationId xmlns:a16="http://schemas.microsoft.com/office/drawing/2014/main" id="{444F039A-DA0F-4DE2-AC99-3D01B888C24C}"/>
              </a:ext>
            </a:extLst>
          </p:cNvPr>
          <p:cNvSpPr>
            <a:spLocks noGrp="1" noChangeArrowheads="1"/>
          </p:cNvSpPr>
          <p:nvPr>
            <p:ph type="body" idx="1"/>
          </p:nvPr>
        </p:nvSpPr>
        <p:spPr>
          <a:xfrm>
            <a:off x="1006608" y="808665"/>
            <a:ext cx="7568773" cy="2118122"/>
          </a:xfrm>
        </p:spPr>
        <p:txBody>
          <a:bodyPr/>
          <a:lstStyle/>
          <a:p>
            <a:r>
              <a:rPr lang="en-US" altLang="zh-TW" dirty="0"/>
              <a:t>Combinational logic transforms data during clock cycles</a:t>
            </a:r>
          </a:p>
          <a:p>
            <a:pPr lvl="1"/>
            <a:r>
              <a:rPr lang="en-US" altLang="zh-TW" dirty="0"/>
              <a:t>Between clock edges</a:t>
            </a:r>
          </a:p>
          <a:p>
            <a:pPr lvl="1"/>
            <a:r>
              <a:rPr lang="en-US" altLang="zh-TW" dirty="0"/>
              <a:t>Input from state elements, output to state element</a:t>
            </a:r>
          </a:p>
          <a:p>
            <a:pPr lvl="1"/>
            <a:r>
              <a:rPr lang="en-US" altLang="zh-TW" dirty="0"/>
              <a:t>Longest delay determines clock period</a:t>
            </a:r>
            <a:endParaRPr lang="en-AU" altLang="zh-TW" dirty="0">
              <a:ea typeface="新細明體" panose="02020500000000000000" pitchFamily="18" charset="-120"/>
            </a:endParaRPr>
          </a:p>
        </p:txBody>
      </p:sp>
      <p:pic>
        <p:nvPicPr>
          <p:cNvPr id="17412" name="Picture 4" descr="f04-04-P374493">
            <a:extLst>
              <a:ext uri="{FF2B5EF4-FFF2-40B4-BE49-F238E27FC236}">
                <a16:creationId xmlns:a16="http://schemas.microsoft.com/office/drawing/2014/main" id="{BE29C933-2728-4C4E-8F39-54059A93BB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0278" y="3100694"/>
            <a:ext cx="4016468" cy="867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5" descr="f04-03-P374493">
            <a:extLst>
              <a:ext uri="{FF2B5EF4-FFF2-40B4-BE49-F238E27FC236}">
                <a16:creationId xmlns:a16="http://schemas.microsoft.com/office/drawing/2014/main" id="{99C14A56-5C36-420F-BE28-3ADB959F7B0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4762" y="3048499"/>
            <a:ext cx="3725830" cy="1015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灯片编号占位符 5">
            <a:extLst>
              <a:ext uri="{FF2B5EF4-FFF2-40B4-BE49-F238E27FC236}">
                <a16:creationId xmlns:a16="http://schemas.microsoft.com/office/drawing/2014/main" id="{9926471A-29C7-4EBB-A9CD-64AAFCD43C9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12</a:t>
            </a:fld>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08F750C-7E2F-4B8A-9596-301515C585D4}"/>
              </a:ext>
            </a:extLst>
          </p:cNvPr>
          <p:cNvSpPr>
            <a:spLocks noGrp="1" noChangeArrowheads="1"/>
          </p:cNvSpPr>
          <p:nvPr>
            <p:ph type="title"/>
          </p:nvPr>
        </p:nvSpPr>
        <p:spPr>
          <a:xfrm>
            <a:off x="929768" y="44054"/>
            <a:ext cx="6799771" cy="676275"/>
          </a:xfrm>
        </p:spPr>
        <p:txBody>
          <a:bodyPr/>
          <a:lstStyle/>
          <a:p>
            <a:r>
              <a:rPr lang="en-US" altLang="zh-TW" dirty="0"/>
              <a:t>How to Design a Processor</a:t>
            </a:r>
          </a:p>
        </p:txBody>
      </p:sp>
      <p:sp>
        <p:nvSpPr>
          <p:cNvPr id="18435" name="Rectangle 3">
            <a:extLst>
              <a:ext uri="{FF2B5EF4-FFF2-40B4-BE49-F238E27FC236}">
                <a16:creationId xmlns:a16="http://schemas.microsoft.com/office/drawing/2014/main" id="{2CB82976-C7DF-438E-84A6-3FCD5D1C8817}"/>
              </a:ext>
            </a:extLst>
          </p:cNvPr>
          <p:cNvSpPr>
            <a:spLocks noGrp="1" noChangeArrowheads="1"/>
          </p:cNvSpPr>
          <p:nvPr>
            <p:ph type="body" idx="1"/>
          </p:nvPr>
        </p:nvSpPr>
        <p:spPr>
          <a:xfrm>
            <a:off x="991240" y="821101"/>
            <a:ext cx="7276780" cy="3535746"/>
          </a:xfrm>
        </p:spPr>
        <p:txBody>
          <a:bodyPr/>
          <a:lstStyle/>
          <a:p>
            <a:pPr>
              <a:buFont typeface="Wingdings" panose="05000000000000000000" pitchFamily="2" charset="2"/>
              <a:buNone/>
            </a:pPr>
            <a:r>
              <a:rPr lang="zh-TW" altLang="en-US" dirty="0"/>
              <a:t>1</a:t>
            </a:r>
            <a:r>
              <a:rPr lang="zh-TW" altLang="en-US" sz="2000" dirty="0"/>
              <a:t>. </a:t>
            </a:r>
            <a:r>
              <a:rPr lang="en-US" altLang="zh-TW" sz="2000" dirty="0"/>
              <a:t>Analyze instruction set (</a:t>
            </a:r>
            <a:r>
              <a:rPr lang="en-US" altLang="zh-TW" sz="2000" dirty="0" err="1"/>
              <a:t>datapath</a:t>
            </a:r>
            <a:r>
              <a:rPr lang="en-US" altLang="zh-TW" sz="2000" dirty="0"/>
              <a:t> requirements)</a:t>
            </a:r>
            <a:endParaRPr lang="en-US" altLang="zh-TW" sz="2000" u="sng" dirty="0"/>
          </a:p>
          <a:p>
            <a:pPr lvl="1"/>
            <a:r>
              <a:rPr lang="en-US" altLang="zh-TW" sz="1800" dirty="0"/>
              <a:t>The meaning of each instruction is given by the </a:t>
            </a:r>
            <a:r>
              <a:rPr lang="en-US" altLang="zh-TW" sz="1800" i="1" dirty="0"/>
              <a:t>register transfers</a:t>
            </a:r>
          </a:p>
          <a:p>
            <a:pPr lvl="1"/>
            <a:r>
              <a:rPr lang="en-US" altLang="zh-TW" sz="1800" dirty="0"/>
              <a:t>Datapath must include storage element</a:t>
            </a:r>
          </a:p>
          <a:p>
            <a:pPr lvl="1"/>
            <a:r>
              <a:rPr lang="en-US" altLang="zh-TW" sz="1800" dirty="0"/>
              <a:t>Datapath must support each register transfer</a:t>
            </a:r>
          </a:p>
          <a:p>
            <a:pPr>
              <a:buFont typeface="Wingdings" panose="05000000000000000000" pitchFamily="2" charset="2"/>
              <a:buNone/>
            </a:pPr>
            <a:r>
              <a:rPr lang="en-US" altLang="zh-TW" sz="2000" dirty="0"/>
              <a:t>2. Select set of </a:t>
            </a:r>
            <a:r>
              <a:rPr lang="en-US" altLang="zh-TW" sz="2000" dirty="0" err="1"/>
              <a:t>datapath</a:t>
            </a:r>
            <a:r>
              <a:rPr lang="en-US" altLang="zh-TW" sz="2000" dirty="0"/>
              <a:t> components and establish clocking methodology</a:t>
            </a:r>
          </a:p>
          <a:p>
            <a:pPr>
              <a:buFont typeface="Wingdings" panose="05000000000000000000" pitchFamily="2" charset="2"/>
              <a:buNone/>
            </a:pPr>
            <a:r>
              <a:rPr lang="en-US" altLang="zh-TW" sz="2000" dirty="0"/>
              <a:t>3. Assemble </a:t>
            </a:r>
            <a:r>
              <a:rPr lang="en-US" altLang="zh-TW" sz="2000" dirty="0" err="1"/>
              <a:t>datapath</a:t>
            </a:r>
            <a:r>
              <a:rPr lang="en-US" altLang="zh-TW" sz="2000" dirty="0"/>
              <a:t> meeting the requirements</a:t>
            </a:r>
          </a:p>
          <a:p>
            <a:pPr>
              <a:buFont typeface="Wingdings" panose="05000000000000000000" pitchFamily="2" charset="2"/>
              <a:buNone/>
            </a:pPr>
            <a:r>
              <a:rPr lang="en-US" altLang="zh-TW" sz="2000" dirty="0"/>
              <a:t>4. Analyze implementation of each instruction to determine setting of control points effecting register transfer</a:t>
            </a:r>
          </a:p>
          <a:p>
            <a:pPr>
              <a:buFont typeface="Wingdings" panose="05000000000000000000" pitchFamily="2" charset="2"/>
              <a:buNone/>
            </a:pPr>
            <a:r>
              <a:rPr lang="en-US" altLang="zh-TW" sz="2000" dirty="0"/>
              <a:t>5. Assemble the control logic</a:t>
            </a:r>
          </a:p>
        </p:txBody>
      </p:sp>
      <p:sp>
        <p:nvSpPr>
          <p:cNvPr id="5" name="灯片编号占位符 5">
            <a:extLst>
              <a:ext uri="{FF2B5EF4-FFF2-40B4-BE49-F238E27FC236}">
                <a16:creationId xmlns:a16="http://schemas.microsoft.com/office/drawing/2014/main" id="{6AF60613-4DAA-4C94-9EC8-AAB1E9F60A52}"/>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13</a:t>
            </a:fld>
            <a:endParaRPr lang="zh-TW"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85EF6E72-7580-446B-AE26-B3AB13E561B4}"/>
              </a:ext>
            </a:extLst>
          </p:cNvPr>
          <p:cNvSpPr>
            <a:spLocks noGrp="1" noChangeArrowheads="1"/>
          </p:cNvSpPr>
          <p:nvPr>
            <p:ph type="title"/>
          </p:nvPr>
        </p:nvSpPr>
        <p:spPr>
          <a:xfrm>
            <a:off x="1037345" y="76840"/>
            <a:ext cx="6692193" cy="553251"/>
          </a:xfrm>
        </p:spPr>
        <p:txBody>
          <a:bodyPr/>
          <a:lstStyle/>
          <a:p>
            <a:r>
              <a:rPr lang="en-US" altLang="zh-TW" dirty="0"/>
              <a:t>Outline</a:t>
            </a:r>
          </a:p>
        </p:txBody>
      </p:sp>
      <p:sp>
        <p:nvSpPr>
          <p:cNvPr id="19459" name="Rectangle 3">
            <a:extLst>
              <a:ext uri="{FF2B5EF4-FFF2-40B4-BE49-F238E27FC236}">
                <a16:creationId xmlns:a16="http://schemas.microsoft.com/office/drawing/2014/main" id="{B9D45530-7DEC-42B5-A2E6-FF4E3CF20214}"/>
              </a:ext>
            </a:extLst>
          </p:cNvPr>
          <p:cNvSpPr>
            <a:spLocks noGrp="1" noChangeArrowheads="1"/>
          </p:cNvSpPr>
          <p:nvPr>
            <p:ph type="body" idx="1"/>
          </p:nvPr>
        </p:nvSpPr>
        <p:spPr>
          <a:xfrm>
            <a:off x="1083448" y="844152"/>
            <a:ext cx="7603351" cy="3335961"/>
          </a:xfrm>
        </p:spPr>
        <p:txBody>
          <a:bodyPr/>
          <a:lstStyle/>
          <a:p>
            <a:r>
              <a:rPr lang="en-US" altLang="zh-TW" sz="2000" dirty="0"/>
              <a:t>Introduction to design a processor</a:t>
            </a:r>
          </a:p>
          <a:p>
            <a:r>
              <a:rPr lang="en-US" altLang="zh-TW" sz="2000" dirty="0">
                <a:solidFill>
                  <a:srgbClr val="FF0000"/>
                </a:solidFill>
              </a:rPr>
              <a:t>Analyze the instruction set (step 1)</a:t>
            </a:r>
          </a:p>
          <a:p>
            <a:r>
              <a:rPr lang="en-US" altLang="zh-TW" sz="2000" dirty="0"/>
              <a:t>Build the </a:t>
            </a:r>
            <a:r>
              <a:rPr lang="en-US" altLang="zh-TW" sz="2000" dirty="0" err="1"/>
              <a:t>datapath</a:t>
            </a:r>
            <a:r>
              <a:rPr lang="en-US" altLang="zh-TW" sz="2000" dirty="0"/>
              <a:t> (steps 2 and 3)</a:t>
            </a:r>
          </a:p>
          <a:p>
            <a:r>
              <a:rPr lang="en-US" altLang="zh-TW" sz="2000" dirty="0"/>
              <a:t>A single-cycle implementation</a:t>
            </a:r>
          </a:p>
          <a:p>
            <a:r>
              <a:rPr lang="en-US" altLang="zh-TW" sz="2000" dirty="0"/>
              <a:t>Control for the single-cycle CPU</a:t>
            </a:r>
          </a:p>
          <a:p>
            <a:pPr lvl="1"/>
            <a:r>
              <a:rPr lang="en-US" altLang="zh-TW" sz="1800" dirty="0"/>
              <a:t>Control of CPU operations</a:t>
            </a:r>
          </a:p>
          <a:p>
            <a:pPr lvl="1"/>
            <a:r>
              <a:rPr lang="en-US" altLang="zh-TW" sz="1800" dirty="0"/>
              <a:t>ALU controller</a:t>
            </a:r>
          </a:p>
          <a:p>
            <a:pPr lvl="1"/>
            <a:r>
              <a:rPr lang="en-US" altLang="zh-TW" sz="1800" dirty="0"/>
              <a:t>Main controller</a:t>
            </a:r>
          </a:p>
          <a:p>
            <a:r>
              <a:rPr lang="en-US" altLang="zh-TW" sz="2000" dirty="0"/>
              <a:t>Add jump instruction</a:t>
            </a:r>
          </a:p>
        </p:txBody>
      </p:sp>
      <p:sp>
        <p:nvSpPr>
          <p:cNvPr id="5" name="灯片编号占位符 5">
            <a:extLst>
              <a:ext uri="{FF2B5EF4-FFF2-40B4-BE49-F238E27FC236}">
                <a16:creationId xmlns:a16="http://schemas.microsoft.com/office/drawing/2014/main" id="{B33D715E-8585-4BAA-B755-444552CAB977}"/>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14</a:t>
            </a:fld>
            <a:endParaRPr lang="zh-TW"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88F225B9-7233-4E0D-A66F-8BCCCA0058AA}"/>
              </a:ext>
            </a:extLst>
          </p:cNvPr>
          <p:cNvSpPr>
            <a:spLocks noGrp="1" noChangeArrowheads="1"/>
          </p:cNvSpPr>
          <p:nvPr>
            <p:ph type="body" idx="1"/>
          </p:nvPr>
        </p:nvSpPr>
        <p:spPr>
          <a:xfrm>
            <a:off x="1010447" y="828784"/>
            <a:ext cx="5451825" cy="3727847"/>
          </a:xfrm>
        </p:spPr>
        <p:txBody>
          <a:bodyPr/>
          <a:lstStyle/>
          <a:p>
            <a:pPr>
              <a:lnSpc>
                <a:spcPct val="80000"/>
              </a:lnSpc>
            </a:pPr>
            <a:r>
              <a:rPr lang="en-US" altLang="zh-TW" sz="1800" dirty="0"/>
              <a:t>All MIPS instructions are 32 bits long with 3 formats</a:t>
            </a:r>
          </a:p>
          <a:p>
            <a:pPr lvl="1">
              <a:lnSpc>
                <a:spcPct val="80000"/>
              </a:lnSpc>
            </a:pPr>
            <a:endParaRPr lang="en-US" altLang="zh-TW" sz="1600" dirty="0"/>
          </a:p>
          <a:p>
            <a:pPr marL="342891" lvl="1" indent="0">
              <a:lnSpc>
                <a:spcPct val="80000"/>
              </a:lnSpc>
              <a:buNone/>
            </a:pPr>
            <a:r>
              <a:rPr lang="en-US" altLang="zh-TW" sz="1600" dirty="0">
                <a:solidFill>
                  <a:srgbClr val="0000FF"/>
                </a:solidFill>
              </a:rPr>
              <a:t>                                  R-type</a:t>
            </a:r>
            <a:br>
              <a:rPr lang="en-US" altLang="zh-TW" sz="1600" dirty="0"/>
            </a:br>
            <a:endParaRPr lang="en-US" altLang="zh-TW" sz="1600" dirty="0"/>
          </a:p>
          <a:p>
            <a:pPr marL="342891" lvl="1" indent="0">
              <a:lnSpc>
                <a:spcPct val="80000"/>
              </a:lnSpc>
              <a:spcBef>
                <a:spcPts val="1500"/>
              </a:spcBef>
              <a:buNone/>
            </a:pPr>
            <a:r>
              <a:rPr lang="en-US" altLang="zh-TW" sz="1600" dirty="0">
                <a:solidFill>
                  <a:srgbClr val="0000FF"/>
                </a:solidFill>
              </a:rPr>
              <a:t>                                  I-type</a:t>
            </a:r>
            <a:br>
              <a:rPr lang="en-US" altLang="zh-TW" sz="1600" dirty="0"/>
            </a:br>
            <a:endParaRPr lang="en-US" altLang="zh-TW" sz="1600" dirty="0"/>
          </a:p>
          <a:p>
            <a:pPr marL="342891" lvl="1" indent="0">
              <a:lnSpc>
                <a:spcPct val="80000"/>
              </a:lnSpc>
              <a:spcBef>
                <a:spcPts val="1500"/>
              </a:spcBef>
              <a:buNone/>
            </a:pPr>
            <a:r>
              <a:rPr lang="en-US" altLang="zh-TW" sz="1600" dirty="0">
                <a:solidFill>
                  <a:srgbClr val="0000FF"/>
                </a:solidFill>
              </a:rPr>
              <a:t>                                  J-type</a:t>
            </a:r>
            <a:br>
              <a:rPr lang="en-US" altLang="zh-TW" sz="1600" dirty="0"/>
            </a:br>
            <a:endParaRPr lang="en-US" altLang="zh-TW" sz="1600" dirty="0"/>
          </a:p>
          <a:p>
            <a:pPr>
              <a:lnSpc>
                <a:spcPct val="80000"/>
              </a:lnSpc>
            </a:pPr>
            <a:r>
              <a:rPr lang="en-US" altLang="zh-TW" sz="1800" dirty="0"/>
              <a:t>The different fields are:</a:t>
            </a:r>
          </a:p>
          <a:p>
            <a:pPr lvl="1">
              <a:lnSpc>
                <a:spcPct val="80000"/>
              </a:lnSpc>
              <a:spcBef>
                <a:spcPct val="10000"/>
              </a:spcBef>
            </a:pPr>
            <a:r>
              <a:rPr lang="en-US" altLang="zh-TW" sz="1600" dirty="0"/>
              <a:t>op: Operation of the instruction</a:t>
            </a:r>
          </a:p>
          <a:p>
            <a:pPr lvl="1">
              <a:lnSpc>
                <a:spcPct val="80000"/>
              </a:lnSpc>
              <a:spcBef>
                <a:spcPct val="10000"/>
              </a:spcBef>
            </a:pPr>
            <a:r>
              <a:rPr lang="en-US" altLang="zh-TW" sz="1600" dirty="0" err="1"/>
              <a:t>rs</a:t>
            </a:r>
            <a:r>
              <a:rPr lang="en-US" altLang="zh-TW" sz="1600" dirty="0"/>
              <a:t>, rt, </a:t>
            </a:r>
            <a:r>
              <a:rPr lang="en-US" altLang="zh-TW" sz="1600" dirty="0" err="1"/>
              <a:t>rd</a:t>
            </a:r>
            <a:r>
              <a:rPr lang="en-US" altLang="zh-TW" sz="1600" dirty="0"/>
              <a:t>: Source and destination register</a:t>
            </a:r>
          </a:p>
          <a:p>
            <a:pPr lvl="1">
              <a:lnSpc>
                <a:spcPct val="80000"/>
              </a:lnSpc>
              <a:spcBef>
                <a:spcPct val="10000"/>
              </a:spcBef>
            </a:pPr>
            <a:r>
              <a:rPr lang="en-US" altLang="zh-TW" sz="1600" dirty="0" err="1"/>
              <a:t>shamt</a:t>
            </a:r>
            <a:r>
              <a:rPr lang="en-US" altLang="zh-TW" sz="1600" dirty="0"/>
              <a:t>: Shift amount</a:t>
            </a:r>
          </a:p>
          <a:p>
            <a:pPr lvl="1">
              <a:lnSpc>
                <a:spcPct val="80000"/>
              </a:lnSpc>
              <a:spcBef>
                <a:spcPct val="10000"/>
              </a:spcBef>
            </a:pPr>
            <a:r>
              <a:rPr lang="en-US" altLang="zh-TW" sz="1600" dirty="0" err="1"/>
              <a:t>funct</a:t>
            </a:r>
            <a:r>
              <a:rPr lang="en-US" altLang="zh-TW" sz="1600" dirty="0"/>
              <a:t>: Selects variant of the “op” field</a:t>
            </a:r>
          </a:p>
          <a:p>
            <a:pPr lvl="1">
              <a:lnSpc>
                <a:spcPct val="80000"/>
              </a:lnSpc>
              <a:spcBef>
                <a:spcPct val="10000"/>
              </a:spcBef>
            </a:pPr>
            <a:r>
              <a:rPr lang="en-US" altLang="zh-TW" sz="1600" dirty="0"/>
              <a:t>address / immediate</a:t>
            </a:r>
          </a:p>
          <a:p>
            <a:pPr lvl="1">
              <a:lnSpc>
                <a:spcPct val="80000"/>
              </a:lnSpc>
              <a:spcBef>
                <a:spcPct val="10000"/>
              </a:spcBef>
            </a:pPr>
            <a:r>
              <a:rPr lang="en-US" altLang="zh-TW" sz="1600" dirty="0"/>
              <a:t>target address: Target address of jump</a:t>
            </a:r>
          </a:p>
        </p:txBody>
      </p:sp>
      <p:grpSp>
        <p:nvGrpSpPr>
          <p:cNvPr id="2" name="组合 1">
            <a:extLst>
              <a:ext uri="{FF2B5EF4-FFF2-40B4-BE49-F238E27FC236}">
                <a16:creationId xmlns:a16="http://schemas.microsoft.com/office/drawing/2014/main" id="{A7C7406E-9BCB-4337-B746-6EAB85DE7C8D}"/>
              </a:ext>
            </a:extLst>
          </p:cNvPr>
          <p:cNvGrpSpPr/>
          <p:nvPr/>
        </p:nvGrpSpPr>
        <p:grpSpPr>
          <a:xfrm>
            <a:off x="3517355" y="1112264"/>
            <a:ext cx="5107980" cy="1905001"/>
            <a:chOff x="2887266" y="1143000"/>
            <a:chExt cx="5107980" cy="1905001"/>
          </a:xfrm>
        </p:grpSpPr>
        <p:grpSp>
          <p:nvGrpSpPr>
            <p:cNvPr id="20483" name="Group 3">
              <a:extLst>
                <a:ext uri="{FF2B5EF4-FFF2-40B4-BE49-F238E27FC236}">
                  <a16:creationId xmlns:a16="http://schemas.microsoft.com/office/drawing/2014/main" id="{522082C2-C213-4C54-9A18-225FBE3B75A6}"/>
                </a:ext>
              </a:extLst>
            </p:cNvPr>
            <p:cNvGrpSpPr>
              <a:grpSpLocks/>
            </p:cNvGrpSpPr>
            <p:nvPr/>
          </p:nvGrpSpPr>
          <p:grpSpPr bwMode="auto">
            <a:xfrm>
              <a:off x="2887266" y="2336007"/>
              <a:ext cx="5107980" cy="711994"/>
              <a:chOff x="1574" y="1927"/>
              <a:chExt cx="3960" cy="598"/>
            </a:xfrm>
          </p:grpSpPr>
          <p:sp>
            <p:nvSpPr>
              <p:cNvPr id="20544" name="Rectangle 4">
                <a:extLst>
                  <a:ext uri="{FF2B5EF4-FFF2-40B4-BE49-F238E27FC236}">
                    <a16:creationId xmlns:a16="http://schemas.microsoft.com/office/drawing/2014/main" id="{4A58B0D9-19F9-4A59-B4AE-EE9F089046E4}"/>
                  </a:ext>
                </a:extLst>
              </p:cNvPr>
              <p:cNvSpPr>
                <a:spLocks noChangeArrowheads="1"/>
              </p:cNvSpPr>
              <p:nvPr/>
            </p:nvSpPr>
            <p:spPr bwMode="auto">
              <a:xfrm>
                <a:off x="1640" y="2120"/>
                <a:ext cx="382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grpSp>
            <p:nvGrpSpPr>
              <p:cNvPr id="20545" name="Group 5">
                <a:extLst>
                  <a:ext uri="{FF2B5EF4-FFF2-40B4-BE49-F238E27FC236}">
                    <a16:creationId xmlns:a16="http://schemas.microsoft.com/office/drawing/2014/main" id="{901D4C54-B36C-4896-B855-CBBB8CBC8BFC}"/>
                  </a:ext>
                </a:extLst>
              </p:cNvPr>
              <p:cNvGrpSpPr>
                <a:grpSpLocks/>
              </p:cNvGrpSpPr>
              <p:nvPr/>
            </p:nvGrpSpPr>
            <p:grpSpPr bwMode="auto">
              <a:xfrm>
                <a:off x="1636" y="2116"/>
                <a:ext cx="664" cy="217"/>
                <a:chOff x="1636" y="2116"/>
                <a:chExt cx="664" cy="217"/>
              </a:xfrm>
            </p:grpSpPr>
            <p:sp>
              <p:nvSpPr>
                <p:cNvPr id="20553" name="Rectangle 6">
                  <a:extLst>
                    <a:ext uri="{FF2B5EF4-FFF2-40B4-BE49-F238E27FC236}">
                      <a16:creationId xmlns:a16="http://schemas.microsoft.com/office/drawing/2014/main" id="{CBCA2B1D-9ABD-48E8-89E4-9C113AEA550C}"/>
                    </a:ext>
                  </a:extLst>
                </p:cNvPr>
                <p:cNvSpPr>
                  <a:spLocks noChangeArrowheads="1"/>
                </p:cNvSpPr>
                <p:nvPr/>
              </p:nvSpPr>
              <p:spPr bwMode="auto">
                <a:xfrm>
                  <a:off x="1636" y="2116"/>
                  <a:ext cx="664"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0554" name="Rectangle 7">
                  <a:extLst>
                    <a:ext uri="{FF2B5EF4-FFF2-40B4-BE49-F238E27FC236}">
                      <a16:creationId xmlns:a16="http://schemas.microsoft.com/office/drawing/2014/main" id="{110B7A70-9928-49B6-9644-70294B4E170E}"/>
                    </a:ext>
                  </a:extLst>
                </p:cNvPr>
                <p:cNvSpPr>
                  <a:spLocks noChangeArrowheads="1"/>
                </p:cNvSpPr>
                <p:nvPr/>
              </p:nvSpPr>
              <p:spPr bwMode="auto">
                <a:xfrm>
                  <a:off x="1832" y="2119"/>
                  <a:ext cx="23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op</a:t>
                  </a:r>
                </a:p>
              </p:txBody>
            </p:sp>
          </p:grpSp>
          <p:sp>
            <p:nvSpPr>
              <p:cNvPr id="20546" name="Rectangle 8">
                <a:extLst>
                  <a:ext uri="{FF2B5EF4-FFF2-40B4-BE49-F238E27FC236}">
                    <a16:creationId xmlns:a16="http://schemas.microsoft.com/office/drawing/2014/main" id="{5CE7732F-D410-4825-B6A3-20C6DB5C19F0}"/>
                  </a:ext>
                </a:extLst>
              </p:cNvPr>
              <p:cNvSpPr>
                <a:spLocks noChangeArrowheads="1"/>
              </p:cNvSpPr>
              <p:nvPr/>
            </p:nvSpPr>
            <p:spPr bwMode="auto">
              <a:xfrm>
                <a:off x="2308" y="2116"/>
                <a:ext cx="3160"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0547" name="Rectangle 9">
                <a:extLst>
                  <a:ext uri="{FF2B5EF4-FFF2-40B4-BE49-F238E27FC236}">
                    <a16:creationId xmlns:a16="http://schemas.microsoft.com/office/drawing/2014/main" id="{E2552D93-C6D7-4FFD-982F-8CF4E769084F}"/>
                  </a:ext>
                </a:extLst>
              </p:cNvPr>
              <p:cNvSpPr>
                <a:spLocks noChangeArrowheads="1"/>
              </p:cNvSpPr>
              <p:nvPr/>
            </p:nvSpPr>
            <p:spPr bwMode="auto">
              <a:xfrm>
                <a:off x="3313" y="2119"/>
                <a:ext cx="832"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target address</a:t>
                </a:r>
              </a:p>
            </p:txBody>
          </p:sp>
          <p:sp>
            <p:nvSpPr>
              <p:cNvPr id="20548" name="Rectangle 10">
                <a:extLst>
                  <a:ext uri="{FF2B5EF4-FFF2-40B4-BE49-F238E27FC236}">
                    <a16:creationId xmlns:a16="http://schemas.microsoft.com/office/drawing/2014/main" id="{AB27812B-2543-4808-B682-E688F2604EFF}"/>
                  </a:ext>
                </a:extLst>
              </p:cNvPr>
              <p:cNvSpPr>
                <a:spLocks noChangeArrowheads="1"/>
              </p:cNvSpPr>
              <p:nvPr/>
            </p:nvSpPr>
            <p:spPr bwMode="auto">
              <a:xfrm>
                <a:off x="5366" y="1927"/>
                <a:ext cx="16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20549" name="Rectangle 11">
                <a:extLst>
                  <a:ext uri="{FF2B5EF4-FFF2-40B4-BE49-F238E27FC236}">
                    <a16:creationId xmlns:a16="http://schemas.microsoft.com/office/drawing/2014/main" id="{9142A16C-B996-468D-A5ED-8E2D6C0DCBB5}"/>
                  </a:ext>
                </a:extLst>
              </p:cNvPr>
              <p:cNvSpPr>
                <a:spLocks noChangeArrowheads="1"/>
              </p:cNvSpPr>
              <p:nvPr/>
            </p:nvSpPr>
            <p:spPr bwMode="auto">
              <a:xfrm>
                <a:off x="2102" y="1927"/>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26</a:t>
                </a:r>
              </a:p>
            </p:txBody>
          </p:sp>
          <p:sp>
            <p:nvSpPr>
              <p:cNvPr id="20550" name="Rectangle 12">
                <a:extLst>
                  <a:ext uri="{FF2B5EF4-FFF2-40B4-BE49-F238E27FC236}">
                    <a16:creationId xmlns:a16="http://schemas.microsoft.com/office/drawing/2014/main" id="{D7502024-B049-4C46-ACC1-E04EDE266C67}"/>
                  </a:ext>
                </a:extLst>
              </p:cNvPr>
              <p:cNvSpPr>
                <a:spLocks noChangeArrowheads="1"/>
              </p:cNvSpPr>
              <p:nvPr/>
            </p:nvSpPr>
            <p:spPr bwMode="auto">
              <a:xfrm>
                <a:off x="1574" y="1927"/>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31</a:t>
                </a:r>
              </a:p>
            </p:txBody>
          </p:sp>
          <p:sp>
            <p:nvSpPr>
              <p:cNvPr id="20551" name="Rectangle 13">
                <a:extLst>
                  <a:ext uri="{FF2B5EF4-FFF2-40B4-BE49-F238E27FC236}">
                    <a16:creationId xmlns:a16="http://schemas.microsoft.com/office/drawing/2014/main" id="{A65D57B1-828B-4A6C-A93A-17A75623E86F}"/>
                  </a:ext>
                </a:extLst>
              </p:cNvPr>
              <p:cNvSpPr>
                <a:spLocks noChangeArrowheads="1"/>
              </p:cNvSpPr>
              <p:nvPr/>
            </p:nvSpPr>
            <p:spPr bwMode="auto">
              <a:xfrm>
                <a:off x="1814" y="2311"/>
                <a:ext cx="3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6 </a:t>
                </a:r>
                <a:r>
                  <a:rPr kumimoji="1" lang="en-US" altLang="zh-TW" sz="1200" b="0">
                    <a:latin typeface="Times New Roman" panose="02020603050405020304" pitchFamily="18" charset="0"/>
                    <a:ea typeface="新細明體" panose="02020500000000000000" pitchFamily="18" charset="-120"/>
                  </a:rPr>
                  <a:t>bits</a:t>
                </a:r>
              </a:p>
            </p:txBody>
          </p:sp>
          <p:sp>
            <p:nvSpPr>
              <p:cNvPr id="20552" name="Rectangle 14">
                <a:extLst>
                  <a:ext uri="{FF2B5EF4-FFF2-40B4-BE49-F238E27FC236}">
                    <a16:creationId xmlns:a16="http://schemas.microsoft.com/office/drawing/2014/main" id="{96183B9A-68D5-4227-8B3A-228621C0CDD1}"/>
                  </a:ext>
                </a:extLst>
              </p:cNvPr>
              <p:cNvSpPr>
                <a:spLocks noChangeArrowheads="1"/>
              </p:cNvSpPr>
              <p:nvPr/>
            </p:nvSpPr>
            <p:spPr bwMode="auto">
              <a:xfrm>
                <a:off x="3590" y="2311"/>
                <a:ext cx="43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26 </a:t>
                </a:r>
                <a:r>
                  <a:rPr kumimoji="1" lang="en-US" altLang="zh-TW" sz="1200" b="0">
                    <a:latin typeface="Times New Roman" panose="02020603050405020304" pitchFamily="18" charset="0"/>
                    <a:ea typeface="新細明體" panose="02020500000000000000" pitchFamily="18" charset="-120"/>
                  </a:rPr>
                  <a:t>bits</a:t>
                </a:r>
              </a:p>
            </p:txBody>
          </p:sp>
        </p:grpSp>
        <p:grpSp>
          <p:nvGrpSpPr>
            <p:cNvPr id="20484" name="Group 15">
              <a:extLst>
                <a:ext uri="{FF2B5EF4-FFF2-40B4-BE49-F238E27FC236}">
                  <a16:creationId xmlns:a16="http://schemas.microsoft.com/office/drawing/2014/main" id="{A27EFC53-6421-431C-B84C-D95B687B2EFB}"/>
                </a:ext>
              </a:extLst>
            </p:cNvPr>
            <p:cNvGrpSpPr>
              <a:grpSpLocks/>
            </p:cNvGrpSpPr>
            <p:nvPr/>
          </p:nvGrpSpPr>
          <p:grpSpPr bwMode="auto">
            <a:xfrm>
              <a:off x="2887266" y="1143000"/>
              <a:ext cx="5107782" cy="711994"/>
              <a:chOff x="1574" y="871"/>
              <a:chExt cx="3960" cy="598"/>
            </a:xfrm>
          </p:grpSpPr>
          <p:grpSp>
            <p:nvGrpSpPr>
              <p:cNvPr id="20509" name="Group 16">
                <a:extLst>
                  <a:ext uri="{FF2B5EF4-FFF2-40B4-BE49-F238E27FC236}">
                    <a16:creationId xmlns:a16="http://schemas.microsoft.com/office/drawing/2014/main" id="{AD389973-A536-463C-BE27-3245E33F10DE}"/>
                  </a:ext>
                </a:extLst>
              </p:cNvPr>
              <p:cNvGrpSpPr>
                <a:grpSpLocks/>
              </p:cNvGrpSpPr>
              <p:nvPr/>
            </p:nvGrpSpPr>
            <p:grpSpPr bwMode="auto">
              <a:xfrm>
                <a:off x="1574" y="871"/>
                <a:ext cx="3960" cy="406"/>
                <a:chOff x="1574" y="871"/>
                <a:chExt cx="3960" cy="406"/>
              </a:xfrm>
            </p:grpSpPr>
            <p:grpSp>
              <p:nvGrpSpPr>
                <p:cNvPr id="20516" name="Group 17">
                  <a:extLst>
                    <a:ext uri="{FF2B5EF4-FFF2-40B4-BE49-F238E27FC236}">
                      <a16:creationId xmlns:a16="http://schemas.microsoft.com/office/drawing/2014/main" id="{C2AA7BAD-B722-4930-B0F2-B500430E3A6B}"/>
                    </a:ext>
                  </a:extLst>
                </p:cNvPr>
                <p:cNvGrpSpPr>
                  <a:grpSpLocks/>
                </p:cNvGrpSpPr>
                <p:nvPr/>
              </p:nvGrpSpPr>
              <p:grpSpPr bwMode="auto">
                <a:xfrm>
                  <a:off x="1636" y="1060"/>
                  <a:ext cx="3832" cy="217"/>
                  <a:chOff x="1636" y="1060"/>
                  <a:chExt cx="3832" cy="217"/>
                </a:xfrm>
              </p:grpSpPr>
              <p:sp>
                <p:nvSpPr>
                  <p:cNvPr id="20524" name="Rectangle 18">
                    <a:extLst>
                      <a:ext uri="{FF2B5EF4-FFF2-40B4-BE49-F238E27FC236}">
                        <a16:creationId xmlns:a16="http://schemas.microsoft.com/office/drawing/2014/main" id="{036724AC-E98D-41E3-97DD-00BFDA8AF8DB}"/>
                      </a:ext>
                    </a:extLst>
                  </p:cNvPr>
                  <p:cNvSpPr>
                    <a:spLocks noChangeArrowheads="1"/>
                  </p:cNvSpPr>
                  <p:nvPr/>
                </p:nvSpPr>
                <p:spPr bwMode="auto">
                  <a:xfrm>
                    <a:off x="1640" y="1064"/>
                    <a:ext cx="382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grpSp>
                <p:nvGrpSpPr>
                  <p:cNvPr id="20525" name="Group 19">
                    <a:extLst>
                      <a:ext uri="{FF2B5EF4-FFF2-40B4-BE49-F238E27FC236}">
                        <a16:creationId xmlns:a16="http://schemas.microsoft.com/office/drawing/2014/main" id="{7C5524AA-9541-4445-9E98-8816E819FE0F}"/>
                      </a:ext>
                    </a:extLst>
                  </p:cNvPr>
                  <p:cNvGrpSpPr>
                    <a:grpSpLocks/>
                  </p:cNvGrpSpPr>
                  <p:nvPr/>
                </p:nvGrpSpPr>
                <p:grpSpPr bwMode="auto">
                  <a:xfrm>
                    <a:off x="1636" y="1060"/>
                    <a:ext cx="3832" cy="217"/>
                    <a:chOff x="1636" y="1060"/>
                    <a:chExt cx="3832" cy="217"/>
                  </a:xfrm>
                </p:grpSpPr>
                <p:grpSp>
                  <p:nvGrpSpPr>
                    <p:cNvPr id="20526" name="Group 20">
                      <a:extLst>
                        <a:ext uri="{FF2B5EF4-FFF2-40B4-BE49-F238E27FC236}">
                          <a16:creationId xmlns:a16="http://schemas.microsoft.com/office/drawing/2014/main" id="{1DB07334-92C8-401C-AE78-9ABF34FA9FF8}"/>
                        </a:ext>
                      </a:extLst>
                    </p:cNvPr>
                    <p:cNvGrpSpPr>
                      <a:grpSpLocks/>
                    </p:cNvGrpSpPr>
                    <p:nvPr/>
                  </p:nvGrpSpPr>
                  <p:grpSpPr bwMode="auto">
                    <a:xfrm>
                      <a:off x="1636" y="1060"/>
                      <a:ext cx="664" cy="217"/>
                      <a:chOff x="1636" y="1060"/>
                      <a:chExt cx="664" cy="217"/>
                    </a:xfrm>
                  </p:grpSpPr>
                  <p:sp>
                    <p:nvSpPr>
                      <p:cNvPr id="20542" name="Rectangle 21">
                        <a:extLst>
                          <a:ext uri="{FF2B5EF4-FFF2-40B4-BE49-F238E27FC236}">
                            <a16:creationId xmlns:a16="http://schemas.microsoft.com/office/drawing/2014/main" id="{3C0240FB-7952-44BB-96F8-3234B372CBF3}"/>
                          </a:ext>
                        </a:extLst>
                      </p:cNvPr>
                      <p:cNvSpPr>
                        <a:spLocks noChangeArrowheads="1"/>
                      </p:cNvSpPr>
                      <p:nvPr/>
                    </p:nvSpPr>
                    <p:spPr bwMode="auto">
                      <a:xfrm>
                        <a:off x="1636" y="1060"/>
                        <a:ext cx="664"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0543" name="Rectangle 22">
                        <a:extLst>
                          <a:ext uri="{FF2B5EF4-FFF2-40B4-BE49-F238E27FC236}">
                            <a16:creationId xmlns:a16="http://schemas.microsoft.com/office/drawing/2014/main" id="{F63A5563-4D1B-4BD3-9020-44E5A272F916}"/>
                          </a:ext>
                        </a:extLst>
                      </p:cNvPr>
                      <p:cNvSpPr>
                        <a:spLocks noChangeArrowheads="1"/>
                      </p:cNvSpPr>
                      <p:nvPr/>
                    </p:nvSpPr>
                    <p:spPr bwMode="auto">
                      <a:xfrm>
                        <a:off x="1832" y="1063"/>
                        <a:ext cx="23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op</a:t>
                        </a:r>
                      </a:p>
                    </p:txBody>
                  </p:sp>
                </p:grpSp>
                <p:grpSp>
                  <p:nvGrpSpPr>
                    <p:cNvPr id="20527" name="Group 23">
                      <a:extLst>
                        <a:ext uri="{FF2B5EF4-FFF2-40B4-BE49-F238E27FC236}">
                          <a16:creationId xmlns:a16="http://schemas.microsoft.com/office/drawing/2014/main" id="{8CD5ED9B-5193-4446-9F5A-CF0E5C66A0A4}"/>
                        </a:ext>
                      </a:extLst>
                    </p:cNvPr>
                    <p:cNvGrpSpPr>
                      <a:grpSpLocks/>
                    </p:cNvGrpSpPr>
                    <p:nvPr/>
                  </p:nvGrpSpPr>
                  <p:grpSpPr bwMode="auto">
                    <a:xfrm>
                      <a:off x="2308" y="1060"/>
                      <a:ext cx="616" cy="217"/>
                      <a:chOff x="2308" y="1060"/>
                      <a:chExt cx="616" cy="217"/>
                    </a:xfrm>
                  </p:grpSpPr>
                  <p:sp>
                    <p:nvSpPr>
                      <p:cNvPr id="20540" name="Rectangle 24">
                        <a:extLst>
                          <a:ext uri="{FF2B5EF4-FFF2-40B4-BE49-F238E27FC236}">
                            <a16:creationId xmlns:a16="http://schemas.microsoft.com/office/drawing/2014/main" id="{CBE90E96-C125-405D-AD21-FD8736B08486}"/>
                          </a:ext>
                        </a:extLst>
                      </p:cNvPr>
                      <p:cNvSpPr>
                        <a:spLocks noChangeArrowheads="1"/>
                      </p:cNvSpPr>
                      <p:nvPr/>
                    </p:nvSpPr>
                    <p:spPr bwMode="auto">
                      <a:xfrm>
                        <a:off x="2308" y="1060"/>
                        <a:ext cx="616"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0541" name="Rectangle 25">
                        <a:extLst>
                          <a:ext uri="{FF2B5EF4-FFF2-40B4-BE49-F238E27FC236}">
                            <a16:creationId xmlns:a16="http://schemas.microsoft.com/office/drawing/2014/main" id="{E4417669-8478-43E9-A57E-4D8BD74E223C}"/>
                          </a:ext>
                        </a:extLst>
                      </p:cNvPr>
                      <p:cNvSpPr>
                        <a:spLocks noChangeArrowheads="1"/>
                      </p:cNvSpPr>
                      <p:nvPr/>
                    </p:nvSpPr>
                    <p:spPr bwMode="auto">
                      <a:xfrm>
                        <a:off x="2486" y="1063"/>
                        <a:ext cx="20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rs</a:t>
                        </a:r>
                      </a:p>
                    </p:txBody>
                  </p:sp>
                </p:grpSp>
                <p:grpSp>
                  <p:nvGrpSpPr>
                    <p:cNvPr id="20528" name="Group 26">
                      <a:extLst>
                        <a:ext uri="{FF2B5EF4-FFF2-40B4-BE49-F238E27FC236}">
                          <a16:creationId xmlns:a16="http://schemas.microsoft.com/office/drawing/2014/main" id="{CA4D5DF7-5079-4CD2-B14D-F6DD23B89561}"/>
                        </a:ext>
                      </a:extLst>
                    </p:cNvPr>
                    <p:cNvGrpSpPr>
                      <a:grpSpLocks/>
                    </p:cNvGrpSpPr>
                    <p:nvPr/>
                  </p:nvGrpSpPr>
                  <p:grpSpPr bwMode="auto">
                    <a:xfrm>
                      <a:off x="2932" y="1060"/>
                      <a:ext cx="616" cy="217"/>
                      <a:chOff x="2932" y="1060"/>
                      <a:chExt cx="616" cy="217"/>
                    </a:xfrm>
                  </p:grpSpPr>
                  <p:sp>
                    <p:nvSpPr>
                      <p:cNvPr id="20538" name="Rectangle 27">
                        <a:extLst>
                          <a:ext uri="{FF2B5EF4-FFF2-40B4-BE49-F238E27FC236}">
                            <a16:creationId xmlns:a16="http://schemas.microsoft.com/office/drawing/2014/main" id="{B6008C80-6865-4881-8CAC-C00960D84A71}"/>
                          </a:ext>
                        </a:extLst>
                      </p:cNvPr>
                      <p:cNvSpPr>
                        <a:spLocks noChangeArrowheads="1"/>
                      </p:cNvSpPr>
                      <p:nvPr/>
                    </p:nvSpPr>
                    <p:spPr bwMode="auto">
                      <a:xfrm>
                        <a:off x="2932" y="1060"/>
                        <a:ext cx="616"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0539" name="Rectangle 28">
                        <a:extLst>
                          <a:ext uri="{FF2B5EF4-FFF2-40B4-BE49-F238E27FC236}">
                            <a16:creationId xmlns:a16="http://schemas.microsoft.com/office/drawing/2014/main" id="{9686EBFC-51E5-4F17-83E1-CA16279B02BC}"/>
                          </a:ext>
                        </a:extLst>
                      </p:cNvPr>
                      <p:cNvSpPr>
                        <a:spLocks noChangeArrowheads="1"/>
                      </p:cNvSpPr>
                      <p:nvPr/>
                    </p:nvSpPr>
                    <p:spPr bwMode="auto">
                      <a:xfrm>
                        <a:off x="3110" y="1063"/>
                        <a:ext cx="201"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rt</a:t>
                        </a:r>
                      </a:p>
                    </p:txBody>
                  </p:sp>
                </p:grpSp>
                <p:grpSp>
                  <p:nvGrpSpPr>
                    <p:cNvPr id="20529" name="Group 29">
                      <a:extLst>
                        <a:ext uri="{FF2B5EF4-FFF2-40B4-BE49-F238E27FC236}">
                          <a16:creationId xmlns:a16="http://schemas.microsoft.com/office/drawing/2014/main" id="{E6CC348B-EBAB-47CF-BAD0-66B95838B20F}"/>
                        </a:ext>
                      </a:extLst>
                    </p:cNvPr>
                    <p:cNvGrpSpPr>
                      <a:grpSpLocks/>
                    </p:cNvGrpSpPr>
                    <p:nvPr/>
                  </p:nvGrpSpPr>
                  <p:grpSpPr bwMode="auto">
                    <a:xfrm>
                      <a:off x="3556" y="1060"/>
                      <a:ext cx="616" cy="217"/>
                      <a:chOff x="3556" y="1060"/>
                      <a:chExt cx="616" cy="217"/>
                    </a:xfrm>
                  </p:grpSpPr>
                  <p:sp>
                    <p:nvSpPr>
                      <p:cNvPr id="20536" name="Rectangle 30">
                        <a:extLst>
                          <a:ext uri="{FF2B5EF4-FFF2-40B4-BE49-F238E27FC236}">
                            <a16:creationId xmlns:a16="http://schemas.microsoft.com/office/drawing/2014/main" id="{D92D790F-DB4C-4056-9E42-B18E7E4870A3}"/>
                          </a:ext>
                        </a:extLst>
                      </p:cNvPr>
                      <p:cNvSpPr>
                        <a:spLocks noChangeArrowheads="1"/>
                      </p:cNvSpPr>
                      <p:nvPr/>
                    </p:nvSpPr>
                    <p:spPr bwMode="auto">
                      <a:xfrm>
                        <a:off x="3556" y="1060"/>
                        <a:ext cx="616"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0537" name="Rectangle 31">
                        <a:extLst>
                          <a:ext uri="{FF2B5EF4-FFF2-40B4-BE49-F238E27FC236}">
                            <a16:creationId xmlns:a16="http://schemas.microsoft.com/office/drawing/2014/main" id="{B15F17D5-65AE-4B67-AAC1-1F4C111F9318}"/>
                          </a:ext>
                        </a:extLst>
                      </p:cNvPr>
                      <p:cNvSpPr>
                        <a:spLocks noChangeArrowheads="1"/>
                      </p:cNvSpPr>
                      <p:nvPr/>
                    </p:nvSpPr>
                    <p:spPr bwMode="auto">
                      <a:xfrm>
                        <a:off x="3734" y="1063"/>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rd</a:t>
                        </a:r>
                      </a:p>
                    </p:txBody>
                  </p:sp>
                </p:grpSp>
                <p:grpSp>
                  <p:nvGrpSpPr>
                    <p:cNvPr id="20530" name="Group 32">
                      <a:extLst>
                        <a:ext uri="{FF2B5EF4-FFF2-40B4-BE49-F238E27FC236}">
                          <a16:creationId xmlns:a16="http://schemas.microsoft.com/office/drawing/2014/main" id="{38E0AAD5-41B0-4E72-8E94-3FBDC5027547}"/>
                        </a:ext>
                      </a:extLst>
                    </p:cNvPr>
                    <p:cNvGrpSpPr>
                      <a:grpSpLocks/>
                    </p:cNvGrpSpPr>
                    <p:nvPr/>
                  </p:nvGrpSpPr>
                  <p:grpSpPr bwMode="auto">
                    <a:xfrm>
                      <a:off x="4180" y="1060"/>
                      <a:ext cx="616" cy="217"/>
                      <a:chOff x="4180" y="1060"/>
                      <a:chExt cx="616" cy="217"/>
                    </a:xfrm>
                  </p:grpSpPr>
                  <p:sp>
                    <p:nvSpPr>
                      <p:cNvPr id="20534" name="Rectangle 33">
                        <a:extLst>
                          <a:ext uri="{FF2B5EF4-FFF2-40B4-BE49-F238E27FC236}">
                            <a16:creationId xmlns:a16="http://schemas.microsoft.com/office/drawing/2014/main" id="{74264503-2E70-4E8E-9752-7FBA5CD5EA7E}"/>
                          </a:ext>
                        </a:extLst>
                      </p:cNvPr>
                      <p:cNvSpPr>
                        <a:spLocks noChangeArrowheads="1"/>
                      </p:cNvSpPr>
                      <p:nvPr/>
                    </p:nvSpPr>
                    <p:spPr bwMode="auto">
                      <a:xfrm>
                        <a:off x="4180" y="1060"/>
                        <a:ext cx="616"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0535" name="Rectangle 34">
                        <a:extLst>
                          <a:ext uri="{FF2B5EF4-FFF2-40B4-BE49-F238E27FC236}">
                            <a16:creationId xmlns:a16="http://schemas.microsoft.com/office/drawing/2014/main" id="{6C35D45D-5CE0-4D7E-9066-3B4E038B9CFA}"/>
                          </a:ext>
                        </a:extLst>
                      </p:cNvPr>
                      <p:cNvSpPr>
                        <a:spLocks noChangeArrowheads="1"/>
                      </p:cNvSpPr>
                      <p:nvPr/>
                    </p:nvSpPr>
                    <p:spPr bwMode="auto">
                      <a:xfrm>
                        <a:off x="4262" y="1063"/>
                        <a:ext cx="41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shamt</a:t>
                        </a:r>
                      </a:p>
                    </p:txBody>
                  </p:sp>
                </p:grpSp>
                <p:grpSp>
                  <p:nvGrpSpPr>
                    <p:cNvPr id="20531" name="Group 35">
                      <a:extLst>
                        <a:ext uri="{FF2B5EF4-FFF2-40B4-BE49-F238E27FC236}">
                          <a16:creationId xmlns:a16="http://schemas.microsoft.com/office/drawing/2014/main" id="{BA8B5C59-ACE8-4B65-AD93-CE010FBB4472}"/>
                        </a:ext>
                      </a:extLst>
                    </p:cNvPr>
                    <p:cNvGrpSpPr>
                      <a:grpSpLocks/>
                    </p:cNvGrpSpPr>
                    <p:nvPr/>
                  </p:nvGrpSpPr>
                  <p:grpSpPr bwMode="auto">
                    <a:xfrm>
                      <a:off x="4804" y="1060"/>
                      <a:ext cx="664" cy="217"/>
                      <a:chOff x="4804" y="1060"/>
                      <a:chExt cx="664" cy="217"/>
                    </a:xfrm>
                  </p:grpSpPr>
                  <p:sp>
                    <p:nvSpPr>
                      <p:cNvPr id="20532" name="Rectangle 36">
                        <a:extLst>
                          <a:ext uri="{FF2B5EF4-FFF2-40B4-BE49-F238E27FC236}">
                            <a16:creationId xmlns:a16="http://schemas.microsoft.com/office/drawing/2014/main" id="{C4FC07D6-83B2-4A06-AC6E-F8DB7D00D5E3}"/>
                          </a:ext>
                        </a:extLst>
                      </p:cNvPr>
                      <p:cNvSpPr>
                        <a:spLocks noChangeArrowheads="1"/>
                      </p:cNvSpPr>
                      <p:nvPr/>
                    </p:nvSpPr>
                    <p:spPr bwMode="auto">
                      <a:xfrm>
                        <a:off x="4804" y="1060"/>
                        <a:ext cx="664"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0533" name="Rectangle 37">
                        <a:extLst>
                          <a:ext uri="{FF2B5EF4-FFF2-40B4-BE49-F238E27FC236}">
                            <a16:creationId xmlns:a16="http://schemas.microsoft.com/office/drawing/2014/main" id="{F214E9E5-F60D-405A-8943-10F9570BE8EF}"/>
                          </a:ext>
                        </a:extLst>
                      </p:cNvPr>
                      <p:cNvSpPr>
                        <a:spLocks noChangeArrowheads="1"/>
                      </p:cNvSpPr>
                      <p:nvPr/>
                    </p:nvSpPr>
                    <p:spPr bwMode="auto">
                      <a:xfrm>
                        <a:off x="5000" y="1063"/>
                        <a:ext cx="37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funct</a:t>
                        </a:r>
                      </a:p>
                    </p:txBody>
                  </p:sp>
                </p:grpSp>
              </p:grpSp>
            </p:grpSp>
            <p:sp>
              <p:nvSpPr>
                <p:cNvPr id="20517" name="Rectangle 38">
                  <a:extLst>
                    <a:ext uri="{FF2B5EF4-FFF2-40B4-BE49-F238E27FC236}">
                      <a16:creationId xmlns:a16="http://schemas.microsoft.com/office/drawing/2014/main" id="{711712E9-C331-4DE7-B277-76C5572EF841}"/>
                    </a:ext>
                  </a:extLst>
                </p:cNvPr>
                <p:cNvSpPr>
                  <a:spLocks noChangeArrowheads="1"/>
                </p:cNvSpPr>
                <p:nvPr/>
              </p:nvSpPr>
              <p:spPr bwMode="auto">
                <a:xfrm>
                  <a:off x="5366" y="871"/>
                  <a:ext cx="16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20518" name="Rectangle 39">
                  <a:extLst>
                    <a:ext uri="{FF2B5EF4-FFF2-40B4-BE49-F238E27FC236}">
                      <a16:creationId xmlns:a16="http://schemas.microsoft.com/office/drawing/2014/main" id="{BF8A5496-9210-49C1-8D37-C1FE153D878F}"/>
                    </a:ext>
                  </a:extLst>
                </p:cNvPr>
                <p:cNvSpPr>
                  <a:spLocks noChangeArrowheads="1"/>
                </p:cNvSpPr>
                <p:nvPr/>
              </p:nvSpPr>
              <p:spPr bwMode="auto">
                <a:xfrm>
                  <a:off x="4646" y="871"/>
                  <a:ext cx="16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6</a:t>
                  </a:r>
                </a:p>
              </p:txBody>
            </p:sp>
            <p:sp>
              <p:nvSpPr>
                <p:cNvPr id="20519" name="Rectangle 40">
                  <a:extLst>
                    <a:ext uri="{FF2B5EF4-FFF2-40B4-BE49-F238E27FC236}">
                      <a16:creationId xmlns:a16="http://schemas.microsoft.com/office/drawing/2014/main" id="{7D7883FC-BEB0-4499-A9F0-89303F8FF507}"/>
                    </a:ext>
                  </a:extLst>
                </p:cNvPr>
                <p:cNvSpPr>
                  <a:spLocks noChangeArrowheads="1"/>
                </p:cNvSpPr>
                <p:nvPr/>
              </p:nvSpPr>
              <p:spPr bwMode="auto">
                <a:xfrm>
                  <a:off x="3974" y="871"/>
                  <a:ext cx="22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11</a:t>
                  </a:r>
                </a:p>
              </p:txBody>
            </p:sp>
            <p:sp>
              <p:nvSpPr>
                <p:cNvPr id="20520" name="Rectangle 41">
                  <a:extLst>
                    <a:ext uri="{FF2B5EF4-FFF2-40B4-BE49-F238E27FC236}">
                      <a16:creationId xmlns:a16="http://schemas.microsoft.com/office/drawing/2014/main" id="{F2842D62-5881-47FD-9DBA-0443C738FA29}"/>
                    </a:ext>
                  </a:extLst>
                </p:cNvPr>
                <p:cNvSpPr>
                  <a:spLocks noChangeArrowheads="1"/>
                </p:cNvSpPr>
                <p:nvPr/>
              </p:nvSpPr>
              <p:spPr bwMode="auto">
                <a:xfrm>
                  <a:off x="3350" y="871"/>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16</a:t>
                  </a:r>
                </a:p>
              </p:txBody>
            </p:sp>
            <p:sp>
              <p:nvSpPr>
                <p:cNvPr id="20521" name="Rectangle 42">
                  <a:extLst>
                    <a:ext uri="{FF2B5EF4-FFF2-40B4-BE49-F238E27FC236}">
                      <a16:creationId xmlns:a16="http://schemas.microsoft.com/office/drawing/2014/main" id="{9622C164-84CE-4E05-8471-DB843EC96820}"/>
                    </a:ext>
                  </a:extLst>
                </p:cNvPr>
                <p:cNvSpPr>
                  <a:spLocks noChangeArrowheads="1"/>
                </p:cNvSpPr>
                <p:nvPr/>
              </p:nvSpPr>
              <p:spPr bwMode="auto">
                <a:xfrm>
                  <a:off x="2726" y="871"/>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21</a:t>
                  </a:r>
                </a:p>
              </p:txBody>
            </p:sp>
            <p:sp>
              <p:nvSpPr>
                <p:cNvPr id="20522" name="Rectangle 43">
                  <a:extLst>
                    <a:ext uri="{FF2B5EF4-FFF2-40B4-BE49-F238E27FC236}">
                      <a16:creationId xmlns:a16="http://schemas.microsoft.com/office/drawing/2014/main" id="{F5D8957B-FEB1-4CDC-B132-262AFD77C009}"/>
                    </a:ext>
                  </a:extLst>
                </p:cNvPr>
                <p:cNvSpPr>
                  <a:spLocks noChangeArrowheads="1"/>
                </p:cNvSpPr>
                <p:nvPr/>
              </p:nvSpPr>
              <p:spPr bwMode="auto">
                <a:xfrm>
                  <a:off x="2102" y="871"/>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26</a:t>
                  </a:r>
                </a:p>
              </p:txBody>
            </p:sp>
            <p:sp>
              <p:nvSpPr>
                <p:cNvPr id="20523" name="Rectangle 44">
                  <a:extLst>
                    <a:ext uri="{FF2B5EF4-FFF2-40B4-BE49-F238E27FC236}">
                      <a16:creationId xmlns:a16="http://schemas.microsoft.com/office/drawing/2014/main" id="{6CA26BFF-F9A2-4DA6-9A63-1144B9CC6F7C}"/>
                    </a:ext>
                  </a:extLst>
                </p:cNvPr>
                <p:cNvSpPr>
                  <a:spLocks noChangeArrowheads="1"/>
                </p:cNvSpPr>
                <p:nvPr/>
              </p:nvSpPr>
              <p:spPr bwMode="auto">
                <a:xfrm>
                  <a:off x="1574" y="871"/>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31</a:t>
                  </a:r>
                </a:p>
              </p:txBody>
            </p:sp>
          </p:grpSp>
          <p:sp>
            <p:nvSpPr>
              <p:cNvPr id="20510" name="Rectangle 45">
                <a:extLst>
                  <a:ext uri="{FF2B5EF4-FFF2-40B4-BE49-F238E27FC236}">
                    <a16:creationId xmlns:a16="http://schemas.microsoft.com/office/drawing/2014/main" id="{4DD8F5A7-9CF2-47EE-810D-9D86BE12A41F}"/>
                  </a:ext>
                </a:extLst>
              </p:cNvPr>
              <p:cNvSpPr>
                <a:spLocks noChangeArrowheads="1"/>
              </p:cNvSpPr>
              <p:nvPr/>
            </p:nvSpPr>
            <p:spPr bwMode="auto">
              <a:xfrm>
                <a:off x="1814" y="1255"/>
                <a:ext cx="3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6 </a:t>
                </a:r>
                <a:r>
                  <a:rPr kumimoji="1" lang="en-US" altLang="zh-TW" sz="1200" b="0">
                    <a:latin typeface="Times New Roman" panose="02020603050405020304" pitchFamily="18" charset="0"/>
                    <a:ea typeface="新細明體" panose="02020500000000000000" pitchFamily="18" charset="-120"/>
                  </a:rPr>
                  <a:t>bits</a:t>
                </a:r>
              </a:p>
            </p:txBody>
          </p:sp>
          <p:sp>
            <p:nvSpPr>
              <p:cNvPr id="20511" name="Rectangle 46">
                <a:extLst>
                  <a:ext uri="{FF2B5EF4-FFF2-40B4-BE49-F238E27FC236}">
                    <a16:creationId xmlns:a16="http://schemas.microsoft.com/office/drawing/2014/main" id="{78D12296-8336-4C17-89E6-32DD72938B6E}"/>
                  </a:ext>
                </a:extLst>
              </p:cNvPr>
              <p:cNvSpPr>
                <a:spLocks noChangeArrowheads="1"/>
              </p:cNvSpPr>
              <p:nvPr/>
            </p:nvSpPr>
            <p:spPr bwMode="auto">
              <a:xfrm>
                <a:off x="4982" y="1255"/>
                <a:ext cx="3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6 </a:t>
                </a:r>
                <a:r>
                  <a:rPr kumimoji="1" lang="en-US" altLang="zh-TW" sz="1200" b="0">
                    <a:latin typeface="Times New Roman" panose="02020603050405020304" pitchFamily="18" charset="0"/>
                    <a:ea typeface="新細明體" panose="02020500000000000000" pitchFamily="18" charset="-120"/>
                  </a:rPr>
                  <a:t>bits</a:t>
                </a:r>
              </a:p>
            </p:txBody>
          </p:sp>
          <p:sp>
            <p:nvSpPr>
              <p:cNvPr id="20512" name="Rectangle 47">
                <a:extLst>
                  <a:ext uri="{FF2B5EF4-FFF2-40B4-BE49-F238E27FC236}">
                    <a16:creationId xmlns:a16="http://schemas.microsoft.com/office/drawing/2014/main" id="{29F5462B-1717-481C-BD56-EC22B858F619}"/>
                  </a:ext>
                </a:extLst>
              </p:cNvPr>
              <p:cNvSpPr>
                <a:spLocks noChangeArrowheads="1"/>
              </p:cNvSpPr>
              <p:nvPr/>
            </p:nvSpPr>
            <p:spPr bwMode="auto">
              <a:xfrm>
                <a:off x="4310" y="1255"/>
                <a:ext cx="3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5 </a:t>
                </a:r>
                <a:r>
                  <a:rPr kumimoji="1" lang="en-US" altLang="zh-TW" sz="1200" b="0">
                    <a:latin typeface="Times New Roman" panose="02020603050405020304" pitchFamily="18" charset="0"/>
                    <a:ea typeface="新細明體" panose="02020500000000000000" pitchFamily="18" charset="-120"/>
                  </a:rPr>
                  <a:t>bits</a:t>
                </a:r>
              </a:p>
            </p:txBody>
          </p:sp>
          <p:sp>
            <p:nvSpPr>
              <p:cNvPr id="20513" name="Rectangle 48">
                <a:extLst>
                  <a:ext uri="{FF2B5EF4-FFF2-40B4-BE49-F238E27FC236}">
                    <a16:creationId xmlns:a16="http://schemas.microsoft.com/office/drawing/2014/main" id="{58323BB2-5A0A-466B-B136-F97D2BA52D3B}"/>
                  </a:ext>
                </a:extLst>
              </p:cNvPr>
              <p:cNvSpPr>
                <a:spLocks noChangeArrowheads="1"/>
              </p:cNvSpPr>
              <p:nvPr/>
            </p:nvSpPr>
            <p:spPr bwMode="auto">
              <a:xfrm>
                <a:off x="3686" y="1255"/>
                <a:ext cx="3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5 </a:t>
                </a:r>
                <a:r>
                  <a:rPr kumimoji="1" lang="en-US" altLang="zh-TW" sz="1200" b="0">
                    <a:latin typeface="Times New Roman" panose="02020603050405020304" pitchFamily="18" charset="0"/>
                    <a:ea typeface="新細明體" panose="02020500000000000000" pitchFamily="18" charset="-120"/>
                  </a:rPr>
                  <a:t>bits</a:t>
                </a:r>
              </a:p>
            </p:txBody>
          </p:sp>
          <p:sp>
            <p:nvSpPr>
              <p:cNvPr id="20514" name="Rectangle 49">
                <a:extLst>
                  <a:ext uri="{FF2B5EF4-FFF2-40B4-BE49-F238E27FC236}">
                    <a16:creationId xmlns:a16="http://schemas.microsoft.com/office/drawing/2014/main" id="{FD910D33-1184-4A7E-B725-A25539C1256F}"/>
                  </a:ext>
                </a:extLst>
              </p:cNvPr>
              <p:cNvSpPr>
                <a:spLocks noChangeArrowheads="1"/>
              </p:cNvSpPr>
              <p:nvPr/>
            </p:nvSpPr>
            <p:spPr bwMode="auto">
              <a:xfrm>
                <a:off x="3062" y="1255"/>
                <a:ext cx="3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5 </a:t>
                </a:r>
                <a:r>
                  <a:rPr kumimoji="1" lang="en-US" altLang="zh-TW" sz="1200" b="0">
                    <a:latin typeface="Times New Roman" panose="02020603050405020304" pitchFamily="18" charset="0"/>
                    <a:ea typeface="新細明體" panose="02020500000000000000" pitchFamily="18" charset="-120"/>
                  </a:rPr>
                  <a:t>bits</a:t>
                </a:r>
              </a:p>
            </p:txBody>
          </p:sp>
          <p:sp>
            <p:nvSpPr>
              <p:cNvPr id="20515" name="Rectangle 50">
                <a:extLst>
                  <a:ext uri="{FF2B5EF4-FFF2-40B4-BE49-F238E27FC236}">
                    <a16:creationId xmlns:a16="http://schemas.microsoft.com/office/drawing/2014/main" id="{FC0B174E-DFB5-474C-9E47-A285541AFCBF}"/>
                  </a:ext>
                </a:extLst>
              </p:cNvPr>
              <p:cNvSpPr>
                <a:spLocks noChangeArrowheads="1"/>
              </p:cNvSpPr>
              <p:nvPr/>
            </p:nvSpPr>
            <p:spPr bwMode="auto">
              <a:xfrm>
                <a:off x="2438" y="1255"/>
                <a:ext cx="3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5 </a:t>
                </a:r>
                <a:r>
                  <a:rPr kumimoji="1" lang="en-US" altLang="zh-TW" sz="1200" b="0">
                    <a:latin typeface="Times New Roman" panose="02020603050405020304" pitchFamily="18" charset="0"/>
                    <a:ea typeface="新細明體" panose="02020500000000000000" pitchFamily="18" charset="-120"/>
                  </a:rPr>
                  <a:t>bits</a:t>
                </a:r>
              </a:p>
            </p:txBody>
          </p:sp>
        </p:grpSp>
        <p:grpSp>
          <p:nvGrpSpPr>
            <p:cNvPr id="20485" name="Group 51">
              <a:extLst>
                <a:ext uri="{FF2B5EF4-FFF2-40B4-BE49-F238E27FC236}">
                  <a16:creationId xmlns:a16="http://schemas.microsoft.com/office/drawing/2014/main" id="{7A57A671-FF85-46C3-A541-A86DBC28C15D}"/>
                </a:ext>
              </a:extLst>
            </p:cNvPr>
            <p:cNvGrpSpPr>
              <a:grpSpLocks/>
            </p:cNvGrpSpPr>
            <p:nvPr/>
          </p:nvGrpSpPr>
          <p:grpSpPr bwMode="auto">
            <a:xfrm>
              <a:off x="2887266" y="1739504"/>
              <a:ext cx="5107980" cy="711994"/>
              <a:chOff x="1574" y="1399"/>
              <a:chExt cx="3960" cy="598"/>
            </a:xfrm>
          </p:grpSpPr>
          <p:sp>
            <p:nvSpPr>
              <p:cNvPr id="20488" name="Rectangle 52">
                <a:extLst>
                  <a:ext uri="{FF2B5EF4-FFF2-40B4-BE49-F238E27FC236}">
                    <a16:creationId xmlns:a16="http://schemas.microsoft.com/office/drawing/2014/main" id="{7B569DDC-3B64-413F-83A9-DF677B2F3515}"/>
                  </a:ext>
                </a:extLst>
              </p:cNvPr>
              <p:cNvSpPr>
                <a:spLocks noChangeArrowheads="1"/>
              </p:cNvSpPr>
              <p:nvPr/>
            </p:nvSpPr>
            <p:spPr bwMode="auto">
              <a:xfrm>
                <a:off x="1640" y="1592"/>
                <a:ext cx="382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grpSp>
            <p:nvGrpSpPr>
              <p:cNvPr id="20489" name="Group 53">
                <a:extLst>
                  <a:ext uri="{FF2B5EF4-FFF2-40B4-BE49-F238E27FC236}">
                    <a16:creationId xmlns:a16="http://schemas.microsoft.com/office/drawing/2014/main" id="{C6ACD12C-4D1D-4711-B700-27EF293AAC6A}"/>
                  </a:ext>
                </a:extLst>
              </p:cNvPr>
              <p:cNvGrpSpPr>
                <a:grpSpLocks/>
              </p:cNvGrpSpPr>
              <p:nvPr/>
            </p:nvGrpSpPr>
            <p:grpSpPr bwMode="auto">
              <a:xfrm>
                <a:off x="1636" y="1588"/>
                <a:ext cx="664" cy="217"/>
                <a:chOff x="1636" y="1588"/>
                <a:chExt cx="664" cy="217"/>
              </a:xfrm>
            </p:grpSpPr>
            <p:sp>
              <p:nvSpPr>
                <p:cNvPr id="20507" name="Rectangle 54">
                  <a:extLst>
                    <a:ext uri="{FF2B5EF4-FFF2-40B4-BE49-F238E27FC236}">
                      <a16:creationId xmlns:a16="http://schemas.microsoft.com/office/drawing/2014/main" id="{487DFD1C-C7FD-4126-ADDB-4B67BA52DD11}"/>
                    </a:ext>
                  </a:extLst>
                </p:cNvPr>
                <p:cNvSpPr>
                  <a:spLocks noChangeArrowheads="1"/>
                </p:cNvSpPr>
                <p:nvPr/>
              </p:nvSpPr>
              <p:spPr bwMode="auto">
                <a:xfrm>
                  <a:off x="1636" y="1588"/>
                  <a:ext cx="664"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0508" name="Rectangle 55">
                  <a:extLst>
                    <a:ext uri="{FF2B5EF4-FFF2-40B4-BE49-F238E27FC236}">
                      <a16:creationId xmlns:a16="http://schemas.microsoft.com/office/drawing/2014/main" id="{B4D3A223-4A17-4FE4-91B0-6AC2EF20FF0E}"/>
                    </a:ext>
                  </a:extLst>
                </p:cNvPr>
                <p:cNvSpPr>
                  <a:spLocks noChangeArrowheads="1"/>
                </p:cNvSpPr>
                <p:nvPr/>
              </p:nvSpPr>
              <p:spPr bwMode="auto">
                <a:xfrm>
                  <a:off x="1832" y="1591"/>
                  <a:ext cx="23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op</a:t>
                  </a:r>
                </a:p>
              </p:txBody>
            </p:sp>
          </p:grpSp>
          <p:grpSp>
            <p:nvGrpSpPr>
              <p:cNvPr id="20490" name="Group 56">
                <a:extLst>
                  <a:ext uri="{FF2B5EF4-FFF2-40B4-BE49-F238E27FC236}">
                    <a16:creationId xmlns:a16="http://schemas.microsoft.com/office/drawing/2014/main" id="{8719CEC3-294E-492D-8FF4-10ED0893CB0B}"/>
                  </a:ext>
                </a:extLst>
              </p:cNvPr>
              <p:cNvGrpSpPr>
                <a:grpSpLocks/>
              </p:cNvGrpSpPr>
              <p:nvPr/>
            </p:nvGrpSpPr>
            <p:grpSpPr bwMode="auto">
              <a:xfrm>
                <a:off x="2308" y="1588"/>
                <a:ext cx="616" cy="217"/>
                <a:chOff x="2308" y="1588"/>
                <a:chExt cx="616" cy="217"/>
              </a:xfrm>
            </p:grpSpPr>
            <p:sp>
              <p:nvSpPr>
                <p:cNvPr id="20505" name="Rectangle 57">
                  <a:extLst>
                    <a:ext uri="{FF2B5EF4-FFF2-40B4-BE49-F238E27FC236}">
                      <a16:creationId xmlns:a16="http://schemas.microsoft.com/office/drawing/2014/main" id="{236AF82D-5F18-4F16-9122-5E898FC8CE36}"/>
                    </a:ext>
                  </a:extLst>
                </p:cNvPr>
                <p:cNvSpPr>
                  <a:spLocks noChangeArrowheads="1"/>
                </p:cNvSpPr>
                <p:nvPr/>
              </p:nvSpPr>
              <p:spPr bwMode="auto">
                <a:xfrm>
                  <a:off x="2308" y="1588"/>
                  <a:ext cx="616"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0506" name="Rectangle 58">
                  <a:extLst>
                    <a:ext uri="{FF2B5EF4-FFF2-40B4-BE49-F238E27FC236}">
                      <a16:creationId xmlns:a16="http://schemas.microsoft.com/office/drawing/2014/main" id="{AFF02D6B-18E7-4B72-9942-C4DF15311C9C}"/>
                    </a:ext>
                  </a:extLst>
                </p:cNvPr>
                <p:cNvSpPr>
                  <a:spLocks noChangeArrowheads="1"/>
                </p:cNvSpPr>
                <p:nvPr/>
              </p:nvSpPr>
              <p:spPr bwMode="auto">
                <a:xfrm>
                  <a:off x="2486" y="1591"/>
                  <a:ext cx="20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rs</a:t>
                  </a:r>
                </a:p>
              </p:txBody>
            </p:sp>
          </p:grpSp>
          <p:grpSp>
            <p:nvGrpSpPr>
              <p:cNvPr id="20491" name="Group 59">
                <a:extLst>
                  <a:ext uri="{FF2B5EF4-FFF2-40B4-BE49-F238E27FC236}">
                    <a16:creationId xmlns:a16="http://schemas.microsoft.com/office/drawing/2014/main" id="{34663120-9B1E-47A1-8641-ACA669C53E01}"/>
                  </a:ext>
                </a:extLst>
              </p:cNvPr>
              <p:cNvGrpSpPr>
                <a:grpSpLocks/>
              </p:cNvGrpSpPr>
              <p:nvPr/>
            </p:nvGrpSpPr>
            <p:grpSpPr bwMode="auto">
              <a:xfrm>
                <a:off x="2932" y="1588"/>
                <a:ext cx="616" cy="217"/>
                <a:chOff x="2932" y="1588"/>
                <a:chExt cx="616" cy="217"/>
              </a:xfrm>
            </p:grpSpPr>
            <p:sp>
              <p:nvSpPr>
                <p:cNvPr id="20503" name="Rectangle 60">
                  <a:extLst>
                    <a:ext uri="{FF2B5EF4-FFF2-40B4-BE49-F238E27FC236}">
                      <a16:creationId xmlns:a16="http://schemas.microsoft.com/office/drawing/2014/main" id="{DD8D3CC4-1318-4352-A692-E3CA61453C15}"/>
                    </a:ext>
                  </a:extLst>
                </p:cNvPr>
                <p:cNvSpPr>
                  <a:spLocks noChangeArrowheads="1"/>
                </p:cNvSpPr>
                <p:nvPr/>
              </p:nvSpPr>
              <p:spPr bwMode="auto">
                <a:xfrm>
                  <a:off x="2932" y="1588"/>
                  <a:ext cx="616"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0504" name="Rectangle 61">
                  <a:extLst>
                    <a:ext uri="{FF2B5EF4-FFF2-40B4-BE49-F238E27FC236}">
                      <a16:creationId xmlns:a16="http://schemas.microsoft.com/office/drawing/2014/main" id="{E47A1AF3-170C-43BB-9568-66FDC1F91C84}"/>
                    </a:ext>
                  </a:extLst>
                </p:cNvPr>
                <p:cNvSpPr>
                  <a:spLocks noChangeArrowheads="1"/>
                </p:cNvSpPr>
                <p:nvPr/>
              </p:nvSpPr>
              <p:spPr bwMode="auto">
                <a:xfrm>
                  <a:off x="3110" y="1591"/>
                  <a:ext cx="201"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rt</a:t>
                  </a:r>
                </a:p>
              </p:txBody>
            </p:sp>
          </p:grpSp>
          <p:sp>
            <p:nvSpPr>
              <p:cNvPr id="20492" name="Rectangle 62">
                <a:extLst>
                  <a:ext uri="{FF2B5EF4-FFF2-40B4-BE49-F238E27FC236}">
                    <a16:creationId xmlns:a16="http://schemas.microsoft.com/office/drawing/2014/main" id="{98952BB7-31BE-4601-A49A-37EB7CEB3DF4}"/>
                  </a:ext>
                </a:extLst>
              </p:cNvPr>
              <p:cNvSpPr>
                <a:spLocks noChangeArrowheads="1"/>
              </p:cNvSpPr>
              <p:nvPr/>
            </p:nvSpPr>
            <p:spPr bwMode="auto">
              <a:xfrm>
                <a:off x="3556" y="1588"/>
                <a:ext cx="1912"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0493" name="Rectangle 63">
                <a:extLst>
                  <a:ext uri="{FF2B5EF4-FFF2-40B4-BE49-F238E27FC236}">
                    <a16:creationId xmlns:a16="http://schemas.microsoft.com/office/drawing/2014/main" id="{9B33B599-7F0E-4461-80B4-A7D63E6F29DA}"/>
                  </a:ext>
                </a:extLst>
              </p:cNvPr>
              <p:cNvSpPr>
                <a:spLocks noChangeArrowheads="1"/>
              </p:cNvSpPr>
              <p:nvPr/>
            </p:nvSpPr>
            <p:spPr bwMode="auto">
              <a:xfrm>
                <a:off x="4134" y="1580"/>
                <a:ext cx="64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immediate</a:t>
                </a:r>
              </a:p>
            </p:txBody>
          </p:sp>
          <p:sp>
            <p:nvSpPr>
              <p:cNvPr id="20494" name="Rectangle 64">
                <a:extLst>
                  <a:ext uri="{FF2B5EF4-FFF2-40B4-BE49-F238E27FC236}">
                    <a16:creationId xmlns:a16="http://schemas.microsoft.com/office/drawing/2014/main" id="{EC68B307-58B2-40E0-9A32-D1986F308DA1}"/>
                  </a:ext>
                </a:extLst>
              </p:cNvPr>
              <p:cNvSpPr>
                <a:spLocks noChangeArrowheads="1"/>
              </p:cNvSpPr>
              <p:nvPr/>
            </p:nvSpPr>
            <p:spPr bwMode="auto">
              <a:xfrm>
                <a:off x="5366" y="1399"/>
                <a:ext cx="16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20495" name="Rectangle 65">
                <a:extLst>
                  <a:ext uri="{FF2B5EF4-FFF2-40B4-BE49-F238E27FC236}">
                    <a16:creationId xmlns:a16="http://schemas.microsoft.com/office/drawing/2014/main" id="{FBD3978E-308B-44F2-BC96-73E4D77F89E8}"/>
                  </a:ext>
                </a:extLst>
              </p:cNvPr>
              <p:cNvSpPr>
                <a:spLocks noChangeArrowheads="1"/>
              </p:cNvSpPr>
              <p:nvPr/>
            </p:nvSpPr>
            <p:spPr bwMode="auto">
              <a:xfrm>
                <a:off x="3350" y="1399"/>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16</a:t>
                </a:r>
              </a:p>
            </p:txBody>
          </p:sp>
          <p:sp>
            <p:nvSpPr>
              <p:cNvPr id="20496" name="Rectangle 66">
                <a:extLst>
                  <a:ext uri="{FF2B5EF4-FFF2-40B4-BE49-F238E27FC236}">
                    <a16:creationId xmlns:a16="http://schemas.microsoft.com/office/drawing/2014/main" id="{8FDED6ED-9487-4B16-A42B-A51DDECBA7B9}"/>
                  </a:ext>
                </a:extLst>
              </p:cNvPr>
              <p:cNvSpPr>
                <a:spLocks noChangeArrowheads="1"/>
              </p:cNvSpPr>
              <p:nvPr/>
            </p:nvSpPr>
            <p:spPr bwMode="auto">
              <a:xfrm>
                <a:off x="2726" y="1399"/>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21</a:t>
                </a:r>
              </a:p>
            </p:txBody>
          </p:sp>
          <p:sp>
            <p:nvSpPr>
              <p:cNvPr id="20497" name="Rectangle 67">
                <a:extLst>
                  <a:ext uri="{FF2B5EF4-FFF2-40B4-BE49-F238E27FC236}">
                    <a16:creationId xmlns:a16="http://schemas.microsoft.com/office/drawing/2014/main" id="{9D311B0B-29F1-4897-89BB-B27B243F27FF}"/>
                  </a:ext>
                </a:extLst>
              </p:cNvPr>
              <p:cNvSpPr>
                <a:spLocks noChangeArrowheads="1"/>
              </p:cNvSpPr>
              <p:nvPr/>
            </p:nvSpPr>
            <p:spPr bwMode="auto">
              <a:xfrm>
                <a:off x="2102" y="1399"/>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26</a:t>
                </a:r>
              </a:p>
            </p:txBody>
          </p:sp>
          <p:sp>
            <p:nvSpPr>
              <p:cNvPr id="20498" name="Rectangle 68">
                <a:extLst>
                  <a:ext uri="{FF2B5EF4-FFF2-40B4-BE49-F238E27FC236}">
                    <a16:creationId xmlns:a16="http://schemas.microsoft.com/office/drawing/2014/main" id="{F087AF19-D298-4BC6-A07A-AB6FFC0AC819}"/>
                  </a:ext>
                </a:extLst>
              </p:cNvPr>
              <p:cNvSpPr>
                <a:spLocks noChangeArrowheads="1"/>
              </p:cNvSpPr>
              <p:nvPr/>
            </p:nvSpPr>
            <p:spPr bwMode="auto">
              <a:xfrm>
                <a:off x="1574" y="1399"/>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31</a:t>
                </a:r>
              </a:p>
            </p:txBody>
          </p:sp>
          <p:sp>
            <p:nvSpPr>
              <p:cNvPr id="20499" name="Rectangle 69">
                <a:extLst>
                  <a:ext uri="{FF2B5EF4-FFF2-40B4-BE49-F238E27FC236}">
                    <a16:creationId xmlns:a16="http://schemas.microsoft.com/office/drawing/2014/main" id="{7E28C373-16CE-4AC7-A410-EDB79D29F22B}"/>
                  </a:ext>
                </a:extLst>
              </p:cNvPr>
              <p:cNvSpPr>
                <a:spLocks noChangeArrowheads="1"/>
              </p:cNvSpPr>
              <p:nvPr/>
            </p:nvSpPr>
            <p:spPr bwMode="auto">
              <a:xfrm>
                <a:off x="1814" y="1783"/>
                <a:ext cx="3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6 </a:t>
                </a:r>
                <a:r>
                  <a:rPr kumimoji="1" lang="en-US" altLang="zh-TW" sz="1200" b="0">
                    <a:latin typeface="Times New Roman" panose="02020603050405020304" pitchFamily="18" charset="0"/>
                    <a:ea typeface="新細明體" panose="02020500000000000000" pitchFamily="18" charset="-120"/>
                  </a:rPr>
                  <a:t>bits</a:t>
                </a:r>
              </a:p>
            </p:txBody>
          </p:sp>
          <p:sp>
            <p:nvSpPr>
              <p:cNvPr id="20500" name="Rectangle 70">
                <a:extLst>
                  <a:ext uri="{FF2B5EF4-FFF2-40B4-BE49-F238E27FC236}">
                    <a16:creationId xmlns:a16="http://schemas.microsoft.com/office/drawing/2014/main" id="{31206D67-3255-4465-A3EC-5C2156B628D0}"/>
                  </a:ext>
                </a:extLst>
              </p:cNvPr>
              <p:cNvSpPr>
                <a:spLocks noChangeArrowheads="1"/>
              </p:cNvSpPr>
              <p:nvPr/>
            </p:nvSpPr>
            <p:spPr bwMode="auto">
              <a:xfrm>
                <a:off x="4262" y="1783"/>
                <a:ext cx="43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16 </a:t>
                </a:r>
                <a:r>
                  <a:rPr kumimoji="1" lang="en-US" altLang="zh-TW" sz="1200" b="0">
                    <a:latin typeface="Times New Roman" panose="02020603050405020304" pitchFamily="18" charset="0"/>
                    <a:ea typeface="新細明體" panose="02020500000000000000" pitchFamily="18" charset="-120"/>
                  </a:rPr>
                  <a:t>bits</a:t>
                </a:r>
              </a:p>
            </p:txBody>
          </p:sp>
          <p:sp>
            <p:nvSpPr>
              <p:cNvPr id="20501" name="Rectangle 71">
                <a:extLst>
                  <a:ext uri="{FF2B5EF4-FFF2-40B4-BE49-F238E27FC236}">
                    <a16:creationId xmlns:a16="http://schemas.microsoft.com/office/drawing/2014/main" id="{6D9E24B6-2950-4501-8CFE-C70787EE281E}"/>
                  </a:ext>
                </a:extLst>
              </p:cNvPr>
              <p:cNvSpPr>
                <a:spLocks noChangeArrowheads="1"/>
              </p:cNvSpPr>
              <p:nvPr/>
            </p:nvSpPr>
            <p:spPr bwMode="auto">
              <a:xfrm>
                <a:off x="3062" y="1783"/>
                <a:ext cx="3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5 </a:t>
                </a:r>
                <a:r>
                  <a:rPr kumimoji="1" lang="en-US" altLang="zh-TW" sz="1200" b="0">
                    <a:latin typeface="Times New Roman" panose="02020603050405020304" pitchFamily="18" charset="0"/>
                    <a:ea typeface="新細明體" panose="02020500000000000000" pitchFamily="18" charset="-120"/>
                  </a:rPr>
                  <a:t>bits</a:t>
                </a:r>
              </a:p>
            </p:txBody>
          </p:sp>
          <p:sp>
            <p:nvSpPr>
              <p:cNvPr id="20502" name="Rectangle 72">
                <a:extLst>
                  <a:ext uri="{FF2B5EF4-FFF2-40B4-BE49-F238E27FC236}">
                    <a16:creationId xmlns:a16="http://schemas.microsoft.com/office/drawing/2014/main" id="{8A68A1EB-F6EA-4578-9B92-4CF4722B2C4B}"/>
                  </a:ext>
                </a:extLst>
              </p:cNvPr>
              <p:cNvSpPr>
                <a:spLocks noChangeArrowheads="1"/>
              </p:cNvSpPr>
              <p:nvPr/>
            </p:nvSpPr>
            <p:spPr bwMode="auto">
              <a:xfrm>
                <a:off x="2438" y="1783"/>
                <a:ext cx="3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5 </a:t>
                </a:r>
                <a:r>
                  <a:rPr kumimoji="1" lang="en-US" altLang="zh-TW" sz="1200" b="0">
                    <a:latin typeface="Times New Roman" panose="02020603050405020304" pitchFamily="18" charset="0"/>
                    <a:ea typeface="新細明體" panose="02020500000000000000" pitchFamily="18" charset="-120"/>
                  </a:rPr>
                  <a:t>bits</a:t>
                </a:r>
              </a:p>
            </p:txBody>
          </p:sp>
        </p:grpSp>
      </p:grpSp>
      <p:sp>
        <p:nvSpPr>
          <p:cNvPr id="20486" name="Rectangle 73">
            <a:extLst>
              <a:ext uri="{FF2B5EF4-FFF2-40B4-BE49-F238E27FC236}">
                <a16:creationId xmlns:a16="http://schemas.microsoft.com/office/drawing/2014/main" id="{72705575-6D57-4991-AC9C-148C1EB595AA}"/>
              </a:ext>
            </a:extLst>
          </p:cNvPr>
          <p:cNvSpPr>
            <a:spLocks noGrp="1" noChangeArrowheads="1"/>
          </p:cNvSpPr>
          <p:nvPr>
            <p:ph type="title"/>
          </p:nvPr>
        </p:nvSpPr>
        <p:spPr>
          <a:xfrm>
            <a:off x="952821" y="107576"/>
            <a:ext cx="6776718" cy="537883"/>
          </a:xfrm>
        </p:spPr>
        <p:txBody>
          <a:bodyPr/>
          <a:lstStyle/>
          <a:p>
            <a:r>
              <a:rPr lang="en-US" altLang="zh-TW" dirty="0"/>
              <a:t>Step 1 - Analyze Instruction Set</a:t>
            </a:r>
          </a:p>
        </p:txBody>
      </p:sp>
      <p:sp>
        <p:nvSpPr>
          <p:cNvPr id="75" name="灯片编号占位符 5">
            <a:extLst>
              <a:ext uri="{FF2B5EF4-FFF2-40B4-BE49-F238E27FC236}">
                <a16:creationId xmlns:a16="http://schemas.microsoft.com/office/drawing/2014/main" id="{A9E0B074-AE0D-43B9-82B3-213618DE150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15</a:t>
            </a:fld>
            <a:endParaRPr lang="zh-TW"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B549DA6-B0F4-4FA4-A56F-C47A52D65A88}"/>
              </a:ext>
            </a:extLst>
          </p:cNvPr>
          <p:cNvGrpSpPr/>
          <p:nvPr/>
        </p:nvGrpSpPr>
        <p:grpSpPr>
          <a:xfrm>
            <a:off x="3353231" y="1416946"/>
            <a:ext cx="4825603" cy="2683528"/>
            <a:chOff x="3330179" y="1347789"/>
            <a:chExt cx="4825603" cy="2683528"/>
          </a:xfrm>
        </p:grpSpPr>
        <p:grpSp>
          <p:nvGrpSpPr>
            <p:cNvPr id="21506" name="Group 2">
              <a:extLst>
                <a:ext uri="{FF2B5EF4-FFF2-40B4-BE49-F238E27FC236}">
                  <a16:creationId xmlns:a16="http://schemas.microsoft.com/office/drawing/2014/main" id="{D6A1723F-CA07-44B1-95E8-6CA3F3B51CF1}"/>
                </a:ext>
              </a:extLst>
            </p:cNvPr>
            <p:cNvGrpSpPr>
              <a:grpSpLocks/>
            </p:cNvGrpSpPr>
            <p:nvPr/>
          </p:nvGrpSpPr>
          <p:grpSpPr bwMode="auto">
            <a:xfrm>
              <a:off x="3330179" y="1347789"/>
              <a:ext cx="4820842" cy="711994"/>
              <a:chOff x="1917" y="679"/>
              <a:chExt cx="3738" cy="598"/>
            </a:xfrm>
          </p:grpSpPr>
          <p:grpSp>
            <p:nvGrpSpPr>
              <p:cNvPr id="21545" name="Group 3">
                <a:extLst>
                  <a:ext uri="{FF2B5EF4-FFF2-40B4-BE49-F238E27FC236}">
                    <a16:creationId xmlns:a16="http://schemas.microsoft.com/office/drawing/2014/main" id="{F5A3041D-E3FE-4DE4-A53D-BEDFF9F8DA34}"/>
                  </a:ext>
                </a:extLst>
              </p:cNvPr>
              <p:cNvGrpSpPr>
                <a:grpSpLocks/>
              </p:cNvGrpSpPr>
              <p:nvPr/>
            </p:nvGrpSpPr>
            <p:grpSpPr bwMode="auto">
              <a:xfrm>
                <a:off x="1917" y="679"/>
                <a:ext cx="3738" cy="406"/>
                <a:chOff x="1917" y="679"/>
                <a:chExt cx="3738" cy="406"/>
              </a:xfrm>
            </p:grpSpPr>
            <p:grpSp>
              <p:nvGrpSpPr>
                <p:cNvPr id="21552" name="Group 4">
                  <a:extLst>
                    <a:ext uri="{FF2B5EF4-FFF2-40B4-BE49-F238E27FC236}">
                      <a16:creationId xmlns:a16="http://schemas.microsoft.com/office/drawing/2014/main" id="{B9FA412C-549E-43A3-8EC3-12A937D011F5}"/>
                    </a:ext>
                  </a:extLst>
                </p:cNvPr>
                <p:cNvGrpSpPr>
                  <a:grpSpLocks/>
                </p:cNvGrpSpPr>
                <p:nvPr/>
              </p:nvGrpSpPr>
              <p:grpSpPr bwMode="auto">
                <a:xfrm>
                  <a:off x="1979" y="868"/>
                  <a:ext cx="3607" cy="217"/>
                  <a:chOff x="1979" y="868"/>
                  <a:chExt cx="3607" cy="217"/>
                </a:xfrm>
              </p:grpSpPr>
              <p:sp>
                <p:nvSpPr>
                  <p:cNvPr id="21560" name="Rectangle 5">
                    <a:extLst>
                      <a:ext uri="{FF2B5EF4-FFF2-40B4-BE49-F238E27FC236}">
                        <a16:creationId xmlns:a16="http://schemas.microsoft.com/office/drawing/2014/main" id="{ABF9E27A-DD49-4456-83CF-A22797340CBA}"/>
                      </a:ext>
                    </a:extLst>
                  </p:cNvPr>
                  <p:cNvSpPr>
                    <a:spLocks noChangeArrowheads="1"/>
                  </p:cNvSpPr>
                  <p:nvPr/>
                </p:nvSpPr>
                <p:spPr bwMode="auto">
                  <a:xfrm>
                    <a:off x="1983" y="872"/>
                    <a:ext cx="3599"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grpSp>
                <p:nvGrpSpPr>
                  <p:cNvPr id="21561" name="Group 6">
                    <a:extLst>
                      <a:ext uri="{FF2B5EF4-FFF2-40B4-BE49-F238E27FC236}">
                        <a16:creationId xmlns:a16="http://schemas.microsoft.com/office/drawing/2014/main" id="{EE134FA1-5A32-4B92-9F7E-878DF2C5CD38}"/>
                      </a:ext>
                    </a:extLst>
                  </p:cNvPr>
                  <p:cNvGrpSpPr>
                    <a:grpSpLocks/>
                  </p:cNvGrpSpPr>
                  <p:nvPr/>
                </p:nvGrpSpPr>
                <p:grpSpPr bwMode="auto">
                  <a:xfrm>
                    <a:off x="1979" y="868"/>
                    <a:ext cx="3607" cy="217"/>
                    <a:chOff x="1979" y="868"/>
                    <a:chExt cx="3607" cy="217"/>
                  </a:xfrm>
                </p:grpSpPr>
                <p:grpSp>
                  <p:nvGrpSpPr>
                    <p:cNvPr id="21562" name="Group 7">
                      <a:extLst>
                        <a:ext uri="{FF2B5EF4-FFF2-40B4-BE49-F238E27FC236}">
                          <a16:creationId xmlns:a16="http://schemas.microsoft.com/office/drawing/2014/main" id="{F2475FFD-2DC0-499A-A5DC-572F80EE5A75}"/>
                        </a:ext>
                      </a:extLst>
                    </p:cNvPr>
                    <p:cNvGrpSpPr>
                      <a:grpSpLocks/>
                    </p:cNvGrpSpPr>
                    <p:nvPr/>
                  </p:nvGrpSpPr>
                  <p:grpSpPr bwMode="auto">
                    <a:xfrm>
                      <a:off x="1979" y="868"/>
                      <a:ext cx="624" cy="217"/>
                      <a:chOff x="1979" y="868"/>
                      <a:chExt cx="624" cy="217"/>
                    </a:xfrm>
                  </p:grpSpPr>
                  <p:sp>
                    <p:nvSpPr>
                      <p:cNvPr id="21578" name="Rectangle 8">
                        <a:extLst>
                          <a:ext uri="{FF2B5EF4-FFF2-40B4-BE49-F238E27FC236}">
                            <a16:creationId xmlns:a16="http://schemas.microsoft.com/office/drawing/2014/main" id="{9900A1A6-02DE-470F-B866-EE6F309F262D}"/>
                          </a:ext>
                        </a:extLst>
                      </p:cNvPr>
                      <p:cNvSpPr>
                        <a:spLocks noChangeArrowheads="1"/>
                      </p:cNvSpPr>
                      <p:nvPr/>
                    </p:nvSpPr>
                    <p:spPr bwMode="auto">
                      <a:xfrm>
                        <a:off x="1979" y="868"/>
                        <a:ext cx="624"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79" name="Rectangle 9">
                        <a:extLst>
                          <a:ext uri="{FF2B5EF4-FFF2-40B4-BE49-F238E27FC236}">
                            <a16:creationId xmlns:a16="http://schemas.microsoft.com/office/drawing/2014/main" id="{34B8802A-2780-4886-98BE-553624226217}"/>
                          </a:ext>
                        </a:extLst>
                      </p:cNvPr>
                      <p:cNvSpPr>
                        <a:spLocks noChangeArrowheads="1"/>
                      </p:cNvSpPr>
                      <p:nvPr/>
                    </p:nvSpPr>
                    <p:spPr bwMode="auto">
                      <a:xfrm>
                        <a:off x="2160" y="871"/>
                        <a:ext cx="23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op</a:t>
                        </a:r>
                      </a:p>
                    </p:txBody>
                  </p:sp>
                </p:grpSp>
                <p:grpSp>
                  <p:nvGrpSpPr>
                    <p:cNvPr id="21563" name="Group 10">
                      <a:extLst>
                        <a:ext uri="{FF2B5EF4-FFF2-40B4-BE49-F238E27FC236}">
                          <a16:creationId xmlns:a16="http://schemas.microsoft.com/office/drawing/2014/main" id="{B60E8D4F-EC92-4F66-98AA-611747F0344E}"/>
                        </a:ext>
                      </a:extLst>
                    </p:cNvPr>
                    <p:cNvGrpSpPr>
                      <a:grpSpLocks/>
                    </p:cNvGrpSpPr>
                    <p:nvPr/>
                  </p:nvGrpSpPr>
                  <p:grpSpPr bwMode="auto">
                    <a:xfrm>
                      <a:off x="2611" y="868"/>
                      <a:ext cx="580" cy="217"/>
                      <a:chOff x="2611" y="868"/>
                      <a:chExt cx="580" cy="217"/>
                    </a:xfrm>
                  </p:grpSpPr>
                  <p:sp>
                    <p:nvSpPr>
                      <p:cNvPr id="21576" name="Rectangle 11">
                        <a:extLst>
                          <a:ext uri="{FF2B5EF4-FFF2-40B4-BE49-F238E27FC236}">
                            <a16:creationId xmlns:a16="http://schemas.microsoft.com/office/drawing/2014/main" id="{7FAE921D-D5CD-4DA9-80E1-CC7B39DDD9C8}"/>
                          </a:ext>
                        </a:extLst>
                      </p:cNvPr>
                      <p:cNvSpPr>
                        <a:spLocks noChangeArrowheads="1"/>
                      </p:cNvSpPr>
                      <p:nvPr/>
                    </p:nvSpPr>
                    <p:spPr bwMode="auto">
                      <a:xfrm>
                        <a:off x="2611" y="868"/>
                        <a:ext cx="580"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77" name="Rectangle 12">
                        <a:extLst>
                          <a:ext uri="{FF2B5EF4-FFF2-40B4-BE49-F238E27FC236}">
                            <a16:creationId xmlns:a16="http://schemas.microsoft.com/office/drawing/2014/main" id="{3704FC94-2037-42E3-898D-8247D0DBD6F6}"/>
                          </a:ext>
                        </a:extLst>
                      </p:cNvPr>
                      <p:cNvSpPr>
                        <a:spLocks noChangeArrowheads="1"/>
                      </p:cNvSpPr>
                      <p:nvPr/>
                    </p:nvSpPr>
                    <p:spPr bwMode="auto">
                      <a:xfrm>
                        <a:off x="2776" y="871"/>
                        <a:ext cx="20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rs</a:t>
                        </a:r>
                      </a:p>
                    </p:txBody>
                  </p:sp>
                </p:grpSp>
                <p:grpSp>
                  <p:nvGrpSpPr>
                    <p:cNvPr id="21564" name="Group 13">
                      <a:extLst>
                        <a:ext uri="{FF2B5EF4-FFF2-40B4-BE49-F238E27FC236}">
                          <a16:creationId xmlns:a16="http://schemas.microsoft.com/office/drawing/2014/main" id="{F02F3739-22C1-43E4-996C-79711CE38843}"/>
                        </a:ext>
                      </a:extLst>
                    </p:cNvPr>
                    <p:cNvGrpSpPr>
                      <a:grpSpLocks/>
                    </p:cNvGrpSpPr>
                    <p:nvPr/>
                  </p:nvGrpSpPr>
                  <p:grpSpPr bwMode="auto">
                    <a:xfrm>
                      <a:off x="3199" y="868"/>
                      <a:ext cx="579" cy="217"/>
                      <a:chOff x="3199" y="868"/>
                      <a:chExt cx="579" cy="217"/>
                    </a:xfrm>
                  </p:grpSpPr>
                  <p:sp>
                    <p:nvSpPr>
                      <p:cNvPr id="21574" name="Rectangle 14">
                        <a:extLst>
                          <a:ext uri="{FF2B5EF4-FFF2-40B4-BE49-F238E27FC236}">
                            <a16:creationId xmlns:a16="http://schemas.microsoft.com/office/drawing/2014/main" id="{D93799F5-24B4-4986-A187-EF2AAB046847}"/>
                          </a:ext>
                        </a:extLst>
                      </p:cNvPr>
                      <p:cNvSpPr>
                        <a:spLocks noChangeArrowheads="1"/>
                      </p:cNvSpPr>
                      <p:nvPr/>
                    </p:nvSpPr>
                    <p:spPr bwMode="auto">
                      <a:xfrm>
                        <a:off x="3199" y="868"/>
                        <a:ext cx="579"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75" name="Rectangle 15">
                        <a:extLst>
                          <a:ext uri="{FF2B5EF4-FFF2-40B4-BE49-F238E27FC236}">
                            <a16:creationId xmlns:a16="http://schemas.microsoft.com/office/drawing/2014/main" id="{0BE9D0FF-0F0B-4379-ADE0-2477639A37BF}"/>
                          </a:ext>
                        </a:extLst>
                      </p:cNvPr>
                      <p:cNvSpPr>
                        <a:spLocks noChangeArrowheads="1"/>
                      </p:cNvSpPr>
                      <p:nvPr/>
                    </p:nvSpPr>
                    <p:spPr bwMode="auto">
                      <a:xfrm>
                        <a:off x="3362" y="871"/>
                        <a:ext cx="201"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rt</a:t>
                        </a:r>
                      </a:p>
                    </p:txBody>
                  </p:sp>
                </p:grpSp>
                <p:grpSp>
                  <p:nvGrpSpPr>
                    <p:cNvPr id="21565" name="Group 16">
                      <a:extLst>
                        <a:ext uri="{FF2B5EF4-FFF2-40B4-BE49-F238E27FC236}">
                          <a16:creationId xmlns:a16="http://schemas.microsoft.com/office/drawing/2014/main" id="{67A84332-0024-4790-9E11-BBADA9C9B534}"/>
                        </a:ext>
                      </a:extLst>
                    </p:cNvPr>
                    <p:cNvGrpSpPr>
                      <a:grpSpLocks/>
                    </p:cNvGrpSpPr>
                    <p:nvPr/>
                  </p:nvGrpSpPr>
                  <p:grpSpPr bwMode="auto">
                    <a:xfrm>
                      <a:off x="3786" y="868"/>
                      <a:ext cx="579" cy="217"/>
                      <a:chOff x="3786" y="868"/>
                      <a:chExt cx="579" cy="217"/>
                    </a:xfrm>
                  </p:grpSpPr>
                  <p:sp>
                    <p:nvSpPr>
                      <p:cNvPr id="21572" name="Rectangle 17">
                        <a:extLst>
                          <a:ext uri="{FF2B5EF4-FFF2-40B4-BE49-F238E27FC236}">
                            <a16:creationId xmlns:a16="http://schemas.microsoft.com/office/drawing/2014/main" id="{3579BCCD-50F9-4D33-AC0B-0181282492D5}"/>
                          </a:ext>
                        </a:extLst>
                      </p:cNvPr>
                      <p:cNvSpPr>
                        <a:spLocks noChangeArrowheads="1"/>
                      </p:cNvSpPr>
                      <p:nvPr/>
                    </p:nvSpPr>
                    <p:spPr bwMode="auto">
                      <a:xfrm>
                        <a:off x="3786" y="868"/>
                        <a:ext cx="579"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73" name="Rectangle 18">
                        <a:extLst>
                          <a:ext uri="{FF2B5EF4-FFF2-40B4-BE49-F238E27FC236}">
                            <a16:creationId xmlns:a16="http://schemas.microsoft.com/office/drawing/2014/main" id="{C5A1E06E-B630-48C9-A429-2F275AE693CF}"/>
                          </a:ext>
                        </a:extLst>
                      </p:cNvPr>
                      <p:cNvSpPr>
                        <a:spLocks noChangeArrowheads="1"/>
                      </p:cNvSpPr>
                      <p:nvPr/>
                    </p:nvSpPr>
                    <p:spPr bwMode="auto">
                      <a:xfrm>
                        <a:off x="3950" y="871"/>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rd</a:t>
                        </a:r>
                      </a:p>
                    </p:txBody>
                  </p:sp>
                </p:grpSp>
                <p:grpSp>
                  <p:nvGrpSpPr>
                    <p:cNvPr id="21566" name="Group 19">
                      <a:extLst>
                        <a:ext uri="{FF2B5EF4-FFF2-40B4-BE49-F238E27FC236}">
                          <a16:creationId xmlns:a16="http://schemas.microsoft.com/office/drawing/2014/main" id="{2C250A64-7C6E-49F0-9C73-2E5F320A3472}"/>
                        </a:ext>
                      </a:extLst>
                    </p:cNvPr>
                    <p:cNvGrpSpPr>
                      <a:grpSpLocks/>
                    </p:cNvGrpSpPr>
                    <p:nvPr/>
                  </p:nvGrpSpPr>
                  <p:grpSpPr bwMode="auto">
                    <a:xfrm>
                      <a:off x="4373" y="868"/>
                      <a:ext cx="580" cy="217"/>
                      <a:chOff x="4373" y="868"/>
                      <a:chExt cx="580" cy="217"/>
                    </a:xfrm>
                  </p:grpSpPr>
                  <p:sp>
                    <p:nvSpPr>
                      <p:cNvPr id="21570" name="Rectangle 20">
                        <a:extLst>
                          <a:ext uri="{FF2B5EF4-FFF2-40B4-BE49-F238E27FC236}">
                            <a16:creationId xmlns:a16="http://schemas.microsoft.com/office/drawing/2014/main" id="{C4FFCADD-BAD8-44DE-98A5-E2E615D01A88}"/>
                          </a:ext>
                        </a:extLst>
                      </p:cNvPr>
                      <p:cNvSpPr>
                        <a:spLocks noChangeArrowheads="1"/>
                      </p:cNvSpPr>
                      <p:nvPr/>
                    </p:nvSpPr>
                    <p:spPr bwMode="auto">
                      <a:xfrm>
                        <a:off x="4373" y="868"/>
                        <a:ext cx="580"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71" name="Rectangle 21">
                        <a:extLst>
                          <a:ext uri="{FF2B5EF4-FFF2-40B4-BE49-F238E27FC236}">
                            <a16:creationId xmlns:a16="http://schemas.microsoft.com/office/drawing/2014/main" id="{C91952EE-767F-43F3-A0FA-F036319563D0}"/>
                          </a:ext>
                        </a:extLst>
                      </p:cNvPr>
                      <p:cNvSpPr>
                        <a:spLocks noChangeArrowheads="1"/>
                      </p:cNvSpPr>
                      <p:nvPr/>
                    </p:nvSpPr>
                    <p:spPr bwMode="auto">
                      <a:xfrm>
                        <a:off x="4447" y="871"/>
                        <a:ext cx="41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shamt</a:t>
                        </a:r>
                      </a:p>
                    </p:txBody>
                  </p:sp>
                </p:grpSp>
                <p:grpSp>
                  <p:nvGrpSpPr>
                    <p:cNvPr id="21567" name="Group 22">
                      <a:extLst>
                        <a:ext uri="{FF2B5EF4-FFF2-40B4-BE49-F238E27FC236}">
                          <a16:creationId xmlns:a16="http://schemas.microsoft.com/office/drawing/2014/main" id="{4EA63E9F-5971-4D62-A117-3115A0CD01F9}"/>
                        </a:ext>
                      </a:extLst>
                    </p:cNvPr>
                    <p:cNvGrpSpPr>
                      <a:grpSpLocks/>
                    </p:cNvGrpSpPr>
                    <p:nvPr/>
                  </p:nvGrpSpPr>
                  <p:grpSpPr bwMode="auto">
                    <a:xfrm>
                      <a:off x="4961" y="868"/>
                      <a:ext cx="625" cy="217"/>
                      <a:chOff x="4961" y="868"/>
                      <a:chExt cx="625" cy="217"/>
                    </a:xfrm>
                  </p:grpSpPr>
                  <p:sp>
                    <p:nvSpPr>
                      <p:cNvPr id="21568" name="Rectangle 23">
                        <a:extLst>
                          <a:ext uri="{FF2B5EF4-FFF2-40B4-BE49-F238E27FC236}">
                            <a16:creationId xmlns:a16="http://schemas.microsoft.com/office/drawing/2014/main" id="{4A9D3DE9-0977-42A2-BF47-BC8A8D9A409D}"/>
                          </a:ext>
                        </a:extLst>
                      </p:cNvPr>
                      <p:cNvSpPr>
                        <a:spLocks noChangeArrowheads="1"/>
                      </p:cNvSpPr>
                      <p:nvPr/>
                    </p:nvSpPr>
                    <p:spPr bwMode="auto">
                      <a:xfrm>
                        <a:off x="4961" y="868"/>
                        <a:ext cx="625"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69" name="Rectangle 24">
                        <a:extLst>
                          <a:ext uri="{FF2B5EF4-FFF2-40B4-BE49-F238E27FC236}">
                            <a16:creationId xmlns:a16="http://schemas.microsoft.com/office/drawing/2014/main" id="{077DF18C-D53D-4D3B-A385-217129445640}"/>
                          </a:ext>
                        </a:extLst>
                      </p:cNvPr>
                      <p:cNvSpPr>
                        <a:spLocks noChangeArrowheads="1"/>
                      </p:cNvSpPr>
                      <p:nvPr/>
                    </p:nvSpPr>
                    <p:spPr bwMode="auto">
                      <a:xfrm>
                        <a:off x="5142" y="871"/>
                        <a:ext cx="37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funct</a:t>
                        </a:r>
                      </a:p>
                    </p:txBody>
                  </p:sp>
                </p:grpSp>
              </p:grpSp>
            </p:grpSp>
            <p:sp>
              <p:nvSpPr>
                <p:cNvPr id="21553" name="Rectangle 25">
                  <a:extLst>
                    <a:ext uri="{FF2B5EF4-FFF2-40B4-BE49-F238E27FC236}">
                      <a16:creationId xmlns:a16="http://schemas.microsoft.com/office/drawing/2014/main" id="{36D5B630-247A-4969-B4D5-E3DD4C5ECE88}"/>
                    </a:ext>
                  </a:extLst>
                </p:cNvPr>
                <p:cNvSpPr>
                  <a:spLocks noChangeArrowheads="1"/>
                </p:cNvSpPr>
                <p:nvPr/>
              </p:nvSpPr>
              <p:spPr bwMode="auto">
                <a:xfrm>
                  <a:off x="5487" y="679"/>
                  <a:ext cx="16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21554" name="Rectangle 26">
                  <a:extLst>
                    <a:ext uri="{FF2B5EF4-FFF2-40B4-BE49-F238E27FC236}">
                      <a16:creationId xmlns:a16="http://schemas.microsoft.com/office/drawing/2014/main" id="{25D37C3B-ED01-49A1-B406-B31CB531FD90}"/>
                    </a:ext>
                  </a:extLst>
                </p:cNvPr>
                <p:cNvSpPr>
                  <a:spLocks noChangeArrowheads="1"/>
                </p:cNvSpPr>
                <p:nvPr/>
              </p:nvSpPr>
              <p:spPr bwMode="auto">
                <a:xfrm>
                  <a:off x="4809" y="679"/>
                  <a:ext cx="16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6</a:t>
                  </a:r>
                </a:p>
              </p:txBody>
            </p:sp>
            <p:sp>
              <p:nvSpPr>
                <p:cNvPr id="21555" name="Rectangle 27">
                  <a:extLst>
                    <a:ext uri="{FF2B5EF4-FFF2-40B4-BE49-F238E27FC236}">
                      <a16:creationId xmlns:a16="http://schemas.microsoft.com/office/drawing/2014/main" id="{4BADDBA4-91A3-4053-ADAF-925D00EFBC5C}"/>
                    </a:ext>
                  </a:extLst>
                </p:cNvPr>
                <p:cNvSpPr>
                  <a:spLocks noChangeArrowheads="1"/>
                </p:cNvSpPr>
                <p:nvPr/>
              </p:nvSpPr>
              <p:spPr bwMode="auto">
                <a:xfrm>
                  <a:off x="4176" y="679"/>
                  <a:ext cx="22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11</a:t>
                  </a:r>
                </a:p>
              </p:txBody>
            </p:sp>
            <p:sp>
              <p:nvSpPr>
                <p:cNvPr id="21556" name="Rectangle 28">
                  <a:extLst>
                    <a:ext uri="{FF2B5EF4-FFF2-40B4-BE49-F238E27FC236}">
                      <a16:creationId xmlns:a16="http://schemas.microsoft.com/office/drawing/2014/main" id="{B4F51095-BFC8-4831-AC55-031E5294001C}"/>
                    </a:ext>
                  </a:extLst>
                </p:cNvPr>
                <p:cNvSpPr>
                  <a:spLocks noChangeArrowheads="1"/>
                </p:cNvSpPr>
                <p:nvPr/>
              </p:nvSpPr>
              <p:spPr bwMode="auto">
                <a:xfrm>
                  <a:off x="3589" y="679"/>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16</a:t>
                  </a:r>
                </a:p>
              </p:txBody>
            </p:sp>
            <p:sp>
              <p:nvSpPr>
                <p:cNvPr id="21557" name="Rectangle 29">
                  <a:extLst>
                    <a:ext uri="{FF2B5EF4-FFF2-40B4-BE49-F238E27FC236}">
                      <a16:creationId xmlns:a16="http://schemas.microsoft.com/office/drawing/2014/main" id="{10521FEA-C7FF-4FE6-8C61-D91BF861F2EE}"/>
                    </a:ext>
                  </a:extLst>
                </p:cNvPr>
                <p:cNvSpPr>
                  <a:spLocks noChangeArrowheads="1"/>
                </p:cNvSpPr>
                <p:nvPr/>
              </p:nvSpPr>
              <p:spPr bwMode="auto">
                <a:xfrm>
                  <a:off x="3001" y="679"/>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21</a:t>
                  </a:r>
                </a:p>
              </p:txBody>
            </p:sp>
            <p:sp>
              <p:nvSpPr>
                <p:cNvPr id="21558" name="Rectangle 30">
                  <a:extLst>
                    <a:ext uri="{FF2B5EF4-FFF2-40B4-BE49-F238E27FC236}">
                      <a16:creationId xmlns:a16="http://schemas.microsoft.com/office/drawing/2014/main" id="{CA0AEBAD-4BC6-40AF-9614-810F000F29F1}"/>
                    </a:ext>
                  </a:extLst>
                </p:cNvPr>
                <p:cNvSpPr>
                  <a:spLocks noChangeArrowheads="1"/>
                </p:cNvSpPr>
                <p:nvPr/>
              </p:nvSpPr>
              <p:spPr bwMode="auto">
                <a:xfrm>
                  <a:off x="2413" y="679"/>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26</a:t>
                  </a:r>
                </a:p>
              </p:txBody>
            </p:sp>
            <p:sp>
              <p:nvSpPr>
                <p:cNvPr id="21559" name="Rectangle 31">
                  <a:extLst>
                    <a:ext uri="{FF2B5EF4-FFF2-40B4-BE49-F238E27FC236}">
                      <a16:creationId xmlns:a16="http://schemas.microsoft.com/office/drawing/2014/main" id="{02A4C41C-71E9-4180-BD59-45806244DF87}"/>
                    </a:ext>
                  </a:extLst>
                </p:cNvPr>
                <p:cNvSpPr>
                  <a:spLocks noChangeArrowheads="1"/>
                </p:cNvSpPr>
                <p:nvPr/>
              </p:nvSpPr>
              <p:spPr bwMode="auto">
                <a:xfrm>
                  <a:off x="1917" y="679"/>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31</a:t>
                  </a:r>
                </a:p>
              </p:txBody>
            </p:sp>
          </p:grpSp>
          <p:sp>
            <p:nvSpPr>
              <p:cNvPr id="21546" name="Rectangle 32">
                <a:extLst>
                  <a:ext uri="{FF2B5EF4-FFF2-40B4-BE49-F238E27FC236}">
                    <a16:creationId xmlns:a16="http://schemas.microsoft.com/office/drawing/2014/main" id="{08F061C5-1E43-492D-B31C-6EC0489B3745}"/>
                  </a:ext>
                </a:extLst>
              </p:cNvPr>
              <p:cNvSpPr>
                <a:spLocks noChangeArrowheads="1"/>
              </p:cNvSpPr>
              <p:nvPr/>
            </p:nvSpPr>
            <p:spPr bwMode="auto">
              <a:xfrm>
                <a:off x="2142" y="1063"/>
                <a:ext cx="3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6 </a:t>
                </a:r>
                <a:r>
                  <a:rPr kumimoji="1" lang="en-US" altLang="zh-TW" sz="1200" b="0">
                    <a:latin typeface="Times New Roman" panose="02020603050405020304" pitchFamily="18" charset="0"/>
                    <a:ea typeface="新細明體" panose="02020500000000000000" pitchFamily="18" charset="-120"/>
                  </a:rPr>
                  <a:t>bits</a:t>
                </a:r>
              </a:p>
            </p:txBody>
          </p:sp>
          <p:sp>
            <p:nvSpPr>
              <p:cNvPr id="21547" name="Rectangle 33">
                <a:extLst>
                  <a:ext uri="{FF2B5EF4-FFF2-40B4-BE49-F238E27FC236}">
                    <a16:creationId xmlns:a16="http://schemas.microsoft.com/office/drawing/2014/main" id="{315BA161-BA32-47D1-92F4-FFC2772F6EF4}"/>
                  </a:ext>
                </a:extLst>
              </p:cNvPr>
              <p:cNvSpPr>
                <a:spLocks noChangeArrowheads="1"/>
              </p:cNvSpPr>
              <p:nvPr/>
            </p:nvSpPr>
            <p:spPr bwMode="auto">
              <a:xfrm>
                <a:off x="5125" y="1063"/>
                <a:ext cx="3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6 </a:t>
                </a:r>
                <a:r>
                  <a:rPr kumimoji="1" lang="en-US" altLang="zh-TW" sz="1200" b="0">
                    <a:latin typeface="Times New Roman" panose="02020603050405020304" pitchFamily="18" charset="0"/>
                    <a:ea typeface="新細明體" panose="02020500000000000000" pitchFamily="18" charset="-120"/>
                  </a:rPr>
                  <a:t>bits</a:t>
                </a:r>
              </a:p>
            </p:txBody>
          </p:sp>
          <p:sp>
            <p:nvSpPr>
              <p:cNvPr id="21548" name="Rectangle 34">
                <a:extLst>
                  <a:ext uri="{FF2B5EF4-FFF2-40B4-BE49-F238E27FC236}">
                    <a16:creationId xmlns:a16="http://schemas.microsoft.com/office/drawing/2014/main" id="{0C289A04-D885-4C0E-AF92-D56879FB8DCE}"/>
                  </a:ext>
                </a:extLst>
              </p:cNvPr>
              <p:cNvSpPr>
                <a:spLocks noChangeArrowheads="1"/>
              </p:cNvSpPr>
              <p:nvPr/>
            </p:nvSpPr>
            <p:spPr bwMode="auto">
              <a:xfrm>
                <a:off x="4492" y="1063"/>
                <a:ext cx="3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5 </a:t>
                </a:r>
                <a:r>
                  <a:rPr kumimoji="1" lang="en-US" altLang="zh-TW" sz="1200" b="0">
                    <a:latin typeface="Times New Roman" panose="02020603050405020304" pitchFamily="18" charset="0"/>
                    <a:ea typeface="新細明體" panose="02020500000000000000" pitchFamily="18" charset="-120"/>
                  </a:rPr>
                  <a:t>bits</a:t>
                </a:r>
              </a:p>
            </p:txBody>
          </p:sp>
          <p:sp>
            <p:nvSpPr>
              <p:cNvPr id="21549" name="Rectangle 35">
                <a:extLst>
                  <a:ext uri="{FF2B5EF4-FFF2-40B4-BE49-F238E27FC236}">
                    <a16:creationId xmlns:a16="http://schemas.microsoft.com/office/drawing/2014/main" id="{8C75C19B-7493-4543-AC67-29FCD8182839}"/>
                  </a:ext>
                </a:extLst>
              </p:cNvPr>
              <p:cNvSpPr>
                <a:spLocks noChangeArrowheads="1"/>
              </p:cNvSpPr>
              <p:nvPr/>
            </p:nvSpPr>
            <p:spPr bwMode="auto">
              <a:xfrm>
                <a:off x="3905" y="1063"/>
                <a:ext cx="3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5 </a:t>
                </a:r>
                <a:r>
                  <a:rPr kumimoji="1" lang="en-US" altLang="zh-TW" sz="1200" b="0">
                    <a:latin typeface="Times New Roman" panose="02020603050405020304" pitchFamily="18" charset="0"/>
                    <a:ea typeface="新細明體" panose="02020500000000000000" pitchFamily="18" charset="-120"/>
                  </a:rPr>
                  <a:t>bits</a:t>
                </a:r>
              </a:p>
            </p:txBody>
          </p:sp>
          <p:sp>
            <p:nvSpPr>
              <p:cNvPr id="21550" name="Rectangle 36">
                <a:extLst>
                  <a:ext uri="{FF2B5EF4-FFF2-40B4-BE49-F238E27FC236}">
                    <a16:creationId xmlns:a16="http://schemas.microsoft.com/office/drawing/2014/main" id="{2135A585-DB3C-4FB7-970D-278D1DCD04D9}"/>
                  </a:ext>
                </a:extLst>
              </p:cNvPr>
              <p:cNvSpPr>
                <a:spLocks noChangeArrowheads="1"/>
              </p:cNvSpPr>
              <p:nvPr/>
            </p:nvSpPr>
            <p:spPr bwMode="auto">
              <a:xfrm>
                <a:off x="3317" y="1063"/>
                <a:ext cx="3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5 </a:t>
                </a:r>
                <a:r>
                  <a:rPr kumimoji="1" lang="en-US" altLang="zh-TW" sz="1200" b="0">
                    <a:latin typeface="Times New Roman" panose="02020603050405020304" pitchFamily="18" charset="0"/>
                    <a:ea typeface="新細明體" panose="02020500000000000000" pitchFamily="18" charset="-120"/>
                  </a:rPr>
                  <a:t>bits</a:t>
                </a:r>
              </a:p>
            </p:txBody>
          </p:sp>
          <p:sp>
            <p:nvSpPr>
              <p:cNvPr id="21551" name="Rectangle 37">
                <a:extLst>
                  <a:ext uri="{FF2B5EF4-FFF2-40B4-BE49-F238E27FC236}">
                    <a16:creationId xmlns:a16="http://schemas.microsoft.com/office/drawing/2014/main" id="{9FCDE1AC-A67F-499B-902D-A5B09C124461}"/>
                  </a:ext>
                </a:extLst>
              </p:cNvPr>
              <p:cNvSpPr>
                <a:spLocks noChangeArrowheads="1"/>
              </p:cNvSpPr>
              <p:nvPr/>
            </p:nvSpPr>
            <p:spPr bwMode="auto">
              <a:xfrm>
                <a:off x="2730" y="1063"/>
                <a:ext cx="3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5 </a:t>
                </a:r>
                <a:r>
                  <a:rPr kumimoji="1" lang="en-US" altLang="zh-TW" sz="1200" b="0">
                    <a:latin typeface="Times New Roman" panose="02020603050405020304" pitchFamily="18" charset="0"/>
                    <a:ea typeface="新細明體" panose="02020500000000000000" pitchFamily="18" charset="-120"/>
                  </a:rPr>
                  <a:t>bits</a:t>
                </a:r>
              </a:p>
            </p:txBody>
          </p:sp>
        </p:grpSp>
        <p:grpSp>
          <p:nvGrpSpPr>
            <p:cNvPr id="21507" name="Group 38">
              <a:extLst>
                <a:ext uri="{FF2B5EF4-FFF2-40B4-BE49-F238E27FC236}">
                  <a16:creationId xmlns:a16="http://schemas.microsoft.com/office/drawing/2014/main" id="{3E46E90E-6FE3-447D-9310-5A6FD185F344}"/>
                </a:ext>
              </a:extLst>
            </p:cNvPr>
            <p:cNvGrpSpPr>
              <a:grpSpLocks/>
            </p:cNvGrpSpPr>
            <p:nvPr/>
          </p:nvGrpSpPr>
          <p:grpSpPr bwMode="auto">
            <a:xfrm>
              <a:off x="3333750" y="2319338"/>
              <a:ext cx="4822030" cy="711994"/>
              <a:chOff x="1917" y="1922"/>
              <a:chExt cx="3738" cy="598"/>
            </a:xfrm>
          </p:grpSpPr>
          <p:sp>
            <p:nvSpPr>
              <p:cNvPr id="21524" name="Rectangle 39">
                <a:extLst>
                  <a:ext uri="{FF2B5EF4-FFF2-40B4-BE49-F238E27FC236}">
                    <a16:creationId xmlns:a16="http://schemas.microsoft.com/office/drawing/2014/main" id="{45BFD266-749C-4FD6-85AB-8109E0ED830F}"/>
                  </a:ext>
                </a:extLst>
              </p:cNvPr>
              <p:cNvSpPr>
                <a:spLocks noChangeArrowheads="1"/>
              </p:cNvSpPr>
              <p:nvPr/>
            </p:nvSpPr>
            <p:spPr bwMode="auto">
              <a:xfrm>
                <a:off x="1983" y="2115"/>
                <a:ext cx="3599"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grpSp>
            <p:nvGrpSpPr>
              <p:cNvPr id="21525" name="Group 40">
                <a:extLst>
                  <a:ext uri="{FF2B5EF4-FFF2-40B4-BE49-F238E27FC236}">
                    <a16:creationId xmlns:a16="http://schemas.microsoft.com/office/drawing/2014/main" id="{CB68B1A0-6D7C-4153-9111-CE0BC90CBFE5}"/>
                  </a:ext>
                </a:extLst>
              </p:cNvPr>
              <p:cNvGrpSpPr>
                <a:grpSpLocks/>
              </p:cNvGrpSpPr>
              <p:nvPr/>
            </p:nvGrpSpPr>
            <p:grpSpPr bwMode="auto">
              <a:xfrm>
                <a:off x="1979" y="2111"/>
                <a:ext cx="624" cy="217"/>
                <a:chOff x="1979" y="2111"/>
                <a:chExt cx="624" cy="217"/>
              </a:xfrm>
            </p:grpSpPr>
            <p:sp>
              <p:nvSpPr>
                <p:cNvPr id="21543" name="Rectangle 41">
                  <a:extLst>
                    <a:ext uri="{FF2B5EF4-FFF2-40B4-BE49-F238E27FC236}">
                      <a16:creationId xmlns:a16="http://schemas.microsoft.com/office/drawing/2014/main" id="{CDE2FF9B-1317-433F-843B-D21427E1FE6D}"/>
                    </a:ext>
                  </a:extLst>
                </p:cNvPr>
                <p:cNvSpPr>
                  <a:spLocks noChangeArrowheads="1"/>
                </p:cNvSpPr>
                <p:nvPr/>
              </p:nvSpPr>
              <p:spPr bwMode="auto">
                <a:xfrm>
                  <a:off x="1979" y="2111"/>
                  <a:ext cx="624"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44" name="Rectangle 42">
                  <a:extLst>
                    <a:ext uri="{FF2B5EF4-FFF2-40B4-BE49-F238E27FC236}">
                      <a16:creationId xmlns:a16="http://schemas.microsoft.com/office/drawing/2014/main" id="{224E33E2-4F05-4CA2-B5C8-88EFCADC7799}"/>
                    </a:ext>
                  </a:extLst>
                </p:cNvPr>
                <p:cNvSpPr>
                  <a:spLocks noChangeArrowheads="1"/>
                </p:cNvSpPr>
                <p:nvPr/>
              </p:nvSpPr>
              <p:spPr bwMode="auto">
                <a:xfrm>
                  <a:off x="2160" y="2114"/>
                  <a:ext cx="23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op</a:t>
                  </a:r>
                </a:p>
              </p:txBody>
            </p:sp>
          </p:grpSp>
          <p:grpSp>
            <p:nvGrpSpPr>
              <p:cNvPr id="21526" name="Group 43">
                <a:extLst>
                  <a:ext uri="{FF2B5EF4-FFF2-40B4-BE49-F238E27FC236}">
                    <a16:creationId xmlns:a16="http://schemas.microsoft.com/office/drawing/2014/main" id="{3CB3313B-7956-4026-A44C-18A45EAC717B}"/>
                  </a:ext>
                </a:extLst>
              </p:cNvPr>
              <p:cNvGrpSpPr>
                <a:grpSpLocks/>
              </p:cNvGrpSpPr>
              <p:nvPr/>
            </p:nvGrpSpPr>
            <p:grpSpPr bwMode="auto">
              <a:xfrm>
                <a:off x="2611" y="2111"/>
                <a:ext cx="580" cy="217"/>
                <a:chOff x="2611" y="2111"/>
                <a:chExt cx="580" cy="217"/>
              </a:xfrm>
            </p:grpSpPr>
            <p:sp>
              <p:nvSpPr>
                <p:cNvPr id="21541" name="Rectangle 44">
                  <a:extLst>
                    <a:ext uri="{FF2B5EF4-FFF2-40B4-BE49-F238E27FC236}">
                      <a16:creationId xmlns:a16="http://schemas.microsoft.com/office/drawing/2014/main" id="{74B8620D-CFF5-4FF0-8ECF-84AB54EE5D3A}"/>
                    </a:ext>
                  </a:extLst>
                </p:cNvPr>
                <p:cNvSpPr>
                  <a:spLocks noChangeArrowheads="1"/>
                </p:cNvSpPr>
                <p:nvPr/>
              </p:nvSpPr>
              <p:spPr bwMode="auto">
                <a:xfrm>
                  <a:off x="2611" y="2111"/>
                  <a:ext cx="580"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42" name="Rectangle 45">
                  <a:extLst>
                    <a:ext uri="{FF2B5EF4-FFF2-40B4-BE49-F238E27FC236}">
                      <a16:creationId xmlns:a16="http://schemas.microsoft.com/office/drawing/2014/main" id="{0B6836EC-87E9-402B-8ED3-32012A88F3B6}"/>
                    </a:ext>
                  </a:extLst>
                </p:cNvPr>
                <p:cNvSpPr>
                  <a:spLocks noChangeArrowheads="1"/>
                </p:cNvSpPr>
                <p:nvPr/>
              </p:nvSpPr>
              <p:spPr bwMode="auto">
                <a:xfrm>
                  <a:off x="2775" y="2114"/>
                  <a:ext cx="20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rs</a:t>
                  </a:r>
                </a:p>
              </p:txBody>
            </p:sp>
          </p:grpSp>
          <p:grpSp>
            <p:nvGrpSpPr>
              <p:cNvPr id="21527" name="Group 46">
                <a:extLst>
                  <a:ext uri="{FF2B5EF4-FFF2-40B4-BE49-F238E27FC236}">
                    <a16:creationId xmlns:a16="http://schemas.microsoft.com/office/drawing/2014/main" id="{1ED03F07-E444-4352-AB43-E953764C4AC2}"/>
                  </a:ext>
                </a:extLst>
              </p:cNvPr>
              <p:cNvGrpSpPr>
                <a:grpSpLocks/>
              </p:cNvGrpSpPr>
              <p:nvPr/>
            </p:nvGrpSpPr>
            <p:grpSpPr bwMode="auto">
              <a:xfrm>
                <a:off x="3199" y="2111"/>
                <a:ext cx="579" cy="217"/>
                <a:chOff x="3199" y="2111"/>
                <a:chExt cx="579" cy="217"/>
              </a:xfrm>
            </p:grpSpPr>
            <p:sp>
              <p:nvSpPr>
                <p:cNvPr id="21539" name="Rectangle 47">
                  <a:extLst>
                    <a:ext uri="{FF2B5EF4-FFF2-40B4-BE49-F238E27FC236}">
                      <a16:creationId xmlns:a16="http://schemas.microsoft.com/office/drawing/2014/main" id="{4CFFE31D-4DCE-4AB8-B40C-85AA4272BEA8}"/>
                    </a:ext>
                  </a:extLst>
                </p:cNvPr>
                <p:cNvSpPr>
                  <a:spLocks noChangeArrowheads="1"/>
                </p:cNvSpPr>
                <p:nvPr/>
              </p:nvSpPr>
              <p:spPr bwMode="auto">
                <a:xfrm>
                  <a:off x="3199" y="2111"/>
                  <a:ext cx="579"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40" name="Rectangle 48">
                  <a:extLst>
                    <a:ext uri="{FF2B5EF4-FFF2-40B4-BE49-F238E27FC236}">
                      <a16:creationId xmlns:a16="http://schemas.microsoft.com/office/drawing/2014/main" id="{70A3ACDC-7CF8-4832-B1F5-374BA458233F}"/>
                    </a:ext>
                  </a:extLst>
                </p:cNvPr>
                <p:cNvSpPr>
                  <a:spLocks noChangeArrowheads="1"/>
                </p:cNvSpPr>
                <p:nvPr/>
              </p:nvSpPr>
              <p:spPr bwMode="auto">
                <a:xfrm>
                  <a:off x="3362" y="2114"/>
                  <a:ext cx="201"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rt</a:t>
                  </a:r>
                </a:p>
              </p:txBody>
            </p:sp>
          </p:grpSp>
          <p:sp>
            <p:nvSpPr>
              <p:cNvPr id="21528" name="Rectangle 49">
                <a:extLst>
                  <a:ext uri="{FF2B5EF4-FFF2-40B4-BE49-F238E27FC236}">
                    <a16:creationId xmlns:a16="http://schemas.microsoft.com/office/drawing/2014/main" id="{478EF4B4-EC7D-4A0A-8D20-B2C9778FB2FE}"/>
                  </a:ext>
                </a:extLst>
              </p:cNvPr>
              <p:cNvSpPr>
                <a:spLocks noChangeArrowheads="1"/>
              </p:cNvSpPr>
              <p:nvPr/>
            </p:nvSpPr>
            <p:spPr bwMode="auto">
              <a:xfrm>
                <a:off x="3786" y="2111"/>
                <a:ext cx="1800"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29" name="Rectangle 50">
                <a:extLst>
                  <a:ext uri="{FF2B5EF4-FFF2-40B4-BE49-F238E27FC236}">
                    <a16:creationId xmlns:a16="http://schemas.microsoft.com/office/drawing/2014/main" id="{1D2DD4C4-FA78-4CA0-9DDB-4C6E8D8EEB3C}"/>
                  </a:ext>
                </a:extLst>
              </p:cNvPr>
              <p:cNvSpPr>
                <a:spLocks noChangeArrowheads="1"/>
              </p:cNvSpPr>
              <p:nvPr/>
            </p:nvSpPr>
            <p:spPr bwMode="auto">
              <a:xfrm>
                <a:off x="4288" y="2114"/>
                <a:ext cx="64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immediate</a:t>
                </a:r>
              </a:p>
            </p:txBody>
          </p:sp>
          <p:sp>
            <p:nvSpPr>
              <p:cNvPr id="21530" name="Rectangle 51">
                <a:extLst>
                  <a:ext uri="{FF2B5EF4-FFF2-40B4-BE49-F238E27FC236}">
                    <a16:creationId xmlns:a16="http://schemas.microsoft.com/office/drawing/2014/main" id="{C1B9F0D3-4F9E-42E5-BF20-9217932FB180}"/>
                  </a:ext>
                </a:extLst>
              </p:cNvPr>
              <p:cNvSpPr>
                <a:spLocks noChangeArrowheads="1"/>
              </p:cNvSpPr>
              <p:nvPr/>
            </p:nvSpPr>
            <p:spPr bwMode="auto">
              <a:xfrm>
                <a:off x="5487" y="1922"/>
                <a:ext cx="16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21531" name="Rectangle 52">
                <a:extLst>
                  <a:ext uri="{FF2B5EF4-FFF2-40B4-BE49-F238E27FC236}">
                    <a16:creationId xmlns:a16="http://schemas.microsoft.com/office/drawing/2014/main" id="{5291BE4E-5354-4B31-A234-F2A66583D704}"/>
                  </a:ext>
                </a:extLst>
              </p:cNvPr>
              <p:cNvSpPr>
                <a:spLocks noChangeArrowheads="1"/>
              </p:cNvSpPr>
              <p:nvPr/>
            </p:nvSpPr>
            <p:spPr bwMode="auto">
              <a:xfrm>
                <a:off x="3589" y="1922"/>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16</a:t>
                </a:r>
              </a:p>
            </p:txBody>
          </p:sp>
          <p:sp>
            <p:nvSpPr>
              <p:cNvPr id="21532" name="Rectangle 53">
                <a:extLst>
                  <a:ext uri="{FF2B5EF4-FFF2-40B4-BE49-F238E27FC236}">
                    <a16:creationId xmlns:a16="http://schemas.microsoft.com/office/drawing/2014/main" id="{F1BD86A7-D156-407E-8DCF-15ED157A6EE9}"/>
                  </a:ext>
                </a:extLst>
              </p:cNvPr>
              <p:cNvSpPr>
                <a:spLocks noChangeArrowheads="1"/>
              </p:cNvSpPr>
              <p:nvPr/>
            </p:nvSpPr>
            <p:spPr bwMode="auto">
              <a:xfrm>
                <a:off x="3001" y="1922"/>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21</a:t>
                </a:r>
              </a:p>
            </p:txBody>
          </p:sp>
          <p:sp>
            <p:nvSpPr>
              <p:cNvPr id="21533" name="Rectangle 54">
                <a:extLst>
                  <a:ext uri="{FF2B5EF4-FFF2-40B4-BE49-F238E27FC236}">
                    <a16:creationId xmlns:a16="http://schemas.microsoft.com/office/drawing/2014/main" id="{FF40BA5E-5F4E-4B36-A5BC-44D58233C10A}"/>
                  </a:ext>
                </a:extLst>
              </p:cNvPr>
              <p:cNvSpPr>
                <a:spLocks noChangeArrowheads="1"/>
              </p:cNvSpPr>
              <p:nvPr/>
            </p:nvSpPr>
            <p:spPr bwMode="auto">
              <a:xfrm>
                <a:off x="2413" y="1922"/>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26</a:t>
                </a:r>
              </a:p>
            </p:txBody>
          </p:sp>
          <p:sp>
            <p:nvSpPr>
              <p:cNvPr id="21534" name="Rectangle 55">
                <a:extLst>
                  <a:ext uri="{FF2B5EF4-FFF2-40B4-BE49-F238E27FC236}">
                    <a16:creationId xmlns:a16="http://schemas.microsoft.com/office/drawing/2014/main" id="{E10ACAA7-97E5-4E22-B826-8B0251084B8A}"/>
                  </a:ext>
                </a:extLst>
              </p:cNvPr>
              <p:cNvSpPr>
                <a:spLocks noChangeArrowheads="1"/>
              </p:cNvSpPr>
              <p:nvPr/>
            </p:nvSpPr>
            <p:spPr bwMode="auto">
              <a:xfrm>
                <a:off x="1917" y="1922"/>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31</a:t>
                </a:r>
              </a:p>
            </p:txBody>
          </p:sp>
          <p:sp>
            <p:nvSpPr>
              <p:cNvPr id="21535" name="Rectangle 56">
                <a:extLst>
                  <a:ext uri="{FF2B5EF4-FFF2-40B4-BE49-F238E27FC236}">
                    <a16:creationId xmlns:a16="http://schemas.microsoft.com/office/drawing/2014/main" id="{503E0B0A-7845-4E88-BF7B-30B8F490BC69}"/>
                  </a:ext>
                </a:extLst>
              </p:cNvPr>
              <p:cNvSpPr>
                <a:spLocks noChangeArrowheads="1"/>
              </p:cNvSpPr>
              <p:nvPr/>
            </p:nvSpPr>
            <p:spPr bwMode="auto">
              <a:xfrm>
                <a:off x="2142" y="2306"/>
                <a:ext cx="3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6 </a:t>
                </a:r>
                <a:r>
                  <a:rPr kumimoji="1" lang="en-US" altLang="zh-TW" sz="1200" b="0">
                    <a:latin typeface="Times New Roman" panose="02020603050405020304" pitchFamily="18" charset="0"/>
                    <a:ea typeface="新細明體" panose="02020500000000000000" pitchFamily="18" charset="-120"/>
                  </a:rPr>
                  <a:t>bits</a:t>
                </a:r>
              </a:p>
            </p:txBody>
          </p:sp>
          <p:sp>
            <p:nvSpPr>
              <p:cNvPr id="21536" name="Rectangle 57">
                <a:extLst>
                  <a:ext uri="{FF2B5EF4-FFF2-40B4-BE49-F238E27FC236}">
                    <a16:creationId xmlns:a16="http://schemas.microsoft.com/office/drawing/2014/main" id="{9C0CF18D-F771-4F44-8C98-FCB34418B30B}"/>
                  </a:ext>
                </a:extLst>
              </p:cNvPr>
              <p:cNvSpPr>
                <a:spLocks noChangeArrowheads="1"/>
              </p:cNvSpPr>
              <p:nvPr/>
            </p:nvSpPr>
            <p:spPr bwMode="auto">
              <a:xfrm>
                <a:off x="4447" y="2306"/>
                <a:ext cx="43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16 </a:t>
                </a:r>
                <a:r>
                  <a:rPr kumimoji="1" lang="en-US" altLang="zh-TW" sz="1200" b="0">
                    <a:latin typeface="Times New Roman" panose="02020603050405020304" pitchFamily="18" charset="0"/>
                    <a:ea typeface="新細明體" panose="02020500000000000000" pitchFamily="18" charset="-120"/>
                  </a:rPr>
                  <a:t>bits</a:t>
                </a:r>
              </a:p>
            </p:txBody>
          </p:sp>
          <p:sp>
            <p:nvSpPr>
              <p:cNvPr id="21537" name="Rectangle 58">
                <a:extLst>
                  <a:ext uri="{FF2B5EF4-FFF2-40B4-BE49-F238E27FC236}">
                    <a16:creationId xmlns:a16="http://schemas.microsoft.com/office/drawing/2014/main" id="{F69093E2-9810-45E6-A0BE-D23279636057}"/>
                  </a:ext>
                </a:extLst>
              </p:cNvPr>
              <p:cNvSpPr>
                <a:spLocks noChangeArrowheads="1"/>
              </p:cNvSpPr>
              <p:nvPr/>
            </p:nvSpPr>
            <p:spPr bwMode="auto">
              <a:xfrm>
                <a:off x="3317" y="2306"/>
                <a:ext cx="3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5 </a:t>
                </a:r>
                <a:r>
                  <a:rPr kumimoji="1" lang="en-US" altLang="zh-TW" sz="1200" b="0">
                    <a:latin typeface="Times New Roman" panose="02020603050405020304" pitchFamily="18" charset="0"/>
                    <a:ea typeface="新細明體" panose="02020500000000000000" pitchFamily="18" charset="-120"/>
                  </a:rPr>
                  <a:t>bits</a:t>
                </a:r>
              </a:p>
            </p:txBody>
          </p:sp>
          <p:sp>
            <p:nvSpPr>
              <p:cNvPr id="21538" name="Rectangle 59">
                <a:extLst>
                  <a:ext uri="{FF2B5EF4-FFF2-40B4-BE49-F238E27FC236}">
                    <a16:creationId xmlns:a16="http://schemas.microsoft.com/office/drawing/2014/main" id="{09BDBDC0-5B4A-49B6-B844-5CC86860DE0B}"/>
                  </a:ext>
                </a:extLst>
              </p:cNvPr>
              <p:cNvSpPr>
                <a:spLocks noChangeArrowheads="1"/>
              </p:cNvSpPr>
              <p:nvPr/>
            </p:nvSpPr>
            <p:spPr bwMode="auto">
              <a:xfrm>
                <a:off x="2730" y="2306"/>
                <a:ext cx="3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5 </a:t>
                </a:r>
                <a:r>
                  <a:rPr kumimoji="1" lang="en-US" altLang="zh-TW" sz="1200" b="0">
                    <a:latin typeface="Times New Roman" panose="02020603050405020304" pitchFamily="18" charset="0"/>
                    <a:ea typeface="新細明體" panose="02020500000000000000" pitchFamily="18" charset="-120"/>
                  </a:rPr>
                  <a:t>bits</a:t>
                </a:r>
              </a:p>
            </p:txBody>
          </p:sp>
        </p:grpSp>
        <p:grpSp>
          <p:nvGrpSpPr>
            <p:cNvPr id="21508" name="Group 97">
              <a:extLst>
                <a:ext uri="{FF2B5EF4-FFF2-40B4-BE49-F238E27FC236}">
                  <a16:creationId xmlns:a16="http://schemas.microsoft.com/office/drawing/2014/main" id="{1C5B61FE-20C2-4865-B52A-89751A75F8CB}"/>
                </a:ext>
              </a:extLst>
            </p:cNvPr>
            <p:cNvGrpSpPr>
              <a:grpSpLocks/>
            </p:cNvGrpSpPr>
            <p:nvPr/>
          </p:nvGrpSpPr>
          <p:grpSpPr bwMode="auto">
            <a:xfrm>
              <a:off x="3333751" y="3319323"/>
              <a:ext cx="4822031" cy="711994"/>
              <a:chOff x="2080" y="3148"/>
              <a:chExt cx="4050" cy="598"/>
            </a:xfrm>
          </p:grpSpPr>
          <p:sp>
            <p:nvSpPr>
              <p:cNvPr id="21512" name="Rectangle 82">
                <a:extLst>
                  <a:ext uri="{FF2B5EF4-FFF2-40B4-BE49-F238E27FC236}">
                    <a16:creationId xmlns:a16="http://schemas.microsoft.com/office/drawing/2014/main" id="{A9A3CD27-4631-479F-9F35-C50E5B5D36A7}"/>
                  </a:ext>
                </a:extLst>
              </p:cNvPr>
              <p:cNvSpPr>
                <a:spLocks noChangeArrowheads="1"/>
              </p:cNvSpPr>
              <p:nvPr/>
            </p:nvSpPr>
            <p:spPr bwMode="auto">
              <a:xfrm>
                <a:off x="2152" y="3341"/>
                <a:ext cx="3898"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grpSp>
            <p:nvGrpSpPr>
              <p:cNvPr id="21513" name="Group 83">
                <a:extLst>
                  <a:ext uri="{FF2B5EF4-FFF2-40B4-BE49-F238E27FC236}">
                    <a16:creationId xmlns:a16="http://schemas.microsoft.com/office/drawing/2014/main" id="{C9E7B3D7-7BB0-4E48-BC7A-C4710C279506}"/>
                  </a:ext>
                </a:extLst>
              </p:cNvPr>
              <p:cNvGrpSpPr>
                <a:grpSpLocks/>
              </p:cNvGrpSpPr>
              <p:nvPr/>
            </p:nvGrpSpPr>
            <p:grpSpPr bwMode="auto">
              <a:xfrm>
                <a:off x="2147" y="3337"/>
                <a:ext cx="676" cy="217"/>
                <a:chOff x="1979" y="2857"/>
                <a:chExt cx="624" cy="217"/>
              </a:xfrm>
            </p:grpSpPr>
            <p:sp>
              <p:nvSpPr>
                <p:cNvPr id="21522" name="Rectangle 84">
                  <a:extLst>
                    <a:ext uri="{FF2B5EF4-FFF2-40B4-BE49-F238E27FC236}">
                      <a16:creationId xmlns:a16="http://schemas.microsoft.com/office/drawing/2014/main" id="{CA630F62-0E17-4A37-8909-2A32138486CC}"/>
                    </a:ext>
                  </a:extLst>
                </p:cNvPr>
                <p:cNvSpPr>
                  <a:spLocks noChangeArrowheads="1"/>
                </p:cNvSpPr>
                <p:nvPr/>
              </p:nvSpPr>
              <p:spPr bwMode="auto">
                <a:xfrm>
                  <a:off x="1979" y="2857"/>
                  <a:ext cx="624"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1523" name="Rectangle 85">
                  <a:extLst>
                    <a:ext uri="{FF2B5EF4-FFF2-40B4-BE49-F238E27FC236}">
                      <a16:creationId xmlns:a16="http://schemas.microsoft.com/office/drawing/2014/main" id="{9309CD97-7139-4E61-A88B-2946F5C00DDF}"/>
                    </a:ext>
                  </a:extLst>
                </p:cNvPr>
                <p:cNvSpPr>
                  <a:spLocks noChangeArrowheads="1"/>
                </p:cNvSpPr>
                <p:nvPr/>
              </p:nvSpPr>
              <p:spPr bwMode="auto">
                <a:xfrm>
                  <a:off x="2160" y="2860"/>
                  <a:ext cx="23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op</a:t>
                  </a:r>
                </a:p>
              </p:txBody>
            </p:sp>
          </p:grpSp>
          <p:sp>
            <p:nvSpPr>
              <p:cNvPr id="21514" name="Rectangle 86">
                <a:extLst>
                  <a:ext uri="{FF2B5EF4-FFF2-40B4-BE49-F238E27FC236}">
                    <a16:creationId xmlns:a16="http://schemas.microsoft.com/office/drawing/2014/main" id="{0EDA8B7A-CEAC-4610-99EA-2CD637F7DF8B}"/>
                  </a:ext>
                </a:extLst>
              </p:cNvPr>
              <p:cNvSpPr>
                <a:spLocks noChangeArrowheads="1"/>
              </p:cNvSpPr>
              <p:nvPr/>
            </p:nvSpPr>
            <p:spPr bwMode="auto">
              <a:xfrm>
                <a:off x="3995" y="3340"/>
                <a:ext cx="53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address</a:t>
                </a:r>
              </a:p>
            </p:txBody>
          </p:sp>
          <p:sp>
            <p:nvSpPr>
              <p:cNvPr id="21515" name="Rectangle 87">
                <a:extLst>
                  <a:ext uri="{FF2B5EF4-FFF2-40B4-BE49-F238E27FC236}">
                    <a16:creationId xmlns:a16="http://schemas.microsoft.com/office/drawing/2014/main" id="{5061A593-60C8-4F73-8899-D035953BFD10}"/>
                  </a:ext>
                </a:extLst>
              </p:cNvPr>
              <p:cNvSpPr>
                <a:spLocks noChangeArrowheads="1"/>
              </p:cNvSpPr>
              <p:nvPr/>
            </p:nvSpPr>
            <p:spPr bwMode="auto">
              <a:xfrm>
                <a:off x="5948" y="3148"/>
                <a:ext cx="182"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21516" name="Rectangle 88">
                <a:extLst>
                  <a:ext uri="{FF2B5EF4-FFF2-40B4-BE49-F238E27FC236}">
                    <a16:creationId xmlns:a16="http://schemas.microsoft.com/office/drawing/2014/main" id="{2DCA147C-553B-4DB3-A19B-DDDCCAFBB5C0}"/>
                  </a:ext>
                </a:extLst>
              </p:cNvPr>
              <p:cNvSpPr>
                <a:spLocks noChangeArrowheads="1"/>
              </p:cNvSpPr>
              <p:nvPr/>
            </p:nvSpPr>
            <p:spPr bwMode="auto">
              <a:xfrm>
                <a:off x="3891" y="3148"/>
                <a:ext cx="24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16</a:t>
                </a:r>
              </a:p>
            </p:txBody>
          </p:sp>
          <p:sp>
            <p:nvSpPr>
              <p:cNvPr id="21517" name="Rectangle 89">
                <a:extLst>
                  <a:ext uri="{FF2B5EF4-FFF2-40B4-BE49-F238E27FC236}">
                    <a16:creationId xmlns:a16="http://schemas.microsoft.com/office/drawing/2014/main" id="{2999AF56-410B-409A-92BD-21E4964A1BAE}"/>
                  </a:ext>
                </a:extLst>
              </p:cNvPr>
              <p:cNvSpPr>
                <a:spLocks noChangeArrowheads="1"/>
              </p:cNvSpPr>
              <p:nvPr/>
            </p:nvSpPr>
            <p:spPr bwMode="auto">
              <a:xfrm>
                <a:off x="3254" y="3148"/>
                <a:ext cx="24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21</a:t>
                </a:r>
              </a:p>
            </p:txBody>
          </p:sp>
          <p:sp>
            <p:nvSpPr>
              <p:cNvPr id="21518" name="Rectangle 90">
                <a:extLst>
                  <a:ext uri="{FF2B5EF4-FFF2-40B4-BE49-F238E27FC236}">
                    <a16:creationId xmlns:a16="http://schemas.microsoft.com/office/drawing/2014/main" id="{5EE4B635-DFDD-4E3D-B23D-09F5429EBB98}"/>
                  </a:ext>
                </a:extLst>
              </p:cNvPr>
              <p:cNvSpPr>
                <a:spLocks noChangeArrowheads="1"/>
              </p:cNvSpPr>
              <p:nvPr/>
            </p:nvSpPr>
            <p:spPr bwMode="auto">
              <a:xfrm>
                <a:off x="2617" y="3148"/>
                <a:ext cx="24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26</a:t>
                </a:r>
              </a:p>
            </p:txBody>
          </p:sp>
          <p:sp>
            <p:nvSpPr>
              <p:cNvPr id="21519" name="Rectangle 91">
                <a:extLst>
                  <a:ext uri="{FF2B5EF4-FFF2-40B4-BE49-F238E27FC236}">
                    <a16:creationId xmlns:a16="http://schemas.microsoft.com/office/drawing/2014/main" id="{EFA5157B-25FD-499B-BE38-6FCFFD64806D}"/>
                  </a:ext>
                </a:extLst>
              </p:cNvPr>
              <p:cNvSpPr>
                <a:spLocks noChangeArrowheads="1"/>
              </p:cNvSpPr>
              <p:nvPr/>
            </p:nvSpPr>
            <p:spPr bwMode="auto">
              <a:xfrm>
                <a:off x="2080" y="3148"/>
                <a:ext cx="24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31</a:t>
                </a:r>
              </a:p>
            </p:txBody>
          </p:sp>
          <p:sp>
            <p:nvSpPr>
              <p:cNvPr id="21520" name="Rectangle 92">
                <a:extLst>
                  <a:ext uri="{FF2B5EF4-FFF2-40B4-BE49-F238E27FC236}">
                    <a16:creationId xmlns:a16="http://schemas.microsoft.com/office/drawing/2014/main" id="{DEC8CA2F-B7CC-4ED4-9DB3-5B208BF0B013}"/>
                  </a:ext>
                </a:extLst>
              </p:cNvPr>
              <p:cNvSpPr>
                <a:spLocks noChangeArrowheads="1"/>
              </p:cNvSpPr>
              <p:nvPr/>
            </p:nvSpPr>
            <p:spPr bwMode="auto">
              <a:xfrm>
                <a:off x="2324" y="3532"/>
                <a:ext cx="401"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6 </a:t>
                </a:r>
                <a:r>
                  <a:rPr kumimoji="1" lang="en-US" altLang="zh-TW" sz="1200" b="0">
                    <a:latin typeface="Times New Roman" panose="02020603050405020304" pitchFamily="18" charset="0"/>
                    <a:ea typeface="新細明體" panose="02020500000000000000" pitchFamily="18" charset="-120"/>
                  </a:rPr>
                  <a:t>bits</a:t>
                </a:r>
              </a:p>
            </p:txBody>
          </p:sp>
          <p:sp>
            <p:nvSpPr>
              <p:cNvPr id="21521" name="Rectangle 93">
                <a:extLst>
                  <a:ext uri="{FF2B5EF4-FFF2-40B4-BE49-F238E27FC236}">
                    <a16:creationId xmlns:a16="http://schemas.microsoft.com/office/drawing/2014/main" id="{A103CB3A-C7B1-4B28-A825-298725CF7591}"/>
                  </a:ext>
                </a:extLst>
              </p:cNvPr>
              <p:cNvSpPr>
                <a:spLocks noChangeArrowheads="1"/>
              </p:cNvSpPr>
              <p:nvPr/>
            </p:nvSpPr>
            <p:spPr bwMode="auto">
              <a:xfrm>
                <a:off x="4076" y="3532"/>
                <a:ext cx="46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26 </a:t>
                </a:r>
                <a:r>
                  <a:rPr kumimoji="1" lang="en-US" altLang="zh-TW" sz="1200" b="0">
                    <a:latin typeface="Times New Roman" panose="02020603050405020304" pitchFamily="18" charset="0"/>
                    <a:ea typeface="新細明體" panose="02020500000000000000" pitchFamily="18" charset="-120"/>
                  </a:rPr>
                  <a:t>bits</a:t>
                </a:r>
              </a:p>
            </p:txBody>
          </p:sp>
        </p:grpSp>
      </p:grpSp>
      <p:sp>
        <p:nvSpPr>
          <p:cNvPr id="21509" name="Rectangle 94">
            <a:extLst>
              <a:ext uri="{FF2B5EF4-FFF2-40B4-BE49-F238E27FC236}">
                <a16:creationId xmlns:a16="http://schemas.microsoft.com/office/drawing/2014/main" id="{3428BCDF-22B2-4F2F-B051-4A2B85FE0619}"/>
              </a:ext>
            </a:extLst>
          </p:cNvPr>
          <p:cNvSpPr>
            <a:spLocks noGrp="1" noChangeArrowheads="1"/>
          </p:cNvSpPr>
          <p:nvPr>
            <p:ph type="title"/>
          </p:nvPr>
        </p:nvSpPr>
        <p:spPr>
          <a:xfrm>
            <a:off x="899031" y="76840"/>
            <a:ext cx="6830507" cy="560935"/>
          </a:xfrm>
        </p:spPr>
        <p:txBody>
          <a:bodyPr/>
          <a:lstStyle/>
          <a:p>
            <a:r>
              <a:rPr lang="en-US" altLang="zh-TW" dirty="0"/>
              <a:t>Our Example: A MIPS Subset</a:t>
            </a:r>
          </a:p>
        </p:txBody>
      </p:sp>
      <p:sp>
        <p:nvSpPr>
          <p:cNvPr id="21510" name="Rectangle 95">
            <a:extLst>
              <a:ext uri="{FF2B5EF4-FFF2-40B4-BE49-F238E27FC236}">
                <a16:creationId xmlns:a16="http://schemas.microsoft.com/office/drawing/2014/main" id="{D2DBD930-C6E6-4BF4-A85D-88DDBB874E5E}"/>
              </a:ext>
            </a:extLst>
          </p:cNvPr>
          <p:cNvSpPr>
            <a:spLocks noGrp="1" noChangeArrowheads="1"/>
          </p:cNvSpPr>
          <p:nvPr>
            <p:ph type="body" idx="1"/>
          </p:nvPr>
        </p:nvSpPr>
        <p:spPr>
          <a:xfrm>
            <a:off x="1012253" y="783771"/>
            <a:ext cx="2299566" cy="3657600"/>
          </a:xfrm>
        </p:spPr>
        <p:txBody>
          <a:bodyPr/>
          <a:lstStyle/>
          <a:p>
            <a:r>
              <a:rPr lang="en-US" altLang="zh-TW" sz="1600" dirty="0"/>
              <a:t>R-Type</a:t>
            </a:r>
          </a:p>
          <a:p>
            <a:pPr lvl="1">
              <a:spcBef>
                <a:spcPts val="0"/>
              </a:spcBef>
            </a:pPr>
            <a:r>
              <a:rPr lang="en-US" altLang="zh-TW" sz="1400" dirty="0"/>
              <a:t>add </a:t>
            </a:r>
            <a:r>
              <a:rPr lang="en-US" altLang="zh-TW" sz="1400" dirty="0" err="1"/>
              <a:t>rd</a:t>
            </a:r>
            <a:r>
              <a:rPr lang="en-US" altLang="zh-TW" sz="1400" dirty="0"/>
              <a:t>, </a:t>
            </a:r>
            <a:r>
              <a:rPr lang="en-US" altLang="zh-TW" sz="1400" dirty="0" err="1"/>
              <a:t>rs</a:t>
            </a:r>
            <a:r>
              <a:rPr lang="en-US" altLang="zh-TW" sz="1400" dirty="0"/>
              <a:t>, rt</a:t>
            </a:r>
          </a:p>
          <a:p>
            <a:pPr lvl="1">
              <a:spcBef>
                <a:spcPts val="0"/>
              </a:spcBef>
            </a:pPr>
            <a:r>
              <a:rPr lang="en-US" altLang="zh-TW" sz="1400" dirty="0"/>
              <a:t>sub </a:t>
            </a:r>
            <a:r>
              <a:rPr lang="en-US" altLang="zh-TW" sz="1400" dirty="0" err="1"/>
              <a:t>rd</a:t>
            </a:r>
            <a:r>
              <a:rPr lang="en-US" altLang="zh-TW" sz="1400" dirty="0"/>
              <a:t>, </a:t>
            </a:r>
            <a:r>
              <a:rPr lang="en-US" altLang="zh-TW" sz="1400" dirty="0" err="1"/>
              <a:t>rs</a:t>
            </a:r>
            <a:r>
              <a:rPr lang="en-US" altLang="zh-TW" sz="1400" dirty="0"/>
              <a:t>, rt</a:t>
            </a:r>
          </a:p>
          <a:p>
            <a:pPr lvl="1">
              <a:spcBef>
                <a:spcPts val="0"/>
              </a:spcBef>
            </a:pPr>
            <a:r>
              <a:rPr lang="en-US" altLang="zh-TW" sz="1400" dirty="0"/>
              <a:t>and </a:t>
            </a:r>
            <a:r>
              <a:rPr lang="en-US" altLang="zh-TW" sz="1400" dirty="0" err="1"/>
              <a:t>rd</a:t>
            </a:r>
            <a:r>
              <a:rPr lang="en-US" altLang="zh-TW" sz="1400" dirty="0"/>
              <a:t>, </a:t>
            </a:r>
            <a:r>
              <a:rPr lang="en-US" altLang="zh-TW" sz="1400" dirty="0" err="1"/>
              <a:t>rs</a:t>
            </a:r>
            <a:r>
              <a:rPr lang="en-US" altLang="zh-TW" sz="1400" dirty="0"/>
              <a:t>, rt</a:t>
            </a:r>
          </a:p>
          <a:p>
            <a:pPr lvl="1">
              <a:spcBef>
                <a:spcPts val="0"/>
              </a:spcBef>
            </a:pPr>
            <a:r>
              <a:rPr lang="en-US" altLang="zh-TW" sz="1400" dirty="0"/>
              <a:t>or </a:t>
            </a:r>
            <a:r>
              <a:rPr lang="en-US" altLang="zh-TW" sz="1400" dirty="0" err="1"/>
              <a:t>rd</a:t>
            </a:r>
            <a:r>
              <a:rPr lang="en-US" altLang="zh-TW" sz="1400" dirty="0"/>
              <a:t>, </a:t>
            </a:r>
            <a:r>
              <a:rPr lang="en-US" altLang="zh-TW" sz="1400" dirty="0" err="1"/>
              <a:t>rs</a:t>
            </a:r>
            <a:r>
              <a:rPr lang="en-US" altLang="zh-TW" sz="1400" dirty="0"/>
              <a:t>, rt</a:t>
            </a:r>
          </a:p>
          <a:p>
            <a:pPr lvl="1">
              <a:spcBef>
                <a:spcPts val="0"/>
              </a:spcBef>
            </a:pPr>
            <a:r>
              <a:rPr lang="en-US" altLang="zh-TW" sz="1400" dirty="0" err="1"/>
              <a:t>slt</a:t>
            </a:r>
            <a:r>
              <a:rPr lang="en-US" altLang="zh-TW" sz="1400" dirty="0"/>
              <a:t> </a:t>
            </a:r>
            <a:r>
              <a:rPr lang="en-US" altLang="zh-TW" sz="1400" dirty="0" err="1"/>
              <a:t>rd</a:t>
            </a:r>
            <a:r>
              <a:rPr lang="en-US" altLang="zh-TW" sz="1400" dirty="0"/>
              <a:t>, </a:t>
            </a:r>
            <a:r>
              <a:rPr lang="en-US" altLang="zh-TW" sz="1400" dirty="0" err="1"/>
              <a:t>rs</a:t>
            </a:r>
            <a:r>
              <a:rPr lang="en-US" altLang="zh-TW" sz="1400" dirty="0"/>
              <a:t>, rt </a:t>
            </a:r>
          </a:p>
          <a:p>
            <a:r>
              <a:rPr lang="en-US" altLang="zh-TW" sz="1600" dirty="0"/>
              <a:t>Load/Store</a:t>
            </a:r>
          </a:p>
          <a:p>
            <a:pPr lvl="1">
              <a:spcBef>
                <a:spcPts val="0"/>
              </a:spcBef>
            </a:pPr>
            <a:r>
              <a:rPr lang="en-US" altLang="zh-TW" sz="1400" dirty="0" err="1"/>
              <a:t>lw</a:t>
            </a:r>
            <a:r>
              <a:rPr lang="en-US" altLang="zh-TW" sz="1400" dirty="0"/>
              <a:t> rt,rs,imm16</a:t>
            </a:r>
          </a:p>
          <a:p>
            <a:pPr lvl="1">
              <a:spcBef>
                <a:spcPts val="0"/>
              </a:spcBef>
            </a:pPr>
            <a:r>
              <a:rPr lang="en-US" altLang="zh-TW" sz="1400" dirty="0" err="1"/>
              <a:t>sw</a:t>
            </a:r>
            <a:r>
              <a:rPr lang="en-US" altLang="zh-TW" sz="1400" dirty="0"/>
              <a:t> rt,rs,imm16</a:t>
            </a:r>
          </a:p>
          <a:p>
            <a:r>
              <a:rPr lang="en-US" altLang="zh-TW" sz="1600" dirty="0"/>
              <a:t>Immediate operand</a:t>
            </a:r>
          </a:p>
          <a:p>
            <a:pPr lvl="1">
              <a:spcBef>
                <a:spcPts val="0"/>
              </a:spcBef>
            </a:pPr>
            <a:r>
              <a:rPr lang="en-US" altLang="zh-TW" sz="1400" dirty="0" err="1"/>
              <a:t>addi</a:t>
            </a:r>
            <a:r>
              <a:rPr lang="en-US" altLang="zh-TW" sz="1400" dirty="0"/>
              <a:t>   rt,rs,imm16</a:t>
            </a:r>
          </a:p>
          <a:p>
            <a:r>
              <a:rPr lang="en-US" altLang="zh-TW" sz="1600" dirty="0"/>
              <a:t>Branch</a:t>
            </a:r>
          </a:p>
          <a:p>
            <a:pPr lvl="1">
              <a:spcBef>
                <a:spcPts val="0"/>
              </a:spcBef>
            </a:pPr>
            <a:r>
              <a:rPr lang="en-US" altLang="zh-TW" sz="1400" dirty="0" err="1"/>
              <a:t>beq</a:t>
            </a:r>
            <a:r>
              <a:rPr lang="en-US" altLang="zh-TW" sz="1400" dirty="0"/>
              <a:t> rs,rt,imm16</a:t>
            </a:r>
          </a:p>
          <a:p>
            <a:r>
              <a:rPr lang="en-US" altLang="zh-TW" sz="1600" dirty="0"/>
              <a:t>Jump</a:t>
            </a:r>
          </a:p>
          <a:p>
            <a:pPr lvl="1">
              <a:spcBef>
                <a:spcPts val="0"/>
              </a:spcBef>
            </a:pPr>
            <a:r>
              <a:rPr lang="en-US" altLang="zh-TW" sz="1400" dirty="0"/>
              <a:t>j target</a:t>
            </a:r>
          </a:p>
        </p:txBody>
      </p:sp>
      <p:sp>
        <p:nvSpPr>
          <p:cNvPr id="76" name="灯片编号占位符 5">
            <a:extLst>
              <a:ext uri="{FF2B5EF4-FFF2-40B4-BE49-F238E27FC236}">
                <a16:creationId xmlns:a16="http://schemas.microsoft.com/office/drawing/2014/main" id="{DAC207EC-FC68-49A2-9494-A62ACE15AE4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16</a:t>
            </a:fld>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3BC759B7-99B6-4049-B026-9FABBC860EAB}"/>
              </a:ext>
            </a:extLst>
          </p:cNvPr>
          <p:cNvSpPr>
            <a:spLocks noGrp="1" noChangeArrowheads="1"/>
          </p:cNvSpPr>
          <p:nvPr>
            <p:ph type="title"/>
          </p:nvPr>
        </p:nvSpPr>
        <p:spPr>
          <a:xfrm>
            <a:off x="1052713" y="192881"/>
            <a:ext cx="6614912" cy="398790"/>
          </a:xfrm>
          <a:noFill/>
        </p:spPr>
        <p:txBody>
          <a:bodyPr vert="horz" wrap="square" lIns="69056" tIns="34529" rIns="69056" bIns="34529" numCol="1" anchor="ctr" anchorCtr="0" compatLnSpc="1">
            <a:prstTxWarp prst="textNoShape">
              <a:avLst/>
            </a:prstTxWarp>
          </a:bodyPr>
          <a:lstStyle/>
          <a:p>
            <a:r>
              <a:rPr lang="en-US" altLang="zh-TW" dirty="0"/>
              <a:t>Logical Register Transfer</a:t>
            </a:r>
          </a:p>
        </p:txBody>
      </p:sp>
      <p:sp>
        <p:nvSpPr>
          <p:cNvPr id="22531" name="Rectangle 3">
            <a:extLst>
              <a:ext uri="{FF2B5EF4-FFF2-40B4-BE49-F238E27FC236}">
                <a16:creationId xmlns:a16="http://schemas.microsoft.com/office/drawing/2014/main" id="{157FB19A-96F3-457B-B76C-8399C6BB69D2}"/>
              </a:ext>
            </a:extLst>
          </p:cNvPr>
          <p:cNvSpPr>
            <a:spLocks noChangeArrowheads="1"/>
          </p:cNvSpPr>
          <p:nvPr/>
        </p:nvSpPr>
        <p:spPr bwMode="auto">
          <a:xfrm>
            <a:off x="1852454" y="1933354"/>
            <a:ext cx="5846948" cy="2622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tabLst>
                <a:tab pos="1143000" algn="l"/>
                <a:tab pos="5367338" algn="l"/>
              </a:tabLs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tabLst>
                <a:tab pos="1143000" algn="l"/>
                <a:tab pos="5367338" algn="l"/>
              </a:tabLst>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tabLst>
                <a:tab pos="1143000" algn="l"/>
                <a:tab pos="5367338" algn="l"/>
              </a:tabLst>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tabLst>
                <a:tab pos="1143000" algn="l"/>
                <a:tab pos="5367338" algn="l"/>
              </a:tabLs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tabLst>
                <a:tab pos="1143000" algn="l"/>
                <a:tab pos="5367338" algn="l"/>
              </a:tabLst>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tabLst>
                <a:tab pos="1143000" algn="l"/>
                <a:tab pos="5367338" algn="l"/>
              </a:tabLst>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tabLst>
                <a:tab pos="1143000" algn="l"/>
                <a:tab pos="5367338" algn="l"/>
              </a:tabLst>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tabLst>
                <a:tab pos="1143000" algn="l"/>
                <a:tab pos="5367338" algn="l"/>
              </a:tabLst>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tabLst>
                <a:tab pos="1143000" algn="l"/>
                <a:tab pos="5367338" algn="l"/>
              </a:tabLst>
              <a:defRPr sz="2000">
                <a:solidFill>
                  <a:schemeClr val="tx1"/>
                </a:solidFill>
                <a:latin typeface="Century Gothic" panose="020B0502020202020204" pitchFamily="34" charset="0"/>
                <a:ea typeface="標楷體" pitchFamily="65" charset="-128"/>
              </a:defRPr>
            </a:lvl9pPr>
          </a:lstStyle>
          <a:p>
            <a:pPr>
              <a:lnSpc>
                <a:spcPct val="100000"/>
              </a:lnSpc>
              <a:spcBef>
                <a:spcPct val="50000"/>
              </a:spcBef>
              <a:buClrTx/>
              <a:buSzTx/>
              <a:buFontTx/>
              <a:buNone/>
            </a:pP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MEM[ PC ] = op | </a:t>
            </a:r>
            <a:r>
              <a:rPr kumimoji="1" lang="en-US" altLang="zh-TW" sz="1400" dirty="0" err="1">
                <a:latin typeface="Calibri" panose="020F0502020204030204" pitchFamily="34" charset="0"/>
                <a:ea typeface="新細明體" panose="02020500000000000000" pitchFamily="18" charset="-120"/>
                <a:cs typeface="Calibri" panose="020F0502020204030204" pitchFamily="34" charset="0"/>
              </a:rPr>
              <a:t>rs</a:t>
            </a: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 rt | </a:t>
            </a:r>
            <a:r>
              <a:rPr kumimoji="1" lang="en-US" altLang="zh-TW" sz="1400" dirty="0" err="1">
                <a:latin typeface="Calibri" panose="020F0502020204030204" pitchFamily="34" charset="0"/>
                <a:ea typeface="新細明體" panose="02020500000000000000" pitchFamily="18" charset="-120"/>
                <a:cs typeface="Calibri" panose="020F0502020204030204" pitchFamily="34" charset="0"/>
              </a:rPr>
              <a:t>rd</a:t>
            </a: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 </a:t>
            </a:r>
            <a:r>
              <a:rPr kumimoji="1" lang="en-US" altLang="zh-TW" sz="1400" dirty="0" err="1">
                <a:latin typeface="Calibri" panose="020F0502020204030204" pitchFamily="34" charset="0"/>
                <a:ea typeface="新細明體" panose="02020500000000000000" pitchFamily="18" charset="-120"/>
                <a:cs typeface="Calibri" panose="020F0502020204030204" pitchFamily="34" charset="0"/>
              </a:rPr>
              <a:t>shamt</a:t>
            </a: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 </a:t>
            </a:r>
            <a:r>
              <a:rPr kumimoji="1" lang="en-US" altLang="zh-TW" sz="1400" dirty="0" err="1">
                <a:latin typeface="Calibri" panose="020F0502020204030204" pitchFamily="34" charset="0"/>
                <a:ea typeface="新細明體" panose="02020500000000000000" pitchFamily="18" charset="-120"/>
                <a:cs typeface="Calibri" panose="020F0502020204030204" pitchFamily="34" charset="0"/>
              </a:rPr>
              <a:t>funct</a:t>
            </a:r>
            <a:br>
              <a:rPr kumimoji="1" lang="en-US" altLang="zh-TW" sz="1400" dirty="0">
                <a:latin typeface="Calibri" panose="020F0502020204030204" pitchFamily="34" charset="0"/>
                <a:ea typeface="新細明體" panose="02020500000000000000" pitchFamily="18" charset="-120"/>
                <a:cs typeface="Calibri" panose="020F0502020204030204" pitchFamily="34" charset="0"/>
              </a:rPr>
            </a:b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or       = op | </a:t>
            </a:r>
            <a:r>
              <a:rPr kumimoji="1" lang="en-US" altLang="zh-TW" sz="1400" dirty="0" err="1">
                <a:latin typeface="Calibri" panose="020F0502020204030204" pitchFamily="34" charset="0"/>
                <a:ea typeface="新細明體" panose="02020500000000000000" pitchFamily="18" charset="-120"/>
                <a:cs typeface="Calibri" panose="020F0502020204030204" pitchFamily="34" charset="0"/>
              </a:rPr>
              <a:t>rs</a:t>
            </a: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 rt |   Imm16</a:t>
            </a:r>
            <a:br>
              <a:rPr kumimoji="1" lang="en-US" altLang="zh-TW" sz="1400" dirty="0">
                <a:latin typeface="Calibri" panose="020F0502020204030204" pitchFamily="34" charset="0"/>
                <a:ea typeface="新細明體" panose="02020500000000000000" pitchFamily="18" charset="-120"/>
                <a:cs typeface="Calibri" panose="020F0502020204030204" pitchFamily="34" charset="0"/>
              </a:rPr>
            </a:b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or       = op | Imm26 (added at the end)</a:t>
            </a:r>
          </a:p>
          <a:p>
            <a:pPr>
              <a:lnSpc>
                <a:spcPct val="100000"/>
              </a:lnSpc>
              <a:spcBef>
                <a:spcPct val="50000"/>
              </a:spcBef>
              <a:buClrTx/>
              <a:buSzTx/>
              <a:buFontTx/>
              <a:buNone/>
            </a:pPr>
            <a:r>
              <a:rPr kumimoji="1" lang="en-US" altLang="zh-TW" sz="1400" u="sng" dirty="0">
                <a:latin typeface="Calibri" panose="020F0502020204030204" pitchFamily="34" charset="0"/>
                <a:ea typeface="新細明體" panose="02020500000000000000" pitchFamily="18" charset="-120"/>
                <a:cs typeface="Calibri" panose="020F0502020204030204" pitchFamily="34" charset="0"/>
              </a:rPr>
              <a:t>Inst 	Register transfers</a:t>
            </a:r>
          </a:p>
          <a:p>
            <a:pPr>
              <a:lnSpc>
                <a:spcPct val="85000"/>
              </a:lnSpc>
              <a:spcBef>
                <a:spcPct val="20000"/>
              </a:spcBef>
              <a:buClrTx/>
              <a:buSzTx/>
              <a:buFontTx/>
              <a:buNone/>
            </a:pP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ADD	R[</a:t>
            </a:r>
            <a:r>
              <a:rPr kumimoji="1" lang="en-US" altLang="zh-TW" sz="1400" dirty="0" err="1">
                <a:latin typeface="Calibri" panose="020F0502020204030204" pitchFamily="34" charset="0"/>
                <a:ea typeface="新細明體" panose="02020500000000000000" pitchFamily="18" charset="-120"/>
                <a:cs typeface="Calibri" panose="020F0502020204030204" pitchFamily="34" charset="0"/>
              </a:rPr>
              <a:t>rd</a:t>
            </a: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&lt;- R[</a:t>
            </a:r>
            <a:r>
              <a:rPr kumimoji="1" lang="en-US" altLang="zh-TW" sz="1400" dirty="0" err="1">
                <a:latin typeface="Calibri" panose="020F0502020204030204" pitchFamily="34" charset="0"/>
                <a:ea typeface="新細明體" panose="02020500000000000000" pitchFamily="18" charset="-120"/>
                <a:cs typeface="Calibri" panose="020F0502020204030204" pitchFamily="34" charset="0"/>
              </a:rPr>
              <a:t>rs</a:t>
            </a: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 R[rt];     PC &lt;- PC + 4</a:t>
            </a:r>
          </a:p>
          <a:p>
            <a:pPr>
              <a:lnSpc>
                <a:spcPct val="85000"/>
              </a:lnSpc>
              <a:spcBef>
                <a:spcPct val="20000"/>
              </a:spcBef>
              <a:buClrTx/>
              <a:buSzTx/>
              <a:buFontTx/>
              <a:buNone/>
            </a:pP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SUB	R[</a:t>
            </a:r>
            <a:r>
              <a:rPr kumimoji="1" lang="en-US" altLang="zh-TW" sz="1400" dirty="0" err="1">
                <a:latin typeface="Calibri" panose="020F0502020204030204" pitchFamily="34" charset="0"/>
                <a:ea typeface="新細明體" panose="02020500000000000000" pitchFamily="18" charset="-120"/>
                <a:cs typeface="Calibri" panose="020F0502020204030204" pitchFamily="34" charset="0"/>
              </a:rPr>
              <a:t>rd</a:t>
            </a: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&lt;- R[</a:t>
            </a:r>
            <a:r>
              <a:rPr kumimoji="1" lang="en-US" altLang="zh-TW" sz="1400" dirty="0" err="1">
                <a:latin typeface="Calibri" panose="020F0502020204030204" pitchFamily="34" charset="0"/>
                <a:ea typeface="新細明體" panose="02020500000000000000" pitchFamily="18" charset="-120"/>
                <a:cs typeface="Calibri" panose="020F0502020204030204" pitchFamily="34" charset="0"/>
              </a:rPr>
              <a:t>rs</a:t>
            </a: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 R[rt];     PC &lt;- PC + 4</a:t>
            </a:r>
          </a:p>
          <a:p>
            <a:pPr>
              <a:lnSpc>
                <a:spcPct val="85000"/>
              </a:lnSpc>
              <a:spcBef>
                <a:spcPct val="20000"/>
              </a:spcBef>
              <a:buClrTx/>
              <a:buSzTx/>
              <a:buFontTx/>
              <a:buNone/>
            </a:pP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LOAD	R[rt] &lt;- MEM[ R[</a:t>
            </a:r>
            <a:r>
              <a:rPr kumimoji="1" lang="en-US" altLang="zh-TW" sz="1400" dirty="0" err="1">
                <a:latin typeface="Calibri" panose="020F0502020204030204" pitchFamily="34" charset="0"/>
                <a:ea typeface="新細明體" panose="02020500000000000000" pitchFamily="18" charset="-120"/>
                <a:cs typeface="Calibri" panose="020F0502020204030204" pitchFamily="34" charset="0"/>
              </a:rPr>
              <a:t>rs</a:t>
            </a: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 </a:t>
            </a:r>
            <a:r>
              <a:rPr kumimoji="1" lang="en-US" altLang="zh-TW" sz="1400" dirty="0" err="1">
                <a:latin typeface="Calibri" panose="020F0502020204030204" pitchFamily="34" charset="0"/>
                <a:ea typeface="新細明體" panose="02020500000000000000" pitchFamily="18" charset="-120"/>
                <a:cs typeface="Calibri" panose="020F0502020204030204" pitchFamily="34" charset="0"/>
              </a:rPr>
              <a:t>sign_ext</a:t>
            </a: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(Imm16)];     PC &lt;- PC + 4</a:t>
            </a:r>
          </a:p>
          <a:p>
            <a:pPr>
              <a:lnSpc>
                <a:spcPct val="85000"/>
              </a:lnSpc>
              <a:spcBef>
                <a:spcPct val="20000"/>
              </a:spcBef>
              <a:buClrTx/>
              <a:buSzTx/>
              <a:buFontTx/>
              <a:buNone/>
            </a:pP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STORE	MEM[ R[</a:t>
            </a:r>
            <a:r>
              <a:rPr kumimoji="1" lang="en-US" altLang="zh-TW" sz="1400" dirty="0" err="1">
                <a:latin typeface="Calibri" panose="020F0502020204030204" pitchFamily="34" charset="0"/>
                <a:ea typeface="新細明體" panose="02020500000000000000" pitchFamily="18" charset="-120"/>
                <a:cs typeface="Calibri" panose="020F0502020204030204" pitchFamily="34" charset="0"/>
              </a:rPr>
              <a:t>rs</a:t>
            </a: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 </a:t>
            </a:r>
            <a:r>
              <a:rPr kumimoji="1" lang="en-US" altLang="zh-TW" sz="1400" dirty="0" err="1">
                <a:latin typeface="Calibri" panose="020F0502020204030204" pitchFamily="34" charset="0"/>
                <a:ea typeface="新細明體" panose="02020500000000000000" pitchFamily="18" charset="-120"/>
                <a:cs typeface="Calibri" panose="020F0502020204030204" pitchFamily="34" charset="0"/>
              </a:rPr>
              <a:t>sign_ext</a:t>
            </a: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(Imm16) ] &lt;-R[rt];     PC &lt;- PC + 4</a:t>
            </a:r>
          </a:p>
          <a:p>
            <a:pPr>
              <a:lnSpc>
                <a:spcPct val="85000"/>
              </a:lnSpc>
              <a:spcBef>
                <a:spcPct val="20000"/>
              </a:spcBef>
              <a:buClrTx/>
              <a:buSzTx/>
              <a:buFontTx/>
              <a:buNone/>
            </a:pPr>
            <a:r>
              <a:rPr lang="en-US" altLang="zh-TW" sz="1400" dirty="0">
                <a:latin typeface="Calibri" panose="020F0502020204030204" pitchFamily="34" charset="0"/>
                <a:ea typeface="新細明體" panose="02020500000000000000" pitchFamily="18" charset="-120"/>
                <a:cs typeface="Calibri" panose="020F0502020204030204" pitchFamily="34" charset="0"/>
              </a:rPr>
              <a:t>ADDI 	</a:t>
            </a: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R[rt] &lt;- R[</a:t>
            </a:r>
            <a:r>
              <a:rPr kumimoji="1" lang="en-US" altLang="zh-TW" sz="1400" dirty="0" err="1">
                <a:latin typeface="Calibri" panose="020F0502020204030204" pitchFamily="34" charset="0"/>
                <a:ea typeface="新細明體" panose="02020500000000000000" pitchFamily="18" charset="-120"/>
                <a:cs typeface="Calibri" panose="020F0502020204030204" pitchFamily="34" charset="0"/>
              </a:rPr>
              <a:t>rs</a:t>
            </a: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 </a:t>
            </a:r>
            <a:r>
              <a:rPr kumimoji="1" lang="en-US" altLang="zh-TW" sz="1400" dirty="0" err="1">
                <a:latin typeface="Calibri" panose="020F0502020204030204" pitchFamily="34" charset="0"/>
                <a:ea typeface="新細明體" panose="02020500000000000000" pitchFamily="18" charset="-120"/>
                <a:cs typeface="Calibri" panose="020F0502020204030204" pitchFamily="34" charset="0"/>
              </a:rPr>
              <a:t>sign_ext</a:t>
            </a: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(Imm16)];     PC &lt;- PC + 4</a:t>
            </a:r>
          </a:p>
          <a:p>
            <a:pPr>
              <a:lnSpc>
                <a:spcPct val="85000"/>
              </a:lnSpc>
              <a:spcBef>
                <a:spcPct val="20000"/>
              </a:spcBef>
              <a:buClrTx/>
              <a:buSzTx/>
              <a:buFontTx/>
              <a:buNone/>
            </a:pP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BEQ	 if (R[</a:t>
            </a:r>
            <a:r>
              <a:rPr kumimoji="1" lang="en-US" altLang="zh-TW" sz="1400" dirty="0" err="1">
                <a:latin typeface="Calibri" panose="020F0502020204030204" pitchFamily="34" charset="0"/>
                <a:ea typeface="新細明體" panose="02020500000000000000" pitchFamily="18" charset="-120"/>
                <a:cs typeface="Calibri" panose="020F0502020204030204" pitchFamily="34" charset="0"/>
              </a:rPr>
              <a:t>rs</a:t>
            </a: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 R[rt]) then PC &lt;- PC + 4 + </a:t>
            </a:r>
            <a:r>
              <a:rPr kumimoji="1" lang="en-US" altLang="zh-TW" sz="1400" dirty="0" err="1">
                <a:latin typeface="Calibri" panose="020F0502020204030204" pitchFamily="34" charset="0"/>
                <a:ea typeface="新細明體" panose="02020500000000000000" pitchFamily="18" charset="-120"/>
                <a:cs typeface="Calibri" panose="020F0502020204030204" pitchFamily="34" charset="0"/>
              </a:rPr>
              <a:t>sign_ext</a:t>
            </a: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(Imm16)] || 00</a:t>
            </a:r>
          </a:p>
          <a:p>
            <a:pPr>
              <a:lnSpc>
                <a:spcPct val="85000"/>
              </a:lnSpc>
              <a:spcBef>
                <a:spcPct val="20000"/>
              </a:spcBef>
              <a:buClrTx/>
              <a:buSzTx/>
              <a:buFontTx/>
              <a:buNone/>
            </a:pP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else PC &lt;- PC + 4</a:t>
            </a:r>
          </a:p>
        </p:txBody>
      </p:sp>
      <p:sp>
        <p:nvSpPr>
          <p:cNvPr id="22532" name="Rectangle 4">
            <a:extLst>
              <a:ext uri="{FF2B5EF4-FFF2-40B4-BE49-F238E27FC236}">
                <a16:creationId xmlns:a16="http://schemas.microsoft.com/office/drawing/2014/main" id="{52973857-7A43-4CC5-AC1E-0FCF1B150DB8}"/>
              </a:ext>
            </a:extLst>
          </p:cNvPr>
          <p:cNvSpPr>
            <a:spLocks noGrp="1" noChangeArrowheads="1"/>
          </p:cNvSpPr>
          <p:nvPr>
            <p:ph type="body" idx="1"/>
          </p:nvPr>
        </p:nvSpPr>
        <p:spPr>
          <a:xfrm>
            <a:off x="1029660" y="821101"/>
            <a:ext cx="6546797" cy="1007699"/>
          </a:xfrm>
        </p:spPr>
        <p:txBody>
          <a:bodyPr/>
          <a:lstStyle/>
          <a:p>
            <a:r>
              <a:rPr lang="en-US" altLang="zh-TW" sz="1800" dirty="0"/>
              <a:t>RTL gives the meaning of the instructions</a:t>
            </a:r>
          </a:p>
          <a:p>
            <a:r>
              <a:rPr lang="en-US" altLang="zh-TW" sz="1800" dirty="0"/>
              <a:t>All start by fetching the instruction, read registers, then use ALU =&gt; simplicity and regularity help</a:t>
            </a:r>
          </a:p>
        </p:txBody>
      </p:sp>
      <p:sp>
        <p:nvSpPr>
          <p:cNvPr id="6" name="灯片编号占位符 5">
            <a:extLst>
              <a:ext uri="{FF2B5EF4-FFF2-40B4-BE49-F238E27FC236}">
                <a16:creationId xmlns:a16="http://schemas.microsoft.com/office/drawing/2014/main" id="{3A92F39C-D78B-426C-AB50-6DC7B963A7F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17</a:t>
            </a:fld>
            <a:endParaRPr lang="zh-TW"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6EA6B78-D16A-4BC2-98F6-6EE17A69BE7D}"/>
              </a:ext>
            </a:extLst>
          </p:cNvPr>
          <p:cNvSpPr>
            <a:spLocks noGrp="1" noChangeArrowheads="1"/>
          </p:cNvSpPr>
          <p:nvPr>
            <p:ph type="title"/>
          </p:nvPr>
        </p:nvSpPr>
        <p:spPr>
          <a:xfrm>
            <a:off x="983557" y="44054"/>
            <a:ext cx="6745982" cy="676275"/>
          </a:xfrm>
        </p:spPr>
        <p:txBody>
          <a:bodyPr/>
          <a:lstStyle/>
          <a:p>
            <a:r>
              <a:rPr lang="en-US" altLang="zh-TW" dirty="0"/>
              <a:t>Requirements of Instruction Set</a:t>
            </a:r>
          </a:p>
        </p:txBody>
      </p:sp>
      <p:sp>
        <p:nvSpPr>
          <p:cNvPr id="5" name="灯片编号占位符 5">
            <a:extLst>
              <a:ext uri="{FF2B5EF4-FFF2-40B4-BE49-F238E27FC236}">
                <a16:creationId xmlns:a16="http://schemas.microsoft.com/office/drawing/2014/main" id="{C7850020-2820-4DA9-B0AD-D03D3222A1C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18</a:t>
            </a:fld>
            <a:endParaRPr lang="zh-TW" altLang="en-US"/>
          </a:p>
        </p:txBody>
      </p:sp>
      <p:sp>
        <p:nvSpPr>
          <p:cNvPr id="8" name="Rectangle 3">
            <a:extLst>
              <a:ext uri="{FF2B5EF4-FFF2-40B4-BE49-F238E27FC236}">
                <a16:creationId xmlns:a16="http://schemas.microsoft.com/office/drawing/2014/main" id="{C4F32775-8625-4CD9-A114-1A1744005753}"/>
              </a:ext>
            </a:extLst>
          </p:cNvPr>
          <p:cNvSpPr txBox="1">
            <a:spLocks noChangeArrowheads="1"/>
          </p:cNvSpPr>
          <p:nvPr/>
        </p:nvSpPr>
        <p:spPr bwMode="auto">
          <a:xfrm>
            <a:off x="1029660" y="790364"/>
            <a:ext cx="7353622" cy="37970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4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0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3pPr>
            <a:lvl4pPr marL="1200121" indent="-171446" algn="l" rtl="0" eaLnBrk="1" fontAlgn="base" hangingPunct="1">
              <a:spcBef>
                <a:spcPct val="20000"/>
              </a:spcBef>
              <a:spcAft>
                <a:spcPct val="0"/>
              </a:spcAft>
              <a:buChar char="–"/>
              <a:defRPr kumimoji="1" sz="1600">
                <a:solidFill>
                  <a:schemeClr val="tx1"/>
                </a:solidFill>
                <a:latin typeface="Calibri" pitchFamily="34" charset="0"/>
                <a:ea typeface="標楷體" pitchFamily="65" charset="-120"/>
                <a:cs typeface="Calibri" pitchFamily="34" charset="0"/>
              </a:defRPr>
            </a:lvl4pPr>
            <a:lvl5pPr marL="1543012" indent="-171446" algn="l" rtl="0" eaLnBrk="1" fontAlgn="base" hangingPunct="1">
              <a:spcBef>
                <a:spcPct val="20000"/>
              </a:spcBef>
              <a:spcAft>
                <a:spcPct val="0"/>
              </a:spcAft>
              <a:buChar char="»"/>
              <a:defRPr kumimoji="1" sz="1400">
                <a:solidFill>
                  <a:schemeClr val="tx1"/>
                </a:solidFill>
                <a:latin typeface="Calibri" pitchFamily="34" charset="0"/>
                <a:ea typeface="標楷體" pitchFamily="65" charset="-120"/>
                <a:cs typeface="Calibri" pitchFamily="34" charset="0"/>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r>
              <a:rPr lang="en-US" altLang="zh-TW" sz="2000" kern="0" dirty="0"/>
              <a:t>After checking the register transfers, we can see that </a:t>
            </a:r>
            <a:r>
              <a:rPr lang="en-US" altLang="zh-TW" sz="2000" kern="0" dirty="0" err="1"/>
              <a:t>datapath</a:t>
            </a:r>
            <a:r>
              <a:rPr lang="en-US" altLang="zh-TW" sz="2000" kern="0" dirty="0"/>
              <a:t> needs the followings:</a:t>
            </a:r>
          </a:p>
          <a:p>
            <a:pPr lvl="1"/>
            <a:r>
              <a:rPr lang="en-US" altLang="zh-TW" sz="1800" kern="0" dirty="0"/>
              <a:t>Memory</a:t>
            </a:r>
          </a:p>
          <a:p>
            <a:pPr lvl="2"/>
            <a:r>
              <a:rPr lang="en-US" altLang="zh-TW" sz="1600" kern="0" dirty="0"/>
              <a:t>Store instructions and data</a:t>
            </a:r>
          </a:p>
          <a:p>
            <a:pPr lvl="1"/>
            <a:r>
              <a:rPr lang="en-US" altLang="zh-TW" sz="1800" kern="0" dirty="0"/>
              <a:t>Registers (32 x 32)</a:t>
            </a:r>
          </a:p>
          <a:p>
            <a:pPr lvl="2"/>
            <a:r>
              <a:rPr lang="en-US" altLang="zh-TW" sz="1600" kern="0" dirty="0"/>
              <a:t>Read RS</a:t>
            </a:r>
          </a:p>
          <a:p>
            <a:pPr lvl="2"/>
            <a:r>
              <a:rPr lang="en-US" altLang="zh-TW" sz="1600" kern="0" dirty="0"/>
              <a:t>Read RT</a:t>
            </a:r>
          </a:p>
          <a:p>
            <a:pPr lvl="2"/>
            <a:r>
              <a:rPr lang="en-US" altLang="zh-TW" sz="1600" kern="0" dirty="0"/>
              <a:t>Write RT or RD</a:t>
            </a:r>
          </a:p>
          <a:p>
            <a:pPr lvl="1"/>
            <a:r>
              <a:rPr lang="en-US" altLang="zh-TW" sz="1800" kern="0" dirty="0"/>
              <a:t>PC</a:t>
            </a:r>
          </a:p>
          <a:p>
            <a:pPr lvl="1"/>
            <a:r>
              <a:rPr lang="en-US" altLang="zh-TW" sz="1800" kern="0" dirty="0"/>
              <a:t>Extender for zero- or sign-extension</a:t>
            </a:r>
          </a:p>
          <a:p>
            <a:pPr lvl="1"/>
            <a:r>
              <a:rPr lang="en-US" altLang="zh-TW" sz="1800" kern="0" dirty="0"/>
              <a:t>Add and sub register or extended immediate (ALU)</a:t>
            </a:r>
          </a:p>
          <a:p>
            <a:pPr lvl="1"/>
            <a:r>
              <a:rPr lang="en-US" altLang="zh-TW" sz="1800" kern="0" dirty="0"/>
              <a:t>Add 4 or extended immediate to PC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136AA395-3C26-49F4-897A-742FE5F550F4}"/>
              </a:ext>
            </a:extLst>
          </p:cNvPr>
          <p:cNvSpPr>
            <a:spLocks noGrp="1" noChangeArrowheads="1"/>
          </p:cNvSpPr>
          <p:nvPr>
            <p:ph type="title"/>
          </p:nvPr>
        </p:nvSpPr>
        <p:spPr>
          <a:xfrm>
            <a:off x="975873" y="145997"/>
            <a:ext cx="6753666" cy="399570"/>
          </a:xfrm>
        </p:spPr>
        <p:txBody>
          <a:bodyPr/>
          <a:lstStyle/>
          <a:p>
            <a:r>
              <a:rPr lang="en-US" altLang="zh-TW" dirty="0"/>
              <a:t>Outline</a:t>
            </a:r>
          </a:p>
        </p:txBody>
      </p:sp>
      <p:sp>
        <p:nvSpPr>
          <p:cNvPr id="24579" name="Rectangle 3">
            <a:extLst>
              <a:ext uri="{FF2B5EF4-FFF2-40B4-BE49-F238E27FC236}">
                <a16:creationId xmlns:a16="http://schemas.microsoft.com/office/drawing/2014/main" id="{9266CD3C-2CEC-4833-AE6F-A059523D9C4A}"/>
              </a:ext>
            </a:extLst>
          </p:cNvPr>
          <p:cNvSpPr>
            <a:spLocks noGrp="1" noChangeArrowheads="1"/>
          </p:cNvSpPr>
          <p:nvPr>
            <p:ph type="body" idx="1"/>
          </p:nvPr>
        </p:nvSpPr>
        <p:spPr>
          <a:xfrm>
            <a:off x="1006608" y="844153"/>
            <a:ext cx="7680192" cy="3671888"/>
          </a:xfrm>
        </p:spPr>
        <p:txBody>
          <a:bodyPr/>
          <a:lstStyle/>
          <a:p>
            <a:r>
              <a:rPr lang="en-US" altLang="zh-TW" sz="2000" dirty="0"/>
              <a:t>Introduction to design a processor</a:t>
            </a:r>
          </a:p>
          <a:p>
            <a:r>
              <a:rPr lang="en-US" altLang="zh-TW" sz="2000" dirty="0"/>
              <a:t>Analyze the instruction set (step 1)</a:t>
            </a:r>
          </a:p>
          <a:p>
            <a:r>
              <a:rPr lang="en-US" altLang="zh-TW" sz="2000" dirty="0">
                <a:solidFill>
                  <a:srgbClr val="FF0000"/>
                </a:solidFill>
              </a:rPr>
              <a:t>Build the </a:t>
            </a:r>
            <a:r>
              <a:rPr lang="en-US" altLang="zh-TW" sz="2000" dirty="0" err="1">
                <a:solidFill>
                  <a:srgbClr val="FF0000"/>
                </a:solidFill>
              </a:rPr>
              <a:t>datapath</a:t>
            </a:r>
            <a:r>
              <a:rPr lang="en-US" altLang="zh-TW" sz="2000" dirty="0">
                <a:solidFill>
                  <a:srgbClr val="FF0000"/>
                </a:solidFill>
              </a:rPr>
              <a:t> (steps 2, 3)</a:t>
            </a:r>
          </a:p>
          <a:p>
            <a:r>
              <a:rPr lang="en-US" altLang="zh-TW" sz="2000" dirty="0"/>
              <a:t>A single-cycle implementation</a:t>
            </a:r>
          </a:p>
          <a:p>
            <a:r>
              <a:rPr lang="en-US" altLang="zh-TW" sz="2000" dirty="0"/>
              <a:t>Control for the single-cycle CPU</a:t>
            </a:r>
          </a:p>
          <a:p>
            <a:pPr lvl="1"/>
            <a:r>
              <a:rPr lang="en-US" altLang="zh-TW" sz="1800" dirty="0"/>
              <a:t>Control of CPU operations</a:t>
            </a:r>
          </a:p>
          <a:p>
            <a:pPr lvl="1"/>
            <a:r>
              <a:rPr lang="en-US" altLang="zh-TW" sz="1800" dirty="0"/>
              <a:t>ALU controller</a:t>
            </a:r>
          </a:p>
          <a:p>
            <a:pPr lvl="1"/>
            <a:r>
              <a:rPr lang="en-US" altLang="zh-TW" sz="1800" dirty="0"/>
              <a:t>Main controller</a:t>
            </a:r>
          </a:p>
          <a:p>
            <a:r>
              <a:rPr lang="en-US" altLang="zh-TW" sz="2000" dirty="0"/>
              <a:t>Add jump instruction</a:t>
            </a:r>
          </a:p>
          <a:p>
            <a:pPr lvl="1"/>
            <a:endParaRPr lang="en-US" altLang="zh-TW" dirty="0"/>
          </a:p>
        </p:txBody>
      </p:sp>
      <p:sp>
        <p:nvSpPr>
          <p:cNvPr id="5" name="灯片编号占位符 5">
            <a:extLst>
              <a:ext uri="{FF2B5EF4-FFF2-40B4-BE49-F238E27FC236}">
                <a16:creationId xmlns:a16="http://schemas.microsoft.com/office/drawing/2014/main" id="{B0342968-718F-4D86-B918-1C019F0ED063}"/>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19</a:t>
            </a:fld>
            <a:endParaRPr lang="zh-TW"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CCFE14D3-EB3F-4046-BC10-94B377287820}"/>
              </a:ext>
            </a:extLst>
          </p:cNvPr>
          <p:cNvSpPr>
            <a:spLocks noGrp="1" noChangeArrowheads="1"/>
          </p:cNvSpPr>
          <p:nvPr>
            <p:ph type="body" idx="1"/>
          </p:nvPr>
        </p:nvSpPr>
        <p:spPr>
          <a:xfrm>
            <a:off x="975872" y="844153"/>
            <a:ext cx="7710928" cy="423713"/>
          </a:xfrm>
          <a:noFill/>
        </p:spPr>
        <p:txBody>
          <a:bodyPr vert="horz" wrap="square" lIns="69056" tIns="34529" rIns="69056" bIns="34529" numCol="1" anchor="t" anchorCtr="0" compatLnSpc="1">
            <a:prstTxWarp prst="textNoShape">
              <a:avLst/>
            </a:prstTxWarp>
          </a:bodyPr>
          <a:lstStyle/>
          <a:p>
            <a:r>
              <a:rPr lang="en-US" altLang="zh-TW" sz="2000" dirty="0">
                <a:cs typeface="Calibri" panose="020F0502020204030204" pitchFamily="34" charset="0"/>
              </a:rPr>
              <a:t>Basic building blocks of combinational logic elements </a:t>
            </a:r>
          </a:p>
        </p:txBody>
      </p:sp>
      <p:sp>
        <p:nvSpPr>
          <p:cNvPr id="25603" name="Line 3">
            <a:extLst>
              <a:ext uri="{FF2B5EF4-FFF2-40B4-BE49-F238E27FC236}">
                <a16:creationId xmlns:a16="http://schemas.microsoft.com/office/drawing/2014/main" id="{A6A9BBD9-0D9E-444B-AAA8-1EF55AFB6952}"/>
              </a:ext>
            </a:extLst>
          </p:cNvPr>
          <p:cNvSpPr>
            <a:spLocks noChangeShapeType="1"/>
          </p:cNvSpPr>
          <p:nvPr/>
        </p:nvSpPr>
        <p:spPr bwMode="auto">
          <a:xfrm flipH="1">
            <a:off x="2157413" y="1723726"/>
            <a:ext cx="619125"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grpSp>
        <p:nvGrpSpPr>
          <p:cNvPr id="25604" name="Group 4">
            <a:extLst>
              <a:ext uri="{FF2B5EF4-FFF2-40B4-BE49-F238E27FC236}">
                <a16:creationId xmlns:a16="http://schemas.microsoft.com/office/drawing/2014/main" id="{25732B27-86BE-49FA-9A41-45B0114E6E67}"/>
              </a:ext>
            </a:extLst>
          </p:cNvPr>
          <p:cNvGrpSpPr>
            <a:grpSpLocks/>
          </p:cNvGrpSpPr>
          <p:nvPr/>
        </p:nvGrpSpPr>
        <p:grpSpPr bwMode="auto">
          <a:xfrm>
            <a:off x="2776538" y="1609426"/>
            <a:ext cx="371475" cy="914400"/>
            <a:chOff x="1488" y="1056"/>
            <a:chExt cx="288" cy="768"/>
          </a:xfrm>
        </p:grpSpPr>
        <p:sp>
          <p:nvSpPr>
            <p:cNvPr id="25672" name="Line 5">
              <a:extLst>
                <a:ext uri="{FF2B5EF4-FFF2-40B4-BE49-F238E27FC236}">
                  <a16:creationId xmlns:a16="http://schemas.microsoft.com/office/drawing/2014/main" id="{570837C2-0160-4D5F-A03F-129763D42884}"/>
                </a:ext>
              </a:extLst>
            </p:cNvPr>
            <p:cNvSpPr>
              <a:spLocks noChangeShapeType="1"/>
            </p:cNvSpPr>
            <p:nvPr/>
          </p:nvSpPr>
          <p:spPr bwMode="auto">
            <a:xfrm>
              <a:off x="1488" y="1056"/>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73" name="Line 6">
              <a:extLst>
                <a:ext uri="{FF2B5EF4-FFF2-40B4-BE49-F238E27FC236}">
                  <a16:creationId xmlns:a16="http://schemas.microsoft.com/office/drawing/2014/main" id="{2FBA1754-3129-4835-84DD-49FC83E83F56}"/>
                </a:ext>
              </a:extLst>
            </p:cNvPr>
            <p:cNvSpPr>
              <a:spLocks noChangeShapeType="1"/>
            </p:cNvSpPr>
            <p:nvPr/>
          </p:nvSpPr>
          <p:spPr bwMode="auto">
            <a:xfrm>
              <a:off x="1488" y="1056"/>
              <a:ext cx="288"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74" name="Line 7">
              <a:extLst>
                <a:ext uri="{FF2B5EF4-FFF2-40B4-BE49-F238E27FC236}">
                  <a16:creationId xmlns:a16="http://schemas.microsoft.com/office/drawing/2014/main" id="{D690560E-BB22-42CB-B580-606C99DB1FDB}"/>
                </a:ext>
              </a:extLst>
            </p:cNvPr>
            <p:cNvSpPr>
              <a:spLocks noChangeShapeType="1"/>
            </p:cNvSpPr>
            <p:nvPr/>
          </p:nvSpPr>
          <p:spPr bwMode="auto">
            <a:xfrm>
              <a:off x="1488" y="1248"/>
              <a:ext cx="144"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75" name="Line 8">
              <a:extLst>
                <a:ext uri="{FF2B5EF4-FFF2-40B4-BE49-F238E27FC236}">
                  <a16:creationId xmlns:a16="http://schemas.microsoft.com/office/drawing/2014/main" id="{E9772905-A953-4471-B47D-CB405F095937}"/>
                </a:ext>
              </a:extLst>
            </p:cNvPr>
            <p:cNvSpPr>
              <a:spLocks noChangeShapeType="1"/>
            </p:cNvSpPr>
            <p:nvPr/>
          </p:nvSpPr>
          <p:spPr bwMode="auto">
            <a:xfrm>
              <a:off x="1632" y="1344"/>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76" name="Line 9">
              <a:extLst>
                <a:ext uri="{FF2B5EF4-FFF2-40B4-BE49-F238E27FC236}">
                  <a16:creationId xmlns:a16="http://schemas.microsoft.com/office/drawing/2014/main" id="{A2801C48-DA3B-40B6-BB06-548E7BFFC56B}"/>
                </a:ext>
              </a:extLst>
            </p:cNvPr>
            <p:cNvSpPr>
              <a:spLocks noChangeShapeType="1"/>
            </p:cNvSpPr>
            <p:nvPr/>
          </p:nvSpPr>
          <p:spPr bwMode="auto">
            <a:xfrm>
              <a:off x="1776" y="1248"/>
              <a:ext cx="0" cy="38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77" name="Line 10">
              <a:extLst>
                <a:ext uri="{FF2B5EF4-FFF2-40B4-BE49-F238E27FC236}">
                  <a16:creationId xmlns:a16="http://schemas.microsoft.com/office/drawing/2014/main" id="{07D36B50-6CFA-4544-8D0B-8690964033AC}"/>
                </a:ext>
              </a:extLst>
            </p:cNvPr>
            <p:cNvSpPr>
              <a:spLocks noChangeShapeType="1"/>
            </p:cNvSpPr>
            <p:nvPr/>
          </p:nvSpPr>
          <p:spPr bwMode="auto">
            <a:xfrm flipV="1">
              <a:off x="1488" y="1536"/>
              <a:ext cx="144"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78" name="Line 11">
              <a:extLst>
                <a:ext uri="{FF2B5EF4-FFF2-40B4-BE49-F238E27FC236}">
                  <a16:creationId xmlns:a16="http://schemas.microsoft.com/office/drawing/2014/main" id="{263505D8-50B0-47AF-8C92-6C22E3662404}"/>
                </a:ext>
              </a:extLst>
            </p:cNvPr>
            <p:cNvSpPr>
              <a:spLocks noChangeShapeType="1"/>
            </p:cNvSpPr>
            <p:nvPr/>
          </p:nvSpPr>
          <p:spPr bwMode="auto">
            <a:xfrm>
              <a:off x="1488" y="1632"/>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79" name="Line 12">
              <a:extLst>
                <a:ext uri="{FF2B5EF4-FFF2-40B4-BE49-F238E27FC236}">
                  <a16:creationId xmlns:a16="http://schemas.microsoft.com/office/drawing/2014/main" id="{5A99D447-1792-41EF-8878-467B6D3FEE52}"/>
                </a:ext>
              </a:extLst>
            </p:cNvPr>
            <p:cNvSpPr>
              <a:spLocks noChangeShapeType="1"/>
            </p:cNvSpPr>
            <p:nvPr/>
          </p:nvSpPr>
          <p:spPr bwMode="auto">
            <a:xfrm flipV="1">
              <a:off x="1488" y="1632"/>
              <a:ext cx="288"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grpSp>
      <p:sp>
        <p:nvSpPr>
          <p:cNvPr id="25605" name="Line 13">
            <a:extLst>
              <a:ext uri="{FF2B5EF4-FFF2-40B4-BE49-F238E27FC236}">
                <a16:creationId xmlns:a16="http://schemas.microsoft.com/office/drawing/2014/main" id="{C2DA208F-3C0F-4326-AC91-7CAF65DCC6A4}"/>
              </a:ext>
            </a:extLst>
          </p:cNvPr>
          <p:cNvSpPr>
            <a:spLocks noChangeShapeType="1"/>
          </p:cNvSpPr>
          <p:nvPr/>
        </p:nvSpPr>
        <p:spPr bwMode="auto">
          <a:xfrm flipH="1">
            <a:off x="2466975" y="1666576"/>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06" name="Rectangle 14">
            <a:extLst>
              <a:ext uri="{FF2B5EF4-FFF2-40B4-BE49-F238E27FC236}">
                <a16:creationId xmlns:a16="http://schemas.microsoft.com/office/drawing/2014/main" id="{F6C6CEDB-3004-4EB5-9384-807B0003FEBB}"/>
              </a:ext>
            </a:extLst>
          </p:cNvPr>
          <p:cNvSpPr>
            <a:spLocks noChangeArrowheads="1"/>
          </p:cNvSpPr>
          <p:nvPr/>
        </p:nvSpPr>
        <p:spPr bwMode="auto">
          <a:xfrm>
            <a:off x="2206229" y="1701104"/>
            <a:ext cx="335027"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500">
                <a:latin typeface="Calibri" panose="020F0502020204030204" pitchFamily="34" charset="0"/>
                <a:ea typeface="新細明體" panose="02020500000000000000" pitchFamily="18" charset="-120"/>
                <a:cs typeface="Calibri" panose="020F0502020204030204" pitchFamily="34" charset="0"/>
              </a:rPr>
              <a:t>32</a:t>
            </a:r>
          </a:p>
        </p:txBody>
      </p:sp>
      <p:sp>
        <p:nvSpPr>
          <p:cNvPr id="25607" name="Line 15">
            <a:extLst>
              <a:ext uri="{FF2B5EF4-FFF2-40B4-BE49-F238E27FC236}">
                <a16:creationId xmlns:a16="http://schemas.microsoft.com/office/drawing/2014/main" id="{ECD4214C-3E03-4530-A072-971972EF2669}"/>
              </a:ext>
            </a:extLst>
          </p:cNvPr>
          <p:cNvSpPr>
            <a:spLocks noChangeShapeType="1"/>
          </p:cNvSpPr>
          <p:nvPr/>
        </p:nvSpPr>
        <p:spPr bwMode="auto">
          <a:xfrm flipH="1">
            <a:off x="2157413" y="2409526"/>
            <a:ext cx="619125"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08" name="Line 16">
            <a:extLst>
              <a:ext uri="{FF2B5EF4-FFF2-40B4-BE49-F238E27FC236}">
                <a16:creationId xmlns:a16="http://schemas.microsoft.com/office/drawing/2014/main" id="{537B109C-C228-49DF-99EB-8BB706A5E66A}"/>
              </a:ext>
            </a:extLst>
          </p:cNvPr>
          <p:cNvSpPr>
            <a:spLocks noChangeShapeType="1"/>
          </p:cNvSpPr>
          <p:nvPr/>
        </p:nvSpPr>
        <p:spPr bwMode="auto">
          <a:xfrm flipH="1">
            <a:off x="2466975" y="2352376"/>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09" name="Rectangle 17">
            <a:extLst>
              <a:ext uri="{FF2B5EF4-FFF2-40B4-BE49-F238E27FC236}">
                <a16:creationId xmlns:a16="http://schemas.microsoft.com/office/drawing/2014/main" id="{6186225F-2E9B-4B56-AB27-B8EA0BA6B331}"/>
              </a:ext>
            </a:extLst>
          </p:cNvPr>
          <p:cNvSpPr>
            <a:spLocks noChangeArrowheads="1"/>
          </p:cNvSpPr>
          <p:nvPr/>
        </p:nvSpPr>
        <p:spPr bwMode="auto">
          <a:xfrm>
            <a:off x="2206229" y="2386904"/>
            <a:ext cx="335027"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500">
                <a:latin typeface="Calibri" panose="020F0502020204030204" pitchFamily="34" charset="0"/>
                <a:ea typeface="新細明體" panose="02020500000000000000" pitchFamily="18" charset="-120"/>
                <a:cs typeface="Calibri" panose="020F0502020204030204" pitchFamily="34" charset="0"/>
              </a:rPr>
              <a:t>32</a:t>
            </a:r>
          </a:p>
        </p:txBody>
      </p:sp>
      <p:sp>
        <p:nvSpPr>
          <p:cNvPr id="25610" name="Rectangle 18">
            <a:extLst>
              <a:ext uri="{FF2B5EF4-FFF2-40B4-BE49-F238E27FC236}">
                <a16:creationId xmlns:a16="http://schemas.microsoft.com/office/drawing/2014/main" id="{82A9BE8F-D63F-465E-8A1E-154296DF8690}"/>
              </a:ext>
            </a:extLst>
          </p:cNvPr>
          <p:cNvSpPr>
            <a:spLocks noChangeArrowheads="1"/>
          </p:cNvSpPr>
          <p:nvPr/>
        </p:nvSpPr>
        <p:spPr bwMode="auto">
          <a:xfrm>
            <a:off x="1896666" y="1586804"/>
            <a:ext cx="25648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dirty="0">
                <a:latin typeface="Calibri" panose="020F0502020204030204" pitchFamily="34" charset="0"/>
                <a:ea typeface="新細明體" panose="02020500000000000000" pitchFamily="18" charset="-120"/>
                <a:cs typeface="Calibri" panose="020F0502020204030204" pitchFamily="34" charset="0"/>
              </a:rPr>
              <a:t>A</a:t>
            </a:r>
          </a:p>
        </p:txBody>
      </p:sp>
      <p:sp>
        <p:nvSpPr>
          <p:cNvPr id="25611" name="Rectangle 19">
            <a:extLst>
              <a:ext uri="{FF2B5EF4-FFF2-40B4-BE49-F238E27FC236}">
                <a16:creationId xmlns:a16="http://schemas.microsoft.com/office/drawing/2014/main" id="{8DD48D22-5CF7-4E09-82B0-4F79A2E55C6B}"/>
              </a:ext>
            </a:extLst>
          </p:cNvPr>
          <p:cNvSpPr>
            <a:spLocks noChangeArrowheads="1"/>
          </p:cNvSpPr>
          <p:nvPr/>
        </p:nvSpPr>
        <p:spPr bwMode="auto">
          <a:xfrm>
            <a:off x="1896666" y="2272604"/>
            <a:ext cx="246862"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a:latin typeface="Calibri" panose="020F0502020204030204" pitchFamily="34" charset="0"/>
                <a:ea typeface="新細明體" panose="02020500000000000000" pitchFamily="18" charset="-120"/>
                <a:cs typeface="Calibri" panose="020F0502020204030204" pitchFamily="34" charset="0"/>
              </a:rPr>
              <a:t>B</a:t>
            </a:r>
          </a:p>
        </p:txBody>
      </p:sp>
      <p:sp>
        <p:nvSpPr>
          <p:cNvPr id="25612" name="Line 20">
            <a:extLst>
              <a:ext uri="{FF2B5EF4-FFF2-40B4-BE49-F238E27FC236}">
                <a16:creationId xmlns:a16="http://schemas.microsoft.com/office/drawing/2014/main" id="{F13892B7-F224-471F-8A03-FC403A54AC52}"/>
              </a:ext>
            </a:extLst>
          </p:cNvPr>
          <p:cNvSpPr>
            <a:spLocks noChangeShapeType="1"/>
          </p:cNvSpPr>
          <p:nvPr/>
        </p:nvSpPr>
        <p:spPr bwMode="auto">
          <a:xfrm flipH="1">
            <a:off x="3148013" y="2066626"/>
            <a:ext cx="619125"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13" name="Line 21">
            <a:extLst>
              <a:ext uri="{FF2B5EF4-FFF2-40B4-BE49-F238E27FC236}">
                <a16:creationId xmlns:a16="http://schemas.microsoft.com/office/drawing/2014/main" id="{309708A9-2D73-49E0-9620-6B0A5A5D7DFF}"/>
              </a:ext>
            </a:extLst>
          </p:cNvPr>
          <p:cNvSpPr>
            <a:spLocks noChangeShapeType="1"/>
          </p:cNvSpPr>
          <p:nvPr/>
        </p:nvSpPr>
        <p:spPr bwMode="auto">
          <a:xfrm flipH="1">
            <a:off x="3457575" y="2009476"/>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14" name="Rectangle 22">
            <a:extLst>
              <a:ext uri="{FF2B5EF4-FFF2-40B4-BE49-F238E27FC236}">
                <a16:creationId xmlns:a16="http://schemas.microsoft.com/office/drawing/2014/main" id="{8EE48088-CE16-41DA-91C4-127FA2BB5389}"/>
              </a:ext>
            </a:extLst>
          </p:cNvPr>
          <p:cNvSpPr>
            <a:spLocks noChangeArrowheads="1"/>
          </p:cNvSpPr>
          <p:nvPr/>
        </p:nvSpPr>
        <p:spPr bwMode="auto">
          <a:xfrm>
            <a:off x="3196829" y="2044004"/>
            <a:ext cx="335027"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500">
                <a:latin typeface="Calibri" panose="020F0502020204030204" pitchFamily="34" charset="0"/>
                <a:ea typeface="新細明體" panose="02020500000000000000" pitchFamily="18" charset="-120"/>
                <a:cs typeface="Calibri" panose="020F0502020204030204" pitchFamily="34" charset="0"/>
              </a:rPr>
              <a:t>32</a:t>
            </a:r>
          </a:p>
        </p:txBody>
      </p:sp>
      <p:sp>
        <p:nvSpPr>
          <p:cNvPr id="25615" name="Rectangle 23">
            <a:extLst>
              <a:ext uri="{FF2B5EF4-FFF2-40B4-BE49-F238E27FC236}">
                <a16:creationId xmlns:a16="http://schemas.microsoft.com/office/drawing/2014/main" id="{E2B5B479-4193-46C2-BC00-526E452A7C06}"/>
              </a:ext>
            </a:extLst>
          </p:cNvPr>
          <p:cNvSpPr>
            <a:spLocks noChangeArrowheads="1"/>
          </p:cNvSpPr>
          <p:nvPr/>
        </p:nvSpPr>
        <p:spPr bwMode="auto">
          <a:xfrm>
            <a:off x="3754041" y="1929704"/>
            <a:ext cx="490519"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a:latin typeface="Calibri" panose="020F0502020204030204" pitchFamily="34" charset="0"/>
                <a:ea typeface="新細明體" panose="02020500000000000000" pitchFamily="18" charset="-120"/>
                <a:cs typeface="Calibri" panose="020F0502020204030204" pitchFamily="34" charset="0"/>
              </a:rPr>
              <a:t>Sum</a:t>
            </a:r>
          </a:p>
        </p:txBody>
      </p:sp>
      <p:sp>
        <p:nvSpPr>
          <p:cNvPr id="25616" name="Line 24">
            <a:extLst>
              <a:ext uri="{FF2B5EF4-FFF2-40B4-BE49-F238E27FC236}">
                <a16:creationId xmlns:a16="http://schemas.microsoft.com/office/drawing/2014/main" id="{D726B68A-8EB3-4161-9AFE-B93798B3C7D3}"/>
              </a:ext>
            </a:extLst>
          </p:cNvPr>
          <p:cNvSpPr>
            <a:spLocks noChangeShapeType="1"/>
          </p:cNvSpPr>
          <p:nvPr/>
        </p:nvSpPr>
        <p:spPr bwMode="auto">
          <a:xfrm>
            <a:off x="2962275" y="2409526"/>
            <a:ext cx="804863"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17" name="Rectangle 25">
            <a:extLst>
              <a:ext uri="{FF2B5EF4-FFF2-40B4-BE49-F238E27FC236}">
                <a16:creationId xmlns:a16="http://schemas.microsoft.com/office/drawing/2014/main" id="{F85CEF62-8874-4854-A731-97206EEE18E5}"/>
              </a:ext>
            </a:extLst>
          </p:cNvPr>
          <p:cNvSpPr>
            <a:spLocks noChangeArrowheads="1"/>
          </p:cNvSpPr>
          <p:nvPr/>
        </p:nvSpPr>
        <p:spPr bwMode="auto">
          <a:xfrm>
            <a:off x="3754042" y="2272604"/>
            <a:ext cx="566694"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dirty="0">
                <a:latin typeface="Calibri" panose="020F0502020204030204" pitchFamily="34" charset="0"/>
                <a:ea typeface="新細明體" panose="02020500000000000000" pitchFamily="18" charset="-120"/>
                <a:cs typeface="Calibri" panose="020F0502020204030204" pitchFamily="34" charset="0"/>
              </a:rPr>
              <a:t>Carry</a:t>
            </a:r>
          </a:p>
        </p:txBody>
      </p:sp>
      <p:sp>
        <p:nvSpPr>
          <p:cNvPr id="25618" name="Line 26">
            <a:extLst>
              <a:ext uri="{FF2B5EF4-FFF2-40B4-BE49-F238E27FC236}">
                <a16:creationId xmlns:a16="http://schemas.microsoft.com/office/drawing/2014/main" id="{FC9435B6-ED63-4F90-B4A3-9838E225EA40}"/>
              </a:ext>
            </a:extLst>
          </p:cNvPr>
          <p:cNvSpPr>
            <a:spLocks noChangeShapeType="1"/>
          </p:cNvSpPr>
          <p:nvPr/>
        </p:nvSpPr>
        <p:spPr bwMode="auto">
          <a:xfrm flipH="1">
            <a:off x="3890963" y="3517998"/>
            <a:ext cx="619125"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grpSp>
        <p:nvGrpSpPr>
          <p:cNvPr id="25619" name="Group 27">
            <a:extLst>
              <a:ext uri="{FF2B5EF4-FFF2-40B4-BE49-F238E27FC236}">
                <a16:creationId xmlns:a16="http://schemas.microsoft.com/office/drawing/2014/main" id="{20B56144-DF6F-46F3-BEE7-62D68A88810A}"/>
              </a:ext>
            </a:extLst>
          </p:cNvPr>
          <p:cNvGrpSpPr>
            <a:grpSpLocks/>
          </p:cNvGrpSpPr>
          <p:nvPr/>
        </p:nvGrpSpPr>
        <p:grpSpPr bwMode="auto">
          <a:xfrm>
            <a:off x="4510088" y="3403698"/>
            <a:ext cx="371475" cy="914400"/>
            <a:chOff x="2832" y="2688"/>
            <a:chExt cx="288" cy="768"/>
          </a:xfrm>
        </p:grpSpPr>
        <p:sp>
          <p:nvSpPr>
            <p:cNvPr id="25664" name="Line 28">
              <a:extLst>
                <a:ext uri="{FF2B5EF4-FFF2-40B4-BE49-F238E27FC236}">
                  <a16:creationId xmlns:a16="http://schemas.microsoft.com/office/drawing/2014/main" id="{C93C821B-F902-4B77-9AC9-063489297471}"/>
                </a:ext>
              </a:extLst>
            </p:cNvPr>
            <p:cNvSpPr>
              <a:spLocks noChangeShapeType="1"/>
            </p:cNvSpPr>
            <p:nvPr/>
          </p:nvSpPr>
          <p:spPr bwMode="auto">
            <a:xfrm>
              <a:off x="2832" y="2688"/>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65" name="Line 29">
              <a:extLst>
                <a:ext uri="{FF2B5EF4-FFF2-40B4-BE49-F238E27FC236}">
                  <a16:creationId xmlns:a16="http://schemas.microsoft.com/office/drawing/2014/main" id="{EDC05007-3791-49A8-9637-B7D805A79B40}"/>
                </a:ext>
              </a:extLst>
            </p:cNvPr>
            <p:cNvSpPr>
              <a:spLocks noChangeShapeType="1"/>
            </p:cNvSpPr>
            <p:nvPr/>
          </p:nvSpPr>
          <p:spPr bwMode="auto">
            <a:xfrm>
              <a:off x="2832" y="2688"/>
              <a:ext cx="288"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66" name="Line 30">
              <a:extLst>
                <a:ext uri="{FF2B5EF4-FFF2-40B4-BE49-F238E27FC236}">
                  <a16:creationId xmlns:a16="http://schemas.microsoft.com/office/drawing/2014/main" id="{9418711F-10A4-4DBD-AF42-308C6AC980D3}"/>
                </a:ext>
              </a:extLst>
            </p:cNvPr>
            <p:cNvSpPr>
              <a:spLocks noChangeShapeType="1"/>
            </p:cNvSpPr>
            <p:nvPr/>
          </p:nvSpPr>
          <p:spPr bwMode="auto">
            <a:xfrm>
              <a:off x="2832" y="2880"/>
              <a:ext cx="144"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67" name="Line 31">
              <a:extLst>
                <a:ext uri="{FF2B5EF4-FFF2-40B4-BE49-F238E27FC236}">
                  <a16:creationId xmlns:a16="http://schemas.microsoft.com/office/drawing/2014/main" id="{7C513A2C-66B6-4AD2-8009-4952A21BCE89}"/>
                </a:ext>
              </a:extLst>
            </p:cNvPr>
            <p:cNvSpPr>
              <a:spLocks noChangeShapeType="1"/>
            </p:cNvSpPr>
            <p:nvPr/>
          </p:nvSpPr>
          <p:spPr bwMode="auto">
            <a:xfrm>
              <a:off x="2976" y="2976"/>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68" name="Line 32">
              <a:extLst>
                <a:ext uri="{FF2B5EF4-FFF2-40B4-BE49-F238E27FC236}">
                  <a16:creationId xmlns:a16="http://schemas.microsoft.com/office/drawing/2014/main" id="{CFF29E9E-FE1A-44AF-826A-71B21FDFF669}"/>
                </a:ext>
              </a:extLst>
            </p:cNvPr>
            <p:cNvSpPr>
              <a:spLocks noChangeShapeType="1"/>
            </p:cNvSpPr>
            <p:nvPr/>
          </p:nvSpPr>
          <p:spPr bwMode="auto">
            <a:xfrm>
              <a:off x="3120" y="2880"/>
              <a:ext cx="0" cy="38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69" name="Line 33">
              <a:extLst>
                <a:ext uri="{FF2B5EF4-FFF2-40B4-BE49-F238E27FC236}">
                  <a16:creationId xmlns:a16="http://schemas.microsoft.com/office/drawing/2014/main" id="{67C0B3DE-E3CA-49D3-B776-2723FE71DAFD}"/>
                </a:ext>
              </a:extLst>
            </p:cNvPr>
            <p:cNvSpPr>
              <a:spLocks noChangeShapeType="1"/>
            </p:cNvSpPr>
            <p:nvPr/>
          </p:nvSpPr>
          <p:spPr bwMode="auto">
            <a:xfrm flipV="1">
              <a:off x="2832" y="3168"/>
              <a:ext cx="144"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70" name="Line 34">
              <a:extLst>
                <a:ext uri="{FF2B5EF4-FFF2-40B4-BE49-F238E27FC236}">
                  <a16:creationId xmlns:a16="http://schemas.microsoft.com/office/drawing/2014/main" id="{8EE019CF-A002-4D90-9FFC-BE69D8567112}"/>
                </a:ext>
              </a:extLst>
            </p:cNvPr>
            <p:cNvSpPr>
              <a:spLocks noChangeShapeType="1"/>
            </p:cNvSpPr>
            <p:nvPr/>
          </p:nvSpPr>
          <p:spPr bwMode="auto">
            <a:xfrm>
              <a:off x="2832" y="3264"/>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71" name="Line 35">
              <a:extLst>
                <a:ext uri="{FF2B5EF4-FFF2-40B4-BE49-F238E27FC236}">
                  <a16:creationId xmlns:a16="http://schemas.microsoft.com/office/drawing/2014/main" id="{B47F5DA7-6566-4457-B2E0-FC79F77624C1}"/>
                </a:ext>
              </a:extLst>
            </p:cNvPr>
            <p:cNvSpPr>
              <a:spLocks noChangeShapeType="1"/>
            </p:cNvSpPr>
            <p:nvPr/>
          </p:nvSpPr>
          <p:spPr bwMode="auto">
            <a:xfrm flipV="1">
              <a:off x="2832" y="3264"/>
              <a:ext cx="288"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grpSp>
      <p:sp>
        <p:nvSpPr>
          <p:cNvPr id="25620" name="Line 36">
            <a:extLst>
              <a:ext uri="{FF2B5EF4-FFF2-40B4-BE49-F238E27FC236}">
                <a16:creationId xmlns:a16="http://schemas.microsoft.com/office/drawing/2014/main" id="{72107E0A-1A37-448C-AF1C-4A2A391F3429}"/>
              </a:ext>
            </a:extLst>
          </p:cNvPr>
          <p:cNvSpPr>
            <a:spLocks noChangeShapeType="1"/>
          </p:cNvSpPr>
          <p:nvPr/>
        </p:nvSpPr>
        <p:spPr bwMode="auto">
          <a:xfrm flipH="1">
            <a:off x="4200525" y="3460848"/>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21" name="Rectangle 37">
            <a:extLst>
              <a:ext uri="{FF2B5EF4-FFF2-40B4-BE49-F238E27FC236}">
                <a16:creationId xmlns:a16="http://schemas.microsoft.com/office/drawing/2014/main" id="{EC4BC912-ADBC-4810-BB58-7133FCD23EAA}"/>
              </a:ext>
            </a:extLst>
          </p:cNvPr>
          <p:cNvSpPr>
            <a:spLocks noChangeArrowheads="1"/>
          </p:cNvSpPr>
          <p:nvPr/>
        </p:nvSpPr>
        <p:spPr bwMode="auto">
          <a:xfrm>
            <a:off x="3939779" y="3495376"/>
            <a:ext cx="335027"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500">
                <a:latin typeface="Calibri" panose="020F0502020204030204" pitchFamily="34" charset="0"/>
                <a:ea typeface="新細明體" panose="02020500000000000000" pitchFamily="18" charset="-120"/>
                <a:cs typeface="Calibri" panose="020F0502020204030204" pitchFamily="34" charset="0"/>
              </a:rPr>
              <a:t>32</a:t>
            </a:r>
          </a:p>
        </p:txBody>
      </p:sp>
      <p:sp>
        <p:nvSpPr>
          <p:cNvPr id="25622" name="Line 38">
            <a:extLst>
              <a:ext uri="{FF2B5EF4-FFF2-40B4-BE49-F238E27FC236}">
                <a16:creationId xmlns:a16="http://schemas.microsoft.com/office/drawing/2014/main" id="{3247C175-5D47-4EF3-A9DF-FEC46022967F}"/>
              </a:ext>
            </a:extLst>
          </p:cNvPr>
          <p:cNvSpPr>
            <a:spLocks noChangeShapeType="1"/>
          </p:cNvSpPr>
          <p:nvPr/>
        </p:nvSpPr>
        <p:spPr bwMode="auto">
          <a:xfrm flipH="1">
            <a:off x="3890963" y="4203798"/>
            <a:ext cx="619125"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23" name="Line 39">
            <a:extLst>
              <a:ext uri="{FF2B5EF4-FFF2-40B4-BE49-F238E27FC236}">
                <a16:creationId xmlns:a16="http://schemas.microsoft.com/office/drawing/2014/main" id="{D5D84862-4ACA-4E8F-8704-2BA1D4D8A94C}"/>
              </a:ext>
            </a:extLst>
          </p:cNvPr>
          <p:cNvSpPr>
            <a:spLocks noChangeShapeType="1"/>
          </p:cNvSpPr>
          <p:nvPr/>
        </p:nvSpPr>
        <p:spPr bwMode="auto">
          <a:xfrm flipH="1">
            <a:off x="4200525" y="4146648"/>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24" name="Rectangle 40">
            <a:extLst>
              <a:ext uri="{FF2B5EF4-FFF2-40B4-BE49-F238E27FC236}">
                <a16:creationId xmlns:a16="http://schemas.microsoft.com/office/drawing/2014/main" id="{06C0313D-D8F0-4D7E-A859-452BDD451521}"/>
              </a:ext>
            </a:extLst>
          </p:cNvPr>
          <p:cNvSpPr>
            <a:spLocks noChangeArrowheads="1"/>
          </p:cNvSpPr>
          <p:nvPr/>
        </p:nvSpPr>
        <p:spPr bwMode="auto">
          <a:xfrm>
            <a:off x="3939779" y="4181176"/>
            <a:ext cx="335027"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500">
                <a:latin typeface="Calibri" panose="020F0502020204030204" pitchFamily="34" charset="0"/>
                <a:ea typeface="新細明體" panose="02020500000000000000" pitchFamily="18" charset="-120"/>
                <a:cs typeface="Calibri" panose="020F0502020204030204" pitchFamily="34" charset="0"/>
              </a:rPr>
              <a:t>32</a:t>
            </a:r>
          </a:p>
        </p:txBody>
      </p:sp>
      <p:sp>
        <p:nvSpPr>
          <p:cNvPr id="25625" name="Rectangle 41">
            <a:extLst>
              <a:ext uri="{FF2B5EF4-FFF2-40B4-BE49-F238E27FC236}">
                <a16:creationId xmlns:a16="http://schemas.microsoft.com/office/drawing/2014/main" id="{20C360D0-771E-416F-A8E4-A4EAEA981557}"/>
              </a:ext>
            </a:extLst>
          </p:cNvPr>
          <p:cNvSpPr>
            <a:spLocks noChangeArrowheads="1"/>
          </p:cNvSpPr>
          <p:nvPr/>
        </p:nvSpPr>
        <p:spPr bwMode="auto">
          <a:xfrm>
            <a:off x="3630216" y="3381076"/>
            <a:ext cx="25648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a:latin typeface="Calibri" panose="020F0502020204030204" pitchFamily="34" charset="0"/>
                <a:ea typeface="新細明體" panose="02020500000000000000" pitchFamily="18" charset="-120"/>
                <a:cs typeface="Calibri" panose="020F0502020204030204" pitchFamily="34" charset="0"/>
              </a:rPr>
              <a:t>A</a:t>
            </a:r>
          </a:p>
        </p:txBody>
      </p:sp>
      <p:sp>
        <p:nvSpPr>
          <p:cNvPr id="25626" name="Rectangle 42">
            <a:extLst>
              <a:ext uri="{FF2B5EF4-FFF2-40B4-BE49-F238E27FC236}">
                <a16:creationId xmlns:a16="http://schemas.microsoft.com/office/drawing/2014/main" id="{42D6EB6B-36BF-4F75-BB8E-0FBB3D908244}"/>
              </a:ext>
            </a:extLst>
          </p:cNvPr>
          <p:cNvSpPr>
            <a:spLocks noChangeArrowheads="1"/>
          </p:cNvSpPr>
          <p:nvPr/>
        </p:nvSpPr>
        <p:spPr bwMode="auto">
          <a:xfrm>
            <a:off x="3630216" y="4066876"/>
            <a:ext cx="246862"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a:latin typeface="Calibri" panose="020F0502020204030204" pitchFamily="34" charset="0"/>
                <a:ea typeface="新細明體" panose="02020500000000000000" pitchFamily="18" charset="-120"/>
                <a:cs typeface="Calibri" panose="020F0502020204030204" pitchFamily="34" charset="0"/>
              </a:rPr>
              <a:t>B</a:t>
            </a:r>
          </a:p>
        </p:txBody>
      </p:sp>
      <p:sp>
        <p:nvSpPr>
          <p:cNvPr id="25627" name="Line 43">
            <a:extLst>
              <a:ext uri="{FF2B5EF4-FFF2-40B4-BE49-F238E27FC236}">
                <a16:creationId xmlns:a16="http://schemas.microsoft.com/office/drawing/2014/main" id="{11129FEC-8568-43C9-8AA8-F439284F8C24}"/>
              </a:ext>
            </a:extLst>
          </p:cNvPr>
          <p:cNvSpPr>
            <a:spLocks noChangeShapeType="1"/>
          </p:cNvSpPr>
          <p:nvPr/>
        </p:nvSpPr>
        <p:spPr bwMode="auto">
          <a:xfrm flipH="1">
            <a:off x="4881563" y="3860898"/>
            <a:ext cx="619125"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28" name="Line 44">
            <a:extLst>
              <a:ext uri="{FF2B5EF4-FFF2-40B4-BE49-F238E27FC236}">
                <a16:creationId xmlns:a16="http://schemas.microsoft.com/office/drawing/2014/main" id="{0690C923-6BD7-40BE-B20A-12AD6E379DFA}"/>
              </a:ext>
            </a:extLst>
          </p:cNvPr>
          <p:cNvSpPr>
            <a:spLocks noChangeShapeType="1"/>
          </p:cNvSpPr>
          <p:nvPr/>
        </p:nvSpPr>
        <p:spPr bwMode="auto">
          <a:xfrm flipH="1">
            <a:off x="5191125" y="3803748"/>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29" name="Rectangle 45">
            <a:extLst>
              <a:ext uri="{FF2B5EF4-FFF2-40B4-BE49-F238E27FC236}">
                <a16:creationId xmlns:a16="http://schemas.microsoft.com/office/drawing/2014/main" id="{801D9548-888E-4E66-B18B-8320CCF3C5F0}"/>
              </a:ext>
            </a:extLst>
          </p:cNvPr>
          <p:cNvSpPr>
            <a:spLocks noChangeArrowheads="1"/>
          </p:cNvSpPr>
          <p:nvPr/>
        </p:nvSpPr>
        <p:spPr bwMode="auto">
          <a:xfrm>
            <a:off x="4930379" y="3838276"/>
            <a:ext cx="335027"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500">
                <a:latin typeface="Calibri" panose="020F0502020204030204" pitchFamily="34" charset="0"/>
                <a:ea typeface="新細明體" panose="02020500000000000000" pitchFamily="18" charset="-120"/>
                <a:cs typeface="Calibri" panose="020F0502020204030204" pitchFamily="34" charset="0"/>
              </a:rPr>
              <a:t>32</a:t>
            </a:r>
          </a:p>
        </p:txBody>
      </p:sp>
      <p:sp>
        <p:nvSpPr>
          <p:cNvPr id="25630" name="Rectangle 46">
            <a:extLst>
              <a:ext uri="{FF2B5EF4-FFF2-40B4-BE49-F238E27FC236}">
                <a16:creationId xmlns:a16="http://schemas.microsoft.com/office/drawing/2014/main" id="{B9277145-5A89-428C-BE6F-9C85B5DC6062}"/>
              </a:ext>
            </a:extLst>
          </p:cNvPr>
          <p:cNvSpPr>
            <a:spLocks noChangeArrowheads="1"/>
          </p:cNvSpPr>
          <p:nvPr/>
        </p:nvSpPr>
        <p:spPr bwMode="auto">
          <a:xfrm>
            <a:off x="5487592" y="3723976"/>
            <a:ext cx="635174"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a:latin typeface="Calibri" panose="020F0502020204030204" pitchFamily="34" charset="0"/>
                <a:ea typeface="新細明體" panose="02020500000000000000" pitchFamily="18" charset="-120"/>
                <a:cs typeface="Calibri" panose="020F0502020204030204" pitchFamily="34" charset="0"/>
              </a:rPr>
              <a:t>Result</a:t>
            </a:r>
          </a:p>
        </p:txBody>
      </p:sp>
      <p:sp>
        <p:nvSpPr>
          <p:cNvPr id="25631" name="Line 47">
            <a:extLst>
              <a:ext uri="{FF2B5EF4-FFF2-40B4-BE49-F238E27FC236}">
                <a16:creationId xmlns:a16="http://schemas.microsoft.com/office/drawing/2014/main" id="{D6912B5C-418D-471E-99FA-9C2417C42A53}"/>
              </a:ext>
            </a:extLst>
          </p:cNvPr>
          <p:cNvSpPr>
            <a:spLocks noChangeShapeType="1"/>
          </p:cNvSpPr>
          <p:nvPr/>
        </p:nvSpPr>
        <p:spPr bwMode="auto">
          <a:xfrm>
            <a:off x="4695825" y="3175098"/>
            <a:ext cx="0" cy="3429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32" name="Rectangle 48">
            <a:extLst>
              <a:ext uri="{FF2B5EF4-FFF2-40B4-BE49-F238E27FC236}">
                <a16:creationId xmlns:a16="http://schemas.microsoft.com/office/drawing/2014/main" id="{026520F1-1251-49FF-A8E4-C576D5852559}"/>
              </a:ext>
            </a:extLst>
          </p:cNvPr>
          <p:cNvSpPr>
            <a:spLocks noChangeArrowheads="1"/>
          </p:cNvSpPr>
          <p:nvPr/>
        </p:nvSpPr>
        <p:spPr bwMode="auto">
          <a:xfrm>
            <a:off x="4076700" y="2926257"/>
            <a:ext cx="1362075"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a:latin typeface="Calibri" panose="020F0502020204030204" pitchFamily="34" charset="0"/>
                <a:ea typeface="新細明體" panose="02020500000000000000" pitchFamily="18" charset="-120"/>
                <a:cs typeface="Calibri" panose="020F0502020204030204" pitchFamily="34" charset="0"/>
              </a:rPr>
              <a:t>ALU control</a:t>
            </a:r>
          </a:p>
        </p:txBody>
      </p:sp>
      <p:grpSp>
        <p:nvGrpSpPr>
          <p:cNvPr id="25633" name="Group 49">
            <a:extLst>
              <a:ext uri="{FF2B5EF4-FFF2-40B4-BE49-F238E27FC236}">
                <a16:creationId xmlns:a16="http://schemas.microsoft.com/office/drawing/2014/main" id="{1600CACA-66EB-415F-A65D-B9069C24735D}"/>
              </a:ext>
            </a:extLst>
          </p:cNvPr>
          <p:cNvGrpSpPr>
            <a:grpSpLocks/>
          </p:cNvGrpSpPr>
          <p:nvPr/>
        </p:nvGrpSpPr>
        <p:grpSpPr bwMode="auto">
          <a:xfrm>
            <a:off x="6119813" y="1723726"/>
            <a:ext cx="247650" cy="857250"/>
            <a:chOff x="4080" y="1152"/>
            <a:chExt cx="192" cy="720"/>
          </a:xfrm>
        </p:grpSpPr>
        <p:sp>
          <p:nvSpPr>
            <p:cNvPr id="25660" name="Line 50">
              <a:extLst>
                <a:ext uri="{FF2B5EF4-FFF2-40B4-BE49-F238E27FC236}">
                  <a16:creationId xmlns:a16="http://schemas.microsoft.com/office/drawing/2014/main" id="{FF858F93-9158-4EA2-994D-40F085AEE71B}"/>
                </a:ext>
              </a:extLst>
            </p:cNvPr>
            <p:cNvSpPr>
              <a:spLocks noChangeShapeType="1"/>
            </p:cNvSpPr>
            <p:nvPr/>
          </p:nvSpPr>
          <p:spPr bwMode="auto">
            <a:xfrm>
              <a:off x="4080" y="1152"/>
              <a:ext cx="0" cy="72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61" name="Line 51">
              <a:extLst>
                <a:ext uri="{FF2B5EF4-FFF2-40B4-BE49-F238E27FC236}">
                  <a16:creationId xmlns:a16="http://schemas.microsoft.com/office/drawing/2014/main" id="{0CCEA57A-4C53-40AF-A397-429CDF175794}"/>
                </a:ext>
              </a:extLst>
            </p:cNvPr>
            <p:cNvSpPr>
              <a:spLocks noChangeShapeType="1"/>
            </p:cNvSpPr>
            <p:nvPr/>
          </p:nvSpPr>
          <p:spPr bwMode="auto">
            <a:xfrm>
              <a:off x="4080" y="1152"/>
              <a:ext cx="192"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62" name="Line 52">
              <a:extLst>
                <a:ext uri="{FF2B5EF4-FFF2-40B4-BE49-F238E27FC236}">
                  <a16:creationId xmlns:a16="http://schemas.microsoft.com/office/drawing/2014/main" id="{13466412-15C3-4A2D-A128-D4158F60AF87}"/>
                </a:ext>
              </a:extLst>
            </p:cNvPr>
            <p:cNvSpPr>
              <a:spLocks noChangeShapeType="1"/>
            </p:cNvSpPr>
            <p:nvPr/>
          </p:nvSpPr>
          <p:spPr bwMode="auto">
            <a:xfrm flipV="1">
              <a:off x="4080" y="1776"/>
              <a:ext cx="192"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63" name="Line 53">
              <a:extLst>
                <a:ext uri="{FF2B5EF4-FFF2-40B4-BE49-F238E27FC236}">
                  <a16:creationId xmlns:a16="http://schemas.microsoft.com/office/drawing/2014/main" id="{FDB12EC7-A75B-4425-BD09-A2874A33454E}"/>
                </a:ext>
              </a:extLst>
            </p:cNvPr>
            <p:cNvSpPr>
              <a:spLocks noChangeShapeType="1"/>
            </p:cNvSpPr>
            <p:nvPr/>
          </p:nvSpPr>
          <p:spPr bwMode="auto">
            <a:xfrm>
              <a:off x="4272" y="1248"/>
              <a:ext cx="0" cy="52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grpSp>
      <p:sp>
        <p:nvSpPr>
          <p:cNvPr id="25634" name="Line 54">
            <a:extLst>
              <a:ext uri="{FF2B5EF4-FFF2-40B4-BE49-F238E27FC236}">
                <a16:creationId xmlns:a16="http://schemas.microsoft.com/office/drawing/2014/main" id="{37B1C443-02D8-49AA-AAE7-898F778C7190}"/>
              </a:ext>
            </a:extLst>
          </p:cNvPr>
          <p:cNvSpPr>
            <a:spLocks noChangeShapeType="1"/>
          </p:cNvSpPr>
          <p:nvPr/>
        </p:nvSpPr>
        <p:spPr bwMode="auto">
          <a:xfrm flipH="1">
            <a:off x="5500688" y="1895176"/>
            <a:ext cx="619125"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35" name="Line 55">
            <a:extLst>
              <a:ext uri="{FF2B5EF4-FFF2-40B4-BE49-F238E27FC236}">
                <a16:creationId xmlns:a16="http://schemas.microsoft.com/office/drawing/2014/main" id="{CB303675-2DC7-4830-83D3-C33FE6846A6D}"/>
              </a:ext>
            </a:extLst>
          </p:cNvPr>
          <p:cNvSpPr>
            <a:spLocks noChangeShapeType="1"/>
          </p:cNvSpPr>
          <p:nvPr/>
        </p:nvSpPr>
        <p:spPr bwMode="auto">
          <a:xfrm flipH="1">
            <a:off x="5810250" y="1838026"/>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36" name="Rectangle 56">
            <a:extLst>
              <a:ext uri="{FF2B5EF4-FFF2-40B4-BE49-F238E27FC236}">
                <a16:creationId xmlns:a16="http://schemas.microsoft.com/office/drawing/2014/main" id="{051B79D2-7969-4518-A2B0-0E4F4252AFD1}"/>
              </a:ext>
            </a:extLst>
          </p:cNvPr>
          <p:cNvSpPr>
            <a:spLocks noChangeArrowheads="1"/>
          </p:cNvSpPr>
          <p:nvPr/>
        </p:nvSpPr>
        <p:spPr bwMode="auto">
          <a:xfrm>
            <a:off x="5549504" y="1872554"/>
            <a:ext cx="335027"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500">
                <a:latin typeface="Calibri" panose="020F0502020204030204" pitchFamily="34" charset="0"/>
                <a:ea typeface="新細明體" panose="02020500000000000000" pitchFamily="18" charset="-120"/>
                <a:cs typeface="Calibri" panose="020F0502020204030204" pitchFamily="34" charset="0"/>
              </a:rPr>
              <a:t>32</a:t>
            </a:r>
          </a:p>
        </p:txBody>
      </p:sp>
      <p:sp>
        <p:nvSpPr>
          <p:cNvPr id="25637" name="Line 57">
            <a:extLst>
              <a:ext uri="{FF2B5EF4-FFF2-40B4-BE49-F238E27FC236}">
                <a16:creationId xmlns:a16="http://schemas.microsoft.com/office/drawing/2014/main" id="{E7A1587F-DDD6-4DB9-BEB7-451019E308B2}"/>
              </a:ext>
            </a:extLst>
          </p:cNvPr>
          <p:cNvSpPr>
            <a:spLocks noChangeShapeType="1"/>
          </p:cNvSpPr>
          <p:nvPr/>
        </p:nvSpPr>
        <p:spPr bwMode="auto">
          <a:xfrm flipH="1">
            <a:off x="5500688" y="2409526"/>
            <a:ext cx="619125"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38" name="Line 58">
            <a:extLst>
              <a:ext uri="{FF2B5EF4-FFF2-40B4-BE49-F238E27FC236}">
                <a16:creationId xmlns:a16="http://schemas.microsoft.com/office/drawing/2014/main" id="{45AF1A4A-4EDB-4492-AEF4-D435C4AEC4CF}"/>
              </a:ext>
            </a:extLst>
          </p:cNvPr>
          <p:cNvSpPr>
            <a:spLocks noChangeShapeType="1"/>
          </p:cNvSpPr>
          <p:nvPr/>
        </p:nvSpPr>
        <p:spPr bwMode="auto">
          <a:xfrm flipH="1">
            <a:off x="5810250" y="2352376"/>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39" name="Rectangle 59">
            <a:extLst>
              <a:ext uri="{FF2B5EF4-FFF2-40B4-BE49-F238E27FC236}">
                <a16:creationId xmlns:a16="http://schemas.microsoft.com/office/drawing/2014/main" id="{0AEEEEA1-30F2-4BA7-808E-6687B7F8DBF4}"/>
              </a:ext>
            </a:extLst>
          </p:cNvPr>
          <p:cNvSpPr>
            <a:spLocks noChangeArrowheads="1"/>
          </p:cNvSpPr>
          <p:nvPr/>
        </p:nvSpPr>
        <p:spPr bwMode="auto">
          <a:xfrm>
            <a:off x="5239941" y="1758254"/>
            <a:ext cx="256480"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a:latin typeface="Calibri" panose="020F0502020204030204" pitchFamily="34" charset="0"/>
                <a:ea typeface="新細明體" panose="02020500000000000000" pitchFamily="18" charset="-120"/>
                <a:cs typeface="Calibri" panose="020F0502020204030204" pitchFamily="34" charset="0"/>
              </a:rPr>
              <a:t>A</a:t>
            </a:r>
          </a:p>
        </p:txBody>
      </p:sp>
      <p:sp>
        <p:nvSpPr>
          <p:cNvPr id="25640" name="Rectangle 60">
            <a:extLst>
              <a:ext uri="{FF2B5EF4-FFF2-40B4-BE49-F238E27FC236}">
                <a16:creationId xmlns:a16="http://schemas.microsoft.com/office/drawing/2014/main" id="{2E59F6ED-4A8E-40EF-9953-C6F124340680}"/>
              </a:ext>
            </a:extLst>
          </p:cNvPr>
          <p:cNvSpPr>
            <a:spLocks noChangeArrowheads="1"/>
          </p:cNvSpPr>
          <p:nvPr/>
        </p:nvSpPr>
        <p:spPr bwMode="auto">
          <a:xfrm>
            <a:off x="5239941" y="2272604"/>
            <a:ext cx="246862"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a:latin typeface="Calibri" panose="020F0502020204030204" pitchFamily="34" charset="0"/>
                <a:ea typeface="新細明體" panose="02020500000000000000" pitchFamily="18" charset="-120"/>
                <a:cs typeface="Calibri" panose="020F0502020204030204" pitchFamily="34" charset="0"/>
              </a:rPr>
              <a:t>B</a:t>
            </a:r>
          </a:p>
        </p:txBody>
      </p:sp>
      <p:sp>
        <p:nvSpPr>
          <p:cNvPr id="25641" name="Rectangle 61">
            <a:extLst>
              <a:ext uri="{FF2B5EF4-FFF2-40B4-BE49-F238E27FC236}">
                <a16:creationId xmlns:a16="http://schemas.microsoft.com/office/drawing/2014/main" id="{521A8EA5-04B1-4498-98FF-41B5043BF6B9}"/>
              </a:ext>
            </a:extLst>
          </p:cNvPr>
          <p:cNvSpPr>
            <a:spLocks noChangeArrowheads="1"/>
          </p:cNvSpPr>
          <p:nvPr/>
        </p:nvSpPr>
        <p:spPr bwMode="auto">
          <a:xfrm>
            <a:off x="5549504" y="2386904"/>
            <a:ext cx="335027"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500">
                <a:latin typeface="Calibri" panose="020F0502020204030204" pitchFamily="34" charset="0"/>
                <a:ea typeface="新細明體" panose="02020500000000000000" pitchFamily="18" charset="-120"/>
                <a:cs typeface="Calibri" panose="020F0502020204030204" pitchFamily="34" charset="0"/>
              </a:rPr>
              <a:t>32</a:t>
            </a:r>
          </a:p>
        </p:txBody>
      </p:sp>
      <p:sp>
        <p:nvSpPr>
          <p:cNvPr id="25642" name="Line 62">
            <a:extLst>
              <a:ext uri="{FF2B5EF4-FFF2-40B4-BE49-F238E27FC236}">
                <a16:creationId xmlns:a16="http://schemas.microsoft.com/office/drawing/2014/main" id="{44C58DD4-DF84-4D87-8B82-12F6ED811F0A}"/>
              </a:ext>
            </a:extLst>
          </p:cNvPr>
          <p:cNvSpPr>
            <a:spLocks noChangeShapeType="1"/>
          </p:cNvSpPr>
          <p:nvPr/>
        </p:nvSpPr>
        <p:spPr bwMode="auto">
          <a:xfrm flipH="1">
            <a:off x="6367463" y="2180926"/>
            <a:ext cx="619125"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43" name="Line 63">
            <a:extLst>
              <a:ext uri="{FF2B5EF4-FFF2-40B4-BE49-F238E27FC236}">
                <a16:creationId xmlns:a16="http://schemas.microsoft.com/office/drawing/2014/main" id="{A275D120-971A-4573-AD10-B4D431F95F3A}"/>
              </a:ext>
            </a:extLst>
          </p:cNvPr>
          <p:cNvSpPr>
            <a:spLocks noChangeShapeType="1"/>
          </p:cNvSpPr>
          <p:nvPr/>
        </p:nvSpPr>
        <p:spPr bwMode="auto">
          <a:xfrm flipH="1">
            <a:off x="6677025" y="2123776"/>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44" name="Rectangle 64">
            <a:extLst>
              <a:ext uri="{FF2B5EF4-FFF2-40B4-BE49-F238E27FC236}">
                <a16:creationId xmlns:a16="http://schemas.microsoft.com/office/drawing/2014/main" id="{5DB47CEC-7D77-45F3-8D4E-E6106B8202F6}"/>
              </a:ext>
            </a:extLst>
          </p:cNvPr>
          <p:cNvSpPr>
            <a:spLocks noChangeArrowheads="1"/>
          </p:cNvSpPr>
          <p:nvPr/>
        </p:nvSpPr>
        <p:spPr bwMode="auto">
          <a:xfrm>
            <a:off x="6973491" y="2044004"/>
            <a:ext cx="238847"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a:latin typeface="Calibri" panose="020F0502020204030204" pitchFamily="34" charset="0"/>
                <a:ea typeface="新細明體" panose="02020500000000000000" pitchFamily="18" charset="-120"/>
                <a:cs typeface="Calibri" panose="020F0502020204030204" pitchFamily="34" charset="0"/>
              </a:rPr>
              <a:t>Y</a:t>
            </a:r>
          </a:p>
        </p:txBody>
      </p:sp>
      <p:sp>
        <p:nvSpPr>
          <p:cNvPr id="25645" name="Rectangle 65">
            <a:extLst>
              <a:ext uri="{FF2B5EF4-FFF2-40B4-BE49-F238E27FC236}">
                <a16:creationId xmlns:a16="http://schemas.microsoft.com/office/drawing/2014/main" id="{14F25D19-DF09-492E-9E2D-80BFA5547C6E}"/>
              </a:ext>
            </a:extLst>
          </p:cNvPr>
          <p:cNvSpPr>
            <a:spLocks noChangeArrowheads="1"/>
          </p:cNvSpPr>
          <p:nvPr/>
        </p:nvSpPr>
        <p:spPr bwMode="auto">
          <a:xfrm>
            <a:off x="6416279" y="2158304"/>
            <a:ext cx="335027"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500">
                <a:latin typeface="Calibri" panose="020F0502020204030204" pitchFamily="34" charset="0"/>
                <a:ea typeface="新細明體" panose="02020500000000000000" pitchFamily="18" charset="-120"/>
                <a:cs typeface="Calibri" panose="020F0502020204030204" pitchFamily="34" charset="0"/>
              </a:rPr>
              <a:t>32</a:t>
            </a:r>
          </a:p>
        </p:txBody>
      </p:sp>
      <p:sp>
        <p:nvSpPr>
          <p:cNvPr id="25646" name="Line 66">
            <a:extLst>
              <a:ext uri="{FF2B5EF4-FFF2-40B4-BE49-F238E27FC236}">
                <a16:creationId xmlns:a16="http://schemas.microsoft.com/office/drawing/2014/main" id="{C9FBB67A-57F6-48FF-A2AD-266C2124AA54}"/>
              </a:ext>
            </a:extLst>
          </p:cNvPr>
          <p:cNvSpPr>
            <a:spLocks noChangeShapeType="1"/>
          </p:cNvSpPr>
          <p:nvPr/>
        </p:nvSpPr>
        <p:spPr bwMode="auto">
          <a:xfrm>
            <a:off x="6243638" y="1437976"/>
            <a:ext cx="0" cy="3429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47" name="Rectangle 67">
            <a:extLst>
              <a:ext uri="{FF2B5EF4-FFF2-40B4-BE49-F238E27FC236}">
                <a16:creationId xmlns:a16="http://schemas.microsoft.com/office/drawing/2014/main" id="{55323F9C-29AB-4951-9381-A47709E8617D}"/>
              </a:ext>
            </a:extLst>
          </p:cNvPr>
          <p:cNvSpPr>
            <a:spLocks noChangeArrowheads="1"/>
          </p:cNvSpPr>
          <p:nvPr/>
        </p:nvSpPr>
        <p:spPr bwMode="auto">
          <a:xfrm>
            <a:off x="5500687" y="1379636"/>
            <a:ext cx="804863"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a:latin typeface="Calibri" panose="020F0502020204030204" pitchFamily="34" charset="0"/>
                <a:ea typeface="新細明體" panose="02020500000000000000" pitchFamily="18" charset="-120"/>
                <a:cs typeface="Calibri" panose="020F0502020204030204" pitchFamily="34" charset="0"/>
              </a:rPr>
              <a:t>Select</a:t>
            </a:r>
          </a:p>
        </p:txBody>
      </p:sp>
      <p:sp>
        <p:nvSpPr>
          <p:cNvPr id="25648" name="Rectangle 68">
            <a:extLst>
              <a:ext uri="{FF2B5EF4-FFF2-40B4-BE49-F238E27FC236}">
                <a16:creationId xmlns:a16="http://schemas.microsoft.com/office/drawing/2014/main" id="{65FFE127-0BBE-4B26-B267-07BB15D8248D}"/>
              </a:ext>
            </a:extLst>
          </p:cNvPr>
          <p:cNvSpPr>
            <a:spLocks noChangeArrowheads="1"/>
          </p:cNvSpPr>
          <p:nvPr/>
        </p:nvSpPr>
        <p:spPr bwMode="auto">
          <a:xfrm rot="5400000">
            <a:off x="2806242" y="1964707"/>
            <a:ext cx="53059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Calibri" panose="020F0502020204030204" pitchFamily="34" charset="0"/>
                <a:ea typeface="新細明體" panose="02020500000000000000" pitchFamily="18" charset="-120"/>
                <a:cs typeface="Calibri" panose="020F0502020204030204" pitchFamily="34" charset="0"/>
              </a:rPr>
              <a:t>Adder</a:t>
            </a:r>
          </a:p>
        </p:txBody>
      </p:sp>
      <p:sp>
        <p:nvSpPr>
          <p:cNvPr id="25649" name="Rectangle 69">
            <a:extLst>
              <a:ext uri="{FF2B5EF4-FFF2-40B4-BE49-F238E27FC236}">
                <a16:creationId xmlns:a16="http://schemas.microsoft.com/office/drawing/2014/main" id="{827AFDDE-1403-4A78-85CC-222564C553FD}"/>
              </a:ext>
            </a:extLst>
          </p:cNvPr>
          <p:cNvSpPr>
            <a:spLocks noChangeArrowheads="1"/>
          </p:cNvSpPr>
          <p:nvPr/>
        </p:nvSpPr>
        <p:spPr bwMode="auto">
          <a:xfrm rot="5400000">
            <a:off x="6017610" y="2040631"/>
            <a:ext cx="46006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Calibri" panose="020F0502020204030204" pitchFamily="34" charset="0"/>
                <a:ea typeface="新細明體" panose="02020500000000000000" pitchFamily="18" charset="-120"/>
                <a:cs typeface="Calibri" panose="020F0502020204030204" pitchFamily="34" charset="0"/>
              </a:rPr>
              <a:t>MUX</a:t>
            </a:r>
          </a:p>
        </p:txBody>
      </p:sp>
      <p:sp>
        <p:nvSpPr>
          <p:cNvPr id="25650" name="Rectangle 70">
            <a:extLst>
              <a:ext uri="{FF2B5EF4-FFF2-40B4-BE49-F238E27FC236}">
                <a16:creationId xmlns:a16="http://schemas.microsoft.com/office/drawing/2014/main" id="{44CE502A-ABD7-43CD-9E4A-BA2ACA1E2363}"/>
              </a:ext>
            </a:extLst>
          </p:cNvPr>
          <p:cNvSpPr>
            <a:spLocks noChangeArrowheads="1"/>
          </p:cNvSpPr>
          <p:nvPr/>
        </p:nvSpPr>
        <p:spPr bwMode="auto">
          <a:xfrm rot="5400000">
            <a:off x="4597395" y="3725476"/>
            <a:ext cx="39536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Calibri" panose="020F0502020204030204" pitchFamily="34" charset="0"/>
                <a:ea typeface="新細明體" panose="02020500000000000000" pitchFamily="18" charset="-120"/>
                <a:cs typeface="Calibri" panose="020F0502020204030204" pitchFamily="34" charset="0"/>
              </a:rPr>
              <a:t>ALU</a:t>
            </a:r>
          </a:p>
        </p:txBody>
      </p:sp>
      <p:sp>
        <p:nvSpPr>
          <p:cNvPr id="25651" name="Line 71">
            <a:extLst>
              <a:ext uri="{FF2B5EF4-FFF2-40B4-BE49-F238E27FC236}">
                <a16:creationId xmlns:a16="http://schemas.microsoft.com/office/drawing/2014/main" id="{38685176-2079-48D0-8FEC-58EF2A6D6872}"/>
              </a:ext>
            </a:extLst>
          </p:cNvPr>
          <p:cNvSpPr>
            <a:spLocks noChangeShapeType="1"/>
          </p:cNvSpPr>
          <p:nvPr/>
        </p:nvSpPr>
        <p:spPr bwMode="auto">
          <a:xfrm>
            <a:off x="3024188" y="1437976"/>
            <a:ext cx="0" cy="3429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52" name="Rectangle 72">
            <a:extLst>
              <a:ext uri="{FF2B5EF4-FFF2-40B4-BE49-F238E27FC236}">
                <a16:creationId xmlns:a16="http://schemas.microsoft.com/office/drawing/2014/main" id="{CA049568-8B55-45DF-BB62-0797CACC74C6}"/>
              </a:ext>
            </a:extLst>
          </p:cNvPr>
          <p:cNvSpPr>
            <a:spLocks noChangeArrowheads="1"/>
          </p:cNvSpPr>
          <p:nvPr/>
        </p:nvSpPr>
        <p:spPr bwMode="auto">
          <a:xfrm>
            <a:off x="3011091" y="1358204"/>
            <a:ext cx="720582"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a:latin typeface="Calibri" panose="020F0502020204030204" pitchFamily="34" charset="0"/>
                <a:ea typeface="新細明體" panose="02020500000000000000" pitchFamily="18" charset="-120"/>
                <a:cs typeface="Calibri" panose="020F0502020204030204" pitchFamily="34" charset="0"/>
              </a:rPr>
              <a:t>CarryIn</a:t>
            </a:r>
          </a:p>
        </p:txBody>
      </p:sp>
      <p:sp>
        <p:nvSpPr>
          <p:cNvPr id="25653" name="Rectangle 73">
            <a:extLst>
              <a:ext uri="{FF2B5EF4-FFF2-40B4-BE49-F238E27FC236}">
                <a16:creationId xmlns:a16="http://schemas.microsoft.com/office/drawing/2014/main" id="{FA1DADF1-D56F-46D1-8E1E-13158AAAE4AF}"/>
              </a:ext>
            </a:extLst>
          </p:cNvPr>
          <p:cNvSpPr>
            <a:spLocks noChangeArrowheads="1"/>
          </p:cNvSpPr>
          <p:nvPr/>
        </p:nvSpPr>
        <p:spPr bwMode="auto">
          <a:xfrm>
            <a:off x="2577703" y="2697657"/>
            <a:ext cx="722954" cy="34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800" dirty="0">
                <a:latin typeface="Calibri" panose="020F0502020204030204" pitchFamily="34" charset="0"/>
                <a:ea typeface="新細明體" panose="02020500000000000000" pitchFamily="18" charset="-120"/>
                <a:cs typeface="Calibri" panose="020F0502020204030204" pitchFamily="34" charset="0"/>
              </a:rPr>
              <a:t>Adder</a:t>
            </a:r>
          </a:p>
        </p:txBody>
      </p:sp>
      <p:sp>
        <p:nvSpPr>
          <p:cNvPr id="25654" name="Rectangle 74">
            <a:extLst>
              <a:ext uri="{FF2B5EF4-FFF2-40B4-BE49-F238E27FC236}">
                <a16:creationId xmlns:a16="http://schemas.microsoft.com/office/drawing/2014/main" id="{B1A0C09C-642F-4670-9EA2-FB85B429B80C}"/>
              </a:ext>
            </a:extLst>
          </p:cNvPr>
          <p:cNvSpPr>
            <a:spLocks noChangeArrowheads="1"/>
          </p:cNvSpPr>
          <p:nvPr/>
        </p:nvSpPr>
        <p:spPr bwMode="auto">
          <a:xfrm>
            <a:off x="5920979" y="2640507"/>
            <a:ext cx="618759" cy="34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800" dirty="0">
                <a:latin typeface="Calibri" panose="020F0502020204030204" pitchFamily="34" charset="0"/>
                <a:ea typeface="新細明體" panose="02020500000000000000" pitchFamily="18" charset="-120"/>
                <a:cs typeface="Calibri" panose="020F0502020204030204" pitchFamily="34" charset="0"/>
              </a:rPr>
              <a:t>MUX</a:t>
            </a:r>
          </a:p>
        </p:txBody>
      </p:sp>
      <p:sp>
        <p:nvSpPr>
          <p:cNvPr id="25655" name="Rectangle 75">
            <a:extLst>
              <a:ext uri="{FF2B5EF4-FFF2-40B4-BE49-F238E27FC236}">
                <a16:creationId xmlns:a16="http://schemas.microsoft.com/office/drawing/2014/main" id="{584A0FDA-6AC7-4A57-8102-EA9BAD46EAB2}"/>
              </a:ext>
            </a:extLst>
          </p:cNvPr>
          <p:cNvSpPr>
            <a:spLocks noChangeArrowheads="1"/>
          </p:cNvSpPr>
          <p:nvPr/>
        </p:nvSpPr>
        <p:spPr bwMode="auto">
          <a:xfrm>
            <a:off x="4311254" y="4307382"/>
            <a:ext cx="521745" cy="34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800">
                <a:latin typeface="Calibri" panose="020F0502020204030204" pitchFamily="34" charset="0"/>
                <a:ea typeface="新細明體" panose="02020500000000000000" pitchFamily="18" charset="-120"/>
                <a:cs typeface="Calibri" panose="020F0502020204030204" pitchFamily="34" charset="0"/>
              </a:rPr>
              <a:t>ALU</a:t>
            </a:r>
          </a:p>
        </p:txBody>
      </p:sp>
      <p:sp>
        <p:nvSpPr>
          <p:cNvPr id="25656" name="Line 76">
            <a:extLst>
              <a:ext uri="{FF2B5EF4-FFF2-40B4-BE49-F238E27FC236}">
                <a16:creationId xmlns:a16="http://schemas.microsoft.com/office/drawing/2014/main" id="{43EF4CCE-090D-4346-8452-AFC3709CD889}"/>
              </a:ext>
            </a:extLst>
          </p:cNvPr>
          <p:cNvSpPr>
            <a:spLocks noChangeShapeType="1"/>
          </p:cNvSpPr>
          <p:nvPr/>
        </p:nvSpPr>
        <p:spPr bwMode="auto">
          <a:xfrm flipH="1">
            <a:off x="4633913" y="3269157"/>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latin typeface="Calibri" panose="020F0502020204030204" pitchFamily="34" charset="0"/>
              <a:cs typeface="Calibri" panose="020F0502020204030204" pitchFamily="34" charset="0"/>
            </a:endParaRPr>
          </a:p>
        </p:txBody>
      </p:sp>
      <p:sp>
        <p:nvSpPr>
          <p:cNvPr id="25657" name="Rectangle 77">
            <a:extLst>
              <a:ext uri="{FF2B5EF4-FFF2-40B4-BE49-F238E27FC236}">
                <a16:creationId xmlns:a16="http://schemas.microsoft.com/office/drawing/2014/main" id="{BB179FEE-2440-484D-A3EF-98D6D716235D}"/>
              </a:ext>
            </a:extLst>
          </p:cNvPr>
          <p:cNvSpPr>
            <a:spLocks noChangeArrowheads="1"/>
          </p:cNvSpPr>
          <p:nvPr/>
        </p:nvSpPr>
        <p:spPr bwMode="auto">
          <a:xfrm>
            <a:off x="4819650" y="3212007"/>
            <a:ext cx="237244"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500">
                <a:latin typeface="Calibri" panose="020F0502020204030204" pitchFamily="34" charset="0"/>
                <a:ea typeface="新細明體" panose="02020500000000000000" pitchFamily="18" charset="-120"/>
                <a:cs typeface="Calibri" panose="020F0502020204030204" pitchFamily="34" charset="0"/>
              </a:rPr>
              <a:t>4</a:t>
            </a:r>
          </a:p>
        </p:txBody>
      </p:sp>
      <p:sp>
        <p:nvSpPr>
          <p:cNvPr id="25658" name="Rectangle 78">
            <a:extLst>
              <a:ext uri="{FF2B5EF4-FFF2-40B4-BE49-F238E27FC236}">
                <a16:creationId xmlns:a16="http://schemas.microsoft.com/office/drawing/2014/main" id="{1E1D92B0-FF71-4673-BFD6-A0CFB51984AA}"/>
              </a:ext>
            </a:extLst>
          </p:cNvPr>
          <p:cNvSpPr>
            <a:spLocks noGrp="1" noChangeArrowheads="1"/>
          </p:cNvSpPr>
          <p:nvPr>
            <p:ph type="title"/>
          </p:nvPr>
        </p:nvSpPr>
        <p:spPr>
          <a:xfrm>
            <a:off x="968189" y="153681"/>
            <a:ext cx="7891502" cy="437990"/>
          </a:xfrm>
        </p:spPr>
        <p:txBody>
          <a:bodyPr/>
          <a:lstStyle/>
          <a:p>
            <a:r>
              <a:rPr lang="en-US" altLang="zh-TW" sz="2800" dirty="0"/>
              <a:t>Step 2a - Combinational Components for Datapath</a:t>
            </a:r>
          </a:p>
        </p:txBody>
      </p:sp>
      <p:sp>
        <p:nvSpPr>
          <p:cNvPr id="80" name="灯片编号占位符 5">
            <a:extLst>
              <a:ext uri="{FF2B5EF4-FFF2-40B4-BE49-F238E27FC236}">
                <a16:creationId xmlns:a16="http://schemas.microsoft.com/office/drawing/2014/main" id="{2062BA77-FDCB-41F4-96FA-627CBF68C78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5BD849D1-204B-45BD-80EC-ADED2FACC04B}"/>
              </a:ext>
            </a:extLst>
          </p:cNvPr>
          <p:cNvSpPr>
            <a:spLocks noGrp="1" noChangeArrowheads="1"/>
          </p:cNvSpPr>
          <p:nvPr>
            <p:ph type="body" idx="1"/>
          </p:nvPr>
        </p:nvSpPr>
        <p:spPr>
          <a:xfrm>
            <a:off x="1021975" y="836469"/>
            <a:ext cx="7384357" cy="2736607"/>
          </a:xfrm>
        </p:spPr>
        <p:txBody>
          <a:bodyPr/>
          <a:lstStyle/>
          <a:p>
            <a:r>
              <a:rPr lang="en-US" altLang="zh-TW" dirty="0"/>
              <a:t>Register</a:t>
            </a:r>
          </a:p>
          <a:p>
            <a:pPr lvl="1"/>
            <a:r>
              <a:rPr lang="en-US" altLang="zh-TW" dirty="0"/>
              <a:t>Similar to the D Flip Flop except</a:t>
            </a:r>
          </a:p>
          <a:p>
            <a:pPr lvl="2"/>
            <a:r>
              <a:rPr lang="en-US" altLang="zh-TW" dirty="0"/>
              <a:t>N-bit input and output</a:t>
            </a:r>
          </a:p>
          <a:p>
            <a:pPr lvl="2"/>
            <a:r>
              <a:rPr lang="en-US" altLang="zh-TW" dirty="0"/>
              <a:t>Write Enable input</a:t>
            </a:r>
            <a:endParaRPr lang="en-US" altLang="zh-TW" sz="1650" dirty="0"/>
          </a:p>
          <a:p>
            <a:pPr lvl="1"/>
            <a:r>
              <a:rPr lang="en-US" altLang="zh-TW" dirty="0"/>
              <a:t>Write Enable</a:t>
            </a:r>
          </a:p>
          <a:p>
            <a:pPr lvl="2"/>
            <a:r>
              <a:rPr lang="en-US" altLang="zh-TW" dirty="0"/>
              <a:t>negated (0): Data Out will not change</a:t>
            </a:r>
          </a:p>
          <a:p>
            <a:pPr lvl="2"/>
            <a:r>
              <a:rPr lang="en-US" altLang="zh-TW" dirty="0"/>
              <a:t>asserted (1): Data Out will become Data In</a:t>
            </a:r>
          </a:p>
        </p:txBody>
      </p:sp>
      <p:grpSp>
        <p:nvGrpSpPr>
          <p:cNvPr id="4" name="组合 3">
            <a:extLst>
              <a:ext uri="{FF2B5EF4-FFF2-40B4-BE49-F238E27FC236}">
                <a16:creationId xmlns:a16="http://schemas.microsoft.com/office/drawing/2014/main" id="{ECAE59DF-D58D-4008-91D4-AE5579276103}"/>
              </a:ext>
            </a:extLst>
          </p:cNvPr>
          <p:cNvGrpSpPr/>
          <p:nvPr/>
        </p:nvGrpSpPr>
        <p:grpSpPr>
          <a:xfrm>
            <a:off x="6218244" y="1768669"/>
            <a:ext cx="2241124" cy="2165484"/>
            <a:chOff x="6218244" y="1930033"/>
            <a:chExt cx="2241124" cy="2165484"/>
          </a:xfrm>
        </p:grpSpPr>
        <p:sp>
          <p:nvSpPr>
            <p:cNvPr id="26633" name="Line 9">
              <a:extLst>
                <a:ext uri="{FF2B5EF4-FFF2-40B4-BE49-F238E27FC236}">
                  <a16:creationId xmlns:a16="http://schemas.microsoft.com/office/drawing/2014/main" id="{FF792178-B9D2-4FDB-B1BF-87B40087961A}"/>
                </a:ext>
              </a:extLst>
            </p:cNvPr>
            <p:cNvSpPr>
              <a:spLocks noChangeShapeType="1"/>
            </p:cNvSpPr>
            <p:nvPr/>
          </p:nvSpPr>
          <p:spPr bwMode="auto">
            <a:xfrm flipH="1">
              <a:off x="7328018" y="3535857"/>
              <a:ext cx="7144" cy="25955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nvGrpSpPr>
            <p:cNvPr id="3" name="组合 2">
              <a:extLst>
                <a:ext uri="{FF2B5EF4-FFF2-40B4-BE49-F238E27FC236}">
                  <a16:creationId xmlns:a16="http://schemas.microsoft.com/office/drawing/2014/main" id="{C2BEC9CA-031E-4E47-8A39-70B082A34978}"/>
                </a:ext>
              </a:extLst>
            </p:cNvPr>
            <p:cNvGrpSpPr/>
            <p:nvPr/>
          </p:nvGrpSpPr>
          <p:grpSpPr>
            <a:xfrm>
              <a:off x="6218244" y="1930033"/>
              <a:ext cx="2241124" cy="2165484"/>
              <a:chOff x="6218244" y="1930033"/>
              <a:chExt cx="2241124" cy="2165484"/>
            </a:xfrm>
          </p:grpSpPr>
          <p:sp>
            <p:nvSpPr>
              <p:cNvPr id="26627" name="Rectangle 3">
                <a:extLst>
                  <a:ext uri="{FF2B5EF4-FFF2-40B4-BE49-F238E27FC236}">
                    <a16:creationId xmlns:a16="http://schemas.microsoft.com/office/drawing/2014/main" id="{EB0F9E2C-FFEE-4611-84A1-204978A2EBE8}"/>
                  </a:ext>
                </a:extLst>
              </p:cNvPr>
              <p:cNvSpPr>
                <a:spLocks noChangeArrowheads="1"/>
              </p:cNvSpPr>
              <p:nvPr/>
            </p:nvSpPr>
            <p:spPr bwMode="auto">
              <a:xfrm>
                <a:off x="7160439" y="3794952"/>
                <a:ext cx="439223"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dirty="0" err="1">
                    <a:latin typeface="Arial" panose="020B0604020202020204" pitchFamily="34" charset="0"/>
                    <a:ea typeface="新細明體" panose="02020500000000000000" pitchFamily="18" charset="-120"/>
                  </a:rPr>
                  <a:t>Clk</a:t>
                </a:r>
                <a:endParaRPr kumimoji="1" lang="en-US" altLang="zh-TW" sz="1500" dirty="0">
                  <a:latin typeface="Arial" panose="020B0604020202020204" pitchFamily="34" charset="0"/>
                  <a:ea typeface="新細明體" panose="02020500000000000000" pitchFamily="18" charset="-120"/>
                </a:endParaRPr>
              </a:p>
            </p:txBody>
          </p:sp>
          <p:grpSp>
            <p:nvGrpSpPr>
              <p:cNvPr id="2" name="组合 1">
                <a:extLst>
                  <a:ext uri="{FF2B5EF4-FFF2-40B4-BE49-F238E27FC236}">
                    <a16:creationId xmlns:a16="http://schemas.microsoft.com/office/drawing/2014/main" id="{5DC7599A-9A5C-4035-8511-BDE8473BD8A2}"/>
                  </a:ext>
                </a:extLst>
              </p:cNvPr>
              <p:cNvGrpSpPr/>
              <p:nvPr/>
            </p:nvGrpSpPr>
            <p:grpSpPr>
              <a:xfrm>
                <a:off x="6218244" y="1930033"/>
                <a:ext cx="2241124" cy="1551385"/>
                <a:chOff x="4750594" y="3098006"/>
                <a:chExt cx="2241124" cy="1551385"/>
              </a:xfrm>
            </p:grpSpPr>
            <p:sp>
              <p:nvSpPr>
                <p:cNvPr id="26628" name="Rectangle 4">
                  <a:extLst>
                    <a:ext uri="{FF2B5EF4-FFF2-40B4-BE49-F238E27FC236}">
                      <a16:creationId xmlns:a16="http://schemas.microsoft.com/office/drawing/2014/main" id="{D641F1A9-0790-4EDD-B311-93A6855FE778}"/>
                    </a:ext>
                  </a:extLst>
                </p:cNvPr>
                <p:cNvSpPr>
                  <a:spLocks noChangeArrowheads="1"/>
                </p:cNvSpPr>
                <p:nvPr/>
              </p:nvSpPr>
              <p:spPr bwMode="auto">
                <a:xfrm>
                  <a:off x="4750594" y="3764756"/>
                  <a:ext cx="780662"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a:latin typeface="Arial" panose="020B0604020202020204" pitchFamily="34" charset="0"/>
                      <a:ea typeface="新細明體" panose="02020500000000000000" pitchFamily="18" charset="-120"/>
                    </a:rPr>
                    <a:t>Data In</a:t>
                  </a:r>
                </a:p>
              </p:txBody>
            </p:sp>
            <p:sp>
              <p:nvSpPr>
                <p:cNvPr id="26629" name="Rectangle 5">
                  <a:extLst>
                    <a:ext uri="{FF2B5EF4-FFF2-40B4-BE49-F238E27FC236}">
                      <a16:creationId xmlns:a16="http://schemas.microsoft.com/office/drawing/2014/main" id="{74A712F5-F94B-4595-BEEC-53536EC916AC}"/>
                    </a:ext>
                  </a:extLst>
                </p:cNvPr>
                <p:cNvSpPr>
                  <a:spLocks noChangeArrowheads="1"/>
                </p:cNvSpPr>
                <p:nvPr/>
              </p:nvSpPr>
              <p:spPr bwMode="auto">
                <a:xfrm>
                  <a:off x="5766197" y="3634978"/>
                  <a:ext cx="214313" cy="890588"/>
                </a:xfrm>
                <a:prstGeom prst="rect">
                  <a:avLst/>
                </a:prstGeom>
                <a:noFill/>
                <a:ln w="508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6630" name="Line 6">
                  <a:extLst>
                    <a:ext uri="{FF2B5EF4-FFF2-40B4-BE49-F238E27FC236}">
                      <a16:creationId xmlns:a16="http://schemas.microsoft.com/office/drawing/2014/main" id="{3795058D-8C9D-4A38-97D6-29E40CE176C7}"/>
                    </a:ext>
                  </a:extLst>
                </p:cNvPr>
                <p:cNvSpPr>
                  <a:spLocks noChangeShapeType="1"/>
                </p:cNvSpPr>
                <p:nvPr/>
              </p:nvSpPr>
              <p:spPr bwMode="auto">
                <a:xfrm flipV="1">
                  <a:off x="5807869" y="4373166"/>
                  <a:ext cx="61913"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6631" name="Line 7">
                  <a:extLst>
                    <a:ext uri="{FF2B5EF4-FFF2-40B4-BE49-F238E27FC236}">
                      <a16:creationId xmlns:a16="http://schemas.microsoft.com/office/drawing/2014/main" id="{03A01520-AE8F-4379-A537-8C4DD5F1705B}"/>
                    </a:ext>
                  </a:extLst>
                </p:cNvPr>
                <p:cNvSpPr>
                  <a:spLocks noChangeShapeType="1"/>
                </p:cNvSpPr>
                <p:nvPr/>
              </p:nvSpPr>
              <p:spPr bwMode="auto">
                <a:xfrm>
                  <a:off x="5869781" y="4373166"/>
                  <a:ext cx="61913"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6632" name="Oval 8">
                  <a:extLst>
                    <a:ext uri="{FF2B5EF4-FFF2-40B4-BE49-F238E27FC236}">
                      <a16:creationId xmlns:a16="http://schemas.microsoft.com/office/drawing/2014/main" id="{21DAAFD2-875A-4216-8532-7158437DD639}"/>
                    </a:ext>
                  </a:extLst>
                </p:cNvPr>
                <p:cNvSpPr>
                  <a:spLocks noChangeArrowheads="1"/>
                </p:cNvSpPr>
                <p:nvPr/>
              </p:nvSpPr>
              <p:spPr bwMode="auto">
                <a:xfrm>
                  <a:off x="5818585" y="4554141"/>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6634" name="Rectangle 10">
                  <a:extLst>
                    <a:ext uri="{FF2B5EF4-FFF2-40B4-BE49-F238E27FC236}">
                      <a16:creationId xmlns:a16="http://schemas.microsoft.com/office/drawing/2014/main" id="{7E5B06B7-1D21-487F-87DD-A3938D8E6A9D}"/>
                    </a:ext>
                  </a:extLst>
                </p:cNvPr>
                <p:cNvSpPr>
                  <a:spLocks noChangeArrowheads="1"/>
                </p:cNvSpPr>
                <p:nvPr/>
              </p:nvSpPr>
              <p:spPr bwMode="auto">
                <a:xfrm>
                  <a:off x="4872037" y="3098006"/>
                  <a:ext cx="1299778"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a:latin typeface="Arial" panose="020B0604020202020204" pitchFamily="34" charset="0"/>
                      <a:ea typeface="新細明體" panose="02020500000000000000" pitchFamily="18" charset="-120"/>
                    </a:rPr>
                    <a:t>Write Enable</a:t>
                  </a:r>
                </a:p>
              </p:txBody>
            </p:sp>
            <p:sp>
              <p:nvSpPr>
                <p:cNvPr id="26635" name="Line 11">
                  <a:extLst>
                    <a:ext uri="{FF2B5EF4-FFF2-40B4-BE49-F238E27FC236}">
                      <a16:creationId xmlns:a16="http://schemas.microsoft.com/office/drawing/2014/main" id="{FDF3BC44-EB93-4515-9CDE-EDE8719366D6}"/>
                    </a:ext>
                  </a:extLst>
                </p:cNvPr>
                <p:cNvSpPr>
                  <a:spLocks noChangeShapeType="1"/>
                </p:cNvSpPr>
                <p:nvPr/>
              </p:nvSpPr>
              <p:spPr bwMode="auto">
                <a:xfrm flipH="1">
                  <a:off x="4824412" y="4073129"/>
                  <a:ext cx="928688"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6636" name="Line 12">
                  <a:extLst>
                    <a:ext uri="{FF2B5EF4-FFF2-40B4-BE49-F238E27FC236}">
                      <a16:creationId xmlns:a16="http://schemas.microsoft.com/office/drawing/2014/main" id="{4748ECF4-EE98-4F39-934D-4347429239B0}"/>
                    </a:ext>
                  </a:extLst>
                </p:cNvPr>
                <p:cNvSpPr>
                  <a:spLocks noChangeShapeType="1"/>
                </p:cNvSpPr>
                <p:nvPr/>
              </p:nvSpPr>
              <p:spPr bwMode="auto">
                <a:xfrm flipH="1">
                  <a:off x="5257800" y="4015979"/>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6637" name="Rectangle 13">
                  <a:extLst>
                    <a:ext uri="{FF2B5EF4-FFF2-40B4-BE49-F238E27FC236}">
                      <a16:creationId xmlns:a16="http://schemas.microsoft.com/office/drawing/2014/main" id="{F18003CB-B379-4B41-83A9-AD840B046DD5}"/>
                    </a:ext>
                  </a:extLst>
                </p:cNvPr>
                <p:cNvSpPr>
                  <a:spLocks noChangeArrowheads="1"/>
                </p:cNvSpPr>
                <p:nvPr/>
              </p:nvSpPr>
              <p:spPr bwMode="auto">
                <a:xfrm>
                  <a:off x="4998244" y="4050506"/>
                  <a:ext cx="278923"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a:latin typeface="Arial" panose="020B0604020202020204" pitchFamily="34" charset="0"/>
                      <a:ea typeface="新細明體" panose="02020500000000000000" pitchFamily="18" charset="-120"/>
                    </a:rPr>
                    <a:t>N</a:t>
                  </a:r>
                </a:p>
              </p:txBody>
            </p:sp>
            <p:sp>
              <p:nvSpPr>
                <p:cNvPr id="26638" name="Line 14">
                  <a:extLst>
                    <a:ext uri="{FF2B5EF4-FFF2-40B4-BE49-F238E27FC236}">
                      <a16:creationId xmlns:a16="http://schemas.microsoft.com/office/drawing/2014/main" id="{0F6AB418-3AA4-4B24-BDD8-30271E60D60D}"/>
                    </a:ext>
                  </a:extLst>
                </p:cNvPr>
                <p:cNvSpPr>
                  <a:spLocks noChangeShapeType="1"/>
                </p:cNvSpPr>
                <p:nvPr/>
              </p:nvSpPr>
              <p:spPr bwMode="auto">
                <a:xfrm>
                  <a:off x="6000750" y="4073129"/>
                  <a:ext cx="92868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6639" name="Line 15">
                  <a:extLst>
                    <a:ext uri="{FF2B5EF4-FFF2-40B4-BE49-F238E27FC236}">
                      <a16:creationId xmlns:a16="http://schemas.microsoft.com/office/drawing/2014/main" id="{F14CF62D-6AE7-4C17-A85D-007222F45A67}"/>
                    </a:ext>
                  </a:extLst>
                </p:cNvPr>
                <p:cNvSpPr>
                  <a:spLocks noChangeShapeType="1"/>
                </p:cNvSpPr>
                <p:nvPr/>
              </p:nvSpPr>
              <p:spPr bwMode="auto">
                <a:xfrm flipH="1">
                  <a:off x="6434137" y="4015979"/>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6640" name="Rectangle 16">
                  <a:extLst>
                    <a:ext uri="{FF2B5EF4-FFF2-40B4-BE49-F238E27FC236}">
                      <a16:creationId xmlns:a16="http://schemas.microsoft.com/office/drawing/2014/main" id="{0762A0FB-6E98-4060-B06B-B688EA403958}"/>
                    </a:ext>
                  </a:extLst>
                </p:cNvPr>
                <p:cNvSpPr>
                  <a:spLocks noChangeArrowheads="1"/>
                </p:cNvSpPr>
                <p:nvPr/>
              </p:nvSpPr>
              <p:spPr bwMode="auto">
                <a:xfrm>
                  <a:off x="6174581" y="4050506"/>
                  <a:ext cx="278923"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a:latin typeface="Arial" panose="020B0604020202020204" pitchFamily="34" charset="0"/>
                      <a:ea typeface="新細明體" panose="02020500000000000000" pitchFamily="18" charset="-120"/>
                    </a:rPr>
                    <a:t>N</a:t>
                  </a:r>
                </a:p>
              </p:txBody>
            </p:sp>
            <p:sp>
              <p:nvSpPr>
                <p:cNvPr id="26641" name="Rectangle 17">
                  <a:extLst>
                    <a:ext uri="{FF2B5EF4-FFF2-40B4-BE49-F238E27FC236}">
                      <a16:creationId xmlns:a16="http://schemas.microsoft.com/office/drawing/2014/main" id="{8A189869-12D5-4F7D-AEBC-2A99A4E53055}"/>
                    </a:ext>
                  </a:extLst>
                </p:cNvPr>
                <p:cNvSpPr>
                  <a:spLocks noChangeArrowheads="1"/>
                </p:cNvSpPr>
                <p:nvPr/>
              </p:nvSpPr>
              <p:spPr bwMode="auto">
                <a:xfrm>
                  <a:off x="6050756" y="3764756"/>
                  <a:ext cx="940962"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a:latin typeface="Arial" panose="020B0604020202020204" pitchFamily="34" charset="0"/>
                      <a:ea typeface="新細明體" panose="02020500000000000000" pitchFamily="18" charset="-120"/>
                    </a:rPr>
                    <a:t>Data Out</a:t>
                  </a:r>
                </a:p>
              </p:txBody>
            </p:sp>
            <p:sp>
              <p:nvSpPr>
                <p:cNvPr id="26642" name="Line 18">
                  <a:extLst>
                    <a:ext uri="{FF2B5EF4-FFF2-40B4-BE49-F238E27FC236}">
                      <a16:creationId xmlns:a16="http://schemas.microsoft.com/office/drawing/2014/main" id="{E87EFE91-56CF-4ECB-BE32-C5C3566F2511}"/>
                    </a:ext>
                  </a:extLst>
                </p:cNvPr>
                <p:cNvSpPr>
                  <a:spLocks noChangeShapeType="1"/>
                </p:cNvSpPr>
                <p:nvPr/>
              </p:nvSpPr>
              <p:spPr bwMode="auto">
                <a:xfrm flipV="1">
                  <a:off x="5876925" y="3394473"/>
                  <a:ext cx="0" cy="22145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grpSp>
      <p:sp>
        <p:nvSpPr>
          <p:cNvPr id="26643" name="Rectangle 19">
            <a:extLst>
              <a:ext uri="{FF2B5EF4-FFF2-40B4-BE49-F238E27FC236}">
                <a16:creationId xmlns:a16="http://schemas.microsoft.com/office/drawing/2014/main" id="{AAB0CA68-C6CB-4AF1-B164-C734B8AB4D60}"/>
              </a:ext>
            </a:extLst>
          </p:cNvPr>
          <p:cNvSpPr>
            <a:spLocks noGrp="1" noChangeArrowheads="1"/>
          </p:cNvSpPr>
          <p:nvPr>
            <p:ph type="title"/>
          </p:nvPr>
        </p:nvSpPr>
        <p:spPr>
          <a:xfrm>
            <a:off x="968189" y="169049"/>
            <a:ext cx="7883818" cy="399570"/>
          </a:xfrm>
        </p:spPr>
        <p:txBody>
          <a:bodyPr/>
          <a:lstStyle/>
          <a:p>
            <a:r>
              <a:rPr lang="en-US" altLang="zh-TW" sz="2800" dirty="0"/>
              <a:t>Step 2b - Sequential Components for Datapath</a:t>
            </a:r>
          </a:p>
        </p:txBody>
      </p:sp>
      <p:sp>
        <p:nvSpPr>
          <p:cNvPr id="24" name="灯片编号占位符 5">
            <a:extLst>
              <a:ext uri="{FF2B5EF4-FFF2-40B4-BE49-F238E27FC236}">
                <a16:creationId xmlns:a16="http://schemas.microsoft.com/office/drawing/2014/main" id="{D900C80C-C09A-4033-B8EA-8B5D4D382E3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21</a:t>
            </a:fld>
            <a:endParaRPr lang="zh-TW"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84" name="Rectangle 36">
            <a:extLst>
              <a:ext uri="{FF2B5EF4-FFF2-40B4-BE49-F238E27FC236}">
                <a16:creationId xmlns:a16="http://schemas.microsoft.com/office/drawing/2014/main" id="{6E14906F-D3B4-4613-AF13-DFB6374B1AE2}"/>
              </a:ext>
            </a:extLst>
          </p:cNvPr>
          <p:cNvSpPr>
            <a:spLocks noGrp="1" noChangeArrowheads="1"/>
          </p:cNvSpPr>
          <p:nvPr>
            <p:ph type="body" idx="1"/>
          </p:nvPr>
        </p:nvSpPr>
        <p:spPr>
          <a:xfrm>
            <a:off x="914400" y="805732"/>
            <a:ext cx="7222992" cy="3781635"/>
          </a:xfrm>
        </p:spPr>
        <p:txBody>
          <a:bodyPr/>
          <a:lstStyle/>
          <a:p>
            <a:r>
              <a:rPr lang="en-US" altLang="zh-TW" sz="2000" dirty="0"/>
              <a:t>Consists of 32 registers</a:t>
            </a:r>
          </a:p>
          <a:p>
            <a:pPr lvl="1"/>
            <a:r>
              <a:rPr lang="en-US" altLang="zh-TW" sz="1600" dirty="0"/>
              <a:t>Appendix B.8</a:t>
            </a:r>
          </a:p>
          <a:p>
            <a:pPr lvl="1"/>
            <a:r>
              <a:rPr lang="en-US" altLang="zh-TW" sz="1600" dirty="0"/>
              <a:t>Two 32-bit output buses</a:t>
            </a:r>
          </a:p>
          <a:p>
            <a:pPr lvl="1">
              <a:buFont typeface="Wingdings" panose="05000000000000000000" pitchFamily="2" charset="2"/>
              <a:buNone/>
            </a:pPr>
            <a:r>
              <a:rPr lang="en-US" altLang="zh-TW" sz="1600" dirty="0"/>
              <a:t>    </a:t>
            </a:r>
            <a:r>
              <a:rPr lang="en-US" altLang="zh-TW" sz="1600" dirty="0" err="1"/>
              <a:t>busA</a:t>
            </a:r>
            <a:r>
              <a:rPr lang="en-US" altLang="zh-TW" sz="1600" dirty="0"/>
              <a:t> and </a:t>
            </a:r>
            <a:r>
              <a:rPr lang="en-US" altLang="zh-TW" sz="1600" dirty="0" err="1"/>
              <a:t>busB</a:t>
            </a:r>
            <a:endParaRPr lang="en-US" altLang="zh-TW" sz="1600" dirty="0"/>
          </a:p>
          <a:p>
            <a:pPr lvl="1"/>
            <a:r>
              <a:rPr lang="en-US" altLang="zh-TW" sz="1600" dirty="0"/>
              <a:t>One 32-bit input bus: </a:t>
            </a:r>
            <a:r>
              <a:rPr lang="en-US" altLang="zh-TW" sz="1600" dirty="0" err="1"/>
              <a:t>busW</a:t>
            </a:r>
            <a:endParaRPr lang="en-US" altLang="zh-TW" sz="1600" dirty="0"/>
          </a:p>
          <a:p>
            <a:r>
              <a:rPr lang="en-US" altLang="zh-TW" sz="2000" dirty="0"/>
              <a:t>Register is selected by</a:t>
            </a:r>
          </a:p>
          <a:p>
            <a:pPr lvl="1"/>
            <a:r>
              <a:rPr lang="en-US" altLang="zh-TW" sz="1600" dirty="0"/>
              <a:t>RA selects the register to put on </a:t>
            </a:r>
            <a:r>
              <a:rPr lang="en-US" altLang="zh-TW" sz="1600" dirty="0" err="1"/>
              <a:t>busA</a:t>
            </a:r>
            <a:r>
              <a:rPr lang="en-US" altLang="zh-TW" sz="1600" dirty="0"/>
              <a:t> (data)</a:t>
            </a:r>
          </a:p>
          <a:p>
            <a:pPr lvl="1"/>
            <a:r>
              <a:rPr lang="en-US" altLang="zh-TW" sz="1600" dirty="0"/>
              <a:t>RB selects the register to put on </a:t>
            </a:r>
            <a:r>
              <a:rPr lang="en-US" altLang="zh-TW" sz="1600" dirty="0" err="1"/>
              <a:t>busB</a:t>
            </a:r>
            <a:r>
              <a:rPr lang="en-US" altLang="zh-TW" sz="1600" dirty="0"/>
              <a:t> (data)</a:t>
            </a:r>
          </a:p>
          <a:p>
            <a:pPr lvl="1"/>
            <a:r>
              <a:rPr lang="en-US" altLang="zh-TW" sz="1600" dirty="0"/>
              <a:t>RW selects the register to be  written via </a:t>
            </a:r>
            <a:r>
              <a:rPr lang="en-US" altLang="zh-TW" sz="1600" dirty="0" err="1"/>
              <a:t>busW</a:t>
            </a:r>
            <a:r>
              <a:rPr lang="en-US" altLang="zh-TW" sz="1600" dirty="0"/>
              <a:t> (data) when Write Enable is 1</a:t>
            </a:r>
          </a:p>
          <a:p>
            <a:r>
              <a:rPr lang="en-US" altLang="zh-TW" sz="2000" dirty="0"/>
              <a:t>Clock input (CLK) </a:t>
            </a:r>
          </a:p>
          <a:p>
            <a:pPr lvl="1"/>
            <a:r>
              <a:rPr lang="en-US" altLang="zh-TW" sz="1600" dirty="0"/>
              <a:t>The CLK input is a factor ONLY during write operation</a:t>
            </a:r>
          </a:p>
          <a:p>
            <a:pPr lvl="1"/>
            <a:r>
              <a:rPr lang="en-US" altLang="zh-TW" sz="1600" dirty="0"/>
              <a:t>During read, behaves as a combinational circuit</a:t>
            </a:r>
          </a:p>
        </p:txBody>
      </p:sp>
      <p:grpSp>
        <p:nvGrpSpPr>
          <p:cNvPr id="2" name="组合 1">
            <a:extLst>
              <a:ext uri="{FF2B5EF4-FFF2-40B4-BE49-F238E27FC236}">
                <a16:creationId xmlns:a16="http://schemas.microsoft.com/office/drawing/2014/main" id="{D414234F-78FD-423A-9E3C-9E5C0B1272C2}"/>
              </a:ext>
            </a:extLst>
          </p:cNvPr>
          <p:cNvGrpSpPr/>
          <p:nvPr/>
        </p:nvGrpSpPr>
        <p:grpSpPr>
          <a:xfrm>
            <a:off x="5524240" y="1176417"/>
            <a:ext cx="3266293" cy="1874143"/>
            <a:chOff x="5155407" y="938213"/>
            <a:chExt cx="2971800" cy="1591932"/>
          </a:xfrm>
        </p:grpSpPr>
        <p:sp>
          <p:nvSpPr>
            <p:cNvPr id="27650" name="Rectangle 2">
              <a:extLst>
                <a:ext uri="{FF2B5EF4-FFF2-40B4-BE49-F238E27FC236}">
                  <a16:creationId xmlns:a16="http://schemas.microsoft.com/office/drawing/2014/main" id="{012A9468-B7C4-47D0-B93B-A608FDA4F527}"/>
                </a:ext>
              </a:extLst>
            </p:cNvPr>
            <p:cNvSpPr>
              <a:spLocks noChangeArrowheads="1"/>
            </p:cNvSpPr>
            <p:nvPr/>
          </p:nvSpPr>
          <p:spPr bwMode="auto">
            <a:xfrm>
              <a:off x="5582841" y="2088356"/>
              <a:ext cx="408765"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350">
                  <a:latin typeface="Arial" panose="020B0604020202020204" pitchFamily="34" charset="0"/>
                  <a:ea typeface="新細明體" panose="02020500000000000000" pitchFamily="18" charset="-120"/>
                </a:rPr>
                <a:t>Clk</a:t>
              </a:r>
            </a:p>
          </p:txBody>
        </p:sp>
        <p:sp>
          <p:nvSpPr>
            <p:cNvPr id="27651" name="Rectangle 3">
              <a:extLst>
                <a:ext uri="{FF2B5EF4-FFF2-40B4-BE49-F238E27FC236}">
                  <a16:creationId xmlns:a16="http://schemas.microsoft.com/office/drawing/2014/main" id="{DE8B7760-14F8-458B-928F-CA8CEA4CE56D}"/>
                </a:ext>
              </a:extLst>
            </p:cNvPr>
            <p:cNvSpPr>
              <a:spLocks noChangeArrowheads="1"/>
            </p:cNvSpPr>
            <p:nvPr/>
          </p:nvSpPr>
          <p:spPr bwMode="auto">
            <a:xfrm>
              <a:off x="5266135" y="1681163"/>
              <a:ext cx="610744"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350">
                  <a:latin typeface="Arial" panose="020B0604020202020204" pitchFamily="34" charset="0"/>
                  <a:ea typeface="新細明體" panose="02020500000000000000" pitchFamily="18" charset="-120"/>
                </a:rPr>
                <a:t>busW</a:t>
              </a:r>
            </a:p>
          </p:txBody>
        </p:sp>
        <p:sp>
          <p:nvSpPr>
            <p:cNvPr id="27652" name="Rectangle 4">
              <a:extLst>
                <a:ext uri="{FF2B5EF4-FFF2-40B4-BE49-F238E27FC236}">
                  <a16:creationId xmlns:a16="http://schemas.microsoft.com/office/drawing/2014/main" id="{ED61EEF0-4523-4E87-A380-3288584180D6}"/>
                </a:ext>
              </a:extLst>
            </p:cNvPr>
            <p:cNvSpPr>
              <a:spLocks noChangeArrowheads="1"/>
            </p:cNvSpPr>
            <p:nvPr/>
          </p:nvSpPr>
          <p:spPr bwMode="auto">
            <a:xfrm>
              <a:off x="6159104" y="1551385"/>
              <a:ext cx="1141809" cy="890588"/>
            </a:xfrm>
            <a:prstGeom prst="rect">
              <a:avLst/>
            </a:prstGeom>
            <a:noFill/>
            <a:ln w="508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7653" name="Line 5">
              <a:extLst>
                <a:ext uri="{FF2B5EF4-FFF2-40B4-BE49-F238E27FC236}">
                  <a16:creationId xmlns:a16="http://schemas.microsoft.com/office/drawing/2014/main" id="{C419D29F-74F6-496A-B5EE-3DAE64205014}"/>
                </a:ext>
              </a:extLst>
            </p:cNvPr>
            <p:cNvSpPr>
              <a:spLocks noChangeShapeType="1"/>
            </p:cNvSpPr>
            <p:nvPr/>
          </p:nvSpPr>
          <p:spPr bwMode="auto">
            <a:xfrm>
              <a:off x="6168629" y="2260997"/>
              <a:ext cx="225028" cy="7143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54" name="Line 6">
              <a:extLst>
                <a:ext uri="{FF2B5EF4-FFF2-40B4-BE49-F238E27FC236}">
                  <a16:creationId xmlns:a16="http://schemas.microsoft.com/office/drawing/2014/main" id="{AB4B616E-BEAB-4F1F-AC6D-4B1AF64D96BE}"/>
                </a:ext>
              </a:extLst>
            </p:cNvPr>
            <p:cNvSpPr>
              <a:spLocks noChangeShapeType="1"/>
            </p:cNvSpPr>
            <p:nvPr/>
          </p:nvSpPr>
          <p:spPr bwMode="auto">
            <a:xfrm flipH="1">
              <a:off x="6168629" y="2332435"/>
              <a:ext cx="225028" cy="100013"/>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55" name="Oval 7">
              <a:extLst>
                <a:ext uri="{FF2B5EF4-FFF2-40B4-BE49-F238E27FC236}">
                  <a16:creationId xmlns:a16="http://schemas.microsoft.com/office/drawing/2014/main" id="{DC5FE485-9ABE-4A64-8C03-4D8F08F8C29B}"/>
                </a:ext>
              </a:extLst>
            </p:cNvPr>
            <p:cNvSpPr>
              <a:spLocks noChangeArrowheads="1"/>
            </p:cNvSpPr>
            <p:nvPr/>
          </p:nvSpPr>
          <p:spPr bwMode="auto">
            <a:xfrm>
              <a:off x="6024563" y="2299097"/>
              <a:ext cx="103585"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7656" name="Rectangle 8">
              <a:extLst>
                <a:ext uri="{FF2B5EF4-FFF2-40B4-BE49-F238E27FC236}">
                  <a16:creationId xmlns:a16="http://schemas.microsoft.com/office/drawing/2014/main" id="{7C977692-1BB6-49F5-9A30-57468A27A118}"/>
                </a:ext>
              </a:extLst>
            </p:cNvPr>
            <p:cNvSpPr>
              <a:spLocks noChangeArrowheads="1"/>
            </p:cNvSpPr>
            <p:nvPr/>
          </p:nvSpPr>
          <p:spPr bwMode="auto">
            <a:xfrm>
              <a:off x="5155407" y="1042988"/>
              <a:ext cx="1184683"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350">
                  <a:latin typeface="Arial" panose="020B0604020202020204" pitchFamily="34" charset="0"/>
                  <a:ea typeface="新細明體" panose="02020500000000000000" pitchFamily="18" charset="-120"/>
                </a:rPr>
                <a:t>Write Enable</a:t>
              </a:r>
            </a:p>
          </p:txBody>
        </p:sp>
        <p:sp>
          <p:nvSpPr>
            <p:cNvPr id="27657" name="Line 9">
              <a:extLst>
                <a:ext uri="{FF2B5EF4-FFF2-40B4-BE49-F238E27FC236}">
                  <a16:creationId xmlns:a16="http://schemas.microsoft.com/office/drawing/2014/main" id="{1582C9B8-321A-4475-A765-49850B14A4A1}"/>
                </a:ext>
              </a:extLst>
            </p:cNvPr>
            <p:cNvSpPr>
              <a:spLocks noChangeShapeType="1"/>
            </p:cNvSpPr>
            <p:nvPr/>
          </p:nvSpPr>
          <p:spPr bwMode="auto">
            <a:xfrm flipH="1">
              <a:off x="5341144" y="1932385"/>
              <a:ext cx="804863"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58" name="Line 10">
              <a:extLst>
                <a:ext uri="{FF2B5EF4-FFF2-40B4-BE49-F238E27FC236}">
                  <a16:creationId xmlns:a16="http://schemas.microsoft.com/office/drawing/2014/main" id="{0D539170-51E5-42C5-86B1-1881DFE6EB43}"/>
                </a:ext>
              </a:extLst>
            </p:cNvPr>
            <p:cNvSpPr>
              <a:spLocks noChangeShapeType="1"/>
            </p:cNvSpPr>
            <p:nvPr/>
          </p:nvSpPr>
          <p:spPr bwMode="auto">
            <a:xfrm flipH="1">
              <a:off x="5774531" y="1875235"/>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59" name="Rectangle 11">
              <a:extLst>
                <a:ext uri="{FF2B5EF4-FFF2-40B4-BE49-F238E27FC236}">
                  <a16:creationId xmlns:a16="http://schemas.microsoft.com/office/drawing/2014/main" id="{B54817BA-DFF5-4D15-9DDC-9B087603F702}"/>
                </a:ext>
              </a:extLst>
            </p:cNvPr>
            <p:cNvSpPr>
              <a:spLocks noChangeArrowheads="1"/>
            </p:cNvSpPr>
            <p:nvPr/>
          </p:nvSpPr>
          <p:spPr bwMode="auto">
            <a:xfrm>
              <a:off x="5513785" y="1909763"/>
              <a:ext cx="331821"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Arial" panose="020B0604020202020204" pitchFamily="34" charset="0"/>
                  <a:ea typeface="新細明體" panose="02020500000000000000" pitchFamily="18" charset="-120"/>
                </a:rPr>
                <a:t>32</a:t>
              </a:r>
            </a:p>
          </p:txBody>
        </p:sp>
        <p:sp>
          <p:nvSpPr>
            <p:cNvPr id="27660" name="Line 12">
              <a:extLst>
                <a:ext uri="{FF2B5EF4-FFF2-40B4-BE49-F238E27FC236}">
                  <a16:creationId xmlns:a16="http://schemas.microsoft.com/office/drawing/2014/main" id="{F76691DC-9DEF-4846-AFCA-E352BE43394A}"/>
                </a:ext>
              </a:extLst>
            </p:cNvPr>
            <p:cNvSpPr>
              <a:spLocks noChangeShapeType="1"/>
            </p:cNvSpPr>
            <p:nvPr/>
          </p:nvSpPr>
          <p:spPr bwMode="auto">
            <a:xfrm>
              <a:off x="7322344" y="1703785"/>
              <a:ext cx="804863"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61" name="Line 13">
              <a:extLst>
                <a:ext uri="{FF2B5EF4-FFF2-40B4-BE49-F238E27FC236}">
                  <a16:creationId xmlns:a16="http://schemas.microsoft.com/office/drawing/2014/main" id="{18EAC1B1-4FF4-49BB-8E53-7AFD4CD3E7BC}"/>
                </a:ext>
              </a:extLst>
            </p:cNvPr>
            <p:cNvSpPr>
              <a:spLocks noChangeShapeType="1"/>
            </p:cNvSpPr>
            <p:nvPr/>
          </p:nvSpPr>
          <p:spPr bwMode="auto">
            <a:xfrm flipH="1">
              <a:off x="7817644" y="1646635"/>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62" name="Rectangle 14">
              <a:extLst>
                <a:ext uri="{FF2B5EF4-FFF2-40B4-BE49-F238E27FC236}">
                  <a16:creationId xmlns:a16="http://schemas.microsoft.com/office/drawing/2014/main" id="{66479A89-8544-453C-9618-399BCDA861A7}"/>
                </a:ext>
              </a:extLst>
            </p:cNvPr>
            <p:cNvSpPr>
              <a:spLocks noChangeArrowheads="1"/>
            </p:cNvSpPr>
            <p:nvPr/>
          </p:nvSpPr>
          <p:spPr bwMode="auto">
            <a:xfrm>
              <a:off x="7556898" y="1681163"/>
              <a:ext cx="331821"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Arial" panose="020B0604020202020204" pitchFamily="34" charset="0"/>
                  <a:ea typeface="新細明體" panose="02020500000000000000" pitchFamily="18" charset="-120"/>
                </a:rPr>
                <a:t>32</a:t>
              </a:r>
            </a:p>
          </p:txBody>
        </p:sp>
        <p:sp>
          <p:nvSpPr>
            <p:cNvPr id="27663" name="Rectangle 15">
              <a:extLst>
                <a:ext uri="{FF2B5EF4-FFF2-40B4-BE49-F238E27FC236}">
                  <a16:creationId xmlns:a16="http://schemas.microsoft.com/office/drawing/2014/main" id="{9FE7AFEC-2927-4E1D-87BD-324004D3BB9D}"/>
                </a:ext>
              </a:extLst>
            </p:cNvPr>
            <p:cNvSpPr>
              <a:spLocks noChangeArrowheads="1"/>
            </p:cNvSpPr>
            <p:nvPr/>
          </p:nvSpPr>
          <p:spPr bwMode="auto">
            <a:xfrm>
              <a:off x="7309248" y="1452563"/>
              <a:ext cx="57227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350">
                  <a:latin typeface="Arial" panose="020B0604020202020204" pitchFamily="34" charset="0"/>
                  <a:ea typeface="新細明體" panose="02020500000000000000" pitchFamily="18" charset="-120"/>
                </a:rPr>
                <a:t>busA</a:t>
              </a:r>
            </a:p>
          </p:txBody>
        </p:sp>
        <p:sp>
          <p:nvSpPr>
            <p:cNvPr id="27664" name="Line 16">
              <a:extLst>
                <a:ext uri="{FF2B5EF4-FFF2-40B4-BE49-F238E27FC236}">
                  <a16:creationId xmlns:a16="http://schemas.microsoft.com/office/drawing/2014/main" id="{E78E678E-40C2-4174-8CC4-71B01858C28F}"/>
                </a:ext>
              </a:extLst>
            </p:cNvPr>
            <p:cNvSpPr>
              <a:spLocks noChangeShapeType="1"/>
            </p:cNvSpPr>
            <p:nvPr/>
          </p:nvSpPr>
          <p:spPr bwMode="auto">
            <a:xfrm flipV="1">
              <a:off x="6269831" y="1360885"/>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65" name="Line 17">
              <a:extLst>
                <a:ext uri="{FF2B5EF4-FFF2-40B4-BE49-F238E27FC236}">
                  <a16:creationId xmlns:a16="http://schemas.microsoft.com/office/drawing/2014/main" id="{0048A2A6-E642-4451-AFCB-CE4802FAC574}"/>
                </a:ext>
              </a:extLst>
            </p:cNvPr>
            <p:cNvSpPr>
              <a:spLocks noChangeShapeType="1"/>
            </p:cNvSpPr>
            <p:nvPr/>
          </p:nvSpPr>
          <p:spPr bwMode="auto">
            <a:xfrm>
              <a:off x="7322344" y="2275285"/>
              <a:ext cx="804863"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66" name="Line 18">
              <a:extLst>
                <a:ext uri="{FF2B5EF4-FFF2-40B4-BE49-F238E27FC236}">
                  <a16:creationId xmlns:a16="http://schemas.microsoft.com/office/drawing/2014/main" id="{34F15338-B8A0-4DC8-B9AD-11BC97B737E4}"/>
                </a:ext>
              </a:extLst>
            </p:cNvPr>
            <p:cNvSpPr>
              <a:spLocks noChangeShapeType="1"/>
            </p:cNvSpPr>
            <p:nvPr/>
          </p:nvSpPr>
          <p:spPr bwMode="auto">
            <a:xfrm flipH="1">
              <a:off x="7817644" y="2218135"/>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67" name="Rectangle 19">
              <a:extLst>
                <a:ext uri="{FF2B5EF4-FFF2-40B4-BE49-F238E27FC236}">
                  <a16:creationId xmlns:a16="http://schemas.microsoft.com/office/drawing/2014/main" id="{13D3807D-5E8C-4C81-8546-85101DA7E08C}"/>
                </a:ext>
              </a:extLst>
            </p:cNvPr>
            <p:cNvSpPr>
              <a:spLocks noChangeArrowheads="1"/>
            </p:cNvSpPr>
            <p:nvPr/>
          </p:nvSpPr>
          <p:spPr bwMode="auto">
            <a:xfrm>
              <a:off x="7556898" y="2252663"/>
              <a:ext cx="331821"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Arial" panose="020B0604020202020204" pitchFamily="34" charset="0"/>
                  <a:ea typeface="新細明體" panose="02020500000000000000" pitchFamily="18" charset="-120"/>
                </a:rPr>
                <a:t>32</a:t>
              </a:r>
            </a:p>
          </p:txBody>
        </p:sp>
        <p:sp>
          <p:nvSpPr>
            <p:cNvPr id="27668" name="Rectangle 20">
              <a:extLst>
                <a:ext uri="{FF2B5EF4-FFF2-40B4-BE49-F238E27FC236}">
                  <a16:creationId xmlns:a16="http://schemas.microsoft.com/office/drawing/2014/main" id="{77FEB5F5-33AA-480F-9B3A-98AED1BD29E7}"/>
                </a:ext>
              </a:extLst>
            </p:cNvPr>
            <p:cNvSpPr>
              <a:spLocks noChangeArrowheads="1"/>
            </p:cNvSpPr>
            <p:nvPr/>
          </p:nvSpPr>
          <p:spPr bwMode="auto">
            <a:xfrm>
              <a:off x="7309248" y="2024063"/>
              <a:ext cx="57227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350">
                  <a:latin typeface="Arial" panose="020B0604020202020204" pitchFamily="34" charset="0"/>
                  <a:ea typeface="新細明體" panose="02020500000000000000" pitchFamily="18" charset="-120"/>
                </a:rPr>
                <a:t>busB</a:t>
              </a:r>
            </a:p>
          </p:txBody>
        </p:sp>
        <p:sp>
          <p:nvSpPr>
            <p:cNvPr id="27669" name="Line 21">
              <a:extLst>
                <a:ext uri="{FF2B5EF4-FFF2-40B4-BE49-F238E27FC236}">
                  <a16:creationId xmlns:a16="http://schemas.microsoft.com/office/drawing/2014/main" id="{C3F0304A-4E40-4725-A3E1-87A13241A5F3}"/>
                </a:ext>
              </a:extLst>
            </p:cNvPr>
            <p:cNvSpPr>
              <a:spLocks noChangeShapeType="1"/>
            </p:cNvSpPr>
            <p:nvPr/>
          </p:nvSpPr>
          <p:spPr bwMode="auto">
            <a:xfrm flipH="1">
              <a:off x="5650706" y="2332435"/>
              <a:ext cx="37147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70" name="Line 22">
              <a:extLst>
                <a:ext uri="{FF2B5EF4-FFF2-40B4-BE49-F238E27FC236}">
                  <a16:creationId xmlns:a16="http://schemas.microsoft.com/office/drawing/2014/main" id="{9CE5A851-DAE6-46EB-A157-A3FA441A8BDC}"/>
                </a:ext>
              </a:extLst>
            </p:cNvPr>
            <p:cNvSpPr>
              <a:spLocks noChangeShapeType="1"/>
            </p:cNvSpPr>
            <p:nvPr/>
          </p:nvSpPr>
          <p:spPr bwMode="auto">
            <a:xfrm>
              <a:off x="6517481" y="1189435"/>
              <a:ext cx="0" cy="3429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71" name="Line 23">
              <a:extLst>
                <a:ext uri="{FF2B5EF4-FFF2-40B4-BE49-F238E27FC236}">
                  <a16:creationId xmlns:a16="http://schemas.microsoft.com/office/drawing/2014/main" id="{66E8526A-7DF3-4C1E-A27F-CC8AD3336DB2}"/>
                </a:ext>
              </a:extLst>
            </p:cNvPr>
            <p:cNvSpPr>
              <a:spLocks noChangeShapeType="1"/>
            </p:cNvSpPr>
            <p:nvPr/>
          </p:nvSpPr>
          <p:spPr bwMode="auto">
            <a:xfrm flipV="1">
              <a:off x="6455569" y="1303735"/>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72" name="Rectangle 24">
              <a:extLst>
                <a:ext uri="{FF2B5EF4-FFF2-40B4-BE49-F238E27FC236}">
                  <a16:creationId xmlns:a16="http://schemas.microsoft.com/office/drawing/2014/main" id="{F7E48125-F95F-4302-92D2-3A4304ABFEF7}"/>
                </a:ext>
              </a:extLst>
            </p:cNvPr>
            <p:cNvSpPr>
              <a:spLocks noChangeArrowheads="1"/>
            </p:cNvSpPr>
            <p:nvPr/>
          </p:nvSpPr>
          <p:spPr bwMode="auto">
            <a:xfrm>
              <a:off x="6318648" y="1166813"/>
              <a:ext cx="235641"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Arial" panose="020B0604020202020204" pitchFamily="34" charset="0"/>
                  <a:ea typeface="新細明體" panose="02020500000000000000" pitchFamily="18" charset="-120"/>
                </a:rPr>
                <a:t>5</a:t>
              </a:r>
            </a:p>
          </p:txBody>
        </p:sp>
        <p:sp>
          <p:nvSpPr>
            <p:cNvPr id="27673" name="Line 25">
              <a:extLst>
                <a:ext uri="{FF2B5EF4-FFF2-40B4-BE49-F238E27FC236}">
                  <a16:creationId xmlns:a16="http://schemas.microsoft.com/office/drawing/2014/main" id="{9324D1CE-E0FB-4345-B7D5-C531FB6CFD1A}"/>
                </a:ext>
              </a:extLst>
            </p:cNvPr>
            <p:cNvSpPr>
              <a:spLocks noChangeShapeType="1"/>
            </p:cNvSpPr>
            <p:nvPr/>
          </p:nvSpPr>
          <p:spPr bwMode="auto">
            <a:xfrm>
              <a:off x="6827044" y="1189435"/>
              <a:ext cx="0" cy="3429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74" name="Line 26">
              <a:extLst>
                <a:ext uri="{FF2B5EF4-FFF2-40B4-BE49-F238E27FC236}">
                  <a16:creationId xmlns:a16="http://schemas.microsoft.com/office/drawing/2014/main" id="{F20B85EC-0169-4B66-A31B-097BD6C4A0F9}"/>
                </a:ext>
              </a:extLst>
            </p:cNvPr>
            <p:cNvSpPr>
              <a:spLocks noChangeShapeType="1"/>
            </p:cNvSpPr>
            <p:nvPr/>
          </p:nvSpPr>
          <p:spPr bwMode="auto">
            <a:xfrm flipV="1">
              <a:off x="6765131" y="1303735"/>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75" name="Rectangle 27">
              <a:extLst>
                <a:ext uri="{FF2B5EF4-FFF2-40B4-BE49-F238E27FC236}">
                  <a16:creationId xmlns:a16="http://schemas.microsoft.com/office/drawing/2014/main" id="{FB94FB94-A99E-4997-8D67-457BFB88118A}"/>
                </a:ext>
              </a:extLst>
            </p:cNvPr>
            <p:cNvSpPr>
              <a:spLocks noChangeArrowheads="1"/>
            </p:cNvSpPr>
            <p:nvPr/>
          </p:nvSpPr>
          <p:spPr bwMode="auto">
            <a:xfrm>
              <a:off x="6628210" y="1166813"/>
              <a:ext cx="235641"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Arial" panose="020B0604020202020204" pitchFamily="34" charset="0"/>
                  <a:ea typeface="新細明體" panose="02020500000000000000" pitchFamily="18" charset="-120"/>
                </a:rPr>
                <a:t>5</a:t>
              </a:r>
            </a:p>
          </p:txBody>
        </p:sp>
        <p:sp>
          <p:nvSpPr>
            <p:cNvPr id="27676" name="Line 28">
              <a:extLst>
                <a:ext uri="{FF2B5EF4-FFF2-40B4-BE49-F238E27FC236}">
                  <a16:creationId xmlns:a16="http://schemas.microsoft.com/office/drawing/2014/main" id="{BABADFCD-6A44-4478-830C-76E23E7C0598}"/>
                </a:ext>
              </a:extLst>
            </p:cNvPr>
            <p:cNvSpPr>
              <a:spLocks noChangeShapeType="1"/>
            </p:cNvSpPr>
            <p:nvPr/>
          </p:nvSpPr>
          <p:spPr bwMode="auto">
            <a:xfrm>
              <a:off x="7198519" y="1189435"/>
              <a:ext cx="0" cy="3429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77" name="Line 29">
              <a:extLst>
                <a:ext uri="{FF2B5EF4-FFF2-40B4-BE49-F238E27FC236}">
                  <a16:creationId xmlns:a16="http://schemas.microsoft.com/office/drawing/2014/main" id="{D4BC02F9-B4A4-49D5-92A1-8385AFA9571F}"/>
                </a:ext>
              </a:extLst>
            </p:cNvPr>
            <p:cNvSpPr>
              <a:spLocks noChangeShapeType="1"/>
            </p:cNvSpPr>
            <p:nvPr/>
          </p:nvSpPr>
          <p:spPr bwMode="auto">
            <a:xfrm flipV="1">
              <a:off x="7136606" y="1303735"/>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7678" name="Rectangle 30">
              <a:extLst>
                <a:ext uri="{FF2B5EF4-FFF2-40B4-BE49-F238E27FC236}">
                  <a16:creationId xmlns:a16="http://schemas.microsoft.com/office/drawing/2014/main" id="{F4DB0D48-21BC-4A10-9497-B8889EC820DC}"/>
                </a:ext>
              </a:extLst>
            </p:cNvPr>
            <p:cNvSpPr>
              <a:spLocks noChangeArrowheads="1"/>
            </p:cNvSpPr>
            <p:nvPr/>
          </p:nvSpPr>
          <p:spPr bwMode="auto">
            <a:xfrm>
              <a:off x="6999685" y="1166813"/>
              <a:ext cx="235641"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Arial" panose="020B0604020202020204" pitchFamily="34" charset="0"/>
                  <a:ea typeface="新細明體" panose="02020500000000000000" pitchFamily="18" charset="-120"/>
                </a:rPr>
                <a:t>5</a:t>
              </a:r>
            </a:p>
          </p:txBody>
        </p:sp>
        <p:sp>
          <p:nvSpPr>
            <p:cNvPr id="27679" name="Rectangle 31">
              <a:extLst>
                <a:ext uri="{FF2B5EF4-FFF2-40B4-BE49-F238E27FC236}">
                  <a16:creationId xmlns:a16="http://schemas.microsoft.com/office/drawing/2014/main" id="{C24D8C25-D841-4E0C-8374-8F86015A238D}"/>
                </a:ext>
              </a:extLst>
            </p:cNvPr>
            <p:cNvSpPr>
              <a:spLocks noChangeArrowheads="1"/>
            </p:cNvSpPr>
            <p:nvPr/>
          </p:nvSpPr>
          <p:spPr bwMode="auto">
            <a:xfrm>
              <a:off x="6318648" y="938213"/>
              <a:ext cx="424860"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350">
                  <a:latin typeface="Arial" panose="020B0604020202020204" pitchFamily="34" charset="0"/>
                  <a:ea typeface="新細明體" panose="02020500000000000000" pitchFamily="18" charset="-120"/>
                </a:rPr>
                <a:t>RW</a:t>
              </a:r>
            </a:p>
          </p:txBody>
        </p:sp>
        <p:sp>
          <p:nvSpPr>
            <p:cNvPr id="27680" name="Rectangle 32">
              <a:extLst>
                <a:ext uri="{FF2B5EF4-FFF2-40B4-BE49-F238E27FC236}">
                  <a16:creationId xmlns:a16="http://schemas.microsoft.com/office/drawing/2014/main" id="{B813D28F-6A13-46B2-A62C-970DAE7FF7C0}"/>
                </a:ext>
              </a:extLst>
            </p:cNvPr>
            <p:cNvSpPr>
              <a:spLocks noChangeArrowheads="1"/>
            </p:cNvSpPr>
            <p:nvPr/>
          </p:nvSpPr>
          <p:spPr bwMode="auto">
            <a:xfrm>
              <a:off x="6690123" y="938213"/>
              <a:ext cx="389529"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350">
                  <a:latin typeface="Arial" panose="020B0604020202020204" pitchFamily="34" charset="0"/>
                  <a:ea typeface="新細明體" panose="02020500000000000000" pitchFamily="18" charset="-120"/>
                </a:rPr>
                <a:t>RA</a:t>
              </a:r>
            </a:p>
          </p:txBody>
        </p:sp>
        <p:sp>
          <p:nvSpPr>
            <p:cNvPr id="27681" name="Rectangle 33">
              <a:extLst>
                <a:ext uri="{FF2B5EF4-FFF2-40B4-BE49-F238E27FC236}">
                  <a16:creationId xmlns:a16="http://schemas.microsoft.com/office/drawing/2014/main" id="{2A20C51D-7D96-4CC6-9825-6916F4B7E687}"/>
                </a:ext>
              </a:extLst>
            </p:cNvPr>
            <p:cNvSpPr>
              <a:spLocks noChangeArrowheads="1"/>
            </p:cNvSpPr>
            <p:nvPr/>
          </p:nvSpPr>
          <p:spPr bwMode="auto">
            <a:xfrm>
              <a:off x="6999685" y="938213"/>
              <a:ext cx="389529"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350">
                  <a:latin typeface="Arial" panose="020B0604020202020204" pitchFamily="34" charset="0"/>
                  <a:ea typeface="新細明體" panose="02020500000000000000" pitchFamily="18" charset="-120"/>
                </a:rPr>
                <a:t>RB</a:t>
              </a:r>
            </a:p>
          </p:txBody>
        </p:sp>
        <p:sp>
          <p:nvSpPr>
            <p:cNvPr id="27682" name="Rectangle 34">
              <a:extLst>
                <a:ext uri="{FF2B5EF4-FFF2-40B4-BE49-F238E27FC236}">
                  <a16:creationId xmlns:a16="http://schemas.microsoft.com/office/drawing/2014/main" id="{C4E12085-F207-4B04-BD56-C53B0D0A41F0}"/>
                </a:ext>
              </a:extLst>
            </p:cNvPr>
            <p:cNvSpPr>
              <a:spLocks noChangeArrowheads="1"/>
            </p:cNvSpPr>
            <p:nvPr/>
          </p:nvSpPr>
          <p:spPr bwMode="auto">
            <a:xfrm>
              <a:off x="6318647" y="1738312"/>
              <a:ext cx="928138" cy="485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Arial" panose="020B0604020202020204" pitchFamily="34" charset="0"/>
                  <a:ea typeface="新細明體" panose="02020500000000000000" pitchFamily="18" charset="-120"/>
                </a:rPr>
                <a:t>32-</a:t>
              </a:r>
              <a:r>
                <a:rPr kumimoji="1" lang="en-US" altLang="zh-TW" sz="1350">
                  <a:latin typeface="Arial" panose="020B0604020202020204" pitchFamily="34" charset="0"/>
                  <a:ea typeface="新細明體" panose="02020500000000000000" pitchFamily="18" charset="-120"/>
                </a:rPr>
                <a:t>bit</a:t>
              </a:r>
            </a:p>
            <a:p>
              <a:pPr>
                <a:lnSpc>
                  <a:spcPct val="100000"/>
                </a:lnSpc>
                <a:spcBef>
                  <a:spcPct val="0"/>
                </a:spcBef>
                <a:buClrTx/>
                <a:buSzTx/>
                <a:buFontTx/>
                <a:buNone/>
              </a:pPr>
              <a:r>
                <a:rPr kumimoji="1" lang="en-US" altLang="zh-TW" sz="1350">
                  <a:latin typeface="Arial" panose="020B0604020202020204" pitchFamily="34" charset="0"/>
                  <a:ea typeface="新細明體" panose="02020500000000000000" pitchFamily="18" charset="-120"/>
                </a:rPr>
                <a:t>Registers</a:t>
              </a:r>
            </a:p>
          </p:txBody>
        </p:sp>
      </p:grpSp>
      <p:sp>
        <p:nvSpPr>
          <p:cNvPr id="27683" name="Rectangle 35">
            <a:extLst>
              <a:ext uri="{FF2B5EF4-FFF2-40B4-BE49-F238E27FC236}">
                <a16:creationId xmlns:a16="http://schemas.microsoft.com/office/drawing/2014/main" id="{FD7FC45D-4D59-4529-A053-A9B355F9665B}"/>
              </a:ext>
            </a:extLst>
          </p:cNvPr>
          <p:cNvSpPr>
            <a:spLocks noGrp="1" noChangeArrowheads="1"/>
          </p:cNvSpPr>
          <p:nvPr>
            <p:ph type="title"/>
          </p:nvPr>
        </p:nvSpPr>
        <p:spPr>
          <a:xfrm>
            <a:off x="914401" y="99892"/>
            <a:ext cx="6815138" cy="507147"/>
          </a:xfrm>
        </p:spPr>
        <p:txBody>
          <a:bodyPr/>
          <a:lstStyle/>
          <a:p>
            <a:r>
              <a:rPr lang="en-US" altLang="zh-TW" dirty="0"/>
              <a:t>Storage Element - Register File</a:t>
            </a:r>
          </a:p>
        </p:txBody>
      </p:sp>
      <p:sp>
        <p:nvSpPr>
          <p:cNvPr id="38" name="灯片编号占位符 5">
            <a:extLst>
              <a:ext uri="{FF2B5EF4-FFF2-40B4-BE49-F238E27FC236}">
                <a16:creationId xmlns:a16="http://schemas.microsoft.com/office/drawing/2014/main" id="{1C8E97C5-4C61-46A1-9F92-F5B46682BE61}"/>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22</a:t>
            </a:fld>
            <a:endParaRPr lang="zh-TW"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86B69E70-353C-4240-9B2E-FA381B1ADF47}"/>
              </a:ext>
            </a:extLst>
          </p:cNvPr>
          <p:cNvGrpSpPr/>
          <p:nvPr/>
        </p:nvGrpSpPr>
        <p:grpSpPr>
          <a:xfrm>
            <a:off x="5630065" y="995034"/>
            <a:ext cx="3108722" cy="1343025"/>
            <a:chOff x="4992291" y="948929"/>
            <a:chExt cx="3108722" cy="1343025"/>
          </a:xfrm>
        </p:grpSpPr>
        <p:sp>
          <p:nvSpPr>
            <p:cNvPr id="28674" name="Rectangle 2">
              <a:extLst>
                <a:ext uri="{FF2B5EF4-FFF2-40B4-BE49-F238E27FC236}">
                  <a16:creationId xmlns:a16="http://schemas.microsoft.com/office/drawing/2014/main" id="{807211D9-502A-4D60-966F-80FEF802B9BB}"/>
                </a:ext>
              </a:extLst>
            </p:cNvPr>
            <p:cNvSpPr>
              <a:spLocks noChangeArrowheads="1"/>
            </p:cNvSpPr>
            <p:nvPr/>
          </p:nvSpPr>
          <p:spPr bwMode="auto">
            <a:xfrm>
              <a:off x="5310188" y="1928813"/>
              <a:ext cx="408765"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350">
                  <a:latin typeface="Arial" panose="020B0604020202020204" pitchFamily="34" charset="0"/>
                  <a:ea typeface="新細明體" panose="02020500000000000000" pitchFamily="18" charset="-120"/>
                </a:rPr>
                <a:t>Clk</a:t>
              </a:r>
            </a:p>
          </p:txBody>
        </p:sp>
        <p:sp>
          <p:nvSpPr>
            <p:cNvPr id="28675" name="Rectangle 3">
              <a:extLst>
                <a:ext uri="{FF2B5EF4-FFF2-40B4-BE49-F238E27FC236}">
                  <a16:creationId xmlns:a16="http://schemas.microsoft.com/office/drawing/2014/main" id="{E112E804-F112-4772-934A-6D842D489E02}"/>
                </a:ext>
              </a:extLst>
            </p:cNvPr>
            <p:cNvSpPr>
              <a:spLocks noChangeArrowheads="1"/>
            </p:cNvSpPr>
            <p:nvPr/>
          </p:nvSpPr>
          <p:spPr bwMode="auto">
            <a:xfrm>
              <a:off x="4992291" y="1521619"/>
              <a:ext cx="71654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350">
                  <a:latin typeface="Arial" panose="020B0604020202020204" pitchFamily="34" charset="0"/>
                  <a:ea typeface="新細明體" panose="02020500000000000000" pitchFamily="18" charset="-120"/>
                </a:rPr>
                <a:t>Data In</a:t>
              </a:r>
            </a:p>
          </p:txBody>
        </p:sp>
        <p:sp>
          <p:nvSpPr>
            <p:cNvPr id="28676" name="Rectangle 4">
              <a:extLst>
                <a:ext uri="{FF2B5EF4-FFF2-40B4-BE49-F238E27FC236}">
                  <a16:creationId xmlns:a16="http://schemas.microsoft.com/office/drawing/2014/main" id="{7DFA4C35-7412-4BEB-A996-A2766BD792B7}"/>
                </a:ext>
              </a:extLst>
            </p:cNvPr>
            <p:cNvSpPr>
              <a:spLocks noChangeArrowheads="1"/>
            </p:cNvSpPr>
            <p:nvPr/>
          </p:nvSpPr>
          <p:spPr bwMode="auto">
            <a:xfrm>
              <a:off x="5874544" y="1382316"/>
              <a:ext cx="1163241" cy="9096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677" name="Line 5">
              <a:extLst>
                <a:ext uri="{FF2B5EF4-FFF2-40B4-BE49-F238E27FC236}">
                  <a16:creationId xmlns:a16="http://schemas.microsoft.com/office/drawing/2014/main" id="{0EBC4687-3974-4457-9FC1-71CED54DD9E8}"/>
                </a:ext>
              </a:extLst>
            </p:cNvPr>
            <p:cNvSpPr>
              <a:spLocks noChangeShapeType="1"/>
            </p:cNvSpPr>
            <p:nvPr/>
          </p:nvSpPr>
          <p:spPr bwMode="auto">
            <a:xfrm>
              <a:off x="5895975" y="2101453"/>
              <a:ext cx="223838" cy="7143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678" name="Line 6">
              <a:extLst>
                <a:ext uri="{FF2B5EF4-FFF2-40B4-BE49-F238E27FC236}">
                  <a16:creationId xmlns:a16="http://schemas.microsoft.com/office/drawing/2014/main" id="{A14E9A1A-48CC-4834-B1ED-0831954A4E58}"/>
                </a:ext>
              </a:extLst>
            </p:cNvPr>
            <p:cNvSpPr>
              <a:spLocks noChangeShapeType="1"/>
            </p:cNvSpPr>
            <p:nvPr/>
          </p:nvSpPr>
          <p:spPr bwMode="auto">
            <a:xfrm flipH="1">
              <a:off x="5895975" y="2172891"/>
              <a:ext cx="223838" cy="100013"/>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679" name="Oval 7">
              <a:extLst>
                <a:ext uri="{FF2B5EF4-FFF2-40B4-BE49-F238E27FC236}">
                  <a16:creationId xmlns:a16="http://schemas.microsoft.com/office/drawing/2014/main" id="{19DD7E6D-554F-4D07-A77E-C45A2EEB2181}"/>
                </a:ext>
              </a:extLst>
            </p:cNvPr>
            <p:cNvSpPr>
              <a:spLocks noChangeArrowheads="1"/>
            </p:cNvSpPr>
            <p:nvPr/>
          </p:nvSpPr>
          <p:spPr bwMode="auto">
            <a:xfrm>
              <a:off x="5750719" y="2139554"/>
              <a:ext cx="103585"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28680" name="Rectangle 8">
              <a:extLst>
                <a:ext uri="{FF2B5EF4-FFF2-40B4-BE49-F238E27FC236}">
                  <a16:creationId xmlns:a16="http://schemas.microsoft.com/office/drawing/2014/main" id="{5E70AC32-53A5-4892-97C0-CC202F044869}"/>
                </a:ext>
              </a:extLst>
            </p:cNvPr>
            <p:cNvSpPr>
              <a:spLocks noChangeArrowheads="1"/>
            </p:cNvSpPr>
            <p:nvPr/>
          </p:nvSpPr>
          <p:spPr bwMode="auto">
            <a:xfrm>
              <a:off x="5149454" y="948929"/>
              <a:ext cx="1184683"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350">
                  <a:latin typeface="Arial" panose="020B0604020202020204" pitchFamily="34" charset="0"/>
                  <a:ea typeface="新細明體" panose="02020500000000000000" pitchFamily="18" charset="-120"/>
                </a:rPr>
                <a:t>Write Enable</a:t>
              </a:r>
            </a:p>
          </p:txBody>
        </p:sp>
        <p:sp>
          <p:nvSpPr>
            <p:cNvPr id="28681" name="Line 9">
              <a:extLst>
                <a:ext uri="{FF2B5EF4-FFF2-40B4-BE49-F238E27FC236}">
                  <a16:creationId xmlns:a16="http://schemas.microsoft.com/office/drawing/2014/main" id="{58ACABB9-B3C9-4523-8717-626DF39A0460}"/>
                </a:ext>
              </a:extLst>
            </p:cNvPr>
            <p:cNvSpPr>
              <a:spLocks noChangeShapeType="1"/>
            </p:cNvSpPr>
            <p:nvPr/>
          </p:nvSpPr>
          <p:spPr bwMode="auto">
            <a:xfrm flipH="1">
              <a:off x="5067300" y="1772841"/>
              <a:ext cx="804863"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682" name="Line 10">
              <a:extLst>
                <a:ext uri="{FF2B5EF4-FFF2-40B4-BE49-F238E27FC236}">
                  <a16:creationId xmlns:a16="http://schemas.microsoft.com/office/drawing/2014/main" id="{B4893C8C-F575-430C-90FA-B8AE114F1633}"/>
                </a:ext>
              </a:extLst>
            </p:cNvPr>
            <p:cNvSpPr>
              <a:spLocks noChangeShapeType="1"/>
            </p:cNvSpPr>
            <p:nvPr/>
          </p:nvSpPr>
          <p:spPr bwMode="auto">
            <a:xfrm flipH="1">
              <a:off x="5500687" y="1715691"/>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683" name="Rectangle 11">
              <a:extLst>
                <a:ext uri="{FF2B5EF4-FFF2-40B4-BE49-F238E27FC236}">
                  <a16:creationId xmlns:a16="http://schemas.microsoft.com/office/drawing/2014/main" id="{27B648B9-1F45-4887-A99C-A78E35B7BB28}"/>
                </a:ext>
              </a:extLst>
            </p:cNvPr>
            <p:cNvSpPr>
              <a:spLocks noChangeArrowheads="1"/>
            </p:cNvSpPr>
            <p:nvPr/>
          </p:nvSpPr>
          <p:spPr bwMode="auto">
            <a:xfrm>
              <a:off x="5239941" y="1750219"/>
              <a:ext cx="331821"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Arial" panose="020B0604020202020204" pitchFamily="34" charset="0"/>
                  <a:ea typeface="新細明體" panose="02020500000000000000" pitchFamily="18" charset="-120"/>
                </a:rPr>
                <a:t>32</a:t>
              </a:r>
            </a:p>
          </p:txBody>
        </p:sp>
        <p:sp>
          <p:nvSpPr>
            <p:cNvPr id="28684" name="Line 12">
              <a:extLst>
                <a:ext uri="{FF2B5EF4-FFF2-40B4-BE49-F238E27FC236}">
                  <a16:creationId xmlns:a16="http://schemas.microsoft.com/office/drawing/2014/main" id="{5FF87B9E-CFA3-47D0-9964-54E4B1571FF3}"/>
                </a:ext>
              </a:extLst>
            </p:cNvPr>
            <p:cNvSpPr>
              <a:spLocks noChangeShapeType="1"/>
            </p:cNvSpPr>
            <p:nvPr/>
          </p:nvSpPr>
          <p:spPr bwMode="auto">
            <a:xfrm>
              <a:off x="7048500" y="1772841"/>
              <a:ext cx="1052513"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685" name="Line 13">
              <a:extLst>
                <a:ext uri="{FF2B5EF4-FFF2-40B4-BE49-F238E27FC236}">
                  <a16:creationId xmlns:a16="http://schemas.microsoft.com/office/drawing/2014/main" id="{53FF5D2B-AA72-4BD1-84C0-CB60DB1ED7A1}"/>
                </a:ext>
              </a:extLst>
            </p:cNvPr>
            <p:cNvSpPr>
              <a:spLocks noChangeShapeType="1"/>
            </p:cNvSpPr>
            <p:nvPr/>
          </p:nvSpPr>
          <p:spPr bwMode="auto">
            <a:xfrm flipH="1">
              <a:off x="7729537" y="1715691"/>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686" name="Rectangle 14">
              <a:extLst>
                <a:ext uri="{FF2B5EF4-FFF2-40B4-BE49-F238E27FC236}">
                  <a16:creationId xmlns:a16="http://schemas.microsoft.com/office/drawing/2014/main" id="{D3992E99-A22A-43D1-B932-D9D90E86346E}"/>
                </a:ext>
              </a:extLst>
            </p:cNvPr>
            <p:cNvSpPr>
              <a:spLocks noChangeArrowheads="1"/>
            </p:cNvSpPr>
            <p:nvPr/>
          </p:nvSpPr>
          <p:spPr bwMode="auto">
            <a:xfrm>
              <a:off x="7406879" y="1750219"/>
              <a:ext cx="331821"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Arial" panose="020B0604020202020204" pitchFamily="34" charset="0"/>
                  <a:ea typeface="新細明體" panose="02020500000000000000" pitchFamily="18" charset="-120"/>
                </a:rPr>
                <a:t>32</a:t>
              </a:r>
            </a:p>
          </p:txBody>
        </p:sp>
        <p:sp>
          <p:nvSpPr>
            <p:cNvPr id="28687" name="Rectangle 15">
              <a:extLst>
                <a:ext uri="{FF2B5EF4-FFF2-40B4-BE49-F238E27FC236}">
                  <a16:creationId xmlns:a16="http://schemas.microsoft.com/office/drawing/2014/main" id="{A3B84D77-F84E-4F4C-9114-EBFCA7C2AF49}"/>
                </a:ext>
              </a:extLst>
            </p:cNvPr>
            <p:cNvSpPr>
              <a:spLocks noChangeArrowheads="1"/>
            </p:cNvSpPr>
            <p:nvPr/>
          </p:nvSpPr>
          <p:spPr bwMode="auto">
            <a:xfrm>
              <a:off x="7035403" y="1521619"/>
              <a:ext cx="81272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350">
                  <a:latin typeface="Arial" panose="020B0604020202020204" pitchFamily="34" charset="0"/>
                  <a:ea typeface="新細明體" panose="02020500000000000000" pitchFamily="18" charset="-120"/>
                </a:rPr>
                <a:t>DataOut</a:t>
              </a:r>
            </a:p>
          </p:txBody>
        </p:sp>
        <p:sp>
          <p:nvSpPr>
            <p:cNvPr id="28688" name="Line 16">
              <a:extLst>
                <a:ext uri="{FF2B5EF4-FFF2-40B4-BE49-F238E27FC236}">
                  <a16:creationId xmlns:a16="http://schemas.microsoft.com/office/drawing/2014/main" id="{391A9BF9-DFA8-4376-8B05-5B8F14EC7970}"/>
                </a:ext>
              </a:extLst>
            </p:cNvPr>
            <p:cNvSpPr>
              <a:spLocks noChangeShapeType="1"/>
            </p:cNvSpPr>
            <p:nvPr/>
          </p:nvSpPr>
          <p:spPr bwMode="auto">
            <a:xfrm flipV="1">
              <a:off x="6119813" y="1201341"/>
              <a:ext cx="0" cy="1714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689" name="Line 17">
              <a:extLst>
                <a:ext uri="{FF2B5EF4-FFF2-40B4-BE49-F238E27FC236}">
                  <a16:creationId xmlns:a16="http://schemas.microsoft.com/office/drawing/2014/main" id="{92026066-996A-424B-BCFF-645818CB936B}"/>
                </a:ext>
              </a:extLst>
            </p:cNvPr>
            <p:cNvSpPr>
              <a:spLocks noChangeShapeType="1"/>
            </p:cNvSpPr>
            <p:nvPr/>
          </p:nvSpPr>
          <p:spPr bwMode="auto">
            <a:xfrm flipH="1">
              <a:off x="5376863" y="2172891"/>
              <a:ext cx="37147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690" name="Line 18">
              <a:extLst>
                <a:ext uri="{FF2B5EF4-FFF2-40B4-BE49-F238E27FC236}">
                  <a16:creationId xmlns:a16="http://schemas.microsoft.com/office/drawing/2014/main" id="{2101FEFD-5382-4D47-B175-4D24584F454C}"/>
                </a:ext>
              </a:extLst>
            </p:cNvPr>
            <p:cNvSpPr>
              <a:spLocks noChangeShapeType="1"/>
            </p:cNvSpPr>
            <p:nvPr/>
          </p:nvSpPr>
          <p:spPr bwMode="auto">
            <a:xfrm>
              <a:off x="6553200" y="1029891"/>
              <a:ext cx="0" cy="3429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8691" name="Rectangle 19">
              <a:extLst>
                <a:ext uri="{FF2B5EF4-FFF2-40B4-BE49-F238E27FC236}">
                  <a16:creationId xmlns:a16="http://schemas.microsoft.com/office/drawing/2014/main" id="{5B70730C-025C-4540-9340-EEE659FC119B}"/>
                </a:ext>
              </a:extLst>
            </p:cNvPr>
            <p:cNvSpPr>
              <a:spLocks noChangeArrowheads="1"/>
            </p:cNvSpPr>
            <p:nvPr/>
          </p:nvSpPr>
          <p:spPr bwMode="auto">
            <a:xfrm>
              <a:off x="6540103" y="950119"/>
              <a:ext cx="831958"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350">
                  <a:latin typeface="Arial" panose="020B0604020202020204" pitchFamily="34" charset="0"/>
                  <a:ea typeface="新細明體" panose="02020500000000000000" pitchFamily="18" charset="-120"/>
                </a:rPr>
                <a:t>Address</a:t>
              </a:r>
            </a:p>
          </p:txBody>
        </p:sp>
      </p:grpSp>
      <p:sp>
        <p:nvSpPr>
          <p:cNvPr id="28692" name="Rectangle 20">
            <a:extLst>
              <a:ext uri="{FF2B5EF4-FFF2-40B4-BE49-F238E27FC236}">
                <a16:creationId xmlns:a16="http://schemas.microsoft.com/office/drawing/2014/main" id="{3A33C495-4750-48AB-A8C0-20EAA79BFBCA}"/>
              </a:ext>
            </a:extLst>
          </p:cNvPr>
          <p:cNvSpPr>
            <a:spLocks noGrp="1" noChangeArrowheads="1"/>
          </p:cNvSpPr>
          <p:nvPr>
            <p:ph type="title"/>
          </p:nvPr>
        </p:nvSpPr>
        <p:spPr>
          <a:xfrm>
            <a:off x="960505" y="169049"/>
            <a:ext cx="6769034" cy="422622"/>
          </a:xfrm>
        </p:spPr>
        <p:txBody>
          <a:bodyPr/>
          <a:lstStyle/>
          <a:p>
            <a:r>
              <a:rPr lang="en-US" altLang="zh-TW" dirty="0"/>
              <a:t>Storage Element - Memory</a:t>
            </a:r>
          </a:p>
        </p:txBody>
      </p:sp>
      <p:sp>
        <p:nvSpPr>
          <p:cNvPr id="28693" name="Rectangle 21">
            <a:extLst>
              <a:ext uri="{FF2B5EF4-FFF2-40B4-BE49-F238E27FC236}">
                <a16:creationId xmlns:a16="http://schemas.microsoft.com/office/drawing/2014/main" id="{64C57BF5-5F9D-46AB-A45C-B60B1D9E6C49}"/>
              </a:ext>
            </a:extLst>
          </p:cNvPr>
          <p:cNvSpPr>
            <a:spLocks noGrp="1" noChangeArrowheads="1"/>
          </p:cNvSpPr>
          <p:nvPr>
            <p:ph type="body" idx="1"/>
          </p:nvPr>
        </p:nvSpPr>
        <p:spPr>
          <a:xfrm>
            <a:off x="983555" y="882573"/>
            <a:ext cx="7895345" cy="3671888"/>
          </a:xfrm>
        </p:spPr>
        <p:txBody>
          <a:bodyPr/>
          <a:lstStyle/>
          <a:p>
            <a:pPr>
              <a:lnSpc>
                <a:spcPct val="80000"/>
              </a:lnSpc>
            </a:pPr>
            <a:r>
              <a:rPr lang="en-US" altLang="zh-TW" sz="2000" dirty="0"/>
              <a:t>Memory (idealized)</a:t>
            </a:r>
          </a:p>
          <a:p>
            <a:pPr lvl="1">
              <a:lnSpc>
                <a:spcPct val="80000"/>
              </a:lnSpc>
            </a:pPr>
            <a:r>
              <a:rPr lang="en-US" altLang="zh-TW" sz="1800" dirty="0"/>
              <a:t>Appendix B.8</a:t>
            </a:r>
          </a:p>
          <a:p>
            <a:pPr lvl="1">
              <a:lnSpc>
                <a:spcPct val="80000"/>
              </a:lnSpc>
            </a:pPr>
            <a:r>
              <a:rPr lang="en-US" altLang="zh-TW" sz="1800" dirty="0"/>
              <a:t>One input bus: Data In</a:t>
            </a:r>
          </a:p>
          <a:p>
            <a:pPr lvl="1">
              <a:lnSpc>
                <a:spcPct val="80000"/>
              </a:lnSpc>
            </a:pPr>
            <a:r>
              <a:rPr lang="en-US" altLang="zh-TW" sz="1800" dirty="0"/>
              <a:t>One output bus: Data Out</a:t>
            </a:r>
          </a:p>
          <a:p>
            <a:pPr>
              <a:lnSpc>
                <a:spcPct val="80000"/>
              </a:lnSpc>
            </a:pPr>
            <a:r>
              <a:rPr lang="en-US" altLang="zh-TW" sz="2000" dirty="0"/>
              <a:t>Word is selected by</a:t>
            </a:r>
          </a:p>
          <a:p>
            <a:pPr lvl="1">
              <a:lnSpc>
                <a:spcPct val="80000"/>
              </a:lnSpc>
            </a:pPr>
            <a:r>
              <a:rPr lang="en-US" altLang="zh-TW" sz="1800" dirty="0"/>
              <a:t>Address selects the word to put on Data Out</a:t>
            </a:r>
          </a:p>
          <a:p>
            <a:pPr lvl="1">
              <a:lnSpc>
                <a:spcPct val="80000"/>
              </a:lnSpc>
            </a:pPr>
            <a:r>
              <a:rPr lang="en-US" altLang="zh-TW" sz="1800" dirty="0"/>
              <a:t>Write Enable = 1: address selects the memory</a:t>
            </a:r>
            <a:br>
              <a:rPr lang="en-US" altLang="zh-TW" sz="1800" dirty="0"/>
            </a:br>
            <a:r>
              <a:rPr lang="en-US" altLang="zh-TW" sz="1800" dirty="0"/>
              <a:t>word to be written via the Data In bus</a:t>
            </a:r>
          </a:p>
          <a:p>
            <a:pPr>
              <a:lnSpc>
                <a:spcPct val="80000"/>
              </a:lnSpc>
            </a:pPr>
            <a:r>
              <a:rPr lang="en-US" altLang="zh-TW" sz="2000" dirty="0"/>
              <a:t>Clock input (CLK) </a:t>
            </a:r>
          </a:p>
          <a:p>
            <a:pPr lvl="1">
              <a:lnSpc>
                <a:spcPct val="80000"/>
              </a:lnSpc>
            </a:pPr>
            <a:r>
              <a:rPr lang="en-US" altLang="zh-TW" sz="1800" dirty="0"/>
              <a:t>The CLK input is a factor ONLY during write operation</a:t>
            </a:r>
          </a:p>
          <a:p>
            <a:pPr lvl="1">
              <a:lnSpc>
                <a:spcPct val="80000"/>
              </a:lnSpc>
            </a:pPr>
            <a:r>
              <a:rPr lang="en-US" altLang="zh-TW" sz="1800" dirty="0"/>
              <a:t>During read operation, behaves as a combinational logic block</a:t>
            </a:r>
          </a:p>
          <a:p>
            <a:pPr lvl="2">
              <a:lnSpc>
                <a:spcPct val="80000"/>
              </a:lnSpc>
            </a:pPr>
            <a:r>
              <a:rPr lang="en-US" altLang="zh-TW" sz="1600" dirty="0"/>
              <a:t>Address valid =&gt; Data Out valid after access time</a:t>
            </a:r>
          </a:p>
          <a:p>
            <a:pPr lvl="2">
              <a:lnSpc>
                <a:spcPct val="80000"/>
              </a:lnSpc>
            </a:pPr>
            <a:r>
              <a:rPr lang="en-US" altLang="zh-TW" sz="1600" dirty="0"/>
              <a:t>No need for read control</a:t>
            </a:r>
          </a:p>
        </p:txBody>
      </p:sp>
      <p:sp>
        <p:nvSpPr>
          <p:cNvPr id="24" name="灯片编号占位符 5">
            <a:extLst>
              <a:ext uri="{FF2B5EF4-FFF2-40B4-BE49-F238E27FC236}">
                <a16:creationId xmlns:a16="http://schemas.microsoft.com/office/drawing/2014/main" id="{6F6B533A-2118-4376-91F8-733D3174E02C}"/>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23</a:t>
            </a:fld>
            <a:endParaRPr lang="zh-TW"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2665A34-219C-40F4-A3BA-E30640CCE38E}"/>
              </a:ext>
            </a:extLst>
          </p:cNvPr>
          <p:cNvGrpSpPr/>
          <p:nvPr/>
        </p:nvGrpSpPr>
        <p:grpSpPr>
          <a:xfrm>
            <a:off x="4974611" y="1497906"/>
            <a:ext cx="3877396" cy="3027990"/>
            <a:chOff x="5635438" y="2089577"/>
            <a:chExt cx="3064669" cy="2428875"/>
          </a:xfrm>
        </p:grpSpPr>
        <p:pic>
          <p:nvPicPr>
            <p:cNvPr id="29698" name="Picture 2">
              <a:extLst>
                <a:ext uri="{FF2B5EF4-FFF2-40B4-BE49-F238E27FC236}">
                  <a16:creationId xmlns:a16="http://schemas.microsoft.com/office/drawing/2014/main" id="{93EBD4CD-9630-4116-8E5D-B643C8A2A3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5438" y="2089577"/>
              <a:ext cx="3064669"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pic>
        <p:sp>
          <p:nvSpPr>
            <p:cNvPr id="29699" name="Line 3">
              <a:extLst>
                <a:ext uri="{FF2B5EF4-FFF2-40B4-BE49-F238E27FC236}">
                  <a16:creationId xmlns:a16="http://schemas.microsoft.com/office/drawing/2014/main" id="{4AA201AA-1592-4F76-8B67-88E7E9656C59}"/>
                </a:ext>
              </a:extLst>
            </p:cNvPr>
            <p:cNvSpPr>
              <a:spLocks noChangeShapeType="1"/>
            </p:cNvSpPr>
            <p:nvPr/>
          </p:nvSpPr>
          <p:spPr bwMode="auto">
            <a:xfrm>
              <a:off x="6424933" y="4512929"/>
              <a:ext cx="1362075"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sp>
        <p:nvSpPr>
          <p:cNvPr id="29700" name="Rectangle 4">
            <a:extLst>
              <a:ext uri="{FF2B5EF4-FFF2-40B4-BE49-F238E27FC236}">
                <a16:creationId xmlns:a16="http://schemas.microsoft.com/office/drawing/2014/main" id="{3C12BA8D-16C3-4E75-BCE0-E98148F3E774}"/>
              </a:ext>
            </a:extLst>
          </p:cNvPr>
          <p:cNvSpPr>
            <a:spLocks noGrp="1" noChangeArrowheads="1"/>
          </p:cNvSpPr>
          <p:nvPr>
            <p:ph type="body" idx="1"/>
          </p:nvPr>
        </p:nvSpPr>
        <p:spPr>
          <a:xfrm>
            <a:off x="222838" y="844153"/>
            <a:ext cx="5009989" cy="1691578"/>
          </a:xfrm>
        </p:spPr>
        <p:txBody>
          <a:bodyPr/>
          <a:lstStyle/>
          <a:p>
            <a:r>
              <a:rPr lang="en-US" altLang="zh-TW" sz="2000" dirty="0"/>
              <a:t>Instruction fetch unit: common operations</a:t>
            </a:r>
          </a:p>
          <a:p>
            <a:pPr lvl="1"/>
            <a:r>
              <a:rPr lang="en-US" altLang="zh-TW" sz="1800" dirty="0"/>
              <a:t>Fetch the instruction: mem[PC]</a:t>
            </a:r>
          </a:p>
          <a:p>
            <a:pPr lvl="1"/>
            <a:r>
              <a:rPr lang="en-US" altLang="zh-TW" sz="1800" dirty="0"/>
              <a:t>Update the program counter</a:t>
            </a:r>
          </a:p>
          <a:p>
            <a:pPr lvl="2">
              <a:spcBef>
                <a:spcPct val="10000"/>
              </a:spcBef>
            </a:pPr>
            <a:r>
              <a:rPr lang="en-US" altLang="zh-TW" sz="1600" dirty="0"/>
              <a:t>Sequential code: PC &lt;- PC + 4 </a:t>
            </a:r>
          </a:p>
          <a:p>
            <a:pPr lvl="2">
              <a:spcBef>
                <a:spcPct val="10000"/>
              </a:spcBef>
            </a:pPr>
            <a:r>
              <a:rPr lang="en-US" altLang="zh-TW" sz="1600" dirty="0"/>
              <a:t>Branch and Jump:   PC &lt;- “Something else”</a:t>
            </a:r>
          </a:p>
        </p:txBody>
      </p:sp>
      <p:sp>
        <p:nvSpPr>
          <p:cNvPr id="29701" name="Rectangle 5">
            <a:extLst>
              <a:ext uri="{FF2B5EF4-FFF2-40B4-BE49-F238E27FC236}">
                <a16:creationId xmlns:a16="http://schemas.microsoft.com/office/drawing/2014/main" id="{DC96D3C4-6406-4F3D-BB84-A2DC461D7CC0}"/>
              </a:ext>
            </a:extLst>
          </p:cNvPr>
          <p:cNvSpPr>
            <a:spLocks noGrp="1" noChangeArrowheads="1"/>
          </p:cNvSpPr>
          <p:nvPr>
            <p:ph type="title"/>
          </p:nvPr>
        </p:nvSpPr>
        <p:spPr>
          <a:xfrm>
            <a:off x="937453" y="107576"/>
            <a:ext cx="6792086" cy="484095"/>
          </a:xfrm>
        </p:spPr>
        <p:txBody>
          <a:bodyPr/>
          <a:lstStyle/>
          <a:p>
            <a:r>
              <a:rPr lang="en-US" altLang="zh-TW" dirty="0"/>
              <a:t>Step 3a - Datapath Assembly</a:t>
            </a:r>
          </a:p>
        </p:txBody>
      </p:sp>
      <p:sp>
        <p:nvSpPr>
          <p:cNvPr id="7" name="灯片编号占位符 5">
            <a:extLst>
              <a:ext uri="{FF2B5EF4-FFF2-40B4-BE49-F238E27FC236}">
                <a16:creationId xmlns:a16="http://schemas.microsoft.com/office/drawing/2014/main" id="{C6A503BE-DFE2-413B-AFF8-57EE6784C77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24</a:t>
            </a:fld>
            <a:endParaRPr lang="zh-TW"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6" name="Rectangle 40">
            <a:extLst>
              <a:ext uri="{FF2B5EF4-FFF2-40B4-BE49-F238E27FC236}">
                <a16:creationId xmlns:a16="http://schemas.microsoft.com/office/drawing/2014/main" id="{D7AFE82B-675C-4373-B30A-C35D88CCB326}"/>
              </a:ext>
            </a:extLst>
          </p:cNvPr>
          <p:cNvSpPr>
            <a:spLocks noGrp="1" noChangeArrowheads="1"/>
          </p:cNvSpPr>
          <p:nvPr>
            <p:ph type="title"/>
          </p:nvPr>
        </p:nvSpPr>
        <p:spPr>
          <a:xfrm>
            <a:off x="968189" y="130629"/>
            <a:ext cx="6761350" cy="484094"/>
          </a:xfrm>
        </p:spPr>
        <p:txBody>
          <a:bodyPr/>
          <a:lstStyle/>
          <a:p>
            <a:r>
              <a:rPr lang="en-US" altLang="zh-TW" dirty="0"/>
              <a:t>Step 3b - Add and Subtract</a:t>
            </a:r>
          </a:p>
        </p:txBody>
      </p:sp>
      <p:sp>
        <p:nvSpPr>
          <p:cNvPr id="30727" name="Rectangle 41">
            <a:extLst>
              <a:ext uri="{FF2B5EF4-FFF2-40B4-BE49-F238E27FC236}">
                <a16:creationId xmlns:a16="http://schemas.microsoft.com/office/drawing/2014/main" id="{788950AE-658D-472F-8A5A-7FC8C32BAA77}"/>
              </a:ext>
            </a:extLst>
          </p:cNvPr>
          <p:cNvSpPr>
            <a:spLocks noGrp="1" noChangeArrowheads="1"/>
          </p:cNvSpPr>
          <p:nvPr>
            <p:ph type="body" idx="1"/>
          </p:nvPr>
        </p:nvSpPr>
        <p:spPr>
          <a:xfrm>
            <a:off x="1006608" y="790365"/>
            <a:ext cx="7672508" cy="946227"/>
          </a:xfrm>
        </p:spPr>
        <p:txBody>
          <a:bodyPr/>
          <a:lstStyle/>
          <a:p>
            <a:r>
              <a:rPr lang="en-US" altLang="zh-TW" sz="1800" dirty="0"/>
              <a:t>R[</a:t>
            </a:r>
            <a:r>
              <a:rPr lang="en-US" altLang="zh-TW" sz="1800" dirty="0" err="1"/>
              <a:t>rd</a:t>
            </a:r>
            <a:r>
              <a:rPr lang="en-US" altLang="zh-TW" sz="1800" dirty="0"/>
              <a:t>] &lt;- R[</a:t>
            </a:r>
            <a:r>
              <a:rPr lang="en-US" altLang="zh-TW" sz="1800" dirty="0" err="1"/>
              <a:t>rs</a:t>
            </a:r>
            <a:r>
              <a:rPr lang="en-US" altLang="zh-TW" sz="1800" dirty="0"/>
              <a:t>] op R[rt] 	Ex: add    </a:t>
            </a:r>
            <a:r>
              <a:rPr lang="en-US" altLang="zh-TW" sz="1800" dirty="0" err="1"/>
              <a:t>rd</a:t>
            </a:r>
            <a:r>
              <a:rPr lang="en-US" altLang="zh-TW" sz="1800" dirty="0"/>
              <a:t>, </a:t>
            </a:r>
            <a:r>
              <a:rPr lang="en-US" altLang="zh-TW" sz="1800" dirty="0" err="1"/>
              <a:t>rs</a:t>
            </a:r>
            <a:r>
              <a:rPr lang="en-US" altLang="zh-TW" sz="1800" dirty="0"/>
              <a:t>, rt</a:t>
            </a:r>
          </a:p>
          <a:p>
            <a:pPr lvl="1"/>
            <a:r>
              <a:rPr lang="en-US" altLang="zh-TW" sz="1600" dirty="0"/>
              <a:t>Ra, </a:t>
            </a:r>
            <a:r>
              <a:rPr lang="en-US" altLang="zh-TW" sz="1600" dirty="0" err="1"/>
              <a:t>Rb</a:t>
            </a:r>
            <a:r>
              <a:rPr lang="en-US" altLang="zh-TW" sz="1600" dirty="0"/>
              <a:t>, </a:t>
            </a:r>
            <a:r>
              <a:rPr lang="en-US" altLang="zh-TW" sz="1600" dirty="0" err="1"/>
              <a:t>Rw</a:t>
            </a:r>
            <a:r>
              <a:rPr lang="en-US" altLang="zh-TW" sz="1600" dirty="0"/>
              <a:t> come from inst</a:t>
            </a:r>
            <a:r>
              <a:rPr lang="en-US" altLang="zh-CN" sz="1600" dirty="0"/>
              <a:t>ruction</a:t>
            </a:r>
            <a:r>
              <a:rPr lang="en-US" altLang="zh-TW" sz="1600" dirty="0"/>
              <a:t>’s </a:t>
            </a:r>
            <a:r>
              <a:rPr lang="en-US" altLang="zh-TW" sz="1600" dirty="0" err="1"/>
              <a:t>rs</a:t>
            </a:r>
            <a:r>
              <a:rPr lang="en-US" altLang="zh-TW" sz="1600" dirty="0"/>
              <a:t>, rt, and </a:t>
            </a:r>
            <a:r>
              <a:rPr lang="en-US" altLang="zh-TW" sz="1600" dirty="0" err="1"/>
              <a:t>rd</a:t>
            </a:r>
            <a:r>
              <a:rPr lang="en-US" altLang="zh-TW" sz="1600" dirty="0"/>
              <a:t> fields</a:t>
            </a:r>
          </a:p>
          <a:p>
            <a:pPr lvl="1"/>
            <a:r>
              <a:rPr lang="en-US" altLang="zh-TW" sz="1600" dirty="0"/>
              <a:t>ALU and </a:t>
            </a:r>
            <a:r>
              <a:rPr lang="en-US" altLang="zh-TW" sz="1600" dirty="0" err="1"/>
              <a:t>RegWrite</a:t>
            </a:r>
            <a:r>
              <a:rPr lang="en-US" altLang="zh-TW" sz="1600" dirty="0"/>
              <a:t>: control logic after decode </a:t>
            </a:r>
          </a:p>
        </p:txBody>
      </p:sp>
      <p:grpSp>
        <p:nvGrpSpPr>
          <p:cNvPr id="2" name="组合 1">
            <a:extLst>
              <a:ext uri="{FF2B5EF4-FFF2-40B4-BE49-F238E27FC236}">
                <a16:creationId xmlns:a16="http://schemas.microsoft.com/office/drawing/2014/main" id="{8D8FAF69-A59C-4766-9610-4CF2DDE54A11}"/>
              </a:ext>
            </a:extLst>
          </p:cNvPr>
          <p:cNvGrpSpPr/>
          <p:nvPr/>
        </p:nvGrpSpPr>
        <p:grpSpPr>
          <a:xfrm>
            <a:off x="2205317" y="1890272"/>
            <a:ext cx="4934898" cy="2697096"/>
            <a:chOff x="1328738" y="1828800"/>
            <a:chExt cx="6111155" cy="2917032"/>
          </a:xfrm>
        </p:grpSpPr>
        <p:grpSp>
          <p:nvGrpSpPr>
            <p:cNvPr id="30722" name="Group 2">
              <a:extLst>
                <a:ext uri="{FF2B5EF4-FFF2-40B4-BE49-F238E27FC236}">
                  <a16:creationId xmlns:a16="http://schemas.microsoft.com/office/drawing/2014/main" id="{50552D29-D6E9-4AA5-94A4-3067D19E0DDE}"/>
                </a:ext>
              </a:extLst>
            </p:cNvPr>
            <p:cNvGrpSpPr>
              <a:grpSpLocks/>
            </p:cNvGrpSpPr>
            <p:nvPr/>
          </p:nvGrpSpPr>
          <p:grpSpPr bwMode="auto">
            <a:xfrm>
              <a:off x="1414462" y="1828800"/>
              <a:ext cx="5109565" cy="696516"/>
              <a:chOff x="1046" y="1639"/>
              <a:chExt cx="3961" cy="585"/>
            </a:xfrm>
          </p:grpSpPr>
          <p:sp>
            <p:nvSpPr>
              <p:cNvPr id="30894" name="Rectangle 3">
                <a:extLst>
                  <a:ext uri="{FF2B5EF4-FFF2-40B4-BE49-F238E27FC236}">
                    <a16:creationId xmlns:a16="http://schemas.microsoft.com/office/drawing/2014/main" id="{15D9BED4-FCE3-4795-99A1-7B6C629CBB75}"/>
                  </a:ext>
                </a:extLst>
              </p:cNvPr>
              <p:cNvSpPr>
                <a:spLocks noChangeArrowheads="1"/>
              </p:cNvSpPr>
              <p:nvPr/>
            </p:nvSpPr>
            <p:spPr bwMode="auto">
              <a:xfrm>
                <a:off x="1112" y="1832"/>
                <a:ext cx="382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grpSp>
            <p:nvGrpSpPr>
              <p:cNvPr id="30895" name="Group 4">
                <a:extLst>
                  <a:ext uri="{FF2B5EF4-FFF2-40B4-BE49-F238E27FC236}">
                    <a16:creationId xmlns:a16="http://schemas.microsoft.com/office/drawing/2014/main" id="{2730D0A5-0944-4C50-A648-0D9288A666EC}"/>
                  </a:ext>
                </a:extLst>
              </p:cNvPr>
              <p:cNvGrpSpPr>
                <a:grpSpLocks/>
              </p:cNvGrpSpPr>
              <p:nvPr/>
            </p:nvGrpSpPr>
            <p:grpSpPr bwMode="auto">
              <a:xfrm>
                <a:off x="1108" y="1828"/>
                <a:ext cx="664" cy="204"/>
                <a:chOff x="1108" y="1828"/>
                <a:chExt cx="664" cy="204"/>
              </a:xfrm>
            </p:grpSpPr>
            <p:sp>
              <p:nvSpPr>
                <p:cNvPr id="30925" name="Rectangle 5">
                  <a:extLst>
                    <a:ext uri="{FF2B5EF4-FFF2-40B4-BE49-F238E27FC236}">
                      <a16:creationId xmlns:a16="http://schemas.microsoft.com/office/drawing/2014/main" id="{30D0BBE0-0FC8-4F69-9843-40075250C2A7}"/>
                    </a:ext>
                  </a:extLst>
                </p:cNvPr>
                <p:cNvSpPr>
                  <a:spLocks noChangeArrowheads="1"/>
                </p:cNvSpPr>
                <p:nvPr/>
              </p:nvSpPr>
              <p:spPr bwMode="auto">
                <a:xfrm>
                  <a:off x="1108" y="1828"/>
                  <a:ext cx="664"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30926" name="Rectangle 6">
                  <a:extLst>
                    <a:ext uri="{FF2B5EF4-FFF2-40B4-BE49-F238E27FC236}">
                      <a16:creationId xmlns:a16="http://schemas.microsoft.com/office/drawing/2014/main" id="{52543D0E-8573-44BA-BD81-C308A8299AAC}"/>
                    </a:ext>
                  </a:extLst>
                </p:cNvPr>
                <p:cNvSpPr>
                  <a:spLocks noChangeArrowheads="1"/>
                </p:cNvSpPr>
                <p:nvPr/>
              </p:nvSpPr>
              <p:spPr bwMode="auto">
                <a:xfrm>
                  <a:off x="1304" y="1831"/>
                  <a:ext cx="242"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op</a:t>
                  </a:r>
                </a:p>
              </p:txBody>
            </p:sp>
          </p:grpSp>
          <p:grpSp>
            <p:nvGrpSpPr>
              <p:cNvPr id="30896" name="Group 7">
                <a:extLst>
                  <a:ext uri="{FF2B5EF4-FFF2-40B4-BE49-F238E27FC236}">
                    <a16:creationId xmlns:a16="http://schemas.microsoft.com/office/drawing/2014/main" id="{73FFDF00-8A90-4BEF-8CEA-39FB901A010C}"/>
                  </a:ext>
                </a:extLst>
              </p:cNvPr>
              <p:cNvGrpSpPr>
                <a:grpSpLocks/>
              </p:cNvGrpSpPr>
              <p:nvPr/>
            </p:nvGrpSpPr>
            <p:grpSpPr bwMode="auto">
              <a:xfrm>
                <a:off x="1780" y="1828"/>
                <a:ext cx="616" cy="204"/>
                <a:chOff x="1780" y="1828"/>
                <a:chExt cx="616" cy="204"/>
              </a:xfrm>
            </p:grpSpPr>
            <p:sp>
              <p:nvSpPr>
                <p:cNvPr id="30923" name="Rectangle 8">
                  <a:extLst>
                    <a:ext uri="{FF2B5EF4-FFF2-40B4-BE49-F238E27FC236}">
                      <a16:creationId xmlns:a16="http://schemas.microsoft.com/office/drawing/2014/main" id="{E2603D7F-47B1-4A72-B97B-4015F4020C95}"/>
                    </a:ext>
                  </a:extLst>
                </p:cNvPr>
                <p:cNvSpPr>
                  <a:spLocks noChangeArrowheads="1"/>
                </p:cNvSpPr>
                <p:nvPr/>
              </p:nvSpPr>
              <p:spPr bwMode="auto">
                <a:xfrm>
                  <a:off x="1780" y="1828"/>
                  <a:ext cx="616"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30924" name="Rectangle 9">
                  <a:extLst>
                    <a:ext uri="{FF2B5EF4-FFF2-40B4-BE49-F238E27FC236}">
                      <a16:creationId xmlns:a16="http://schemas.microsoft.com/office/drawing/2014/main" id="{36477804-370D-433F-BD23-C8C93D9AE743}"/>
                    </a:ext>
                  </a:extLst>
                </p:cNvPr>
                <p:cNvSpPr>
                  <a:spLocks noChangeArrowheads="1"/>
                </p:cNvSpPr>
                <p:nvPr/>
              </p:nvSpPr>
              <p:spPr bwMode="auto">
                <a:xfrm>
                  <a:off x="1958" y="1831"/>
                  <a:ext cx="211"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rs</a:t>
                  </a:r>
                </a:p>
              </p:txBody>
            </p:sp>
          </p:grpSp>
          <p:grpSp>
            <p:nvGrpSpPr>
              <p:cNvPr id="30897" name="Group 10">
                <a:extLst>
                  <a:ext uri="{FF2B5EF4-FFF2-40B4-BE49-F238E27FC236}">
                    <a16:creationId xmlns:a16="http://schemas.microsoft.com/office/drawing/2014/main" id="{85D049F4-C42D-427A-A34C-0CA3DE17143B}"/>
                  </a:ext>
                </a:extLst>
              </p:cNvPr>
              <p:cNvGrpSpPr>
                <a:grpSpLocks/>
              </p:cNvGrpSpPr>
              <p:nvPr/>
            </p:nvGrpSpPr>
            <p:grpSpPr bwMode="auto">
              <a:xfrm>
                <a:off x="2404" y="1828"/>
                <a:ext cx="616" cy="204"/>
                <a:chOff x="2404" y="1828"/>
                <a:chExt cx="616" cy="204"/>
              </a:xfrm>
            </p:grpSpPr>
            <p:sp>
              <p:nvSpPr>
                <p:cNvPr id="30921" name="Rectangle 11">
                  <a:extLst>
                    <a:ext uri="{FF2B5EF4-FFF2-40B4-BE49-F238E27FC236}">
                      <a16:creationId xmlns:a16="http://schemas.microsoft.com/office/drawing/2014/main" id="{3CFC464B-F0F1-42A9-B58D-EA5A71257337}"/>
                    </a:ext>
                  </a:extLst>
                </p:cNvPr>
                <p:cNvSpPr>
                  <a:spLocks noChangeArrowheads="1"/>
                </p:cNvSpPr>
                <p:nvPr/>
              </p:nvSpPr>
              <p:spPr bwMode="auto">
                <a:xfrm>
                  <a:off x="2404" y="1828"/>
                  <a:ext cx="616"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30922" name="Rectangle 12">
                  <a:extLst>
                    <a:ext uri="{FF2B5EF4-FFF2-40B4-BE49-F238E27FC236}">
                      <a16:creationId xmlns:a16="http://schemas.microsoft.com/office/drawing/2014/main" id="{799DF312-4E4D-406C-8CF9-A672042EA7BD}"/>
                    </a:ext>
                  </a:extLst>
                </p:cNvPr>
                <p:cNvSpPr>
                  <a:spLocks noChangeArrowheads="1"/>
                </p:cNvSpPr>
                <p:nvPr/>
              </p:nvSpPr>
              <p:spPr bwMode="auto">
                <a:xfrm>
                  <a:off x="2582" y="1831"/>
                  <a:ext cx="186"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rt</a:t>
                  </a:r>
                </a:p>
              </p:txBody>
            </p:sp>
          </p:grpSp>
          <p:grpSp>
            <p:nvGrpSpPr>
              <p:cNvPr id="30898" name="Group 13">
                <a:extLst>
                  <a:ext uri="{FF2B5EF4-FFF2-40B4-BE49-F238E27FC236}">
                    <a16:creationId xmlns:a16="http://schemas.microsoft.com/office/drawing/2014/main" id="{C2075A61-1159-4F0C-8BC9-70C46B5F0655}"/>
                  </a:ext>
                </a:extLst>
              </p:cNvPr>
              <p:cNvGrpSpPr>
                <a:grpSpLocks/>
              </p:cNvGrpSpPr>
              <p:nvPr/>
            </p:nvGrpSpPr>
            <p:grpSpPr bwMode="auto">
              <a:xfrm>
                <a:off x="3028" y="1828"/>
                <a:ext cx="616" cy="204"/>
                <a:chOff x="3028" y="1828"/>
                <a:chExt cx="616" cy="204"/>
              </a:xfrm>
            </p:grpSpPr>
            <p:sp>
              <p:nvSpPr>
                <p:cNvPr id="30919" name="Rectangle 14">
                  <a:extLst>
                    <a:ext uri="{FF2B5EF4-FFF2-40B4-BE49-F238E27FC236}">
                      <a16:creationId xmlns:a16="http://schemas.microsoft.com/office/drawing/2014/main" id="{AEFCF1D5-A922-4F40-849F-86631BBFE0C1}"/>
                    </a:ext>
                  </a:extLst>
                </p:cNvPr>
                <p:cNvSpPr>
                  <a:spLocks noChangeArrowheads="1"/>
                </p:cNvSpPr>
                <p:nvPr/>
              </p:nvSpPr>
              <p:spPr bwMode="auto">
                <a:xfrm>
                  <a:off x="3028" y="1828"/>
                  <a:ext cx="616"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30920" name="Rectangle 15">
                  <a:extLst>
                    <a:ext uri="{FF2B5EF4-FFF2-40B4-BE49-F238E27FC236}">
                      <a16:creationId xmlns:a16="http://schemas.microsoft.com/office/drawing/2014/main" id="{DD81A17F-031E-455B-A25E-D6249D1068B3}"/>
                    </a:ext>
                  </a:extLst>
                </p:cNvPr>
                <p:cNvSpPr>
                  <a:spLocks noChangeArrowheads="1"/>
                </p:cNvSpPr>
                <p:nvPr/>
              </p:nvSpPr>
              <p:spPr bwMode="auto">
                <a:xfrm>
                  <a:off x="3206" y="1831"/>
                  <a:ext cx="217"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rd</a:t>
                  </a:r>
                </a:p>
              </p:txBody>
            </p:sp>
          </p:grpSp>
          <p:grpSp>
            <p:nvGrpSpPr>
              <p:cNvPr id="30899" name="Group 16">
                <a:extLst>
                  <a:ext uri="{FF2B5EF4-FFF2-40B4-BE49-F238E27FC236}">
                    <a16:creationId xmlns:a16="http://schemas.microsoft.com/office/drawing/2014/main" id="{BB460321-947B-4B2F-9D4E-CCAB60D46460}"/>
                  </a:ext>
                </a:extLst>
              </p:cNvPr>
              <p:cNvGrpSpPr>
                <a:grpSpLocks/>
              </p:cNvGrpSpPr>
              <p:nvPr/>
            </p:nvGrpSpPr>
            <p:grpSpPr bwMode="auto">
              <a:xfrm>
                <a:off x="3652" y="1828"/>
                <a:ext cx="616" cy="204"/>
                <a:chOff x="3652" y="1828"/>
                <a:chExt cx="616" cy="204"/>
              </a:xfrm>
            </p:grpSpPr>
            <p:sp>
              <p:nvSpPr>
                <p:cNvPr id="30917" name="Rectangle 17">
                  <a:extLst>
                    <a:ext uri="{FF2B5EF4-FFF2-40B4-BE49-F238E27FC236}">
                      <a16:creationId xmlns:a16="http://schemas.microsoft.com/office/drawing/2014/main" id="{661EC202-6025-494B-863B-49B773080FB0}"/>
                    </a:ext>
                  </a:extLst>
                </p:cNvPr>
                <p:cNvSpPr>
                  <a:spLocks noChangeArrowheads="1"/>
                </p:cNvSpPr>
                <p:nvPr/>
              </p:nvSpPr>
              <p:spPr bwMode="auto">
                <a:xfrm>
                  <a:off x="3652" y="1828"/>
                  <a:ext cx="616"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30918" name="Rectangle 18">
                  <a:extLst>
                    <a:ext uri="{FF2B5EF4-FFF2-40B4-BE49-F238E27FC236}">
                      <a16:creationId xmlns:a16="http://schemas.microsoft.com/office/drawing/2014/main" id="{ECF5F883-69F1-431C-B698-29510ACD9392}"/>
                    </a:ext>
                  </a:extLst>
                </p:cNvPr>
                <p:cNvSpPr>
                  <a:spLocks noChangeArrowheads="1"/>
                </p:cNvSpPr>
                <p:nvPr/>
              </p:nvSpPr>
              <p:spPr bwMode="auto">
                <a:xfrm>
                  <a:off x="3734" y="1831"/>
                  <a:ext cx="430"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shamt</a:t>
                  </a:r>
                </a:p>
              </p:txBody>
            </p:sp>
          </p:grpSp>
          <p:grpSp>
            <p:nvGrpSpPr>
              <p:cNvPr id="30900" name="Group 19">
                <a:extLst>
                  <a:ext uri="{FF2B5EF4-FFF2-40B4-BE49-F238E27FC236}">
                    <a16:creationId xmlns:a16="http://schemas.microsoft.com/office/drawing/2014/main" id="{DFBAF69B-F8D1-4D41-BA0E-4631C20036CB}"/>
                  </a:ext>
                </a:extLst>
              </p:cNvPr>
              <p:cNvGrpSpPr>
                <a:grpSpLocks/>
              </p:cNvGrpSpPr>
              <p:nvPr/>
            </p:nvGrpSpPr>
            <p:grpSpPr bwMode="auto">
              <a:xfrm>
                <a:off x="4276" y="1828"/>
                <a:ext cx="664" cy="204"/>
                <a:chOff x="4276" y="1828"/>
                <a:chExt cx="664" cy="204"/>
              </a:xfrm>
            </p:grpSpPr>
            <p:sp>
              <p:nvSpPr>
                <p:cNvPr id="30915" name="Rectangle 20">
                  <a:extLst>
                    <a:ext uri="{FF2B5EF4-FFF2-40B4-BE49-F238E27FC236}">
                      <a16:creationId xmlns:a16="http://schemas.microsoft.com/office/drawing/2014/main" id="{B57C92E9-CF83-4A77-A099-E915B17E7CFE}"/>
                    </a:ext>
                  </a:extLst>
                </p:cNvPr>
                <p:cNvSpPr>
                  <a:spLocks noChangeArrowheads="1"/>
                </p:cNvSpPr>
                <p:nvPr/>
              </p:nvSpPr>
              <p:spPr bwMode="auto">
                <a:xfrm>
                  <a:off x="4276" y="1828"/>
                  <a:ext cx="664"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30916" name="Rectangle 21">
                  <a:extLst>
                    <a:ext uri="{FF2B5EF4-FFF2-40B4-BE49-F238E27FC236}">
                      <a16:creationId xmlns:a16="http://schemas.microsoft.com/office/drawing/2014/main" id="{D8400C1B-82C9-4AAE-9D43-E4576B57C904}"/>
                    </a:ext>
                  </a:extLst>
                </p:cNvPr>
                <p:cNvSpPr>
                  <a:spLocks noChangeArrowheads="1"/>
                </p:cNvSpPr>
                <p:nvPr/>
              </p:nvSpPr>
              <p:spPr bwMode="auto">
                <a:xfrm>
                  <a:off x="4472" y="1831"/>
                  <a:ext cx="375"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funct</a:t>
                  </a:r>
                </a:p>
              </p:txBody>
            </p:sp>
          </p:grpSp>
          <p:grpSp>
            <p:nvGrpSpPr>
              <p:cNvPr id="30901" name="Group 22">
                <a:extLst>
                  <a:ext uri="{FF2B5EF4-FFF2-40B4-BE49-F238E27FC236}">
                    <a16:creationId xmlns:a16="http://schemas.microsoft.com/office/drawing/2014/main" id="{64B03092-55F9-4B5D-950B-8C431E96316B}"/>
                  </a:ext>
                </a:extLst>
              </p:cNvPr>
              <p:cNvGrpSpPr>
                <a:grpSpLocks/>
              </p:cNvGrpSpPr>
              <p:nvPr/>
            </p:nvGrpSpPr>
            <p:grpSpPr bwMode="auto">
              <a:xfrm>
                <a:off x="1046" y="1639"/>
                <a:ext cx="3961" cy="585"/>
                <a:chOff x="1046" y="1639"/>
                <a:chExt cx="3961" cy="585"/>
              </a:xfrm>
            </p:grpSpPr>
            <p:sp>
              <p:nvSpPr>
                <p:cNvPr id="30902" name="Rectangle 23">
                  <a:extLst>
                    <a:ext uri="{FF2B5EF4-FFF2-40B4-BE49-F238E27FC236}">
                      <a16:creationId xmlns:a16="http://schemas.microsoft.com/office/drawing/2014/main" id="{F02EDBC9-4DB3-4929-9AAE-1A035F9863CC}"/>
                    </a:ext>
                  </a:extLst>
                </p:cNvPr>
                <p:cNvSpPr>
                  <a:spLocks noChangeArrowheads="1"/>
                </p:cNvSpPr>
                <p:nvPr/>
              </p:nvSpPr>
              <p:spPr bwMode="auto">
                <a:xfrm>
                  <a:off x="4838" y="1639"/>
                  <a:ext cx="169"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0</a:t>
                  </a:r>
                </a:p>
              </p:txBody>
            </p:sp>
            <p:sp>
              <p:nvSpPr>
                <p:cNvPr id="30903" name="Rectangle 24">
                  <a:extLst>
                    <a:ext uri="{FF2B5EF4-FFF2-40B4-BE49-F238E27FC236}">
                      <a16:creationId xmlns:a16="http://schemas.microsoft.com/office/drawing/2014/main" id="{AD4D8BA6-5AC6-47EC-8945-EFD0D434DD15}"/>
                    </a:ext>
                  </a:extLst>
                </p:cNvPr>
                <p:cNvSpPr>
                  <a:spLocks noChangeArrowheads="1"/>
                </p:cNvSpPr>
                <p:nvPr/>
              </p:nvSpPr>
              <p:spPr bwMode="auto">
                <a:xfrm>
                  <a:off x="4118" y="1639"/>
                  <a:ext cx="169"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6</a:t>
                  </a:r>
                </a:p>
              </p:txBody>
            </p:sp>
            <p:sp>
              <p:nvSpPr>
                <p:cNvPr id="30904" name="Rectangle 25">
                  <a:extLst>
                    <a:ext uri="{FF2B5EF4-FFF2-40B4-BE49-F238E27FC236}">
                      <a16:creationId xmlns:a16="http://schemas.microsoft.com/office/drawing/2014/main" id="{B750299A-A7A4-4E08-B2B3-00C3269E82B3}"/>
                    </a:ext>
                  </a:extLst>
                </p:cNvPr>
                <p:cNvSpPr>
                  <a:spLocks noChangeArrowheads="1"/>
                </p:cNvSpPr>
                <p:nvPr/>
              </p:nvSpPr>
              <p:spPr bwMode="auto">
                <a:xfrm>
                  <a:off x="3446" y="1639"/>
                  <a:ext cx="230"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11</a:t>
                  </a:r>
                </a:p>
              </p:txBody>
            </p:sp>
            <p:sp>
              <p:nvSpPr>
                <p:cNvPr id="30905" name="Rectangle 26">
                  <a:extLst>
                    <a:ext uri="{FF2B5EF4-FFF2-40B4-BE49-F238E27FC236}">
                      <a16:creationId xmlns:a16="http://schemas.microsoft.com/office/drawing/2014/main" id="{D871F628-5853-4814-90CE-9E3773C91F0D}"/>
                    </a:ext>
                  </a:extLst>
                </p:cNvPr>
                <p:cNvSpPr>
                  <a:spLocks noChangeArrowheads="1"/>
                </p:cNvSpPr>
                <p:nvPr/>
              </p:nvSpPr>
              <p:spPr bwMode="auto">
                <a:xfrm>
                  <a:off x="2822" y="1639"/>
                  <a:ext cx="230"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16</a:t>
                  </a:r>
                </a:p>
              </p:txBody>
            </p:sp>
            <p:sp>
              <p:nvSpPr>
                <p:cNvPr id="30906" name="Rectangle 27">
                  <a:extLst>
                    <a:ext uri="{FF2B5EF4-FFF2-40B4-BE49-F238E27FC236}">
                      <a16:creationId xmlns:a16="http://schemas.microsoft.com/office/drawing/2014/main" id="{2B9E4671-7379-4415-97F3-C3C39B2DF06F}"/>
                    </a:ext>
                  </a:extLst>
                </p:cNvPr>
                <p:cNvSpPr>
                  <a:spLocks noChangeArrowheads="1"/>
                </p:cNvSpPr>
                <p:nvPr/>
              </p:nvSpPr>
              <p:spPr bwMode="auto">
                <a:xfrm>
                  <a:off x="2198" y="1639"/>
                  <a:ext cx="230"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21</a:t>
                  </a:r>
                </a:p>
              </p:txBody>
            </p:sp>
            <p:sp>
              <p:nvSpPr>
                <p:cNvPr id="30907" name="Rectangle 28">
                  <a:extLst>
                    <a:ext uri="{FF2B5EF4-FFF2-40B4-BE49-F238E27FC236}">
                      <a16:creationId xmlns:a16="http://schemas.microsoft.com/office/drawing/2014/main" id="{50E64DEA-B15A-42E1-AC94-088BC11A900C}"/>
                    </a:ext>
                  </a:extLst>
                </p:cNvPr>
                <p:cNvSpPr>
                  <a:spLocks noChangeArrowheads="1"/>
                </p:cNvSpPr>
                <p:nvPr/>
              </p:nvSpPr>
              <p:spPr bwMode="auto">
                <a:xfrm>
                  <a:off x="1574" y="1639"/>
                  <a:ext cx="230"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26</a:t>
                  </a:r>
                </a:p>
              </p:txBody>
            </p:sp>
            <p:sp>
              <p:nvSpPr>
                <p:cNvPr id="30908" name="Rectangle 29">
                  <a:extLst>
                    <a:ext uri="{FF2B5EF4-FFF2-40B4-BE49-F238E27FC236}">
                      <a16:creationId xmlns:a16="http://schemas.microsoft.com/office/drawing/2014/main" id="{66828BF7-2695-4749-86EB-3A1CBAC4299E}"/>
                    </a:ext>
                  </a:extLst>
                </p:cNvPr>
                <p:cNvSpPr>
                  <a:spLocks noChangeArrowheads="1"/>
                </p:cNvSpPr>
                <p:nvPr/>
              </p:nvSpPr>
              <p:spPr bwMode="auto">
                <a:xfrm>
                  <a:off x="1046" y="1639"/>
                  <a:ext cx="230"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31</a:t>
                  </a:r>
                </a:p>
              </p:txBody>
            </p:sp>
            <p:sp>
              <p:nvSpPr>
                <p:cNvPr id="30909" name="Rectangle 30">
                  <a:extLst>
                    <a:ext uri="{FF2B5EF4-FFF2-40B4-BE49-F238E27FC236}">
                      <a16:creationId xmlns:a16="http://schemas.microsoft.com/office/drawing/2014/main" id="{5F5D2B61-00CC-4248-BDB3-13C922BCC541}"/>
                    </a:ext>
                  </a:extLst>
                </p:cNvPr>
                <p:cNvSpPr>
                  <a:spLocks noChangeArrowheads="1"/>
                </p:cNvSpPr>
                <p:nvPr/>
              </p:nvSpPr>
              <p:spPr bwMode="auto">
                <a:xfrm>
                  <a:off x="1286" y="2023"/>
                  <a:ext cx="393"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6 </a:t>
                  </a:r>
                  <a:r>
                    <a:rPr kumimoji="1" lang="en-US" altLang="zh-TW" sz="1100">
                      <a:latin typeface="Arial" panose="020B0604020202020204" pitchFamily="34" charset="0"/>
                      <a:ea typeface="新細明體" panose="02020500000000000000" pitchFamily="18" charset="-120"/>
                    </a:rPr>
                    <a:t>bits</a:t>
                  </a:r>
                </a:p>
              </p:txBody>
            </p:sp>
            <p:sp>
              <p:nvSpPr>
                <p:cNvPr id="30910" name="Rectangle 31">
                  <a:extLst>
                    <a:ext uri="{FF2B5EF4-FFF2-40B4-BE49-F238E27FC236}">
                      <a16:creationId xmlns:a16="http://schemas.microsoft.com/office/drawing/2014/main" id="{BBCAB1F2-AC80-44BA-B1EE-8D329E0FB3B3}"/>
                    </a:ext>
                  </a:extLst>
                </p:cNvPr>
                <p:cNvSpPr>
                  <a:spLocks noChangeArrowheads="1"/>
                </p:cNvSpPr>
                <p:nvPr/>
              </p:nvSpPr>
              <p:spPr bwMode="auto">
                <a:xfrm>
                  <a:off x="4454" y="2023"/>
                  <a:ext cx="393"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6 </a:t>
                  </a:r>
                  <a:r>
                    <a:rPr kumimoji="1" lang="en-US" altLang="zh-TW" sz="1100">
                      <a:latin typeface="Arial" panose="020B0604020202020204" pitchFamily="34" charset="0"/>
                      <a:ea typeface="新細明體" panose="02020500000000000000" pitchFamily="18" charset="-120"/>
                    </a:rPr>
                    <a:t>bits</a:t>
                  </a:r>
                </a:p>
              </p:txBody>
            </p:sp>
            <p:sp>
              <p:nvSpPr>
                <p:cNvPr id="30911" name="Rectangle 32">
                  <a:extLst>
                    <a:ext uri="{FF2B5EF4-FFF2-40B4-BE49-F238E27FC236}">
                      <a16:creationId xmlns:a16="http://schemas.microsoft.com/office/drawing/2014/main" id="{6A621A2E-96D1-40BB-BADA-D83609B0DE5B}"/>
                    </a:ext>
                  </a:extLst>
                </p:cNvPr>
                <p:cNvSpPr>
                  <a:spLocks noChangeArrowheads="1"/>
                </p:cNvSpPr>
                <p:nvPr/>
              </p:nvSpPr>
              <p:spPr bwMode="auto">
                <a:xfrm>
                  <a:off x="3782" y="2023"/>
                  <a:ext cx="393"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5 </a:t>
                  </a:r>
                  <a:r>
                    <a:rPr kumimoji="1" lang="en-US" altLang="zh-TW" sz="1100">
                      <a:latin typeface="Arial" panose="020B0604020202020204" pitchFamily="34" charset="0"/>
                      <a:ea typeface="新細明體" panose="02020500000000000000" pitchFamily="18" charset="-120"/>
                    </a:rPr>
                    <a:t>bits</a:t>
                  </a:r>
                </a:p>
              </p:txBody>
            </p:sp>
            <p:sp>
              <p:nvSpPr>
                <p:cNvPr id="30912" name="Rectangle 33">
                  <a:extLst>
                    <a:ext uri="{FF2B5EF4-FFF2-40B4-BE49-F238E27FC236}">
                      <a16:creationId xmlns:a16="http://schemas.microsoft.com/office/drawing/2014/main" id="{CD54ADF4-EB52-4E9C-A296-ED07705003C1}"/>
                    </a:ext>
                  </a:extLst>
                </p:cNvPr>
                <p:cNvSpPr>
                  <a:spLocks noChangeArrowheads="1"/>
                </p:cNvSpPr>
                <p:nvPr/>
              </p:nvSpPr>
              <p:spPr bwMode="auto">
                <a:xfrm>
                  <a:off x="3158" y="2023"/>
                  <a:ext cx="393"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5 </a:t>
                  </a:r>
                  <a:r>
                    <a:rPr kumimoji="1" lang="en-US" altLang="zh-TW" sz="1100">
                      <a:latin typeface="Arial" panose="020B0604020202020204" pitchFamily="34" charset="0"/>
                      <a:ea typeface="新細明體" panose="02020500000000000000" pitchFamily="18" charset="-120"/>
                    </a:rPr>
                    <a:t>bits</a:t>
                  </a:r>
                </a:p>
              </p:txBody>
            </p:sp>
            <p:sp>
              <p:nvSpPr>
                <p:cNvPr id="30913" name="Rectangle 34">
                  <a:extLst>
                    <a:ext uri="{FF2B5EF4-FFF2-40B4-BE49-F238E27FC236}">
                      <a16:creationId xmlns:a16="http://schemas.microsoft.com/office/drawing/2014/main" id="{31973076-6B71-40B2-BD78-89E715F2799F}"/>
                    </a:ext>
                  </a:extLst>
                </p:cNvPr>
                <p:cNvSpPr>
                  <a:spLocks noChangeArrowheads="1"/>
                </p:cNvSpPr>
                <p:nvPr/>
              </p:nvSpPr>
              <p:spPr bwMode="auto">
                <a:xfrm>
                  <a:off x="2534" y="2023"/>
                  <a:ext cx="393"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5 </a:t>
                  </a:r>
                  <a:r>
                    <a:rPr kumimoji="1" lang="en-US" altLang="zh-TW" sz="1100">
                      <a:latin typeface="Arial" panose="020B0604020202020204" pitchFamily="34" charset="0"/>
                      <a:ea typeface="新細明體" panose="02020500000000000000" pitchFamily="18" charset="-120"/>
                    </a:rPr>
                    <a:t>bits</a:t>
                  </a:r>
                </a:p>
              </p:txBody>
            </p:sp>
            <p:sp>
              <p:nvSpPr>
                <p:cNvPr id="30914" name="Rectangle 35">
                  <a:extLst>
                    <a:ext uri="{FF2B5EF4-FFF2-40B4-BE49-F238E27FC236}">
                      <a16:creationId xmlns:a16="http://schemas.microsoft.com/office/drawing/2014/main" id="{7DB75D4D-0AD3-431A-9D5F-9DD1C52AA153}"/>
                    </a:ext>
                  </a:extLst>
                </p:cNvPr>
                <p:cNvSpPr>
                  <a:spLocks noChangeArrowheads="1"/>
                </p:cNvSpPr>
                <p:nvPr/>
              </p:nvSpPr>
              <p:spPr bwMode="auto">
                <a:xfrm>
                  <a:off x="1910" y="2023"/>
                  <a:ext cx="393"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5 </a:t>
                  </a:r>
                  <a:r>
                    <a:rPr kumimoji="1" lang="en-US" altLang="zh-TW" sz="1100">
                      <a:latin typeface="Arial" panose="020B0604020202020204" pitchFamily="34" charset="0"/>
                      <a:ea typeface="新細明體" panose="02020500000000000000" pitchFamily="18" charset="-120"/>
                    </a:rPr>
                    <a:t>bits</a:t>
                  </a:r>
                </a:p>
              </p:txBody>
            </p:sp>
          </p:grpSp>
        </p:grpSp>
        <p:sp>
          <p:nvSpPr>
            <p:cNvPr id="30723" name="Text Box 37">
              <a:extLst>
                <a:ext uri="{FF2B5EF4-FFF2-40B4-BE49-F238E27FC236}">
                  <a16:creationId xmlns:a16="http://schemas.microsoft.com/office/drawing/2014/main" id="{BABF05E9-7E2F-4A55-9EF3-75328C0ECD6C}"/>
                </a:ext>
              </a:extLst>
            </p:cNvPr>
            <p:cNvSpPr txBox="1">
              <a:spLocks noChangeArrowheads="1"/>
            </p:cNvSpPr>
            <p:nvPr/>
          </p:nvSpPr>
          <p:spPr bwMode="auto">
            <a:xfrm>
              <a:off x="2253873" y="2537365"/>
              <a:ext cx="31771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dirty="0" err="1">
                  <a:solidFill>
                    <a:srgbClr val="009E00"/>
                  </a:solidFill>
                  <a:latin typeface="Arial" panose="020B0604020202020204" pitchFamily="34" charset="0"/>
                  <a:ea typeface="新細明體" panose="02020500000000000000" pitchFamily="18" charset="-120"/>
                </a:rPr>
                <a:t>rs</a:t>
              </a:r>
              <a:endParaRPr kumimoji="1" lang="en-US" altLang="zh-TW" sz="1100" dirty="0">
                <a:latin typeface="Arial" panose="020B0604020202020204" pitchFamily="34" charset="0"/>
                <a:ea typeface="新細明體" panose="02020500000000000000" pitchFamily="18" charset="-120"/>
              </a:endParaRPr>
            </a:p>
          </p:txBody>
        </p:sp>
        <p:sp>
          <p:nvSpPr>
            <p:cNvPr id="30724" name="Text Box 38">
              <a:extLst>
                <a:ext uri="{FF2B5EF4-FFF2-40B4-BE49-F238E27FC236}">
                  <a16:creationId xmlns:a16="http://schemas.microsoft.com/office/drawing/2014/main" id="{9BDEB6C9-8D92-4C7B-85D2-4E8E029127CC}"/>
                </a:ext>
              </a:extLst>
            </p:cNvPr>
            <p:cNvSpPr txBox="1">
              <a:spLocks noChangeArrowheads="1"/>
            </p:cNvSpPr>
            <p:nvPr/>
          </p:nvSpPr>
          <p:spPr bwMode="auto">
            <a:xfrm>
              <a:off x="2272904" y="2987278"/>
              <a:ext cx="28565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solidFill>
                    <a:srgbClr val="009E00"/>
                  </a:solidFill>
                  <a:latin typeface="Arial" panose="020B0604020202020204" pitchFamily="34" charset="0"/>
                  <a:ea typeface="新細明體" panose="02020500000000000000" pitchFamily="18" charset="-120"/>
                </a:rPr>
                <a:t>rt</a:t>
              </a:r>
              <a:endParaRPr kumimoji="1" lang="en-US" altLang="zh-TW" sz="1100">
                <a:latin typeface="Arial" panose="020B0604020202020204" pitchFamily="34" charset="0"/>
                <a:ea typeface="新細明體" panose="02020500000000000000" pitchFamily="18" charset="-120"/>
              </a:endParaRPr>
            </a:p>
          </p:txBody>
        </p:sp>
        <p:sp>
          <p:nvSpPr>
            <p:cNvPr id="30725" name="Text Box 39">
              <a:extLst>
                <a:ext uri="{FF2B5EF4-FFF2-40B4-BE49-F238E27FC236}">
                  <a16:creationId xmlns:a16="http://schemas.microsoft.com/office/drawing/2014/main" id="{4EC988D0-711D-4113-8EB0-641C8C623FFC}"/>
                </a:ext>
              </a:extLst>
            </p:cNvPr>
            <p:cNvSpPr txBox="1">
              <a:spLocks noChangeArrowheads="1"/>
            </p:cNvSpPr>
            <p:nvPr/>
          </p:nvSpPr>
          <p:spPr bwMode="auto">
            <a:xfrm>
              <a:off x="2272903" y="3444478"/>
              <a:ext cx="32573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solidFill>
                    <a:srgbClr val="009E00"/>
                  </a:solidFill>
                  <a:latin typeface="Arial" panose="020B0604020202020204" pitchFamily="34" charset="0"/>
                  <a:ea typeface="新細明體" panose="02020500000000000000" pitchFamily="18" charset="-120"/>
                </a:rPr>
                <a:t>rd</a:t>
              </a:r>
              <a:endParaRPr kumimoji="1" lang="en-US" altLang="zh-TW" sz="1100">
                <a:latin typeface="Arial" panose="020B0604020202020204" pitchFamily="34" charset="0"/>
                <a:ea typeface="新細明體" panose="02020500000000000000" pitchFamily="18" charset="-120"/>
              </a:endParaRPr>
            </a:p>
          </p:txBody>
        </p:sp>
        <p:sp>
          <p:nvSpPr>
            <p:cNvPr id="30728" name="Text Box 43">
              <a:extLst>
                <a:ext uri="{FF2B5EF4-FFF2-40B4-BE49-F238E27FC236}">
                  <a16:creationId xmlns:a16="http://schemas.microsoft.com/office/drawing/2014/main" id="{DA881429-6CB9-4B8F-8E16-89C18FB26946}"/>
                </a:ext>
              </a:extLst>
            </p:cNvPr>
            <p:cNvSpPr txBox="1">
              <a:spLocks noChangeArrowheads="1"/>
            </p:cNvSpPr>
            <p:nvPr/>
          </p:nvSpPr>
          <p:spPr bwMode="auto">
            <a:xfrm>
              <a:off x="5335191" y="2500313"/>
              <a:ext cx="176213" cy="261610"/>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FF6600"/>
                  </a:solidFill>
                  <a:latin typeface="Times New Roman" panose="02020603050405020304" pitchFamily="18" charset="0"/>
                  <a:ea typeface="新細明體" panose="02020500000000000000" pitchFamily="18" charset="-120"/>
                </a:rPr>
                <a:t>4</a:t>
              </a:r>
            </a:p>
          </p:txBody>
        </p:sp>
        <p:grpSp>
          <p:nvGrpSpPr>
            <p:cNvPr id="30729" name="Group 45">
              <a:extLst>
                <a:ext uri="{FF2B5EF4-FFF2-40B4-BE49-F238E27FC236}">
                  <a16:creationId xmlns:a16="http://schemas.microsoft.com/office/drawing/2014/main" id="{2C2D0092-C2C5-4096-9FA9-BC6149D34615}"/>
                </a:ext>
              </a:extLst>
            </p:cNvPr>
            <p:cNvGrpSpPr>
              <a:grpSpLocks noChangeAspect="1"/>
            </p:cNvGrpSpPr>
            <p:nvPr/>
          </p:nvGrpSpPr>
          <p:grpSpPr bwMode="auto">
            <a:xfrm>
              <a:off x="1328738" y="2538413"/>
              <a:ext cx="5431631" cy="2207419"/>
              <a:chOff x="396" y="2132"/>
              <a:chExt cx="4562" cy="1854"/>
            </a:xfrm>
          </p:grpSpPr>
          <p:sp>
            <p:nvSpPr>
              <p:cNvPr id="30732" name="AutoShape 44">
                <a:extLst>
                  <a:ext uri="{FF2B5EF4-FFF2-40B4-BE49-F238E27FC236}">
                    <a16:creationId xmlns:a16="http://schemas.microsoft.com/office/drawing/2014/main" id="{DEC3E15F-67E7-440C-993C-52526F8E3EEC}"/>
                  </a:ext>
                </a:extLst>
              </p:cNvPr>
              <p:cNvSpPr>
                <a:spLocks noChangeAspect="1" noChangeArrowheads="1" noTextEdit="1"/>
              </p:cNvSpPr>
              <p:nvPr/>
            </p:nvSpPr>
            <p:spPr bwMode="auto">
              <a:xfrm>
                <a:off x="396" y="2136"/>
                <a:ext cx="4562" cy="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100"/>
              </a:p>
            </p:txBody>
          </p:sp>
          <p:sp>
            <p:nvSpPr>
              <p:cNvPr id="30733" name="Line 46">
                <a:extLst>
                  <a:ext uri="{FF2B5EF4-FFF2-40B4-BE49-F238E27FC236}">
                    <a16:creationId xmlns:a16="http://schemas.microsoft.com/office/drawing/2014/main" id="{BD440E91-BC7A-488A-87AA-003F644EBBB4}"/>
                  </a:ext>
                </a:extLst>
              </p:cNvPr>
              <p:cNvSpPr>
                <a:spLocks noChangeShapeType="1"/>
              </p:cNvSpPr>
              <p:nvPr/>
            </p:nvSpPr>
            <p:spPr bwMode="auto">
              <a:xfrm flipH="1">
                <a:off x="3016" y="2542"/>
                <a:ext cx="555" cy="1"/>
              </a:xfrm>
              <a:prstGeom prst="line">
                <a:avLst/>
              </a:prstGeom>
              <a:noFill/>
              <a:ln w="444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0734" name="Freeform 47">
                <a:extLst>
                  <a:ext uri="{FF2B5EF4-FFF2-40B4-BE49-F238E27FC236}">
                    <a16:creationId xmlns:a16="http://schemas.microsoft.com/office/drawing/2014/main" id="{96B1CAE8-A126-46F5-B5FE-00C7D1693A18}"/>
                  </a:ext>
                </a:extLst>
              </p:cNvPr>
              <p:cNvSpPr>
                <a:spLocks/>
              </p:cNvSpPr>
              <p:nvPr/>
            </p:nvSpPr>
            <p:spPr bwMode="auto">
              <a:xfrm>
                <a:off x="1418" y="3072"/>
                <a:ext cx="69" cy="64"/>
              </a:xfrm>
              <a:custGeom>
                <a:avLst/>
                <a:gdLst>
                  <a:gd name="T0" fmla="*/ 0 w 69"/>
                  <a:gd name="T1" fmla="*/ 0 h 64"/>
                  <a:gd name="T2" fmla="*/ 0 w 69"/>
                  <a:gd name="T3" fmla="*/ 64 h 64"/>
                  <a:gd name="T4" fmla="*/ 69 w 69"/>
                  <a:gd name="T5" fmla="*/ 34 h 64"/>
                  <a:gd name="T6" fmla="*/ 0 w 69"/>
                  <a:gd name="T7" fmla="*/ 4 h 64"/>
                  <a:gd name="T8" fmla="*/ 0 w 69"/>
                  <a:gd name="T9" fmla="*/ 4 h 64"/>
                  <a:gd name="T10" fmla="*/ 0 w 69"/>
                  <a:gd name="T11" fmla="*/ 0 h 64"/>
                  <a:gd name="T12" fmla="*/ 0 60000 65536"/>
                  <a:gd name="T13" fmla="*/ 0 60000 65536"/>
                  <a:gd name="T14" fmla="*/ 0 60000 65536"/>
                  <a:gd name="T15" fmla="*/ 0 60000 65536"/>
                  <a:gd name="T16" fmla="*/ 0 60000 65536"/>
                  <a:gd name="T17" fmla="*/ 0 60000 65536"/>
                  <a:gd name="T18" fmla="*/ 0 w 69"/>
                  <a:gd name="T19" fmla="*/ 0 h 64"/>
                  <a:gd name="T20" fmla="*/ 69 w 69"/>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69" h="64">
                    <a:moveTo>
                      <a:pt x="0" y="0"/>
                    </a:moveTo>
                    <a:lnTo>
                      <a:pt x="0" y="64"/>
                    </a:lnTo>
                    <a:lnTo>
                      <a:pt x="69" y="34"/>
                    </a:lnTo>
                    <a:lnTo>
                      <a:pt x="0"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p>
            </p:txBody>
          </p:sp>
          <p:sp>
            <p:nvSpPr>
              <p:cNvPr id="30735" name="Rectangle 48">
                <a:extLst>
                  <a:ext uri="{FF2B5EF4-FFF2-40B4-BE49-F238E27FC236}">
                    <a16:creationId xmlns:a16="http://schemas.microsoft.com/office/drawing/2014/main" id="{1131ED80-BF8F-46B9-A7E5-C90E8D55AF21}"/>
                  </a:ext>
                </a:extLst>
              </p:cNvPr>
              <p:cNvSpPr>
                <a:spLocks noChangeArrowheads="1"/>
              </p:cNvSpPr>
              <p:nvPr/>
            </p:nvSpPr>
            <p:spPr bwMode="auto">
              <a:xfrm>
                <a:off x="465" y="2737"/>
                <a:ext cx="3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I</a:t>
                </a:r>
                <a:endParaRPr lang="en-US" altLang="zh-TW" sz="1100" b="0">
                  <a:latin typeface="Times New Roman" panose="02020603050405020304" pitchFamily="18" charset="0"/>
                  <a:ea typeface="新細明體" panose="02020500000000000000" pitchFamily="18" charset="-120"/>
                </a:endParaRPr>
              </a:p>
            </p:txBody>
          </p:sp>
          <p:sp>
            <p:nvSpPr>
              <p:cNvPr id="30736" name="Rectangle 49">
                <a:extLst>
                  <a:ext uri="{FF2B5EF4-FFF2-40B4-BE49-F238E27FC236}">
                    <a16:creationId xmlns:a16="http://schemas.microsoft.com/office/drawing/2014/main" id="{F3CFF443-B386-4242-8173-1C82994D59BC}"/>
                  </a:ext>
                </a:extLst>
              </p:cNvPr>
              <p:cNvSpPr>
                <a:spLocks noChangeArrowheads="1"/>
              </p:cNvSpPr>
              <p:nvPr/>
            </p:nvSpPr>
            <p:spPr bwMode="auto">
              <a:xfrm>
                <a:off x="501" y="2737"/>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n</a:t>
                </a:r>
                <a:endParaRPr lang="en-US" altLang="zh-TW" sz="1100" b="0">
                  <a:latin typeface="Times New Roman" panose="02020603050405020304" pitchFamily="18" charset="0"/>
                  <a:ea typeface="新細明體" panose="02020500000000000000" pitchFamily="18" charset="-120"/>
                </a:endParaRPr>
              </a:p>
            </p:txBody>
          </p:sp>
          <p:sp>
            <p:nvSpPr>
              <p:cNvPr id="30737" name="Rectangle 50">
                <a:extLst>
                  <a:ext uri="{FF2B5EF4-FFF2-40B4-BE49-F238E27FC236}">
                    <a16:creationId xmlns:a16="http://schemas.microsoft.com/office/drawing/2014/main" id="{DC6B73CB-5955-4639-A6C6-F7C91F91DA54}"/>
                  </a:ext>
                </a:extLst>
              </p:cNvPr>
              <p:cNvSpPr>
                <a:spLocks noChangeArrowheads="1"/>
              </p:cNvSpPr>
              <p:nvPr/>
            </p:nvSpPr>
            <p:spPr bwMode="auto">
              <a:xfrm>
                <a:off x="578" y="2737"/>
                <a:ext cx="5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s</a:t>
                </a:r>
                <a:endParaRPr lang="en-US" altLang="zh-TW" sz="1100" b="0">
                  <a:latin typeface="Times New Roman" panose="02020603050405020304" pitchFamily="18" charset="0"/>
                  <a:ea typeface="新細明體" panose="02020500000000000000" pitchFamily="18" charset="-120"/>
                </a:endParaRPr>
              </a:p>
            </p:txBody>
          </p:sp>
          <p:sp>
            <p:nvSpPr>
              <p:cNvPr id="30738" name="Rectangle 51">
                <a:extLst>
                  <a:ext uri="{FF2B5EF4-FFF2-40B4-BE49-F238E27FC236}">
                    <a16:creationId xmlns:a16="http://schemas.microsoft.com/office/drawing/2014/main" id="{D681ADEC-71E1-494A-9476-1C36A8317694}"/>
                  </a:ext>
                </a:extLst>
              </p:cNvPr>
              <p:cNvSpPr>
                <a:spLocks noChangeArrowheads="1"/>
              </p:cNvSpPr>
              <p:nvPr/>
            </p:nvSpPr>
            <p:spPr bwMode="auto">
              <a:xfrm>
                <a:off x="643" y="2737"/>
                <a:ext cx="3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t</a:t>
                </a:r>
                <a:endParaRPr lang="en-US" altLang="zh-TW" sz="1100" b="0">
                  <a:latin typeface="Times New Roman" panose="02020603050405020304" pitchFamily="18" charset="0"/>
                  <a:ea typeface="新細明體" panose="02020500000000000000" pitchFamily="18" charset="-120"/>
                </a:endParaRPr>
              </a:p>
            </p:txBody>
          </p:sp>
          <p:sp>
            <p:nvSpPr>
              <p:cNvPr id="30739" name="Rectangle 52">
                <a:extLst>
                  <a:ext uri="{FF2B5EF4-FFF2-40B4-BE49-F238E27FC236}">
                    <a16:creationId xmlns:a16="http://schemas.microsoft.com/office/drawing/2014/main" id="{DB05B17B-C562-4DA1-9CE9-A53F83F3441C}"/>
                  </a:ext>
                </a:extLst>
              </p:cNvPr>
              <p:cNvSpPr>
                <a:spLocks noChangeArrowheads="1"/>
              </p:cNvSpPr>
              <p:nvPr/>
            </p:nvSpPr>
            <p:spPr bwMode="auto">
              <a:xfrm>
                <a:off x="680" y="2737"/>
                <a:ext cx="3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r</a:t>
                </a:r>
                <a:endParaRPr lang="en-US" altLang="zh-TW" sz="1100" b="0">
                  <a:latin typeface="Times New Roman" panose="02020603050405020304" pitchFamily="18" charset="0"/>
                  <a:ea typeface="新細明體" panose="02020500000000000000" pitchFamily="18" charset="-120"/>
                </a:endParaRPr>
              </a:p>
            </p:txBody>
          </p:sp>
          <p:sp>
            <p:nvSpPr>
              <p:cNvPr id="30740" name="Rectangle 53">
                <a:extLst>
                  <a:ext uri="{FF2B5EF4-FFF2-40B4-BE49-F238E27FC236}">
                    <a16:creationId xmlns:a16="http://schemas.microsoft.com/office/drawing/2014/main" id="{125B694F-1A45-42C2-9AD2-757047C2D2CF}"/>
                  </a:ext>
                </a:extLst>
              </p:cNvPr>
              <p:cNvSpPr>
                <a:spLocks noChangeArrowheads="1"/>
              </p:cNvSpPr>
              <p:nvPr/>
            </p:nvSpPr>
            <p:spPr bwMode="auto">
              <a:xfrm>
                <a:off x="729" y="2737"/>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u</a:t>
                </a:r>
                <a:endParaRPr lang="en-US" altLang="zh-TW" sz="1100" b="0">
                  <a:latin typeface="Times New Roman" panose="02020603050405020304" pitchFamily="18" charset="0"/>
                  <a:ea typeface="新細明體" panose="02020500000000000000" pitchFamily="18" charset="-120"/>
                </a:endParaRPr>
              </a:p>
            </p:txBody>
          </p:sp>
          <p:sp>
            <p:nvSpPr>
              <p:cNvPr id="30741" name="Rectangle 54">
                <a:extLst>
                  <a:ext uri="{FF2B5EF4-FFF2-40B4-BE49-F238E27FC236}">
                    <a16:creationId xmlns:a16="http://schemas.microsoft.com/office/drawing/2014/main" id="{CC95BA40-35A7-4EB5-B455-6993CE6B399C}"/>
                  </a:ext>
                </a:extLst>
              </p:cNvPr>
              <p:cNvSpPr>
                <a:spLocks noChangeArrowheads="1"/>
              </p:cNvSpPr>
              <p:nvPr/>
            </p:nvSpPr>
            <p:spPr bwMode="auto">
              <a:xfrm>
                <a:off x="802" y="2737"/>
                <a:ext cx="5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c</a:t>
                </a:r>
                <a:endParaRPr lang="en-US" altLang="zh-TW" sz="1100" b="0">
                  <a:latin typeface="Times New Roman" panose="02020603050405020304" pitchFamily="18" charset="0"/>
                  <a:ea typeface="新細明體" panose="02020500000000000000" pitchFamily="18" charset="-120"/>
                </a:endParaRPr>
              </a:p>
            </p:txBody>
          </p:sp>
          <p:sp>
            <p:nvSpPr>
              <p:cNvPr id="30742" name="Rectangle 55">
                <a:extLst>
                  <a:ext uri="{FF2B5EF4-FFF2-40B4-BE49-F238E27FC236}">
                    <a16:creationId xmlns:a16="http://schemas.microsoft.com/office/drawing/2014/main" id="{9632CF80-8CC0-4C22-899C-30D808DEB104}"/>
                  </a:ext>
                </a:extLst>
              </p:cNvPr>
              <p:cNvSpPr>
                <a:spLocks noChangeArrowheads="1"/>
              </p:cNvSpPr>
              <p:nvPr/>
            </p:nvSpPr>
            <p:spPr bwMode="auto">
              <a:xfrm>
                <a:off x="870" y="2737"/>
                <a:ext cx="3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t</a:t>
                </a:r>
                <a:endParaRPr lang="en-US" altLang="zh-TW" sz="1100" b="0">
                  <a:latin typeface="Times New Roman" panose="02020603050405020304" pitchFamily="18" charset="0"/>
                  <a:ea typeface="新細明體" panose="02020500000000000000" pitchFamily="18" charset="-120"/>
                </a:endParaRPr>
              </a:p>
            </p:txBody>
          </p:sp>
          <p:sp>
            <p:nvSpPr>
              <p:cNvPr id="30743" name="Rectangle 56">
                <a:extLst>
                  <a:ext uri="{FF2B5EF4-FFF2-40B4-BE49-F238E27FC236}">
                    <a16:creationId xmlns:a16="http://schemas.microsoft.com/office/drawing/2014/main" id="{4C2226E9-7177-4902-AE59-BA86B2904955}"/>
                  </a:ext>
                </a:extLst>
              </p:cNvPr>
              <p:cNvSpPr>
                <a:spLocks noChangeArrowheads="1"/>
              </p:cNvSpPr>
              <p:nvPr/>
            </p:nvSpPr>
            <p:spPr bwMode="auto">
              <a:xfrm>
                <a:off x="907" y="2737"/>
                <a:ext cx="2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i</a:t>
                </a:r>
                <a:endParaRPr lang="en-US" altLang="zh-TW" sz="1100" b="0">
                  <a:latin typeface="Times New Roman" panose="02020603050405020304" pitchFamily="18" charset="0"/>
                  <a:ea typeface="新細明體" panose="02020500000000000000" pitchFamily="18" charset="-120"/>
                </a:endParaRPr>
              </a:p>
            </p:txBody>
          </p:sp>
          <p:sp>
            <p:nvSpPr>
              <p:cNvPr id="30744" name="Rectangle 57">
                <a:extLst>
                  <a:ext uri="{FF2B5EF4-FFF2-40B4-BE49-F238E27FC236}">
                    <a16:creationId xmlns:a16="http://schemas.microsoft.com/office/drawing/2014/main" id="{91F50E5D-BD36-4A29-8BB5-4173A4111EA6}"/>
                  </a:ext>
                </a:extLst>
              </p:cNvPr>
              <p:cNvSpPr>
                <a:spLocks noChangeArrowheads="1"/>
              </p:cNvSpPr>
              <p:nvPr/>
            </p:nvSpPr>
            <p:spPr bwMode="auto">
              <a:xfrm>
                <a:off x="935" y="2737"/>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o</a:t>
                </a:r>
                <a:endParaRPr lang="en-US" altLang="zh-TW" sz="1100" b="0">
                  <a:latin typeface="Times New Roman" panose="02020603050405020304" pitchFamily="18" charset="0"/>
                  <a:ea typeface="新細明體" panose="02020500000000000000" pitchFamily="18" charset="-120"/>
                </a:endParaRPr>
              </a:p>
            </p:txBody>
          </p:sp>
          <p:sp>
            <p:nvSpPr>
              <p:cNvPr id="30745" name="Rectangle 58">
                <a:extLst>
                  <a:ext uri="{FF2B5EF4-FFF2-40B4-BE49-F238E27FC236}">
                    <a16:creationId xmlns:a16="http://schemas.microsoft.com/office/drawing/2014/main" id="{1F586ECC-7744-4807-AD2E-04AF3639EA11}"/>
                  </a:ext>
                </a:extLst>
              </p:cNvPr>
              <p:cNvSpPr>
                <a:spLocks noChangeArrowheads="1"/>
              </p:cNvSpPr>
              <p:nvPr/>
            </p:nvSpPr>
            <p:spPr bwMode="auto">
              <a:xfrm>
                <a:off x="1012" y="2737"/>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n</a:t>
                </a:r>
                <a:endParaRPr lang="en-US" altLang="zh-TW" sz="1100" b="0">
                  <a:latin typeface="Times New Roman" panose="02020603050405020304" pitchFamily="18" charset="0"/>
                  <a:ea typeface="新細明體" panose="02020500000000000000" pitchFamily="18" charset="-120"/>
                </a:endParaRPr>
              </a:p>
            </p:txBody>
          </p:sp>
          <p:sp>
            <p:nvSpPr>
              <p:cNvPr id="30746" name="Freeform 59">
                <a:extLst>
                  <a:ext uri="{FF2B5EF4-FFF2-40B4-BE49-F238E27FC236}">
                    <a16:creationId xmlns:a16="http://schemas.microsoft.com/office/drawing/2014/main" id="{AE4CC5DE-5B66-4F85-A42D-83F05566F731}"/>
                  </a:ext>
                </a:extLst>
              </p:cNvPr>
              <p:cNvSpPr>
                <a:spLocks/>
              </p:cNvSpPr>
              <p:nvPr/>
            </p:nvSpPr>
            <p:spPr bwMode="auto">
              <a:xfrm>
                <a:off x="1418" y="2320"/>
                <a:ext cx="69" cy="64"/>
              </a:xfrm>
              <a:custGeom>
                <a:avLst/>
                <a:gdLst>
                  <a:gd name="T0" fmla="*/ 0 w 69"/>
                  <a:gd name="T1" fmla="*/ 0 h 64"/>
                  <a:gd name="T2" fmla="*/ 0 w 69"/>
                  <a:gd name="T3" fmla="*/ 64 h 64"/>
                  <a:gd name="T4" fmla="*/ 69 w 69"/>
                  <a:gd name="T5" fmla="*/ 34 h 64"/>
                  <a:gd name="T6" fmla="*/ 0 w 69"/>
                  <a:gd name="T7" fmla="*/ 4 h 64"/>
                  <a:gd name="T8" fmla="*/ 0 w 69"/>
                  <a:gd name="T9" fmla="*/ 4 h 64"/>
                  <a:gd name="T10" fmla="*/ 0 w 69"/>
                  <a:gd name="T11" fmla="*/ 0 h 64"/>
                  <a:gd name="T12" fmla="*/ 0 60000 65536"/>
                  <a:gd name="T13" fmla="*/ 0 60000 65536"/>
                  <a:gd name="T14" fmla="*/ 0 60000 65536"/>
                  <a:gd name="T15" fmla="*/ 0 60000 65536"/>
                  <a:gd name="T16" fmla="*/ 0 60000 65536"/>
                  <a:gd name="T17" fmla="*/ 0 60000 65536"/>
                  <a:gd name="T18" fmla="*/ 0 w 69"/>
                  <a:gd name="T19" fmla="*/ 0 h 64"/>
                  <a:gd name="T20" fmla="*/ 69 w 69"/>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69" h="64">
                    <a:moveTo>
                      <a:pt x="0" y="0"/>
                    </a:moveTo>
                    <a:lnTo>
                      <a:pt x="0" y="64"/>
                    </a:lnTo>
                    <a:lnTo>
                      <a:pt x="69" y="34"/>
                    </a:lnTo>
                    <a:lnTo>
                      <a:pt x="0"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p>
            </p:txBody>
          </p:sp>
          <p:sp>
            <p:nvSpPr>
              <p:cNvPr id="30747" name="Freeform 60">
                <a:extLst>
                  <a:ext uri="{FF2B5EF4-FFF2-40B4-BE49-F238E27FC236}">
                    <a16:creationId xmlns:a16="http://schemas.microsoft.com/office/drawing/2014/main" id="{D0F70110-1E84-4C33-A633-03BA182905F2}"/>
                  </a:ext>
                </a:extLst>
              </p:cNvPr>
              <p:cNvSpPr>
                <a:spLocks/>
              </p:cNvSpPr>
              <p:nvPr/>
            </p:nvSpPr>
            <p:spPr bwMode="auto">
              <a:xfrm>
                <a:off x="1418" y="3448"/>
                <a:ext cx="69" cy="64"/>
              </a:xfrm>
              <a:custGeom>
                <a:avLst/>
                <a:gdLst>
                  <a:gd name="T0" fmla="*/ 0 w 69"/>
                  <a:gd name="T1" fmla="*/ 0 h 64"/>
                  <a:gd name="T2" fmla="*/ 0 w 69"/>
                  <a:gd name="T3" fmla="*/ 64 h 64"/>
                  <a:gd name="T4" fmla="*/ 69 w 69"/>
                  <a:gd name="T5" fmla="*/ 34 h 64"/>
                  <a:gd name="T6" fmla="*/ 0 w 69"/>
                  <a:gd name="T7" fmla="*/ 4 h 64"/>
                  <a:gd name="T8" fmla="*/ 0 w 69"/>
                  <a:gd name="T9" fmla="*/ 4 h 64"/>
                  <a:gd name="T10" fmla="*/ 0 w 69"/>
                  <a:gd name="T11" fmla="*/ 0 h 64"/>
                  <a:gd name="T12" fmla="*/ 0 60000 65536"/>
                  <a:gd name="T13" fmla="*/ 0 60000 65536"/>
                  <a:gd name="T14" fmla="*/ 0 60000 65536"/>
                  <a:gd name="T15" fmla="*/ 0 60000 65536"/>
                  <a:gd name="T16" fmla="*/ 0 60000 65536"/>
                  <a:gd name="T17" fmla="*/ 0 60000 65536"/>
                  <a:gd name="T18" fmla="*/ 0 w 69"/>
                  <a:gd name="T19" fmla="*/ 0 h 64"/>
                  <a:gd name="T20" fmla="*/ 69 w 69"/>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69" h="64">
                    <a:moveTo>
                      <a:pt x="0" y="0"/>
                    </a:moveTo>
                    <a:lnTo>
                      <a:pt x="0" y="64"/>
                    </a:lnTo>
                    <a:lnTo>
                      <a:pt x="69" y="34"/>
                    </a:lnTo>
                    <a:lnTo>
                      <a:pt x="0"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p>
            </p:txBody>
          </p:sp>
          <p:sp>
            <p:nvSpPr>
              <p:cNvPr id="30748" name="Freeform 61">
                <a:extLst>
                  <a:ext uri="{FF2B5EF4-FFF2-40B4-BE49-F238E27FC236}">
                    <a16:creationId xmlns:a16="http://schemas.microsoft.com/office/drawing/2014/main" id="{A1BD1431-3FB7-455C-B052-CAA1F924BE99}"/>
                  </a:ext>
                </a:extLst>
              </p:cNvPr>
              <p:cNvSpPr>
                <a:spLocks/>
              </p:cNvSpPr>
              <p:nvPr/>
            </p:nvSpPr>
            <p:spPr bwMode="auto">
              <a:xfrm>
                <a:off x="3547" y="3260"/>
                <a:ext cx="69" cy="64"/>
              </a:xfrm>
              <a:custGeom>
                <a:avLst/>
                <a:gdLst>
                  <a:gd name="T0" fmla="*/ 0 w 69"/>
                  <a:gd name="T1" fmla="*/ 0 h 64"/>
                  <a:gd name="T2" fmla="*/ 4 w 69"/>
                  <a:gd name="T3" fmla="*/ 64 h 64"/>
                  <a:gd name="T4" fmla="*/ 69 w 69"/>
                  <a:gd name="T5" fmla="*/ 34 h 64"/>
                  <a:gd name="T6" fmla="*/ 4 w 69"/>
                  <a:gd name="T7" fmla="*/ 4 h 64"/>
                  <a:gd name="T8" fmla="*/ 4 w 69"/>
                  <a:gd name="T9" fmla="*/ 4 h 64"/>
                  <a:gd name="T10" fmla="*/ 0 w 69"/>
                  <a:gd name="T11" fmla="*/ 0 h 64"/>
                  <a:gd name="T12" fmla="*/ 0 60000 65536"/>
                  <a:gd name="T13" fmla="*/ 0 60000 65536"/>
                  <a:gd name="T14" fmla="*/ 0 60000 65536"/>
                  <a:gd name="T15" fmla="*/ 0 60000 65536"/>
                  <a:gd name="T16" fmla="*/ 0 60000 65536"/>
                  <a:gd name="T17" fmla="*/ 0 60000 65536"/>
                  <a:gd name="T18" fmla="*/ 0 w 69"/>
                  <a:gd name="T19" fmla="*/ 0 h 64"/>
                  <a:gd name="T20" fmla="*/ 69 w 69"/>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69" h="64">
                    <a:moveTo>
                      <a:pt x="0" y="0"/>
                    </a:moveTo>
                    <a:lnTo>
                      <a:pt x="4" y="64"/>
                    </a:lnTo>
                    <a:lnTo>
                      <a:pt x="69" y="34"/>
                    </a:lnTo>
                    <a:lnTo>
                      <a:pt x="4"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p>
            </p:txBody>
          </p:sp>
          <p:sp>
            <p:nvSpPr>
              <p:cNvPr id="30749" name="Freeform 62">
                <a:extLst>
                  <a:ext uri="{FF2B5EF4-FFF2-40B4-BE49-F238E27FC236}">
                    <a16:creationId xmlns:a16="http://schemas.microsoft.com/office/drawing/2014/main" id="{D5E8435A-531C-433E-A081-763C38DAB54A}"/>
                  </a:ext>
                </a:extLst>
              </p:cNvPr>
              <p:cNvSpPr>
                <a:spLocks/>
              </p:cNvSpPr>
              <p:nvPr/>
            </p:nvSpPr>
            <p:spPr bwMode="auto">
              <a:xfrm>
                <a:off x="3547" y="2512"/>
                <a:ext cx="69" cy="64"/>
              </a:xfrm>
              <a:custGeom>
                <a:avLst/>
                <a:gdLst>
                  <a:gd name="T0" fmla="*/ 0 w 69"/>
                  <a:gd name="T1" fmla="*/ 0 h 64"/>
                  <a:gd name="T2" fmla="*/ 4 w 69"/>
                  <a:gd name="T3" fmla="*/ 64 h 64"/>
                  <a:gd name="T4" fmla="*/ 69 w 69"/>
                  <a:gd name="T5" fmla="*/ 30 h 64"/>
                  <a:gd name="T6" fmla="*/ 4 w 69"/>
                  <a:gd name="T7" fmla="*/ 0 h 64"/>
                  <a:gd name="T8" fmla="*/ 4 w 69"/>
                  <a:gd name="T9" fmla="*/ 0 h 64"/>
                  <a:gd name="T10" fmla="*/ 0 w 69"/>
                  <a:gd name="T11" fmla="*/ 0 h 64"/>
                  <a:gd name="T12" fmla="*/ 0 60000 65536"/>
                  <a:gd name="T13" fmla="*/ 0 60000 65536"/>
                  <a:gd name="T14" fmla="*/ 0 60000 65536"/>
                  <a:gd name="T15" fmla="*/ 0 60000 65536"/>
                  <a:gd name="T16" fmla="*/ 0 60000 65536"/>
                  <a:gd name="T17" fmla="*/ 0 60000 65536"/>
                  <a:gd name="T18" fmla="*/ 0 w 69"/>
                  <a:gd name="T19" fmla="*/ 0 h 64"/>
                  <a:gd name="T20" fmla="*/ 69 w 69"/>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69" h="64">
                    <a:moveTo>
                      <a:pt x="0" y="0"/>
                    </a:moveTo>
                    <a:lnTo>
                      <a:pt x="4" y="64"/>
                    </a:lnTo>
                    <a:lnTo>
                      <a:pt x="69" y="30"/>
                    </a:lnTo>
                    <a:lnTo>
                      <a:pt x="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p>
            </p:txBody>
          </p:sp>
          <p:sp>
            <p:nvSpPr>
              <p:cNvPr id="30750" name="Freeform 63">
                <a:extLst>
                  <a:ext uri="{FF2B5EF4-FFF2-40B4-BE49-F238E27FC236}">
                    <a16:creationId xmlns:a16="http://schemas.microsoft.com/office/drawing/2014/main" id="{C2BE5409-86E6-48AF-8D36-B5A8A6D63718}"/>
                  </a:ext>
                </a:extLst>
              </p:cNvPr>
              <p:cNvSpPr>
                <a:spLocks/>
              </p:cNvSpPr>
              <p:nvPr/>
            </p:nvSpPr>
            <p:spPr bwMode="auto">
              <a:xfrm>
                <a:off x="1418" y="2696"/>
                <a:ext cx="69" cy="64"/>
              </a:xfrm>
              <a:custGeom>
                <a:avLst/>
                <a:gdLst>
                  <a:gd name="T0" fmla="*/ 0 w 69"/>
                  <a:gd name="T1" fmla="*/ 0 h 64"/>
                  <a:gd name="T2" fmla="*/ 0 w 69"/>
                  <a:gd name="T3" fmla="*/ 64 h 64"/>
                  <a:gd name="T4" fmla="*/ 69 w 69"/>
                  <a:gd name="T5" fmla="*/ 34 h 64"/>
                  <a:gd name="T6" fmla="*/ 0 w 69"/>
                  <a:gd name="T7" fmla="*/ 4 h 64"/>
                  <a:gd name="T8" fmla="*/ 0 w 69"/>
                  <a:gd name="T9" fmla="*/ 4 h 64"/>
                  <a:gd name="T10" fmla="*/ 0 w 69"/>
                  <a:gd name="T11" fmla="*/ 0 h 64"/>
                  <a:gd name="T12" fmla="*/ 0 60000 65536"/>
                  <a:gd name="T13" fmla="*/ 0 60000 65536"/>
                  <a:gd name="T14" fmla="*/ 0 60000 65536"/>
                  <a:gd name="T15" fmla="*/ 0 60000 65536"/>
                  <a:gd name="T16" fmla="*/ 0 60000 65536"/>
                  <a:gd name="T17" fmla="*/ 0 60000 65536"/>
                  <a:gd name="T18" fmla="*/ 0 w 69"/>
                  <a:gd name="T19" fmla="*/ 0 h 64"/>
                  <a:gd name="T20" fmla="*/ 69 w 69"/>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69" h="64">
                    <a:moveTo>
                      <a:pt x="0" y="0"/>
                    </a:moveTo>
                    <a:lnTo>
                      <a:pt x="0" y="64"/>
                    </a:lnTo>
                    <a:lnTo>
                      <a:pt x="69" y="34"/>
                    </a:lnTo>
                    <a:lnTo>
                      <a:pt x="0"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p>
            </p:txBody>
          </p:sp>
          <p:sp>
            <p:nvSpPr>
              <p:cNvPr id="30751" name="Freeform 64">
                <a:extLst>
                  <a:ext uri="{FF2B5EF4-FFF2-40B4-BE49-F238E27FC236}">
                    <a16:creationId xmlns:a16="http://schemas.microsoft.com/office/drawing/2014/main" id="{37A226B8-3ABC-4CBF-A38D-444D794FCBB0}"/>
                  </a:ext>
                </a:extLst>
              </p:cNvPr>
              <p:cNvSpPr>
                <a:spLocks/>
              </p:cNvSpPr>
              <p:nvPr/>
            </p:nvSpPr>
            <p:spPr bwMode="auto">
              <a:xfrm>
                <a:off x="1495" y="2181"/>
                <a:ext cx="1521" cy="1474"/>
              </a:xfrm>
              <a:custGeom>
                <a:avLst/>
                <a:gdLst>
                  <a:gd name="T0" fmla="*/ 1521 w 1521"/>
                  <a:gd name="T1" fmla="*/ 1474 h 1474"/>
                  <a:gd name="T2" fmla="*/ 1521 w 1521"/>
                  <a:gd name="T3" fmla="*/ 0 h 1474"/>
                  <a:gd name="T4" fmla="*/ 0 w 1521"/>
                  <a:gd name="T5" fmla="*/ 0 h 1474"/>
                  <a:gd name="T6" fmla="*/ 0 w 1521"/>
                  <a:gd name="T7" fmla="*/ 1474 h 1474"/>
                  <a:gd name="T8" fmla="*/ 1521 w 1521"/>
                  <a:gd name="T9" fmla="*/ 1474 h 1474"/>
                  <a:gd name="T10" fmla="*/ 1521 w 1521"/>
                  <a:gd name="T11" fmla="*/ 1474 h 1474"/>
                  <a:gd name="T12" fmla="*/ 0 60000 65536"/>
                  <a:gd name="T13" fmla="*/ 0 60000 65536"/>
                  <a:gd name="T14" fmla="*/ 0 60000 65536"/>
                  <a:gd name="T15" fmla="*/ 0 60000 65536"/>
                  <a:gd name="T16" fmla="*/ 0 60000 65536"/>
                  <a:gd name="T17" fmla="*/ 0 60000 65536"/>
                  <a:gd name="T18" fmla="*/ 0 w 1521"/>
                  <a:gd name="T19" fmla="*/ 0 h 1474"/>
                  <a:gd name="T20" fmla="*/ 1521 w 1521"/>
                  <a:gd name="T21" fmla="*/ 1474 h 1474"/>
                </a:gdLst>
                <a:ahLst/>
                <a:cxnLst>
                  <a:cxn ang="T12">
                    <a:pos x="T0" y="T1"/>
                  </a:cxn>
                  <a:cxn ang="T13">
                    <a:pos x="T2" y="T3"/>
                  </a:cxn>
                  <a:cxn ang="T14">
                    <a:pos x="T4" y="T5"/>
                  </a:cxn>
                  <a:cxn ang="T15">
                    <a:pos x="T6" y="T7"/>
                  </a:cxn>
                  <a:cxn ang="T16">
                    <a:pos x="T8" y="T9"/>
                  </a:cxn>
                  <a:cxn ang="T17">
                    <a:pos x="T10" y="T11"/>
                  </a:cxn>
                </a:cxnLst>
                <a:rect l="T18" t="T19" r="T20" b="T21"/>
                <a:pathLst>
                  <a:path w="1521" h="1474">
                    <a:moveTo>
                      <a:pt x="1521" y="1474"/>
                    </a:moveTo>
                    <a:lnTo>
                      <a:pt x="1521" y="0"/>
                    </a:lnTo>
                    <a:lnTo>
                      <a:pt x="0" y="0"/>
                    </a:lnTo>
                    <a:lnTo>
                      <a:pt x="0" y="1474"/>
                    </a:lnTo>
                    <a:lnTo>
                      <a:pt x="1521" y="147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p>
            </p:txBody>
          </p:sp>
          <p:sp>
            <p:nvSpPr>
              <p:cNvPr id="30752" name="Freeform 65">
                <a:extLst>
                  <a:ext uri="{FF2B5EF4-FFF2-40B4-BE49-F238E27FC236}">
                    <a16:creationId xmlns:a16="http://schemas.microsoft.com/office/drawing/2014/main" id="{5F5EE5A0-C2CD-4444-820A-4E710ACFF762}"/>
                  </a:ext>
                </a:extLst>
              </p:cNvPr>
              <p:cNvSpPr>
                <a:spLocks/>
              </p:cNvSpPr>
              <p:nvPr/>
            </p:nvSpPr>
            <p:spPr bwMode="auto">
              <a:xfrm>
                <a:off x="1495" y="2181"/>
                <a:ext cx="1521" cy="1474"/>
              </a:xfrm>
              <a:custGeom>
                <a:avLst/>
                <a:gdLst>
                  <a:gd name="T0" fmla="*/ 1521 w 1521"/>
                  <a:gd name="T1" fmla="*/ 1474 h 1474"/>
                  <a:gd name="T2" fmla="*/ 1521 w 1521"/>
                  <a:gd name="T3" fmla="*/ 0 h 1474"/>
                  <a:gd name="T4" fmla="*/ 0 w 1521"/>
                  <a:gd name="T5" fmla="*/ 0 h 1474"/>
                  <a:gd name="T6" fmla="*/ 0 w 1521"/>
                  <a:gd name="T7" fmla="*/ 1474 h 1474"/>
                  <a:gd name="T8" fmla="*/ 1521 w 1521"/>
                  <a:gd name="T9" fmla="*/ 1474 h 1474"/>
                  <a:gd name="T10" fmla="*/ 1521 w 1521"/>
                  <a:gd name="T11" fmla="*/ 1474 h 1474"/>
                  <a:gd name="T12" fmla="*/ 0 60000 65536"/>
                  <a:gd name="T13" fmla="*/ 0 60000 65536"/>
                  <a:gd name="T14" fmla="*/ 0 60000 65536"/>
                  <a:gd name="T15" fmla="*/ 0 60000 65536"/>
                  <a:gd name="T16" fmla="*/ 0 60000 65536"/>
                  <a:gd name="T17" fmla="*/ 0 60000 65536"/>
                  <a:gd name="T18" fmla="*/ 0 w 1521"/>
                  <a:gd name="T19" fmla="*/ 0 h 1474"/>
                  <a:gd name="T20" fmla="*/ 1521 w 1521"/>
                  <a:gd name="T21" fmla="*/ 1474 h 1474"/>
                </a:gdLst>
                <a:ahLst/>
                <a:cxnLst>
                  <a:cxn ang="T12">
                    <a:pos x="T0" y="T1"/>
                  </a:cxn>
                  <a:cxn ang="T13">
                    <a:pos x="T2" y="T3"/>
                  </a:cxn>
                  <a:cxn ang="T14">
                    <a:pos x="T4" y="T5"/>
                  </a:cxn>
                  <a:cxn ang="T15">
                    <a:pos x="T6" y="T7"/>
                  </a:cxn>
                  <a:cxn ang="T16">
                    <a:pos x="T8" y="T9"/>
                  </a:cxn>
                  <a:cxn ang="T17">
                    <a:pos x="T10" y="T11"/>
                  </a:cxn>
                </a:cxnLst>
                <a:rect l="T18" t="T19" r="T20" b="T21"/>
                <a:pathLst>
                  <a:path w="1521" h="1474">
                    <a:moveTo>
                      <a:pt x="1521" y="1474"/>
                    </a:moveTo>
                    <a:lnTo>
                      <a:pt x="1521" y="0"/>
                    </a:lnTo>
                    <a:lnTo>
                      <a:pt x="0" y="0"/>
                    </a:lnTo>
                    <a:lnTo>
                      <a:pt x="0" y="1474"/>
                    </a:lnTo>
                    <a:lnTo>
                      <a:pt x="1521" y="1474"/>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p>
            </p:txBody>
          </p:sp>
          <p:sp>
            <p:nvSpPr>
              <p:cNvPr id="30753" name="Rectangle 66">
                <a:extLst>
                  <a:ext uri="{FF2B5EF4-FFF2-40B4-BE49-F238E27FC236}">
                    <a16:creationId xmlns:a16="http://schemas.microsoft.com/office/drawing/2014/main" id="{AB4E27D2-8496-47B8-AF80-AABE098FD1B9}"/>
                  </a:ext>
                </a:extLst>
              </p:cNvPr>
              <p:cNvSpPr>
                <a:spLocks noChangeArrowheads="1"/>
              </p:cNvSpPr>
              <p:nvPr/>
            </p:nvSpPr>
            <p:spPr bwMode="auto">
              <a:xfrm>
                <a:off x="1965" y="2842"/>
                <a:ext cx="8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R</a:t>
                </a:r>
                <a:endParaRPr lang="en-US" altLang="zh-TW" sz="1100" b="0">
                  <a:latin typeface="Times New Roman" panose="02020603050405020304" pitchFamily="18" charset="0"/>
                  <a:ea typeface="新細明體" panose="02020500000000000000" pitchFamily="18" charset="-120"/>
                </a:endParaRPr>
              </a:p>
            </p:txBody>
          </p:sp>
          <p:sp>
            <p:nvSpPr>
              <p:cNvPr id="30754" name="Rectangle 67">
                <a:extLst>
                  <a:ext uri="{FF2B5EF4-FFF2-40B4-BE49-F238E27FC236}">
                    <a16:creationId xmlns:a16="http://schemas.microsoft.com/office/drawing/2014/main" id="{D984275D-7B6A-48B9-B3BA-74749553A958}"/>
                  </a:ext>
                </a:extLst>
              </p:cNvPr>
              <p:cNvSpPr>
                <a:spLocks noChangeArrowheads="1"/>
              </p:cNvSpPr>
              <p:nvPr/>
            </p:nvSpPr>
            <p:spPr bwMode="auto">
              <a:xfrm>
                <a:off x="2063" y="284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e</a:t>
                </a:r>
                <a:endParaRPr lang="en-US" altLang="zh-TW" sz="1100" b="0">
                  <a:latin typeface="Times New Roman" panose="02020603050405020304" pitchFamily="18" charset="0"/>
                  <a:ea typeface="新細明體" panose="02020500000000000000" pitchFamily="18" charset="-120"/>
                </a:endParaRPr>
              </a:p>
            </p:txBody>
          </p:sp>
          <p:sp>
            <p:nvSpPr>
              <p:cNvPr id="30755" name="Rectangle 68">
                <a:extLst>
                  <a:ext uri="{FF2B5EF4-FFF2-40B4-BE49-F238E27FC236}">
                    <a16:creationId xmlns:a16="http://schemas.microsoft.com/office/drawing/2014/main" id="{D2232EF2-78E0-4380-A9C3-26C3539C4B5C}"/>
                  </a:ext>
                </a:extLst>
              </p:cNvPr>
              <p:cNvSpPr>
                <a:spLocks noChangeArrowheads="1"/>
              </p:cNvSpPr>
              <p:nvPr/>
            </p:nvSpPr>
            <p:spPr bwMode="auto">
              <a:xfrm>
                <a:off x="2140" y="284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g</a:t>
                </a:r>
                <a:endParaRPr lang="en-US" altLang="zh-TW" sz="1100" b="0">
                  <a:latin typeface="Times New Roman" panose="02020603050405020304" pitchFamily="18" charset="0"/>
                  <a:ea typeface="新細明體" panose="02020500000000000000" pitchFamily="18" charset="-120"/>
                </a:endParaRPr>
              </a:p>
            </p:txBody>
          </p:sp>
          <p:sp>
            <p:nvSpPr>
              <p:cNvPr id="30756" name="Rectangle 69">
                <a:extLst>
                  <a:ext uri="{FF2B5EF4-FFF2-40B4-BE49-F238E27FC236}">
                    <a16:creationId xmlns:a16="http://schemas.microsoft.com/office/drawing/2014/main" id="{5EA77942-A53D-4786-B369-AA1B09DD222E}"/>
                  </a:ext>
                </a:extLst>
              </p:cNvPr>
              <p:cNvSpPr>
                <a:spLocks noChangeArrowheads="1"/>
              </p:cNvSpPr>
              <p:nvPr/>
            </p:nvSpPr>
            <p:spPr bwMode="auto">
              <a:xfrm>
                <a:off x="2213" y="2842"/>
                <a:ext cx="2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i</a:t>
                </a:r>
                <a:endParaRPr lang="en-US" altLang="zh-TW" sz="1100" b="0">
                  <a:latin typeface="Times New Roman" panose="02020603050405020304" pitchFamily="18" charset="0"/>
                  <a:ea typeface="新細明體" panose="02020500000000000000" pitchFamily="18" charset="-120"/>
                </a:endParaRPr>
              </a:p>
            </p:txBody>
          </p:sp>
          <p:sp>
            <p:nvSpPr>
              <p:cNvPr id="30757" name="Rectangle 70">
                <a:extLst>
                  <a:ext uri="{FF2B5EF4-FFF2-40B4-BE49-F238E27FC236}">
                    <a16:creationId xmlns:a16="http://schemas.microsoft.com/office/drawing/2014/main" id="{96C0107C-7D1A-4E05-8EEA-CDE2B7DC35C6}"/>
                  </a:ext>
                </a:extLst>
              </p:cNvPr>
              <p:cNvSpPr>
                <a:spLocks noChangeArrowheads="1"/>
              </p:cNvSpPr>
              <p:nvPr/>
            </p:nvSpPr>
            <p:spPr bwMode="auto">
              <a:xfrm>
                <a:off x="2241" y="2842"/>
                <a:ext cx="5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s</a:t>
                </a:r>
                <a:endParaRPr lang="en-US" altLang="zh-TW" sz="1100" b="0">
                  <a:latin typeface="Times New Roman" panose="02020603050405020304" pitchFamily="18" charset="0"/>
                  <a:ea typeface="新細明體" panose="02020500000000000000" pitchFamily="18" charset="-120"/>
                </a:endParaRPr>
              </a:p>
            </p:txBody>
          </p:sp>
          <p:sp>
            <p:nvSpPr>
              <p:cNvPr id="30758" name="Rectangle 71">
                <a:extLst>
                  <a:ext uri="{FF2B5EF4-FFF2-40B4-BE49-F238E27FC236}">
                    <a16:creationId xmlns:a16="http://schemas.microsoft.com/office/drawing/2014/main" id="{C0999B3B-827D-4D57-9B0F-4ED8967DAE31}"/>
                  </a:ext>
                </a:extLst>
              </p:cNvPr>
              <p:cNvSpPr>
                <a:spLocks noChangeArrowheads="1"/>
              </p:cNvSpPr>
              <p:nvPr/>
            </p:nvSpPr>
            <p:spPr bwMode="auto">
              <a:xfrm>
                <a:off x="2310" y="2842"/>
                <a:ext cx="3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t</a:t>
                </a:r>
                <a:endParaRPr lang="en-US" altLang="zh-TW" sz="1100" b="0">
                  <a:latin typeface="Times New Roman" panose="02020603050405020304" pitchFamily="18" charset="0"/>
                  <a:ea typeface="新細明體" panose="02020500000000000000" pitchFamily="18" charset="-120"/>
                </a:endParaRPr>
              </a:p>
            </p:txBody>
          </p:sp>
          <p:sp>
            <p:nvSpPr>
              <p:cNvPr id="30759" name="Rectangle 72">
                <a:extLst>
                  <a:ext uri="{FF2B5EF4-FFF2-40B4-BE49-F238E27FC236}">
                    <a16:creationId xmlns:a16="http://schemas.microsoft.com/office/drawing/2014/main" id="{491BCF57-F9B0-46A0-836D-61BEF67A20BC}"/>
                  </a:ext>
                </a:extLst>
              </p:cNvPr>
              <p:cNvSpPr>
                <a:spLocks noChangeArrowheads="1"/>
              </p:cNvSpPr>
              <p:nvPr/>
            </p:nvSpPr>
            <p:spPr bwMode="auto">
              <a:xfrm>
                <a:off x="2347" y="284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e</a:t>
                </a:r>
                <a:endParaRPr lang="en-US" altLang="zh-TW" sz="1100" b="0">
                  <a:latin typeface="Times New Roman" panose="02020603050405020304" pitchFamily="18" charset="0"/>
                  <a:ea typeface="新細明體" panose="02020500000000000000" pitchFamily="18" charset="-120"/>
                </a:endParaRPr>
              </a:p>
            </p:txBody>
          </p:sp>
          <p:sp>
            <p:nvSpPr>
              <p:cNvPr id="30760" name="Rectangle 73">
                <a:extLst>
                  <a:ext uri="{FF2B5EF4-FFF2-40B4-BE49-F238E27FC236}">
                    <a16:creationId xmlns:a16="http://schemas.microsoft.com/office/drawing/2014/main" id="{240E9494-DBA0-42CB-84B7-D7D72E501E18}"/>
                  </a:ext>
                </a:extLst>
              </p:cNvPr>
              <p:cNvSpPr>
                <a:spLocks noChangeArrowheads="1"/>
              </p:cNvSpPr>
              <p:nvPr/>
            </p:nvSpPr>
            <p:spPr bwMode="auto">
              <a:xfrm>
                <a:off x="2424" y="2842"/>
                <a:ext cx="3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r</a:t>
                </a:r>
                <a:endParaRPr lang="en-US" altLang="zh-TW" sz="1100" b="0">
                  <a:latin typeface="Times New Roman" panose="02020603050405020304" pitchFamily="18" charset="0"/>
                  <a:ea typeface="新細明體" panose="02020500000000000000" pitchFamily="18" charset="-120"/>
                </a:endParaRPr>
              </a:p>
            </p:txBody>
          </p:sp>
          <p:sp>
            <p:nvSpPr>
              <p:cNvPr id="30761" name="Rectangle 74">
                <a:extLst>
                  <a:ext uri="{FF2B5EF4-FFF2-40B4-BE49-F238E27FC236}">
                    <a16:creationId xmlns:a16="http://schemas.microsoft.com/office/drawing/2014/main" id="{9D9BE6DC-C3F2-432B-8C69-21033101E816}"/>
                  </a:ext>
                </a:extLst>
              </p:cNvPr>
              <p:cNvSpPr>
                <a:spLocks noChangeArrowheads="1"/>
              </p:cNvSpPr>
              <p:nvPr/>
            </p:nvSpPr>
            <p:spPr bwMode="auto">
              <a:xfrm>
                <a:off x="2468" y="2842"/>
                <a:ext cx="5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s</a:t>
                </a:r>
                <a:endParaRPr lang="en-US" altLang="zh-TW" sz="1100" b="0">
                  <a:latin typeface="Times New Roman" panose="02020603050405020304" pitchFamily="18" charset="0"/>
                  <a:ea typeface="新細明體" panose="02020500000000000000" pitchFamily="18" charset="-120"/>
                </a:endParaRPr>
              </a:p>
            </p:txBody>
          </p:sp>
          <p:sp>
            <p:nvSpPr>
              <p:cNvPr id="30762" name="Rectangle 75">
                <a:extLst>
                  <a:ext uri="{FF2B5EF4-FFF2-40B4-BE49-F238E27FC236}">
                    <a16:creationId xmlns:a16="http://schemas.microsoft.com/office/drawing/2014/main" id="{F73DA873-46C6-40DE-AEE8-A495F28EB20E}"/>
                  </a:ext>
                </a:extLst>
              </p:cNvPr>
              <p:cNvSpPr>
                <a:spLocks noChangeArrowheads="1"/>
              </p:cNvSpPr>
              <p:nvPr/>
            </p:nvSpPr>
            <p:spPr bwMode="auto">
              <a:xfrm>
                <a:off x="1552" y="2967"/>
                <a:ext cx="11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W</a:t>
                </a:r>
                <a:endParaRPr lang="en-US" altLang="zh-TW" sz="1100" b="0">
                  <a:latin typeface="Times New Roman" panose="02020603050405020304" pitchFamily="18" charset="0"/>
                  <a:ea typeface="新細明體" panose="02020500000000000000" pitchFamily="18" charset="-120"/>
                </a:endParaRPr>
              </a:p>
            </p:txBody>
          </p:sp>
          <p:sp>
            <p:nvSpPr>
              <p:cNvPr id="30763" name="Rectangle 76">
                <a:extLst>
                  <a:ext uri="{FF2B5EF4-FFF2-40B4-BE49-F238E27FC236}">
                    <a16:creationId xmlns:a16="http://schemas.microsoft.com/office/drawing/2014/main" id="{37CF27B5-733C-491C-B331-AD5FF7DF7C3E}"/>
                  </a:ext>
                </a:extLst>
              </p:cNvPr>
              <p:cNvSpPr>
                <a:spLocks noChangeArrowheads="1"/>
              </p:cNvSpPr>
              <p:nvPr/>
            </p:nvSpPr>
            <p:spPr bwMode="auto">
              <a:xfrm>
                <a:off x="1681" y="2967"/>
                <a:ext cx="3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r</a:t>
                </a:r>
                <a:endParaRPr lang="en-US" altLang="zh-TW" sz="1100" b="0">
                  <a:latin typeface="Times New Roman" panose="02020603050405020304" pitchFamily="18" charset="0"/>
                  <a:ea typeface="新細明體" panose="02020500000000000000" pitchFamily="18" charset="-120"/>
                </a:endParaRPr>
              </a:p>
            </p:txBody>
          </p:sp>
          <p:sp>
            <p:nvSpPr>
              <p:cNvPr id="30764" name="Rectangle 77">
                <a:extLst>
                  <a:ext uri="{FF2B5EF4-FFF2-40B4-BE49-F238E27FC236}">
                    <a16:creationId xmlns:a16="http://schemas.microsoft.com/office/drawing/2014/main" id="{B216D440-7FD8-4CE7-837E-152D98C55A97}"/>
                  </a:ext>
                </a:extLst>
              </p:cNvPr>
              <p:cNvSpPr>
                <a:spLocks noChangeArrowheads="1"/>
              </p:cNvSpPr>
              <p:nvPr/>
            </p:nvSpPr>
            <p:spPr bwMode="auto">
              <a:xfrm>
                <a:off x="1726" y="2967"/>
                <a:ext cx="2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i</a:t>
                </a:r>
                <a:endParaRPr lang="en-US" altLang="zh-TW" sz="1100" b="0">
                  <a:latin typeface="Times New Roman" panose="02020603050405020304" pitchFamily="18" charset="0"/>
                  <a:ea typeface="新細明體" panose="02020500000000000000" pitchFamily="18" charset="-120"/>
                </a:endParaRPr>
              </a:p>
            </p:txBody>
          </p:sp>
          <p:sp>
            <p:nvSpPr>
              <p:cNvPr id="30765" name="Rectangle 78">
                <a:extLst>
                  <a:ext uri="{FF2B5EF4-FFF2-40B4-BE49-F238E27FC236}">
                    <a16:creationId xmlns:a16="http://schemas.microsoft.com/office/drawing/2014/main" id="{224FE1DA-B3C2-466A-A67A-5E3AAE89EF09}"/>
                  </a:ext>
                </a:extLst>
              </p:cNvPr>
              <p:cNvSpPr>
                <a:spLocks noChangeArrowheads="1"/>
              </p:cNvSpPr>
              <p:nvPr/>
            </p:nvSpPr>
            <p:spPr bwMode="auto">
              <a:xfrm>
                <a:off x="1754" y="2967"/>
                <a:ext cx="3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t</a:t>
                </a:r>
                <a:endParaRPr lang="en-US" altLang="zh-TW" sz="1100" b="0">
                  <a:latin typeface="Times New Roman" panose="02020603050405020304" pitchFamily="18" charset="0"/>
                  <a:ea typeface="新細明體" panose="02020500000000000000" pitchFamily="18" charset="-120"/>
                </a:endParaRPr>
              </a:p>
            </p:txBody>
          </p:sp>
          <p:sp>
            <p:nvSpPr>
              <p:cNvPr id="30766" name="Rectangle 79">
                <a:extLst>
                  <a:ext uri="{FF2B5EF4-FFF2-40B4-BE49-F238E27FC236}">
                    <a16:creationId xmlns:a16="http://schemas.microsoft.com/office/drawing/2014/main" id="{0327329F-EAB6-41B4-BFA4-44D8220887D6}"/>
                  </a:ext>
                </a:extLst>
              </p:cNvPr>
              <p:cNvSpPr>
                <a:spLocks noChangeArrowheads="1"/>
              </p:cNvSpPr>
              <p:nvPr/>
            </p:nvSpPr>
            <p:spPr bwMode="auto">
              <a:xfrm>
                <a:off x="1791" y="2967"/>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e</a:t>
                </a:r>
                <a:endParaRPr lang="en-US" altLang="zh-TW" sz="1100" b="0">
                  <a:latin typeface="Times New Roman" panose="02020603050405020304" pitchFamily="18" charset="0"/>
                  <a:ea typeface="新細明體" panose="02020500000000000000" pitchFamily="18" charset="-120"/>
                </a:endParaRPr>
              </a:p>
            </p:txBody>
          </p:sp>
          <p:sp>
            <p:nvSpPr>
              <p:cNvPr id="30767" name="Rectangle 80">
                <a:extLst>
                  <a:ext uri="{FF2B5EF4-FFF2-40B4-BE49-F238E27FC236}">
                    <a16:creationId xmlns:a16="http://schemas.microsoft.com/office/drawing/2014/main" id="{D5827F28-7BD8-493F-ADA4-3FAF3A8C9B68}"/>
                  </a:ext>
                </a:extLst>
              </p:cNvPr>
              <p:cNvSpPr>
                <a:spLocks noChangeArrowheads="1"/>
              </p:cNvSpPr>
              <p:nvPr/>
            </p:nvSpPr>
            <p:spPr bwMode="auto">
              <a:xfrm>
                <a:off x="1868" y="2967"/>
                <a:ext cx="0"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30768" name="Rectangle 81">
                <a:extLst>
                  <a:ext uri="{FF2B5EF4-FFF2-40B4-BE49-F238E27FC236}">
                    <a16:creationId xmlns:a16="http://schemas.microsoft.com/office/drawing/2014/main" id="{FED9674F-8485-4F06-8443-0540A37F54E5}"/>
                  </a:ext>
                </a:extLst>
              </p:cNvPr>
              <p:cNvSpPr>
                <a:spLocks noChangeArrowheads="1"/>
              </p:cNvSpPr>
              <p:nvPr/>
            </p:nvSpPr>
            <p:spPr bwMode="auto">
              <a:xfrm>
                <a:off x="1552" y="3094"/>
                <a:ext cx="3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r</a:t>
                </a:r>
                <a:endParaRPr lang="en-US" altLang="zh-TW" sz="1100" b="0">
                  <a:latin typeface="Times New Roman" panose="02020603050405020304" pitchFamily="18" charset="0"/>
                  <a:ea typeface="新細明體" panose="02020500000000000000" pitchFamily="18" charset="-120"/>
                </a:endParaRPr>
              </a:p>
            </p:txBody>
          </p:sp>
          <p:sp>
            <p:nvSpPr>
              <p:cNvPr id="30769" name="Rectangle 82">
                <a:extLst>
                  <a:ext uri="{FF2B5EF4-FFF2-40B4-BE49-F238E27FC236}">
                    <a16:creationId xmlns:a16="http://schemas.microsoft.com/office/drawing/2014/main" id="{8F4DD89D-8326-4425-9A96-1AF63BF5C7C5}"/>
                  </a:ext>
                </a:extLst>
              </p:cNvPr>
              <p:cNvSpPr>
                <a:spLocks noChangeArrowheads="1"/>
              </p:cNvSpPr>
              <p:nvPr/>
            </p:nvSpPr>
            <p:spPr bwMode="auto">
              <a:xfrm>
                <a:off x="1596" y="3094"/>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e</a:t>
                </a:r>
                <a:endParaRPr lang="en-US" altLang="zh-TW" sz="1100" b="0">
                  <a:latin typeface="Times New Roman" panose="02020603050405020304" pitchFamily="18" charset="0"/>
                  <a:ea typeface="新細明體" panose="02020500000000000000" pitchFamily="18" charset="-120"/>
                </a:endParaRPr>
              </a:p>
            </p:txBody>
          </p:sp>
          <p:sp>
            <p:nvSpPr>
              <p:cNvPr id="30770" name="Rectangle 83">
                <a:extLst>
                  <a:ext uri="{FF2B5EF4-FFF2-40B4-BE49-F238E27FC236}">
                    <a16:creationId xmlns:a16="http://schemas.microsoft.com/office/drawing/2014/main" id="{B4E2BBEE-A562-4A94-A88F-443CFBD15EAA}"/>
                  </a:ext>
                </a:extLst>
              </p:cNvPr>
              <p:cNvSpPr>
                <a:spLocks noChangeArrowheads="1"/>
              </p:cNvSpPr>
              <p:nvPr/>
            </p:nvSpPr>
            <p:spPr bwMode="auto">
              <a:xfrm>
                <a:off x="1673" y="3094"/>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g</a:t>
                </a:r>
                <a:endParaRPr lang="en-US" altLang="zh-TW" sz="1100" b="0">
                  <a:latin typeface="Times New Roman" panose="02020603050405020304" pitchFamily="18" charset="0"/>
                  <a:ea typeface="新細明體" panose="02020500000000000000" pitchFamily="18" charset="-120"/>
                </a:endParaRPr>
              </a:p>
            </p:txBody>
          </p:sp>
          <p:sp>
            <p:nvSpPr>
              <p:cNvPr id="30771" name="Rectangle 84">
                <a:extLst>
                  <a:ext uri="{FF2B5EF4-FFF2-40B4-BE49-F238E27FC236}">
                    <a16:creationId xmlns:a16="http://schemas.microsoft.com/office/drawing/2014/main" id="{EDE3FE45-47AD-4662-8BD8-58B85AE949E0}"/>
                  </a:ext>
                </a:extLst>
              </p:cNvPr>
              <p:cNvSpPr>
                <a:spLocks noChangeArrowheads="1"/>
              </p:cNvSpPr>
              <p:nvPr/>
            </p:nvSpPr>
            <p:spPr bwMode="auto">
              <a:xfrm>
                <a:off x="1746" y="3094"/>
                <a:ext cx="2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i</a:t>
                </a:r>
                <a:endParaRPr lang="en-US" altLang="zh-TW" sz="1100" b="0">
                  <a:latin typeface="Times New Roman" panose="02020603050405020304" pitchFamily="18" charset="0"/>
                  <a:ea typeface="新細明體" panose="02020500000000000000" pitchFamily="18" charset="-120"/>
                </a:endParaRPr>
              </a:p>
            </p:txBody>
          </p:sp>
          <p:sp>
            <p:nvSpPr>
              <p:cNvPr id="30772" name="Rectangle 85">
                <a:extLst>
                  <a:ext uri="{FF2B5EF4-FFF2-40B4-BE49-F238E27FC236}">
                    <a16:creationId xmlns:a16="http://schemas.microsoft.com/office/drawing/2014/main" id="{E412B9D7-3CDB-4059-8777-6856574AA3F5}"/>
                  </a:ext>
                </a:extLst>
              </p:cNvPr>
              <p:cNvSpPr>
                <a:spLocks noChangeArrowheads="1"/>
              </p:cNvSpPr>
              <p:nvPr/>
            </p:nvSpPr>
            <p:spPr bwMode="auto">
              <a:xfrm>
                <a:off x="1779" y="3094"/>
                <a:ext cx="5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s</a:t>
                </a:r>
                <a:endParaRPr lang="en-US" altLang="zh-TW" sz="1100" b="0">
                  <a:latin typeface="Times New Roman" panose="02020603050405020304" pitchFamily="18" charset="0"/>
                  <a:ea typeface="新細明體" panose="02020500000000000000" pitchFamily="18" charset="-120"/>
                </a:endParaRPr>
              </a:p>
            </p:txBody>
          </p:sp>
          <p:sp>
            <p:nvSpPr>
              <p:cNvPr id="30773" name="Rectangle 86">
                <a:extLst>
                  <a:ext uri="{FF2B5EF4-FFF2-40B4-BE49-F238E27FC236}">
                    <a16:creationId xmlns:a16="http://schemas.microsoft.com/office/drawing/2014/main" id="{5E2DA0EA-5D0D-4EF6-ACA0-8078DFD491E4}"/>
                  </a:ext>
                </a:extLst>
              </p:cNvPr>
              <p:cNvSpPr>
                <a:spLocks noChangeArrowheads="1"/>
              </p:cNvSpPr>
              <p:nvPr/>
            </p:nvSpPr>
            <p:spPr bwMode="auto">
              <a:xfrm>
                <a:off x="1848" y="3094"/>
                <a:ext cx="3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t</a:t>
                </a:r>
                <a:endParaRPr lang="en-US" altLang="zh-TW" sz="1100" b="0">
                  <a:latin typeface="Times New Roman" panose="02020603050405020304" pitchFamily="18" charset="0"/>
                  <a:ea typeface="新細明體" panose="02020500000000000000" pitchFamily="18" charset="-120"/>
                </a:endParaRPr>
              </a:p>
            </p:txBody>
          </p:sp>
          <p:sp>
            <p:nvSpPr>
              <p:cNvPr id="30774" name="Rectangle 87">
                <a:extLst>
                  <a:ext uri="{FF2B5EF4-FFF2-40B4-BE49-F238E27FC236}">
                    <a16:creationId xmlns:a16="http://schemas.microsoft.com/office/drawing/2014/main" id="{16DD6757-8A75-41B6-85D9-1373CBF53C8D}"/>
                  </a:ext>
                </a:extLst>
              </p:cNvPr>
              <p:cNvSpPr>
                <a:spLocks noChangeArrowheads="1"/>
              </p:cNvSpPr>
              <p:nvPr/>
            </p:nvSpPr>
            <p:spPr bwMode="auto">
              <a:xfrm>
                <a:off x="1884" y="3094"/>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e</a:t>
                </a:r>
                <a:endParaRPr lang="en-US" altLang="zh-TW" sz="1100" b="0">
                  <a:latin typeface="Times New Roman" panose="02020603050405020304" pitchFamily="18" charset="0"/>
                  <a:ea typeface="新細明體" panose="02020500000000000000" pitchFamily="18" charset="-120"/>
                </a:endParaRPr>
              </a:p>
            </p:txBody>
          </p:sp>
          <p:sp>
            <p:nvSpPr>
              <p:cNvPr id="30775" name="Rectangle 88">
                <a:extLst>
                  <a:ext uri="{FF2B5EF4-FFF2-40B4-BE49-F238E27FC236}">
                    <a16:creationId xmlns:a16="http://schemas.microsoft.com/office/drawing/2014/main" id="{F547DF8F-1467-408E-BB82-C6A415B6E3BB}"/>
                  </a:ext>
                </a:extLst>
              </p:cNvPr>
              <p:cNvSpPr>
                <a:spLocks noChangeArrowheads="1"/>
              </p:cNvSpPr>
              <p:nvPr/>
            </p:nvSpPr>
            <p:spPr bwMode="auto">
              <a:xfrm>
                <a:off x="1957" y="3094"/>
                <a:ext cx="3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r</a:t>
                </a:r>
                <a:endParaRPr lang="en-US" altLang="zh-TW" sz="1100" b="0">
                  <a:latin typeface="Times New Roman" panose="02020603050405020304" pitchFamily="18" charset="0"/>
                  <a:ea typeface="新細明體" panose="02020500000000000000" pitchFamily="18" charset="-120"/>
                </a:endParaRPr>
              </a:p>
            </p:txBody>
          </p:sp>
          <p:sp>
            <p:nvSpPr>
              <p:cNvPr id="30776" name="Rectangle 89">
                <a:extLst>
                  <a:ext uri="{FF2B5EF4-FFF2-40B4-BE49-F238E27FC236}">
                    <a16:creationId xmlns:a16="http://schemas.microsoft.com/office/drawing/2014/main" id="{5A643C36-2B98-497D-A44C-F613C5E12031}"/>
                  </a:ext>
                </a:extLst>
              </p:cNvPr>
              <p:cNvSpPr>
                <a:spLocks noChangeArrowheads="1"/>
              </p:cNvSpPr>
              <p:nvPr/>
            </p:nvSpPr>
            <p:spPr bwMode="auto">
              <a:xfrm>
                <a:off x="2651" y="2403"/>
                <a:ext cx="8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R</a:t>
                </a:r>
                <a:endParaRPr lang="en-US" altLang="zh-TW" sz="1100" b="0">
                  <a:latin typeface="Times New Roman" panose="02020603050405020304" pitchFamily="18" charset="0"/>
                  <a:ea typeface="新細明體" panose="02020500000000000000" pitchFamily="18" charset="-120"/>
                </a:endParaRPr>
              </a:p>
            </p:txBody>
          </p:sp>
          <p:sp>
            <p:nvSpPr>
              <p:cNvPr id="30777" name="Rectangle 90">
                <a:extLst>
                  <a:ext uri="{FF2B5EF4-FFF2-40B4-BE49-F238E27FC236}">
                    <a16:creationId xmlns:a16="http://schemas.microsoft.com/office/drawing/2014/main" id="{EE4AA6B4-8166-4D7F-917C-536DCDF245BF}"/>
                  </a:ext>
                </a:extLst>
              </p:cNvPr>
              <p:cNvSpPr>
                <a:spLocks noChangeArrowheads="1"/>
              </p:cNvSpPr>
              <p:nvPr/>
            </p:nvSpPr>
            <p:spPr bwMode="auto">
              <a:xfrm>
                <a:off x="2752" y="2403"/>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e</a:t>
                </a:r>
                <a:endParaRPr lang="en-US" altLang="zh-TW" sz="1100" b="0">
                  <a:latin typeface="Times New Roman" panose="02020603050405020304" pitchFamily="18" charset="0"/>
                  <a:ea typeface="新細明體" panose="02020500000000000000" pitchFamily="18" charset="-120"/>
                </a:endParaRPr>
              </a:p>
            </p:txBody>
          </p:sp>
          <p:sp>
            <p:nvSpPr>
              <p:cNvPr id="30778" name="Rectangle 91">
                <a:extLst>
                  <a:ext uri="{FF2B5EF4-FFF2-40B4-BE49-F238E27FC236}">
                    <a16:creationId xmlns:a16="http://schemas.microsoft.com/office/drawing/2014/main" id="{31014F00-2AAA-4B04-8E11-7D1BB5248BC0}"/>
                  </a:ext>
                </a:extLst>
              </p:cNvPr>
              <p:cNvSpPr>
                <a:spLocks noChangeArrowheads="1"/>
              </p:cNvSpPr>
              <p:nvPr/>
            </p:nvSpPr>
            <p:spPr bwMode="auto">
              <a:xfrm>
                <a:off x="2825" y="2403"/>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a</a:t>
                </a:r>
                <a:endParaRPr lang="en-US" altLang="zh-TW" sz="1100" b="0">
                  <a:latin typeface="Times New Roman" panose="02020603050405020304" pitchFamily="18" charset="0"/>
                  <a:ea typeface="新細明體" panose="02020500000000000000" pitchFamily="18" charset="-120"/>
                </a:endParaRPr>
              </a:p>
            </p:txBody>
          </p:sp>
          <p:sp>
            <p:nvSpPr>
              <p:cNvPr id="30779" name="Rectangle 92">
                <a:extLst>
                  <a:ext uri="{FF2B5EF4-FFF2-40B4-BE49-F238E27FC236}">
                    <a16:creationId xmlns:a16="http://schemas.microsoft.com/office/drawing/2014/main" id="{23777394-09A5-4FD7-B251-8BBC3CCE857A}"/>
                  </a:ext>
                </a:extLst>
              </p:cNvPr>
              <p:cNvSpPr>
                <a:spLocks noChangeArrowheads="1"/>
              </p:cNvSpPr>
              <p:nvPr/>
            </p:nvSpPr>
            <p:spPr bwMode="auto">
              <a:xfrm>
                <a:off x="2902" y="2403"/>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d</a:t>
                </a:r>
                <a:endParaRPr lang="en-US" altLang="zh-TW" sz="1100" b="0">
                  <a:latin typeface="Times New Roman" panose="02020603050405020304" pitchFamily="18" charset="0"/>
                  <a:ea typeface="新細明體" panose="02020500000000000000" pitchFamily="18" charset="-120"/>
                </a:endParaRPr>
              </a:p>
            </p:txBody>
          </p:sp>
          <p:sp>
            <p:nvSpPr>
              <p:cNvPr id="30780" name="Rectangle 93">
                <a:extLst>
                  <a:ext uri="{FF2B5EF4-FFF2-40B4-BE49-F238E27FC236}">
                    <a16:creationId xmlns:a16="http://schemas.microsoft.com/office/drawing/2014/main" id="{1B6F20D3-E01C-418A-AE16-37704ADA1FD9}"/>
                  </a:ext>
                </a:extLst>
              </p:cNvPr>
              <p:cNvSpPr>
                <a:spLocks noChangeArrowheads="1"/>
              </p:cNvSpPr>
              <p:nvPr/>
            </p:nvSpPr>
            <p:spPr bwMode="auto">
              <a:xfrm>
                <a:off x="2975" y="2403"/>
                <a:ext cx="0"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30781" name="Rectangle 94">
                <a:extLst>
                  <a:ext uri="{FF2B5EF4-FFF2-40B4-BE49-F238E27FC236}">
                    <a16:creationId xmlns:a16="http://schemas.microsoft.com/office/drawing/2014/main" id="{510B5B49-E1F8-40E7-A2F8-E7BD756130F5}"/>
                  </a:ext>
                </a:extLst>
              </p:cNvPr>
              <p:cNvSpPr>
                <a:spLocks noChangeArrowheads="1"/>
              </p:cNvSpPr>
              <p:nvPr/>
            </p:nvSpPr>
            <p:spPr bwMode="auto">
              <a:xfrm>
                <a:off x="2574" y="2530"/>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d</a:t>
                </a:r>
                <a:endParaRPr lang="en-US" altLang="zh-TW" sz="1100" b="0">
                  <a:latin typeface="Times New Roman" panose="02020603050405020304" pitchFamily="18" charset="0"/>
                  <a:ea typeface="新細明體" panose="02020500000000000000" pitchFamily="18" charset="-120"/>
                </a:endParaRPr>
              </a:p>
            </p:txBody>
          </p:sp>
          <p:sp>
            <p:nvSpPr>
              <p:cNvPr id="30782" name="Rectangle 95">
                <a:extLst>
                  <a:ext uri="{FF2B5EF4-FFF2-40B4-BE49-F238E27FC236}">
                    <a16:creationId xmlns:a16="http://schemas.microsoft.com/office/drawing/2014/main" id="{7EFA34BF-90DA-428D-9B33-B374DD91F018}"/>
                  </a:ext>
                </a:extLst>
              </p:cNvPr>
              <p:cNvSpPr>
                <a:spLocks noChangeArrowheads="1"/>
              </p:cNvSpPr>
              <p:nvPr/>
            </p:nvSpPr>
            <p:spPr bwMode="auto">
              <a:xfrm>
                <a:off x="2647" y="2530"/>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a</a:t>
                </a:r>
                <a:endParaRPr lang="en-US" altLang="zh-TW" sz="1100" b="0">
                  <a:latin typeface="Times New Roman" panose="02020603050405020304" pitchFamily="18" charset="0"/>
                  <a:ea typeface="新細明體" panose="02020500000000000000" pitchFamily="18" charset="-120"/>
                </a:endParaRPr>
              </a:p>
            </p:txBody>
          </p:sp>
          <p:sp>
            <p:nvSpPr>
              <p:cNvPr id="30783" name="Rectangle 96">
                <a:extLst>
                  <a:ext uri="{FF2B5EF4-FFF2-40B4-BE49-F238E27FC236}">
                    <a16:creationId xmlns:a16="http://schemas.microsoft.com/office/drawing/2014/main" id="{F44B2657-D9E8-4F4D-BF16-49212FB15604}"/>
                  </a:ext>
                </a:extLst>
              </p:cNvPr>
              <p:cNvSpPr>
                <a:spLocks noChangeArrowheads="1"/>
              </p:cNvSpPr>
              <p:nvPr/>
            </p:nvSpPr>
            <p:spPr bwMode="auto">
              <a:xfrm>
                <a:off x="2724" y="2530"/>
                <a:ext cx="3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t</a:t>
                </a:r>
                <a:endParaRPr lang="en-US" altLang="zh-TW" sz="1100" b="0">
                  <a:latin typeface="Times New Roman" panose="02020603050405020304" pitchFamily="18" charset="0"/>
                  <a:ea typeface="新細明體" panose="02020500000000000000" pitchFamily="18" charset="-120"/>
                </a:endParaRPr>
              </a:p>
            </p:txBody>
          </p:sp>
          <p:sp>
            <p:nvSpPr>
              <p:cNvPr id="30784" name="Rectangle 97">
                <a:extLst>
                  <a:ext uri="{FF2B5EF4-FFF2-40B4-BE49-F238E27FC236}">
                    <a16:creationId xmlns:a16="http://schemas.microsoft.com/office/drawing/2014/main" id="{A76149DC-46C6-4449-AA7A-8EBBCE462964}"/>
                  </a:ext>
                </a:extLst>
              </p:cNvPr>
              <p:cNvSpPr>
                <a:spLocks noChangeArrowheads="1"/>
              </p:cNvSpPr>
              <p:nvPr/>
            </p:nvSpPr>
            <p:spPr bwMode="auto">
              <a:xfrm>
                <a:off x="2760" y="2530"/>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a</a:t>
                </a:r>
                <a:endParaRPr lang="en-US" altLang="zh-TW" sz="1100" b="0">
                  <a:latin typeface="Times New Roman" panose="02020603050405020304" pitchFamily="18" charset="0"/>
                  <a:ea typeface="新細明體" panose="02020500000000000000" pitchFamily="18" charset="-120"/>
                </a:endParaRPr>
              </a:p>
            </p:txBody>
          </p:sp>
          <p:sp>
            <p:nvSpPr>
              <p:cNvPr id="30785" name="Rectangle 98">
                <a:extLst>
                  <a:ext uri="{FF2B5EF4-FFF2-40B4-BE49-F238E27FC236}">
                    <a16:creationId xmlns:a16="http://schemas.microsoft.com/office/drawing/2014/main" id="{E984702D-C6D9-4519-B9CF-DDF839F5D11F}"/>
                  </a:ext>
                </a:extLst>
              </p:cNvPr>
              <p:cNvSpPr>
                <a:spLocks noChangeArrowheads="1"/>
              </p:cNvSpPr>
              <p:nvPr/>
            </p:nvSpPr>
            <p:spPr bwMode="auto">
              <a:xfrm>
                <a:off x="2833" y="2530"/>
                <a:ext cx="3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1100" b="0">
                    <a:solidFill>
                      <a:srgbClr val="000000"/>
                    </a:solidFill>
                    <a:latin typeface="Arial" panose="020B0604020202020204" pitchFamily="34" charset="0"/>
                    <a:ea typeface="新細明體" panose="02020500000000000000" pitchFamily="18" charset="-120"/>
                  </a:rPr>
                  <a:t> </a:t>
                </a:r>
                <a:endParaRPr lang="zh-TW" altLang="en-US" sz="1100" b="0">
                  <a:latin typeface="Times New Roman" panose="02020603050405020304" pitchFamily="18" charset="0"/>
                  <a:ea typeface="新細明體" panose="02020500000000000000" pitchFamily="18" charset="-120"/>
                </a:endParaRPr>
              </a:p>
            </p:txBody>
          </p:sp>
          <p:sp>
            <p:nvSpPr>
              <p:cNvPr id="30786" name="Rectangle 99">
                <a:extLst>
                  <a:ext uri="{FF2B5EF4-FFF2-40B4-BE49-F238E27FC236}">
                    <a16:creationId xmlns:a16="http://schemas.microsoft.com/office/drawing/2014/main" id="{B9B04D98-2D84-4241-A701-9B6BB209E495}"/>
                  </a:ext>
                </a:extLst>
              </p:cNvPr>
              <p:cNvSpPr>
                <a:spLocks noChangeArrowheads="1"/>
              </p:cNvSpPr>
              <p:nvPr/>
            </p:nvSpPr>
            <p:spPr bwMode="auto">
              <a:xfrm>
                <a:off x="2874" y="2530"/>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1</a:t>
                </a:r>
                <a:endParaRPr lang="en-US" altLang="zh-TW" sz="1100" b="0">
                  <a:latin typeface="Times New Roman" panose="02020603050405020304" pitchFamily="18" charset="0"/>
                  <a:ea typeface="新細明體" panose="02020500000000000000" pitchFamily="18" charset="-120"/>
                </a:endParaRPr>
              </a:p>
            </p:txBody>
          </p:sp>
          <p:sp>
            <p:nvSpPr>
              <p:cNvPr id="30787" name="Rectangle 100">
                <a:extLst>
                  <a:ext uri="{FF2B5EF4-FFF2-40B4-BE49-F238E27FC236}">
                    <a16:creationId xmlns:a16="http://schemas.microsoft.com/office/drawing/2014/main" id="{4BA49B59-05A0-42A9-A51D-79835E9270E1}"/>
                  </a:ext>
                </a:extLst>
              </p:cNvPr>
              <p:cNvSpPr>
                <a:spLocks noChangeArrowheads="1"/>
              </p:cNvSpPr>
              <p:nvPr/>
            </p:nvSpPr>
            <p:spPr bwMode="auto">
              <a:xfrm>
                <a:off x="2651" y="3158"/>
                <a:ext cx="8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R</a:t>
                </a:r>
                <a:endParaRPr lang="en-US" altLang="zh-TW" sz="1100" b="0">
                  <a:latin typeface="Times New Roman" panose="02020603050405020304" pitchFamily="18" charset="0"/>
                  <a:ea typeface="新細明體" panose="02020500000000000000" pitchFamily="18" charset="-120"/>
                </a:endParaRPr>
              </a:p>
            </p:txBody>
          </p:sp>
          <p:sp>
            <p:nvSpPr>
              <p:cNvPr id="30788" name="Rectangle 101">
                <a:extLst>
                  <a:ext uri="{FF2B5EF4-FFF2-40B4-BE49-F238E27FC236}">
                    <a16:creationId xmlns:a16="http://schemas.microsoft.com/office/drawing/2014/main" id="{44F027CF-498C-4B6D-A38C-8CD35179CD1A}"/>
                  </a:ext>
                </a:extLst>
              </p:cNvPr>
              <p:cNvSpPr>
                <a:spLocks noChangeArrowheads="1"/>
              </p:cNvSpPr>
              <p:nvPr/>
            </p:nvSpPr>
            <p:spPr bwMode="auto">
              <a:xfrm>
                <a:off x="2752" y="3158"/>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e</a:t>
                </a:r>
                <a:endParaRPr lang="en-US" altLang="zh-TW" sz="1100" b="0">
                  <a:latin typeface="Times New Roman" panose="02020603050405020304" pitchFamily="18" charset="0"/>
                  <a:ea typeface="新細明體" panose="02020500000000000000" pitchFamily="18" charset="-120"/>
                </a:endParaRPr>
              </a:p>
            </p:txBody>
          </p:sp>
          <p:sp>
            <p:nvSpPr>
              <p:cNvPr id="30789" name="Rectangle 102">
                <a:extLst>
                  <a:ext uri="{FF2B5EF4-FFF2-40B4-BE49-F238E27FC236}">
                    <a16:creationId xmlns:a16="http://schemas.microsoft.com/office/drawing/2014/main" id="{9D6C9BB6-B382-4F57-84A1-FBDD2625FE80}"/>
                  </a:ext>
                </a:extLst>
              </p:cNvPr>
              <p:cNvSpPr>
                <a:spLocks noChangeArrowheads="1"/>
              </p:cNvSpPr>
              <p:nvPr/>
            </p:nvSpPr>
            <p:spPr bwMode="auto">
              <a:xfrm>
                <a:off x="2825" y="3158"/>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a</a:t>
                </a:r>
                <a:endParaRPr lang="en-US" altLang="zh-TW" sz="1100" b="0">
                  <a:latin typeface="Times New Roman" panose="02020603050405020304" pitchFamily="18" charset="0"/>
                  <a:ea typeface="新細明體" panose="02020500000000000000" pitchFamily="18" charset="-120"/>
                </a:endParaRPr>
              </a:p>
            </p:txBody>
          </p:sp>
          <p:sp>
            <p:nvSpPr>
              <p:cNvPr id="30790" name="Rectangle 103">
                <a:extLst>
                  <a:ext uri="{FF2B5EF4-FFF2-40B4-BE49-F238E27FC236}">
                    <a16:creationId xmlns:a16="http://schemas.microsoft.com/office/drawing/2014/main" id="{F74DA833-5A33-48FD-B202-A3F167513731}"/>
                  </a:ext>
                </a:extLst>
              </p:cNvPr>
              <p:cNvSpPr>
                <a:spLocks noChangeArrowheads="1"/>
              </p:cNvSpPr>
              <p:nvPr/>
            </p:nvSpPr>
            <p:spPr bwMode="auto">
              <a:xfrm>
                <a:off x="2902" y="3158"/>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d</a:t>
                </a:r>
                <a:endParaRPr lang="en-US" altLang="zh-TW" sz="1100" b="0">
                  <a:latin typeface="Times New Roman" panose="02020603050405020304" pitchFamily="18" charset="0"/>
                  <a:ea typeface="新細明體" panose="02020500000000000000" pitchFamily="18" charset="-120"/>
                </a:endParaRPr>
              </a:p>
            </p:txBody>
          </p:sp>
          <p:sp>
            <p:nvSpPr>
              <p:cNvPr id="30791" name="Rectangle 104">
                <a:extLst>
                  <a:ext uri="{FF2B5EF4-FFF2-40B4-BE49-F238E27FC236}">
                    <a16:creationId xmlns:a16="http://schemas.microsoft.com/office/drawing/2014/main" id="{26A5EAB5-8709-4768-B992-FB6E8CEBC018}"/>
                  </a:ext>
                </a:extLst>
              </p:cNvPr>
              <p:cNvSpPr>
                <a:spLocks noChangeArrowheads="1"/>
              </p:cNvSpPr>
              <p:nvPr/>
            </p:nvSpPr>
            <p:spPr bwMode="auto">
              <a:xfrm>
                <a:off x="2975" y="3158"/>
                <a:ext cx="0"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30792" name="Rectangle 105">
                <a:extLst>
                  <a:ext uri="{FF2B5EF4-FFF2-40B4-BE49-F238E27FC236}">
                    <a16:creationId xmlns:a16="http://schemas.microsoft.com/office/drawing/2014/main" id="{E3CCE01F-A538-49EF-81D7-CE1E1BDEBC3A}"/>
                  </a:ext>
                </a:extLst>
              </p:cNvPr>
              <p:cNvSpPr>
                <a:spLocks noChangeArrowheads="1"/>
              </p:cNvSpPr>
              <p:nvPr/>
            </p:nvSpPr>
            <p:spPr bwMode="auto">
              <a:xfrm>
                <a:off x="2574" y="328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d</a:t>
                </a:r>
                <a:endParaRPr lang="en-US" altLang="zh-TW" sz="1100" b="0">
                  <a:latin typeface="Times New Roman" panose="02020603050405020304" pitchFamily="18" charset="0"/>
                  <a:ea typeface="新細明體" panose="02020500000000000000" pitchFamily="18" charset="-120"/>
                </a:endParaRPr>
              </a:p>
            </p:txBody>
          </p:sp>
          <p:sp>
            <p:nvSpPr>
              <p:cNvPr id="30793" name="Rectangle 106">
                <a:extLst>
                  <a:ext uri="{FF2B5EF4-FFF2-40B4-BE49-F238E27FC236}">
                    <a16:creationId xmlns:a16="http://schemas.microsoft.com/office/drawing/2014/main" id="{731939FC-7CFC-40DD-A3A7-0F28345C1FA3}"/>
                  </a:ext>
                </a:extLst>
              </p:cNvPr>
              <p:cNvSpPr>
                <a:spLocks noChangeArrowheads="1"/>
              </p:cNvSpPr>
              <p:nvPr/>
            </p:nvSpPr>
            <p:spPr bwMode="auto">
              <a:xfrm>
                <a:off x="2647" y="328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a</a:t>
                </a:r>
                <a:endParaRPr lang="en-US" altLang="zh-TW" sz="1100" b="0">
                  <a:latin typeface="Times New Roman" panose="02020603050405020304" pitchFamily="18" charset="0"/>
                  <a:ea typeface="新細明體" panose="02020500000000000000" pitchFamily="18" charset="-120"/>
                </a:endParaRPr>
              </a:p>
            </p:txBody>
          </p:sp>
          <p:sp>
            <p:nvSpPr>
              <p:cNvPr id="30794" name="Rectangle 107">
                <a:extLst>
                  <a:ext uri="{FF2B5EF4-FFF2-40B4-BE49-F238E27FC236}">
                    <a16:creationId xmlns:a16="http://schemas.microsoft.com/office/drawing/2014/main" id="{00FF327C-529D-4837-A301-223CB2989C95}"/>
                  </a:ext>
                </a:extLst>
              </p:cNvPr>
              <p:cNvSpPr>
                <a:spLocks noChangeArrowheads="1"/>
              </p:cNvSpPr>
              <p:nvPr/>
            </p:nvSpPr>
            <p:spPr bwMode="auto">
              <a:xfrm>
                <a:off x="2724" y="3282"/>
                <a:ext cx="3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t</a:t>
                </a:r>
                <a:endParaRPr lang="en-US" altLang="zh-TW" sz="1100" b="0">
                  <a:latin typeface="Times New Roman" panose="02020603050405020304" pitchFamily="18" charset="0"/>
                  <a:ea typeface="新細明體" panose="02020500000000000000" pitchFamily="18" charset="-120"/>
                </a:endParaRPr>
              </a:p>
            </p:txBody>
          </p:sp>
          <p:sp>
            <p:nvSpPr>
              <p:cNvPr id="30795" name="Rectangle 108">
                <a:extLst>
                  <a:ext uri="{FF2B5EF4-FFF2-40B4-BE49-F238E27FC236}">
                    <a16:creationId xmlns:a16="http://schemas.microsoft.com/office/drawing/2014/main" id="{2BC526FD-6F4F-4C10-82FB-13F1FE6095FA}"/>
                  </a:ext>
                </a:extLst>
              </p:cNvPr>
              <p:cNvSpPr>
                <a:spLocks noChangeArrowheads="1"/>
              </p:cNvSpPr>
              <p:nvPr/>
            </p:nvSpPr>
            <p:spPr bwMode="auto">
              <a:xfrm>
                <a:off x="2760" y="328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a</a:t>
                </a:r>
                <a:endParaRPr lang="en-US" altLang="zh-TW" sz="1100" b="0">
                  <a:latin typeface="Times New Roman" panose="02020603050405020304" pitchFamily="18" charset="0"/>
                  <a:ea typeface="新細明體" panose="02020500000000000000" pitchFamily="18" charset="-120"/>
                </a:endParaRPr>
              </a:p>
            </p:txBody>
          </p:sp>
          <p:sp>
            <p:nvSpPr>
              <p:cNvPr id="30796" name="Rectangle 109">
                <a:extLst>
                  <a:ext uri="{FF2B5EF4-FFF2-40B4-BE49-F238E27FC236}">
                    <a16:creationId xmlns:a16="http://schemas.microsoft.com/office/drawing/2014/main" id="{D34501F5-9809-4898-9061-33D4C726115B}"/>
                  </a:ext>
                </a:extLst>
              </p:cNvPr>
              <p:cNvSpPr>
                <a:spLocks noChangeArrowheads="1"/>
              </p:cNvSpPr>
              <p:nvPr/>
            </p:nvSpPr>
            <p:spPr bwMode="auto">
              <a:xfrm>
                <a:off x="2833" y="3282"/>
                <a:ext cx="3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1100" b="0">
                    <a:solidFill>
                      <a:srgbClr val="000000"/>
                    </a:solidFill>
                    <a:latin typeface="Arial" panose="020B0604020202020204" pitchFamily="34" charset="0"/>
                    <a:ea typeface="新細明體" panose="02020500000000000000" pitchFamily="18" charset="-120"/>
                  </a:rPr>
                  <a:t> </a:t>
                </a:r>
                <a:endParaRPr lang="zh-TW" altLang="en-US" sz="1100" b="0">
                  <a:latin typeface="Times New Roman" panose="02020603050405020304" pitchFamily="18" charset="0"/>
                  <a:ea typeface="新細明體" panose="02020500000000000000" pitchFamily="18" charset="-120"/>
                </a:endParaRPr>
              </a:p>
            </p:txBody>
          </p:sp>
          <p:sp>
            <p:nvSpPr>
              <p:cNvPr id="30797" name="Rectangle 110">
                <a:extLst>
                  <a:ext uri="{FF2B5EF4-FFF2-40B4-BE49-F238E27FC236}">
                    <a16:creationId xmlns:a16="http://schemas.microsoft.com/office/drawing/2014/main" id="{AE593711-2F01-4D70-950C-0263EE98AC18}"/>
                  </a:ext>
                </a:extLst>
              </p:cNvPr>
              <p:cNvSpPr>
                <a:spLocks noChangeArrowheads="1"/>
              </p:cNvSpPr>
              <p:nvPr/>
            </p:nvSpPr>
            <p:spPr bwMode="auto">
              <a:xfrm>
                <a:off x="2874" y="328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2</a:t>
                </a:r>
                <a:endParaRPr lang="en-US" altLang="zh-TW" sz="1100" b="0">
                  <a:latin typeface="Times New Roman" panose="02020603050405020304" pitchFamily="18" charset="0"/>
                  <a:ea typeface="新細明體" panose="02020500000000000000" pitchFamily="18" charset="-120"/>
                </a:endParaRPr>
              </a:p>
            </p:txBody>
          </p:sp>
          <p:sp>
            <p:nvSpPr>
              <p:cNvPr id="30798" name="Rectangle 111">
                <a:extLst>
                  <a:ext uri="{FF2B5EF4-FFF2-40B4-BE49-F238E27FC236}">
                    <a16:creationId xmlns:a16="http://schemas.microsoft.com/office/drawing/2014/main" id="{79C3B7F3-928F-4D56-8CC0-3E697CBAEBFC}"/>
                  </a:ext>
                </a:extLst>
              </p:cNvPr>
              <p:cNvSpPr>
                <a:spLocks noChangeArrowheads="1"/>
              </p:cNvSpPr>
              <p:nvPr/>
            </p:nvSpPr>
            <p:spPr bwMode="auto">
              <a:xfrm>
                <a:off x="1552" y="2215"/>
                <a:ext cx="8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R</a:t>
                </a:r>
                <a:endParaRPr lang="en-US" altLang="zh-TW" sz="1100" b="0">
                  <a:latin typeface="Times New Roman" panose="02020603050405020304" pitchFamily="18" charset="0"/>
                  <a:ea typeface="新細明體" panose="02020500000000000000" pitchFamily="18" charset="-120"/>
                </a:endParaRPr>
              </a:p>
            </p:txBody>
          </p:sp>
          <p:sp>
            <p:nvSpPr>
              <p:cNvPr id="30799" name="Rectangle 112">
                <a:extLst>
                  <a:ext uri="{FF2B5EF4-FFF2-40B4-BE49-F238E27FC236}">
                    <a16:creationId xmlns:a16="http://schemas.microsoft.com/office/drawing/2014/main" id="{23F894A6-BFF7-41B2-A6EC-376482C3C48A}"/>
                  </a:ext>
                </a:extLst>
              </p:cNvPr>
              <p:cNvSpPr>
                <a:spLocks noChangeArrowheads="1"/>
              </p:cNvSpPr>
              <p:nvPr/>
            </p:nvSpPr>
            <p:spPr bwMode="auto">
              <a:xfrm>
                <a:off x="1649" y="2215"/>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e</a:t>
                </a:r>
                <a:endParaRPr lang="en-US" altLang="zh-TW" sz="1100" b="0">
                  <a:latin typeface="Times New Roman" panose="02020603050405020304" pitchFamily="18" charset="0"/>
                  <a:ea typeface="新細明體" panose="02020500000000000000" pitchFamily="18" charset="-120"/>
                </a:endParaRPr>
              </a:p>
            </p:txBody>
          </p:sp>
          <p:sp>
            <p:nvSpPr>
              <p:cNvPr id="30800" name="Rectangle 113">
                <a:extLst>
                  <a:ext uri="{FF2B5EF4-FFF2-40B4-BE49-F238E27FC236}">
                    <a16:creationId xmlns:a16="http://schemas.microsoft.com/office/drawing/2014/main" id="{917A520F-0197-4725-8BF8-3B89472AD798}"/>
                  </a:ext>
                </a:extLst>
              </p:cNvPr>
              <p:cNvSpPr>
                <a:spLocks noChangeArrowheads="1"/>
              </p:cNvSpPr>
              <p:nvPr/>
            </p:nvSpPr>
            <p:spPr bwMode="auto">
              <a:xfrm>
                <a:off x="1726" y="2215"/>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a</a:t>
                </a:r>
                <a:endParaRPr lang="en-US" altLang="zh-TW" sz="1100" b="0">
                  <a:latin typeface="Times New Roman" panose="02020603050405020304" pitchFamily="18" charset="0"/>
                  <a:ea typeface="新細明體" panose="02020500000000000000" pitchFamily="18" charset="-120"/>
                </a:endParaRPr>
              </a:p>
            </p:txBody>
          </p:sp>
          <p:sp>
            <p:nvSpPr>
              <p:cNvPr id="30801" name="Rectangle 114">
                <a:extLst>
                  <a:ext uri="{FF2B5EF4-FFF2-40B4-BE49-F238E27FC236}">
                    <a16:creationId xmlns:a16="http://schemas.microsoft.com/office/drawing/2014/main" id="{07B308B2-7148-4565-8913-C59999199489}"/>
                  </a:ext>
                </a:extLst>
              </p:cNvPr>
              <p:cNvSpPr>
                <a:spLocks noChangeArrowheads="1"/>
              </p:cNvSpPr>
              <p:nvPr/>
            </p:nvSpPr>
            <p:spPr bwMode="auto">
              <a:xfrm>
                <a:off x="1799" y="2215"/>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d</a:t>
                </a:r>
                <a:endParaRPr lang="en-US" altLang="zh-TW" sz="1100" b="0">
                  <a:latin typeface="Times New Roman" panose="02020603050405020304" pitchFamily="18" charset="0"/>
                  <a:ea typeface="新細明體" panose="02020500000000000000" pitchFamily="18" charset="-120"/>
                </a:endParaRPr>
              </a:p>
            </p:txBody>
          </p:sp>
          <p:sp>
            <p:nvSpPr>
              <p:cNvPr id="30802" name="Rectangle 115">
                <a:extLst>
                  <a:ext uri="{FF2B5EF4-FFF2-40B4-BE49-F238E27FC236}">
                    <a16:creationId xmlns:a16="http://schemas.microsoft.com/office/drawing/2014/main" id="{80044663-5C21-4F3A-8C3F-4DA7C4371F92}"/>
                  </a:ext>
                </a:extLst>
              </p:cNvPr>
              <p:cNvSpPr>
                <a:spLocks noChangeArrowheads="1"/>
              </p:cNvSpPr>
              <p:nvPr/>
            </p:nvSpPr>
            <p:spPr bwMode="auto">
              <a:xfrm>
                <a:off x="1876" y="2215"/>
                <a:ext cx="0"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30803" name="Rectangle 116">
                <a:extLst>
                  <a:ext uri="{FF2B5EF4-FFF2-40B4-BE49-F238E27FC236}">
                    <a16:creationId xmlns:a16="http://schemas.microsoft.com/office/drawing/2014/main" id="{CFD58832-DB56-49B4-B740-2EE1577C835A}"/>
                  </a:ext>
                </a:extLst>
              </p:cNvPr>
              <p:cNvSpPr>
                <a:spLocks noChangeArrowheads="1"/>
              </p:cNvSpPr>
              <p:nvPr/>
            </p:nvSpPr>
            <p:spPr bwMode="auto">
              <a:xfrm>
                <a:off x="1552" y="2342"/>
                <a:ext cx="3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r</a:t>
                </a:r>
                <a:endParaRPr lang="en-US" altLang="zh-TW" sz="1100" b="0">
                  <a:latin typeface="Times New Roman" panose="02020603050405020304" pitchFamily="18" charset="0"/>
                  <a:ea typeface="新細明體" panose="02020500000000000000" pitchFamily="18" charset="-120"/>
                </a:endParaRPr>
              </a:p>
            </p:txBody>
          </p:sp>
          <p:sp>
            <p:nvSpPr>
              <p:cNvPr id="30804" name="Rectangle 117">
                <a:extLst>
                  <a:ext uri="{FF2B5EF4-FFF2-40B4-BE49-F238E27FC236}">
                    <a16:creationId xmlns:a16="http://schemas.microsoft.com/office/drawing/2014/main" id="{EC712250-27B6-41CE-A238-216CCD861025}"/>
                  </a:ext>
                </a:extLst>
              </p:cNvPr>
              <p:cNvSpPr>
                <a:spLocks noChangeArrowheads="1"/>
              </p:cNvSpPr>
              <p:nvPr/>
            </p:nvSpPr>
            <p:spPr bwMode="auto">
              <a:xfrm>
                <a:off x="1596" y="234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e</a:t>
                </a:r>
                <a:endParaRPr lang="en-US" altLang="zh-TW" sz="1100" b="0">
                  <a:latin typeface="Times New Roman" panose="02020603050405020304" pitchFamily="18" charset="0"/>
                  <a:ea typeface="新細明體" panose="02020500000000000000" pitchFamily="18" charset="-120"/>
                </a:endParaRPr>
              </a:p>
            </p:txBody>
          </p:sp>
          <p:sp>
            <p:nvSpPr>
              <p:cNvPr id="30805" name="Rectangle 118">
                <a:extLst>
                  <a:ext uri="{FF2B5EF4-FFF2-40B4-BE49-F238E27FC236}">
                    <a16:creationId xmlns:a16="http://schemas.microsoft.com/office/drawing/2014/main" id="{F2FDF167-3EA8-4AC7-8DB6-FDADA5EB913A}"/>
                  </a:ext>
                </a:extLst>
              </p:cNvPr>
              <p:cNvSpPr>
                <a:spLocks noChangeArrowheads="1"/>
              </p:cNvSpPr>
              <p:nvPr/>
            </p:nvSpPr>
            <p:spPr bwMode="auto">
              <a:xfrm>
                <a:off x="1673" y="234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g</a:t>
                </a:r>
                <a:endParaRPr lang="en-US" altLang="zh-TW" sz="1100" b="0">
                  <a:latin typeface="Times New Roman" panose="02020603050405020304" pitchFamily="18" charset="0"/>
                  <a:ea typeface="新細明體" panose="02020500000000000000" pitchFamily="18" charset="-120"/>
                </a:endParaRPr>
              </a:p>
            </p:txBody>
          </p:sp>
          <p:sp>
            <p:nvSpPr>
              <p:cNvPr id="30806" name="Rectangle 119">
                <a:extLst>
                  <a:ext uri="{FF2B5EF4-FFF2-40B4-BE49-F238E27FC236}">
                    <a16:creationId xmlns:a16="http://schemas.microsoft.com/office/drawing/2014/main" id="{5CE76AE4-B9C4-4EE8-A3A6-4C04B8F7D72D}"/>
                  </a:ext>
                </a:extLst>
              </p:cNvPr>
              <p:cNvSpPr>
                <a:spLocks noChangeArrowheads="1"/>
              </p:cNvSpPr>
              <p:nvPr/>
            </p:nvSpPr>
            <p:spPr bwMode="auto">
              <a:xfrm>
                <a:off x="1746" y="2342"/>
                <a:ext cx="2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i</a:t>
                </a:r>
                <a:endParaRPr lang="en-US" altLang="zh-TW" sz="1100" b="0">
                  <a:latin typeface="Times New Roman" panose="02020603050405020304" pitchFamily="18" charset="0"/>
                  <a:ea typeface="新細明體" panose="02020500000000000000" pitchFamily="18" charset="-120"/>
                </a:endParaRPr>
              </a:p>
            </p:txBody>
          </p:sp>
          <p:sp>
            <p:nvSpPr>
              <p:cNvPr id="30807" name="Rectangle 120">
                <a:extLst>
                  <a:ext uri="{FF2B5EF4-FFF2-40B4-BE49-F238E27FC236}">
                    <a16:creationId xmlns:a16="http://schemas.microsoft.com/office/drawing/2014/main" id="{B39759DC-4AA7-473A-BB40-019A370F6284}"/>
                  </a:ext>
                </a:extLst>
              </p:cNvPr>
              <p:cNvSpPr>
                <a:spLocks noChangeArrowheads="1"/>
              </p:cNvSpPr>
              <p:nvPr/>
            </p:nvSpPr>
            <p:spPr bwMode="auto">
              <a:xfrm>
                <a:off x="1779" y="2342"/>
                <a:ext cx="5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s</a:t>
                </a:r>
                <a:endParaRPr lang="en-US" altLang="zh-TW" sz="1100" b="0">
                  <a:latin typeface="Times New Roman" panose="02020603050405020304" pitchFamily="18" charset="0"/>
                  <a:ea typeface="新細明體" panose="02020500000000000000" pitchFamily="18" charset="-120"/>
                </a:endParaRPr>
              </a:p>
            </p:txBody>
          </p:sp>
          <p:sp>
            <p:nvSpPr>
              <p:cNvPr id="30808" name="Rectangle 121">
                <a:extLst>
                  <a:ext uri="{FF2B5EF4-FFF2-40B4-BE49-F238E27FC236}">
                    <a16:creationId xmlns:a16="http://schemas.microsoft.com/office/drawing/2014/main" id="{7858B27E-0B34-49B8-9F1B-874A01ADD766}"/>
                  </a:ext>
                </a:extLst>
              </p:cNvPr>
              <p:cNvSpPr>
                <a:spLocks noChangeArrowheads="1"/>
              </p:cNvSpPr>
              <p:nvPr/>
            </p:nvSpPr>
            <p:spPr bwMode="auto">
              <a:xfrm>
                <a:off x="1848" y="2342"/>
                <a:ext cx="3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t</a:t>
                </a:r>
                <a:endParaRPr lang="en-US" altLang="zh-TW" sz="1100" b="0">
                  <a:latin typeface="Times New Roman" panose="02020603050405020304" pitchFamily="18" charset="0"/>
                  <a:ea typeface="新細明體" panose="02020500000000000000" pitchFamily="18" charset="-120"/>
                </a:endParaRPr>
              </a:p>
            </p:txBody>
          </p:sp>
          <p:sp>
            <p:nvSpPr>
              <p:cNvPr id="30809" name="Rectangle 122">
                <a:extLst>
                  <a:ext uri="{FF2B5EF4-FFF2-40B4-BE49-F238E27FC236}">
                    <a16:creationId xmlns:a16="http://schemas.microsoft.com/office/drawing/2014/main" id="{49C9F6D4-513E-4BD4-A71F-EF779502B11B}"/>
                  </a:ext>
                </a:extLst>
              </p:cNvPr>
              <p:cNvSpPr>
                <a:spLocks noChangeArrowheads="1"/>
              </p:cNvSpPr>
              <p:nvPr/>
            </p:nvSpPr>
            <p:spPr bwMode="auto">
              <a:xfrm>
                <a:off x="1884" y="234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e</a:t>
                </a:r>
                <a:endParaRPr lang="en-US" altLang="zh-TW" sz="1100" b="0">
                  <a:latin typeface="Times New Roman" panose="02020603050405020304" pitchFamily="18" charset="0"/>
                  <a:ea typeface="新細明體" panose="02020500000000000000" pitchFamily="18" charset="-120"/>
                </a:endParaRPr>
              </a:p>
            </p:txBody>
          </p:sp>
          <p:sp>
            <p:nvSpPr>
              <p:cNvPr id="30810" name="Rectangle 123">
                <a:extLst>
                  <a:ext uri="{FF2B5EF4-FFF2-40B4-BE49-F238E27FC236}">
                    <a16:creationId xmlns:a16="http://schemas.microsoft.com/office/drawing/2014/main" id="{9DFA43C5-8AF3-4495-8A59-0DACC6856DC6}"/>
                  </a:ext>
                </a:extLst>
              </p:cNvPr>
              <p:cNvSpPr>
                <a:spLocks noChangeArrowheads="1"/>
              </p:cNvSpPr>
              <p:nvPr/>
            </p:nvSpPr>
            <p:spPr bwMode="auto">
              <a:xfrm>
                <a:off x="1957" y="2342"/>
                <a:ext cx="3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r</a:t>
                </a:r>
                <a:endParaRPr lang="en-US" altLang="zh-TW" sz="1100" b="0">
                  <a:latin typeface="Times New Roman" panose="02020603050405020304" pitchFamily="18" charset="0"/>
                  <a:ea typeface="新細明體" panose="02020500000000000000" pitchFamily="18" charset="-120"/>
                </a:endParaRPr>
              </a:p>
            </p:txBody>
          </p:sp>
          <p:sp>
            <p:nvSpPr>
              <p:cNvPr id="30811" name="Rectangle 124">
                <a:extLst>
                  <a:ext uri="{FF2B5EF4-FFF2-40B4-BE49-F238E27FC236}">
                    <a16:creationId xmlns:a16="http://schemas.microsoft.com/office/drawing/2014/main" id="{126FF7A8-79E0-4150-98F3-6BAB6A0AF028}"/>
                  </a:ext>
                </a:extLst>
              </p:cNvPr>
              <p:cNvSpPr>
                <a:spLocks noChangeArrowheads="1"/>
              </p:cNvSpPr>
              <p:nvPr/>
            </p:nvSpPr>
            <p:spPr bwMode="auto">
              <a:xfrm>
                <a:off x="2002" y="2342"/>
                <a:ext cx="3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1100" b="0">
                    <a:solidFill>
                      <a:srgbClr val="000000"/>
                    </a:solidFill>
                    <a:latin typeface="Arial" panose="020B0604020202020204" pitchFamily="34" charset="0"/>
                    <a:ea typeface="新細明體" panose="02020500000000000000" pitchFamily="18" charset="-120"/>
                  </a:rPr>
                  <a:t> </a:t>
                </a:r>
                <a:endParaRPr lang="zh-TW" altLang="en-US" sz="1100" b="0">
                  <a:latin typeface="Times New Roman" panose="02020603050405020304" pitchFamily="18" charset="0"/>
                  <a:ea typeface="新細明體" panose="02020500000000000000" pitchFamily="18" charset="-120"/>
                </a:endParaRPr>
              </a:p>
            </p:txBody>
          </p:sp>
          <p:sp>
            <p:nvSpPr>
              <p:cNvPr id="30812" name="Rectangle 125">
                <a:extLst>
                  <a:ext uri="{FF2B5EF4-FFF2-40B4-BE49-F238E27FC236}">
                    <a16:creationId xmlns:a16="http://schemas.microsoft.com/office/drawing/2014/main" id="{D7A089FF-9207-4399-BBE8-C26993549437}"/>
                  </a:ext>
                </a:extLst>
              </p:cNvPr>
              <p:cNvSpPr>
                <a:spLocks noChangeArrowheads="1"/>
              </p:cNvSpPr>
              <p:nvPr/>
            </p:nvSpPr>
            <p:spPr bwMode="auto">
              <a:xfrm>
                <a:off x="2042" y="234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1</a:t>
                </a:r>
                <a:endParaRPr lang="en-US" altLang="zh-TW" sz="1100" b="0">
                  <a:latin typeface="Times New Roman" panose="02020603050405020304" pitchFamily="18" charset="0"/>
                  <a:ea typeface="新細明體" panose="02020500000000000000" pitchFamily="18" charset="-120"/>
                </a:endParaRPr>
              </a:p>
            </p:txBody>
          </p:sp>
          <p:sp>
            <p:nvSpPr>
              <p:cNvPr id="30813" name="Rectangle 126">
                <a:extLst>
                  <a:ext uri="{FF2B5EF4-FFF2-40B4-BE49-F238E27FC236}">
                    <a16:creationId xmlns:a16="http://schemas.microsoft.com/office/drawing/2014/main" id="{38D112F5-CD32-45CD-8A89-9B9B0D1AD26F}"/>
                  </a:ext>
                </a:extLst>
              </p:cNvPr>
              <p:cNvSpPr>
                <a:spLocks noChangeArrowheads="1"/>
              </p:cNvSpPr>
              <p:nvPr/>
            </p:nvSpPr>
            <p:spPr bwMode="auto">
              <a:xfrm>
                <a:off x="1552" y="2591"/>
                <a:ext cx="8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R</a:t>
                </a:r>
                <a:endParaRPr lang="en-US" altLang="zh-TW" sz="1100" b="0">
                  <a:latin typeface="Times New Roman" panose="02020603050405020304" pitchFamily="18" charset="0"/>
                  <a:ea typeface="新細明體" panose="02020500000000000000" pitchFamily="18" charset="-120"/>
                </a:endParaRPr>
              </a:p>
            </p:txBody>
          </p:sp>
          <p:sp>
            <p:nvSpPr>
              <p:cNvPr id="30814" name="Rectangle 127">
                <a:extLst>
                  <a:ext uri="{FF2B5EF4-FFF2-40B4-BE49-F238E27FC236}">
                    <a16:creationId xmlns:a16="http://schemas.microsoft.com/office/drawing/2014/main" id="{0989D848-E40E-4AB0-AB30-52DAEE1BE705}"/>
                  </a:ext>
                </a:extLst>
              </p:cNvPr>
              <p:cNvSpPr>
                <a:spLocks noChangeArrowheads="1"/>
              </p:cNvSpPr>
              <p:nvPr/>
            </p:nvSpPr>
            <p:spPr bwMode="auto">
              <a:xfrm>
                <a:off x="1649" y="2591"/>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e</a:t>
                </a:r>
                <a:endParaRPr lang="en-US" altLang="zh-TW" sz="1100" b="0">
                  <a:latin typeface="Times New Roman" panose="02020603050405020304" pitchFamily="18" charset="0"/>
                  <a:ea typeface="新細明體" panose="02020500000000000000" pitchFamily="18" charset="-120"/>
                </a:endParaRPr>
              </a:p>
            </p:txBody>
          </p:sp>
          <p:sp>
            <p:nvSpPr>
              <p:cNvPr id="30815" name="Rectangle 128">
                <a:extLst>
                  <a:ext uri="{FF2B5EF4-FFF2-40B4-BE49-F238E27FC236}">
                    <a16:creationId xmlns:a16="http://schemas.microsoft.com/office/drawing/2014/main" id="{3C530A21-BA6B-48C1-8D87-00CD0FF271D2}"/>
                  </a:ext>
                </a:extLst>
              </p:cNvPr>
              <p:cNvSpPr>
                <a:spLocks noChangeArrowheads="1"/>
              </p:cNvSpPr>
              <p:nvPr/>
            </p:nvSpPr>
            <p:spPr bwMode="auto">
              <a:xfrm>
                <a:off x="1726" y="2591"/>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a</a:t>
                </a:r>
                <a:endParaRPr lang="en-US" altLang="zh-TW" sz="1100" b="0">
                  <a:latin typeface="Times New Roman" panose="02020603050405020304" pitchFamily="18" charset="0"/>
                  <a:ea typeface="新細明體" panose="02020500000000000000" pitchFamily="18" charset="-120"/>
                </a:endParaRPr>
              </a:p>
            </p:txBody>
          </p:sp>
          <p:sp>
            <p:nvSpPr>
              <p:cNvPr id="30816" name="Rectangle 129">
                <a:extLst>
                  <a:ext uri="{FF2B5EF4-FFF2-40B4-BE49-F238E27FC236}">
                    <a16:creationId xmlns:a16="http://schemas.microsoft.com/office/drawing/2014/main" id="{3201697F-58ED-4E68-9299-9D245678094E}"/>
                  </a:ext>
                </a:extLst>
              </p:cNvPr>
              <p:cNvSpPr>
                <a:spLocks noChangeArrowheads="1"/>
              </p:cNvSpPr>
              <p:nvPr/>
            </p:nvSpPr>
            <p:spPr bwMode="auto">
              <a:xfrm>
                <a:off x="1799" y="2591"/>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d</a:t>
                </a:r>
                <a:endParaRPr lang="en-US" altLang="zh-TW" sz="1100" b="0">
                  <a:latin typeface="Times New Roman" panose="02020603050405020304" pitchFamily="18" charset="0"/>
                  <a:ea typeface="新細明體" panose="02020500000000000000" pitchFamily="18" charset="-120"/>
                </a:endParaRPr>
              </a:p>
            </p:txBody>
          </p:sp>
          <p:sp>
            <p:nvSpPr>
              <p:cNvPr id="30817" name="Rectangle 130">
                <a:extLst>
                  <a:ext uri="{FF2B5EF4-FFF2-40B4-BE49-F238E27FC236}">
                    <a16:creationId xmlns:a16="http://schemas.microsoft.com/office/drawing/2014/main" id="{370A1881-07C6-4238-812A-9F05802C0BD6}"/>
                  </a:ext>
                </a:extLst>
              </p:cNvPr>
              <p:cNvSpPr>
                <a:spLocks noChangeArrowheads="1"/>
              </p:cNvSpPr>
              <p:nvPr/>
            </p:nvSpPr>
            <p:spPr bwMode="auto">
              <a:xfrm>
                <a:off x="1876" y="2591"/>
                <a:ext cx="0"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30818" name="Rectangle 131">
                <a:extLst>
                  <a:ext uri="{FF2B5EF4-FFF2-40B4-BE49-F238E27FC236}">
                    <a16:creationId xmlns:a16="http://schemas.microsoft.com/office/drawing/2014/main" id="{E1AC5A12-EE4A-4FEF-BE29-8E543C31C564}"/>
                  </a:ext>
                </a:extLst>
              </p:cNvPr>
              <p:cNvSpPr>
                <a:spLocks noChangeArrowheads="1"/>
              </p:cNvSpPr>
              <p:nvPr/>
            </p:nvSpPr>
            <p:spPr bwMode="auto">
              <a:xfrm>
                <a:off x="1552" y="2718"/>
                <a:ext cx="3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r</a:t>
                </a:r>
                <a:endParaRPr lang="en-US" altLang="zh-TW" sz="1100" b="0">
                  <a:latin typeface="Times New Roman" panose="02020603050405020304" pitchFamily="18" charset="0"/>
                  <a:ea typeface="新細明體" panose="02020500000000000000" pitchFamily="18" charset="-120"/>
                </a:endParaRPr>
              </a:p>
            </p:txBody>
          </p:sp>
          <p:sp>
            <p:nvSpPr>
              <p:cNvPr id="30819" name="Rectangle 132">
                <a:extLst>
                  <a:ext uri="{FF2B5EF4-FFF2-40B4-BE49-F238E27FC236}">
                    <a16:creationId xmlns:a16="http://schemas.microsoft.com/office/drawing/2014/main" id="{CB3B36ED-7697-412A-89B4-E72D45B22ECF}"/>
                  </a:ext>
                </a:extLst>
              </p:cNvPr>
              <p:cNvSpPr>
                <a:spLocks noChangeArrowheads="1"/>
              </p:cNvSpPr>
              <p:nvPr/>
            </p:nvSpPr>
            <p:spPr bwMode="auto">
              <a:xfrm>
                <a:off x="1596" y="2718"/>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e</a:t>
                </a:r>
                <a:endParaRPr lang="en-US" altLang="zh-TW" sz="1100" b="0">
                  <a:latin typeface="Times New Roman" panose="02020603050405020304" pitchFamily="18" charset="0"/>
                  <a:ea typeface="新細明體" panose="02020500000000000000" pitchFamily="18" charset="-120"/>
                </a:endParaRPr>
              </a:p>
            </p:txBody>
          </p:sp>
          <p:sp>
            <p:nvSpPr>
              <p:cNvPr id="30820" name="Rectangle 133">
                <a:extLst>
                  <a:ext uri="{FF2B5EF4-FFF2-40B4-BE49-F238E27FC236}">
                    <a16:creationId xmlns:a16="http://schemas.microsoft.com/office/drawing/2014/main" id="{BC20964C-9D4F-4493-95B2-6DCAAD8C8F28}"/>
                  </a:ext>
                </a:extLst>
              </p:cNvPr>
              <p:cNvSpPr>
                <a:spLocks noChangeArrowheads="1"/>
              </p:cNvSpPr>
              <p:nvPr/>
            </p:nvSpPr>
            <p:spPr bwMode="auto">
              <a:xfrm>
                <a:off x="1673" y="2718"/>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g</a:t>
                </a:r>
                <a:endParaRPr lang="en-US" altLang="zh-TW" sz="1100" b="0">
                  <a:latin typeface="Times New Roman" panose="02020603050405020304" pitchFamily="18" charset="0"/>
                  <a:ea typeface="新細明體" panose="02020500000000000000" pitchFamily="18" charset="-120"/>
                </a:endParaRPr>
              </a:p>
            </p:txBody>
          </p:sp>
          <p:sp>
            <p:nvSpPr>
              <p:cNvPr id="30821" name="Rectangle 134">
                <a:extLst>
                  <a:ext uri="{FF2B5EF4-FFF2-40B4-BE49-F238E27FC236}">
                    <a16:creationId xmlns:a16="http://schemas.microsoft.com/office/drawing/2014/main" id="{AF0AB748-5B03-4691-9AAF-BC72632BC166}"/>
                  </a:ext>
                </a:extLst>
              </p:cNvPr>
              <p:cNvSpPr>
                <a:spLocks noChangeArrowheads="1"/>
              </p:cNvSpPr>
              <p:nvPr/>
            </p:nvSpPr>
            <p:spPr bwMode="auto">
              <a:xfrm>
                <a:off x="1746" y="2718"/>
                <a:ext cx="2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i</a:t>
                </a:r>
                <a:endParaRPr lang="en-US" altLang="zh-TW" sz="1100" b="0">
                  <a:latin typeface="Times New Roman" panose="02020603050405020304" pitchFamily="18" charset="0"/>
                  <a:ea typeface="新細明體" panose="02020500000000000000" pitchFamily="18" charset="-120"/>
                </a:endParaRPr>
              </a:p>
            </p:txBody>
          </p:sp>
          <p:sp>
            <p:nvSpPr>
              <p:cNvPr id="30822" name="Rectangle 135">
                <a:extLst>
                  <a:ext uri="{FF2B5EF4-FFF2-40B4-BE49-F238E27FC236}">
                    <a16:creationId xmlns:a16="http://schemas.microsoft.com/office/drawing/2014/main" id="{7B093BC0-D6AB-4EDD-A2A1-8B372D84E1E9}"/>
                  </a:ext>
                </a:extLst>
              </p:cNvPr>
              <p:cNvSpPr>
                <a:spLocks noChangeArrowheads="1"/>
              </p:cNvSpPr>
              <p:nvPr/>
            </p:nvSpPr>
            <p:spPr bwMode="auto">
              <a:xfrm>
                <a:off x="1779" y="2718"/>
                <a:ext cx="5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s</a:t>
                </a:r>
                <a:endParaRPr lang="en-US" altLang="zh-TW" sz="1100" b="0">
                  <a:latin typeface="Times New Roman" panose="02020603050405020304" pitchFamily="18" charset="0"/>
                  <a:ea typeface="新細明體" panose="02020500000000000000" pitchFamily="18" charset="-120"/>
                </a:endParaRPr>
              </a:p>
            </p:txBody>
          </p:sp>
          <p:sp>
            <p:nvSpPr>
              <p:cNvPr id="30823" name="Rectangle 136">
                <a:extLst>
                  <a:ext uri="{FF2B5EF4-FFF2-40B4-BE49-F238E27FC236}">
                    <a16:creationId xmlns:a16="http://schemas.microsoft.com/office/drawing/2014/main" id="{ECA609E8-8114-40A5-B2A5-BE20C9275017}"/>
                  </a:ext>
                </a:extLst>
              </p:cNvPr>
              <p:cNvSpPr>
                <a:spLocks noChangeArrowheads="1"/>
              </p:cNvSpPr>
              <p:nvPr/>
            </p:nvSpPr>
            <p:spPr bwMode="auto">
              <a:xfrm>
                <a:off x="1848" y="2718"/>
                <a:ext cx="3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t</a:t>
                </a:r>
                <a:endParaRPr lang="en-US" altLang="zh-TW" sz="1100" b="0">
                  <a:latin typeface="Times New Roman" panose="02020603050405020304" pitchFamily="18" charset="0"/>
                  <a:ea typeface="新細明體" panose="02020500000000000000" pitchFamily="18" charset="-120"/>
                </a:endParaRPr>
              </a:p>
            </p:txBody>
          </p:sp>
          <p:sp>
            <p:nvSpPr>
              <p:cNvPr id="30824" name="Rectangle 137">
                <a:extLst>
                  <a:ext uri="{FF2B5EF4-FFF2-40B4-BE49-F238E27FC236}">
                    <a16:creationId xmlns:a16="http://schemas.microsoft.com/office/drawing/2014/main" id="{E11B95E4-5506-465D-9739-F1B08FBF69D4}"/>
                  </a:ext>
                </a:extLst>
              </p:cNvPr>
              <p:cNvSpPr>
                <a:spLocks noChangeArrowheads="1"/>
              </p:cNvSpPr>
              <p:nvPr/>
            </p:nvSpPr>
            <p:spPr bwMode="auto">
              <a:xfrm>
                <a:off x="1884" y="2718"/>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e</a:t>
                </a:r>
                <a:endParaRPr lang="en-US" altLang="zh-TW" sz="1100" b="0">
                  <a:latin typeface="Times New Roman" panose="02020603050405020304" pitchFamily="18" charset="0"/>
                  <a:ea typeface="新細明體" panose="02020500000000000000" pitchFamily="18" charset="-120"/>
                </a:endParaRPr>
              </a:p>
            </p:txBody>
          </p:sp>
          <p:sp>
            <p:nvSpPr>
              <p:cNvPr id="30825" name="Rectangle 138">
                <a:extLst>
                  <a:ext uri="{FF2B5EF4-FFF2-40B4-BE49-F238E27FC236}">
                    <a16:creationId xmlns:a16="http://schemas.microsoft.com/office/drawing/2014/main" id="{026608B1-282A-44C8-8097-91F5DDB79F80}"/>
                  </a:ext>
                </a:extLst>
              </p:cNvPr>
              <p:cNvSpPr>
                <a:spLocks noChangeArrowheads="1"/>
              </p:cNvSpPr>
              <p:nvPr/>
            </p:nvSpPr>
            <p:spPr bwMode="auto">
              <a:xfrm>
                <a:off x="1957" y="2718"/>
                <a:ext cx="3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r</a:t>
                </a:r>
                <a:endParaRPr lang="en-US" altLang="zh-TW" sz="1100" b="0">
                  <a:latin typeface="Times New Roman" panose="02020603050405020304" pitchFamily="18" charset="0"/>
                  <a:ea typeface="新細明體" panose="02020500000000000000" pitchFamily="18" charset="-120"/>
                </a:endParaRPr>
              </a:p>
            </p:txBody>
          </p:sp>
          <p:sp>
            <p:nvSpPr>
              <p:cNvPr id="30826" name="Rectangle 139">
                <a:extLst>
                  <a:ext uri="{FF2B5EF4-FFF2-40B4-BE49-F238E27FC236}">
                    <a16:creationId xmlns:a16="http://schemas.microsoft.com/office/drawing/2014/main" id="{60EF664F-9768-40D3-8D3F-97D0C6D7D8F3}"/>
                  </a:ext>
                </a:extLst>
              </p:cNvPr>
              <p:cNvSpPr>
                <a:spLocks noChangeArrowheads="1"/>
              </p:cNvSpPr>
              <p:nvPr/>
            </p:nvSpPr>
            <p:spPr bwMode="auto">
              <a:xfrm>
                <a:off x="2002" y="2718"/>
                <a:ext cx="3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1100" b="0">
                    <a:solidFill>
                      <a:srgbClr val="000000"/>
                    </a:solidFill>
                    <a:latin typeface="Arial" panose="020B0604020202020204" pitchFamily="34" charset="0"/>
                    <a:ea typeface="新細明體" panose="02020500000000000000" pitchFamily="18" charset="-120"/>
                  </a:rPr>
                  <a:t> </a:t>
                </a:r>
                <a:endParaRPr lang="zh-TW" altLang="en-US" sz="1100" b="0">
                  <a:latin typeface="Times New Roman" panose="02020603050405020304" pitchFamily="18" charset="0"/>
                  <a:ea typeface="新細明體" panose="02020500000000000000" pitchFamily="18" charset="-120"/>
                </a:endParaRPr>
              </a:p>
            </p:txBody>
          </p:sp>
          <p:sp>
            <p:nvSpPr>
              <p:cNvPr id="30827" name="Rectangle 140">
                <a:extLst>
                  <a:ext uri="{FF2B5EF4-FFF2-40B4-BE49-F238E27FC236}">
                    <a16:creationId xmlns:a16="http://schemas.microsoft.com/office/drawing/2014/main" id="{24E8A1ED-EAF2-4DA9-9007-0B54B4F78291}"/>
                  </a:ext>
                </a:extLst>
              </p:cNvPr>
              <p:cNvSpPr>
                <a:spLocks noChangeArrowheads="1"/>
              </p:cNvSpPr>
              <p:nvPr/>
            </p:nvSpPr>
            <p:spPr bwMode="auto">
              <a:xfrm>
                <a:off x="2042" y="2718"/>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2</a:t>
                </a:r>
                <a:endParaRPr lang="en-US" altLang="zh-TW" sz="1100" b="0">
                  <a:latin typeface="Times New Roman" panose="02020603050405020304" pitchFamily="18" charset="0"/>
                  <a:ea typeface="新細明體" panose="02020500000000000000" pitchFamily="18" charset="-120"/>
                </a:endParaRPr>
              </a:p>
            </p:txBody>
          </p:sp>
          <p:sp>
            <p:nvSpPr>
              <p:cNvPr id="30828" name="Freeform 141">
                <a:extLst>
                  <a:ext uri="{FF2B5EF4-FFF2-40B4-BE49-F238E27FC236}">
                    <a16:creationId xmlns:a16="http://schemas.microsoft.com/office/drawing/2014/main" id="{DA774AFC-9CD3-461F-B726-553F7F34F1D4}"/>
                  </a:ext>
                </a:extLst>
              </p:cNvPr>
              <p:cNvSpPr>
                <a:spLocks/>
              </p:cNvSpPr>
              <p:nvPr/>
            </p:nvSpPr>
            <p:spPr bwMode="auto">
              <a:xfrm>
                <a:off x="1191" y="2354"/>
                <a:ext cx="251" cy="752"/>
              </a:xfrm>
              <a:custGeom>
                <a:avLst/>
                <a:gdLst>
                  <a:gd name="T0" fmla="*/ 251 w 251"/>
                  <a:gd name="T1" fmla="*/ 752 h 752"/>
                  <a:gd name="T2" fmla="*/ 0 w 251"/>
                  <a:gd name="T3" fmla="*/ 752 h 752"/>
                  <a:gd name="T4" fmla="*/ 0 w 251"/>
                  <a:gd name="T5" fmla="*/ 0 h 752"/>
                  <a:gd name="T6" fmla="*/ 243 w 251"/>
                  <a:gd name="T7" fmla="*/ 0 h 752"/>
                  <a:gd name="T8" fmla="*/ 0 60000 65536"/>
                  <a:gd name="T9" fmla="*/ 0 60000 65536"/>
                  <a:gd name="T10" fmla="*/ 0 60000 65536"/>
                  <a:gd name="T11" fmla="*/ 0 60000 65536"/>
                  <a:gd name="T12" fmla="*/ 0 w 251"/>
                  <a:gd name="T13" fmla="*/ 0 h 752"/>
                  <a:gd name="T14" fmla="*/ 251 w 251"/>
                  <a:gd name="T15" fmla="*/ 752 h 752"/>
                </a:gdLst>
                <a:ahLst/>
                <a:cxnLst>
                  <a:cxn ang="T8">
                    <a:pos x="T0" y="T1"/>
                  </a:cxn>
                  <a:cxn ang="T9">
                    <a:pos x="T2" y="T3"/>
                  </a:cxn>
                  <a:cxn ang="T10">
                    <a:pos x="T4" y="T5"/>
                  </a:cxn>
                  <a:cxn ang="T11">
                    <a:pos x="T6" y="T7"/>
                  </a:cxn>
                </a:cxnLst>
                <a:rect l="T12" t="T13" r="T14" b="T15"/>
                <a:pathLst>
                  <a:path w="251" h="752">
                    <a:moveTo>
                      <a:pt x="251" y="752"/>
                    </a:moveTo>
                    <a:lnTo>
                      <a:pt x="0" y="752"/>
                    </a:lnTo>
                    <a:lnTo>
                      <a:pt x="0" y="0"/>
                    </a:lnTo>
                    <a:lnTo>
                      <a:pt x="243" y="0"/>
                    </a:lnTo>
                  </a:path>
                </a:pathLst>
              </a:custGeom>
              <a:noFill/>
              <a:ln w="444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p>
            </p:txBody>
          </p:sp>
          <p:sp>
            <p:nvSpPr>
              <p:cNvPr id="30829" name="Line 142">
                <a:extLst>
                  <a:ext uri="{FF2B5EF4-FFF2-40B4-BE49-F238E27FC236}">
                    <a16:creationId xmlns:a16="http://schemas.microsoft.com/office/drawing/2014/main" id="{0F4E0675-D952-46C5-A882-FADEC5A801D4}"/>
                  </a:ext>
                </a:extLst>
              </p:cNvPr>
              <p:cNvSpPr>
                <a:spLocks noChangeShapeType="1"/>
              </p:cNvSpPr>
              <p:nvPr/>
            </p:nvSpPr>
            <p:spPr bwMode="auto">
              <a:xfrm>
                <a:off x="1191" y="2730"/>
                <a:ext cx="251" cy="1"/>
              </a:xfrm>
              <a:prstGeom prst="line">
                <a:avLst/>
              </a:prstGeom>
              <a:noFill/>
              <a:ln w="444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0830" name="Line 143">
                <a:extLst>
                  <a:ext uri="{FF2B5EF4-FFF2-40B4-BE49-F238E27FC236}">
                    <a16:creationId xmlns:a16="http://schemas.microsoft.com/office/drawing/2014/main" id="{826A9520-0C22-415B-A724-013FCB9C8475}"/>
                  </a:ext>
                </a:extLst>
              </p:cNvPr>
              <p:cNvSpPr>
                <a:spLocks noChangeShapeType="1"/>
              </p:cNvSpPr>
              <p:nvPr/>
            </p:nvSpPr>
            <p:spPr bwMode="auto">
              <a:xfrm>
                <a:off x="396" y="2918"/>
                <a:ext cx="795" cy="1"/>
              </a:xfrm>
              <a:prstGeom prst="line">
                <a:avLst/>
              </a:prstGeom>
              <a:noFill/>
              <a:ln w="444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0831" name="Freeform 144">
                <a:extLst>
                  <a:ext uri="{FF2B5EF4-FFF2-40B4-BE49-F238E27FC236}">
                    <a16:creationId xmlns:a16="http://schemas.microsoft.com/office/drawing/2014/main" id="{1C5277BB-79FA-411F-BB98-511EE16906AC}"/>
                  </a:ext>
                </a:extLst>
              </p:cNvPr>
              <p:cNvSpPr>
                <a:spLocks/>
              </p:cNvSpPr>
              <p:nvPr/>
            </p:nvSpPr>
            <p:spPr bwMode="auto">
              <a:xfrm>
                <a:off x="1191" y="3080"/>
                <a:ext cx="3580" cy="883"/>
              </a:xfrm>
              <a:custGeom>
                <a:avLst/>
                <a:gdLst>
                  <a:gd name="T0" fmla="*/ 3276 w 3580"/>
                  <a:gd name="T1" fmla="*/ 0 h 883"/>
                  <a:gd name="T2" fmla="*/ 3580 w 3580"/>
                  <a:gd name="T3" fmla="*/ 4 h 883"/>
                  <a:gd name="T4" fmla="*/ 3580 w 3580"/>
                  <a:gd name="T5" fmla="*/ 883 h 883"/>
                  <a:gd name="T6" fmla="*/ 0 w 3580"/>
                  <a:gd name="T7" fmla="*/ 883 h 883"/>
                  <a:gd name="T8" fmla="*/ 0 w 3580"/>
                  <a:gd name="T9" fmla="*/ 402 h 883"/>
                  <a:gd name="T10" fmla="*/ 251 w 3580"/>
                  <a:gd name="T11" fmla="*/ 402 h 883"/>
                  <a:gd name="T12" fmla="*/ 0 60000 65536"/>
                  <a:gd name="T13" fmla="*/ 0 60000 65536"/>
                  <a:gd name="T14" fmla="*/ 0 60000 65536"/>
                  <a:gd name="T15" fmla="*/ 0 60000 65536"/>
                  <a:gd name="T16" fmla="*/ 0 60000 65536"/>
                  <a:gd name="T17" fmla="*/ 0 60000 65536"/>
                  <a:gd name="T18" fmla="*/ 0 w 3580"/>
                  <a:gd name="T19" fmla="*/ 0 h 883"/>
                  <a:gd name="T20" fmla="*/ 3580 w 3580"/>
                  <a:gd name="T21" fmla="*/ 883 h 883"/>
                </a:gdLst>
                <a:ahLst/>
                <a:cxnLst>
                  <a:cxn ang="T12">
                    <a:pos x="T0" y="T1"/>
                  </a:cxn>
                  <a:cxn ang="T13">
                    <a:pos x="T2" y="T3"/>
                  </a:cxn>
                  <a:cxn ang="T14">
                    <a:pos x="T4" y="T5"/>
                  </a:cxn>
                  <a:cxn ang="T15">
                    <a:pos x="T6" y="T7"/>
                  </a:cxn>
                  <a:cxn ang="T16">
                    <a:pos x="T8" y="T9"/>
                  </a:cxn>
                  <a:cxn ang="T17">
                    <a:pos x="T10" y="T11"/>
                  </a:cxn>
                </a:cxnLst>
                <a:rect l="T18" t="T19" r="T20" b="T21"/>
                <a:pathLst>
                  <a:path w="3580" h="883">
                    <a:moveTo>
                      <a:pt x="3276" y="0"/>
                    </a:moveTo>
                    <a:lnTo>
                      <a:pt x="3580" y="4"/>
                    </a:lnTo>
                    <a:lnTo>
                      <a:pt x="3580" y="883"/>
                    </a:lnTo>
                    <a:lnTo>
                      <a:pt x="0" y="883"/>
                    </a:lnTo>
                    <a:lnTo>
                      <a:pt x="0" y="402"/>
                    </a:lnTo>
                    <a:lnTo>
                      <a:pt x="251" y="402"/>
                    </a:lnTo>
                  </a:path>
                </a:pathLst>
              </a:custGeom>
              <a:noFill/>
              <a:ln w="444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p>
            </p:txBody>
          </p:sp>
          <p:sp>
            <p:nvSpPr>
              <p:cNvPr id="30832" name="Rectangle 145">
                <a:extLst>
                  <a:ext uri="{FF2B5EF4-FFF2-40B4-BE49-F238E27FC236}">
                    <a16:creationId xmlns:a16="http://schemas.microsoft.com/office/drawing/2014/main" id="{C2F6BB65-AC54-46BB-B8EA-EC25D1E70260}"/>
                  </a:ext>
                </a:extLst>
              </p:cNvPr>
              <p:cNvSpPr>
                <a:spLocks noChangeArrowheads="1"/>
              </p:cNvSpPr>
              <p:nvPr/>
            </p:nvSpPr>
            <p:spPr bwMode="auto">
              <a:xfrm>
                <a:off x="1552" y="3343"/>
                <a:ext cx="11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W</a:t>
                </a:r>
                <a:endParaRPr lang="en-US" altLang="zh-TW" sz="1100" b="0">
                  <a:latin typeface="Times New Roman" panose="02020603050405020304" pitchFamily="18" charset="0"/>
                  <a:ea typeface="新細明體" panose="02020500000000000000" pitchFamily="18" charset="-120"/>
                </a:endParaRPr>
              </a:p>
            </p:txBody>
          </p:sp>
          <p:sp>
            <p:nvSpPr>
              <p:cNvPr id="30833" name="Rectangle 146">
                <a:extLst>
                  <a:ext uri="{FF2B5EF4-FFF2-40B4-BE49-F238E27FC236}">
                    <a16:creationId xmlns:a16="http://schemas.microsoft.com/office/drawing/2014/main" id="{721DBC87-4EB3-43C6-AD44-F168C414E334}"/>
                  </a:ext>
                </a:extLst>
              </p:cNvPr>
              <p:cNvSpPr>
                <a:spLocks noChangeArrowheads="1"/>
              </p:cNvSpPr>
              <p:nvPr/>
            </p:nvSpPr>
            <p:spPr bwMode="auto">
              <a:xfrm>
                <a:off x="1681" y="3343"/>
                <a:ext cx="3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r</a:t>
                </a:r>
                <a:endParaRPr lang="en-US" altLang="zh-TW" sz="1100" b="0">
                  <a:latin typeface="Times New Roman" panose="02020603050405020304" pitchFamily="18" charset="0"/>
                  <a:ea typeface="新細明體" panose="02020500000000000000" pitchFamily="18" charset="-120"/>
                </a:endParaRPr>
              </a:p>
            </p:txBody>
          </p:sp>
          <p:sp>
            <p:nvSpPr>
              <p:cNvPr id="30834" name="Rectangle 147">
                <a:extLst>
                  <a:ext uri="{FF2B5EF4-FFF2-40B4-BE49-F238E27FC236}">
                    <a16:creationId xmlns:a16="http://schemas.microsoft.com/office/drawing/2014/main" id="{BE04BFC5-66C6-480F-B3A5-52922109A98F}"/>
                  </a:ext>
                </a:extLst>
              </p:cNvPr>
              <p:cNvSpPr>
                <a:spLocks noChangeArrowheads="1"/>
              </p:cNvSpPr>
              <p:nvPr/>
            </p:nvSpPr>
            <p:spPr bwMode="auto">
              <a:xfrm>
                <a:off x="1726" y="3343"/>
                <a:ext cx="2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i</a:t>
                </a:r>
                <a:endParaRPr lang="en-US" altLang="zh-TW" sz="1100" b="0">
                  <a:latin typeface="Times New Roman" panose="02020603050405020304" pitchFamily="18" charset="0"/>
                  <a:ea typeface="新細明體" panose="02020500000000000000" pitchFamily="18" charset="-120"/>
                </a:endParaRPr>
              </a:p>
            </p:txBody>
          </p:sp>
          <p:sp>
            <p:nvSpPr>
              <p:cNvPr id="30835" name="Rectangle 148">
                <a:extLst>
                  <a:ext uri="{FF2B5EF4-FFF2-40B4-BE49-F238E27FC236}">
                    <a16:creationId xmlns:a16="http://schemas.microsoft.com/office/drawing/2014/main" id="{664C6A84-44FD-4158-A589-F2239C10F001}"/>
                  </a:ext>
                </a:extLst>
              </p:cNvPr>
              <p:cNvSpPr>
                <a:spLocks noChangeArrowheads="1"/>
              </p:cNvSpPr>
              <p:nvPr/>
            </p:nvSpPr>
            <p:spPr bwMode="auto">
              <a:xfrm>
                <a:off x="1754" y="3343"/>
                <a:ext cx="3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t</a:t>
                </a:r>
                <a:endParaRPr lang="en-US" altLang="zh-TW" sz="1100" b="0">
                  <a:latin typeface="Times New Roman" panose="02020603050405020304" pitchFamily="18" charset="0"/>
                  <a:ea typeface="新細明體" panose="02020500000000000000" pitchFamily="18" charset="-120"/>
                </a:endParaRPr>
              </a:p>
            </p:txBody>
          </p:sp>
          <p:sp>
            <p:nvSpPr>
              <p:cNvPr id="30836" name="Rectangle 149">
                <a:extLst>
                  <a:ext uri="{FF2B5EF4-FFF2-40B4-BE49-F238E27FC236}">
                    <a16:creationId xmlns:a16="http://schemas.microsoft.com/office/drawing/2014/main" id="{2DAACC5F-290A-40D8-8536-770F268AEC49}"/>
                  </a:ext>
                </a:extLst>
              </p:cNvPr>
              <p:cNvSpPr>
                <a:spLocks noChangeArrowheads="1"/>
              </p:cNvSpPr>
              <p:nvPr/>
            </p:nvSpPr>
            <p:spPr bwMode="auto">
              <a:xfrm>
                <a:off x="1791" y="3343"/>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e</a:t>
                </a:r>
                <a:endParaRPr lang="en-US" altLang="zh-TW" sz="1100" b="0">
                  <a:latin typeface="Times New Roman" panose="02020603050405020304" pitchFamily="18" charset="0"/>
                  <a:ea typeface="新細明體" panose="02020500000000000000" pitchFamily="18" charset="-120"/>
                </a:endParaRPr>
              </a:p>
            </p:txBody>
          </p:sp>
          <p:sp>
            <p:nvSpPr>
              <p:cNvPr id="30837" name="Rectangle 150">
                <a:extLst>
                  <a:ext uri="{FF2B5EF4-FFF2-40B4-BE49-F238E27FC236}">
                    <a16:creationId xmlns:a16="http://schemas.microsoft.com/office/drawing/2014/main" id="{FDBCB064-FD75-435F-9661-A6EF192EC94F}"/>
                  </a:ext>
                </a:extLst>
              </p:cNvPr>
              <p:cNvSpPr>
                <a:spLocks noChangeArrowheads="1"/>
              </p:cNvSpPr>
              <p:nvPr/>
            </p:nvSpPr>
            <p:spPr bwMode="auto">
              <a:xfrm>
                <a:off x="1868" y="3343"/>
                <a:ext cx="0"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30838" name="Rectangle 151">
                <a:extLst>
                  <a:ext uri="{FF2B5EF4-FFF2-40B4-BE49-F238E27FC236}">
                    <a16:creationId xmlns:a16="http://schemas.microsoft.com/office/drawing/2014/main" id="{C34FDACC-C3F8-4A03-B89A-E9BE50F46067}"/>
                  </a:ext>
                </a:extLst>
              </p:cNvPr>
              <p:cNvSpPr>
                <a:spLocks noChangeArrowheads="1"/>
              </p:cNvSpPr>
              <p:nvPr/>
            </p:nvSpPr>
            <p:spPr bwMode="auto">
              <a:xfrm>
                <a:off x="1552" y="3470"/>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d</a:t>
                </a:r>
                <a:endParaRPr lang="en-US" altLang="zh-TW" sz="1100" b="0">
                  <a:latin typeface="Times New Roman" panose="02020603050405020304" pitchFamily="18" charset="0"/>
                  <a:ea typeface="新細明體" panose="02020500000000000000" pitchFamily="18" charset="-120"/>
                </a:endParaRPr>
              </a:p>
            </p:txBody>
          </p:sp>
          <p:sp>
            <p:nvSpPr>
              <p:cNvPr id="30839" name="Rectangle 152">
                <a:extLst>
                  <a:ext uri="{FF2B5EF4-FFF2-40B4-BE49-F238E27FC236}">
                    <a16:creationId xmlns:a16="http://schemas.microsoft.com/office/drawing/2014/main" id="{9A2A0771-AFCD-4383-B163-9EF730F85327}"/>
                  </a:ext>
                </a:extLst>
              </p:cNvPr>
              <p:cNvSpPr>
                <a:spLocks noChangeArrowheads="1"/>
              </p:cNvSpPr>
              <p:nvPr/>
            </p:nvSpPr>
            <p:spPr bwMode="auto">
              <a:xfrm>
                <a:off x="1629" y="3470"/>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a</a:t>
                </a:r>
                <a:endParaRPr lang="en-US" altLang="zh-TW" sz="1100" b="0">
                  <a:latin typeface="Times New Roman" panose="02020603050405020304" pitchFamily="18" charset="0"/>
                  <a:ea typeface="新細明體" panose="02020500000000000000" pitchFamily="18" charset="-120"/>
                </a:endParaRPr>
              </a:p>
            </p:txBody>
          </p:sp>
          <p:sp>
            <p:nvSpPr>
              <p:cNvPr id="30840" name="Rectangle 153">
                <a:extLst>
                  <a:ext uri="{FF2B5EF4-FFF2-40B4-BE49-F238E27FC236}">
                    <a16:creationId xmlns:a16="http://schemas.microsoft.com/office/drawing/2014/main" id="{6C5ED50C-4DC3-48B3-8B38-DE99D9687EEF}"/>
                  </a:ext>
                </a:extLst>
              </p:cNvPr>
              <p:cNvSpPr>
                <a:spLocks noChangeArrowheads="1"/>
              </p:cNvSpPr>
              <p:nvPr/>
            </p:nvSpPr>
            <p:spPr bwMode="auto">
              <a:xfrm>
                <a:off x="1702" y="3470"/>
                <a:ext cx="3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t</a:t>
                </a:r>
                <a:endParaRPr lang="en-US" altLang="zh-TW" sz="1100" b="0">
                  <a:latin typeface="Times New Roman" panose="02020603050405020304" pitchFamily="18" charset="0"/>
                  <a:ea typeface="新細明體" panose="02020500000000000000" pitchFamily="18" charset="-120"/>
                </a:endParaRPr>
              </a:p>
            </p:txBody>
          </p:sp>
          <p:sp>
            <p:nvSpPr>
              <p:cNvPr id="30841" name="Rectangle 154">
                <a:extLst>
                  <a:ext uri="{FF2B5EF4-FFF2-40B4-BE49-F238E27FC236}">
                    <a16:creationId xmlns:a16="http://schemas.microsoft.com/office/drawing/2014/main" id="{F5E2F954-9BF7-4E09-A3DA-B83EC00B166C}"/>
                  </a:ext>
                </a:extLst>
              </p:cNvPr>
              <p:cNvSpPr>
                <a:spLocks noChangeArrowheads="1"/>
              </p:cNvSpPr>
              <p:nvPr/>
            </p:nvSpPr>
            <p:spPr bwMode="auto">
              <a:xfrm>
                <a:off x="1742" y="3470"/>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a</a:t>
                </a:r>
                <a:endParaRPr lang="en-US" altLang="zh-TW" sz="1100" b="0">
                  <a:latin typeface="Times New Roman" panose="02020603050405020304" pitchFamily="18" charset="0"/>
                  <a:ea typeface="新細明體" panose="02020500000000000000" pitchFamily="18" charset="-120"/>
                </a:endParaRPr>
              </a:p>
            </p:txBody>
          </p:sp>
          <p:sp>
            <p:nvSpPr>
              <p:cNvPr id="30842" name="Freeform 155">
                <a:extLst>
                  <a:ext uri="{FF2B5EF4-FFF2-40B4-BE49-F238E27FC236}">
                    <a16:creationId xmlns:a16="http://schemas.microsoft.com/office/drawing/2014/main" id="{795778F6-B701-481F-B930-3DA68129841A}"/>
                  </a:ext>
                </a:extLst>
              </p:cNvPr>
              <p:cNvSpPr>
                <a:spLocks/>
              </p:cNvSpPr>
              <p:nvPr/>
            </p:nvSpPr>
            <p:spPr bwMode="auto">
              <a:xfrm>
                <a:off x="3016" y="3294"/>
                <a:ext cx="547" cy="1"/>
              </a:xfrm>
              <a:custGeom>
                <a:avLst/>
                <a:gdLst>
                  <a:gd name="T0" fmla="*/ 0 w 547"/>
                  <a:gd name="T1" fmla="*/ 0 h 1"/>
                  <a:gd name="T2" fmla="*/ 16 w 547"/>
                  <a:gd name="T3" fmla="*/ 0 h 1"/>
                  <a:gd name="T4" fmla="*/ 56 w 547"/>
                  <a:gd name="T5" fmla="*/ 0 h 1"/>
                  <a:gd name="T6" fmla="*/ 117 w 547"/>
                  <a:gd name="T7" fmla="*/ 0 h 1"/>
                  <a:gd name="T8" fmla="*/ 194 w 547"/>
                  <a:gd name="T9" fmla="*/ 0 h 1"/>
                  <a:gd name="T10" fmla="*/ 275 w 547"/>
                  <a:gd name="T11" fmla="*/ 0 h 1"/>
                  <a:gd name="T12" fmla="*/ 356 w 547"/>
                  <a:gd name="T13" fmla="*/ 0 h 1"/>
                  <a:gd name="T14" fmla="*/ 429 w 547"/>
                  <a:gd name="T15" fmla="*/ 0 h 1"/>
                  <a:gd name="T16" fmla="*/ 490 w 547"/>
                  <a:gd name="T17" fmla="*/ 0 h 1"/>
                  <a:gd name="T18" fmla="*/ 531 w 547"/>
                  <a:gd name="T19" fmla="*/ 0 h 1"/>
                  <a:gd name="T20" fmla="*/ 547 w 547"/>
                  <a:gd name="T21" fmla="*/ 0 h 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47"/>
                  <a:gd name="T34" fmla="*/ 0 h 1"/>
                  <a:gd name="T35" fmla="*/ 547 w 547"/>
                  <a:gd name="T36" fmla="*/ 1 h 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47" h="1">
                    <a:moveTo>
                      <a:pt x="0" y="0"/>
                    </a:moveTo>
                    <a:lnTo>
                      <a:pt x="16" y="0"/>
                    </a:lnTo>
                    <a:lnTo>
                      <a:pt x="56" y="0"/>
                    </a:lnTo>
                    <a:lnTo>
                      <a:pt x="117" y="0"/>
                    </a:lnTo>
                    <a:lnTo>
                      <a:pt x="194" y="0"/>
                    </a:lnTo>
                    <a:lnTo>
                      <a:pt x="275" y="0"/>
                    </a:lnTo>
                    <a:lnTo>
                      <a:pt x="356" y="0"/>
                    </a:lnTo>
                    <a:lnTo>
                      <a:pt x="429" y="0"/>
                    </a:lnTo>
                    <a:lnTo>
                      <a:pt x="490" y="0"/>
                    </a:lnTo>
                    <a:lnTo>
                      <a:pt x="531" y="0"/>
                    </a:lnTo>
                    <a:lnTo>
                      <a:pt x="547" y="0"/>
                    </a:lnTo>
                  </a:path>
                </a:pathLst>
              </a:custGeom>
              <a:noFill/>
              <a:ln w="444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p>
            </p:txBody>
          </p:sp>
          <p:sp>
            <p:nvSpPr>
              <p:cNvPr id="30843" name="Freeform 156">
                <a:extLst>
                  <a:ext uri="{FF2B5EF4-FFF2-40B4-BE49-F238E27FC236}">
                    <a16:creationId xmlns:a16="http://schemas.microsoft.com/office/drawing/2014/main" id="{5066BBF9-67D2-4EF6-BF6B-1AD76084ED2E}"/>
                  </a:ext>
                </a:extLst>
              </p:cNvPr>
              <p:cNvSpPr>
                <a:spLocks/>
              </p:cNvSpPr>
              <p:nvPr/>
            </p:nvSpPr>
            <p:spPr bwMode="auto">
              <a:xfrm>
                <a:off x="3624" y="2286"/>
                <a:ext cx="843" cy="1264"/>
              </a:xfrm>
              <a:custGeom>
                <a:avLst/>
                <a:gdLst>
                  <a:gd name="T0" fmla="*/ 0 w 843"/>
                  <a:gd name="T1" fmla="*/ 0 h 1264"/>
                  <a:gd name="T2" fmla="*/ 0 w 843"/>
                  <a:gd name="T3" fmla="*/ 512 h 1264"/>
                  <a:gd name="T4" fmla="*/ 142 w 843"/>
                  <a:gd name="T5" fmla="*/ 632 h 1264"/>
                  <a:gd name="T6" fmla="*/ 0 w 843"/>
                  <a:gd name="T7" fmla="*/ 756 h 1264"/>
                  <a:gd name="T8" fmla="*/ 0 w 843"/>
                  <a:gd name="T9" fmla="*/ 1264 h 1264"/>
                  <a:gd name="T10" fmla="*/ 843 w 843"/>
                  <a:gd name="T11" fmla="*/ 877 h 1264"/>
                  <a:gd name="T12" fmla="*/ 843 w 843"/>
                  <a:gd name="T13" fmla="*/ 388 h 1264"/>
                  <a:gd name="T14" fmla="*/ 0 w 843"/>
                  <a:gd name="T15" fmla="*/ 4 h 1264"/>
                  <a:gd name="T16" fmla="*/ 0 w 843"/>
                  <a:gd name="T17" fmla="*/ 4 h 1264"/>
                  <a:gd name="T18" fmla="*/ 0 w 843"/>
                  <a:gd name="T19" fmla="*/ 0 h 12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43"/>
                  <a:gd name="T31" fmla="*/ 0 h 1264"/>
                  <a:gd name="T32" fmla="*/ 843 w 843"/>
                  <a:gd name="T33" fmla="*/ 1264 h 12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43" h="1264">
                    <a:moveTo>
                      <a:pt x="0" y="0"/>
                    </a:moveTo>
                    <a:lnTo>
                      <a:pt x="0" y="512"/>
                    </a:lnTo>
                    <a:lnTo>
                      <a:pt x="142" y="632"/>
                    </a:lnTo>
                    <a:lnTo>
                      <a:pt x="0" y="756"/>
                    </a:lnTo>
                    <a:lnTo>
                      <a:pt x="0" y="1264"/>
                    </a:lnTo>
                    <a:lnTo>
                      <a:pt x="843" y="877"/>
                    </a:lnTo>
                    <a:lnTo>
                      <a:pt x="843" y="388"/>
                    </a:lnTo>
                    <a:lnTo>
                      <a:pt x="0" y="4"/>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p>
            </p:txBody>
          </p:sp>
          <p:sp>
            <p:nvSpPr>
              <p:cNvPr id="30844" name="Freeform 157">
                <a:extLst>
                  <a:ext uri="{FF2B5EF4-FFF2-40B4-BE49-F238E27FC236}">
                    <a16:creationId xmlns:a16="http://schemas.microsoft.com/office/drawing/2014/main" id="{25A42EB9-8080-41F8-938F-C6F53A254C8F}"/>
                  </a:ext>
                </a:extLst>
              </p:cNvPr>
              <p:cNvSpPr>
                <a:spLocks/>
              </p:cNvSpPr>
              <p:nvPr/>
            </p:nvSpPr>
            <p:spPr bwMode="auto">
              <a:xfrm>
                <a:off x="3624" y="2286"/>
                <a:ext cx="843" cy="1264"/>
              </a:xfrm>
              <a:custGeom>
                <a:avLst/>
                <a:gdLst>
                  <a:gd name="T0" fmla="*/ 0 w 843"/>
                  <a:gd name="T1" fmla="*/ 0 h 1264"/>
                  <a:gd name="T2" fmla="*/ 0 w 843"/>
                  <a:gd name="T3" fmla="*/ 512 h 1264"/>
                  <a:gd name="T4" fmla="*/ 142 w 843"/>
                  <a:gd name="T5" fmla="*/ 632 h 1264"/>
                  <a:gd name="T6" fmla="*/ 0 w 843"/>
                  <a:gd name="T7" fmla="*/ 756 h 1264"/>
                  <a:gd name="T8" fmla="*/ 0 w 843"/>
                  <a:gd name="T9" fmla="*/ 1264 h 1264"/>
                  <a:gd name="T10" fmla="*/ 843 w 843"/>
                  <a:gd name="T11" fmla="*/ 877 h 1264"/>
                  <a:gd name="T12" fmla="*/ 843 w 843"/>
                  <a:gd name="T13" fmla="*/ 388 h 1264"/>
                  <a:gd name="T14" fmla="*/ 0 w 843"/>
                  <a:gd name="T15" fmla="*/ 4 h 1264"/>
                  <a:gd name="T16" fmla="*/ 0 w 843"/>
                  <a:gd name="T17" fmla="*/ 4 h 12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43"/>
                  <a:gd name="T28" fmla="*/ 0 h 1264"/>
                  <a:gd name="T29" fmla="*/ 843 w 843"/>
                  <a:gd name="T30" fmla="*/ 1264 h 12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43" h="1264">
                    <a:moveTo>
                      <a:pt x="0" y="0"/>
                    </a:moveTo>
                    <a:lnTo>
                      <a:pt x="0" y="512"/>
                    </a:lnTo>
                    <a:lnTo>
                      <a:pt x="142" y="632"/>
                    </a:lnTo>
                    <a:lnTo>
                      <a:pt x="0" y="756"/>
                    </a:lnTo>
                    <a:lnTo>
                      <a:pt x="0" y="1264"/>
                    </a:lnTo>
                    <a:lnTo>
                      <a:pt x="843" y="877"/>
                    </a:lnTo>
                    <a:lnTo>
                      <a:pt x="843" y="388"/>
                    </a:lnTo>
                    <a:lnTo>
                      <a:pt x="0" y="4"/>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p>
            </p:txBody>
          </p:sp>
          <p:sp>
            <p:nvSpPr>
              <p:cNvPr id="30845" name="Rectangle 158">
                <a:extLst>
                  <a:ext uri="{FF2B5EF4-FFF2-40B4-BE49-F238E27FC236}">
                    <a16:creationId xmlns:a16="http://schemas.microsoft.com/office/drawing/2014/main" id="{F7D5C4F1-4ABF-4172-8312-3468F4B7BBED}"/>
                  </a:ext>
                </a:extLst>
              </p:cNvPr>
              <p:cNvSpPr>
                <a:spLocks noChangeArrowheads="1"/>
              </p:cNvSpPr>
              <p:nvPr/>
            </p:nvSpPr>
            <p:spPr bwMode="auto">
              <a:xfrm>
                <a:off x="4188" y="2880"/>
                <a:ext cx="7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A</a:t>
                </a:r>
                <a:endParaRPr lang="en-US" altLang="zh-TW" sz="1100" b="0">
                  <a:latin typeface="Times New Roman" panose="02020603050405020304" pitchFamily="18" charset="0"/>
                  <a:ea typeface="新細明體" panose="02020500000000000000" pitchFamily="18" charset="-120"/>
                </a:endParaRPr>
              </a:p>
            </p:txBody>
          </p:sp>
          <p:sp>
            <p:nvSpPr>
              <p:cNvPr id="30846" name="Rectangle 159">
                <a:extLst>
                  <a:ext uri="{FF2B5EF4-FFF2-40B4-BE49-F238E27FC236}">
                    <a16:creationId xmlns:a16="http://schemas.microsoft.com/office/drawing/2014/main" id="{F961FC7C-4377-45E1-91D9-7F198E965A0B}"/>
                  </a:ext>
                </a:extLst>
              </p:cNvPr>
              <p:cNvSpPr>
                <a:spLocks noChangeArrowheads="1"/>
              </p:cNvSpPr>
              <p:nvPr/>
            </p:nvSpPr>
            <p:spPr bwMode="auto">
              <a:xfrm>
                <a:off x="4277" y="2880"/>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L</a:t>
                </a:r>
                <a:endParaRPr lang="en-US" altLang="zh-TW" sz="1100" b="0">
                  <a:latin typeface="Times New Roman" panose="02020603050405020304" pitchFamily="18" charset="0"/>
                  <a:ea typeface="新細明體" panose="02020500000000000000" pitchFamily="18" charset="-120"/>
                </a:endParaRPr>
              </a:p>
            </p:txBody>
          </p:sp>
          <p:sp>
            <p:nvSpPr>
              <p:cNvPr id="30847" name="Rectangle 160">
                <a:extLst>
                  <a:ext uri="{FF2B5EF4-FFF2-40B4-BE49-F238E27FC236}">
                    <a16:creationId xmlns:a16="http://schemas.microsoft.com/office/drawing/2014/main" id="{2B174B85-3F8E-449F-A0B7-A2AD1A0E4575}"/>
                  </a:ext>
                </a:extLst>
              </p:cNvPr>
              <p:cNvSpPr>
                <a:spLocks noChangeArrowheads="1"/>
              </p:cNvSpPr>
              <p:nvPr/>
            </p:nvSpPr>
            <p:spPr bwMode="auto">
              <a:xfrm>
                <a:off x="4354" y="2880"/>
                <a:ext cx="8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U</a:t>
                </a:r>
                <a:endParaRPr lang="en-US" altLang="zh-TW" sz="1100" b="0">
                  <a:latin typeface="Times New Roman" panose="02020603050405020304" pitchFamily="18" charset="0"/>
                  <a:ea typeface="新細明體" panose="02020500000000000000" pitchFamily="18" charset="-120"/>
                </a:endParaRPr>
              </a:p>
            </p:txBody>
          </p:sp>
          <p:sp>
            <p:nvSpPr>
              <p:cNvPr id="30848" name="Rectangle 161">
                <a:extLst>
                  <a:ext uri="{FF2B5EF4-FFF2-40B4-BE49-F238E27FC236}">
                    <a16:creationId xmlns:a16="http://schemas.microsoft.com/office/drawing/2014/main" id="{0347E40F-42E7-44D3-A7DB-6CEF9075ECBE}"/>
                  </a:ext>
                </a:extLst>
              </p:cNvPr>
              <p:cNvSpPr>
                <a:spLocks noChangeArrowheads="1"/>
              </p:cNvSpPr>
              <p:nvPr/>
            </p:nvSpPr>
            <p:spPr bwMode="auto">
              <a:xfrm>
                <a:off x="4451" y="2880"/>
                <a:ext cx="0"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30849" name="Rectangle 162">
                <a:extLst>
                  <a:ext uri="{FF2B5EF4-FFF2-40B4-BE49-F238E27FC236}">
                    <a16:creationId xmlns:a16="http://schemas.microsoft.com/office/drawing/2014/main" id="{DC666C3C-6AAC-4D35-BD6B-5FBD7C733CF3}"/>
                  </a:ext>
                </a:extLst>
              </p:cNvPr>
              <p:cNvSpPr>
                <a:spLocks noChangeArrowheads="1"/>
              </p:cNvSpPr>
              <p:nvPr/>
            </p:nvSpPr>
            <p:spPr bwMode="auto">
              <a:xfrm>
                <a:off x="4082" y="3004"/>
                <a:ext cx="3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r</a:t>
                </a:r>
                <a:endParaRPr lang="en-US" altLang="zh-TW" sz="1100" b="0">
                  <a:latin typeface="Times New Roman" panose="02020603050405020304" pitchFamily="18" charset="0"/>
                  <a:ea typeface="新細明體" panose="02020500000000000000" pitchFamily="18" charset="-120"/>
                </a:endParaRPr>
              </a:p>
            </p:txBody>
          </p:sp>
          <p:sp>
            <p:nvSpPr>
              <p:cNvPr id="30850" name="Rectangle 163">
                <a:extLst>
                  <a:ext uri="{FF2B5EF4-FFF2-40B4-BE49-F238E27FC236}">
                    <a16:creationId xmlns:a16="http://schemas.microsoft.com/office/drawing/2014/main" id="{10AF6B84-8360-4F26-BAAA-9397AC7D47E2}"/>
                  </a:ext>
                </a:extLst>
              </p:cNvPr>
              <p:cNvSpPr>
                <a:spLocks noChangeArrowheads="1"/>
              </p:cNvSpPr>
              <p:nvPr/>
            </p:nvSpPr>
            <p:spPr bwMode="auto">
              <a:xfrm>
                <a:off x="4127" y="3004"/>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e</a:t>
                </a:r>
                <a:endParaRPr lang="en-US" altLang="zh-TW" sz="1100" b="0">
                  <a:latin typeface="Times New Roman" panose="02020603050405020304" pitchFamily="18" charset="0"/>
                  <a:ea typeface="新細明體" panose="02020500000000000000" pitchFamily="18" charset="-120"/>
                </a:endParaRPr>
              </a:p>
            </p:txBody>
          </p:sp>
          <p:sp>
            <p:nvSpPr>
              <p:cNvPr id="30851" name="Rectangle 164">
                <a:extLst>
                  <a:ext uri="{FF2B5EF4-FFF2-40B4-BE49-F238E27FC236}">
                    <a16:creationId xmlns:a16="http://schemas.microsoft.com/office/drawing/2014/main" id="{8C6EED3E-5B67-407B-BF13-BEB83452BED5}"/>
                  </a:ext>
                </a:extLst>
              </p:cNvPr>
              <p:cNvSpPr>
                <a:spLocks noChangeArrowheads="1"/>
              </p:cNvSpPr>
              <p:nvPr/>
            </p:nvSpPr>
            <p:spPr bwMode="auto">
              <a:xfrm>
                <a:off x="4200" y="3004"/>
                <a:ext cx="5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s</a:t>
                </a:r>
                <a:endParaRPr lang="en-US" altLang="zh-TW" sz="1100" b="0">
                  <a:latin typeface="Times New Roman" panose="02020603050405020304" pitchFamily="18" charset="0"/>
                  <a:ea typeface="新細明體" panose="02020500000000000000" pitchFamily="18" charset="-120"/>
                </a:endParaRPr>
              </a:p>
            </p:txBody>
          </p:sp>
          <p:sp>
            <p:nvSpPr>
              <p:cNvPr id="30852" name="Rectangle 165">
                <a:extLst>
                  <a:ext uri="{FF2B5EF4-FFF2-40B4-BE49-F238E27FC236}">
                    <a16:creationId xmlns:a16="http://schemas.microsoft.com/office/drawing/2014/main" id="{E800E924-9FF5-432A-BB0C-3F564CB91686}"/>
                  </a:ext>
                </a:extLst>
              </p:cNvPr>
              <p:cNvSpPr>
                <a:spLocks noChangeArrowheads="1"/>
              </p:cNvSpPr>
              <p:nvPr/>
            </p:nvSpPr>
            <p:spPr bwMode="auto">
              <a:xfrm>
                <a:off x="4269" y="3004"/>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u</a:t>
                </a:r>
                <a:endParaRPr lang="en-US" altLang="zh-TW" sz="1100" b="0">
                  <a:latin typeface="Times New Roman" panose="02020603050405020304" pitchFamily="18" charset="0"/>
                  <a:ea typeface="新細明體" panose="02020500000000000000" pitchFamily="18" charset="-120"/>
                </a:endParaRPr>
              </a:p>
            </p:txBody>
          </p:sp>
          <p:sp>
            <p:nvSpPr>
              <p:cNvPr id="30853" name="Rectangle 166">
                <a:extLst>
                  <a:ext uri="{FF2B5EF4-FFF2-40B4-BE49-F238E27FC236}">
                    <a16:creationId xmlns:a16="http://schemas.microsoft.com/office/drawing/2014/main" id="{B6CECBED-59EE-4210-BB4E-67AB3C4E9F57}"/>
                  </a:ext>
                </a:extLst>
              </p:cNvPr>
              <p:cNvSpPr>
                <a:spLocks noChangeArrowheads="1"/>
              </p:cNvSpPr>
              <p:nvPr/>
            </p:nvSpPr>
            <p:spPr bwMode="auto">
              <a:xfrm>
                <a:off x="4346" y="3004"/>
                <a:ext cx="2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l</a:t>
                </a:r>
                <a:endParaRPr lang="en-US" altLang="zh-TW" sz="1100" b="0">
                  <a:latin typeface="Times New Roman" panose="02020603050405020304" pitchFamily="18" charset="0"/>
                  <a:ea typeface="新細明體" panose="02020500000000000000" pitchFamily="18" charset="-120"/>
                </a:endParaRPr>
              </a:p>
            </p:txBody>
          </p:sp>
          <p:sp>
            <p:nvSpPr>
              <p:cNvPr id="30854" name="Rectangle 167">
                <a:extLst>
                  <a:ext uri="{FF2B5EF4-FFF2-40B4-BE49-F238E27FC236}">
                    <a16:creationId xmlns:a16="http://schemas.microsoft.com/office/drawing/2014/main" id="{2CEF8BAE-0885-4E9D-B48A-B3DBC0D0D8D0}"/>
                  </a:ext>
                </a:extLst>
              </p:cNvPr>
              <p:cNvSpPr>
                <a:spLocks noChangeArrowheads="1"/>
              </p:cNvSpPr>
              <p:nvPr/>
            </p:nvSpPr>
            <p:spPr bwMode="auto">
              <a:xfrm>
                <a:off x="4374" y="3004"/>
                <a:ext cx="3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t</a:t>
                </a:r>
                <a:endParaRPr lang="en-US" altLang="zh-TW" sz="1100" b="0">
                  <a:latin typeface="Times New Roman" panose="02020603050405020304" pitchFamily="18" charset="0"/>
                  <a:ea typeface="新細明體" panose="02020500000000000000" pitchFamily="18" charset="-120"/>
                </a:endParaRPr>
              </a:p>
            </p:txBody>
          </p:sp>
          <p:sp>
            <p:nvSpPr>
              <p:cNvPr id="30855" name="Rectangle 168">
                <a:extLst>
                  <a:ext uri="{FF2B5EF4-FFF2-40B4-BE49-F238E27FC236}">
                    <a16:creationId xmlns:a16="http://schemas.microsoft.com/office/drawing/2014/main" id="{3F30153B-D339-47DB-80DB-D34BE0DCCB2C}"/>
                  </a:ext>
                </a:extLst>
              </p:cNvPr>
              <p:cNvSpPr>
                <a:spLocks noChangeArrowheads="1"/>
              </p:cNvSpPr>
              <p:nvPr/>
            </p:nvSpPr>
            <p:spPr bwMode="auto">
              <a:xfrm>
                <a:off x="3798" y="2842"/>
                <a:ext cx="7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A</a:t>
                </a:r>
                <a:endParaRPr lang="en-US" altLang="zh-TW" sz="1100" b="0">
                  <a:latin typeface="Times New Roman" panose="02020603050405020304" pitchFamily="18" charset="0"/>
                  <a:ea typeface="新細明體" panose="02020500000000000000" pitchFamily="18" charset="-120"/>
                </a:endParaRPr>
              </a:p>
            </p:txBody>
          </p:sp>
          <p:sp>
            <p:nvSpPr>
              <p:cNvPr id="30856" name="Rectangle 169">
                <a:extLst>
                  <a:ext uri="{FF2B5EF4-FFF2-40B4-BE49-F238E27FC236}">
                    <a16:creationId xmlns:a16="http://schemas.microsoft.com/office/drawing/2014/main" id="{3B6119AD-0E41-475E-A79B-B7D884278B3D}"/>
                  </a:ext>
                </a:extLst>
              </p:cNvPr>
              <p:cNvSpPr>
                <a:spLocks noChangeArrowheads="1"/>
              </p:cNvSpPr>
              <p:nvPr/>
            </p:nvSpPr>
            <p:spPr bwMode="auto">
              <a:xfrm>
                <a:off x="3887" y="284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L</a:t>
                </a:r>
                <a:endParaRPr lang="en-US" altLang="zh-TW" sz="1100" b="0">
                  <a:latin typeface="Times New Roman" panose="02020603050405020304" pitchFamily="18" charset="0"/>
                  <a:ea typeface="新細明體" panose="02020500000000000000" pitchFamily="18" charset="-120"/>
                </a:endParaRPr>
              </a:p>
            </p:txBody>
          </p:sp>
          <p:sp>
            <p:nvSpPr>
              <p:cNvPr id="30857" name="Rectangle 170">
                <a:extLst>
                  <a:ext uri="{FF2B5EF4-FFF2-40B4-BE49-F238E27FC236}">
                    <a16:creationId xmlns:a16="http://schemas.microsoft.com/office/drawing/2014/main" id="{17B0D8CD-E5F8-4E8A-849D-F561F45EDD45}"/>
                  </a:ext>
                </a:extLst>
              </p:cNvPr>
              <p:cNvSpPr>
                <a:spLocks noChangeArrowheads="1"/>
              </p:cNvSpPr>
              <p:nvPr/>
            </p:nvSpPr>
            <p:spPr bwMode="auto">
              <a:xfrm>
                <a:off x="3964" y="2842"/>
                <a:ext cx="8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000000"/>
                    </a:solidFill>
                    <a:latin typeface="Arial" panose="020B0604020202020204" pitchFamily="34" charset="0"/>
                    <a:ea typeface="新細明體" panose="02020500000000000000" pitchFamily="18" charset="-120"/>
                  </a:rPr>
                  <a:t>U</a:t>
                </a:r>
                <a:endParaRPr lang="en-US" altLang="zh-TW" sz="1100" b="0">
                  <a:latin typeface="Times New Roman" panose="02020603050405020304" pitchFamily="18" charset="0"/>
                  <a:ea typeface="新細明體" panose="02020500000000000000" pitchFamily="18" charset="-120"/>
                </a:endParaRPr>
              </a:p>
            </p:txBody>
          </p:sp>
          <p:sp>
            <p:nvSpPr>
              <p:cNvPr id="30858" name="Freeform 171">
                <a:extLst>
                  <a:ext uri="{FF2B5EF4-FFF2-40B4-BE49-F238E27FC236}">
                    <a16:creationId xmlns:a16="http://schemas.microsoft.com/office/drawing/2014/main" id="{ABA14E5F-A951-46DF-8F81-FFC23305F4BC}"/>
                  </a:ext>
                </a:extLst>
              </p:cNvPr>
              <p:cNvSpPr>
                <a:spLocks/>
              </p:cNvSpPr>
              <p:nvPr/>
            </p:nvSpPr>
            <p:spPr bwMode="auto">
              <a:xfrm>
                <a:off x="1158" y="2700"/>
                <a:ext cx="69" cy="60"/>
              </a:xfrm>
              <a:custGeom>
                <a:avLst/>
                <a:gdLst>
                  <a:gd name="T0" fmla="*/ 33 w 69"/>
                  <a:gd name="T1" fmla="*/ 60 h 60"/>
                  <a:gd name="T2" fmla="*/ 41 w 69"/>
                  <a:gd name="T3" fmla="*/ 60 h 60"/>
                  <a:gd name="T4" fmla="*/ 45 w 69"/>
                  <a:gd name="T5" fmla="*/ 60 h 60"/>
                  <a:gd name="T6" fmla="*/ 49 w 69"/>
                  <a:gd name="T7" fmla="*/ 60 h 60"/>
                  <a:gd name="T8" fmla="*/ 53 w 69"/>
                  <a:gd name="T9" fmla="*/ 56 h 60"/>
                  <a:gd name="T10" fmla="*/ 57 w 69"/>
                  <a:gd name="T11" fmla="*/ 53 h 60"/>
                  <a:gd name="T12" fmla="*/ 61 w 69"/>
                  <a:gd name="T13" fmla="*/ 49 h 60"/>
                  <a:gd name="T14" fmla="*/ 65 w 69"/>
                  <a:gd name="T15" fmla="*/ 45 h 60"/>
                  <a:gd name="T16" fmla="*/ 65 w 69"/>
                  <a:gd name="T17" fmla="*/ 41 h 60"/>
                  <a:gd name="T18" fmla="*/ 69 w 69"/>
                  <a:gd name="T19" fmla="*/ 34 h 60"/>
                  <a:gd name="T20" fmla="*/ 69 w 69"/>
                  <a:gd name="T21" fmla="*/ 30 h 60"/>
                  <a:gd name="T22" fmla="*/ 69 w 69"/>
                  <a:gd name="T23" fmla="*/ 26 h 60"/>
                  <a:gd name="T24" fmla="*/ 65 w 69"/>
                  <a:gd name="T25" fmla="*/ 19 h 60"/>
                  <a:gd name="T26" fmla="*/ 65 w 69"/>
                  <a:gd name="T27" fmla="*/ 15 h 60"/>
                  <a:gd name="T28" fmla="*/ 61 w 69"/>
                  <a:gd name="T29" fmla="*/ 11 h 60"/>
                  <a:gd name="T30" fmla="*/ 57 w 69"/>
                  <a:gd name="T31" fmla="*/ 8 h 60"/>
                  <a:gd name="T32" fmla="*/ 53 w 69"/>
                  <a:gd name="T33" fmla="*/ 4 h 60"/>
                  <a:gd name="T34" fmla="*/ 49 w 69"/>
                  <a:gd name="T35" fmla="*/ 4 h 60"/>
                  <a:gd name="T36" fmla="*/ 45 w 69"/>
                  <a:gd name="T37" fmla="*/ 0 h 60"/>
                  <a:gd name="T38" fmla="*/ 41 w 69"/>
                  <a:gd name="T39" fmla="*/ 0 h 60"/>
                  <a:gd name="T40" fmla="*/ 33 w 69"/>
                  <a:gd name="T41" fmla="*/ 0 h 60"/>
                  <a:gd name="T42" fmla="*/ 29 w 69"/>
                  <a:gd name="T43" fmla="*/ 0 h 60"/>
                  <a:gd name="T44" fmla="*/ 25 w 69"/>
                  <a:gd name="T45" fmla="*/ 0 h 60"/>
                  <a:gd name="T46" fmla="*/ 21 w 69"/>
                  <a:gd name="T47" fmla="*/ 4 h 60"/>
                  <a:gd name="T48" fmla="*/ 13 w 69"/>
                  <a:gd name="T49" fmla="*/ 4 h 60"/>
                  <a:gd name="T50" fmla="*/ 8 w 69"/>
                  <a:gd name="T51" fmla="*/ 8 h 60"/>
                  <a:gd name="T52" fmla="*/ 8 w 69"/>
                  <a:gd name="T53" fmla="*/ 11 h 60"/>
                  <a:gd name="T54" fmla="*/ 4 w 69"/>
                  <a:gd name="T55" fmla="*/ 15 h 60"/>
                  <a:gd name="T56" fmla="*/ 0 w 69"/>
                  <a:gd name="T57" fmla="*/ 19 h 60"/>
                  <a:gd name="T58" fmla="*/ 0 w 69"/>
                  <a:gd name="T59" fmla="*/ 26 h 60"/>
                  <a:gd name="T60" fmla="*/ 0 w 69"/>
                  <a:gd name="T61" fmla="*/ 30 h 60"/>
                  <a:gd name="T62" fmla="*/ 0 w 69"/>
                  <a:gd name="T63" fmla="*/ 34 h 60"/>
                  <a:gd name="T64" fmla="*/ 0 w 69"/>
                  <a:gd name="T65" fmla="*/ 41 h 60"/>
                  <a:gd name="T66" fmla="*/ 4 w 69"/>
                  <a:gd name="T67" fmla="*/ 45 h 60"/>
                  <a:gd name="T68" fmla="*/ 8 w 69"/>
                  <a:gd name="T69" fmla="*/ 49 h 60"/>
                  <a:gd name="T70" fmla="*/ 8 w 69"/>
                  <a:gd name="T71" fmla="*/ 53 h 60"/>
                  <a:gd name="T72" fmla="*/ 13 w 69"/>
                  <a:gd name="T73" fmla="*/ 56 h 60"/>
                  <a:gd name="T74" fmla="*/ 21 w 69"/>
                  <a:gd name="T75" fmla="*/ 60 h 60"/>
                  <a:gd name="T76" fmla="*/ 25 w 69"/>
                  <a:gd name="T77" fmla="*/ 60 h 60"/>
                  <a:gd name="T78" fmla="*/ 29 w 69"/>
                  <a:gd name="T79" fmla="*/ 60 h 60"/>
                  <a:gd name="T80" fmla="*/ 33 w 69"/>
                  <a:gd name="T81" fmla="*/ 60 h 60"/>
                  <a:gd name="T82" fmla="*/ 33 w 69"/>
                  <a:gd name="T83" fmla="*/ 60 h 6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9"/>
                  <a:gd name="T127" fmla="*/ 0 h 60"/>
                  <a:gd name="T128" fmla="*/ 69 w 69"/>
                  <a:gd name="T129" fmla="*/ 60 h 6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9" h="60">
                    <a:moveTo>
                      <a:pt x="33" y="60"/>
                    </a:moveTo>
                    <a:lnTo>
                      <a:pt x="41" y="60"/>
                    </a:lnTo>
                    <a:lnTo>
                      <a:pt x="45" y="60"/>
                    </a:lnTo>
                    <a:lnTo>
                      <a:pt x="49" y="60"/>
                    </a:lnTo>
                    <a:lnTo>
                      <a:pt x="53" y="56"/>
                    </a:lnTo>
                    <a:lnTo>
                      <a:pt x="57" y="53"/>
                    </a:lnTo>
                    <a:lnTo>
                      <a:pt x="61" y="49"/>
                    </a:lnTo>
                    <a:lnTo>
                      <a:pt x="65" y="45"/>
                    </a:lnTo>
                    <a:lnTo>
                      <a:pt x="65" y="41"/>
                    </a:lnTo>
                    <a:lnTo>
                      <a:pt x="69" y="34"/>
                    </a:lnTo>
                    <a:lnTo>
                      <a:pt x="69" y="30"/>
                    </a:lnTo>
                    <a:lnTo>
                      <a:pt x="69" y="26"/>
                    </a:lnTo>
                    <a:lnTo>
                      <a:pt x="65" y="19"/>
                    </a:lnTo>
                    <a:lnTo>
                      <a:pt x="65" y="15"/>
                    </a:lnTo>
                    <a:lnTo>
                      <a:pt x="61" y="11"/>
                    </a:lnTo>
                    <a:lnTo>
                      <a:pt x="57" y="8"/>
                    </a:lnTo>
                    <a:lnTo>
                      <a:pt x="53" y="4"/>
                    </a:lnTo>
                    <a:lnTo>
                      <a:pt x="49" y="4"/>
                    </a:lnTo>
                    <a:lnTo>
                      <a:pt x="45" y="0"/>
                    </a:lnTo>
                    <a:lnTo>
                      <a:pt x="41" y="0"/>
                    </a:lnTo>
                    <a:lnTo>
                      <a:pt x="33" y="0"/>
                    </a:lnTo>
                    <a:lnTo>
                      <a:pt x="29" y="0"/>
                    </a:lnTo>
                    <a:lnTo>
                      <a:pt x="25" y="0"/>
                    </a:lnTo>
                    <a:lnTo>
                      <a:pt x="21" y="4"/>
                    </a:lnTo>
                    <a:lnTo>
                      <a:pt x="13" y="4"/>
                    </a:lnTo>
                    <a:lnTo>
                      <a:pt x="8" y="8"/>
                    </a:lnTo>
                    <a:lnTo>
                      <a:pt x="8" y="11"/>
                    </a:lnTo>
                    <a:lnTo>
                      <a:pt x="4" y="15"/>
                    </a:lnTo>
                    <a:lnTo>
                      <a:pt x="0" y="19"/>
                    </a:lnTo>
                    <a:lnTo>
                      <a:pt x="0" y="26"/>
                    </a:lnTo>
                    <a:lnTo>
                      <a:pt x="0" y="30"/>
                    </a:lnTo>
                    <a:lnTo>
                      <a:pt x="0" y="34"/>
                    </a:lnTo>
                    <a:lnTo>
                      <a:pt x="0" y="41"/>
                    </a:lnTo>
                    <a:lnTo>
                      <a:pt x="4" y="45"/>
                    </a:lnTo>
                    <a:lnTo>
                      <a:pt x="8" y="49"/>
                    </a:lnTo>
                    <a:lnTo>
                      <a:pt x="8" y="53"/>
                    </a:lnTo>
                    <a:lnTo>
                      <a:pt x="13" y="56"/>
                    </a:lnTo>
                    <a:lnTo>
                      <a:pt x="21" y="60"/>
                    </a:lnTo>
                    <a:lnTo>
                      <a:pt x="25" y="60"/>
                    </a:lnTo>
                    <a:lnTo>
                      <a:pt x="29" y="60"/>
                    </a:lnTo>
                    <a:lnTo>
                      <a:pt x="33"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p>
            </p:txBody>
          </p:sp>
          <p:sp>
            <p:nvSpPr>
              <p:cNvPr id="30859" name="Freeform 172">
                <a:extLst>
                  <a:ext uri="{FF2B5EF4-FFF2-40B4-BE49-F238E27FC236}">
                    <a16:creationId xmlns:a16="http://schemas.microsoft.com/office/drawing/2014/main" id="{009F61FE-047B-45B2-A17E-5CFA85955EE1}"/>
                  </a:ext>
                </a:extLst>
              </p:cNvPr>
              <p:cNvSpPr>
                <a:spLocks/>
              </p:cNvSpPr>
              <p:nvPr/>
            </p:nvSpPr>
            <p:spPr bwMode="auto">
              <a:xfrm>
                <a:off x="1158" y="2888"/>
                <a:ext cx="69" cy="60"/>
              </a:xfrm>
              <a:custGeom>
                <a:avLst/>
                <a:gdLst>
                  <a:gd name="T0" fmla="*/ 33 w 69"/>
                  <a:gd name="T1" fmla="*/ 60 h 60"/>
                  <a:gd name="T2" fmla="*/ 41 w 69"/>
                  <a:gd name="T3" fmla="*/ 60 h 60"/>
                  <a:gd name="T4" fmla="*/ 45 w 69"/>
                  <a:gd name="T5" fmla="*/ 60 h 60"/>
                  <a:gd name="T6" fmla="*/ 49 w 69"/>
                  <a:gd name="T7" fmla="*/ 60 h 60"/>
                  <a:gd name="T8" fmla="*/ 53 w 69"/>
                  <a:gd name="T9" fmla="*/ 56 h 60"/>
                  <a:gd name="T10" fmla="*/ 57 w 69"/>
                  <a:gd name="T11" fmla="*/ 53 h 60"/>
                  <a:gd name="T12" fmla="*/ 61 w 69"/>
                  <a:gd name="T13" fmla="*/ 49 h 60"/>
                  <a:gd name="T14" fmla="*/ 65 w 69"/>
                  <a:gd name="T15" fmla="*/ 45 h 60"/>
                  <a:gd name="T16" fmla="*/ 65 w 69"/>
                  <a:gd name="T17" fmla="*/ 41 h 60"/>
                  <a:gd name="T18" fmla="*/ 69 w 69"/>
                  <a:gd name="T19" fmla="*/ 34 h 60"/>
                  <a:gd name="T20" fmla="*/ 69 w 69"/>
                  <a:gd name="T21" fmla="*/ 30 h 60"/>
                  <a:gd name="T22" fmla="*/ 69 w 69"/>
                  <a:gd name="T23" fmla="*/ 26 h 60"/>
                  <a:gd name="T24" fmla="*/ 65 w 69"/>
                  <a:gd name="T25" fmla="*/ 19 h 60"/>
                  <a:gd name="T26" fmla="*/ 65 w 69"/>
                  <a:gd name="T27" fmla="*/ 15 h 60"/>
                  <a:gd name="T28" fmla="*/ 61 w 69"/>
                  <a:gd name="T29" fmla="*/ 11 h 60"/>
                  <a:gd name="T30" fmla="*/ 57 w 69"/>
                  <a:gd name="T31" fmla="*/ 8 h 60"/>
                  <a:gd name="T32" fmla="*/ 53 w 69"/>
                  <a:gd name="T33" fmla="*/ 4 h 60"/>
                  <a:gd name="T34" fmla="*/ 49 w 69"/>
                  <a:gd name="T35" fmla="*/ 4 h 60"/>
                  <a:gd name="T36" fmla="*/ 45 w 69"/>
                  <a:gd name="T37" fmla="*/ 0 h 60"/>
                  <a:gd name="T38" fmla="*/ 41 w 69"/>
                  <a:gd name="T39" fmla="*/ 0 h 60"/>
                  <a:gd name="T40" fmla="*/ 33 w 69"/>
                  <a:gd name="T41" fmla="*/ 0 h 60"/>
                  <a:gd name="T42" fmla="*/ 29 w 69"/>
                  <a:gd name="T43" fmla="*/ 0 h 60"/>
                  <a:gd name="T44" fmla="*/ 25 w 69"/>
                  <a:gd name="T45" fmla="*/ 0 h 60"/>
                  <a:gd name="T46" fmla="*/ 21 w 69"/>
                  <a:gd name="T47" fmla="*/ 4 h 60"/>
                  <a:gd name="T48" fmla="*/ 13 w 69"/>
                  <a:gd name="T49" fmla="*/ 4 h 60"/>
                  <a:gd name="T50" fmla="*/ 8 w 69"/>
                  <a:gd name="T51" fmla="*/ 8 h 60"/>
                  <a:gd name="T52" fmla="*/ 8 w 69"/>
                  <a:gd name="T53" fmla="*/ 11 h 60"/>
                  <a:gd name="T54" fmla="*/ 4 w 69"/>
                  <a:gd name="T55" fmla="*/ 15 h 60"/>
                  <a:gd name="T56" fmla="*/ 0 w 69"/>
                  <a:gd name="T57" fmla="*/ 19 h 60"/>
                  <a:gd name="T58" fmla="*/ 0 w 69"/>
                  <a:gd name="T59" fmla="*/ 26 h 60"/>
                  <a:gd name="T60" fmla="*/ 0 w 69"/>
                  <a:gd name="T61" fmla="*/ 30 h 60"/>
                  <a:gd name="T62" fmla="*/ 0 w 69"/>
                  <a:gd name="T63" fmla="*/ 34 h 60"/>
                  <a:gd name="T64" fmla="*/ 0 w 69"/>
                  <a:gd name="T65" fmla="*/ 41 h 60"/>
                  <a:gd name="T66" fmla="*/ 4 w 69"/>
                  <a:gd name="T67" fmla="*/ 45 h 60"/>
                  <a:gd name="T68" fmla="*/ 8 w 69"/>
                  <a:gd name="T69" fmla="*/ 49 h 60"/>
                  <a:gd name="T70" fmla="*/ 8 w 69"/>
                  <a:gd name="T71" fmla="*/ 53 h 60"/>
                  <a:gd name="T72" fmla="*/ 13 w 69"/>
                  <a:gd name="T73" fmla="*/ 56 h 60"/>
                  <a:gd name="T74" fmla="*/ 21 w 69"/>
                  <a:gd name="T75" fmla="*/ 60 h 60"/>
                  <a:gd name="T76" fmla="*/ 25 w 69"/>
                  <a:gd name="T77" fmla="*/ 60 h 60"/>
                  <a:gd name="T78" fmla="*/ 29 w 69"/>
                  <a:gd name="T79" fmla="*/ 60 h 60"/>
                  <a:gd name="T80" fmla="*/ 33 w 69"/>
                  <a:gd name="T81" fmla="*/ 60 h 60"/>
                  <a:gd name="T82" fmla="*/ 33 w 69"/>
                  <a:gd name="T83" fmla="*/ 60 h 6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9"/>
                  <a:gd name="T127" fmla="*/ 0 h 60"/>
                  <a:gd name="T128" fmla="*/ 69 w 69"/>
                  <a:gd name="T129" fmla="*/ 60 h 6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9" h="60">
                    <a:moveTo>
                      <a:pt x="33" y="60"/>
                    </a:moveTo>
                    <a:lnTo>
                      <a:pt x="41" y="60"/>
                    </a:lnTo>
                    <a:lnTo>
                      <a:pt x="45" y="60"/>
                    </a:lnTo>
                    <a:lnTo>
                      <a:pt x="49" y="60"/>
                    </a:lnTo>
                    <a:lnTo>
                      <a:pt x="53" y="56"/>
                    </a:lnTo>
                    <a:lnTo>
                      <a:pt x="57" y="53"/>
                    </a:lnTo>
                    <a:lnTo>
                      <a:pt x="61" y="49"/>
                    </a:lnTo>
                    <a:lnTo>
                      <a:pt x="65" y="45"/>
                    </a:lnTo>
                    <a:lnTo>
                      <a:pt x="65" y="41"/>
                    </a:lnTo>
                    <a:lnTo>
                      <a:pt x="69" y="34"/>
                    </a:lnTo>
                    <a:lnTo>
                      <a:pt x="69" y="30"/>
                    </a:lnTo>
                    <a:lnTo>
                      <a:pt x="69" y="26"/>
                    </a:lnTo>
                    <a:lnTo>
                      <a:pt x="65" y="19"/>
                    </a:lnTo>
                    <a:lnTo>
                      <a:pt x="65" y="15"/>
                    </a:lnTo>
                    <a:lnTo>
                      <a:pt x="61" y="11"/>
                    </a:lnTo>
                    <a:lnTo>
                      <a:pt x="57" y="8"/>
                    </a:lnTo>
                    <a:lnTo>
                      <a:pt x="53" y="4"/>
                    </a:lnTo>
                    <a:lnTo>
                      <a:pt x="49" y="4"/>
                    </a:lnTo>
                    <a:lnTo>
                      <a:pt x="45" y="0"/>
                    </a:lnTo>
                    <a:lnTo>
                      <a:pt x="41" y="0"/>
                    </a:lnTo>
                    <a:lnTo>
                      <a:pt x="33" y="0"/>
                    </a:lnTo>
                    <a:lnTo>
                      <a:pt x="29" y="0"/>
                    </a:lnTo>
                    <a:lnTo>
                      <a:pt x="25" y="0"/>
                    </a:lnTo>
                    <a:lnTo>
                      <a:pt x="21" y="4"/>
                    </a:lnTo>
                    <a:lnTo>
                      <a:pt x="13" y="4"/>
                    </a:lnTo>
                    <a:lnTo>
                      <a:pt x="8" y="8"/>
                    </a:lnTo>
                    <a:lnTo>
                      <a:pt x="8" y="11"/>
                    </a:lnTo>
                    <a:lnTo>
                      <a:pt x="4" y="15"/>
                    </a:lnTo>
                    <a:lnTo>
                      <a:pt x="0" y="19"/>
                    </a:lnTo>
                    <a:lnTo>
                      <a:pt x="0" y="26"/>
                    </a:lnTo>
                    <a:lnTo>
                      <a:pt x="0" y="30"/>
                    </a:lnTo>
                    <a:lnTo>
                      <a:pt x="0" y="34"/>
                    </a:lnTo>
                    <a:lnTo>
                      <a:pt x="0" y="41"/>
                    </a:lnTo>
                    <a:lnTo>
                      <a:pt x="4" y="45"/>
                    </a:lnTo>
                    <a:lnTo>
                      <a:pt x="8" y="49"/>
                    </a:lnTo>
                    <a:lnTo>
                      <a:pt x="8" y="53"/>
                    </a:lnTo>
                    <a:lnTo>
                      <a:pt x="13" y="56"/>
                    </a:lnTo>
                    <a:lnTo>
                      <a:pt x="21" y="60"/>
                    </a:lnTo>
                    <a:lnTo>
                      <a:pt x="25" y="60"/>
                    </a:lnTo>
                    <a:lnTo>
                      <a:pt x="29" y="60"/>
                    </a:lnTo>
                    <a:lnTo>
                      <a:pt x="33"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p>
            </p:txBody>
          </p:sp>
          <p:sp>
            <p:nvSpPr>
              <p:cNvPr id="30860" name="Freeform 173">
                <a:extLst>
                  <a:ext uri="{FF2B5EF4-FFF2-40B4-BE49-F238E27FC236}">
                    <a16:creationId xmlns:a16="http://schemas.microsoft.com/office/drawing/2014/main" id="{8EDA5ED0-F171-441D-B3FD-51A2910915A2}"/>
                  </a:ext>
                </a:extLst>
              </p:cNvPr>
              <p:cNvSpPr>
                <a:spLocks/>
              </p:cNvSpPr>
              <p:nvPr/>
            </p:nvSpPr>
            <p:spPr bwMode="auto">
              <a:xfrm>
                <a:off x="4634" y="2745"/>
                <a:ext cx="24" cy="1"/>
              </a:xfrm>
              <a:custGeom>
                <a:avLst/>
                <a:gdLst>
                  <a:gd name="T0" fmla="*/ 24 w 24"/>
                  <a:gd name="T1" fmla="*/ 0 h 1"/>
                  <a:gd name="T2" fmla="*/ 0 w 24"/>
                  <a:gd name="T3" fmla="*/ 0 h 1"/>
                  <a:gd name="T4" fmla="*/ 24 w 24"/>
                  <a:gd name="T5" fmla="*/ 0 h 1"/>
                  <a:gd name="T6" fmla="*/ 0 60000 65536"/>
                  <a:gd name="T7" fmla="*/ 0 60000 65536"/>
                  <a:gd name="T8" fmla="*/ 0 60000 65536"/>
                  <a:gd name="T9" fmla="*/ 0 w 24"/>
                  <a:gd name="T10" fmla="*/ 0 h 1"/>
                  <a:gd name="T11" fmla="*/ 24 w 24"/>
                  <a:gd name="T12" fmla="*/ 1 h 1"/>
                </a:gdLst>
                <a:ahLst/>
                <a:cxnLst>
                  <a:cxn ang="T6">
                    <a:pos x="T0" y="T1"/>
                  </a:cxn>
                  <a:cxn ang="T7">
                    <a:pos x="T2" y="T3"/>
                  </a:cxn>
                  <a:cxn ang="T8">
                    <a:pos x="T4" y="T5"/>
                  </a:cxn>
                </a:cxnLst>
                <a:rect l="T9" t="T10" r="T11" b="T12"/>
                <a:pathLst>
                  <a:path w="24" h="1">
                    <a:moveTo>
                      <a:pt x="24" y="0"/>
                    </a:moveTo>
                    <a:lnTo>
                      <a:pt x="0" y="0"/>
                    </a:lnTo>
                    <a:lnTo>
                      <a:pt x="24"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p>
            </p:txBody>
          </p:sp>
          <p:sp>
            <p:nvSpPr>
              <p:cNvPr id="30861" name="Line 174">
                <a:extLst>
                  <a:ext uri="{FF2B5EF4-FFF2-40B4-BE49-F238E27FC236}">
                    <a16:creationId xmlns:a16="http://schemas.microsoft.com/office/drawing/2014/main" id="{2C226C3D-6FC2-42AB-9919-C6030F09F386}"/>
                  </a:ext>
                </a:extLst>
              </p:cNvPr>
              <p:cNvSpPr>
                <a:spLocks noChangeShapeType="1"/>
              </p:cNvSpPr>
              <p:nvPr/>
            </p:nvSpPr>
            <p:spPr bwMode="auto">
              <a:xfrm flipH="1">
                <a:off x="4634" y="2745"/>
                <a:ext cx="24" cy="1"/>
              </a:xfrm>
              <a:prstGeom prst="line">
                <a:avLst/>
              </a:prstGeom>
              <a:noFill/>
              <a:ln w="25400">
                <a:solidFill>
                  <a:srgbClr val="6666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0862" name="Freeform 175">
                <a:extLst>
                  <a:ext uri="{FF2B5EF4-FFF2-40B4-BE49-F238E27FC236}">
                    <a16:creationId xmlns:a16="http://schemas.microsoft.com/office/drawing/2014/main" id="{DA4D1A7B-56A3-4EE6-8519-D45C7382B685}"/>
                  </a:ext>
                </a:extLst>
              </p:cNvPr>
              <p:cNvSpPr>
                <a:spLocks/>
              </p:cNvSpPr>
              <p:nvPr/>
            </p:nvSpPr>
            <p:spPr bwMode="auto">
              <a:xfrm>
                <a:off x="4634" y="2715"/>
                <a:ext cx="60" cy="56"/>
              </a:xfrm>
              <a:custGeom>
                <a:avLst/>
                <a:gdLst>
                  <a:gd name="T0" fmla="*/ 0 w 60"/>
                  <a:gd name="T1" fmla="*/ 0 h 56"/>
                  <a:gd name="T2" fmla="*/ 0 w 60"/>
                  <a:gd name="T3" fmla="*/ 56 h 56"/>
                  <a:gd name="T4" fmla="*/ 60 w 60"/>
                  <a:gd name="T5" fmla="*/ 30 h 56"/>
                  <a:gd name="T6" fmla="*/ 0 w 60"/>
                  <a:gd name="T7" fmla="*/ 4 h 56"/>
                  <a:gd name="T8" fmla="*/ 0 w 60"/>
                  <a:gd name="T9" fmla="*/ 4 h 56"/>
                  <a:gd name="T10" fmla="*/ 0 w 60"/>
                  <a:gd name="T11" fmla="*/ 0 h 56"/>
                  <a:gd name="T12" fmla="*/ 0 60000 65536"/>
                  <a:gd name="T13" fmla="*/ 0 60000 65536"/>
                  <a:gd name="T14" fmla="*/ 0 60000 65536"/>
                  <a:gd name="T15" fmla="*/ 0 60000 65536"/>
                  <a:gd name="T16" fmla="*/ 0 60000 65536"/>
                  <a:gd name="T17" fmla="*/ 0 60000 65536"/>
                  <a:gd name="T18" fmla="*/ 0 w 60"/>
                  <a:gd name="T19" fmla="*/ 0 h 56"/>
                  <a:gd name="T20" fmla="*/ 60 w 60"/>
                  <a:gd name="T21" fmla="*/ 56 h 56"/>
                </a:gdLst>
                <a:ahLst/>
                <a:cxnLst>
                  <a:cxn ang="T12">
                    <a:pos x="T0" y="T1"/>
                  </a:cxn>
                  <a:cxn ang="T13">
                    <a:pos x="T2" y="T3"/>
                  </a:cxn>
                  <a:cxn ang="T14">
                    <a:pos x="T4" y="T5"/>
                  </a:cxn>
                  <a:cxn ang="T15">
                    <a:pos x="T6" y="T7"/>
                  </a:cxn>
                  <a:cxn ang="T16">
                    <a:pos x="T8" y="T9"/>
                  </a:cxn>
                  <a:cxn ang="T17">
                    <a:pos x="T10" y="T11"/>
                  </a:cxn>
                </a:cxnLst>
                <a:rect l="T18" t="T19" r="T20" b="T21"/>
                <a:pathLst>
                  <a:path w="60" h="56">
                    <a:moveTo>
                      <a:pt x="0" y="0"/>
                    </a:moveTo>
                    <a:lnTo>
                      <a:pt x="0" y="56"/>
                    </a:lnTo>
                    <a:lnTo>
                      <a:pt x="60" y="30"/>
                    </a:lnTo>
                    <a:lnTo>
                      <a:pt x="0" y="4"/>
                    </a:lnTo>
                    <a:lnTo>
                      <a:pt x="0"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p>
            </p:txBody>
          </p:sp>
          <p:sp>
            <p:nvSpPr>
              <p:cNvPr id="30863" name="Freeform 176">
                <a:extLst>
                  <a:ext uri="{FF2B5EF4-FFF2-40B4-BE49-F238E27FC236}">
                    <a16:creationId xmlns:a16="http://schemas.microsoft.com/office/drawing/2014/main" id="{73F6C827-2768-49C8-92EF-3C72D080230F}"/>
                  </a:ext>
                </a:extLst>
              </p:cNvPr>
              <p:cNvSpPr>
                <a:spLocks/>
              </p:cNvSpPr>
              <p:nvPr/>
            </p:nvSpPr>
            <p:spPr bwMode="auto">
              <a:xfrm>
                <a:off x="4634" y="2715"/>
                <a:ext cx="60" cy="56"/>
              </a:xfrm>
              <a:custGeom>
                <a:avLst/>
                <a:gdLst>
                  <a:gd name="T0" fmla="*/ 0 w 60"/>
                  <a:gd name="T1" fmla="*/ 0 h 56"/>
                  <a:gd name="T2" fmla="*/ 0 w 60"/>
                  <a:gd name="T3" fmla="*/ 56 h 56"/>
                  <a:gd name="T4" fmla="*/ 60 w 60"/>
                  <a:gd name="T5" fmla="*/ 30 h 56"/>
                  <a:gd name="T6" fmla="*/ 0 w 60"/>
                  <a:gd name="T7" fmla="*/ 4 h 56"/>
                  <a:gd name="T8" fmla="*/ 0 w 60"/>
                  <a:gd name="T9" fmla="*/ 4 h 56"/>
                  <a:gd name="T10" fmla="*/ 0 60000 65536"/>
                  <a:gd name="T11" fmla="*/ 0 60000 65536"/>
                  <a:gd name="T12" fmla="*/ 0 60000 65536"/>
                  <a:gd name="T13" fmla="*/ 0 60000 65536"/>
                  <a:gd name="T14" fmla="*/ 0 60000 65536"/>
                  <a:gd name="T15" fmla="*/ 0 w 60"/>
                  <a:gd name="T16" fmla="*/ 0 h 56"/>
                  <a:gd name="T17" fmla="*/ 60 w 60"/>
                  <a:gd name="T18" fmla="*/ 56 h 56"/>
                </a:gdLst>
                <a:ahLst/>
                <a:cxnLst>
                  <a:cxn ang="T10">
                    <a:pos x="T0" y="T1"/>
                  </a:cxn>
                  <a:cxn ang="T11">
                    <a:pos x="T2" y="T3"/>
                  </a:cxn>
                  <a:cxn ang="T12">
                    <a:pos x="T4" y="T5"/>
                  </a:cxn>
                  <a:cxn ang="T13">
                    <a:pos x="T6" y="T7"/>
                  </a:cxn>
                  <a:cxn ang="T14">
                    <a:pos x="T8" y="T9"/>
                  </a:cxn>
                </a:cxnLst>
                <a:rect l="T15" t="T16" r="T17" b="T18"/>
                <a:pathLst>
                  <a:path w="60" h="56">
                    <a:moveTo>
                      <a:pt x="0" y="0"/>
                    </a:moveTo>
                    <a:lnTo>
                      <a:pt x="0" y="56"/>
                    </a:lnTo>
                    <a:lnTo>
                      <a:pt x="60" y="30"/>
                    </a:lnTo>
                    <a:lnTo>
                      <a:pt x="0" y="4"/>
                    </a:lnTo>
                  </a:path>
                </a:pathLst>
              </a:custGeom>
              <a:noFill/>
              <a:ln w="25400">
                <a:solidFill>
                  <a:srgbClr val="6666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p>
            </p:txBody>
          </p:sp>
          <p:sp>
            <p:nvSpPr>
              <p:cNvPr id="30864" name="Line 177">
                <a:extLst>
                  <a:ext uri="{FF2B5EF4-FFF2-40B4-BE49-F238E27FC236}">
                    <a16:creationId xmlns:a16="http://schemas.microsoft.com/office/drawing/2014/main" id="{66789F03-9D96-49EA-A614-B928B02ABDEB}"/>
                  </a:ext>
                </a:extLst>
              </p:cNvPr>
              <p:cNvSpPr>
                <a:spLocks noChangeShapeType="1"/>
              </p:cNvSpPr>
              <p:nvPr/>
            </p:nvSpPr>
            <p:spPr bwMode="auto">
              <a:xfrm>
                <a:off x="4471" y="2745"/>
                <a:ext cx="179" cy="1"/>
              </a:xfrm>
              <a:prstGeom prst="line">
                <a:avLst/>
              </a:prstGeom>
              <a:noFill/>
              <a:ln w="25400">
                <a:solidFill>
                  <a:srgbClr val="6666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0865" name="Rectangle 178">
                <a:extLst>
                  <a:ext uri="{FF2B5EF4-FFF2-40B4-BE49-F238E27FC236}">
                    <a16:creationId xmlns:a16="http://schemas.microsoft.com/office/drawing/2014/main" id="{30F0CFCD-8DA1-4C4A-8E1A-8DD0E30AA8A7}"/>
                  </a:ext>
                </a:extLst>
              </p:cNvPr>
              <p:cNvSpPr>
                <a:spLocks noChangeArrowheads="1"/>
              </p:cNvSpPr>
              <p:nvPr/>
            </p:nvSpPr>
            <p:spPr bwMode="auto">
              <a:xfrm>
                <a:off x="4179" y="2662"/>
                <a:ext cx="73"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666666"/>
                    </a:solidFill>
                    <a:latin typeface="Arial" panose="020B0604020202020204" pitchFamily="34" charset="0"/>
                    <a:ea typeface="新細明體" panose="02020500000000000000" pitchFamily="18" charset="-120"/>
                  </a:rPr>
                  <a:t>Z</a:t>
                </a:r>
                <a:endParaRPr lang="en-US" altLang="zh-TW" sz="1100" b="0">
                  <a:latin typeface="Times New Roman" panose="02020603050405020304" pitchFamily="18" charset="0"/>
                  <a:ea typeface="新細明體" panose="02020500000000000000" pitchFamily="18" charset="-120"/>
                </a:endParaRPr>
              </a:p>
            </p:txBody>
          </p:sp>
          <p:sp>
            <p:nvSpPr>
              <p:cNvPr id="30866" name="Rectangle 179">
                <a:extLst>
                  <a:ext uri="{FF2B5EF4-FFF2-40B4-BE49-F238E27FC236}">
                    <a16:creationId xmlns:a16="http://schemas.microsoft.com/office/drawing/2014/main" id="{EC18B6C1-60B6-4CB5-9A16-F1FA3BDFE13C}"/>
                  </a:ext>
                </a:extLst>
              </p:cNvPr>
              <p:cNvSpPr>
                <a:spLocks noChangeArrowheads="1"/>
              </p:cNvSpPr>
              <p:nvPr/>
            </p:nvSpPr>
            <p:spPr bwMode="auto">
              <a:xfrm>
                <a:off x="4261" y="266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666666"/>
                    </a:solidFill>
                    <a:latin typeface="Arial" panose="020B0604020202020204" pitchFamily="34" charset="0"/>
                    <a:ea typeface="新細明體" panose="02020500000000000000" pitchFamily="18" charset="-120"/>
                  </a:rPr>
                  <a:t>e</a:t>
                </a:r>
                <a:endParaRPr lang="en-US" altLang="zh-TW" sz="1100" b="0">
                  <a:latin typeface="Times New Roman" panose="02020603050405020304" pitchFamily="18" charset="0"/>
                  <a:ea typeface="新細明體" panose="02020500000000000000" pitchFamily="18" charset="-120"/>
                </a:endParaRPr>
              </a:p>
            </p:txBody>
          </p:sp>
          <p:sp>
            <p:nvSpPr>
              <p:cNvPr id="30867" name="Rectangle 180">
                <a:extLst>
                  <a:ext uri="{FF2B5EF4-FFF2-40B4-BE49-F238E27FC236}">
                    <a16:creationId xmlns:a16="http://schemas.microsoft.com/office/drawing/2014/main" id="{F781750F-BA0A-4C66-9422-81376FC1AE65}"/>
                  </a:ext>
                </a:extLst>
              </p:cNvPr>
              <p:cNvSpPr>
                <a:spLocks noChangeArrowheads="1"/>
              </p:cNvSpPr>
              <p:nvPr/>
            </p:nvSpPr>
            <p:spPr bwMode="auto">
              <a:xfrm>
                <a:off x="4338" y="2662"/>
                <a:ext cx="3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666666"/>
                    </a:solidFill>
                    <a:latin typeface="Arial" panose="020B0604020202020204" pitchFamily="34" charset="0"/>
                    <a:ea typeface="新細明體" panose="02020500000000000000" pitchFamily="18" charset="-120"/>
                  </a:rPr>
                  <a:t>r</a:t>
                </a:r>
                <a:endParaRPr lang="en-US" altLang="zh-TW" sz="1100" b="0">
                  <a:latin typeface="Times New Roman" panose="02020603050405020304" pitchFamily="18" charset="0"/>
                  <a:ea typeface="新細明體" panose="02020500000000000000" pitchFamily="18" charset="-120"/>
                </a:endParaRPr>
              </a:p>
            </p:txBody>
          </p:sp>
          <p:sp>
            <p:nvSpPr>
              <p:cNvPr id="30868" name="Rectangle 181">
                <a:extLst>
                  <a:ext uri="{FF2B5EF4-FFF2-40B4-BE49-F238E27FC236}">
                    <a16:creationId xmlns:a16="http://schemas.microsoft.com/office/drawing/2014/main" id="{4940B50C-A757-4430-8D94-C7D1616FBFDA}"/>
                  </a:ext>
                </a:extLst>
              </p:cNvPr>
              <p:cNvSpPr>
                <a:spLocks noChangeArrowheads="1"/>
              </p:cNvSpPr>
              <p:nvPr/>
            </p:nvSpPr>
            <p:spPr bwMode="auto">
              <a:xfrm>
                <a:off x="4382" y="266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666666"/>
                    </a:solidFill>
                    <a:latin typeface="Arial" panose="020B0604020202020204" pitchFamily="34" charset="0"/>
                    <a:ea typeface="新細明體" panose="02020500000000000000" pitchFamily="18" charset="-120"/>
                  </a:rPr>
                  <a:t>o</a:t>
                </a:r>
                <a:endParaRPr lang="en-US" altLang="zh-TW" sz="1100" b="0">
                  <a:latin typeface="Times New Roman" panose="02020603050405020304" pitchFamily="18" charset="0"/>
                  <a:ea typeface="新細明體" panose="02020500000000000000" pitchFamily="18" charset="-120"/>
                </a:endParaRPr>
              </a:p>
            </p:txBody>
          </p:sp>
          <p:sp>
            <p:nvSpPr>
              <p:cNvPr id="30869" name="Line 182">
                <a:extLst>
                  <a:ext uri="{FF2B5EF4-FFF2-40B4-BE49-F238E27FC236}">
                    <a16:creationId xmlns:a16="http://schemas.microsoft.com/office/drawing/2014/main" id="{1BACC369-3FDB-4ECD-B38C-357A4EE264E1}"/>
                  </a:ext>
                </a:extLst>
              </p:cNvPr>
              <p:cNvSpPr>
                <a:spLocks noChangeShapeType="1"/>
              </p:cNvSpPr>
              <p:nvPr/>
            </p:nvSpPr>
            <p:spPr bwMode="auto">
              <a:xfrm flipV="1">
                <a:off x="2168" y="3666"/>
                <a:ext cx="4" cy="177"/>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0870" name="Rectangle 183">
                <a:extLst>
                  <a:ext uri="{FF2B5EF4-FFF2-40B4-BE49-F238E27FC236}">
                    <a16:creationId xmlns:a16="http://schemas.microsoft.com/office/drawing/2014/main" id="{FBEF1DEE-3CF6-4BAE-BEC5-A620438F92A7}"/>
                  </a:ext>
                </a:extLst>
              </p:cNvPr>
              <p:cNvSpPr>
                <a:spLocks noChangeArrowheads="1"/>
              </p:cNvSpPr>
              <p:nvPr/>
            </p:nvSpPr>
            <p:spPr bwMode="auto">
              <a:xfrm>
                <a:off x="2237" y="3722"/>
                <a:ext cx="8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EB7500"/>
                    </a:solidFill>
                    <a:latin typeface="Arial" panose="020B0604020202020204" pitchFamily="34" charset="0"/>
                    <a:ea typeface="新細明體" panose="02020500000000000000" pitchFamily="18" charset="-120"/>
                  </a:rPr>
                  <a:t>R</a:t>
                </a:r>
                <a:endParaRPr lang="en-US" altLang="zh-TW" sz="1100" b="0">
                  <a:latin typeface="Times New Roman" panose="02020603050405020304" pitchFamily="18" charset="0"/>
                  <a:ea typeface="新細明體" panose="02020500000000000000" pitchFamily="18" charset="-120"/>
                </a:endParaRPr>
              </a:p>
            </p:txBody>
          </p:sp>
          <p:sp>
            <p:nvSpPr>
              <p:cNvPr id="30871" name="Rectangle 184">
                <a:extLst>
                  <a:ext uri="{FF2B5EF4-FFF2-40B4-BE49-F238E27FC236}">
                    <a16:creationId xmlns:a16="http://schemas.microsoft.com/office/drawing/2014/main" id="{600D1BCD-F11E-486E-9FEA-7987B3A29852}"/>
                  </a:ext>
                </a:extLst>
              </p:cNvPr>
              <p:cNvSpPr>
                <a:spLocks noChangeArrowheads="1"/>
              </p:cNvSpPr>
              <p:nvPr/>
            </p:nvSpPr>
            <p:spPr bwMode="auto">
              <a:xfrm>
                <a:off x="2334" y="372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dirty="0">
                    <a:solidFill>
                      <a:srgbClr val="EB7500"/>
                    </a:solidFill>
                    <a:latin typeface="Arial" panose="020B0604020202020204" pitchFamily="34" charset="0"/>
                    <a:ea typeface="新細明體" panose="02020500000000000000" pitchFamily="18" charset="-120"/>
                  </a:rPr>
                  <a:t>e</a:t>
                </a:r>
                <a:endParaRPr lang="en-US" altLang="zh-TW" sz="1100" b="0" dirty="0">
                  <a:latin typeface="Times New Roman" panose="02020603050405020304" pitchFamily="18" charset="0"/>
                  <a:ea typeface="新細明體" panose="02020500000000000000" pitchFamily="18" charset="-120"/>
                </a:endParaRPr>
              </a:p>
            </p:txBody>
          </p:sp>
          <p:sp>
            <p:nvSpPr>
              <p:cNvPr id="30872" name="Rectangle 185">
                <a:extLst>
                  <a:ext uri="{FF2B5EF4-FFF2-40B4-BE49-F238E27FC236}">
                    <a16:creationId xmlns:a16="http://schemas.microsoft.com/office/drawing/2014/main" id="{C57F9DDB-8470-4092-9759-8A640C5BAFE1}"/>
                  </a:ext>
                </a:extLst>
              </p:cNvPr>
              <p:cNvSpPr>
                <a:spLocks noChangeArrowheads="1"/>
              </p:cNvSpPr>
              <p:nvPr/>
            </p:nvSpPr>
            <p:spPr bwMode="auto">
              <a:xfrm>
                <a:off x="2411" y="372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EB7500"/>
                    </a:solidFill>
                    <a:latin typeface="Arial" panose="020B0604020202020204" pitchFamily="34" charset="0"/>
                    <a:ea typeface="新細明體" panose="02020500000000000000" pitchFamily="18" charset="-120"/>
                  </a:rPr>
                  <a:t>g</a:t>
                </a:r>
                <a:endParaRPr lang="en-US" altLang="zh-TW" sz="1100" b="0">
                  <a:latin typeface="Times New Roman" panose="02020603050405020304" pitchFamily="18" charset="0"/>
                  <a:ea typeface="新細明體" panose="02020500000000000000" pitchFamily="18" charset="-120"/>
                </a:endParaRPr>
              </a:p>
            </p:txBody>
          </p:sp>
          <p:sp>
            <p:nvSpPr>
              <p:cNvPr id="30873" name="Rectangle 186">
                <a:extLst>
                  <a:ext uri="{FF2B5EF4-FFF2-40B4-BE49-F238E27FC236}">
                    <a16:creationId xmlns:a16="http://schemas.microsoft.com/office/drawing/2014/main" id="{1EC00444-6336-4ED3-9C3D-14BAF5A28F4C}"/>
                  </a:ext>
                </a:extLst>
              </p:cNvPr>
              <p:cNvSpPr>
                <a:spLocks noChangeArrowheads="1"/>
              </p:cNvSpPr>
              <p:nvPr/>
            </p:nvSpPr>
            <p:spPr bwMode="auto">
              <a:xfrm>
                <a:off x="2484" y="3722"/>
                <a:ext cx="11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dirty="0">
                    <a:solidFill>
                      <a:srgbClr val="EB7500"/>
                    </a:solidFill>
                    <a:latin typeface="Arial" panose="020B0604020202020204" pitchFamily="34" charset="0"/>
                    <a:ea typeface="新細明體" panose="02020500000000000000" pitchFamily="18" charset="-120"/>
                  </a:rPr>
                  <a:t>W</a:t>
                </a:r>
                <a:endParaRPr lang="en-US" altLang="zh-TW" sz="1100" b="0" dirty="0">
                  <a:latin typeface="Times New Roman" panose="02020603050405020304" pitchFamily="18" charset="0"/>
                  <a:ea typeface="新細明體" panose="02020500000000000000" pitchFamily="18" charset="-120"/>
                </a:endParaRPr>
              </a:p>
            </p:txBody>
          </p:sp>
          <p:sp>
            <p:nvSpPr>
              <p:cNvPr id="30874" name="Rectangle 187">
                <a:extLst>
                  <a:ext uri="{FF2B5EF4-FFF2-40B4-BE49-F238E27FC236}">
                    <a16:creationId xmlns:a16="http://schemas.microsoft.com/office/drawing/2014/main" id="{5AA6B0CA-5AEA-4592-8969-E9A36296610F}"/>
                  </a:ext>
                </a:extLst>
              </p:cNvPr>
              <p:cNvSpPr>
                <a:spLocks noChangeArrowheads="1"/>
              </p:cNvSpPr>
              <p:nvPr/>
            </p:nvSpPr>
            <p:spPr bwMode="auto">
              <a:xfrm>
                <a:off x="2614" y="3722"/>
                <a:ext cx="3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EB7500"/>
                    </a:solidFill>
                    <a:latin typeface="Arial" panose="020B0604020202020204" pitchFamily="34" charset="0"/>
                    <a:ea typeface="新細明體" panose="02020500000000000000" pitchFamily="18" charset="-120"/>
                  </a:rPr>
                  <a:t>r</a:t>
                </a:r>
                <a:endParaRPr lang="en-US" altLang="zh-TW" sz="1100" b="0">
                  <a:latin typeface="Times New Roman" panose="02020603050405020304" pitchFamily="18" charset="0"/>
                  <a:ea typeface="新細明體" panose="02020500000000000000" pitchFamily="18" charset="-120"/>
                </a:endParaRPr>
              </a:p>
            </p:txBody>
          </p:sp>
          <p:sp>
            <p:nvSpPr>
              <p:cNvPr id="30875" name="Rectangle 188">
                <a:extLst>
                  <a:ext uri="{FF2B5EF4-FFF2-40B4-BE49-F238E27FC236}">
                    <a16:creationId xmlns:a16="http://schemas.microsoft.com/office/drawing/2014/main" id="{C15F9FAE-C554-43E8-804C-7A2B3D73DBE3}"/>
                  </a:ext>
                </a:extLst>
              </p:cNvPr>
              <p:cNvSpPr>
                <a:spLocks noChangeArrowheads="1"/>
              </p:cNvSpPr>
              <p:nvPr/>
            </p:nvSpPr>
            <p:spPr bwMode="auto">
              <a:xfrm>
                <a:off x="2659" y="3722"/>
                <a:ext cx="2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EB7500"/>
                    </a:solidFill>
                    <a:latin typeface="Arial" panose="020B0604020202020204" pitchFamily="34" charset="0"/>
                    <a:ea typeface="新細明體" panose="02020500000000000000" pitchFamily="18" charset="-120"/>
                  </a:rPr>
                  <a:t>i</a:t>
                </a:r>
                <a:endParaRPr lang="en-US" altLang="zh-TW" sz="1100" b="0">
                  <a:latin typeface="Times New Roman" panose="02020603050405020304" pitchFamily="18" charset="0"/>
                  <a:ea typeface="新細明體" panose="02020500000000000000" pitchFamily="18" charset="-120"/>
                </a:endParaRPr>
              </a:p>
            </p:txBody>
          </p:sp>
          <p:sp>
            <p:nvSpPr>
              <p:cNvPr id="30876" name="Rectangle 189">
                <a:extLst>
                  <a:ext uri="{FF2B5EF4-FFF2-40B4-BE49-F238E27FC236}">
                    <a16:creationId xmlns:a16="http://schemas.microsoft.com/office/drawing/2014/main" id="{1967A9A0-EF01-48B0-9228-FF23CB2C20D9}"/>
                  </a:ext>
                </a:extLst>
              </p:cNvPr>
              <p:cNvSpPr>
                <a:spLocks noChangeArrowheads="1"/>
              </p:cNvSpPr>
              <p:nvPr/>
            </p:nvSpPr>
            <p:spPr bwMode="auto">
              <a:xfrm>
                <a:off x="2687" y="3722"/>
                <a:ext cx="3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EB7500"/>
                    </a:solidFill>
                    <a:latin typeface="Arial" panose="020B0604020202020204" pitchFamily="34" charset="0"/>
                    <a:ea typeface="新細明體" panose="02020500000000000000" pitchFamily="18" charset="-120"/>
                  </a:rPr>
                  <a:t>t</a:t>
                </a:r>
                <a:endParaRPr lang="en-US" altLang="zh-TW" sz="1100" b="0">
                  <a:latin typeface="Times New Roman" panose="02020603050405020304" pitchFamily="18" charset="0"/>
                  <a:ea typeface="新細明體" panose="02020500000000000000" pitchFamily="18" charset="-120"/>
                </a:endParaRPr>
              </a:p>
            </p:txBody>
          </p:sp>
          <p:sp>
            <p:nvSpPr>
              <p:cNvPr id="30877" name="Rectangle 190">
                <a:extLst>
                  <a:ext uri="{FF2B5EF4-FFF2-40B4-BE49-F238E27FC236}">
                    <a16:creationId xmlns:a16="http://schemas.microsoft.com/office/drawing/2014/main" id="{F86AF002-D8F1-4A70-824C-E91F14CA6A3C}"/>
                  </a:ext>
                </a:extLst>
              </p:cNvPr>
              <p:cNvSpPr>
                <a:spLocks noChangeArrowheads="1"/>
              </p:cNvSpPr>
              <p:nvPr/>
            </p:nvSpPr>
            <p:spPr bwMode="auto">
              <a:xfrm>
                <a:off x="2724" y="372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dirty="0">
                    <a:solidFill>
                      <a:srgbClr val="EB7500"/>
                    </a:solidFill>
                    <a:latin typeface="Arial" panose="020B0604020202020204" pitchFamily="34" charset="0"/>
                    <a:ea typeface="新細明體" panose="02020500000000000000" pitchFamily="18" charset="-120"/>
                  </a:rPr>
                  <a:t>e</a:t>
                </a:r>
                <a:endParaRPr lang="en-US" altLang="zh-TW" sz="1100" b="0" dirty="0">
                  <a:latin typeface="Times New Roman" panose="02020603050405020304" pitchFamily="18" charset="0"/>
                  <a:ea typeface="新細明體" panose="02020500000000000000" pitchFamily="18" charset="-120"/>
                </a:endParaRPr>
              </a:p>
            </p:txBody>
          </p:sp>
          <p:sp>
            <p:nvSpPr>
              <p:cNvPr id="30878" name="Line 191">
                <a:extLst>
                  <a:ext uri="{FF2B5EF4-FFF2-40B4-BE49-F238E27FC236}">
                    <a16:creationId xmlns:a16="http://schemas.microsoft.com/office/drawing/2014/main" id="{DB27D0A8-A2A8-494C-96CC-28CF365968F0}"/>
                  </a:ext>
                </a:extLst>
              </p:cNvPr>
              <p:cNvSpPr>
                <a:spLocks noChangeShapeType="1"/>
              </p:cNvSpPr>
              <p:nvPr/>
            </p:nvSpPr>
            <p:spPr bwMode="auto">
              <a:xfrm flipV="1">
                <a:off x="4021" y="2174"/>
                <a:ext cx="4" cy="282"/>
              </a:xfrm>
              <a:prstGeom prst="line">
                <a:avLst/>
              </a:prstGeom>
              <a:noFill/>
              <a:ln w="381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100">
                  <a:solidFill>
                    <a:srgbClr val="FF0000"/>
                  </a:solidFill>
                </a:endParaRPr>
              </a:p>
            </p:txBody>
          </p:sp>
          <p:sp>
            <p:nvSpPr>
              <p:cNvPr id="30879" name="Rectangle 192">
                <a:extLst>
                  <a:ext uri="{FF2B5EF4-FFF2-40B4-BE49-F238E27FC236}">
                    <a16:creationId xmlns:a16="http://schemas.microsoft.com/office/drawing/2014/main" id="{32C005B2-3827-4044-8E06-84CD95673EAB}"/>
                  </a:ext>
                </a:extLst>
              </p:cNvPr>
              <p:cNvSpPr>
                <a:spLocks noChangeArrowheads="1"/>
              </p:cNvSpPr>
              <p:nvPr/>
            </p:nvSpPr>
            <p:spPr bwMode="auto">
              <a:xfrm>
                <a:off x="4102" y="2132"/>
                <a:ext cx="7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EB7500"/>
                    </a:solidFill>
                    <a:latin typeface="Arial" panose="020B0604020202020204" pitchFamily="34" charset="0"/>
                    <a:ea typeface="新細明體" panose="02020500000000000000" pitchFamily="18" charset="-120"/>
                  </a:rPr>
                  <a:t>A</a:t>
                </a:r>
                <a:endParaRPr lang="en-US" altLang="zh-TW" sz="1100" b="0">
                  <a:latin typeface="Times New Roman" panose="02020603050405020304" pitchFamily="18" charset="0"/>
                  <a:ea typeface="新細明體" panose="02020500000000000000" pitchFamily="18" charset="-120"/>
                </a:endParaRPr>
              </a:p>
            </p:txBody>
          </p:sp>
          <p:sp>
            <p:nvSpPr>
              <p:cNvPr id="30880" name="Rectangle 193">
                <a:extLst>
                  <a:ext uri="{FF2B5EF4-FFF2-40B4-BE49-F238E27FC236}">
                    <a16:creationId xmlns:a16="http://schemas.microsoft.com/office/drawing/2014/main" id="{5ED02C5A-8127-43B9-B2B0-7E683B87FDBA}"/>
                  </a:ext>
                </a:extLst>
              </p:cNvPr>
              <p:cNvSpPr>
                <a:spLocks noChangeArrowheads="1"/>
              </p:cNvSpPr>
              <p:nvPr/>
            </p:nvSpPr>
            <p:spPr bwMode="auto">
              <a:xfrm>
                <a:off x="4192" y="2132"/>
                <a:ext cx="8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FF0000"/>
                    </a:solidFill>
                    <a:latin typeface="Arial" panose="020B0604020202020204" pitchFamily="34" charset="0"/>
                    <a:ea typeface="新細明體" panose="02020500000000000000" pitchFamily="18" charset="-120"/>
                  </a:rPr>
                  <a:t>L</a:t>
                </a:r>
                <a:endParaRPr lang="en-US" altLang="zh-TW" sz="1100" b="0">
                  <a:solidFill>
                    <a:srgbClr val="FF0000"/>
                  </a:solidFill>
                  <a:latin typeface="Times New Roman" panose="02020603050405020304" pitchFamily="18" charset="0"/>
                  <a:ea typeface="新細明體" panose="02020500000000000000" pitchFamily="18" charset="-120"/>
                </a:endParaRPr>
              </a:p>
            </p:txBody>
          </p:sp>
          <p:sp>
            <p:nvSpPr>
              <p:cNvPr id="30881" name="Rectangle 194">
                <a:extLst>
                  <a:ext uri="{FF2B5EF4-FFF2-40B4-BE49-F238E27FC236}">
                    <a16:creationId xmlns:a16="http://schemas.microsoft.com/office/drawing/2014/main" id="{075C9E33-9E9B-41D8-917E-7ACCBFC227D5}"/>
                  </a:ext>
                </a:extLst>
              </p:cNvPr>
              <p:cNvSpPr>
                <a:spLocks noChangeArrowheads="1"/>
              </p:cNvSpPr>
              <p:nvPr/>
            </p:nvSpPr>
            <p:spPr bwMode="auto">
              <a:xfrm>
                <a:off x="4265" y="2132"/>
                <a:ext cx="8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EB7500"/>
                    </a:solidFill>
                    <a:latin typeface="Arial" panose="020B0604020202020204" pitchFamily="34" charset="0"/>
                    <a:ea typeface="新細明體" panose="02020500000000000000" pitchFamily="18" charset="-120"/>
                  </a:rPr>
                  <a:t>U</a:t>
                </a:r>
                <a:endParaRPr lang="en-US" altLang="zh-TW" sz="1100" b="0">
                  <a:latin typeface="Times New Roman" panose="02020603050405020304" pitchFamily="18" charset="0"/>
                  <a:ea typeface="新細明體" panose="02020500000000000000" pitchFamily="18" charset="-120"/>
                </a:endParaRPr>
              </a:p>
            </p:txBody>
          </p:sp>
          <p:sp>
            <p:nvSpPr>
              <p:cNvPr id="30882" name="Rectangle 195">
                <a:extLst>
                  <a:ext uri="{FF2B5EF4-FFF2-40B4-BE49-F238E27FC236}">
                    <a16:creationId xmlns:a16="http://schemas.microsoft.com/office/drawing/2014/main" id="{ADA0EA43-F313-46E1-B1FE-3AABD154E0B2}"/>
                  </a:ext>
                </a:extLst>
              </p:cNvPr>
              <p:cNvSpPr>
                <a:spLocks noChangeArrowheads="1"/>
              </p:cNvSpPr>
              <p:nvPr/>
            </p:nvSpPr>
            <p:spPr bwMode="auto">
              <a:xfrm>
                <a:off x="4362" y="2132"/>
                <a:ext cx="3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zh-TW" altLang="en-US" sz="1100" b="0">
                    <a:solidFill>
                      <a:srgbClr val="EB7500"/>
                    </a:solidFill>
                    <a:latin typeface="Arial" panose="020B0604020202020204" pitchFamily="34" charset="0"/>
                    <a:ea typeface="新細明體" panose="02020500000000000000" pitchFamily="18" charset="-120"/>
                  </a:rPr>
                  <a:t> </a:t>
                </a:r>
                <a:endParaRPr lang="zh-TW" altLang="en-US" sz="1100" b="0">
                  <a:latin typeface="Times New Roman" panose="02020603050405020304" pitchFamily="18" charset="0"/>
                  <a:ea typeface="新細明體" panose="02020500000000000000" pitchFamily="18" charset="-120"/>
                </a:endParaRPr>
              </a:p>
            </p:txBody>
          </p:sp>
          <p:sp>
            <p:nvSpPr>
              <p:cNvPr id="30883" name="Rectangle 196">
                <a:extLst>
                  <a:ext uri="{FF2B5EF4-FFF2-40B4-BE49-F238E27FC236}">
                    <a16:creationId xmlns:a16="http://schemas.microsoft.com/office/drawing/2014/main" id="{54CA3BC7-397A-408F-8CCE-51938D9C5934}"/>
                  </a:ext>
                </a:extLst>
              </p:cNvPr>
              <p:cNvSpPr>
                <a:spLocks noChangeArrowheads="1"/>
              </p:cNvSpPr>
              <p:nvPr/>
            </p:nvSpPr>
            <p:spPr bwMode="auto">
              <a:xfrm>
                <a:off x="4402" y="2132"/>
                <a:ext cx="8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FF0000"/>
                    </a:solidFill>
                    <a:latin typeface="Arial" panose="020B0604020202020204" pitchFamily="34" charset="0"/>
                    <a:ea typeface="新細明體" panose="02020500000000000000" pitchFamily="18" charset="-120"/>
                  </a:rPr>
                  <a:t>o</a:t>
                </a:r>
                <a:endParaRPr lang="en-US" altLang="zh-TW" sz="1100" b="0">
                  <a:solidFill>
                    <a:srgbClr val="FF0000"/>
                  </a:solidFill>
                  <a:latin typeface="Times New Roman" panose="02020603050405020304" pitchFamily="18" charset="0"/>
                  <a:ea typeface="新細明體" panose="02020500000000000000" pitchFamily="18" charset="-120"/>
                </a:endParaRPr>
              </a:p>
            </p:txBody>
          </p:sp>
          <p:sp>
            <p:nvSpPr>
              <p:cNvPr id="30884" name="Rectangle 197">
                <a:extLst>
                  <a:ext uri="{FF2B5EF4-FFF2-40B4-BE49-F238E27FC236}">
                    <a16:creationId xmlns:a16="http://schemas.microsoft.com/office/drawing/2014/main" id="{B25E4C61-FB9D-453F-8E1A-6B106AE12A52}"/>
                  </a:ext>
                </a:extLst>
              </p:cNvPr>
              <p:cNvSpPr>
                <a:spLocks noChangeArrowheads="1"/>
              </p:cNvSpPr>
              <p:nvPr/>
            </p:nvSpPr>
            <p:spPr bwMode="auto">
              <a:xfrm>
                <a:off x="4475" y="213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EB7500"/>
                    </a:solidFill>
                    <a:latin typeface="Arial" panose="020B0604020202020204" pitchFamily="34" charset="0"/>
                    <a:ea typeface="新細明體" panose="02020500000000000000" pitchFamily="18" charset="-120"/>
                  </a:rPr>
                  <a:t>p</a:t>
                </a:r>
                <a:endParaRPr lang="en-US" altLang="zh-TW" sz="1100" b="0">
                  <a:latin typeface="Times New Roman" panose="02020603050405020304" pitchFamily="18" charset="0"/>
                  <a:ea typeface="新細明體" panose="02020500000000000000" pitchFamily="18" charset="-120"/>
                </a:endParaRPr>
              </a:p>
            </p:txBody>
          </p:sp>
          <p:sp>
            <p:nvSpPr>
              <p:cNvPr id="30885" name="Rectangle 198">
                <a:extLst>
                  <a:ext uri="{FF2B5EF4-FFF2-40B4-BE49-F238E27FC236}">
                    <a16:creationId xmlns:a16="http://schemas.microsoft.com/office/drawing/2014/main" id="{9AB6B8A5-40F3-45F4-98E1-44DEDB5143B5}"/>
                  </a:ext>
                </a:extLst>
              </p:cNvPr>
              <p:cNvSpPr>
                <a:spLocks noChangeArrowheads="1"/>
              </p:cNvSpPr>
              <p:nvPr/>
            </p:nvSpPr>
            <p:spPr bwMode="auto">
              <a:xfrm>
                <a:off x="4552" y="2132"/>
                <a:ext cx="8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dirty="0">
                    <a:solidFill>
                      <a:srgbClr val="FF0000"/>
                    </a:solidFill>
                    <a:latin typeface="Arial" panose="020B0604020202020204" pitchFamily="34" charset="0"/>
                    <a:ea typeface="新細明體" panose="02020500000000000000" pitchFamily="18" charset="-120"/>
                  </a:rPr>
                  <a:t>e</a:t>
                </a:r>
                <a:endParaRPr lang="en-US" altLang="zh-TW" sz="1100" b="0" dirty="0">
                  <a:solidFill>
                    <a:srgbClr val="FF0000"/>
                  </a:solidFill>
                  <a:latin typeface="Times New Roman" panose="02020603050405020304" pitchFamily="18" charset="0"/>
                  <a:ea typeface="新細明體" panose="02020500000000000000" pitchFamily="18" charset="-120"/>
                </a:endParaRPr>
              </a:p>
            </p:txBody>
          </p:sp>
          <p:sp>
            <p:nvSpPr>
              <p:cNvPr id="30886" name="Rectangle 199">
                <a:extLst>
                  <a:ext uri="{FF2B5EF4-FFF2-40B4-BE49-F238E27FC236}">
                    <a16:creationId xmlns:a16="http://schemas.microsoft.com/office/drawing/2014/main" id="{DE791FFF-EA6C-4755-A04C-75BD898C4616}"/>
                  </a:ext>
                </a:extLst>
              </p:cNvPr>
              <p:cNvSpPr>
                <a:spLocks noChangeArrowheads="1"/>
              </p:cNvSpPr>
              <p:nvPr/>
            </p:nvSpPr>
            <p:spPr bwMode="auto">
              <a:xfrm>
                <a:off x="4625" y="2132"/>
                <a:ext cx="3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EB7500"/>
                    </a:solidFill>
                    <a:latin typeface="Arial" panose="020B0604020202020204" pitchFamily="34" charset="0"/>
                    <a:ea typeface="新細明體" panose="02020500000000000000" pitchFamily="18" charset="-120"/>
                  </a:rPr>
                  <a:t>r</a:t>
                </a:r>
                <a:endParaRPr lang="en-US" altLang="zh-TW" sz="1100" b="0">
                  <a:latin typeface="Times New Roman" panose="02020603050405020304" pitchFamily="18" charset="0"/>
                  <a:ea typeface="新細明體" panose="02020500000000000000" pitchFamily="18" charset="-120"/>
                </a:endParaRPr>
              </a:p>
            </p:txBody>
          </p:sp>
          <p:sp>
            <p:nvSpPr>
              <p:cNvPr id="30887" name="Rectangle 200">
                <a:extLst>
                  <a:ext uri="{FF2B5EF4-FFF2-40B4-BE49-F238E27FC236}">
                    <a16:creationId xmlns:a16="http://schemas.microsoft.com/office/drawing/2014/main" id="{61C1902E-C406-4CED-97D7-CE2DBFCDC547}"/>
                  </a:ext>
                </a:extLst>
              </p:cNvPr>
              <p:cNvSpPr>
                <a:spLocks noChangeArrowheads="1"/>
              </p:cNvSpPr>
              <p:nvPr/>
            </p:nvSpPr>
            <p:spPr bwMode="auto">
              <a:xfrm>
                <a:off x="4670" y="213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dirty="0">
                    <a:solidFill>
                      <a:srgbClr val="EB7500"/>
                    </a:solidFill>
                    <a:latin typeface="Arial" panose="020B0604020202020204" pitchFamily="34" charset="0"/>
                    <a:ea typeface="新細明體" panose="02020500000000000000" pitchFamily="18" charset="-120"/>
                  </a:rPr>
                  <a:t>a</a:t>
                </a:r>
                <a:endParaRPr lang="en-US" altLang="zh-TW" sz="1100" b="0" dirty="0">
                  <a:latin typeface="Times New Roman" panose="02020603050405020304" pitchFamily="18" charset="0"/>
                  <a:ea typeface="新細明體" panose="02020500000000000000" pitchFamily="18" charset="-120"/>
                </a:endParaRPr>
              </a:p>
            </p:txBody>
          </p:sp>
          <p:sp>
            <p:nvSpPr>
              <p:cNvPr id="30888" name="Rectangle 201">
                <a:extLst>
                  <a:ext uri="{FF2B5EF4-FFF2-40B4-BE49-F238E27FC236}">
                    <a16:creationId xmlns:a16="http://schemas.microsoft.com/office/drawing/2014/main" id="{826BF18C-A02E-4321-A53F-8BF338797821}"/>
                  </a:ext>
                </a:extLst>
              </p:cNvPr>
              <p:cNvSpPr>
                <a:spLocks noChangeArrowheads="1"/>
              </p:cNvSpPr>
              <p:nvPr/>
            </p:nvSpPr>
            <p:spPr bwMode="auto">
              <a:xfrm>
                <a:off x="4747" y="2132"/>
                <a:ext cx="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FF0000"/>
                    </a:solidFill>
                    <a:latin typeface="Arial" panose="020B0604020202020204" pitchFamily="34" charset="0"/>
                    <a:ea typeface="新細明體" panose="02020500000000000000" pitchFamily="18" charset="-120"/>
                  </a:rPr>
                  <a:t>t</a:t>
                </a:r>
                <a:endParaRPr lang="en-US" altLang="zh-TW" sz="1100" b="0">
                  <a:solidFill>
                    <a:srgbClr val="FF0000"/>
                  </a:solidFill>
                  <a:latin typeface="Times New Roman" panose="02020603050405020304" pitchFamily="18" charset="0"/>
                  <a:ea typeface="新細明體" panose="02020500000000000000" pitchFamily="18" charset="-120"/>
                </a:endParaRPr>
              </a:p>
            </p:txBody>
          </p:sp>
          <p:sp>
            <p:nvSpPr>
              <p:cNvPr id="30889" name="Rectangle 202">
                <a:extLst>
                  <a:ext uri="{FF2B5EF4-FFF2-40B4-BE49-F238E27FC236}">
                    <a16:creationId xmlns:a16="http://schemas.microsoft.com/office/drawing/2014/main" id="{A821A06C-88A4-4592-B6CC-2A6CCB1D6A6A}"/>
                  </a:ext>
                </a:extLst>
              </p:cNvPr>
              <p:cNvSpPr>
                <a:spLocks noChangeArrowheads="1"/>
              </p:cNvSpPr>
              <p:nvPr/>
            </p:nvSpPr>
            <p:spPr bwMode="auto">
              <a:xfrm>
                <a:off x="4784" y="2132"/>
                <a:ext cx="2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EB7500"/>
                    </a:solidFill>
                    <a:latin typeface="Arial" panose="020B0604020202020204" pitchFamily="34" charset="0"/>
                    <a:ea typeface="新細明體" panose="02020500000000000000" pitchFamily="18" charset="-120"/>
                  </a:rPr>
                  <a:t>i</a:t>
                </a:r>
                <a:endParaRPr lang="en-US" altLang="zh-TW" sz="1100" b="0">
                  <a:latin typeface="Times New Roman" panose="02020603050405020304" pitchFamily="18" charset="0"/>
                  <a:ea typeface="新細明體" panose="02020500000000000000" pitchFamily="18" charset="-120"/>
                </a:endParaRPr>
              </a:p>
            </p:txBody>
          </p:sp>
          <p:sp>
            <p:nvSpPr>
              <p:cNvPr id="30890" name="Rectangle 203">
                <a:extLst>
                  <a:ext uri="{FF2B5EF4-FFF2-40B4-BE49-F238E27FC236}">
                    <a16:creationId xmlns:a16="http://schemas.microsoft.com/office/drawing/2014/main" id="{0FF77396-7C57-4DD1-AB30-DD1C69FAB97D}"/>
                  </a:ext>
                </a:extLst>
              </p:cNvPr>
              <p:cNvSpPr>
                <a:spLocks noChangeArrowheads="1"/>
              </p:cNvSpPr>
              <p:nvPr/>
            </p:nvSpPr>
            <p:spPr bwMode="auto">
              <a:xfrm>
                <a:off x="4816" y="213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EB7500"/>
                    </a:solidFill>
                    <a:latin typeface="Arial" panose="020B0604020202020204" pitchFamily="34" charset="0"/>
                    <a:ea typeface="新細明體" panose="02020500000000000000" pitchFamily="18" charset="-120"/>
                  </a:rPr>
                  <a:t>o</a:t>
                </a:r>
                <a:endParaRPr lang="en-US" altLang="zh-TW" sz="1100" b="0">
                  <a:latin typeface="Times New Roman" panose="02020603050405020304" pitchFamily="18" charset="0"/>
                  <a:ea typeface="新細明體" panose="02020500000000000000" pitchFamily="18" charset="-120"/>
                </a:endParaRPr>
              </a:p>
            </p:txBody>
          </p:sp>
          <p:sp>
            <p:nvSpPr>
              <p:cNvPr id="30891" name="Rectangle 204">
                <a:extLst>
                  <a:ext uri="{FF2B5EF4-FFF2-40B4-BE49-F238E27FC236}">
                    <a16:creationId xmlns:a16="http://schemas.microsoft.com/office/drawing/2014/main" id="{6D9320BF-E5D1-47FB-A069-76C2F5BD2FA9}"/>
                  </a:ext>
                </a:extLst>
              </p:cNvPr>
              <p:cNvSpPr>
                <a:spLocks noChangeArrowheads="1"/>
              </p:cNvSpPr>
              <p:nvPr/>
            </p:nvSpPr>
            <p:spPr bwMode="auto">
              <a:xfrm>
                <a:off x="4889" y="213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100" b="0">
                    <a:solidFill>
                      <a:srgbClr val="EB7500"/>
                    </a:solidFill>
                    <a:latin typeface="Arial" panose="020B0604020202020204" pitchFamily="34" charset="0"/>
                    <a:ea typeface="新細明體" panose="02020500000000000000" pitchFamily="18" charset="-120"/>
                  </a:rPr>
                  <a:t>n</a:t>
                </a:r>
                <a:endParaRPr lang="en-US" altLang="zh-TW" sz="1100" b="0">
                  <a:latin typeface="Times New Roman" panose="02020603050405020304" pitchFamily="18" charset="0"/>
                  <a:ea typeface="新細明體" panose="02020500000000000000" pitchFamily="18" charset="-120"/>
                </a:endParaRPr>
              </a:p>
            </p:txBody>
          </p:sp>
          <p:sp>
            <p:nvSpPr>
              <p:cNvPr id="30892" name="Rectangle 205">
                <a:extLst>
                  <a:ext uri="{FF2B5EF4-FFF2-40B4-BE49-F238E27FC236}">
                    <a16:creationId xmlns:a16="http://schemas.microsoft.com/office/drawing/2014/main" id="{92EE06F0-2A26-4641-966E-D884E9324367}"/>
                  </a:ext>
                </a:extLst>
              </p:cNvPr>
              <p:cNvSpPr>
                <a:spLocks noChangeArrowheads="1"/>
              </p:cNvSpPr>
              <p:nvPr/>
            </p:nvSpPr>
            <p:spPr bwMode="auto">
              <a:xfrm>
                <a:off x="3827" y="2203"/>
                <a:ext cx="0"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en-US" altLang="zh-TW" sz="1100" b="0">
                  <a:latin typeface="Times New Roman" panose="02020603050405020304" pitchFamily="18" charset="0"/>
                  <a:ea typeface="新細明體" panose="02020500000000000000" pitchFamily="18" charset="-120"/>
                </a:endParaRPr>
              </a:p>
            </p:txBody>
          </p:sp>
          <p:sp>
            <p:nvSpPr>
              <p:cNvPr id="30893" name="Line 206">
                <a:extLst>
                  <a:ext uri="{FF2B5EF4-FFF2-40B4-BE49-F238E27FC236}">
                    <a16:creationId xmlns:a16="http://schemas.microsoft.com/office/drawing/2014/main" id="{856416B5-4891-4A3A-A1E8-91E15EAE5D79}"/>
                  </a:ext>
                </a:extLst>
              </p:cNvPr>
              <p:cNvSpPr>
                <a:spLocks noChangeShapeType="1"/>
              </p:cNvSpPr>
              <p:nvPr/>
            </p:nvSpPr>
            <p:spPr bwMode="auto">
              <a:xfrm>
                <a:off x="3964" y="2268"/>
                <a:ext cx="110" cy="105"/>
              </a:xfrm>
              <a:prstGeom prst="line">
                <a:avLst/>
              </a:prstGeom>
              <a:noFill/>
              <a:ln w="25400">
                <a:solidFill>
                  <a:srgbClr val="EB7500"/>
                </a:solidFill>
                <a:round/>
                <a:headEnd/>
                <a:tailEnd/>
              </a:ln>
              <a:extLst>
                <a:ext uri="{909E8E84-426E-40DD-AFC4-6F175D3DCCD1}">
                  <a14:hiddenFill xmlns:a14="http://schemas.microsoft.com/office/drawing/2010/main">
                    <a:noFill/>
                  </a14:hiddenFill>
                </a:ext>
              </a:extLst>
            </p:spPr>
            <p:txBody>
              <a:bodyPr/>
              <a:lstStyle/>
              <a:p>
                <a:endParaRPr lang="zh-CN" altLang="en-US" sz="1100">
                  <a:solidFill>
                    <a:srgbClr val="FF0000"/>
                  </a:solidFill>
                </a:endParaRPr>
              </a:p>
            </p:txBody>
          </p:sp>
        </p:grpSp>
        <p:sp>
          <p:nvSpPr>
            <p:cNvPr id="30730" name="Rectangle 207">
              <a:extLst>
                <a:ext uri="{FF2B5EF4-FFF2-40B4-BE49-F238E27FC236}">
                  <a16:creationId xmlns:a16="http://schemas.microsoft.com/office/drawing/2014/main" id="{8B0652D9-4965-43B4-8356-FBF81824DB6E}"/>
                </a:ext>
              </a:extLst>
            </p:cNvPr>
            <p:cNvSpPr>
              <a:spLocks noChangeArrowheads="1"/>
            </p:cNvSpPr>
            <p:nvPr/>
          </p:nvSpPr>
          <p:spPr bwMode="auto">
            <a:xfrm>
              <a:off x="6849667" y="2446735"/>
              <a:ext cx="59022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latin typeface="Times New Roman" panose="02020603050405020304" pitchFamily="18" charset="0"/>
                  <a:ea typeface="新細明體" panose="02020500000000000000" pitchFamily="18" charset="-120"/>
                </a:rPr>
                <a:t>(funct)</a:t>
              </a:r>
            </a:p>
          </p:txBody>
        </p:sp>
      </p:grpSp>
      <p:sp>
        <p:nvSpPr>
          <p:cNvPr id="208" name="灯片编号占位符 5">
            <a:extLst>
              <a:ext uri="{FF2B5EF4-FFF2-40B4-BE49-F238E27FC236}">
                <a16:creationId xmlns:a16="http://schemas.microsoft.com/office/drawing/2014/main" id="{C37825F2-F74A-4E80-9B3B-C6268D95AAD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25</a:t>
            </a:fld>
            <a:endParaRPr lang="zh-TW"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a:extLst>
              <a:ext uri="{FF2B5EF4-FFF2-40B4-BE49-F238E27FC236}">
                <a16:creationId xmlns:a16="http://schemas.microsoft.com/office/drawing/2014/main" id="{9173F642-302F-4CD8-BD7E-F01B4D70F13C}"/>
              </a:ext>
            </a:extLst>
          </p:cNvPr>
          <p:cNvSpPr>
            <a:spLocks noGrp="1" noChangeArrowheads="1"/>
          </p:cNvSpPr>
          <p:nvPr>
            <p:ph type="title"/>
          </p:nvPr>
        </p:nvSpPr>
        <p:spPr>
          <a:xfrm>
            <a:off x="929769" y="44054"/>
            <a:ext cx="6799770" cy="676275"/>
          </a:xfrm>
        </p:spPr>
        <p:txBody>
          <a:bodyPr/>
          <a:lstStyle/>
          <a:p>
            <a:r>
              <a:rPr lang="en-US" altLang="zh-TW" dirty="0"/>
              <a:t>Step 3c - Load/Store Operations</a:t>
            </a:r>
          </a:p>
        </p:txBody>
      </p:sp>
      <p:sp>
        <p:nvSpPr>
          <p:cNvPr id="31748" name="Rectangle 4">
            <a:extLst>
              <a:ext uri="{FF2B5EF4-FFF2-40B4-BE49-F238E27FC236}">
                <a16:creationId xmlns:a16="http://schemas.microsoft.com/office/drawing/2014/main" id="{4555EDDA-7E5D-438C-9457-4E87ABA1F4BA}"/>
              </a:ext>
            </a:extLst>
          </p:cNvPr>
          <p:cNvSpPr>
            <a:spLocks noGrp="1" noChangeArrowheads="1"/>
          </p:cNvSpPr>
          <p:nvPr>
            <p:ph type="body" idx="1"/>
          </p:nvPr>
        </p:nvSpPr>
        <p:spPr>
          <a:xfrm>
            <a:off x="991240" y="813416"/>
            <a:ext cx="7680192" cy="369925"/>
          </a:xfrm>
        </p:spPr>
        <p:txBody>
          <a:bodyPr/>
          <a:lstStyle/>
          <a:p>
            <a:r>
              <a:rPr lang="en-US" altLang="zh-TW" sz="2000" dirty="0"/>
              <a:t>R[rt]&lt;-Mem[R[</a:t>
            </a:r>
            <a:r>
              <a:rPr lang="en-US" altLang="zh-TW" sz="2000" dirty="0" err="1"/>
              <a:t>rs</a:t>
            </a:r>
            <a:r>
              <a:rPr lang="en-US" altLang="zh-TW" sz="2000" dirty="0"/>
              <a:t>]+</a:t>
            </a:r>
            <a:r>
              <a:rPr lang="en-US" altLang="zh-TW" sz="2000" dirty="0" err="1"/>
              <a:t>SignExt</a:t>
            </a:r>
            <a:r>
              <a:rPr lang="en-US" altLang="zh-TW" sz="2000" dirty="0"/>
              <a:t>[imm16]]   Ex: </a:t>
            </a:r>
            <a:r>
              <a:rPr lang="en-US" altLang="zh-TW" sz="2000" dirty="0" err="1"/>
              <a:t>lw</a:t>
            </a:r>
            <a:r>
              <a:rPr lang="en-US" altLang="zh-TW" sz="2000" dirty="0"/>
              <a:t> rt,rs,imm16</a:t>
            </a:r>
          </a:p>
        </p:txBody>
      </p:sp>
      <p:grpSp>
        <p:nvGrpSpPr>
          <p:cNvPr id="2" name="组合 1">
            <a:extLst>
              <a:ext uri="{FF2B5EF4-FFF2-40B4-BE49-F238E27FC236}">
                <a16:creationId xmlns:a16="http://schemas.microsoft.com/office/drawing/2014/main" id="{D137679A-9CA4-41AF-A2ED-C4E50ED2822C}"/>
              </a:ext>
            </a:extLst>
          </p:cNvPr>
          <p:cNvGrpSpPr/>
          <p:nvPr/>
        </p:nvGrpSpPr>
        <p:grpSpPr>
          <a:xfrm>
            <a:off x="1498386" y="1329685"/>
            <a:ext cx="5939759" cy="3173157"/>
            <a:chOff x="1352550" y="1166810"/>
            <a:chExt cx="6438900" cy="3481390"/>
          </a:xfrm>
        </p:grpSpPr>
        <p:pic>
          <p:nvPicPr>
            <p:cNvPr id="31746" name="Picture 2">
              <a:extLst>
                <a:ext uri="{FF2B5EF4-FFF2-40B4-BE49-F238E27FC236}">
                  <a16:creationId xmlns:a16="http://schemas.microsoft.com/office/drawing/2014/main" id="{6A58D0A9-16F9-4F50-B43D-A1F1F909806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2550" y="2057400"/>
              <a:ext cx="64389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pic>
        <p:sp>
          <p:nvSpPr>
            <p:cNvPr id="31749" name="Text Box 6">
              <a:extLst>
                <a:ext uri="{FF2B5EF4-FFF2-40B4-BE49-F238E27FC236}">
                  <a16:creationId xmlns:a16="http://schemas.microsoft.com/office/drawing/2014/main" id="{8BA6C533-5ADF-4D27-A6EA-69D6AB205114}"/>
                </a:ext>
              </a:extLst>
            </p:cNvPr>
            <p:cNvSpPr txBox="1">
              <a:spLocks noChangeArrowheads="1"/>
            </p:cNvSpPr>
            <p:nvPr/>
          </p:nvSpPr>
          <p:spPr bwMode="auto">
            <a:xfrm>
              <a:off x="2158603" y="1909762"/>
              <a:ext cx="356578" cy="303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solidFill>
                    <a:schemeClr val="hlink"/>
                  </a:solidFill>
                  <a:latin typeface="Arial" panose="020B0604020202020204" pitchFamily="34" charset="0"/>
                  <a:ea typeface="新細明體" panose="02020500000000000000" pitchFamily="18" charset="-120"/>
                </a:rPr>
                <a:t>rs</a:t>
              </a:r>
            </a:p>
          </p:txBody>
        </p:sp>
        <p:sp>
          <p:nvSpPr>
            <p:cNvPr id="31750" name="Text Box 8">
              <a:extLst>
                <a:ext uri="{FF2B5EF4-FFF2-40B4-BE49-F238E27FC236}">
                  <a16:creationId xmlns:a16="http://schemas.microsoft.com/office/drawing/2014/main" id="{4A2809FA-FF3C-4EAC-8257-C9214596605B}"/>
                </a:ext>
              </a:extLst>
            </p:cNvPr>
            <p:cNvSpPr txBox="1">
              <a:spLocks noChangeArrowheads="1"/>
            </p:cNvSpPr>
            <p:nvPr/>
          </p:nvSpPr>
          <p:spPr bwMode="auto">
            <a:xfrm>
              <a:off x="2158603" y="2681287"/>
              <a:ext cx="320087" cy="303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solidFill>
                    <a:schemeClr val="accent2"/>
                  </a:solidFill>
                  <a:latin typeface="Arial" panose="020B0604020202020204" pitchFamily="34" charset="0"/>
                  <a:ea typeface="新細明體" panose="02020500000000000000" pitchFamily="18" charset="-120"/>
                </a:rPr>
                <a:t>rt</a:t>
              </a:r>
            </a:p>
          </p:txBody>
        </p:sp>
        <p:grpSp>
          <p:nvGrpSpPr>
            <p:cNvPr id="31751" name="Group 9">
              <a:extLst>
                <a:ext uri="{FF2B5EF4-FFF2-40B4-BE49-F238E27FC236}">
                  <a16:creationId xmlns:a16="http://schemas.microsoft.com/office/drawing/2014/main" id="{0A25F142-8CF4-4E6B-86D6-67A26F751DEB}"/>
                </a:ext>
              </a:extLst>
            </p:cNvPr>
            <p:cNvGrpSpPr>
              <a:grpSpLocks/>
            </p:cNvGrpSpPr>
            <p:nvPr/>
          </p:nvGrpSpPr>
          <p:grpSpPr bwMode="auto">
            <a:xfrm>
              <a:off x="1971675" y="1166810"/>
              <a:ext cx="4848226" cy="787002"/>
              <a:chOff x="936" y="980"/>
              <a:chExt cx="4072" cy="661"/>
            </a:xfrm>
          </p:grpSpPr>
          <p:sp>
            <p:nvSpPr>
              <p:cNvPr id="31755" name="Rectangle 10">
                <a:extLst>
                  <a:ext uri="{FF2B5EF4-FFF2-40B4-BE49-F238E27FC236}">
                    <a16:creationId xmlns:a16="http://schemas.microsoft.com/office/drawing/2014/main" id="{56F59B84-C2D1-4D7F-AA28-7DCD0D87B0AA}"/>
                  </a:ext>
                </a:extLst>
              </p:cNvPr>
              <p:cNvSpPr>
                <a:spLocks noChangeArrowheads="1"/>
              </p:cNvSpPr>
              <p:nvPr/>
            </p:nvSpPr>
            <p:spPr bwMode="auto">
              <a:xfrm>
                <a:off x="3420" y="980"/>
                <a:ext cx="274" cy="23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dirty="0">
                    <a:latin typeface="Arial" panose="020B0604020202020204" pitchFamily="34" charset="0"/>
                    <a:ea typeface="新細明體" panose="02020500000000000000" pitchFamily="18" charset="-120"/>
                  </a:rPr>
                  <a:t>11</a:t>
                </a:r>
              </a:p>
            </p:txBody>
          </p:sp>
          <p:sp>
            <p:nvSpPr>
              <p:cNvPr id="31756" name="Rectangle 11">
                <a:extLst>
                  <a:ext uri="{FF2B5EF4-FFF2-40B4-BE49-F238E27FC236}">
                    <a16:creationId xmlns:a16="http://schemas.microsoft.com/office/drawing/2014/main" id="{67556A74-5DCF-4927-B210-9E51E974648C}"/>
                  </a:ext>
                </a:extLst>
              </p:cNvPr>
              <p:cNvSpPr>
                <a:spLocks noChangeArrowheads="1"/>
              </p:cNvSpPr>
              <p:nvPr/>
            </p:nvSpPr>
            <p:spPr bwMode="auto">
              <a:xfrm>
                <a:off x="1008" y="1216"/>
                <a:ext cx="3899"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200" b="0">
                  <a:latin typeface="Times New Roman" panose="02020603050405020304" pitchFamily="18" charset="0"/>
                  <a:ea typeface="新細明體" panose="02020500000000000000" pitchFamily="18" charset="-120"/>
                </a:endParaRPr>
              </a:p>
            </p:txBody>
          </p:sp>
          <p:grpSp>
            <p:nvGrpSpPr>
              <p:cNvPr id="31757" name="Group 12">
                <a:extLst>
                  <a:ext uri="{FF2B5EF4-FFF2-40B4-BE49-F238E27FC236}">
                    <a16:creationId xmlns:a16="http://schemas.microsoft.com/office/drawing/2014/main" id="{BD96DEFC-850C-403A-9A7D-53434C4CDA2E}"/>
                  </a:ext>
                </a:extLst>
              </p:cNvPr>
              <p:cNvGrpSpPr>
                <a:grpSpLocks/>
              </p:cNvGrpSpPr>
              <p:nvPr/>
            </p:nvGrpSpPr>
            <p:grpSpPr bwMode="auto">
              <a:xfrm>
                <a:off x="1003" y="1180"/>
                <a:ext cx="676" cy="234"/>
                <a:chOff x="1968" y="1150"/>
                <a:chExt cx="624" cy="234"/>
              </a:xfrm>
            </p:grpSpPr>
            <p:sp>
              <p:nvSpPr>
                <p:cNvPr id="31777" name="Rectangle 13">
                  <a:extLst>
                    <a:ext uri="{FF2B5EF4-FFF2-40B4-BE49-F238E27FC236}">
                      <a16:creationId xmlns:a16="http://schemas.microsoft.com/office/drawing/2014/main" id="{28339268-4D4A-44B0-AFF1-EF7793BB8B8E}"/>
                    </a:ext>
                  </a:extLst>
                </p:cNvPr>
                <p:cNvSpPr>
                  <a:spLocks noChangeArrowheads="1"/>
                </p:cNvSpPr>
                <p:nvPr/>
              </p:nvSpPr>
              <p:spPr bwMode="auto">
                <a:xfrm>
                  <a:off x="1968" y="1182"/>
                  <a:ext cx="624"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200" b="0">
                    <a:latin typeface="Times New Roman" panose="02020603050405020304" pitchFamily="18" charset="0"/>
                    <a:ea typeface="新細明體" panose="02020500000000000000" pitchFamily="18" charset="-120"/>
                  </a:endParaRPr>
                </a:p>
              </p:txBody>
            </p:sp>
            <p:sp>
              <p:nvSpPr>
                <p:cNvPr id="31778" name="Rectangle 14">
                  <a:extLst>
                    <a:ext uri="{FF2B5EF4-FFF2-40B4-BE49-F238E27FC236}">
                      <a16:creationId xmlns:a16="http://schemas.microsoft.com/office/drawing/2014/main" id="{E7F14AF7-BD34-474D-A2F8-DBA254579A5F}"/>
                    </a:ext>
                  </a:extLst>
                </p:cNvPr>
                <p:cNvSpPr>
                  <a:spLocks noChangeArrowheads="1"/>
                </p:cNvSpPr>
                <p:nvPr/>
              </p:nvSpPr>
              <p:spPr bwMode="auto">
                <a:xfrm>
                  <a:off x="2149" y="1150"/>
                  <a:ext cx="276"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op</a:t>
                  </a:r>
                </a:p>
              </p:txBody>
            </p:sp>
          </p:grpSp>
          <p:grpSp>
            <p:nvGrpSpPr>
              <p:cNvPr id="31758" name="Group 15">
                <a:extLst>
                  <a:ext uri="{FF2B5EF4-FFF2-40B4-BE49-F238E27FC236}">
                    <a16:creationId xmlns:a16="http://schemas.microsoft.com/office/drawing/2014/main" id="{71AD3B6D-EEBD-4319-9B34-7610B6F54E89}"/>
                  </a:ext>
                </a:extLst>
              </p:cNvPr>
              <p:cNvGrpSpPr>
                <a:grpSpLocks/>
              </p:cNvGrpSpPr>
              <p:nvPr/>
            </p:nvGrpSpPr>
            <p:grpSpPr bwMode="auto">
              <a:xfrm>
                <a:off x="1688" y="1180"/>
                <a:ext cx="628" cy="234"/>
                <a:chOff x="2600" y="1150"/>
                <a:chExt cx="580" cy="234"/>
              </a:xfrm>
            </p:grpSpPr>
            <p:sp>
              <p:nvSpPr>
                <p:cNvPr id="31775" name="Rectangle 16">
                  <a:extLst>
                    <a:ext uri="{FF2B5EF4-FFF2-40B4-BE49-F238E27FC236}">
                      <a16:creationId xmlns:a16="http://schemas.microsoft.com/office/drawing/2014/main" id="{888C3D8A-16BD-4F37-853B-750F8D953B7F}"/>
                    </a:ext>
                  </a:extLst>
                </p:cNvPr>
                <p:cNvSpPr>
                  <a:spLocks noChangeArrowheads="1"/>
                </p:cNvSpPr>
                <p:nvPr/>
              </p:nvSpPr>
              <p:spPr bwMode="auto">
                <a:xfrm>
                  <a:off x="2600" y="1182"/>
                  <a:ext cx="580"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200" b="0">
                    <a:latin typeface="Times New Roman" panose="02020603050405020304" pitchFamily="18" charset="0"/>
                    <a:ea typeface="新細明體" panose="02020500000000000000" pitchFamily="18" charset="-120"/>
                  </a:endParaRPr>
                </a:p>
              </p:txBody>
            </p:sp>
            <p:sp>
              <p:nvSpPr>
                <p:cNvPr id="31776" name="Rectangle 17">
                  <a:extLst>
                    <a:ext uri="{FF2B5EF4-FFF2-40B4-BE49-F238E27FC236}">
                      <a16:creationId xmlns:a16="http://schemas.microsoft.com/office/drawing/2014/main" id="{8E0BA7AB-D5F0-4E8D-9AD0-5393F281A850}"/>
                    </a:ext>
                  </a:extLst>
                </p:cNvPr>
                <p:cNvSpPr>
                  <a:spLocks noChangeArrowheads="1"/>
                </p:cNvSpPr>
                <p:nvPr/>
              </p:nvSpPr>
              <p:spPr bwMode="auto">
                <a:xfrm>
                  <a:off x="2764" y="1150"/>
                  <a:ext cx="239"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rs</a:t>
                  </a:r>
                </a:p>
              </p:txBody>
            </p:sp>
          </p:grpSp>
          <p:grpSp>
            <p:nvGrpSpPr>
              <p:cNvPr id="31759" name="Group 18">
                <a:extLst>
                  <a:ext uri="{FF2B5EF4-FFF2-40B4-BE49-F238E27FC236}">
                    <a16:creationId xmlns:a16="http://schemas.microsoft.com/office/drawing/2014/main" id="{3DD73610-1C2A-4472-A63B-7D0901A2329F}"/>
                  </a:ext>
                </a:extLst>
              </p:cNvPr>
              <p:cNvGrpSpPr>
                <a:grpSpLocks/>
              </p:cNvGrpSpPr>
              <p:nvPr/>
            </p:nvGrpSpPr>
            <p:grpSpPr bwMode="auto">
              <a:xfrm>
                <a:off x="2325" y="1180"/>
                <a:ext cx="627" cy="234"/>
                <a:chOff x="3188" y="1150"/>
                <a:chExt cx="579" cy="234"/>
              </a:xfrm>
            </p:grpSpPr>
            <p:sp>
              <p:nvSpPr>
                <p:cNvPr id="31773" name="Rectangle 19">
                  <a:extLst>
                    <a:ext uri="{FF2B5EF4-FFF2-40B4-BE49-F238E27FC236}">
                      <a16:creationId xmlns:a16="http://schemas.microsoft.com/office/drawing/2014/main" id="{D5717576-7A08-44A9-9350-2A80837DC0AF}"/>
                    </a:ext>
                  </a:extLst>
                </p:cNvPr>
                <p:cNvSpPr>
                  <a:spLocks noChangeArrowheads="1"/>
                </p:cNvSpPr>
                <p:nvPr/>
              </p:nvSpPr>
              <p:spPr bwMode="auto">
                <a:xfrm>
                  <a:off x="3188" y="1182"/>
                  <a:ext cx="579"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200" b="0">
                    <a:latin typeface="Times New Roman" panose="02020603050405020304" pitchFamily="18" charset="0"/>
                    <a:ea typeface="新細明體" panose="02020500000000000000" pitchFamily="18" charset="-120"/>
                  </a:endParaRPr>
                </a:p>
              </p:txBody>
            </p:sp>
            <p:sp>
              <p:nvSpPr>
                <p:cNvPr id="31774" name="Rectangle 20">
                  <a:extLst>
                    <a:ext uri="{FF2B5EF4-FFF2-40B4-BE49-F238E27FC236}">
                      <a16:creationId xmlns:a16="http://schemas.microsoft.com/office/drawing/2014/main" id="{BC311AAF-6932-4B81-81D0-2700DCC4CF72}"/>
                    </a:ext>
                  </a:extLst>
                </p:cNvPr>
                <p:cNvSpPr>
                  <a:spLocks noChangeArrowheads="1"/>
                </p:cNvSpPr>
                <p:nvPr/>
              </p:nvSpPr>
              <p:spPr bwMode="auto">
                <a:xfrm>
                  <a:off x="3351" y="1150"/>
                  <a:ext cx="21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rt</a:t>
                  </a:r>
                </a:p>
              </p:txBody>
            </p:sp>
          </p:grpSp>
          <p:sp>
            <p:nvSpPr>
              <p:cNvPr id="31760" name="Rectangle 21">
                <a:extLst>
                  <a:ext uri="{FF2B5EF4-FFF2-40B4-BE49-F238E27FC236}">
                    <a16:creationId xmlns:a16="http://schemas.microsoft.com/office/drawing/2014/main" id="{C083E7F4-AEF6-4C57-A06C-37020C9FA024}"/>
                  </a:ext>
                </a:extLst>
              </p:cNvPr>
              <p:cNvSpPr>
                <a:spLocks noChangeArrowheads="1"/>
              </p:cNvSpPr>
              <p:nvPr/>
            </p:nvSpPr>
            <p:spPr bwMode="auto">
              <a:xfrm>
                <a:off x="2961" y="1212"/>
                <a:ext cx="1950"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200" b="0">
                  <a:latin typeface="Times New Roman" panose="02020603050405020304" pitchFamily="18" charset="0"/>
                  <a:ea typeface="新細明體" panose="02020500000000000000" pitchFamily="18" charset="-120"/>
                </a:endParaRPr>
              </a:p>
            </p:txBody>
          </p:sp>
          <p:sp>
            <p:nvSpPr>
              <p:cNvPr id="31761" name="Rectangle 22">
                <a:extLst>
                  <a:ext uri="{FF2B5EF4-FFF2-40B4-BE49-F238E27FC236}">
                    <a16:creationId xmlns:a16="http://schemas.microsoft.com/office/drawing/2014/main" id="{29993B97-A018-49C3-A1AE-5CE8A8AA2B95}"/>
                  </a:ext>
                </a:extLst>
              </p:cNvPr>
              <p:cNvSpPr>
                <a:spLocks noChangeArrowheads="1"/>
              </p:cNvSpPr>
              <p:nvPr/>
            </p:nvSpPr>
            <p:spPr bwMode="auto">
              <a:xfrm>
                <a:off x="3414" y="1194"/>
                <a:ext cx="819"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Arial" panose="020B0604020202020204" pitchFamily="34" charset="0"/>
                    <a:ea typeface="新細明體" panose="02020500000000000000" pitchFamily="18" charset="-120"/>
                  </a:rPr>
                  <a:t>immediate</a:t>
                </a:r>
              </a:p>
            </p:txBody>
          </p:sp>
          <p:sp>
            <p:nvSpPr>
              <p:cNvPr id="31762" name="Rectangle 23">
                <a:extLst>
                  <a:ext uri="{FF2B5EF4-FFF2-40B4-BE49-F238E27FC236}">
                    <a16:creationId xmlns:a16="http://schemas.microsoft.com/office/drawing/2014/main" id="{06B5230B-123E-4D60-8F25-580CC9839248}"/>
                  </a:ext>
                </a:extLst>
              </p:cNvPr>
              <p:cNvSpPr>
                <a:spLocks noChangeArrowheads="1"/>
              </p:cNvSpPr>
              <p:nvPr/>
            </p:nvSpPr>
            <p:spPr bwMode="auto">
              <a:xfrm>
                <a:off x="4804" y="1023"/>
                <a:ext cx="20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0</a:t>
                </a:r>
              </a:p>
            </p:txBody>
          </p:sp>
          <p:sp>
            <p:nvSpPr>
              <p:cNvPr id="31763" name="Rectangle 24">
                <a:extLst>
                  <a:ext uri="{FF2B5EF4-FFF2-40B4-BE49-F238E27FC236}">
                    <a16:creationId xmlns:a16="http://schemas.microsoft.com/office/drawing/2014/main" id="{72D1ED8F-63C0-49CD-AEA7-8A706A4391EA}"/>
                  </a:ext>
                </a:extLst>
              </p:cNvPr>
              <p:cNvSpPr>
                <a:spLocks noChangeArrowheads="1"/>
              </p:cNvSpPr>
              <p:nvPr/>
            </p:nvSpPr>
            <p:spPr bwMode="auto">
              <a:xfrm>
                <a:off x="2747" y="1023"/>
                <a:ext cx="282"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16</a:t>
                </a:r>
              </a:p>
            </p:txBody>
          </p:sp>
          <p:sp>
            <p:nvSpPr>
              <p:cNvPr id="31764" name="Rectangle 25">
                <a:extLst>
                  <a:ext uri="{FF2B5EF4-FFF2-40B4-BE49-F238E27FC236}">
                    <a16:creationId xmlns:a16="http://schemas.microsoft.com/office/drawing/2014/main" id="{D0BDE3C0-179B-41AC-85D0-00B8920315A7}"/>
                  </a:ext>
                </a:extLst>
              </p:cNvPr>
              <p:cNvSpPr>
                <a:spLocks noChangeArrowheads="1"/>
              </p:cNvSpPr>
              <p:nvPr/>
            </p:nvSpPr>
            <p:spPr bwMode="auto">
              <a:xfrm>
                <a:off x="2110" y="1023"/>
                <a:ext cx="282"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dirty="0">
                    <a:latin typeface="Arial" panose="020B0604020202020204" pitchFamily="34" charset="0"/>
                    <a:ea typeface="新細明體" panose="02020500000000000000" pitchFamily="18" charset="-120"/>
                  </a:rPr>
                  <a:t>21</a:t>
                </a:r>
              </a:p>
            </p:txBody>
          </p:sp>
          <p:sp>
            <p:nvSpPr>
              <p:cNvPr id="31765" name="Rectangle 26">
                <a:extLst>
                  <a:ext uri="{FF2B5EF4-FFF2-40B4-BE49-F238E27FC236}">
                    <a16:creationId xmlns:a16="http://schemas.microsoft.com/office/drawing/2014/main" id="{4A90DADB-7C4E-4997-B3B9-A0C2B03DE187}"/>
                  </a:ext>
                </a:extLst>
              </p:cNvPr>
              <p:cNvSpPr>
                <a:spLocks noChangeArrowheads="1"/>
              </p:cNvSpPr>
              <p:nvPr/>
            </p:nvSpPr>
            <p:spPr bwMode="auto">
              <a:xfrm>
                <a:off x="1464" y="1023"/>
                <a:ext cx="282"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26</a:t>
                </a:r>
              </a:p>
            </p:txBody>
          </p:sp>
          <p:sp>
            <p:nvSpPr>
              <p:cNvPr id="31766" name="Rectangle 27">
                <a:extLst>
                  <a:ext uri="{FF2B5EF4-FFF2-40B4-BE49-F238E27FC236}">
                    <a16:creationId xmlns:a16="http://schemas.microsoft.com/office/drawing/2014/main" id="{5B1EE45F-4A24-4862-9EAD-CE3CEE2C8F57}"/>
                  </a:ext>
                </a:extLst>
              </p:cNvPr>
              <p:cNvSpPr>
                <a:spLocks noChangeArrowheads="1"/>
              </p:cNvSpPr>
              <p:nvPr/>
            </p:nvSpPr>
            <p:spPr bwMode="auto">
              <a:xfrm>
                <a:off x="936" y="1023"/>
                <a:ext cx="282"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31</a:t>
                </a:r>
              </a:p>
            </p:txBody>
          </p:sp>
          <p:sp>
            <p:nvSpPr>
              <p:cNvPr id="31767" name="Rectangle 28">
                <a:extLst>
                  <a:ext uri="{FF2B5EF4-FFF2-40B4-BE49-F238E27FC236}">
                    <a16:creationId xmlns:a16="http://schemas.microsoft.com/office/drawing/2014/main" id="{70B7B070-AC55-4C31-AD38-FA12C6A35A47}"/>
                  </a:ext>
                </a:extLst>
              </p:cNvPr>
              <p:cNvSpPr>
                <a:spLocks noChangeArrowheads="1"/>
              </p:cNvSpPr>
              <p:nvPr/>
            </p:nvSpPr>
            <p:spPr bwMode="auto">
              <a:xfrm>
                <a:off x="1180" y="1407"/>
                <a:ext cx="493"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dirty="0">
                    <a:latin typeface="Arial" panose="020B0604020202020204" pitchFamily="34" charset="0"/>
                    <a:ea typeface="新細明體" panose="02020500000000000000" pitchFamily="18" charset="-120"/>
                  </a:rPr>
                  <a:t>6 </a:t>
                </a:r>
                <a:r>
                  <a:rPr kumimoji="1" lang="en-US" altLang="zh-TW" sz="1200" dirty="0">
                    <a:latin typeface="Arial" panose="020B0604020202020204" pitchFamily="34" charset="0"/>
                    <a:ea typeface="新細明體" panose="02020500000000000000" pitchFamily="18" charset="-120"/>
                  </a:rPr>
                  <a:t>bits</a:t>
                </a:r>
              </a:p>
            </p:txBody>
          </p:sp>
          <p:sp>
            <p:nvSpPr>
              <p:cNvPr id="31768" name="Rectangle 29">
                <a:extLst>
                  <a:ext uri="{FF2B5EF4-FFF2-40B4-BE49-F238E27FC236}">
                    <a16:creationId xmlns:a16="http://schemas.microsoft.com/office/drawing/2014/main" id="{3CEA74F8-1079-42EE-82AC-29C4C0F858C7}"/>
                  </a:ext>
                </a:extLst>
              </p:cNvPr>
              <p:cNvSpPr>
                <a:spLocks noChangeArrowheads="1"/>
              </p:cNvSpPr>
              <p:nvPr/>
            </p:nvSpPr>
            <p:spPr bwMode="auto">
              <a:xfrm>
                <a:off x="3677" y="1407"/>
                <a:ext cx="571"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16 </a:t>
                </a:r>
                <a:r>
                  <a:rPr kumimoji="1" lang="en-US" altLang="zh-TW" sz="1200">
                    <a:latin typeface="Arial" panose="020B0604020202020204" pitchFamily="34" charset="0"/>
                    <a:ea typeface="新細明體" panose="02020500000000000000" pitchFamily="18" charset="-120"/>
                  </a:rPr>
                  <a:t>bits</a:t>
                </a:r>
              </a:p>
            </p:txBody>
          </p:sp>
          <p:sp>
            <p:nvSpPr>
              <p:cNvPr id="31769" name="Rectangle 30">
                <a:extLst>
                  <a:ext uri="{FF2B5EF4-FFF2-40B4-BE49-F238E27FC236}">
                    <a16:creationId xmlns:a16="http://schemas.microsoft.com/office/drawing/2014/main" id="{A1E7CED7-8999-4C1B-BAC0-898E8837B0BB}"/>
                  </a:ext>
                </a:extLst>
              </p:cNvPr>
              <p:cNvSpPr>
                <a:spLocks noChangeArrowheads="1"/>
              </p:cNvSpPr>
              <p:nvPr/>
            </p:nvSpPr>
            <p:spPr bwMode="auto">
              <a:xfrm>
                <a:off x="2453" y="1407"/>
                <a:ext cx="493"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5 </a:t>
                </a:r>
                <a:r>
                  <a:rPr kumimoji="1" lang="en-US" altLang="zh-TW" sz="1200">
                    <a:latin typeface="Arial" panose="020B0604020202020204" pitchFamily="34" charset="0"/>
                    <a:ea typeface="新細明體" panose="02020500000000000000" pitchFamily="18" charset="-120"/>
                  </a:rPr>
                  <a:t>bits</a:t>
                </a:r>
              </a:p>
            </p:txBody>
          </p:sp>
          <p:sp>
            <p:nvSpPr>
              <p:cNvPr id="31770" name="Rectangle 31">
                <a:extLst>
                  <a:ext uri="{FF2B5EF4-FFF2-40B4-BE49-F238E27FC236}">
                    <a16:creationId xmlns:a16="http://schemas.microsoft.com/office/drawing/2014/main" id="{D7E8DBE1-41A1-4B5F-85A3-F63036140020}"/>
                  </a:ext>
                </a:extLst>
              </p:cNvPr>
              <p:cNvSpPr>
                <a:spLocks noChangeArrowheads="1"/>
              </p:cNvSpPr>
              <p:nvPr/>
            </p:nvSpPr>
            <p:spPr bwMode="auto">
              <a:xfrm>
                <a:off x="1817" y="1407"/>
                <a:ext cx="493"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5 </a:t>
                </a:r>
                <a:r>
                  <a:rPr kumimoji="1" lang="en-US" altLang="zh-TW" sz="1200">
                    <a:latin typeface="Arial" panose="020B0604020202020204" pitchFamily="34" charset="0"/>
                    <a:ea typeface="新細明體" panose="02020500000000000000" pitchFamily="18" charset="-120"/>
                  </a:rPr>
                  <a:t>bits</a:t>
                </a:r>
              </a:p>
            </p:txBody>
          </p:sp>
        </p:grpSp>
        <p:sp>
          <p:nvSpPr>
            <p:cNvPr id="31752" name="Text Box 34">
              <a:extLst>
                <a:ext uri="{FF2B5EF4-FFF2-40B4-BE49-F238E27FC236}">
                  <a16:creationId xmlns:a16="http://schemas.microsoft.com/office/drawing/2014/main" id="{A297770C-2401-4368-8C21-7D8DE3779E43}"/>
                </a:ext>
              </a:extLst>
            </p:cNvPr>
            <p:cNvSpPr txBox="1">
              <a:spLocks noChangeArrowheads="1"/>
            </p:cNvSpPr>
            <p:nvPr/>
          </p:nvSpPr>
          <p:spPr bwMode="auto">
            <a:xfrm>
              <a:off x="4683919" y="1972866"/>
              <a:ext cx="176213" cy="303906"/>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200" b="0">
                  <a:solidFill>
                    <a:srgbClr val="FF6600"/>
                  </a:solidFill>
                  <a:latin typeface="Times New Roman" panose="02020603050405020304" pitchFamily="18" charset="0"/>
                  <a:ea typeface="新細明體" panose="02020500000000000000" pitchFamily="18" charset="-120"/>
                </a:rPr>
                <a:t>4</a:t>
              </a:r>
            </a:p>
          </p:txBody>
        </p:sp>
        <p:sp>
          <p:nvSpPr>
            <p:cNvPr id="31753" name="Rectangle 35">
              <a:extLst>
                <a:ext uri="{FF2B5EF4-FFF2-40B4-BE49-F238E27FC236}">
                  <a16:creationId xmlns:a16="http://schemas.microsoft.com/office/drawing/2014/main" id="{99FE330F-CC97-4E97-8E60-BA1AF117540D}"/>
                </a:ext>
              </a:extLst>
            </p:cNvPr>
            <p:cNvSpPr>
              <a:spLocks noChangeArrowheads="1"/>
            </p:cNvSpPr>
            <p:nvPr/>
          </p:nvSpPr>
          <p:spPr bwMode="auto">
            <a:xfrm>
              <a:off x="2139553" y="2291955"/>
              <a:ext cx="330513" cy="303906"/>
            </a:xfrm>
            <a:prstGeom prst="rect">
              <a:avLst/>
            </a:prstGeom>
            <a:noFill/>
            <a:ln w="12700">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solidFill>
                    <a:schemeClr val="hlink"/>
                  </a:solidFill>
                  <a:latin typeface="Times New Roman" panose="02020603050405020304" pitchFamily="18" charset="0"/>
                  <a:ea typeface="新細明體" panose="02020500000000000000" pitchFamily="18" charset="-120"/>
                </a:rPr>
                <a:t>rt</a:t>
              </a:r>
            </a:p>
          </p:txBody>
        </p:sp>
      </p:grpSp>
      <p:sp>
        <p:nvSpPr>
          <p:cNvPr id="36" name="灯片编号占位符 5">
            <a:extLst>
              <a:ext uri="{FF2B5EF4-FFF2-40B4-BE49-F238E27FC236}">
                <a16:creationId xmlns:a16="http://schemas.microsoft.com/office/drawing/2014/main" id="{CB5741E1-C641-419C-8AC0-7FE6D4043E9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26</a:t>
            </a:fld>
            <a:endParaRPr lang="zh-TW"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f04-10-P374493">
            <a:extLst>
              <a:ext uri="{FF2B5EF4-FFF2-40B4-BE49-F238E27FC236}">
                <a16:creationId xmlns:a16="http://schemas.microsoft.com/office/drawing/2014/main" id="{FE2661AD-494A-436E-B720-A841F43169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491" y="899032"/>
            <a:ext cx="8096595" cy="3642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Rectangle 3">
            <a:extLst>
              <a:ext uri="{FF2B5EF4-FFF2-40B4-BE49-F238E27FC236}">
                <a16:creationId xmlns:a16="http://schemas.microsoft.com/office/drawing/2014/main" id="{D0E13492-FBFD-408E-BBD5-578E060E2168}"/>
              </a:ext>
            </a:extLst>
          </p:cNvPr>
          <p:cNvSpPr>
            <a:spLocks noGrp="1" noChangeArrowheads="1"/>
          </p:cNvSpPr>
          <p:nvPr>
            <p:ph type="title"/>
          </p:nvPr>
        </p:nvSpPr>
        <p:spPr>
          <a:xfrm>
            <a:off x="968187" y="122945"/>
            <a:ext cx="6761351" cy="461042"/>
          </a:xfrm>
        </p:spPr>
        <p:txBody>
          <a:bodyPr/>
          <a:lstStyle/>
          <a:p>
            <a:r>
              <a:rPr lang="en-US" altLang="zh-TW" sz="3200" dirty="0"/>
              <a:t>R-Type/Load/Store Datapath</a:t>
            </a:r>
            <a:endParaRPr lang="en-AU" altLang="zh-TW" sz="3200" dirty="0">
              <a:ea typeface="新細明體" panose="02020500000000000000" pitchFamily="18" charset="-120"/>
            </a:endParaRPr>
          </a:p>
        </p:txBody>
      </p:sp>
      <p:sp>
        <p:nvSpPr>
          <p:cNvPr id="5" name="灯片编号占位符 5">
            <a:extLst>
              <a:ext uri="{FF2B5EF4-FFF2-40B4-BE49-F238E27FC236}">
                <a16:creationId xmlns:a16="http://schemas.microsoft.com/office/drawing/2014/main" id="{9EB704C6-C1E0-4C51-864B-646031D613A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27</a:t>
            </a:fld>
            <a:endParaRPr lang="zh-TW"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E9686BBC-ADF0-4442-AB52-71254A8212B9}"/>
              </a:ext>
            </a:extLst>
          </p:cNvPr>
          <p:cNvSpPr>
            <a:spLocks noGrp="1" noChangeArrowheads="1"/>
          </p:cNvSpPr>
          <p:nvPr>
            <p:ph type="body" idx="1"/>
          </p:nvPr>
        </p:nvSpPr>
        <p:spPr>
          <a:xfrm>
            <a:off x="998924" y="782680"/>
            <a:ext cx="7687876" cy="2682818"/>
          </a:xfrm>
        </p:spPr>
        <p:txBody>
          <a:bodyPr/>
          <a:lstStyle/>
          <a:p>
            <a:pPr marL="214313" indent="-214313">
              <a:spcBef>
                <a:spcPts val="0"/>
              </a:spcBef>
              <a:spcAft>
                <a:spcPts val="1200"/>
              </a:spcAft>
            </a:pPr>
            <a:r>
              <a:rPr lang="en-US" altLang="zh-TW" sz="1800" dirty="0" err="1"/>
              <a:t>beq</a:t>
            </a:r>
            <a:r>
              <a:rPr lang="en-US" altLang="zh-TW" sz="1800" dirty="0"/>
              <a:t>  </a:t>
            </a:r>
            <a:r>
              <a:rPr lang="en-US" altLang="zh-TW" sz="1800" dirty="0" err="1"/>
              <a:t>rs</a:t>
            </a:r>
            <a:r>
              <a:rPr lang="en-US" altLang="zh-TW" sz="1800" dirty="0"/>
              <a:t>, rt, imm16</a:t>
            </a:r>
          </a:p>
          <a:p>
            <a:pPr marL="514350" lvl="1" indent="-171450">
              <a:buNone/>
            </a:pPr>
            <a:r>
              <a:rPr lang="en-US" altLang="zh-TW" sz="1800" dirty="0"/>
              <a:t>mem[PC]                             /*Fetch inst. from memory */</a:t>
            </a:r>
          </a:p>
          <a:p>
            <a:pPr marL="514350" lvl="1" indent="-171450">
              <a:buNone/>
            </a:pPr>
            <a:r>
              <a:rPr lang="en-US" altLang="zh-TW" sz="1800" dirty="0"/>
              <a:t>Equal &lt;- R[</a:t>
            </a:r>
            <a:r>
              <a:rPr lang="en-US" altLang="zh-TW" sz="1800" dirty="0" err="1"/>
              <a:t>rs</a:t>
            </a:r>
            <a:r>
              <a:rPr lang="en-US" altLang="zh-TW" sz="1800" dirty="0"/>
              <a:t>] == R[rt]	/* Calculate branch condition */</a:t>
            </a:r>
          </a:p>
          <a:p>
            <a:pPr marL="514350" lvl="1" indent="-171450">
              <a:buNone/>
            </a:pPr>
            <a:r>
              <a:rPr lang="en-US" altLang="zh-TW" sz="1800" dirty="0"/>
              <a:t>if (COND == 0)		/* Calculate next inst. Address */</a:t>
            </a:r>
          </a:p>
          <a:p>
            <a:pPr marL="828675" lvl="2">
              <a:buNone/>
            </a:pPr>
            <a:r>
              <a:rPr lang="en-US" altLang="zh-TW" dirty="0"/>
              <a:t>PC  &lt;-  PC + 4 + ( </a:t>
            </a:r>
            <a:r>
              <a:rPr lang="en-US" altLang="zh-TW" dirty="0" err="1"/>
              <a:t>SignExt</a:t>
            </a:r>
            <a:r>
              <a:rPr lang="en-US" altLang="zh-TW" dirty="0"/>
              <a:t>(imm16) x 4 )</a:t>
            </a:r>
          </a:p>
          <a:p>
            <a:pPr marL="514350" lvl="1" indent="-171450">
              <a:buNone/>
            </a:pPr>
            <a:r>
              <a:rPr lang="en-US" altLang="zh-TW" sz="1800" dirty="0"/>
              <a:t>else</a:t>
            </a:r>
          </a:p>
          <a:p>
            <a:pPr marL="828675" lvl="2">
              <a:buNone/>
            </a:pPr>
            <a:r>
              <a:rPr lang="en-US" altLang="zh-TW" dirty="0"/>
              <a:t>PC  &lt;-  PC + 4</a:t>
            </a:r>
          </a:p>
        </p:txBody>
      </p:sp>
      <p:grpSp>
        <p:nvGrpSpPr>
          <p:cNvPr id="33795" name="Group 3">
            <a:extLst>
              <a:ext uri="{FF2B5EF4-FFF2-40B4-BE49-F238E27FC236}">
                <a16:creationId xmlns:a16="http://schemas.microsoft.com/office/drawing/2014/main" id="{A208FA31-AD23-4959-98A2-33868D1B384E}"/>
              </a:ext>
            </a:extLst>
          </p:cNvPr>
          <p:cNvGrpSpPr>
            <a:grpSpLocks/>
          </p:cNvGrpSpPr>
          <p:nvPr/>
        </p:nvGrpSpPr>
        <p:grpSpPr bwMode="auto">
          <a:xfrm>
            <a:off x="2317607" y="3619859"/>
            <a:ext cx="5121533" cy="936767"/>
            <a:chOff x="1138" y="753"/>
            <a:chExt cx="3756" cy="579"/>
          </a:xfrm>
        </p:grpSpPr>
        <p:sp>
          <p:nvSpPr>
            <p:cNvPr id="33798" name="Rectangle 4">
              <a:extLst>
                <a:ext uri="{FF2B5EF4-FFF2-40B4-BE49-F238E27FC236}">
                  <a16:creationId xmlns:a16="http://schemas.microsoft.com/office/drawing/2014/main" id="{C2FCDAE4-AC73-4052-99FC-8EB6831877B6}"/>
                </a:ext>
              </a:extLst>
            </p:cNvPr>
            <p:cNvSpPr>
              <a:spLocks noChangeArrowheads="1"/>
            </p:cNvSpPr>
            <p:nvPr/>
          </p:nvSpPr>
          <p:spPr bwMode="auto">
            <a:xfrm>
              <a:off x="1204" y="946"/>
              <a:ext cx="3599"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600" b="0">
                <a:latin typeface="Times New Roman" panose="02020603050405020304" pitchFamily="18" charset="0"/>
                <a:ea typeface="新細明體" panose="02020500000000000000" pitchFamily="18" charset="-120"/>
              </a:endParaRPr>
            </a:p>
          </p:txBody>
        </p:sp>
        <p:grpSp>
          <p:nvGrpSpPr>
            <p:cNvPr id="33799" name="Group 5">
              <a:extLst>
                <a:ext uri="{FF2B5EF4-FFF2-40B4-BE49-F238E27FC236}">
                  <a16:creationId xmlns:a16="http://schemas.microsoft.com/office/drawing/2014/main" id="{9CF92F54-D159-44B0-96F2-F3BEE7E697C7}"/>
                </a:ext>
              </a:extLst>
            </p:cNvPr>
            <p:cNvGrpSpPr>
              <a:grpSpLocks/>
            </p:cNvGrpSpPr>
            <p:nvPr/>
          </p:nvGrpSpPr>
          <p:grpSpPr bwMode="auto">
            <a:xfrm>
              <a:off x="1200" y="942"/>
              <a:ext cx="624" cy="198"/>
              <a:chOff x="1200" y="942"/>
              <a:chExt cx="624" cy="198"/>
            </a:xfrm>
          </p:grpSpPr>
          <p:sp>
            <p:nvSpPr>
              <p:cNvPr id="33817" name="Rectangle 6">
                <a:extLst>
                  <a:ext uri="{FF2B5EF4-FFF2-40B4-BE49-F238E27FC236}">
                    <a16:creationId xmlns:a16="http://schemas.microsoft.com/office/drawing/2014/main" id="{C03D0906-8CB6-448F-96B2-B085F0DC3CFE}"/>
                  </a:ext>
                </a:extLst>
              </p:cNvPr>
              <p:cNvSpPr>
                <a:spLocks noChangeArrowheads="1"/>
              </p:cNvSpPr>
              <p:nvPr/>
            </p:nvSpPr>
            <p:spPr bwMode="auto">
              <a:xfrm>
                <a:off x="1200" y="942"/>
                <a:ext cx="624"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600" b="0">
                  <a:latin typeface="Times New Roman" panose="02020603050405020304" pitchFamily="18" charset="0"/>
                  <a:ea typeface="新細明體" panose="02020500000000000000" pitchFamily="18" charset="-120"/>
                </a:endParaRPr>
              </a:p>
            </p:txBody>
          </p:sp>
          <p:sp>
            <p:nvSpPr>
              <p:cNvPr id="33818" name="Rectangle 7">
                <a:extLst>
                  <a:ext uri="{FF2B5EF4-FFF2-40B4-BE49-F238E27FC236}">
                    <a16:creationId xmlns:a16="http://schemas.microsoft.com/office/drawing/2014/main" id="{72AB6CFB-8939-4584-B99F-F719E63D8599}"/>
                  </a:ext>
                </a:extLst>
              </p:cNvPr>
              <p:cNvSpPr>
                <a:spLocks noChangeArrowheads="1"/>
              </p:cNvSpPr>
              <p:nvPr/>
            </p:nvSpPr>
            <p:spPr bwMode="auto">
              <a:xfrm>
                <a:off x="1381" y="945"/>
                <a:ext cx="286"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a:latin typeface="Arial" panose="020B0604020202020204" pitchFamily="34" charset="0"/>
                    <a:ea typeface="新細明體" panose="02020500000000000000" pitchFamily="18" charset="-120"/>
                  </a:rPr>
                  <a:t>op</a:t>
                </a:r>
              </a:p>
            </p:txBody>
          </p:sp>
        </p:grpSp>
        <p:grpSp>
          <p:nvGrpSpPr>
            <p:cNvPr id="33800" name="Group 8">
              <a:extLst>
                <a:ext uri="{FF2B5EF4-FFF2-40B4-BE49-F238E27FC236}">
                  <a16:creationId xmlns:a16="http://schemas.microsoft.com/office/drawing/2014/main" id="{9294D470-5EBB-45CC-8235-20057583D978}"/>
                </a:ext>
              </a:extLst>
            </p:cNvPr>
            <p:cNvGrpSpPr>
              <a:grpSpLocks/>
            </p:cNvGrpSpPr>
            <p:nvPr/>
          </p:nvGrpSpPr>
          <p:grpSpPr bwMode="auto">
            <a:xfrm>
              <a:off x="1832" y="942"/>
              <a:ext cx="580" cy="198"/>
              <a:chOff x="1832" y="942"/>
              <a:chExt cx="580" cy="198"/>
            </a:xfrm>
          </p:grpSpPr>
          <p:sp>
            <p:nvSpPr>
              <p:cNvPr id="33815" name="Rectangle 9">
                <a:extLst>
                  <a:ext uri="{FF2B5EF4-FFF2-40B4-BE49-F238E27FC236}">
                    <a16:creationId xmlns:a16="http://schemas.microsoft.com/office/drawing/2014/main" id="{C0F5CC66-F14B-471B-BD1D-644378F8D35C}"/>
                  </a:ext>
                </a:extLst>
              </p:cNvPr>
              <p:cNvSpPr>
                <a:spLocks noChangeArrowheads="1"/>
              </p:cNvSpPr>
              <p:nvPr/>
            </p:nvSpPr>
            <p:spPr bwMode="auto">
              <a:xfrm>
                <a:off x="1832" y="942"/>
                <a:ext cx="580"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600" b="0">
                  <a:latin typeface="Times New Roman" panose="02020603050405020304" pitchFamily="18" charset="0"/>
                  <a:ea typeface="新細明體" panose="02020500000000000000" pitchFamily="18" charset="-120"/>
                </a:endParaRPr>
              </a:p>
            </p:txBody>
          </p:sp>
          <p:sp>
            <p:nvSpPr>
              <p:cNvPr id="33816" name="Rectangle 10">
                <a:extLst>
                  <a:ext uri="{FF2B5EF4-FFF2-40B4-BE49-F238E27FC236}">
                    <a16:creationId xmlns:a16="http://schemas.microsoft.com/office/drawing/2014/main" id="{13843040-88F9-412E-A43B-0CDEECD77510}"/>
                  </a:ext>
                </a:extLst>
              </p:cNvPr>
              <p:cNvSpPr>
                <a:spLocks noChangeArrowheads="1"/>
              </p:cNvSpPr>
              <p:nvPr/>
            </p:nvSpPr>
            <p:spPr bwMode="auto">
              <a:xfrm>
                <a:off x="1996" y="945"/>
                <a:ext cx="24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a:latin typeface="Arial" panose="020B0604020202020204" pitchFamily="34" charset="0"/>
                    <a:ea typeface="新細明體" panose="02020500000000000000" pitchFamily="18" charset="-120"/>
                  </a:rPr>
                  <a:t>rs</a:t>
                </a:r>
              </a:p>
            </p:txBody>
          </p:sp>
        </p:grpSp>
        <p:grpSp>
          <p:nvGrpSpPr>
            <p:cNvPr id="33801" name="Group 11">
              <a:extLst>
                <a:ext uri="{FF2B5EF4-FFF2-40B4-BE49-F238E27FC236}">
                  <a16:creationId xmlns:a16="http://schemas.microsoft.com/office/drawing/2014/main" id="{2D9C1A68-D379-496E-B027-BD8F80DA7861}"/>
                </a:ext>
              </a:extLst>
            </p:cNvPr>
            <p:cNvGrpSpPr>
              <a:grpSpLocks/>
            </p:cNvGrpSpPr>
            <p:nvPr/>
          </p:nvGrpSpPr>
          <p:grpSpPr bwMode="auto">
            <a:xfrm>
              <a:off x="2420" y="942"/>
              <a:ext cx="579" cy="198"/>
              <a:chOff x="2420" y="942"/>
              <a:chExt cx="579" cy="198"/>
            </a:xfrm>
          </p:grpSpPr>
          <p:sp>
            <p:nvSpPr>
              <p:cNvPr id="33813" name="Rectangle 12">
                <a:extLst>
                  <a:ext uri="{FF2B5EF4-FFF2-40B4-BE49-F238E27FC236}">
                    <a16:creationId xmlns:a16="http://schemas.microsoft.com/office/drawing/2014/main" id="{85177EA0-1BF7-43CD-9299-B873F89AA63C}"/>
                  </a:ext>
                </a:extLst>
              </p:cNvPr>
              <p:cNvSpPr>
                <a:spLocks noChangeArrowheads="1"/>
              </p:cNvSpPr>
              <p:nvPr/>
            </p:nvSpPr>
            <p:spPr bwMode="auto">
              <a:xfrm>
                <a:off x="2420" y="942"/>
                <a:ext cx="579"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600" b="0">
                  <a:latin typeface="Times New Roman" panose="02020603050405020304" pitchFamily="18" charset="0"/>
                  <a:ea typeface="新細明體" panose="02020500000000000000" pitchFamily="18" charset="-120"/>
                </a:endParaRPr>
              </a:p>
            </p:txBody>
          </p:sp>
          <p:sp>
            <p:nvSpPr>
              <p:cNvPr id="33814" name="Rectangle 13">
                <a:extLst>
                  <a:ext uri="{FF2B5EF4-FFF2-40B4-BE49-F238E27FC236}">
                    <a16:creationId xmlns:a16="http://schemas.microsoft.com/office/drawing/2014/main" id="{41424724-F3E6-4C5A-A2B2-4160028352E6}"/>
                  </a:ext>
                </a:extLst>
              </p:cNvPr>
              <p:cNvSpPr>
                <a:spLocks noChangeArrowheads="1"/>
              </p:cNvSpPr>
              <p:nvPr/>
            </p:nvSpPr>
            <p:spPr bwMode="auto">
              <a:xfrm>
                <a:off x="2583" y="945"/>
                <a:ext cx="212"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a:latin typeface="Arial" panose="020B0604020202020204" pitchFamily="34" charset="0"/>
                    <a:ea typeface="新細明體" panose="02020500000000000000" pitchFamily="18" charset="-120"/>
                  </a:rPr>
                  <a:t>rt</a:t>
                </a:r>
              </a:p>
            </p:txBody>
          </p:sp>
        </p:grpSp>
        <p:sp>
          <p:nvSpPr>
            <p:cNvPr id="33802" name="Rectangle 14">
              <a:extLst>
                <a:ext uri="{FF2B5EF4-FFF2-40B4-BE49-F238E27FC236}">
                  <a16:creationId xmlns:a16="http://schemas.microsoft.com/office/drawing/2014/main" id="{3923D0C0-A65E-4596-A914-79C77242C294}"/>
                </a:ext>
              </a:extLst>
            </p:cNvPr>
            <p:cNvSpPr>
              <a:spLocks noChangeArrowheads="1"/>
            </p:cNvSpPr>
            <p:nvPr/>
          </p:nvSpPr>
          <p:spPr bwMode="auto">
            <a:xfrm>
              <a:off x="3007" y="942"/>
              <a:ext cx="1800"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600" b="0">
                <a:latin typeface="Times New Roman" panose="02020603050405020304" pitchFamily="18" charset="0"/>
                <a:ea typeface="新細明體" panose="02020500000000000000" pitchFamily="18" charset="-120"/>
              </a:endParaRPr>
            </a:p>
          </p:txBody>
        </p:sp>
        <p:sp>
          <p:nvSpPr>
            <p:cNvPr id="33803" name="Rectangle 15">
              <a:extLst>
                <a:ext uri="{FF2B5EF4-FFF2-40B4-BE49-F238E27FC236}">
                  <a16:creationId xmlns:a16="http://schemas.microsoft.com/office/drawing/2014/main" id="{1ECE4DD0-2933-432D-B57F-6724B4911D1D}"/>
                </a:ext>
              </a:extLst>
            </p:cNvPr>
            <p:cNvSpPr>
              <a:spLocks noChangeArrowheads="1"/>
            </p:cNvSpPr>
            <p:nvPr/>
          </p:nvSpPr>
          <p:spPr bwMode="auto">
            <a:xfrm>
              <a:off x="3509" y="945"/>
              <a:ext cx="848"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a:latin typeface="Arial" panose="020B0604020202020204" pitchFamily="34" charset="0"/>
                  <a:ea typeface="新細明體" panose="02020500000000000000" pitchFamily="18" charset="-120"/>
                </a:rPr>
                <a:t>immediate</a:t>
              </a:r>
            </a:p>
          </p:txBody>
        </p:sp>
        <p:sp>
          <p:nvSpPr>
            <p:cNvPr id="33804" name="Rectangle 16">
              <a:extLst>
                <a:ext uri="{FF2B5EF4-FFF2-40B4-BE49-F238E27FC236}">
                  <a16:creationId xmlns:a16="http://schemas.microsoft.com/office/drawing/2014/main" id="{87052DE2-C6BC-4BE5-A21D-A39B30907FC6}"/>
                </a:ext>
              </a:extLst>
            </p:cNvPr>
            <p:cNvSpPr>
              <a:spLocks noChangeArrowheads="1"/>
            </p:cNvSpPr>
            <p:nvPr/>
          </p:nvSpPr>
          <p:spPr bwMode="auto">
            <a:xfrm>
              <a:off x="4708" y="753"/>
              <a:ext cx="186"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a:latin typeface="Arial" panose="020B0604020202020204" pitchFamily="34" charset="0"/>
                  <a:ea typeface="新細明體" panose="02020500000000000000" pitchFamily="18" charset="-120"/>
                </a:rPr>
                <a:t>0</a:t>
              </a:r>
            </a:p>
          </p:txBody>
        </p:sp>
        <p:sp>
          <p:nvSpPr>
            <p:cNvPr id="33805" name="Rectangle 17">
              <a:extLst>
                <a:ext uri="{FF2B5EF4-FFF2-40B4-BE49-F238E27FC236}">
                  <a16:creationId xmlns:a16="http://schemas.microsoft.com/office/drawing/2014/main" id="{1BCB9238-E354-4EA8-82DD-90F650F05909}"/>
                </a:ext>
              </a:extLst>
            </p:cNvPr>
            <p:cNvSpPr>
              <a:spLocks noChangeArrowheads="1"/>
            </p:cNvSpPr>
            <p:nvPr/>
          </p:nvSpPr>
          <p:spPr bwMode="auto">
            <a:xfrm>
              <a:off x="2810" y="753"/>
              <a:ext cx="269"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a:latin typeface="Arial" panose="020B0604020202020204" pitchFamily="34" charset="0"/>
                  <a:ea typeface="新細明體" panose="02020500000000000000" pitchFamily="18" charset="-120"/>
                </a:rPr>
                <a:t>16</a:t>
              </a:r>
            </a:p>
          </p:txBody>
        </p:sp>
        <p:sp>
          <p:nvSpPr>
            <p:cNvPr id="33806" name="Rectangle 18">
              <a:extLst>
                <a:ext uri="{FF2B5EF4-FFF2-40B4-BE49-F238E27FC236}">
                  <a16:creationId xmlns:a16="http://schemas.microsoft.com/office/drawing/2014/main" id="{F7FF1AA1-4979-4636-A80E-B9B1CC2B5736}"/>
                </a:ext>
              </a:extLst>
            </p:cNvPr>
            <p:cNvSpPr>
              <a:spLocks noChangeArrowheads="1"/>
            </p:cNvSpPr>
            <p:nvPr/>
          </p:nvSpPr>
          <p:spPr bwMode="auto">
            <a:xfrm>
              <a:off x="2222" y="753"/>
              <a:ext cx="269"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a:latin typeface="Arial" panose="020B0604020202020204" pitchFamily="34" charset="0"/>
                  <a:ea typeface="新細明體" panose="02020500000000000000" pitchFamily="18" charset="-120"/>
                </a:rPr>
                <a:t>21</a:t>
              </a:r>
            </a:p>
          </p:txBody>
        </p:sp>
        <p:sp>
          <p:nvSpPr>
            <p:cNvPr id="33807" name="Rectangle 19">
              <a:extLst>
                <a:ext uri="{FF2B5EF4-FFF2-40B4-BE49-F238E27FC236}">
                  <a16:creationId xmlns:a16="http://schemas.microsoft.com/office/drawing/2014/main" id="{D90CC5D2-663F-46F3-AAF5-21113770F797}"/>
                </a:ext>
              </a:extLst>
            </p:cNvPr>
            <p:cNvSpPr>
              <a:spLocks noChangeArrowheads="1"/>
            </p:cNvSpPr>
            <p:nvPr/>
          </p:nvSpPr>
          <p:spPr bwMode="auto">
            <a:xfrm>
              <a:off x="1634" y="753"/>
              <a:ext cx="269"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a:latin typeface="Arial" panose="020B0604020202020204" pitchFamily="34" charset="0"/>
                  <a:ea typeface="新細明體" panose="02020500000000000000" pitchFamily="18" charset="-120"/>
                </a:rPr>
                <a:t>26</a:t>
              </a:r>
            </a:p>
          </p:txBody>
        </p:sp>
        <p:sp>
          <p:nvSpPr>
            <p:cNvPr id="33808" name="Rectangle 20">
              <a:extLst>
                <a:ext uri="{FF2B5EF4-FFF2-40B4-BE49-F238E27FC236}">
                  <a16:creationId xmlns:a16="http://schemas.microsoft.com/office/drawing/2014/main" id="{D7CB552F-5B48-4269-B977-4E763BB83D5E}"/>
                </a:ext>
              </a:extLst>
            </p:cNvPr>
            <p:cNvSpPr>
              <a:spLocks noChangeArrowheads="1"/>
            </p:cNvSpPr>
            <p:nvPr/>
          </p:nvSpPr>
          <p:spPr bwMode="auto">
            <a:xfrm>
              <a:off x="1138" y="753"/>
              <a:ext cx="269"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a:latin typeface="Arial" panose="020B0604020202020204" pitchFamily="34" charset="0"/>
                  <a:ea typeface="新細明體" panose="02020500000000000000" pitchFamily="18" charset="-120"/>
                </a:rPr>
                <a:t>31</a:t>
              </a:r>
            </a:p>
          </p:txBody>
        </p:sp>
        <p:sp>
          <p:nvSpPr>
            <p:cNvPr id="33809" name="Rectangle 21">
              <a:extLst>
                <a:ext uri="{FF2B5EF4-FFF2-40B4-BE49-F238E27FC236}">
                  <a16:creationId xmlns:a16="http://schemas.microsoft.com/office/drawing/2014/main" id="{40BBB1A3-4CCE-4BA4-92A1-0F269922C74F}"/>
                </a:ext>
              </a:extLst>
            </p:cNvPr>
            <p:cNvSpPr>
              <a:spLocks noChangeArrowheads="1"/>
            </p:cNvSpPr>
            <p:nvPr/>
          </p:nvSpPr>
          <p:spPr bwMode="auto">
            <a:xfrm>
              <a:off x="1363" y="1137"/>
              <a:ext cx="496"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dirty="0">
                  <a:latin typeface="Arial" panose="020B0604020202020204" pitchFamily="34" charset="0"/>
                  <a:ea typeface="新細明體" panose="02020500000000000000" pitchFamily="18" charset="-120"/>
                </a:rPr>
                <a:t>6 </a:t>
              </a:r>
              <a:r>
                <a:rPr kumimoji="1" lang="en-US" altLang="zh-TW" sz="1600" dirty="0">
                  <a:latin typeface="Arial" panose="020B0604020202020204" pitchFamily="34" charset="0"/>
                  <a:ea typeface="新細明體" panose="02020500000000000000" pitchFamily="18" charset="-120"/>
                </a:rPr>
                <a:t>bits</a:t>
              </a:r>
            </a:p>
          </p:txBody>
        </p:sp>
        <p:sp>
          <p:nvSpPr>
            <p:cNvPr id="33810" name="Rectangle 22">
              <a:extLst>
                <a:ext uri="{FF2B5EF4-FFF2-40B4-BE49-F238E27FC236}">
                  <a16:creationId xmlns:a16="http://schemas.microsoft.com/office/drawing/2014/main" id="{06411F94-E15D-47BA-981D-34B876171D8D}"/>
                </a:ext>
              </a:extLst>
            </p:cNvPr>
            <p:cNvSpPr>
              <a:spLocks noChangeArrowheads="1"/>
            </p:cNvSpPr>
            <p:nvPr/>
          </p:nvSpPr>
          <p:spPr bwMode="auto">
            <a:xfrm>
              <a:off x="3668" y="1137"/>
              <a:ext cx="580"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a:latin typeface="Arial" panose="020B0604020202020204" pitchFamily="34" charset="0"/>
                  <a:ea typeface="新細明體" panose="02020500000000000000" pitchFamily="18" charset="-120"/>
                </a:rPr>
                <a:t>16 </a:t>
              </a:r>
              <a:r>
                <a:rPr kumimoji="1" lang="en-US" altLang="zh-TW" sz="1600">
                  <a:latin typeface="Arial" panose="020B0604020202020204" pitchFamily="34" charset="0"/>
                  <a:ea typeface="新細明體" panose="02020500000000000000" pitchFamily="18" charset="-120"/>
                </a:rPr>
                <a:t>bits</a:t>
              </a:r>
            </a:p>
          </p:txBody>
        </p:sp>
        <p:sp>
          <p:nvSpPr>
            <p:cNvPr id="33811" name="Rectangle 23">
              <a:extLst>
                <a:ext uri="{FF2B5EF4-FFF2-40B4-BE49-F238E27FC236}">
                  <a16:creationId xmlns:a16="http://schemas.microsoft.com/office/drawing/2014/main" id="{6F94D07B-2649-4EC2-B6A2-B5AA93D97F1D}"/>
                </a:ext>
              </a:extLst>
            </p:cNvPr>
            <p:cNvSpPr>
              <a:spLocks noChangeArrowheads="1"/>
            </p:cNvSpPr>
            <p:nvPr/>
          </p:nvSpPr>
          <p:spPr bwMode="auto">
            <a:xfrm>
              <a:off x="2538" y="1137"/>
              <a:ext cx="496"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a:latin typeface="Arial" panose="020B0604020202020204" pitchFamily="34" charset="0"/>
                  <a:ea typeface="新細明體" panose="02020500000000000000" pitchFamily="18" charset="-120"/>
                </a:rPr>
                <a:t>5 </a:t>
              </a:r>
              <a:r>
                <a:rPr kumimoji="1" lang="en-US" altLang="zh-TW" sz="1600">
                  <a:latin typeface="Arial" panose="020B0604020202020204" pitchFamily="34" charset="0"/>
                  <a:ea typeface="新細明體" panose="02020500000000000000" pitchFamily="18" charset="-120"/>
                </a:rPr>
                <a:t>bits</a:t>
              </a:r>
            </a:p>
          </p:txBody>
        </p:sp>
        <p:sp>
          <p:nvSpPr>
            <p:cNvPr id="33812" name="Rectangle 24">
              <a:extLst>
                <a:ext uri="{FF2B5EF4-FFF2-40B4-BE49-F238E27FC236}">
                  <a16:creationId xmlns:a16="http://schemas.microsoft.com/office/drawing/2014/main" id="{270FFF62-849C-4B56-8416-32AEF8EA5B62}"/>
                </a:ext>
              </a:extLst>
            </p:cNvPr>
            <p:cNvSpPr>
              <a:spLocks noChangeArrowheads="1"/>
            </p:cNvSpPr>
            <p:nvPr/>
          </p:nvSpPr>
          <p:spPr bwMode="auto">
            <a:xfrm>
              <a:off x="1951" y="1137"/>
              <a:ext cx="496"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a:latin typeface="Arial" panose="020B0604020202020204" pitchFamily="34" charset="0"/>
                  <a:ea typeface="新細明體" panose="02020500000000000000" pitchFamily="18" charset="-120"/>
                </a:rPr>
                <a:t>5 </a:t>
              </a:r>
              <a:r>
                <a:rPr kumimoji="1" lang="en-US" altLang="zh-TW" sz="1600">
                  <a:latin typeface="Arial" panose="020B0604020202020204" pitchFamily="34" charset="0"/>
                  <a:ea typeface="新細明體" panose="02020500000000000000" pitchFamily="18" charset="-120"/>
                </a:rPr>
                <a:t>bits</a:t>
              </a:r>
            </a:p>
          </p:txBody>
        </p:sp>
      </p:grpSp>
      <p:sp>
        <p:nvSpPr>
          <p:cNvPr id="33796" name="Rectangle 25">
            <a:extLst>
              <a:ext uri="{FF2B5EF4-FFF2-40B4-BE49-F238E27FC236}">
                <a16:creationId xmlns:a16="http://schemas.microsoft.com/office/drawing/2014/main" id="{22FF23D2-9E85-4EB0-8F84-371B3668078B}"/>
              </a:ext>
            </a:extLst>
          </p:cNvPr>
          <p:cNvSpPr>
            <a:spLocks noGrp="1" noChangeArrowheads="1"/>
          </p:cNvSpPr>
          <p:nvPr>
            <p:ph type="title"/>
          </p:nvPr>
        </p:nvSpPr>
        <p:spPr>
          <a:xfrm>
            <a:off x="906717" y="107576"/>
            <a:ext cx="6822822" cy="522515"/>
          </a:xfrm>
        </p:spPr>
        <p:txBody>
          <a:bodyPr/>
          <a:lstStyle/>
          <a:p>
            <a:r>
              <a:rPr lang="en-US" altLang="zh-TW" dirty="0"/>
              <a:t>Step 3d - Branch Operations</a:t>
            </a:r>
          </a:p>
        </p:txBody>
      </p:sp>
      <p:sp>
        <p:nvSpPr>
          <p:cNvPr id="27" name="灯片编号占位符 5">
            <a:extLst>
              <a:ext uri="{FF2B5EF4-FFF2-40B4-BE49-F238E27FC236}">
                <a16:creationId xmlns:a16="http://schemas.microsoft.com/office/drawing/2014/main" id="{7155787E-7E5F-41C5-A357-E6C1256D0F4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28</a:t>
            </a:fld>
            <a:endParaRPr lang="zh-TW"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a:extLst>
              <a:ext uri="{FF2B5EF4-FFF2-40B4-BE49-F238E27FC236}">
                <a16:creationId xmlns:a16="http://schemas.microsoft.com/office/drawing/2014/main" id="{DA918FB0-4AFA-490F-BEBD-325A603C765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6361" y="820601"/>
            <a:ext cx="5536506" cy="3760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pic>
      <p:sp>
        <p:nvSpPr>
          <p:cNvPr id="34819" name="Rectangle 3">
            <a:extLst>
              <a:ext uri="{FF2B5EF4-FFF2-40B4-BE49-F238E27FC236}">
                <a16:creationId xmlns:a16="http://schemas.microsoft.com/office/drawing/2014/main" id="{655F7309-659A-4D06-9A3E-A55711247F48}"/>
              </a:ext>
            </a:extLst>
          </p:cNvPr>
          <p:cNvSpPr>
            <a:spLocks noGrp="1" noChangeArrowheads="1"/>
          </p:cNvSpPr>
          <p:nvPr>
            <p:ph type="title"/>
          </p:nvPr>
        </p:nvSpPr>
        <p:spPr>
          <a:xfrm>
            <a:off x="952821" y="84524"/>
            <a:ext cx="6776718" cy="537883"/>
          </a:xfrm>
        </p:spPr>
        <p:txBody>
          <a:bodyPr/>
          <a:lstStyle/>
          <a:p>
            <a:r>
              <a:rPr lang="en-US" altLang="zh-TW" dirty="0"/>
              <a:t>Datapath for Branch Operations</a:t>
            </a:r>
          </a:p>
        </p:txBody>
      </p:sp>
      <p:sp>
        <p:nvSpPr>
          <p:cNvPr id="34820" name="Rectangle 4">
            <a:extLst>
              <a:ext uri="{FF2B5EF4-FFF2-40B4-BE49-F238E27FC236}">
                <a16:creationId xmlns:a16="http://schemas.microsoft.com/office/drawing/2014/main" id="{BC5FB751-A737-4A23-89B2-4D28A25A2597}"/>
              </a:ext>
            </a:extLst>
          </p:cNvPr>
          <p:cNvSpPr>
            <a:spLocks noGrp="1" noChangeArrowheads="1"/>
          </p:cNvSpPr>
          <p:nvPr>
            <p:ph type="body" idx="1"/>
          </p:nvPr>
        </p:nvSpPr>
        <p:spPr>
          <a:xfrm>
            <a:off x="979714" y="844154"/>
            <a:ext cx="2385893" cy="392976"/>
          </a:xfrm>
        </p:spPr>
        <p:txBody>
          <a:bodyPr/>
          <a:lstStyle/>
          <a:p>
            <a:r>
              <a:rPr lang="en-US" altLang="zh-TW" sz="2000" dirty="0" err="1"/>
              <a:t>beq</a:t>
            </a:r>
            <a:r>
              <a:rPr lang="en-US" altLang="zh-TW" sz="2000" dirty="0"/>
              <a:t>   </a:t>
            </a:r>
            <a:r>
              <a:rPr lang="en-US" altLang="zh-TW" sz="2000" dirty="0" err="1"/>
              <a:t>rs</a:t>
            </a:r>
            <a:r>
              <a:rPr lang="en-US" altLang="zh-TW" sz="2000" dirty="0"/>
              <a:t>, rt, imm16</a:t>
            </a:r>
          </a:p>
        </p:txBody>
      </p:sp>
      <p:sp>
        <p:nvSpPr>
          <p:cNvPr id="34821" name="Text Box 6">
            <a:extLst>
              <a:ext uri="{FF2B5EF4-FFF2-40B4-BE49-F238E27FC236}">
                <a16:creationId xmlns:a16="http://schemas.microsoft.com/office/drawing/2014/main" id="{836FD4F5-BC49-464B-8410-5F61D64E359A}"/>
              </a:ext>
            </a:extLst>
          </p:cNvPr>
          <p:cNvSpPr txBox="1">
            <a:spLocks noChangeArrowheads="1"/>
          </p:cNvSpPr>
          <p:nvPr/>
        </p:nvSpPr>
        <p:spPr bwMode="auto">
          <a:xfrm>
            <a:off x="5441146" y="2195523"/>
            <a:ext cx="176213" cy="300082"/>
          </a:xfrm>
          <a:prstGeom prst="rect">
            <a:avLst/>
          </a:prstGeom>
          <a:noFill/>
          <a:ln>
            <a:noFill/>
          </a:ln>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350" b="0" dirty="0">
                <a:solidFill>
                  <a:srgbClr val="FF0000"/>
                </a:solidFill>
                <a:latin typeface="Times New Roman" panose="02020603050405020304" pitchFamily="18" charset="0"/>
                <a:ea typeface="新細明體" panose="02020500000000000000" pitchFamily="18" charset="-120"/>
              </a:rPr>
              <a:t>4</a:t>
            </a:r>
          </a:p>
        </p:txBody>
      </p:sp>
      <p:sp>
        <p:nvSpPr>
          <p:cNvPr id="7" name="灯片编号占位符 5">
            <a:extLst>
              <a:ext uri="{FF2B5EF4-FFF2-40B4-BE49-F238E27FC236}">
                <a16:creationId xmlns:a16="http://schemas.microsoft.com/office/drawing/2014/main" id="{B1432A31-FD17-43E1-B787-A7344CAC69C5}"/>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29</a:t>
            </a:fld>
            <a:endParaRPr lang="zh-TW"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1B939B14-7A8C-4695-AB4C-A2DF0959ECF7}"/>
              </a:ext>
            </a:extLst>
          </p:cNvPr>
          <p:cNvSpPr>
            <a:spLocks noGrp="1" noChangeArrowheads="1"/>
          </p:cNvSpPr>
          <p:nvPr>
            <p:ph type="title"/>
          </p:nvPr>
        </p:nvSpPr>
        <p:spPr>
          <a:xfrm>
            <a:off x="945137" y="44054"/>
            <a:ext cx="6784402" cy="676275"/>
          </a:xfrm>
        </p:spPr>
        <p:txBody>
          <a:bodyPr/>
          <a:lstStyle/>
          <a:p>
            <a:r>
              <a:rPr lang="en-US" altLang="zh-TW" dirty="0"/>
              <a:t>Outline</a:t>
            </a:r>
          </a:p>
        </p:txBody>
      </p:sp>
      <p:sp>
        <p:nvSpPr>
          <p:cNvPr id="35843" name="Rectangle 3">
            <a:extLst>
              <a:ext uri="{FF2B5EF4-FFF2-40B4-BE49-F238E27FC236}">
                <a16:creationId xmlns:a16="http://schemas.microsoft.com/office/drawing/2014/main" id="{DB20C736-152F-4D7D-A727-27F662B0662B}"/>
              </a:ext>
            </a:extLst>
          </p:cNvPr>
          <p:cNvSpPr>
            <a:spLocks noGrp="1" noChangeArrowheads="1"/>
          </p:cNvSpPr>
          <p:nvPr>
            <p:ph type="body" idx="1"/>
          </p:nvPr>
        </p:nvSpPr>
        <p:spPr>
          <a:xfrm>
            <a:off x="1014292" y="844153"/>
            <a:ext cx="7672508" cy="3671888"/>
          </a:xfrm>
        </p:spPr>
        <p:txBody>
          <a:bodyPr/>
          <a:lstStyle/>
          <a:p>
            <a:r>
              <a:rPr lang="en-US" altLang="zh-TW" sz="2000" dirty="0"/>
              <a:t>Introduction to design a processor</a:t>
            </a:r>
          </a:p>
          <a:p>
            <a:r>
              <a:rPr lang="en-US" altLang="zh-TW" sz="2000" dirty="0"/>
              <a:t>Analyze the instruction set</a:t>
            </a:r>
          </a:p>
          <a:p>
            <a:r>
              <a:rPr lang="en-US" altLang="zh-TW" sz="2000" dirty="0"/>
              <a:t>Build the </a:t>
            </a:r>
            <a:r>
              <a:rPr lang="en-US" altLang="zh-TW" sz="2000" dirty="0" err="1"/>
              <a:t>datapath</a:t>
            </a:r>
            <a:endParaRPr lang="en-US" altLang="zh-TW" sz="2000" dirty="0"/>
          </a:p>
          <a:p>
            <a:r>
              <a:rPr lang="en-US" altLang="zh-TW" sz="2000" dirty="0">
                <a:solidFill>
                  <a:srgbClr val="FF0000"/>
                </a:solidFill>
              </a:rPr>
              <a:t>A single-cycle implementation</a:t>
            </a:r>
          </a:p>
          <a:p>
            <a:r>
              <a:rPr lang="en-US" altLang="zh-TW" sz="2000" dirty="0"/>
              <a:t>Control for the single-cycle CPU</a:t>
            </a:r>
          </a:p>
          <a:p>
            <a:pPr lvl="1"/>
            <a:r>
              <a:rPr lang="en-US" altLang="zh-TW" sz="1800" dirty="0"/>
              <a:t>Control of CPU operations</a:t>
            </a:r>
          </a:p>
          <a:p>
            <a:pPr lvl="1"/>
            <a:r>
              <a:rPr lang="en-US" altLang="zh-TW" sz="1800" dirty="0"/>
              <a:t>ALU controller</a:t>
            </a:r>
          </a:p>
          <a:p>
            <a:pPr lvl="1"/>
            <a:r>
              <a:rPr lang="en-US" altLang="zh-TW" sz="1800" dirty="0"/>
              <a:t>Main controller</a:t>
            </a:r>
          </a:p>
          <a:p>
            <a:r>
              <a:rPr lang="en-US" altLang="zh-TW" sz="2000" dirty="0"/>
              <a:t>Add jump instruction</a:t>
            </a:r>
          </a:p>
        </p:txBody>
      </p:sp>
      <p:sp>
        <p:nvSpPr>
          <p:cNvPr id="5" name="灯片编号占位符 5">
            <a:extLst>
              <a:ext uri="{FF2B5EF4-FFF2-40B4-BE49-F238E27FC236}">
                <a16:creationId xmlns:a16="http://schemas.microsoft.com/office/drawing/2014/main" id="{02AFDD52-6267-4E6E-A751-C12EE1A2F3C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30</a:t>
            </a:fld>
            <a:endParaRPr lang="zh-TW"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0A2BAFD9-8B01-420B-87ED-97DC24B6DF82}"/>
              </a:ext>
            </a:extLst>
          </p:cNvPr>
          <p:cNvSpPr>
            <a:spLocks noGrp="1" noChangeArrowheads="1"/>
          </p:cNvSpPr>
          <p:nvPr>
            <p:ph type="title"/>
          </p:nvPr>
        </p:nvSpPr>
        <p:spPr>
          <a:xfrm>
            <a:off x="922085" y="84524"/>
            <a:ext cx="6807454" cy="514831"/>
          </a:xfrm>
        </p:spPr>
        <p:txBody>
          <a:bodyPr/>
          <a:lstStyle/>
          <a:p>
            <a:r>
              <a:rPr lang="en-US" altLang="zh-TW" dirty="0"/>
              <a:t>A Single Cycle Datapath</a:t>
            </a:r>
          </a:p>
        </p:txBody>
      </p:sp>
      <p:pic>
        <p:nvPicPr>
          <p:cNvPr id="36867" name="Picture 6" descr="F0517">
            <a:extLst>
              <a:ext uri="{FF2B5EF4-FFF2-40B4-BE49-F238E27FC236}">
                <a16:creationId xmlns:a16="http://schemas.microsoft.com/office/drawing/2014/main" id="{B3958598-CD47-4246-A0BB-006CE5658CF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4830" y="845088"/>
            <a:ext cx="8260335" cy="3717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5">
            <a:extLst>
              <a:ext uri="{FF2B5EF4-FFF2-40B4-BE49-F238E27FC236}">
                <a16:creationId xmlns:a16="http://schemas.microsoft.com/office/drawing/2014/main" id="{F5D37487-47A0-4872-A5E1-468A150223DA}"/>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31</a:t>
            </a:fld>
            <a:endParaRPr lang="zh-TW"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a:extLst>
              <a:ext uri="{FF2B5EF4-FFF2-40B4-BE49-F238E27FC236}">
                <a16:creationId xmlns:a16="http://schemas.microsoft.com/office/drawing/2014/main" id="{49AD63A8-1FF6-4704-B5F8-62579A2122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1075" y="986388"/>
            <a:ext cx="7181850" cy="3451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pic>
      <p:sp>
        <p:nvSpPr>
          <p:cNvPr id="37891" name="Rectangle 3">
            <a:extLst>
              <a:ext uri="{FF2B5EF4-FFF2-40B4-BE49-F238E27FC236}">
                <a16:creationId xmlns:a16="http://schemas.microsoft.com/office/drawing/2014/main" id="{DB4FB05E-70A5-47A7-A7D0-D0F847953E2A}"/>
              </a:ext>
            </a:extLst>
          </p:cNvPr>
          <p:cNvSpPr>
            <a:spLocks noGrp="1" noChangeArrowheads="1"/>
          </p:cNvSpPr>
          <p:nvPr>
            <p:ph type="title"/>
          </p:nvPr>
        </p:nvSpPr>
        <p:spPr>
          <a:xfrm>
            <a:off x="952821" y="107576"/>
            <a:ext cx="6776718" cy="514831"/>
          </a:xfrm>
        </p:spPr>
        <p:txBody>
          <a:bodyPr/>
          <a:lstStyle/>
          <a:p>
            <a:r>
              <a:rPr lang="en-US" altLang="zh-TW" dirty="0"/>
              <a:t>Data Flow during </a:t>
            </a:r>
            <a:r>
              <a:rPr lang="en-US" altLang="zh-TW" dirty="0">
                <a:latin typeface="Courier New" panose="02070309020205020404" pitchFamily="49" charset="0"/>
              </a:rPr>
              <a:t>add</a:t>
            </a:r>
            <a:endParaRPr lang="en-US" altLang="zh-TW" dirty="0"/>
          </a:p>
        </p:txBody>
      </p:sp>
      <p:sp>
        <p:nvSpPr>
          <p:cNvPr id="376837" name="Text Box 5">
            <a:extLst>
              <a:ext uri="{FF2B5EF4-FFF2-40B4-BE49-F238E27FC236}">
                <a16:creationId xmlns:a16="http://schemas.microsoft.com/office/drawing/2014/main" id="{527BEC92-BAA6-40D0-9537-CC02907BFFED}"/>
              </a:ext>
            </a:extLst>
          </p:cNvPr>
          <p:cNvSpPr txBox="1">
            <a:spLocks noChangeArrowheads="1"/>
          </p:cNvSpPr>
          <p:nvPr/>
        </p:nvSpPr>
        <p:spPr bwMode="auto">
          <a:xfrm>
            <a:off x="499463" y="3951035"/>
            <a:ext cx="2343630" cy="492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square">
            <a:spAutoFit/>
          </a:bodyPr>
          <a:lstStyle>
            <a:lvl1pPr marL="192088" indent="-192088">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85000"/>
              </a:lnSpc>
              <a:buClrTx/>
              <a:buSzTx/>
              <a:buFontTx/>
              <a:buChar char="•"/>
            </a:pP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Clocking</a:t>
            </a:r>
          </a:p>
          <a:p>
            <a:pPr>
              <a:lnSpc>
                <a:spcPct val="85000"/>
              </a:lnSpc>
              <a:buClrTx/>
              <a:buSzTx/>
              <a:buFontTx/>
              <a:buChar char="•"/>
            </a:pP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Data flows in other paths</a:t>
            </a:r>
          </a:p>
        </p:txBody>
      </p:sp>
      <p:sp>
        <p:nvSpPr>
          <p:cNvPr id="37893" name="Text Box 6">
            <a:extLst>
              <a:ext uri="{FF2B5EF4-FFF2-40B4-BE49-F238E27FC236}">
                <a16:creationId xmlns:a16="http://schemas.microsoft.com/office/drawing/2014/main" id="{C4098FA3-85C2-49BE-8F34-11167EC894DA}"/>
              </a:ext>
            </a:extLst>
          </p:cNvPr>
          <p:cNvSpPr txBox="1">
            <a:spLocks noChangeArrowheads="1"/>
          </p:cNvSpPr>
          <p:nvPr/>
        </p:nvSpPr>
        <p:spPr bwMode="auto">
          <a:xfrm rot="5400000" flipH="1">
            <a:off x="766362" y="3255990"/>
            <a:ext cx="1014003" cy="280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squar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50000"/>
              </a:spcBef>
              <a:buClrTx/>
              <a:buSzTx/>
              <a:buFontTx/>
              <a:buNone/>
            </a:pPr>
            <a:r>
              <a:rPr kumimoji="1" lang="zh-TW" altLang="en-US" sz="1200" dirty="0">
                <a:solidFill>
                  <a:schemeClr val="accent1"/>
                </a:solidFill>
                <a:latin typeface="Courier New" panose="02070309020205020404" pitchFamily="49" charset="0"/>
                <a:ea typeface="新細明體" panose="02020500000000000000" pitchFamily="18" charset="-120"/>
              </a:rPr>
              <a:t>100..0100</a:t>
            </a:r>
            <a:endParaRPr kumimoji="1" lang="zh-TW" altLang="en-US" sz="1350" b="0" dirty="0">
              <a:solidFill>
                <a:schemeClr val="accent1"/>
              </a:solidFill>
              <a:latin typeface="Arial" panose="020B0604020202020204" pitchFamily="34" charset="0"/>
              <a:ea typeface="新細明體" panose="02020500000000000000" pitchFamily="18" charset="-120"/>
            </a:endParaRPr>
          </a:p>
        </p:txBody>
      </p:sp>
      <p:sp>
        <p:nvSpPr>
          <p:cNvPr id="376839" name="Line 7">
            <a:extLst>
              <a:ext uri="{FF2B5EF4-FFF2-40B4-BE49-F238E27FC236}">
                <a16:creationId xmlns:a16="http://schemas.microsoft.com/office/drawing/2014/main" id="{D46F0F31-9235-4A88-A1D2-3B56FBE41BD6}"/>
              </a:ext>
            </a:extLst>
          </p:cNvPr>
          <p:cNvSpPr>
            <a:spLocks noChangeShapeType="1"/>
          </p:cNvSpPr>
          <p:nvPr/>
        </p:nvSpPr>
        <p:spPr bwMode="auto">
          <a:xfrm>
            <a:off x="1414463" y="2666360"/>
            <a:ext cx="74295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40" name="Freeform 8">
            <a:extLst>
              <a:ext uri="{FF2B5EF4-FFF2-40B4-BE49-F238E27FC236}">
                <a16:creationId xmlns:a16="http://schemas.microsoft.com/office/drawing/2014/main" id="{F35C584B-E3AD-4F08-ABB9-9970FD85E15F}"/>
              </a:ext>
            </a:extLst>
          </p:cNvPr>
          <p:cNvSpPr>
            <a:spLocks/>
          </p:cNvSpPr>
          <p:nvPr/>
        </p:nvSpPr>
        <p:spPr bwMode="auto">
          <a:xfrm>
            <a:off x="2157413" y="3010451"/>
            <a:ext cx="821531" cy="5953"/>
          </a:xfrm>
          <a:custGeom>
            <a:avLst/>
            <a:gdLst>
              <a:gd name="T0" fmla="*/ 2147483647 w 637"/>
              <a:gd name="T1" fmla="*/ 2147483647 h 5"/>
              <a:gd name="T2" fmla="*/ 0 w 637"/>
              <a:gd name="T3" fmla="*/ 0 h 5"/>
              <a:gd name="T4" fmla="*/ 0 60000 65536"/>
              <a:gd name="T5" fmla="*/ 0 60000 65536"/>
              <a:gd name="T6" fmla="*/ 0 w 637"/>
              <a:gd name="T7" fmla="*/ 0 h 5"/>
              <a:gd name="T8" fmla="*/ 637 w 637"/>
              <a:gd name="T9" fmla="*/ 5 h 5"/>
            </a:gdLst>
            <a:ahLst/>
            <a:cxnLst>
              <a:cxn ang="T4">
                <a:pos x="T0" y="T1"/>
              </a:cxn>
              <a:cxn ang="T5">
                <a:pos x="T2" y="T3"/>
              </a:cxn>
            </a:cxnLst>
            <a:rect l="T6" t="T7" r="T8" b="T9"/>
            <a:pathLst>
              <a:path w="637" h="5">
                <a:moveTo>
                  <a:pt x="637" y="5"/>
                </a:moveTo>
                <a:lnTo>
                  <a:pt x="0" y="0"/>
                </a:lnTo>
              </a:path>
            </a:pathLst>
          </a:cu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376841" name="Line 9">
            <a:extLst>
              <a:ext uri="{FF2B5EF4-FFF2-40B4-BE49-F238E27FC236}">
                <a16:creationId xmlns:a16="http://schemas.microsoft.com/office/drawing/2014/main" id="{8ECE831E-6AC2-4661-ADBC-A8DDFECE29A1}"/>
              </a:ext>
            </a:extLst>
          </p:cNvPr>
          <p:cNvSpPr>
            <a:spLocks noChangeShapeType="1"/>
          </p:cNvSpPr>
          <p:nvPr/>
        </p:nvSpPr>
        <p:spPr bwMode="auto">
          <a:xfrm>
            <a:off x="2157413" y="2666360"/>
            <a:ext cx="0" cy="3429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42" name="Line 10">
            <a:extLst>
              <a:ext uri="{FF2B5EF4-FFF2-40B4-BE49-F238E27FC236}">
                <a16:creationId xmlns:a16="http://schemas.microsoft.com/office/drawing/2014/main" id="{BDBE0502-ADA5-457D-BE10-8930F2F30202}"/>
              </a:ext>
            </a:extLst>
          </p:cNvPr>
          <p:cNvSpPr>
            <a:spLocks noChangeShapeType="1"/>
          </p:cNvSpPr>
          <p:nvPr/>
        </p:nvSpPr>
        <p:spPr bwMode="auto">
          <a:xfrm>
            <a:off x="1538288" y="1294760"/>
            <a:ext cx="0" cy="13716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43" name="Line 11">
            <a:extLst>
              <a:ext uri="{FF2B5EF4-FFF2-40B4-BE49-F238E27FC236}">
                <a16:creationId xmlns:a16="http://schemas.microsoft.com/office/drawing/2014/main" id="{CAD77D53-F1BA-49CE-9422-A07AD5246C2A}"/>
              </a:ext>
            </a:extLst>
          </p:cNvPr>
          <p:cNvSpPr>
            <a:spLocks noChangeShapeType="1"/>
          </p:cNvSpPr>
          <p:nvPr/>
        </p:nvSpPr>
        <p:spPr bwMode="auto">
          <a:xfrm flipH="1">
            <a:off x="1538288" y="1294760"/>
            <a:ext cx="4953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44" name="Line 12">
            <a:extLst>
              <a:ext uri="{FF2B5EF4-FFF2-40B4-BE49-F238E27FC236}">
                <a16:creationId xmlns:a16="http://schemas.microsoft.com/office/drawing/2014/main" id="{AB9D495E-B349-4C48-B2E8-0A8E4C877459}"/>
              </a:ext>
            </a:extLst>
          </p:cNvPr>
          <p:cNvSpPr>
            <a:spLocks noChangeShapeType="1"/>
          </p:cNvSpPr>
          <p:nvPr/>
        </p:nvSpPr>
        <p:spPr bwMode="auto">
          <a:xfrm flipH="1">
            <a:off x="2946798" y="2609210"/>
            <a:ext cx="15478" cy="544116"/>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45" name="Line 13">
            <a:extLst>
              <a:ext uri="{FF2B5EF4-FFF2-40B4-BE49-F238E27FC236}">
                <a16:creationId xmlns:a16="http://schemas.microsoft.com/office/drawing/2014/main" id="{E4E6ACAC-9D64-42BB-B7F9-6C4BFA23895A}"/>
              </a:ext>
            </a:extLst>
          </p:cNvPr>
          <p:cNvSpPr>
            <a:spLocks noChangeShapeType="1"/>
          </p:cNvSpPr>
          <p:nvPr/>
        </p:nvSpPr>
        <p:spPr bwMode="auto">
          <a:xfrm flipH="1">
            <a:off x="2962275" y="2609210"/>
            <a:ext cx="309563"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46" name="Line 14">
            <a:extLst>
              <a:ext uri="{FF2B5EF4-FFF2-40B4-BE49-F238E27FC236}">
                <a16:creationId xmlns:a16="http://schemas.microsoft.com/office/drawing/2014/main" id="{31919B6E-8359-41DB-89C5-7A6438B2814B}"/>
              </a:ext>
            </a:extLst>
          </p:cNvPr>
          <p:cNvSpPr>
            <a:spLocks noChangeShapeType="1"/>
          </p:cNvSpPr>
          <p:nvPr/>
        </p:nvSpPr>
        <p:spPr bwMode="auto">
          <a:xfrm flipH="1">
            <a:off x="2962275" y="2894960"/>
            <a:ext cx="309563"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47" name="Freeform 15">
            <a:extLst>
              <a:ext uri="{FF2B5EF4-FFF2-40B4-BE49-F238E27FC236}">
                <a16:creationId xmlns:a16="http://schemas.microsoft.com/office/drawing/2014/main" id="{C8799663-2D86-494A-A49E-2631A2A46B33}"/>
              </a:ext>
            </a:extLst>
          </p:cNvPr>
          <p:cNvSpPr>
            <a:spLocks/>
          </p:cNvSpPr>
          <p:nvPr/>
        </p:nvSpPr>
        <p:spPr bwMode="auto">
          <a:xfrm>
            <a:off x="2033588" y="1294760"/>
            <a:ext cx="373856" cy="290513"/>
          </a:xfrm>
          <a:custGeom>
            <a:avLst/>
            <a:gdLst>
              <a:gd name="T0" fmla="*/ 2147483647 w 290"/>
              <a:gd name="T1" fmla="*/ 2147483647 h 244"/>
              <a:gd name="T2" fmla="*/ 2147483647 w 290"/>
              <a:gd name="T3" fmla="*/ 2147483647 h 244"/>
              <a:gd name="T4" fmla="*/ 0 w 290"/>
              <a:gd name="T5" fmla="*/ 0 h 244"/>
              <a:gd name="T6" fmla="*/ 0 60000 65536"/>
              <a:gd name="T7" fmla="*/ 0 60000 65536"/>
              <a:gd name="T8" fmla="*/ 0 60000 65536"/>
              <a:gd name="T9" fmla="*/ 0 w 290"/>
              <a:gd name="T10" fmla="*/ 0 h 244"/>
              <a:gd name="T11" fmla="*/ 290 w 290"/>
              <a:gd name="T12" fmla="*/ 244 h 244"/>
            </a:gdLst>
            <a:ahLst/>
            <a:cxnLst>
              <a:cxn ang="T6">
                <a:pos x="T0" y="T1"/>
              </a:cxn>
              <a:cxn ang="T7">
                <a:pos x="T2" y="T3"/>
              </a:cxn>
              <a:cxn ang="T8">
                <a:pos x="T4" y="T5"/>
              </a:cxn>
            </a:cxnLst>
            <a:rect l="T9" t="T10" r="T11" b="T12"/>
            <a:pathLst>
              <a:path w="290" h="244">
                <a:moveTo>
                  <a:pt x="288" y="192"/>
                </a:moveTo>
                <a:lnTo>
                  <a:pt x="290" y="244"/>
                </a:lnTo>
                <a:lnTo>
                  <a:pt x="0" y="0"/>
                </a:lnTo>
              </a:path>
            </a:pathLst>
          </a:cu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376848" name="Freeform 16">
            <a:extLst>
              <a:ext uri="{FF2B5EF4-FFF2-40B4-BE49-F238E27FC236}">
                <a16:creationId xmlns:a16="http://schemas.microsoft.com/office/drawing/2014/main" id="{A1A0243F-682E-4ADA-8497-B6D08C27A3C3}"/>
              </a:ext>
            </a:extLst>
          </p:cNvPr>
          <p:cNvSpPr>
            <a:spLocks/>
          </p:cNvSpPr>
          <p:nvPr/>
        </p:nvSpPr>
        <p:spPr bwMode="auto">
          <a:xfrm>
            <a:off x="2397919" y="1580510"/>
            <a:ext cx="1988344" cy="4763"/>
          </a:xfrm>
          <a:custGeom>
            <a:avLst/>
            <a:gdLst>
              <a:gd name="T0" fmla="*/ 2147483647 w 1542"/>
              <a:gd name="T1" fmla="*/ 0 h 4"/>
              <a:gd name="T2" fmla="*/ 0 w 1542"/>
              <a:gd name="T3" fmla="*/ 2147483647 h 4"/>
              <a:gd name="T4" fmla="*/ 0 60000 65536"/>
              <a:gd name="T5" fmla="*/ 0 60000 65536"/>
              <a:gd name="T6" fmla="*/ 0 w 1542"/>
              <a:gd name="T7" fmla="*/ 0 h 4"/>
              <a:gd name="T8" fmla="*/ 1542 w 1542"/>
              <a:gd name="T9" fmla="*/ 4 h 4"/>
            </a:gdLst>
            <a:ahLst/>
            <a:cxnLst>
              <a:cxn ang="T4">
                <a:pos x="T0" y="T1"/>
              </a:cxn>
              <a:cxn ang="T5">
                <a:pos x="T2" y="T3"/>
              </a:cxn>
            </a:cxnLst>
            <a:rect l="T6" t="T7" r="T8" b="T9"/>
            <a:pathLst>
              <a:path w="1542" h="4">
                <a:moveTo>
                  <a:pt x="1542" y="0"/>
                </a:moveTo>
                <a:lnTo>
                  <a:pt x="0" y="4"/>
                </a:lnTo>
              </a:path>
            </a:pathLst>
          </a:cu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376849" name="Line 17">
            <a:extLst>
              <a:ext uri="{FF2B5EF4-FFF2-40B4-BE49-F238E27FC236}">
                <a16:creationId xmlns:a16="http://schemas.microsoft.com/office/drawing/2014/main" id="{42AF6CDD-52CD-4EC9-9DB4-94A21886B8AC}"/>
              </a:ext>
            </a:extLst>
          </p:cNvPr>
          <p:cNvSpPr>
            <a:spLocks noChangeShapeType="1"/>
          </p:cNvSpPr>
          <p:nvPr/>
        </p:nvSpPr>
        <p:spPr bwMode="auto">
          <a:xfrm>
            <a:off x="4386263" y="1351910"/>
            <a:ext cx="0" cy="2286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50" name="Line 18">
            <a:extLst>
              <a:ext uri="{FF2B5EF4-FFF2-40B4-BE49-F238E27FC236}">
                <a16:creationId xmlns:a16="http://schemas.microsoft.com/office/drawing/2014/main" id="{3FCABB31-9B51-49ED-859E-EA2AB053D7B8}"/>
              </a:ext>
            </a:extLst>
          </p:cNvPr>
          <p:cNvSpPr>
            <a:spLocks noChangeShapeType="1"/>
          </p:cNvSpPr>
          <p:nvPr/>
        </p:nvSpPr>
        <p:spPr bwMode="auto">
          <a:xfrm flipH="1">
            <a:off x="4386263" y="1351910"/>
            <a:ext cx="2352675"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51" name="Line 19">
            <a:extLst>
              <a:ext uri="{FF2B5EF4-FFF2-40B4-BE49-F238E27FC236}">
                <a16:creationId xmlns:a16="http://schemas.microsoft.com/office/drawing/2014/main" id="{345ADEDC-7B40-4067-8A51-9B57CDBB5F53}"/>
              </a:ext>
            </a:extLst>
          </p:cNvPr>
          <p:cNvSpPr>
            <a:spLocks noChangeShapeType="1"/>
          </p:cNvSpPr>
          <p:nvPr/>
        </p:nvSpPr>
        <p:spPr bwMode="auto">
          <a:xfrm>
            <a:off x="3209925" y="2609210"/>
            <a:ext cx="1176338" cy="1143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52" name="Line 20">
            <a:extLst>
              <a:ext uri="{FF2B5EF4-FFF2-40B4-BE49-F238E27FC236}">
                <a16:creationId xmlns:a16="http://schemas.microsoft.com/office/drawing/2014/main" id="{B4FA2A72-B4B5-42B5-8D1B-8ABFDCD8FBEE}"/>
              </a:ext>
            </a:extLst>
          </p:cNvPr>
          <p:cNvSpPr>
            <a:spLocks noChangeShapeType="1"/>
          </p:cNvSpPr>
          <p:nvPr/>
        </p:nvSpPr>
        <p:spPr bwMode="auto">
          <a:xfrm>
            <a:off x="4386263" y="2723510"/>
            <a:ext cx="9906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53" name="Line 21">
            <a:extLst>
              <a:ext uri="{FF2B5EF4-FFF2-40B4-BE49-F238E27FC236}">
                <a16:creationId xmlns:a16="http://schemas.microsoft.com/office/drawing/2014/main" id="{699C4677-C7B4-4A06-B754-D53FFC96BED5}"/>
              </a:ext>
            </a:extLst>
          </p:cNvPr>
          <p:cNvSpPr>
            <a:spLocks noChangeShapeType="1"/>
          </p:cNvSpPr>
          <p:nvPr/>
        </p:nvSpPr>
        <p:spPr bwMode="auto">
          <a:xfrm>
            <a:off x="3271838" y="2894960"/>
            <a:ext cx="1114425" cy="2286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54" name="Line 22">
            <a:extLst>
              <a:ext uri="{FF2B5EF4-FFF2-40B4-BE49-F238E27FC236}">
                <a16:creationId xmlns:a16="http://schemas.microsoft.com/office/drawing/2014/main" id="{958D51B6-AAE8-403C-ACB0-FDDB57A05671}"/>
              </a:ext>
            </a:extLst>
          </p:cNvPr>
          <p:cNvSpPr>
            <a:spLocks noChangeShapeType="1"/>
          </p:cNvSpPr>
          <p:nvPr/>
        </p:nvSpPr>
        <p:spPr bwMode="auto">
          <a:xfrm>
            <a:off x="4386263" y="3123560"/>
            <a:ext cx="1857375"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55" name="Line 23">
            <a:extLst>
              <a:ext uri="{FF2B5EF4-FFF2-40B4-BE49-F238E27FC236}">
                <a16:creationId xmlns:a16="http://schemas.microsoft.com/office/drawing/2014/main" id="{89288DA8-0171-4D79-956B-129EB8D69CFD}"/>
              </a:ext>
            </a:extLst>
          </p:cNvPr>
          <p:cNvSpPr>
            <a:spLocks noChangeShapeType="1"/>
          </p:cNvSpPr>
          <p:nvPr/>
        </p:nvSpPr>
        <p:spPr bwMode="auto">
          <a:xfrm>
            <a:off x="5376862" y="2723510"/>
            <a:ext cx="681038" cy="40005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56" name="Line 24">
            <a:extLst>
              <a:ext uri="{FF2B5EF4-FFF2-40B4-BE49-F238E27FC236}">
                <a16:creationId xmlns:a16="http://schemas.microsoft.com/office/drawing/2014/main" id="{5209E8DF-C7D6-40E2-833E-771A0BF5932F}"/>
              </a:ext>
            </a:extLst>
          </p:cNvPr>
          <p:cNvSpPr>
            <a:spLocks noChangeShapeType="1"/>
          </p:cNvSpPr>
          <p:nvPr/>
        </p:nvSpPr>
        <p:spPr bwMode="auto">
          <a:xfrm>
            <a:off x="6243638" y="3123560"/>
            <a:ext cx="0" cy="11430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57" name="Freeform 25">
            <a:extLst>
              <a:ext uri="{FF2B5EF4-FFF2-40B4-BE49-F238E27FC236}">
                <a16:creationId xmlns:a16="http://schemas.microsoft.com/office/drawing/2014/main" id="{A0D90DB5-CC09-410E-899F-8BECFDC1F7BA}"/>
              </a:ext>
            </a:extLst>
          </p:cNvPr>
          <p:cNvSpPr>
            <a:spLocks/>
          </p:cNvSpPr>
          <p:nvPr/>
        </p:nvSpPr>
        <p:spPr bwMode="auto">
          <a:xfrm>
            <a:off x="6243638" y="4255845"/>
            <a:ext cx="1314450" cy="10715"/>
          </a:xfrm>
          <a:custGeom>
            <a:avLst/>
            <a:gdLst>
              <a:gd name="T0" fmla="*/ 0 w 1019"/>
              <a:gd name="T1" fmla="*/ 2147483647 h 9"/>
              <a:gd name="T2" fmla="*/ 2147483647 w 1019"/>
              <a:gd name="T3" fmla="*/ 0 h 9"/>
              <a:gd name="T4" fmla="*/ 0 60000 65536"/>
              <a:gd name="T5" fmla="*/ 0 60000 65536"/>
              <a:gd name="T6" fmla="*/ 0 w 1019"/>
              <a:gd name="T7" fmla="*/ 0 h 9"/>
              <a:gd name="T8" fmla="*/ 1019 w 1019"/>
              <a:gd name="T9" fmla="*/ 9 h 9"/>
            </a:gdLst>
            <a:ahLst/>
            <a:cxnLst>
              <a:cxn ang="T4">
                <a:pos x="T0" y="T1"/>
              </a:cxn>
              <a:cxn ang="T5">
                <a:pos x="T2" y="T3"/>
              </a:cxn>
            </a:cxnLst>
            <a:rect l="T6" t="T7" r="T8" b="T9"/>
            <a:pathLst>
              <a:path w="1019" h="9">
                <a:moveTo>
                  <a:pt x="0" y="9"/>
                </a:moveTo>
                <a:lnTo>
                  <a:pt x="1019" y="0"/>
                </a:lnTo>
              </a:path>
            </a:pathLst>
          </a:cu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376858" name="Line 26">
            <a:extLst>
              <a:ext uri="{FF2B5EF4-FFF2-40B4-BE49-F238E27FC236}">
                <a16:creationId xmlns:a16="http://schemas.microsoft.com/office/drawing/2014/main" id="{D3DA921B-8300-42B6-ADED-C2723FE84B5B}"/>
              </a:ext>
            </a:extLst>
          </p:cNvPr>
          <p:cNvSpPr>
            <a:spLocks noChangeShapeType="1"/>
          </p:cNvSpPr>
          <p:nvPr/>
        </p:nvSpPr>
        <p:spPr bwMode="auto">
          <a:xfrm>
            <a:off x="7543800" y="3523610"/>
            <a:ext cx="0" cy="74295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59" name="Line 27">
            <a:extLst>
              <a:ext uri="{FF2B5EF4-FFF2-40B4-BE49-F238E27FC236}">
                <a16:creationId xmlns:a16="http://schemas.microsoft.com/office/drawing/2014/main" id="{15D60F7E-25A8-47B7-9953-B341C3BBDE33}"/>
              </a:ext>
            </a:extLst>
          </p:cNvPr>
          <p:cNvSpPr>
            <a:spLocks noChangeShapeType="1"/>
          </p:cNvSpPr>
          <p:nvPr/>
        </p:nvSpPr>
        <p:spPr bwMode="auto">
          <a:xfrm>
            <a:off x="7543800" y="3523610"/>
            <a:ext cx="123825"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60" name="Line 28">
            <a:extLst>
              <a:ext uri="{FF2B5EF4-FFF2-40B4-BE49-F238E27FC236}">
                <a16:creationId xmlns:a16="http://schemas.microsoft.com/office/drawing/2014/main" id="{CB9DEB03-29C1-4115-B35E-A4F4AFFAF0C4}"/>
              </a:ext>
            </a:extLst>
          </p:cNvPr>
          <p:cNvSpPr>
            <a:spLocks noChangeShapeType="1"/>
          </p:cNvSpPr>
          <p:nvPr/>
        </p:nvSpPr>
        <p:spPr bwMode="auto">
          <a:xfrm>
            <a:off x="6243637" y="3123560"/>
            <a:ext cx="1423988" cy="0"/>
          </a:xfrm>
          <a:prstGeom prst="line">
            <a:avLst/>
          </a:prstGeom>
          <a:noFill/>
          <a:ln w="38100">
            <a:solidFill>
              <a:schemeClr val="hlink"/>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61" name="Line 29">
            <a:extLst>
              <a:ext uri="{FF2B5EF4-FFF2-40B4-BE49-F238E27FC236}">
                <a16:creationId xmlns:a16="http://schemas.microsoft.com/office/drawing/2014/main" id="{C6B61BE9-44CF-4363-831F-1FCFAB05F2B1}"/>
              </a:ext>
            </a:extLst>
          </p:cNvPr>
          <p:cNvSpPr>
            <a:spLocks noChangeShapeType="1"/>
          </p:cNvSpPr>
          <p:nvPr/>
        </p:nvSpPr>
        <p:spPr bwMode="auto">
          <a:xfrm flipV="1">
            <a:off x="7667625" y="3295010"/>
            <a:ext cx="185738" cy="2286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62" name="Line 30">
            <a:extLst>
              <a:ext uri="{FF2B5EF4-FFF2-40B4-BE49-F238E27FC236}">
                <a16:creationId xmlns:a16="http://schemas.microsoft.com/office/drawing/2014/main" id="{0B069208-1D25-469C-911A-CEEB65194B94}"/>
              </a:ext>
            </a:extLst>
          </p:cNvPr>
          <p:cNvSpPr>
            <a:spLocks noChangeShapeType="1"/>
          </p:cNvSpPr>
          <p:nvPr/>
        </p:nvSpPr>
        <p:spPr bwMode="auto">
          <a:xfrm>
            <a:off x="7853363" y="3295010"/>
            <a:ext cx="123825"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63" name="Text Box 31">
            <a:extLst>
              <a:ext uri="{FF2B5EF4-FFF2-40B4-BE49-F238E27FC236}">
                <a16:creationId xmlns:a16="http://schemas.microsoft.com/office/drawing/2014/main" id="{023E8FD1-4D14-48EE-86BC-114F61BB0267}"/>
              </a:ext>
            </a:extLst>
          </p:cNvPr>
          <p:cNvSpPr txBox="1">
            <a:spLocks noChangeArrowheads="1"/>
          </p:cNvSpPr>
          <p:nvPr/>
        </p:nvSpPr>
        <p:spPr bwMode="auto">
          <a:xfrm>
            <a:off x="7530704" y="2894960"/>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b="0">
                <a:solidFill>
                  <a:schemeClr val="hlink"/>
                </a:solidFill>
                <a:latin typeface="Arial" panose="020B0604020202020204" pitchFamily="34" charset="0"/>
                <a:ea typeface="新細明體" panose="02020500000000000000" pitchFamily="18" charset="-120"/>
                <a:sym typeface="Monotype Sorts" pitchFamily="2" charset="2"/>
              </a:rPr>
              <a:t></a:t>
            </a:r>
            <a:endParaRPr kumimoji="1" lang="zh-TW" altLang="en-US" sz="1350" b="0">
              <a:latin typeface="Arial" panose="020B0604020202020204" pitchFamily="34" charset="0"/>
              <a:ea typeface="新細明體" panose="02020500000000000000" pitchFamily="18" charset="-120"/>
            </a:endParaRPr>
          </a:p>
        </p:txBody>
      </p:sp>
      <p:sp>
        <p:nvSpPr>
          <p:cNvPr id="376864" name="Line 32">
            <a:extLst>
              <a:ext uri="{FF2B5EF4-FFF2-40B4-BE49-F238E27FC236}">
                <a16:creationId xmlns:a16="http://schemas.microsoft.com/office/drawing/2014/main" id="{6639AFDF-7404-4A31-88D7-2B6ABDDE9120}"/>
              </a:ext>
            </a:extLst>
          </p:cNvPr>
          <p:cNvSpPr>
            <a:spLocks noChangeShapeType="1"/>
          </p:cNvSpPr>
          <p:nvPr/>
        </p:nvSpPr>
        <p:spPr bwMode="auto">
          <a:xfrm>
            <a:off x="7977188" y="3295010"/>
            <a:ext cx="0" cy="11430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65" name="Line 33">
            <a:extLst>
              <a:ext uri="{FF2B5EF4-FFF2-40B4-BE49-F238E27FC236}">
                <a16:creationId xmlns:a16="http://schemas.microsoft.com/office/drawing/2014/main" id="{4D13E51E-564D-4B85-B93F-A6D037616B3F}"/>
              </a:ext>
            </a:extLst>
          </p:cNvPr>
          <p:cNvSpPr>
            <a:spLocks noChangeShapeType="1"/>
          </p:cNvSpPr>
          <p:nvPr/>
        </p:nvSpPr>
        <p:spPr bwMode="auto">
          <a:xfrm flipH="1">
            <a:off x="3086100" y="4438010"/>
            <a:ext cx="4891088"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66" name="Line 34">
            <a:extLst>
              <a:ext uri="{FF2B5EF4-FFF2-40B4-BE49-F238E27FC236}">
                <a16:creationId xmlns:a16="http://schemas.microsoft.com/office/drawing/2014/main" id="{D57065BC-E212-438E-8D0B-1BE812A91DF3}"/>
              </a:ext>
            </a:extLst>
          </p:cNvPr>
          <p:cNvSpPr>
            <a:spLocks noChangeShapeType="1"/>
          </p:cNvSpPr>
          <p:nvPr/>
        </p:nvSpPr>
        <p:spPr bwMode="auto">
          <a:xfrm flipH="1" flipV="1">
            <a:off x="3086100" y="3409310"/>
            <a:ext cx="0" cy="10287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67" name="Line 35">
            <a:extLst>
              <a:ext uri="{FF2B5EF4-FFF2-40B4-BE49-F238E27FC236}">
                <a16:creationId xmlns:a16="http://schemas.microsoft.com/office/drawing/2014/main" id="{14788B78-78CC-423D-98D5-281B6C803130}"/>
              </a:ext>
            </a:extLst>
          </p:cNvPr>
          <p:cNvSpPr>
            <a:spLocks noChangeShapeType="1"/>
          </p:cNvSpPr>
          <p:nvPr/>
        </p:nvSpPr>
        <p:spPr bwMode="auto">
          <a:xfrm flipH="1" flipV="1">
            <a:off x="6738937" y="1351910"/>
            <a:ext cx="185738" cy="2286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68" name="Line 36">
            <a:extLst>
              <a:ext uri="{FF2B5EF4-FFF2-40B4-BE49-F238E27FC236}">
                <a16:creationId xmlns:a16="http://schemas.microsoft.com/office/drawing/2014/main" id="{A9D96818-735E-449B-97D8-0B728432B81E}"/>
              </a:ext>
            </a:extLst>
          </p:cNvPr>
          <p:cNvSpPr>
            <a:spLocks noChangeShapeType="1"/>
          </p:cNvSpPr>
          <p:nvPr/>
        </p:nvSpPr>
        <p:spPr bwMode="auto">
          <a:xfrm flipH="1" flipV="1">
            <a:off x="6924675" y="1580510"/>
            <a:ext cx="61913"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69" name="Line 37">
            <a:extLst>
              <a:ext uri="{FF2B5EF4-FFF2-40B4-BE49-F238E27FC236}">
                <a16:creationId xmlns:a16="http://schemas.microsoft.com/office/drawing/2014/main" id="{B760DEA6-1903-4F4D-892A-27D588CE60E3}"/>
              </a:ext>
            </a:extLst>
          </p:cNvPr>
          <p:cNvSpPr>
            <a:spLocks noChangeShapeType="1"/>
          </p:cNvSpPr>
          <p:nvPr/>
        </p:nvSpPr>
        <p:spPr bwMode="auto">
          <a:xfrm flipH="1">
            <a:off x="6986588" y="1009010"/>
            <a:ext cx="0" cy="5715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70" name="Freeform 38">
            <a:extLst>
              <a:ext uri="{FF2B5EF4-FFF2-40B4-BE49-F238E27FC236}">
                <a16:creationId xmlns:a16="http://schemas.microsoft.com/office/drawing/2014/main" id="{77347EDC-D002-4ACE-BB2E-FBDA82DE6E13}"/>
              </a:ext>
            </a:extLst>
          </p:cNvPr>
          <p:cNvSpPr>
            <a:spLocks/>
          </p:cNvSpPr>
          <p:nvPr/>
        </p:nvSpPr>
        <p:spPr bwMode="auto">
          <a:xfrm>
            <a:off x="1002507" y="1011392"/>
            <a:ext cx="5984081" cy="7144"/>
          </a:xfrm>
          <a:custGeom>
            <a:avLst/>
            <a:gdLst>
              <a:gd name="T0" fmla="*/ 2147483647 w 4639"/>
              <a:gd name="T1" fmla="*/ 0 h 6"/>
              <a:gd name="T2" fmla="*/ 0 w 4639"/>
              <a:gd name="T3" fmla="*/ 2147483647 h 6"/>
              <a:gd name="T4" fmla="*/ 0 60000 65536"/>
              <a:gd name="T5" fmla="*/ 0 60000 65536"/>
              <a:gd name="T6" fmla="*/ 0 w 4639"/>
              <a:gd name="T7" fmla="*/ 0 h 6"/>
              <a:gd name="T8" fmla="*/ 4639 w 4639"/>
              <a:gd name="T9" fmla="*/ 6 h 6"/>
            </a:gdLst>
            <a:ahLst/>
            <a:cxnLst>
              <a:cxn ang="T4">
                <a:pos x="T0" y="T1"/>
              </a:cxn>
              <a:cxn ang="T5">
                <a:pos x="T2" y="T3"/>
              </a:cxn>
            </a:cxnLst>
            <a:rect l="T6" t="T7" r="T8" b="T9"/>
            <a:pathLst>
              <a:path w="4639" h="6">
                <a:moveTo>
                  <a:pt x="4639" y="0"/>
                </a:moveTo>
                <a:lnTo>
                  <a:pt x="0" y="6"/>
                </a:lnTo>
              </a:path>
            </a:pathLst>
          </a:cu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376871" name="Line 39">
            <a:extLst>
              <a:ext uri="{FF2B5EF4-FFF2-40B4-BE49-F238E27FC236}">
                <a16:creationId xmlns:a16="http://schemas.microsoft.com/office/drawing/2014/main" id="{4971A855-44C2-4A44-8BDF-59F2459F86FA}"/>
              </a:ext>
            </a:extLst>
          </p:cNvPr>
          <p:cNvSpPr>
            <a:spLocks noChangeShapeType="1"/>
          </p:cNvSpPr>
          <p:nvPr/>
        </p:nvSpPr>
        <p:spPr bwMode="auto">
          <a:xfrm flipV="1">
            <a:off x="981075" y="1009010"/>
            <a:ext cx="0" cy="165735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376872" name="AutoShape 40">
            <a:extLst>
              <a:ext uri="{FF2B5EF4-FFF2-40B4-BE49-F238E27FC236}">
                <a16:creationId xmlns:a16="http://schemas.microsoft.com/office/drawing/2014/main" id="{3848CB27-5598-4085-9E6D-53565179353F}"/>
              </a:ext>
            </a:extLst>
          </p:cNvPr>
          <p:cNvSpPr>
            <a:spLocks noChangeArrowheads="1"/>
          </p:cNvSpPr>
          <p:nvPr/>
        </p:nvSpPr>
        <p:spPr bwMode="auto">
          <a:xfrm>
            <a:off x="3148013" y="3295010"/>
            <a:ext cx="123825" cy="285750"/>
          </a:xfrm>
          <a:prstGeom prst="flowChartCollate">
            <a:avLst/>
          </a:prstGeom>
          <a:solidFill>
            <a:schemeClr val="bg1"/>
          </a:solidFill>
          <a:ln w="38100">
            <a:solidFill>
              <a:schemeClr val="hlink"/>
            </a:solidFill>
            <a:miter lim="800000"/>
            <a:headEnd type="none" w="sm" len="sm"/>
            <a:tailEnd type="none" w="sm" len="sm"/>
          </a:ln>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376873" name="AutoShape 41">
            <a:extLst>
              <a:ext uri="{FF2B5EF4-FFF2-40B4-BE49-F238E27FC236}">
                <a16:creationId xmlns:a16="http://schemas.microsoft.com/office/drawing/2014/main" id="{57562587-47D9-4381-9E5C-662888900845}"/>
              </a:ext>
            </a:extLst>
          </p:cNvPr>
          <p:cNvSpPr>
            <a:spLocks noChangeArrowheads="1"/>
          </p:cNvSpPr>
          <p:nvPr/>
        </p:nvSpPr>
        <p:spPr bwMode="auto">
          <a:xfrm>
            <a:off x="1042988" y="2552060"/>
            <a:ext cx="123825" cy="285750"/>
          </a:xfrm>
          <a:prstGeom prst="flowChartCollate">
            <a:avLst/>
          </a:prstGeom>
          <a:solidFill>
            <a:schemeClr val="bg1"/>
          </a:solidFill>
          <a:ln w="38100">
            <a:solidFill>
              <a:schemeClr val="hlink"/>
            </a:solidFill>
            <a:miter lim="800000"/>
            <a:headEnd type="none" w="sm" len="sm"/>
            <a:tailEnd type="none" w="sm" len="sm"/>
          </a:ln>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37929" name="Text Box 43">
            <a:extLst>
              <a:ext uri="{FF2B5EF4-FFF2-40B4-BE49-F238E27FC236}">
                <a16:creationId xmlns:a16="http://schemas.microsoft.com/office/drawing/2014/main" id="{F2ABC7B6-CBCA-455D-B562-C6C5F6F91983}"/>
              </a:ext>
            </a:extLst>
          </p:cNvPr>
          <p:cNvSpPr txBox="1">
            <a:spLocks noChangeArrowheads="1"/>
          </p:cNvSpPr>
          <p:nvPr/>
        </p:nvSpPr>
        <p:spPr bwMode="auto">
          <a:xfrm>
            <a:off x="5406628" y="2316317"/>
            <a:ext cx="176213" cy="276999"/>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200" b="0">
                <a:solidFill>
                  <a:srgbClr val="FF6600"/>
                </a:solidFill>
                <a:latin typeface="Times New Roman" panose="02020603050405020304" pitchFamily="18" charset="0"/>
                <a:ea typeface="新細明體" panose="02020500000000000000" pitchFamily="18" charset="-120"/>
              </a:rPr>
              <a:t>4</a:t>
            </a:r>
          </a:p>
        </p:txBody>
      </p:sp>
      <p:sp>
        <p:nvSpPr>
          <p:cNvPr id="376876" name="Line 44">
            <a:extLst>
              <a:ext uri="{FF2B5EF4-FFF2-40B4-BE49-F238E27FC236}">
                <a16:creationId xmlns:a16="http://schemas.microsoft.com/office/drawing/2014/main" id="{6B56E2B6-6C48-4CC1-A253-21B4499BAFCF}"/>
              </a:ext>
            </a:extLst>
          </p:cNvPr>
          <p:cNvSpPr>
            <a:spLocks noChangeShapeType="1"/>
          </p:cNvSpPr>
          <p:nvPr/>
        </p:nvSpPr>
        <p:spPr bwMode="auto">
          <a:xfrm>
            <a:off x="2978944" y="3160470"/>
            <a:ext cx="254794"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44" name="灯片编号占位符 5">
            <a:extLst>
              <a:ext uri="{FF2B5EF4-FFF2-40B4-BE49-F238E27FC236}">
                <a16:creationId xmlns:a16="http://schemas.microsoft.com/office/drawing/2014/main" id="{39640AE6-1849-41E0-9D42-933B62915CA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32</a:t>
            </a:fld>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nodeType="clickEffect">
                                  <p:stCondLst>
                                    <p:cond delay="0"/>
                                  </p:stCondLst>
                                  <p:childTnLst>
                                    <p:set>
                                      <p:cBhvr>
                                        <p:cTn id="6" dur="1" fill="hold">
                                          <p:stCondLst>
                                            <p:cond delay="0"/>
                                          </p:stCondLst>
                                        </p:cTn>
                                        <p:tgtEl>
                                          <p:spTgt spid="376839"/>
                                        </p:tgtEl>
                                        <p:attrNameLst>
                                          <p:attrName>style.visibility</p:attrName>
                                        </p:attrNameLst>
                                      </p:cBhvr>
                                      <p:to>
                                        <p:strVal val="visible"/>
                                      </p:to>
                                    </p:set>
                                    <p:anim calcmode="lin" valueType="num">
                                      <p:cBhvr>
                                        <p:cTn id="7" dur="500" fill="hold"/>
                                        <p:tgtEl>
                                          <p:spTgt spid="376839"/>
                                        </p:tgtEl>
                                        <p:attrNameLst>
                                          <p:attrName>ppt_x</p:attrName>
                                        </p:attrNameLst>
                                      </p:cBhvr>
                                      <p:tavLst>
                                        <p:tav tm="0">
                                          <p:val>
                                            <p:strVal val="#ppt_x-#ppt_w/2"/>
                                          </p:val>
                                        </p:tav>
                                        <p:tav tm="100000">
                                          <p:val>
                                            <p:strVal val="#ppt_x"/>
                                          </p:val>
                                        </p:tav>
                                      </p:tavLst>
                                    </p:anim>
                                    <p:anim calcmode="lin" valueType="num">
                                      <p:cBhvr>
                                        <p:cTn id="8" dur="500" fill="hold"/>
                                        <p:tgtEl>
                                          <p:spTgt spid="376839"/>
                                        </p:tgtEl>
                                        <p:attrNameLst>
                                          <p:attrName>ppt_y</p:attrName>
                                        </p:attrNameLst>
                                      </p:cBhvr>
                                      <p:tavLst>
                                        <p:tav tm="0">
                                          <p:val>
                                            <p:strVal val="#ppt_y"/>
                                          </p:val>
                                        </p:tav>
                                        <p:tav tm="100000">
                                          <p:val>
                                            <p:strVal val="#ppt_y"/>
                                          </p:val>
                                        </p:tav>
                                      </p:tavLst>
                                    </p:anim>
                                    <p:anim calcmode="lin" valueType="num">
                                      <p:cBhvr>
                                        <p:cTn id="9" dur="500" fill="hold"/>
                                        <p:tgtEl>
                                          <p:spTgt spid="376839"/>
                                        </p:tgtEl>
                                        <p:attrNameLst>
                                          <p:attrName>ppt_w</p:attrName>
                                        </p:attrNameLst>
                                      </p:cBhvr>
                                      <p:tavLst>
                                        <p:tav tm="0">
                                          <p:val>
                                            <p:fltVal val="0"/>
                                          </p:val>
                                        </p:tav>
                                        <p:tav tm="100000">
                                          <p:val>
                                            <p:strVal val="#ppt_w"/>
                                          </p:val>
                                        </p:tav>
                                      </p:tavLst>
                                    </p:anim>
                                    <p:anim calcmode="lin" valueType="num">
                                      <p:cBhvr>
                                        <p:cTn id="10" dur="500" fill="hold"/>
                                        <p:tgtEl>
                                          <p:spTgt spid="376839"/>
                                        </p:tgtEl>
                                        <p:attrNameLst>
                                          <p:attrName>ppt_h</p:attrName>
                                        </p:attrNameLst>
                                      </p:cBhvr>
                                      <p:tavLst>
                                        <p:tav tm="0">
                                          <p:val>
                                            <p:strVal val="#ppt_h"/>
                                          </p:val>
                                        </p:tav>
                                        <p:tav tm="100000">
                                          <p:val>
                                            <p:strVal val="#ppt_h"/>
                                          </p:val>
                                        </p:tav>
                                      </p:tavLst>
                                    </p:anim>
                                  </p:childTnLst>
                                </p:cTn>
                              </p:par>
                            </p:childTnLst>
                          </p:cTn>
                        </p:par>
                        <p:par>
                          <p:cTn id="11" fill="hold" nodeType="afterGroup">
                            <p:stCondLst>
                              <p:cond delay="500"/>
                            </p:stCondLst>
                            <p:childTnLst>
                              <p:par>
                                <p:cTn id="12" presetID="17" presetClass="entr" presetSubtype="1" fill="hold" nodeType="afterEffect">
                                  <p:stCondLst>
                                    <p:cond delay="0"/>
                                  </p:stCondLst>
                                  <p:childTnLst>
                                    <p:set>
                                      <p:cBhvr>
                                        <p:cTn id="13" dur="1" fill="hold">
                                          <p:stCondLst>
                                            <p:cond delay="0"/>
                                          </p:stCondLst>
                                        </p:cTn>
                                        <p:tgtEl>
                                          <p:spTgt spid="376841"/>
                                        </p:tgtEl>
                                        <p:attrNameLst>
                                          <p:attrName>style.visibility</p:attrName>
                                        </p:attrNameLst>
                                      </p:cBhvr>
                                      <p:to>
                                        <p:strVal val="visible"/>
                                      </p:to>
                                    </p:set>
                                    <p:anim calcmode="lin" valueType="num">
                                      <p:cBhvr>
                                        <p:cTn id="14" dur="500" fill="hold"/>
                                        <p:tgtEl>
                                          <p:spTgt spid="376841"/>
                                        </p:tgtEl>
                                        <p:attrNameLst>
                                          <p:attrName>ppt_x</p:attrName>
                                        </p:attrNameLst>
                                      </p:cBhvr>
                                      <p:tavLst>
                                        <p:tav tm="0">
                                          <p:val>
                                            <p:strVal val="#ppt_x"/>
                                          </p:val>
                                        </p:tav>
                                        <p:tav tm="100000">
                                          <p:val>
                                            <p:strVal val="#ppt_x"/>
                                          </p:val>
                                        </p:tav>
                                      </p:tavLst>
                                    </p:anim>
                                    <p:anim calcmode="lin" valueType="num">
                                      <p:cBhvr>
                                        <p:cTn id="15" dur="500" fill="hold"/>
                                        <p:tgtEl>
                                          <p:spTgt spid="376841"/>
                                        </p:tgtEl>
                                        <p:attrNameLst>
                                          <p:attrName>ppt_y</p:attrName>
                                        </p:attrNameLst>
                                      </p:cBhvr>
                                      <p:tavLst>
                                        <p:tav tm="0">
                                          <p:val>
                                            <p:strVal val="#ppt_y-#ppt_h/2"/>
                                          </p:val>
                                        </p:tav>
                                        <p:tav tm="100000">
                                          <p:val>
                                            <p:strVal val="#ppt_y"/>
                                          </p:val>
                                        </p:tav>
                                      </p:tavLst>
                                    </p:anim>
                                    <p:anim calcmode="lin" valueType="num">
                                      <p:cBhvr>
                                        <p:cTn id="16" dur="500" fill="hold"/>
                                        <p:tgtEl>
                                          <p:spTgt spid="376841"/>
                                        </p:tgtEl>
                                        <p:attrNameLst>
                                          <p:attrName>ppt_w</p:attrName>
                                        </p:attrNameLst>
                                      </p:cBhvr>
                                      <p:tavLst>
                                        <p:tav tm="0">
                                          <p:val>
                                            <p:strVal val="#ppt_w"/>
                                          </p:val>
                                        </p:tav>
                                        <p:tav tm="100000">
                                          <p:val>
                                            <p:strVal val="#ppt_w"/>
                                          </p:val>
                                        </p:tav>
                                      </p:tavLst>
                                    </p:anim>
                                    <p:anim calcmode="lin" valueType="num">
                                      <p:cBhvr>
                                        <p:cTn id="17" dur="500" fill="hold"/>
                                        <p:tgtEl>
                                          <p:spTgt spid="376841"/>
                                        </p:tgtEl>
                                        <p:attrNameLst>
                                          <p:attrName>ppt_h</p:attrName>
                                        </p:attrNameLst>
                                      </p:cBhvr>
                                      <p:tavLst>
                                        <p:tav tm="0">
                                          <p:val>
                                            <p:fltVal val="0"/>
                                          </p:val>
                                        </p:tav>
                                        <p:tav tm="100000">
                                          <p:val>
                                            <p:strVal val="#ppt_h"/>
                                          </p:val>
                                        </p:tav>
                                      </p:tavLst>
                                    </p:anim>
                                  </p:childTnLst>
                                </p:cTn>
                              </p:par>
                            </p:childTnLst>
                          </p:cTn>
                        </p:par>
                        <p:par>
                          <p:cTn id="18" fill="hold" nodeType="afterGroup">
                            <p:stCondLst>
                              <p:cond delay="1000"/>
                            </p:stCondLst>
                            <p:childTnLst>
                              <p:par>
                                <p:cTn id="19" presetID="17" presetClass="entr" presetSubtype="8" fill="hold" nodeType="afterEffect">
                                  <p:stCondLst>
                                    <p:cond delay="0"/>
                                  </p:stCondLst>
                                  <p:childTnLst>
                                    <p:set>
                                      <p:cBhvr>
                                        <p:cTn id="20" dur="1" fill="hold">
                                          <p:stCondLst>
                                            <p:cond delay="0"/>
                                          </p:stCondLst>
                                        </p:cTn>
                                        <p:tgtEl>
                                          <p:spTgt spid="376840"/>
                                        </p:tgtEl>
                                        <p:attrNameLst>
                                          <p:attrName>style.visibility</p:attrName>
                                        </p:attrNameLst>
                                      </p:cBhvr>
                                      <p:to>
                                        <p:strVal val="visible"/>
                                      </p:to>
                                    </p:set>
                                    <p:anim calcmode="lin" valueType="num">
                                      <p:cBhvr>
                                        <p:cTn id="21" dur="500" fill="hold"/>
                                        <p:tgtEl>
                                          <p:spTgt spid="376840"/>
                                        </p:tgtEl>
                                        <p:attrNameLst>
                                          <p:attrName>ppt_x</p:attrName>
                                        </p:attrNameLst>
                                      </p:cBhvr>
                                      <p:tavLst>
                                        <p:tav tm="0">
                                          <p:val>
                                            <p:strVal val="#ppt_x-#ppt_w/2"/>
                                          </p:val>
                                        </p:tav>
                                        <p:tav tm="100000">
                                          <p:val>
                                            <p:strVal val="#ppt_x"/>
                                          </p:val>
                                        </p:tav>
                                      </p:tavLst>
                                    </p:anim>
                                    <p:anim calcmode="lin" valueType="num">
                                      <p:cBhvr>
                                        <p:cTn id="22" dur="500" fill="hold"/>
                                        <p:tgtEl>
                                          <p:spTgt spid="376840"/>
                                        </p:tgtEl>
                                        <p:attrNameLst>
                                          <p:attrName>ppt_y</p:attrName>
                                        </p:attrNameLst>
                                      </p:cBhvr>
                                      <p:tavLst>
                                        <p:tav tm="0">
                                          <p:val>
                                            <p:strVal val="#ppt_y"/>
                                          </p:val>
                                        </p:tav>
                                        <p:tav tm="100000">
                                          <p:val>
                                            <p:strVal val="#ppt_y"/>
                                          </p:val>
                                        </p:tav>
                                      </p:tavLst>
                                    </p:anim>
                                    <p:anim calcmode="lin" valueType="num">
                                      <p:cBhvr>
                                        <p:cTn id="23" dur="500" fill="hold"/>
                                        <p:tgtEl>
                                          <p:spTgt spid="376840"/>
                                        </p:tgtEl>
                                        <p:attrNameLst>
                                          <p:attrName>ppt_w</p:attrName>
                                        </p:attrNameLst>
                                      </p:cBhvr>
                                      <p:tavLst>
                                        <p:tav tm="0">
                                          <p:val>
                                            <p:fltVal val="0"/>
                                          </p:val>
                                        </p:tav>
                                        <p:tav tm="100000">
                                          <p:val>
                                            <p:strVal val="#ppt_w"/>
                                          </p:val>
                                        </p:tav>
                                      </p:tavLst>
                                    </p:anim>
                                    <p:anim calcmode="lin" valueType="num">
                                      <p:cBhvr>
                                        <p:cTn id="24" dur="500" fill="hold"/>
                                        <p:tgtEl>
                                          <p:spTgt spid="376840"/>
                                        </p:tgtEl>
                                        <p:attrNameLst>
                                          <p:attrName>ppt_h</p:attrName>
                                        </p:attrNameLst>
                                      </p:cBhvr>
                                      <p:tavLst>
                                        <p:tav tm="0">
                                          <p:val>
                                            <p:strVal val="#ppt_h"/>
                                          </p:val>
                                        </p:tav>
                                        <p:tav tm="100000">
                                          <p:val>
                                            <p:strVal val="#ppt_h"/>
                                          </p:val>
                                        </p:tav>
                                      </p:tavLst>
                                    </p:anim>
                                  </p:childTnLst>
                                </p:cTn>
                              </p:par>
                            </p:childTnLst>
                          </p:cTn>
                        </p:par>
                        <p:par>
                          <p:cTn id="25" fill="hold" nodeType="afterGroup">
                            <p:stCondLst>
                              <p:cond delay="1500"/>
                            </p:stCondLst>
                            <p:childTnLst>
                              <p:par>
                                <p:cTn id="26" presetID="17" presetClass="entr" presetSubtype="4" fill="hold" nodeType="afterEffect">
                                  <p:stCondLst>
                                    <p:cond delay="0"/>
                                  </p:stCondLst>
                                  <p:childTnLst>
                                    <p:set>
                                      <p:cBhvr>
                                        <p:cTn id="27" dur="1" fill="hold">
                                          <p:stCondLst>
                                            <p:cond delay="0"/>
                                          </p:stCondLst>
                                        </p:cTn>
                                        <p:tgtEl>
                                          <p:spTgt spid="376844"/>
                                        </p:tgtEl>
                                        <p:attrNameLst>
                                          <p:attrName>style.visibility</p:attrName>
                                        </p:attrNameLst>
                                      </p:cBhvr>
                                      <p:to>
                                        <p:strVal val="visible"/>
                                      </p:to>
                                    </p:set>
                                    <p:anim calcmode="lin" valueType="num">
                                      <p:cBhvr>
                                        <p:cTn id="28" dur="500" fill="hold"/>
                                        <p:tgtEl>
                                          <p:spTgt spid="376844"/>
                                        </p:tgtEl>
                                        <p:attrNameLst>
                                          <p:attrName>ppt_x</p:attrName>
                                        </p:attrNameLst>
                                      </p:cBhvr>
                                      <p:tavLst>
                                        <p:tav tm="0">
                                          <p:val>
                                            <p:strVal val="#ppt_x"/>
                                          </p:val>
                                        </p:tav>
                                        <p:tav tm="100000">
                                          <p:val>
                                            <p:strVal val="#ppt_x"/>
                                          </p:val>
                                        </p:tav>
                                      </p:tavLst>
                                    </p:anim>
                                    <p:anim calcmode="lin" valueType="num">
                                      <p:cBhvr>
                                        <p:cTn id="29" dur="500" fill="hold"/>
                                        <p:tgtEl>
                                          <p:spTgt spid="376844"/>
                                        </p:tgtEl>
                                        <p:attrNameLst>
                                          <p:attrName>ppt_y</p:attrName>
                                        </p:attrNameLst>
                                      </p:cBhvr>
                                      <p:tavLst>
                                        <p:tav tm="0">
                                          <p:val>
                                            <p:strVal val="#ppt_y+#ppt_h/2"/>
                                          </p:val>
                                        </p:tav>
                                        <p:tav tm="100000">
                                          <p:val>
                                            <p:strVal val="#ppt_y"/>
                                          </p:val>
                                        </p:tav>
                                      </p:tavLst>
                                    </p:anim>
                                    <p:anim calcmode="lin" valueType="num">
                                      <p:cBhvr>
                                        <p:cTn id="30" dur="500" fill="hold"/>
                                        <p:tgtEl>
                                          <p:spTgt spid="376844"/>
                                        </p:tgtEl>
                                        <p:attrNameLst>
                                          <p:attrName>ppt_w</p:attrName>
                                        </p:attrNameLst>
                                      </p:cBhvr>
                                      <p:tavLst>
                                        <p:tav tm="0">
                                          <p:val>
                                            <p:strVal val="#ppt_w"/>
                                          </p:val>
                                        </p:tav>
                                        <p:tav tm="100000">
                                          <p:val>
                                            <p:strVal val="#ppt_w"/>
                                          </p:val>
                                        </p:tav>
                                      </p:tavLst>
                                    </p:anim>
                                    <p:anim calcmode="lin" valueType="num">
                                      <p:cBhvr>
                                        <p:cTn id="31" dur="500" fill="hold"/>
                                        <p:tgtEl>
                                          <p:spTgt spid="376844"/>
                                        </p:tgtEl>
                                        <p:attrNameLst>
                                          <p:attrName>ppt_h</p:attrName>
                                        </p:attrNameLst>
                                      </p:cBhvr>
                                      <p:tavLst>
                                        <p:tav tm="0">
                                          <p:val>
                                            <p:fltVal val="0"/>
                                          </p:val>
                                        </p:tav>
                                        <p:tav tm="100000">
                                          <p:val>
                                            <p:strVal val="#ppt_h"/>
                                          </p:val>
                                        </p:tav>
                                      </p:tavLst>
                                    </p:anim>
                                  </p:childTnLst>
                                </p:cTn>
                              </p:par>
                            </p:childTnLst>
                          </p:cTn>
                        </p:par>
                        <p:par>
                          <p:cTn id="32" fill="hold" nodeType="afterGroup">
                            <p:stCondLst>
                              <p:cond delay="2000"/>
                            </p:stCondLst>
                            <p:childTnLst>
                              <p:par>
                                <p:cTn id="33" presetID="17" presetClass="entr" presetSubtype="8" fill="hold" nodeType="afterEffect">
                                  <p:stCondLst>
                                    <p:cond delay="0"/>
                                  </p:stCondLst>
                                  <p:childTnLst>
                                    <p:set>
                                      <p:cBhvr>
                                        <p:cTn id="34" dur="1" fill="hold">
                                          <p:stCondLst>
                                            <p:cond delay="0"/>
                                          </p:stCondLst>
                                        </p:cTn>
                                        <p:tgtEl>
                                          <p:spTgt spid="376845"/>
                                        </p:tgtEl>
                                        <p:attrNameLst>
                                          <p:attrName>style.visibility</p:attrName>
                                        </p:attrNameLst>
                                      </p:cBhvr>
                                      <p:to>
                                        <p:strVal val="visible"/>
                                      </p:to>
                                    </p:set>
                                    <p:anim calcmode="lin" valueType="num">
                                      <p:cBhvr>
                                        <p:cTn id="35" dur="500" fill="hold"/>
                                        <p:tgtEl>
                                          <p:spTgt spid="376845"/>
                                        </p:tgtEl>
                                        <p:attrNameLst>
                                          <p:attrName>ppt_x</p:attrName>
                                        </p:attrNameLst>
                                      </p:cBhvr>
                                      <p:tavLst>
                                        <p:tav tm="0">
                                          <p:val>
                                            <p:strVal val="#ppt_x-#ppt_w/2"/>
                                          </p:val>
                                        </p:tav>
                                        <p:tav tm="100000">
                                          <p:val>
                                            <p:strVal val="#ppt_x"/>
                                          </p:val>
                                        </p:tav>
                                      </p:tavLst>
                                    </p:anim>
                                    <p:anim calcmode="lin" valueType="num">
                                      <p:cBhvr>
                                        <p:cTn id="36" dur="500" fill="hold"/>
                                        <p:tgtEl>
                                          <p:spTgt spid="376845"/>
                                        </p:tgtEl>
                                        <p:attrNameLst>
                                          <p:attrName>ppt_y</p:attrName>
                                        </p:attrNameLst>
                                      </p:cBhvr>
                                      <p:tavLst>
                                        <p:tav tm="0">
                                          <p:val>
                                            <p:strVal val="#ppt_y"/>
                                          </p:val>
                                        </p:tav>
                                        <p:tav tm="100000">
                                          <p:val>
                                            <p:strVal val="#ppt_y"/>
                                          </p:val>
                                        </p:tav>
                                      </p:tavLst>
                                    </p:anim>
                                    <p:anim calcmode="lin" valueType="num">
                                      <p:cBhvr>
                                        <p:cTn id="37" dur="500" fill="hold"/>
                                        <p:tgtEl>
                                          <p:spTgt spid="376845"/>
                                        </p:tgtEl>
                                        <p:attrNameLst>
                                          <p:attrName>ppt_w</p:attrName>
                                        </p:attrNameLst>
                                      </p:cBhvr>
                                      <p:tavLst>
                                        <p:tav tm="0">
                                          <p:val>
                                            <p:fltVal val="0"/>
                                          </p:val>
                                        </p:tav>
                                        <p:tav tm="100000">
                                          <p:val>
                                            <p:strVal val="#ppt_w"/>
                                          </p:val>
                                        </p:tav>
                                      </p:tavLst>
                                    </p:anim>
                                    <p:anim calcmode="lin" valueType="num">
                                      <p:cBhvr>
                                        <p:cTn id="38" dur="500" fill="hold"/>
                                        <p:tgtEl>
                                          <p:spTgt spid="376845"/>
                                        </p:tgtEl>
                                        <p:attrNameLst>
                                          <p:attrName>ppt_h</p:attrName>
                                        </p:attrNameLst>
                                      </p:cBhvr>
                                      <p:tavLst>
                                        <p:tav tm="0">
                                          <p:val>
                                            <p:strVal val="#ppt_h"/>
                                          </p:val>
                                        </p:tav>
                                        <p:tav tm="100000">
                                          <p:val>
                                            <p:strVal val="#ppt_h"/>
                                          </p:val>
                                        </p:tav>
                                      </p:tavLst>
                                    </p:anim>
                                  </p:childTnLst>
                                </p:cTn>
                              </p:par>
                            </p:childTnLst>
                          </p:cTn>
                        </p:par>
                        <p:par>
                          <p:cTn id="39" fill="hold" nodeType="afterGroup">
                            <p:stCondLst>
                              <p:cond delay="2500"/>
                            </p:stCondLst>
                            <p:childTnLst>
                              <p:par>
                                <p:cTn id="40" presetID="1" presetClass="entr" presetSubtype="0" fill="hold" nodeType="afterEffect">
                                  <p:stCondLst>
                                    <p:cond delay="0"/>
                                  </p:stCondLst>
                                  <p:childTnLst>
                                    <p:set>
                                      <p:cBhvr>
                                        <p:cTn id="41" dur="1" fill="hold">
                                          <p:stCondLst>
                                            <p:cond delay="0"/>
                                          </p:stCondLst>
                                        </p:cTn>
                                        <p:tgtEl>
                                          <p:spTgt spid="376876"/>
                                        </p:tgtEl>
                                        <p:attrNameLst>
                                          <p:attrName>style.visibility</p:attrName>
                                        </p:attrNameLst>
                                      </p:cBhvr>
                                      <p:to>
                                        <p:strVal val="visible"/>
                                      </p:to>
                                    </p:set>
                                  </p:childTnLst>
                                </p:cTn>
                              </p:par>
                            </p:childTnLst>
                          </p:cTn>
                        </p:par>
                        <p:par>
                          <p:cTn id="42" fill="hold" nodeType="afterGroup">
                            <p:stCondLst>
                              <p:cond delay="2500"/>
                            </p:stCondLst>
                            <p:childTnLst>
                              <p:par>
                                <p:cTn id="43" presetID="17" presetClass="entr" presetSubtype="8" fill="hold" nodeType="afterEffect">
                                  <p:stCondLst>
                                    <p:cond delay="0"/>
                                  </p:stCondLst>
                                  <p:childTnLst>
                                    <p:set>
                                      <p:cBhvr>
                                        <p:cTn id="44" dur="1" fill="hold">
                                          <p:stCondLst>
                                            <p:cond delay="0"/>
                                          </p:stCondLst>
                                        </p:cTn>
                                        <p:tgtEl>
                                          <p:spTgt spid="376846"/>
                                        </p:tgtEl>
                                        <p:attrNameLst>
                                          <p:attrName>style.visibility</p:attrName>
                                        </p:attrNameLst>
                                      </p:cBhvr>
                                      <p:to>
                                        <p:strVal val="visible"/>
                                      </p:to>
                                    </p:set>
                                    <p:anim calcmode="lin" valueType="num">
                                      <p:cBhvr>
                                        <p:cTn id="45" dur="500" fill="hold"/>
                                        <p:tgtEl>
                                          <p:spTgt spid="376846"/>
                                        </p:tgtEl>
                                        <p:attrNameLst>
                                          <p:attrName>ppt_x</p:attrName>
                                        </p:attrNameLst>
                                      </p:cBhvr>
                                      <p:tavLst>
                                        <p:tav tm="0">
                                          <p:val>
                                            <p:strVal val="#ppt_x-#ppt_w/2"/>
                                          </p:val>
                                        </p:tav>
                                        <p:tav tm="100000">
                                          <p:val>
                                            <p:strVal val="#ppt_x"/>
                                          </p:val>
                                        </p:tav>
                                      </p:tavLst>
                                    </p:anim>
                                    <p:anim calcmode="lin" valueType="num">
                                      <p:cBhvr>
                                        <p:cTn id="46" dur="500" fill="hold"/>
                                        <p:tgtEl>
                                          <p:spTgt spid="376846"/>
                                        </p:tgtEl>
                                        <p:attrNameLst>
                                          <p:attrName>ppt_y</p:attrName>
                                        </p:attrNameLst>
                                      </p:cBhvr>
                                      <p:tavLst>
                                        <p:tav tm="0">
                                          <p:val>
                                            <p:strVal val="#ppt_y"/>
                                          </p:val>
                                        </p:tav>
                                        <p:tav tm="100000">
                                          <p:val>
                                            <p:strVal val="#ppt_y"/>
                                          </p:val>
                                        </p:tav>
                                      </p:tavLst>
                                    </p:anim>
                                    <p:anim calcmode="lin" valueType="num">
                                      <p:cBhvr>
                                        <p:cTn id="47" dur="500" fill="hold"/>
                                        <p:tgtEl>
                                          <p:spTgt spid="376846"/>
                                        </p:tgtEl>
                                        <p:attrNameLst>
                                          <p:attrName>ppt_w</p:attrName>
                                        </p:attrNameLst>
                                      </p:cBhvr>
                                      <p:tavLst>
                                        <p:tav tm="0">
                                          <p:val>
                                            <p:fltVal val="0"/>
                                          </p:val>
                                        </p:tav>
                                        <p:tav tm="100000">
                                          <p:val>
                                            <p:strVal val="#ppt_w"/>
                                          </p:val>
                                        </p:tav>
                                      </p:tavLst>
                                    </p:anim>
                                    <p:anim calcmode="lin" valueType="num">
                                      <p:cBhvr>
                                        <p:cTn id="48" dur="500" fill="hold"/>
                                        <p:tgtEl>
                                          <p:spTgt spid="376846"/>
                                        </p:tgtEl>
                                        <p:attrNameLst>
                                          <p:attrName>ppt_h</p:attrName>
                                        </p:attrNameLst>
                                      </p:cBhvr>
                                      <p:tavLst>
                                        <p:tav tm="0">
                                          <p:val>
                                            <p:strVal val="#ppt_h"/>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17" presetClass="entr" presetSubtype="4" fill="hold" nodeType="clickEffect">
                                  <p:stCondLst>
                                    <p:cond delay="0"/>
                                  </p:stCondLst>
                                  <p:childTnLst>
                                    <p:set>
                                      <p:cBhvr>
                                        <p:cTn id="52" dur="1" fill="hold">
                                          <p:stCondLst>
                                            <p:cond delay="0"/>
                                          </p:stCondLst>
                                        </p:cTn>
                                        <p:tgtEl>
                                          <p:spTgt spid="376842"/>
                                        </p:tgtEl>
                                        <p:attrNameLst>
                                          <p:attrName>style.visibility</p:attrName>
                                        </p:attrNameLst>
                                      </p:cBhvr>
                                      <p:to>
                                        <p:strVal val="visible"/>
                                      </p:to>
                                    </p:set>
                                    <p:anim calcmode="lin" valueType="num">
                                      <p:cBhvr>
                                        <p:cTn id="53" dur="500" fill="hold"/>
                                        <p:tgtEl>
                                          <p:spTgt spid="376842"/>
                                        </p:tgtEl>
                                        <p:attrNameLst>
                                          <p:attrName>ppt_x</p:attrName>
                                        </p:attrNameLst>
                                      </p:cBhvr>
                                      <p:tavLst>
                                        <p:tav tm="0">
                                          <p:val>
                                            <p:strVal val="#ppt_x"/>
                                          </p:val>
                                        </p:tav>
                                        <p:tav tm="100000">
                                          <p:val>
                                            <p:strVal val="#ppt_x"/>
                                          </p:val>
                                        </p:tav>
                                      </p:tavLst>
                                    </p:anim>
                                    <p:anim calcmode="lin" valueType="num">
                                      <p:cBhvr>
                                        <p:cTn id="54" dur="500" fill="hold"/>
                                        <p:tgtEl>
                                          <p:spTgt spid="376842"/>
                                        </p:tgtEl>
                                        <p:attrNameLst>
                                          <p:attrName>ppt_y</p:attrName>
                                        </p:attrNameLst>
                                      </p:cBhvr>
                                      <p:tavLst>
                                        <p:tav tm="0">
                                          <p:val>
                                            <p:strVal val="#ppt_y+#ppt_h/2"/>
                                          </p:val>
                                        </p:tav>
                                        <p:tav tm="100000">
                                          <p:val>
                                            <p:strVal val="#ppt_y"/>
                                          </p:val>
                                        </p:tav>
                                      </p:tavLst>
                                    </p:anim>
                                    <p:anim calcmode="lin" valueType="num">
                                      <p:cBhvr>
                                        <p:cTn id="55" dur="500" fill="hold"/>
                                        <p:tgtEl>
                                          <p:spTgt spid="376842"/>
                                        </p:tgtEl>
                                        <p:attrNameLst>
                                          <p:attrName>ppt_w</p:attrName>
                                        </p:attrNameLst>
                                      </p:cBhvr>
                                      <p:tavLst>
                                        <p:tav tm="0">
                                          <p:val>
                                            <p:strVal val="#ppt_w"/>
                                          </p:val>
                                        </p:tav>
                                        <p:tav tm="100000">
                                          <p:val>
                                            <p:strVal val="#ppt_w"/>
                                          </p:val>
                                        </p:tav>
                                      </p:tavLst>
                                    </p:anim>
                                    <p:anim calcmode="lin" valueType="num">
                                      <p:cBhvr>
                                        <p:cTn id="56" dur="500" fill="hold"/>
                                        <p:tgtEl>
                                          <p:spTgt spid="376842"/>
                                        </p:tgtEl>
                                        <p:attrNameLst>
                                          <p:attrName>ppt_h</p:attrName>
                                        </p:attrNameLst>
                                      </p:cBhvr>
                                      <p:tavLst>
                                        <p:tav tm="0">
                                          <p:val>
                                            <p:fltVal val="0"/>
                                          </p:val>
                                        </p:tav>
                                        <p:tav tm="100000">
                                          <p:val>
                                            <p:strVal val="#ppt_h"/>
                                          </p:val>
                                        </p:tav>
                                      </p:tavLst>
                                    </p:anim>
                                  </p:childTnLst>
                                </p:cTn>
                              </p:par>
                            </p:childTnLst>
                          </p:cTn>
                        </p:par>
                        <p:par>
                          <p:cTn id="57" fill="hold" nodeType="afterGroup">
                            <p:stCondLst>
                              <p:cond delay="500"/>
                            </p:stCondLst>
                            <p:childTnLst>
                              <p:par>
                                <p:cTn id="58" presetID="17" presetClass="entr" presetSubtype="8" fill="hold" nodeType="afterEffect">
                                  <p:stCondLst>
                                    <p:cond delay="0"/>
                                  </p:stCondLst>
                                  <p:childTnLst>
                                    <p:set>
                                      <p:cBhvr>
                                        <p:cTn id="59" dur="1" fill="hold">
                                          <p:stCondLst>
                                            <p:cond delay="0"/>
                                          </p:stCondLst>
                                        </p:cTn>
                                        <p:tgtEl>
                                          <p:spTgt spid="376843"/>
                                        </p:tgtEl>
                                        <p:attrNameLst>
                                          <p:attrName>style.visibility</p:attrName>
                                        </p:attrNameLst>
                                      </p:cBhvr>
                                      <p:to>
                                        <p:strVal val="visible"/>
                                      </p:to>
                                    </p:set>
                                    <p:anim calcmode="lin" valueType="num">
                                      <p:cBhvr>
                                        <p:cTn id="60" dur="500" fill="hold"/>
                                        <p:tgtEl>
                                          <p:spTgt spid="376843"/>
                                        </p:tgtEl>
                                        <p:attrNameLst>
                                          <p:attrName>ppt_x</p:attrName>
                                        </p:attrNameLst>
                                      </p:cBhvr>
                                      <p:tavLst>
                                        <p:tav tm="0">
                                          <p:val>
                                            <p:strVal val="#ppt_x-#ppt_w/2"/>
                                          </p:val>
                                        </p:tav>
                                        <p:tav tm="100000">
                                          <p:val>
                                            <p:strVal val="#ppt_x"/>
                                          </p:val>
                                        </p:tav>
                                      </p:tavLst>
                                    </p:anim>
                                    <p:anim calcmode="lin" valueType="num">
                                      <p:cBhvr>
                                        <p:cTn id="61" dur="500" fill="hold"/>
                                        <p:tgtEl>
                                          <p:spTgt spid="376843"/>
                                        </p:tgtEl>
                                        <p:attrNameLst>
                                          <p:attrName>ppt_y</p:attrName>
                                        </p:attrNameLst>
                                      </p:cBhvr>
                                      <p:tavLst>
                                        <p:tav tm="0">
                                          <p:val>
                                            <p:strVal val="#ppt_y"/>
                                          </p:val>
                                        </p:tav>
                                        <p:tav tm="100000">
                                          <p:val>
                                            <p:strVal val="#ppt_y"/>
                                          </p:val>
                                        </p:tav>
                                      </p:tavLst>
                                    </p:anim>
                                    <p:anim calcmode="lin" valueType="num">
                                      <p:cBhvr>
                                        <p:cTn id="62" dur="500" fill="hold"/>
                                        <p:tgtEl>
                                          <p:spTgt spid="376843"/>
                                        </p:tgtEl>
                                        <p:attrNameLst>
                                          <p:attrName>ppt_w</p:attrName>
                                        </p:attrNameLst>
                                      </p:cBhvr>
                                      <p:tavLst>
                                        <p:tav tm="0">
                                          <p:val>
                                            <p:fltVal val="0"/>
                                          </p:val>
                                        </p:tav>
                                        <p:tav tm="100000">
                                          <p:val>
                                            <p:strVal val="#ppt_w"/>
                                          </p:val>
                                        </p:tav>
                                      </p:tavLst>
                                    </p:anim>
                                    <p:anim calcmode="lin" valueType="num">
                                      <p:cBhvr>
                                        <p:cTn id="63" dur="500" fill="hold"/>
                                        <p:tgtEl>
                                          <p:spTgt spid="376843"/>
                                        </p:tgtEl>
                                        <p:attrNameLst>
                                          <p:attrName>ppt_h</p:attrName>
                                        </p:attrNameLst>
                                      </p:cBhvr>
                                      <p:tavLst>
                                        <p:tav tm="0">
                                          <p:val>
                                            <p:strVal val="#ppt_h"/>
                                          </p:val>
                                        </p:tav>
                                        <p:tav tm="100000">
                                          <p:val>
                                            <p:strVal val="#ppt_h"/>
                                          </p:val>
                                        </p:tav>
                                      </p:tavLst>
                                    </p:anim>
                                  </p:childTnLst>
                                </p:cTn>
                              </p:par>
                            </p:childTnLst>
                          </p:cTn>
                        </p:par>
                        <p:par>
                          <p:cTn id="64" fill="hold" nodeType="afterGroup">
                            <p:stCondLst>
                              <p:cond delay="1000"/>
                            </p:stCondLst>
                            <p:childTnLst>
                              <p:par>
                                <p:cTn id="65" presetID="17" presetClass="entr" presetSubtype="8" fill="hold" nodeType="afterEffect">
                                  <p:stCondLst>
                                    <p:cond delay="0"/>
                                  </p:stCondLst>
                                  <p:childTnLst>
                                    <p:set>
                                      <p:cBhvr>
                                        <p:cTn id="66" dur="1" fill="hold">
                                          <p:stCondLst>
                                            <p:cond delay="0"/>
                                          </p:stCondLst>
                                        </p:cTn>
                                        <p:tgtEl>
                                          <p:spTgt spid="376847"/>
                                        </p:tgtEl>
                                        <p:attrNameLst>
                                          <p:attrName>style.visibility</p:attrName>
                                        </p:attrNameLst>
                                      </p:cBhvr>
                                      <p:to>
                                        <p:strVal val="visible"/>
                                      </p:to>
                                    </p:set>
                                    <p:anim calcmode="lin" valueType="num">
                                      <p:cBhvr>
                                        <p:cTn id="67" dur="500" fill="hold"/>
                                        <p:tgtEl>
                                          <p:spTgt spid="376847"/>
                                        </p:tgtEl>
                                        <p:attrNameLst>
                                          <p:attrName>ppt_x</p:attrName>
                                        </p:attrNameLst>
                                      </p:cBhvr>
                                      <p:tavLst>
                                        <p:tav tm="0">
                                          <p:val>
                                            <p:strVal val="#ppt_x-#ppt_w/2"/>
                                          </p:val>
                                        </p:tav>
                                        <p:tav tm="100000">
                                          <p:val>
                                            <p:strVal val="#ppt_x"/>
                                          </p:val>
                                        </p:tav>
                                      </p:tavLst>
                                    </p:anim>
                                    <p:anim calcmode="lin" valueType="num">
                                      <p:cBhvr>
                                        <p:cTn id="68" dur="500" fill="hold"/>
                                        <p:tgtEl>
                                          <p:spTgt spid="376847"/>
                                        </p:tgtEl>
                                        <p:attrNameLst>
                                          <p:attrName>ppt_y</p:attrName>
                                        </p:attrNameLst>
                                      </p:cBhvr>
                                      <p:tavLst>
                                        <p:tav tm="0">
                                          <p:val>
                                            <p:strVal val="#ppt_y"/>
                                          </p:val>
                                        </p:tav>
                                        <p:tav tm="100000">
                                          <p:val>
                                            <p:strVal val="#ppt_y"/>
                                          </p:val>
                                        </p:tav>
                                      </p:tavLst>
                                    </p:anim>
                                    <p:anim calcmode="lin" valueType="num">
                                      <p:cBhvr>
                                        <p:cTn id="69" dur="500" fill="hold"/>
                                        <p:tgtEl>
                                          <p:spTgt spid="376847"/>
                                        </p:tgtEl>
                                        <p:attrNameLst>
                                          <p:attrName>ppt_w</p:attrName>
                                        </p:attrNameLst>
                                      </p:cBhvr>
                                      <p:tavLst>
                                        <p:tav tm="0">
                                          <p:val>
                                            <p:fltVal val="0"/>
                                          </p:val>
                                        </p:tav>
                                        <p:tav tm="100000">
                                          <p:val>
                                            <p:strVal val="#ppt_w"/>
                                          </p:val>
                                        </p:tav>
                                      </p:tavLst>
                                    </p:anim>
                                    <p:anim calcmode="lin" valueType="num">
                                      <p:cBhvr>
                                        <p:cTn id="70" dur="500" fill="hold"/>
                                        <p:tgtEl>
                                          <p:spTgt spid="376847"/>
                                        </p:tgtEl>
                                        <p:attrNameLst>
                                          <p:attrName>ppt_h</p:attrName>
                                        </p:attrNameLst>
                                      </p:cBhvr>
                                      <p:tavLst>
                                        <p:tav tm="0">
                                          <p:val>
                                            <p:strVal val="#ppt_h"/>
                                          </p:val>
                                        </p:tav>
                                        <p:tav tm="100000">
                                          <p:val>
                                            <p:strVal val="#ppt_h"/>
                                          </p:val>
                                        </p:tav>
                                      </p:tavLst>
                                    </p:anim>
                                  </p:childTnLst>
                                </p:cTn>
                              </p:par>
                            </p:childTnLst>
                          </p:cTn>
                        </p:par>
                        <p:par>
                          <p:cTn id="71" fill="hold" nodeType="afterGroup">
                            <p:stCondLst>
                              <p:cond delay="1500"/>
                            </p:stCondLst>
                            <p:childTnLst>
                              <p:par>
                                <p:cTn id="72" presetID="17" presetClass="entr" presetSubtype="8" fill="hold" nodeType="afterEffect">
                                  <p:stCondLst>
                                    <p:cond delay="0"/>
                                  </p:stCondLst>
                                  <p:childTnLst>
                                    <p:set>
                                      <p:cBhvr>
                                        <p:cTn id="73" dur="1" fill="hold">
                                          <p:stCondLst>
                                            <p:cond delay="0"/>
                                          </p:stCondLst>
                                        </p:cTn>
                                        <p:tgtEl>
                                          <p:spTgt spid="376848"/>
                                        </p:tgtEl>
                                        <p:attrNameLst>
                                          <p:attrName>style.visibility</p:attrName>
                                        </p:attrNameLst>
                                      </p:cBhvr>
                                      <p:to>
                                        <p:strVal val="visible"/>
                                      </p:to>
                                    </p:set>
                                    <p:anim calcmode="lin" valueType="num">
                                      <p:cBhvr>
                                        <p:cTn id="74" dur="500" fill="hold"/>
                                        <p:tgtEl>
                                          <p:spTgt spid="376848"/>
                                        </p:tgtEl>
                                        <p:attrNameLst>
                                          <p:attrName>ppt_x</p:attrName>
                                        </p:attrNameLst>
                                      </p:cBhvr>
                                      <p:tavLst>
                                        <p:tav tm="0">
                                          <p:val>
                                            <p:strVal val="#ppt_x-#ppt_w/2"/>
                                          </p:val>
                                        </p:tav>
                                        <p:tav tm="100000">
                                          <p:val>
                                            <p:strVal val="#ppt_x"/>
                                          </p:val>
                                        </p:tav>
                                      </p:tavLst>
                                    </p:anim>
                                    <p:anim calcmode="lin" valueType="num">
                                      <p:cBhvr>
                                        <p:cTn id="75" dur="500" fill="hold"/>
                                        <p:tgtEl>
                                          <p:spTgt spid="376848"/>
                                        </p:tgtEl>
                                        <p:attrNameLst>
                                          <p:attrName>ppt_y</p:attrName>
                                        </p:attrNameLst>
                                      </p:cBhvr>
                                      <p:tavLst>
                                        <p:tav tm="0">
                                          <p:val>
                                            <p:strVal val="#ppt_y"/>
                                          </p:val>
                                        </p:tav>
                                        <p:tav tm="100000">
                                          <p:val>
                                            <p:strVal val="#ppt_y"/>
                                          </p:val>
                                        </p:tav>
                                      </p:tavLst>
                                    </p:anim>
                                    <p:anim calcmode="lin" valueType="num">
                                      <p:cBhvr>
                                        <p:cTn id="76" dur="500" fill="hold"/>
                                        <p:tgtEl>
                                          <p:spTgt spid="376848"/>
                                        </p:tgtEl>
                                        <p:attrNameLst>
                                          <p:attrName>ppt_w</p:attrName>
                                        </p:attrNameLst>
                                      </p:cBhvr>
                                      <p:tavLst>
                                        <p:tav tm="0">
                                          <p:val>
                                            <p:fltVal val="0"/>
                                          </p:val>
                                        </p:tav>
                                        <p:tav tm="100000">
                                          <p:val>
                                            <p:strVal val="#ppt_w"/>
                                          </p:val>
                                        </p:tav>
                                      </p:tavLst>
                                    </p:anim>
                                    <p:anim calcmode="lin" valueType="num">
                                      <p:cBhvr>
                                        <p:cTn id="77" dur="500" fill="hold"/>
                                        <p:tgtEl>
                                          <p:spTgt spid="376848"/>
                                        </p:tgtEl>
                                        <p:attrNameLst>
                                          <p:attrName>ppt_h</p:attrName>
                                        </p:attrNameLst>
                                      </p:cBhvr>
                                      <p:tavLst>
                                        <p:tav tm="0">
                                          <p:val>
                                            <p:strVal val="#ppt_h"/>
                                          </p:val>
                                        </p:tav>
                                        <p:tav tm="100000">
                                          <p:val>
                                            <p:strVal val="#ppt_h"/>
                                          </p:val>
                                        </p:tav>
                                      </p:tavLst>
                                    </p:anim>
                                  </p:childTnLst>
                                </p:cTn>
                              </p:par>
                            </p:childTnLst>
                          </p:cTn>
                        </p:par>
                        <p:par>
                          <p:cTn id="78" fill="hold" nodeType="afterGroup">
                            <p:stCondLst>
                              <p:cond delay="2000"/>
                            </p:stCondLst>
                            <p:childTnLst>
                              <p:par>
                                <p:cTn id="79" presetID="17" presetClass="entr" presetSubtype="4" fill="hold" nodeType="afterEffect">
                                  <p:stCondLst>
                                    <p:cond delay="0"/>
                                  </p:stCondLst>
                                  <p:childTnLst>
                                    <p:set>
                                      <p:cBhvr>
                                        <p:cTn id="80" dur="1" fill="hold">
                                          <p:stCondLst>
                                            <p:cond delay="0"/>
                                          </p:stCondLst>
                                        </p:cTn>
                                        <p:tgtEl>
                                          <p:spTgt spid="376849"/>
                                        </p:tgtEl>
                                        <p:attrNameLst>
                                          <p:attrName>style.visibility</p:attrName>
                                        </p:attrNameLst>
                                      </p:cBhvr>
                                      <p:to>
                                        <p:strVal val="visible"/>
                                      </p:to>
                                    </p:set>
                                    <p:anim calcmode="lin" valueType="num">
                                      <p:cBhvr>
                                        <p:cTn id="81" dur="500" fill="hold"/>
                                        <p:tgtEl>
                                          <p:spTgt spid="376849"/>
                                        </p:tgtEl>
                                        <p:attrNameLst>
                                          <p:attrName>ppt_x</p:attrName>
                                        </p:attrNameLst>
                                      </p:cBhvr>
                                      <p:tavLst>
                                        <p:tav tm="0">
                                          <p:val>
                                            <p:strVal val="#ppt_x"/>
                                          </p:val>
                                        </p:tav>
                                        <p:tav tm="100000">
                                          <p:val>
                                            <p:strVal val="#ppt_x"/>
                                          </p:val>
                                        </p:tav>
                                      </p:tavLst>
                                    </p:anim>
                                    <p:anim calcmode="lin" valueType="num">
                                      <p:cBhvr>
                                        <p:cTn id="82" dur="500" fill="hold"/>
                                        <p:tgtEl>
                                          <p:spTgt spid="376849"/>
                                        </p:tgtEl>
                                        <p:attrNameLst>
                                          <p:attrName>ppt_y</p:attrName>
                                        </p:attrNameLst>
                                      </p:cBhvr>
                                      <p:tavLst>
                                        <p:tav tm="0">
                                          <p:val>
                                            <p:strVal val="#ppt_y+#ppt_h/2"/>
                                          </p:val>
                                        </p:tav>
                                        <p:tav tm="100000">
                                          <p:val>
                                            <p:strVal val="#ppt_y"/>
                                          </p:val>
                                        </p:tav>
                                      </p:tavLst>
                                    </p:anim>
                                    <p:anim calcmode="lin" valueType="num">
                                      <p:cBhvr>
                                        <p:cTn id="83" dur="500" fill="hold"/>
                                        <p:tgtEl>
                                          <p:spTgt spid="376849"/>
                                        </p:tgtEl>
                                        <p:attrNameLst>
                                          <p:attrName>ppt_w</p:attrName>
                                        </p:attrNameLst>
                                      </p:cBhvr>
                                      <p:tavLst>
                                        <p:tav tm="0">
                                          <p:val>
                                            <p:strVal val="#ppt_w"/>
                                          </p:val>
                                        </p:tav>
                                        <p:tav tm="100000">
                                          <p:val>
                                            <p:strVal val="#ppt_w"/>
                                          </p:val>
                                        </p:tav>
                                      </p:tavLst>
                                    </p:anim>
                                    <p:anim calcmode="lin" valueType="num">
                                      <p:cBhvr>
                                        <p:cTn id="84" dur="500" fill="hold"/>
                                        <p:tgtEl>
                                          <p:spTgt spid="376849"/>
                                        </p:tgtEl>
                                        <p:attrNameLst>
                                          <p:attrName>ppt_h</p:attrName>
                                        </p:attrNameLst>
                                      </p:cBhvr>
                                      <p:tavLst>
                                        <p:tav tm="0">
                                          <p:val>
                                            <p:fltVal val="0"/>
                                          </p:val>
                                        </p:tav>
                                        <p:tav tm="100000">
                                          <p:val>
                                            <p:strVal val="#ppt_h"/>
                                          </p:val>
                                        </p:tav>
                                      </p:tavLst>
                                    </p:anim>
                                  </p:childTnLst>
                                </p:cTn>
                              </p:par>
                            </p:childTnLst>
                          </p:cTn>
                        </p:par>
                        <p:par>
                          <p:cTn id="85" fill="hold" nodeType="afterGroup">
                            <p:stCondLst>
                              <p:cond delay="2500"/>
                            </p:stCondLst>
                            <p:childTnLst>
                              <p:par>
                                <p:cTn id="86" presetID="17" presetClass="entr" presetSubtype="8" fill="hold" nodeType="afterEffect">
                                  <p:stCondLst>
                                    <p:cond delay="0"/>
                                  </p:stCondLst>
                                  <p:childTnLst>
                                    <p:set>
                                      <p:cBhvr>
                                        <p:cTn id="87" dur="1" fill="hold">
                                          <p:stCondLst>
                                            <p:cond delay="0"/>
                                          </p:stCondLst>
                                        </p:cTn>
                                        <p:tgtEl>
                                          <p:spTgt spid="376850"/>
                                        </p:tgtEl>
                                        <p:attrNameLst>
                                          <p:attrName>style.visibility</p:attrName>
                                        </p:attrNameLst>
                                      </p:cBhvr>
                                      <p:to>
                                        <p:strVal val="visible"/>
                                      </p:to>
                                    </p:set>
                                    <p:anim calcmode="lin" valueType="num">
                                      <p:cBhvr>
                                        <p:cTn id="88" dur="500" fill="hold"/>
                                        <p:tgtEl>
                                          <p:spTgt spid="376850"/>
                                        </p:tgtEl>
                                        <p:attrNameLst>
                                          <p:attrName>ppt_x</p:attrName>
                                        </p:attrNameLst>
                                      </p:cBhvr>
                                      <p:tavLst>
                                        <p:tav tm="0">
                                          <p:val>
                                            <p:strVal val="#ppt_x-#ppt_w/2"/>
                                          </p:val>
                                        </p:tav>
                                        <p:tav tm="100000">
                                          <p:val>
                                            <p:strVal val="#ppt_x"/>
                                          </p:val>
                                        </p:tav>
                                      </p:tavLst>
                                    </p:anim>
                                    <p:anim calcmode="lin" valueType="num">
                                      <p:cBhvr>
                                        <p:cTn id="89" dur="500" fill="hold"/>
                                        <p:tgtEl>
                                          <p:spTgt spid="376850"/>
                                        </p:tgtEl>
                                        <p:attrNameLst>
                                          <p:attrName>ppt_y</p:attrName>
                                        </p:attrNameLst>
                                      </p:cBhvr>
                                      <p:tavLst>
                                        <p:tav tm="0">
                                          <p:val>
                                            <p:strVal val="#ppt_y"/>
                                          </p:val>
                                        </p:tav>
                                        <p:tav tm="100000">
                                          <p:val>
                                            <p:strVal val="#ppt_y"/>
                                          </p:val>
                                        </p:tav>
                                      </p:tavLst>
                                    </p:anim>
                                    <p:anim calcmode="lin" valueType="num">
                                      <p:cBhvr>
                                        <p:cTn id="90" dur="500" fill="hold"/>
                                        <p:tgtEl>
                                          <p:spTgt spid="376850"/>
                                        </p:tgtEl>
                                        <p:attrNameLst>
                                          <p:attrName>ppt_w</p:attrName>
                                        </p:attrNameLst>
                                      </p:cBhvr>
                                      <p:tavLst>
                                        <p:tav tm="0">
                                          <p:val>
                                            <p:fltVal val="0"/>
                                          </p:val>
                                        </p:tav>
                                        <p:tav tm="100000">
                                          <p:val>
                                            <p:strVal val="#ppt_w"/>
                                          </p:val>
                                        </p:tav>
                                      </p:tavLst>
                                    </p:anim>
                                    <p:anim calcmode="lin" valueType="num">
                                      <p:cBhvr>
                                        <p:cTn id="91" dur="500" fill="hold"/>
                                        <p:tgtEl>
                                          <p:spTgt spid="376850"/>
                                        </p:tgtEl>
                                        <p:attrNameLst>
                                          <p:attrName>ppt_h</p:attrName>
                                        </p:attrNameLst>
                                      </p:cBhvr>
                                      <p:tavLst>
                                        <p:tav tm="0">
                                          <p:val>
                                            <p:strVal val="#ppt_h"/>
                                          </p:val>
                                        </p:tav>
                                        <p:tav tm="100000">
                                          <p:val>
                                            <p:strVal val="#ppt_h"/>
                                          </p:val>
                                        </p:tav>
                                      </p:tavLst>
                                    </p:anim>
                                  </p:childTnLst>
                                </p:cTn>
                              </p:par>
                            </p:childTnLst>
                          </p:cTn>
                        </p:par>
                      </p:childTnLst>
                    </p:cTn>
                  </p:par>
                  <p:par>
                    <p:cTn id="92" fill="hold" nodeType="clickPar">
                      <p:stCondLst>
                        <p:cond delay="indefinite"/>
                      </p:stCondLst>
                      <p:childTnLst>
                        <p:par>
                          <p:cTn id="93" fill="hold" nodeType="withGroup">
                            <p:stCondLst>
                              <p:cond delay="0"/>
                            </p:stCondLst>
                            <p:childTnLst>
                              <p:par>
                                <p:cTn id="94" presetID="17" presetClass="entr" presetSubtype="8" fill="hold" nodeType="clickEffect">
                                  <p:stCondLst>
                                    <p:cond delay="0"/>
                                  </p:stCondLst>
                                  <p:childTnLst>
                                    <p:set>
                                      <p:cBhvr>
                                        <p:cTn id="95" dur="1" fill="hold">
                                          <p:stCondLst>
                                            <p:cond delay="0"/>
                                          </p:stCondLst>
                                        </p:cTn>
                                        <p:tgtEl>
                                          <p:spTgt spid="376851"/>
                                        </p:tgtEl>
                                        <p:attrNameLst>
                                          <p:attrName>style.visibility</p:attrName>
                                        </p:attrNameLst>
                                      </p:cBhvr>
                                      <p:to>
                                        <p:strVal val="visible"/>
                                      </p:to>
                                    </p:set>
                                    <p:anim calcmode="lin" valueType="num">
                                      <p:cBhvr>
                                        <p:cTn id="96" dur="500" fill="hold"/>
                                        <p:tgtEl>
                                          <p:spTgt spid="376851"/>
                                        </p:tgtEl>
                                        <p:attrNameLst>
                                          <p:attrName>ppt_x</p:attrName>
                                        </p:attrNameLst>
                                      </p:cBhvr>
                                      <p:tavLst>
                                        <p:tav tm="0">
                                          <p:val>
                                            <p:strVal val="#ppt_x-#ppt_w/2"/>
                                          </p:val>
                                        </p:tav>
                                        <p:tav tm="100000">
                                          <p:val>
                                            <p:strVal val="#ppt_x"/>
                                          </p:val>
                                        </p:tav>
                                      </p:tavLst>
                                    </p:anim>
                                    <p:anim calcmode="lin" valueType="num">
                                      <p:cBhvr>
                                        <p:cTn id="97" dur="500" fill="hold"/>
                                        <p:tgtEl>
                                          <p:spTgt spid="376851"/>
                                        </p:tgtEl>
                                        <p:attrNameLst>
                                          <p:attrName>ppt_y</p:attrName>
                                        </p:attrNameLst>
                                      </p:cBhvr>
                                      <p:tavLst>
                                        <p:tav tm="0">
                                          <p:val>
                                            <p:strVal val="#ppt_y"/>
                                          </p:val>
                                        </p:tav>
                                        <p:tav tm="100000">
                                          <p:val>
                                            <p:strVal val="#ppt_y"/>
                                          </p:val>
                                        </p:tav>
                                      </p:tavLst>
                                    </p:anim>
                                    <p:anim calcmode="lin" valueType="num">
                                      <p:cBhvr>
                                        <p:cTn id="98" dur="500" fill="hold"/>
                                        <p:tgtEl>
                                          <p:spTgt spid="376851"/>
                                        </p:tgtEl>
                                        <p:attrNameLst>
                                          <p:attrName>ppt_w</p:attrName>
                                        </p:attrNameLst>
                                      </p:cBhvr>
                                      <p:tavLst>
                                        <p:tav tm="0">
                                          <p:val>
                                            <p:fltVal val="0"/>
                                          </p:val>
                                        </p:tav>
                                        <p:tav tm="100000">
                                          <p:val>
                                            <p:strVal val="#ppt_w"/>
                                          </p:val>
                                        </p:tav>
                                      </p:tavLst>
                                    </p:anim>
                                    <p:anim calcmode="lin" valueType="num">
                                      <p:cBhvr>
                                        <p:cTn id="99" dur="500" fill="hold"/>
                                        <p:tgtEl>
                                          <p:spTgt spid="376851"/>
                                        </p:tgtEl>
                                        <p:attrNameLst>
                                          <p:attrName>ppt_h</p:attrName>
                                        </p:attrNameLst>
                                      </p:cBhvr>
                                      <p:tavLst>
                                        <p:tav tm="0">
                                          <p:val>
                                            <p:strVal val="#ppt_h"/>
                                          </p:val>
                                        </p:tav>
                                        <p:tav tm="100000">
                                          <p:val>
                                            <p:strVal val="#ppt_h"/>
                                          </p:val>
                                        </p:tav>
                                      </p:tavLst>
                                    </p:anim>
                                  </p:childTnLst>
                                </p:cTn>
                              </p:par>
                            </p:childTnLst>
                          </p:cTn>
                        </p:par>
                        <p:par>
                          <p:cTn id="100" fill="hold" nodeType="afterGroup">
                            <p:stCondLst>
                              <p:cond delay="500"/>
                            </p:stCondLst>
                            <p:childTnLst>
                              <p:par>
                                <p:cTn id="101" presetID="17" presetClass="entr" presetSubtype="8" fill="hold" nodeType="afterEffect">
                                  <p:stCondLst>
                                    <p:cond delay="0"/>
                                  </p:stCondLst>
                                  <p:childTnLst>
                                    <p:set>
                                      <p:cBhvr>
                                        <p:cTn id="102" dur="1" fill="hold">
                                          <p:stCondLst>
                                            <p:cond delay="0"/>
                                          </p:stCondLst>
                                        </p:cTn>
                                        <p:tgtEl>
                                          <p:spTgt spid="376852"/>
                                        </p:tgtEl>
                                        <p:attrNameLst>
                                          <p:attrName>style.visibility</p:attrName>
                                        </p:attrNameLst>
                                      </p:cBhvr>
                                      <p:to>
                                        <p:strVal val="visible"/>
                                      </p:to>
                                    </p:set>
                                    <p:anim calcmode="lin" valueType="num">
                                      <p:cBhvr>
                                        <p:cTn id="103" dur="500" fill="hold"/>
                                        <p:tgtEl>
                                          <p:spTgt spid="376852"/>
                                        </p:tgtEl>
                                        <p:attrNameLst>
                                          <p:attrName>ppt_x</p:attrName>
                                        </p:attrNameLst>
                                      </p:cBhvr>
                                      <p:tavLst>
                                        <p:tav tm="0">
                                          <p:val>
                                            <p:strVal val="#ppt_x-#ppt_w/2"/>
                                          </p:val>
                                        </p:tav>
                                        <p:tav tm="100000">
                                          <p:val>
                                            <p:strVal val="#ppt_x"/>
                                          </p:val>
                                        </p:tav>
                                      </p:tavLst>
                                    </p:anim>
                                    <p:anim calcmode="lin" valueType="num">
                                      <p:cBhvr>
                                        <p:cTn id="104" dur="500" fill="hold"/>
                                        <p:tgtEl>
                                          <p:spTgt spid="376852"/>
                                        </p:tgtEl>
                                        <p:attrNameLst>
                                          <p:attrName>ppt_y</p:attrName>
                                        </p:attrNameLst>
                                      </p:cBhvr>
                                      <p:tavLst>
                                        <p:tav tm="0">
                                          <p:val>
                                            <p:strVal val="#ppt_y"/>
                                          </p:val>
                                        </p:tav>
                                        <p:tav tm="100000">
                                          <p:val>
                                            <p:strVal val="#ppt_y"/>
                                          </p:val>
                                        </p:tav>
                                      </p:tavLst>
                                    </p:anim>
                                    <p:anim calcmode="lin" valueType="num">
                                      <p:cBhvr>
                                        <p:cTn id="105" dur="500" fill="hold"/>
                                        <p:tgtEl>
                                          <p:spTgt spid="376852"/>
                                        </p:tgtEl>
                                        <p:attrNameLst>
                                          <p:attrName>ppt_w</p:attrName>
                                        </p:attrNameLst>
                                      </p:cBhvr>
                                      <p:tavLst>
                                        <p:tav tm="0">
                                          <p:val>
                                            <p:fltVal val="0"/>
                                          </p:val>
                                        </p:tav>
                                        <p:tav tm="100000">
                                          <p:val>
                                            <p:strVal val="#ppt_w"/>
                                          </p:val>
                                        </p:tav>
                                      </p:tavLst>
                                    </p:anim>
                                    <p:anim calcmode="lin" valueType="num">
                                      <p:cBhvr>
                                        <p:cTn id="106" dur="500" fill="hold"/>
                                        <p:tgtEl>
                                          <p:spTgt spid="376852"/>
                                        </p:tgtEl>
                                        <p:attrNameLst>
                                          <p:attrName>ppt_h</p:attrName>
                                        </p:attrNameLst>
                                      </p:cBhvr>
                                      <p:tavLst>
                                        <p:tav tm="0">
                                          <p:val>
                                            <p:strVal val="#ppt_h"/>
                                          </p:val>
                                        </p:tav>
                                        <p:tav tm="100000">
                                          <p:val>
                                            <p:strVal val="#ppt_h"/>
                                          </p:val>
                                        </p:tav>
                                      </p:tavLst>
                                    </p:anim>
                                  </p:childTnLst>
                                </p:cTn>
                              </p:par>
                            </p:childTnLst>
                          </p:cTn>
                        </p:par>
                        <p:par>
                          <p:cTn id="107" fill="hold" nodeType="afterGroup">
                            <p:stCondLst>
                              <p:cond delay="1000"/>
                            </p:stCondLst>
                            <p:childTnLst>
                              <p:par>
                                <p:cTn id="108" presetID="17" presetClass="entr" presetSubtype="8" fill="hold" nodeType="afterEffect">
                                  <p:stCondLst>
                                    <p:cond delay="0"/>
                                  </p:stCondLst>
                                  <p:childTnLst>
                                    <p:set>
                                      <p:cBhvr>
                                        <p:cTn id="109" dur="1" fill="hold">
                                          <p:stCondLst>
                                            <p:cond delay="0"/>
                                          </p:stCondLst>
                                        </p:cTn>
                                        <p:tgtEl>
                                          <p:spTgt spid="376855"/>
                                        </p:tgtEl>
                                        <p:attrNameLst>
                                          <p:attrName>style.visibility</p:attrName>
                                        </p:attrNameLst>
                                      </p:cBhvr>
                                      <p:to>
                                        <p:strVal val="visible"/>
                                      </p:to>
                                    </p:set>
                                    <p:anim calcmode="lin" valueType="num">
                                      <p:cBhvr>
                                        <p:cTn id="110" dur="500" fill="hold"/>
                                        <p:tgtEl>
                                          <p:spTgt spid="376855"/>
                                        </p:tgtEl>
                                        <p:attrNameLst>
                                          <p:attrName>ppt_x</p:attrName>
                                        </p:attrNameLst>
                                      </p:cBhvr>
                                      <p:tavLst>
                                        <p:tav tm="0">
                                          <p:val>
                                            <p:strVal val="#ppt_x-#ppt_w/2"/>
                                          </p:val>
                                        </p:tav>
                                        <p:tav tm="100000">
                                          <p:val>
                                            <p:strVal val="#ppt_x"/>
                                          </p:val>
                                        </p:tav>
                                      </p:tavLst>
                                    </p:anim>
                                    <p:anim calcmode="lin" valueType="num">
                                      <p:cBhvr>
                                        <p:cTn id="111" dur="500" fill="hold"/>
                                        <p:tgtEl>
                                          <p:spTgt spid="376855"/>
                                        </p:tgtEl>
                                        <p:attrNameLst>
                                          <p:attrName>ppt_y</p:attrName>
                                        </p:attrNameLst>
                                      </p:cBhvr>
                                      <p:tavLst>
                                        <p:tav tm="0">
                                          <p:val>
                                            <p:strVal val="#ppt_y"/>
                                          </p:val>
                                        </p:tav>
                                        <p:tav tm="100000">
                                          <p:val>
                                            <p:strVal val="#ppt_y"/>
                                          </p:val>
                                        </p:tav>
                                      </p:tavLst>
                                    </p:anim>
                                    <p:anim calcmode="lin" valueType="num">
                                      <p:cBhvr>
                                        <p:cTn id="112" dur="500" fill="hold"/>
                                        <p:tgtEl>
                                          <p:spTgt spid="376855"/>
                                        </p:tgtEl>
                                        <p:attrNameLst>
                                          <p:attrName>ppt_w</p:attrName>
                                        </p:attrNameLst>
                                      </p:cBhvr>
                                      <p:tavLst>
                                        <p:tav tm="0">
                                          <p:val>
                                            <p:fltVal val="0"/>
                                          </p:val>
                                        </p:tav>
                                        <p:tav tm="100000">
                                          <p:val>
                                            <p:strVal val="#ppt_w"/>
                                          </p:val>
                                        </p:tav>
                                      </p:tavLst>
                                    </p:anim>
                                    <p:anim calcmode="lin" valueType="num">
                                      <p:cBhvr>
                                        <p:cTn id="113" dur="500" fill="hold"/>
                                        <p:tgtEl>
                                          <p:spTgt spid="376855"/>
                                        </p:tgtEl>
                                        <p:attrNameLst>
                                          <p:attrName>ppt_h</p:attrName>
                                        </p:attrNameLst>
                                      </p:cBhvr>
                                      <p:tavLst>
                                        <p:tav tm="0">
                                          <p:val>
                                            <p:strVal val="#ppt_h"/>
                                          </p:val>
                                        </p:tav>
                                        <p:tav tm="100000">
                                          <p:val>
                                            <p:strVal val="#ppt_h"/>
                                          </p:val>
                                        </p:tav>
                                      </p:tavLst>
                                    </p:anim>
                                  </p:childTnLst>
                                </p:cTn>
                              </p:par>
                            </p:childTnLst>
                          </p:cTn>
                        </p:par>
                        <p:par>
                          <p:cTn id="114" fill="hold" nodeType="afterGroup">
                            <p:stCondLst>
                              <p:cond delay="1500"/>
                            </p:stCondLst>
                            <p:childTnLst>
                              <p:par>
                                <p:cTn id="115" presetID="17" presetClass="entr" presetSubtype="8" fill="hold" nodeType="afterEffect">
                                  <p:stCondLst>
                                    <p:cond delay="0"/>
                                  </p:stCondLst>
                                  <p:childTnLst>
                                    <p:set>
                                      <p:cBhvr>
                                        <p:cTn id="116" dur="1" fill="hold">
                                          <p:stCondLst>
                                            <p:cond delay="0"/>
                                          </p:stCondLst>
                                        </p:cTn>
                                        <p:tgtEl>
                                          <p:spTgt spid="376853"/>
                                        </p:tgtEl>
                                        <p:attrNameLst>
                                          <p:attrName>style.visibility</p:attrName>
                                        </p:attrNameLst>
                                      </p:cBhvr>
                                      <p:to>
                                        <p:strVal val="visible"/>
                                      </p:to>
                                    </p:set>
                                    <p:anim calcmode="lin" valueType="num">
                                      <p:cBhvr>
                                        <p:cTn id="117" dur="500" fill="hold"/>
                                        <p:tgtEl>
                                          <p:spTgt spid="376853"/>
                                        </p:tgtEl>
                                        <p:attrNameLst>
                                          <p:attrName>ppt_x</p:attrName>
                                        </p:attrNameLst>
                                      </p:cBhvr>
                                      <p:tavLst>
                                        <p:tav tm="0">
                                          <p:val>
                                            <p:strVal val="#ppt_x-#ppt_w/2"/>
                                          </p:val>
                                        </p:tav>
                                        <p:tav tm="100000">
                                          <p:val>
                                            <p:strVal val="#ppt_x"/>
                                          </p:val>
                                        </p:tav>
                                      </p:tavLst>
                                    </p:anim>
                                    <p:anim calcmode="lin" valueType="num">
                                      <p:cBhvr>
                                        <p:cTn id="118" dur="500" fill="hold"/>
                                        <p:tgtEl>
                                          <p:spTgt spid="376853"/>
                                        </p:tgtEl>
                                        <p:attrNameLst>
                                          <p:attrName>ppt_y</p:attrName>
                                        </p:attrNameLst>
                                      </p:cBhvr>
                                      <p:tavLst>
                                        <p:tav tm="0">
                                          <p:val>
                                            <p:strVal val="#ppt_y"/>
                                          </p:val>
                                        </p:tav>
                                        <p:tav tm="100000">
                                          <p:val>
                                            <p:strVal val="#ppt_y"/>
                                          </p:val>
                                        </p:tav>
                                      </p:tavLst>
                                    </p:anim>
                                    <p:anim calcmode="lin" valueType="num">
                                      <p:cBhvr>
                                        <p:cTn id="119" dur="500" fill="hold"/>
                                        <p:tgtEl>
                                          <p:spTgt spid="376853"/>
                                        </p:tgtEl>
                                        <p:attrNameLst>
                                          <p:attrName>ppt_w</p:attrName>
                                        </p:attrNameLst>
                                      </p:cBhvr>
                                      <p:tavLst>
                                        <p:tav tm="0">
                                          <p:val>
                                            <p:fltVal val="0"/>
                                          </p:val>
                                        </p:tav>
                                        <p:tav tm="100000">
                                          <p:val>
                                            <p:strVal val="#ppt_w"/>
                                          </p:val>
                                        </p:tav>
                                      </p:tavLst>
                                    </p:anim>
                                    <p:anim calcmode="lin" valueType="num">
                                      <p:cBhvr>
                                        <p:cTn id="120" dur="500" fill="hold"/>
                                        <p:tgtEl>
                                          <p:spTgt spid="376853"/>
                                        </p:tgtEl>
                                        <p:attrNameLst>
                                          <p:attrName>ppt_h</p:attrName>
                                        </p:attrNameLst>
                                      </p:cBhvr>
                                      <p:tavLst>
                                        <p:tav tm="0">
                                          <p:val>
                                            <p:strVal val="#ppt_h"/>
                                          </p:val>
                                        </p:tav>
                                        <p:tav tm="100000">
                                          <p:val>
                                            <p:strVal val="#ppt_h"/>
                                          </p:val>
                                        </p:tav>
                                      </p:tavLst>
                                    </p:anim>
                                  </p:childTnLst>
                                </p:cTn>
                              </p:par>
                            </p:childTnLst>
                          </p:cTn>
                        </p:par>
                        <p:par>
                          <p:cTn id="121" fill="hold" nodeType="afterGroup">
                            <p:stCondLst>
                              <p:cond delay="2000"/>
                            </p:stCondLst>
                            <p:childTnLst>
                              <p:par>
                                <p:cTn id="122" presetID="17" presetClass="entr" presetSubtype="8" fill="hold" nodeType="afterEffect">
                                  <p:stCondLst>
                                    <p:cond delay="0"/>
                                  </p:stCondLst>
                                  <p:childTnLst>
                                    <p:set>
                                      <p:cBhvr>
                                        <p:cTn id="123" dur="1" fill="hold">
                                          <p:stCondLst>
                                            <p:cond delay="0"/>
                                          </p:stCondLst>
                                        </p:cTn>
                                        <p:tgtEl>
                                          <p:spTgt spid="376854"/>
                                        </p:tgtEl>
                                        <p:attrNameLst>
                                          <p:attrName>style.visibility</p:attrName>
                                        </p:attrNameLst>
                                      </p:cBhvr>
                                      <p:to>
                                        <p:strVal val="visible"/>
                                      </p:to>
                                    </p:set>
                                    <p:anim calcmode="lin" valueType="num">
                                      <p:cBhvr>
                                        <p:cTn id="124" dur="500" fill="hold"/>
                                        <p:tgtEl>
                                          <p:spTgt spid="376854"/>
                                        </p:tgtEl>
                                        <p:attrNameLst>
                                          <p:attrName>ppt_x</p:attrName>
                                        </p:attrNameLst>
                                      </p:cBhvr>
                                      <p:tavLst>
                                        <p:tav tm="0">
                                          <p:val>
                                            <p:strVal val="#ppt_x-#ppt_w/2"/>
                                          </p:val>
                                        </p:tav>
                                        <p:tav tm="100000">
                                          <p:val>
                                            <p:strVal val="#ppt_x"/>
                                          </p:val>
                                        </p:tav>
                                      </p:tavLst>
                                    </p:anim>
                                    <p:anim calcmode="lin" valueType="num">
                                      <p:cBhvr>
                                        <p:cTn id="125" dur="500" fill="hold"/>
                                        <p:tgtEl>
                                          <p:spTgt spid="376854"/>
                                        </p:tgtEl>
                                        <p:attrNameLst>
                                          <p:attrName>ppt_y</p:attrName>
                                        </p:attrNameLst>
                                      </p:cBhvr>
                                      <p:tavLst>
                                        <p:tav tm="0">
                                          <p:val>
                                            <p:strVal val="#ppt_y"/>
                                          </p:val>
                                        </p:tav>
                                        <p:tav tm="100000">
                                          <p:val>
                                            <p:strVal val="#ppt_y"/>
                                          </p:val>
                                        </p:tav>
                                      </p:tavLst>
                                    </p:anim>
                                    <p:anim calcmode="lin" valueType="num">
                                      <p:cBhvr>
                                        <p:cTn id="126" dur="500" fill="hold"/>
                                        <p:tgtEl>
                                          <p:spTgt spid="376854"/>
                                        </p:tgtEl>
                                        <p:attrNameLst>
                                          <p:attrName>ppt_w</p:attrName>
                                        </p:attrNameLst>
                                      </p:cBhvr>
                                      <p:tavLst>
                                        <p:tav tm="0">
                                          <p:val>
                                            <p:fltVal val="0"/>
                                          </p:val>
                                        </p:tav>
                                        <p:tav tm="100000">
                                          <p:val>
                                            <p:strVal val="#ppt_w"/>
                                          </p:val>
                                        </p:tav>
                                      </p:tavLst>
                                    </p:anim>
                                    <p:anim calcmode="lin" valueType="num">
                                      <p:cBhvr>
                                        <p:cTn id="127" dur="500" fill="hold"/>
                                        <p:tgtEl>
                                          <p:spTgt spid="376854"/>
                                        </p:tgtEl>
                                        <p:attrNameLst>
                                          <p:attrName>ppt_h</p:attrName>
                                        </p:attrNameLst>
                                      </p:cBhvr>
                                      <p:tavLst>
                                        <p:tav tm="0">
                                          <p:val>
                                            <p:strVal val="#ppt_h"/>
                                          </p:val>
                                        </p:tav>
                                        <p:tav tm="100000">
                                          <p:val>
                                            <p:strVal val="#ppt_h"/>
                                          </p:val>
                                        </p:tav>
                                      </p:tavLst>
                                    </p:anim>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7" presetClass="entr" presetSubtype="1" fill="hold" nodeType="clickEffect">
                                  <p:stCondLst>
                                    <p:cond delay="0"/>
                                  </p:stCondLst>
                                  <p:childTnLst>
                                    <p:set>
                                      <p:cBhvr>
                                        <p:cTn id="131" dur="1" fill="hold">
                                          <p:stCondLst>
                                            <p:cond delay="0"/>
                                          </p:stCondLst>
                                        </p:cTn>
                                        <p:tgtEl>
                                          <p:spTgt spid="376856"/>
                                        </p:tgtEl>
                                        <p:attrNameLst>
                                          <p:attrName>style.visibility</p:attrName>
                                        </p:attrNameLst>
                                      </p:cBhvr>
                                      <p:to>
                                        <p:strVal val="visible"/>
                                      </p:to>
                                    </p:set>
                                    <p:anim calcmode="lin" valueType="num">
                                      <p:cBhvr>
                                        <p:cTn id="132" dur="500" fill="hold"/>
                                        <p:tgtEl>
                                          <p:spTgt spid="376856"/>
                                        </p:tgtEl>
                                        <p:attrNameLst>
                                          <p:attrName>ppt_x</p:attrName>
                                        </p:attrNameLst>
                                      </p:cBhvr>
                                      <p:tavLst>
                                        <p:tav tm="0">
                                          <p:val>
                                            <p:strVal val="#ppt_x"/>
                                          </p:val>
                                        </p:tav>
                                        <p:tav tm="100000">
                                          <p:val>
                                            <p:strVal val="#ppt_x"/>
                                          </p:val>
                                        </p:tav>
                                      </p:tavLst>
                                    </p:anim>
                                    <p:anim calcmode="lin" valueType="num">
                                      <p:cBhvr>
                                        <p:cTn id="133" dur="500" fill="hold"/>
                                        <p:tgtEl>
                                          <p:spTgt spid="376856"/>
                                        </p:tgtEl>
                                        <p:attrNameLst>
                                          <p:attrName>ppt_y</p:attrName>
                                        </p:attrNameLst>
                                      </p:cBhvr>
                                      <p:tavLst>
                                        <p:tav tm="0">
                                          <p:val>
                                            <p:strVal val="#ppt_y-#ppt_h/2"/>
                                          </p:val>
                                        </p:tav>
                                        <p:tav tm="100000">
                                          <p:val>
                                            <p:strVal val="#ppt_y"/>
                                          </p:val>
                                        </p:tav>
                                      </p:tavLst>
                                    </p:anim>
                                    <p:anim calcmode="lin" valueType="num">
                                      <p:cBhvr>
                                        <p:cTn id="134" dur="500" fill="hold"/>
                                        <p:tgtEl>
                                          <p:spTgt spid="376856"/>
                                        </p:tgtEl>
                                        <p:attrNameLst>
                                          <p:attrName>ppt_w</p:attrName>
                                        </p:attrNameLst>
                                      </p:cBhvr>
                                      <p:tavLst>
                                        <p:tav tm="0">
                                          <p:val>
                                            <p:strVal val="#ppt_w"/>
                                          </p:val>
                                        </p:tav>
                                        <p:tav tm="100000">
                                          <p:val>
                                            <p:strVal val="#ppt_w"/>
                                          </p:val>
                                        </p:tav>
                                      </p:tavLst>
                                    </p:anim>
                                    <p:anim calcmode="lin" valueType="num">
                                      <p:cBhvr>
                                        <p:cTn id="135" dur="500" fill="hold"/>
                                        <p:tgtEl>
                                          <p:spTgt spid="376856"/>
                                        </p:tgtEl>
                                        <p:attrNameLst>
                                          <p:attrName>ppt_h</p:attrName>
                                        </p:attrNameLst>
                                      </p:cBhvr>
                                      <p:tavLst>
                                        <p:tav tm="0">
                                          <p:val>
                                            <p:fltVal val="0"/>
                                          </p:val>
                                        </p:tav>
                                        <p:tav tm="100000">
                                          <p:val>
                                            <p:strVal val="#ppt_h"/>
                                          </p:val>
                                        </p:tav>
                                      </p:tavLst>
                                    </p:anim>
                                  </p:childTnLst>
                                </p:cTn>
                              </p:par>
                            </p:childTnLst>
                          </p:cTn>
                        </p:par>
                        <p:par>
                          <p:cTn id="136" fill="hold" nodeType="afterGroup">
                            <p:stCondLst>
                              <p:cond delay="500"/>
                            </p:stCondLst>
                            <p:childTnLst>
                              <p:par>
                                <p:cTn id="137" presetID="17" presetClass="entr" presetSubtype="8" fill="hold" nodeType="afterEffect">
                                  <p:stCondLst>
                                    <p:cond delay="0"/>
                                  </p:stCondLst>
                                  <p:childTnLst>
                                    <p:set>
                                      <p:cBhvr>
                                        <p:cTn id="138" dur="1" fill="hold">
                                          <p:stCondLst>
                                            <p:cond delay="0"/>
                                          </p:stCondLst>
                                        </p:cTn>
                                        <p:tgtEl>
                                          <p:spTgt spid="376857"/>
                                        </p:tgtEl>
                                        <p:attrNameLst>
                                          <p:attrName>style.visibility</p:attrName>
                                        </p:attrNameLst>
                                      </p:cBhvr>
                                      <p:to>
                                        <p:strVal val="visible"/>
                                      </p:to>
                                    </p:set>
                                    <p:anim calcmode="lin" valueType="num">
                                      <p:cBhvr>
                                        <p:cTn id="139" dur="500" fill="hold"/>
                                        <p:tgtEl>
                                          <p:spTgt spid="376857"/>
                                        </p:tgtEl>
                                        <p:attrNameLst>
                                          <p:attrName>ppt_x</p:attrName>
                                        </p:attrNameLst>
                                      </p:cBhvr>
                                      <p:tavLst>
                                        <p:tav tm="0">
                                          <p:val>
                                            <p:strVal val="#ppt_x-#ppt_w/2"/>
                                          </p:val>
                                        </p:tav>
                                        <p:tav tm="100000">
                                          <p:val>
                                            <p:strVal val="#ppt_x"/>
                                          </p:val>
                                        </p:tav>
                                      </p:tavLst>
                                    </p:anim>
                                    <p:anim calcmode="lin" valueType="num">
                                      <p:cBhvr>
                                        <p:cTn id="140" dur="500" fill="hold"/>
                                        <p:tgtEl>
                                          <p:spTgt spid="376857"/>
                                        </p:tgtEl>
                                        <p:attrNameLst>
                                          <p:attrName>ppt_y</p:attrName>
                                        </p:attrNameLst>
                                      </p:cBhvr>
                                      <p:tavLst>
                                        <p:tav tm="0">
                                          <p:val>
                                            <p:strVal val="#ppt_y"/>
                                          </p:val>
                                        </p:tav>
                                        <p:tav tm="100000">
                                          <p:val>
                                            <p:strVal val="#ppt_y"/>
                                          </p:val>
                                        </p:tav>
                                      </p:tavLst>
                                    </p:anim>
                                    <p:anim calcmode="lin" valueType="num">
                                      <p:cBhvr>
                                        <p:cTn id="141" dur="500" fill="hold"/>
                                        <p:tgtEl>
                                          <p:spTgt spid="376857"/>
                                        </p:tgtEl>
                                        <p:attrNameLst>
                                          <p:attrName>ppt_w</p:attrName>
                                        </p:attrNameLst>
                                      </p:cBhvr>
                                      <p:tavLst>
                                        <p:tav tm="0">
                                          <p:val>
                                            <p:fltVal val="0"/>
                                          </p:val>
                                        </p:tav>
                                        <p:tav tm="100000">
                                          <p:val>
                                            <p:strVal val="#ppt_w"/>
                                          </p:val>
                                        </p:tav>
                                      </p:tavLst>
                                    </p:anim>
                                    <p:anim calcmode="lin" valueType="num">
                                      <p:cBhvr>
                                        <p:cTn id="142" dur="500" fill="hold"/>
                                        <p:tgtEl>
                                          <p:spTgt spid="376857"/>
                                        </p:tgtEl>
                                        <p:attrNameLst>
                                          <p:attrName>ppt_h</p:attrName>
                                        </p:attrNameLst>
                                      </p:cBhvr>
                                      <p:tavLst>
                                        <p:tav tm="0">
                                          <p:val>
                                            <p:strVal val="#ppt_h"/>
                                          </p:val>
                                        </p:tav>
                                        <p:tav tm="100000">
                                          <p:val>
                                            <p:strVal val="#ppt_h"/>
                                          </p:val>
                                        </p:tav>
                                      </p:tavLst>
                                    </p:anim>
                                  </p:childTnLst>
                                </p:cTn>
                              </p:par>
                            </p:childTnLst>
                          </p:cTn>
                        </p:par>
                        <p:par>
                          <p:cTn id="143" fill="hold" nodeType="afterGroup">
                            <p:stCondLst>
                              <p:cond delay="1000"/>
                            </p:stCondLst>
                            <p:childTnLst>
                              <p:par>
                                <p:cTn id="144" presetID="17" presetClass="entr" presetSubtype="4" fill="hold" nodeType="afterEffect">
                                  <p:stCondLst>
                                    <p:cond delay="0"/>
                                  </p:stCondLst>
                                  <p:childTnLst>
                                    <p:set>
                                      <p:cBhvr>
                                        <p:cTn id="145" dur="1" fill="hold">
                                          <p:stCondLst>
                                            <p:cond delay="0"/>
                                          </p:stCondLst>
                                        </p:cTn>
                                        <p:tgtEl>
                                          <p:spTgt spid="376858"/>
                                        </p:tgtEl>
                                        <p:attrNameLst>
                                          <p:attrName>style.visibility</p:attrName>
                                        </p:attrNameLst>
                                      </p:cBhvr>
                                      <p:to>
                                        <p:strVal val="visible"/>
                                      </p:to>
                                    </p:set>
                                    <p:anim calcmode="lin" valueType="num">
                                      <p:cBhvr>
                                        <p:cTn id="146" dur="500" fill="hold"/>
                                        <p:tgtEl>
                                          <p:spTgt spid="376858"/>
                                        </p:tgtEl>
                                        <p:attrNameLst>
                                          <p:attrName>ppt_x</p:attrName>
                                        </p:attrNameLst>
                                      </p:cBhvr>
                                      <p:tavLst>
                                        <p:tav tm="0">
                                          <p:val>
                                            <p:strVal val="#ppt_x"/>
                                          </p:val>
                                        </p:tav>
                                        <p:tav tm="100000">
                                          <p:val>
                                            <p:strVal val="#ppt_x"/>
                                          </p:val>
                                        </p:tav>
                                      </p:tavLst>
                                    </p:anim>
                                    <p:anim calcmode="lin" valueType="num">
                                      <p:cBhvr>
                                        <p:cTn id="147" dur="500" fill="hold"/>
                                        <p:tgtEl>
                                          <p:spTgt spid="376858"/>
                                        </p:tgtEl>
                                        <p:attrNameLst>
                                          <p:attrName>ppt_y</p:attrName>
                                        </p:attrNameLst>
                                      </p:cBhvr>
                                      <p:tavLst>
                                        <p:tav tm="0">
                                          <p:val>
                                            <p:strVal val="#ppt_y+#ppt_h/2"/>
                                          </p:val>
                                        </p:tav>
                                        <p:tav tm="100000">
                                          <p:val>
                                            <p:strVal val="#ppt_y"/>
                                          </p:val>
                                        </p:tav>
                                      </p:tavLst>
                                    </p:anim>
                                    <p:anim calcmode="lin" valueType="num">
                                      <p:cBhvr>
                                        <p:cTn id="148" dur="500" fill="hold"/>
                                        <p:tgtEl>
                                          <p:spTgt spid="376858"/>
                                        </p:tgtEl>
                                        <p:attrNameLst>
                                          <p:attrName>ppt_w</p:attrName>
                                        </p:attrNameLst>
                                      </p:cBhvr>
                                      <p:tavLst>
                                        <p:tav tm="0">
                                          <p:val>
                                            <p:strVal val="#ppt_w"/>
                                          </p:val>
                                        </p:tav>
                                        <p:tav tm="100000">
                                          <p:val>
                                            <p:strVal val="#ppt_w"/>
                                          </p:val>
                                        </p:tav>
                                      </p:tavLst>
                                    </p:anim>
                                    <p:anim calcmode="lin" valueType="num">
                                      <p:cBhvr>
                                        <p:cTn id="149" dur="500" fill="hold"/>
                                        <p:tgtEl>
                                          <p:spTgt spid="376858"/>
                                        </p:tgtEl>
                                        <p:attrNameLst>
                                          <p:attrName>ppt_h</p:attrName>
                                        </p:attrNameLst>
                                      </p:cBhvr>
                                      <p:tavLst>
                                        <p:tav tm="0">
                                          <p:val>
                                            <p:fltVal val="0"/>
                                          </p:val>
                                        </p:tav>
                                        <p:tav tm="100000">
                                          <p:val>
                                            <p:strVal val="#ppt_h"/>
                                          </p:val>
                                        </p:tav>
                                      </p:tavLst>
                                    </p:anim>
                                  </p:childTnLst>
                                </p:cTn>
                              </p:par>
                            </p:childTnLst>
                          </p:cTn>
                        </p:par>
                        <p:par>
                          <p:cTn id="150" fill="hold" nodeType="afterGroup">
                            <p:stCondLst>
                              <p:cond delay="1500"/>
                            </p:stCondLst>
                            <p:childTnLst>
                              <p:par>
                                <p:cTn id="151" presetID="17" presetClass="entr" presetSubtype="8" fill="hold" nodeType="afterEffect">
                                  <p:stCondLst>
                                    <p:cond delay="0"/>
                                  </p:stCondLst>
                                  <p:childTnLst>
                                    <p:set>
                                      <p:cBhvr>
                                        <p:cTn id="152" dur="1" fill="hold">
                                          <p:stCondLst>
                                            <p:cond delay="0"/>
                                          </p:stCondLst>
                                        </p:cTn>
                                        <p:tgtEl>
                                          <p:spTgt spid="376859"/>
                                        </p:tgtEl>
                                        <p:attrNameLst>
                                          <p:attrName>style.visibility</p:attrName>
                                        </p:attrNameLst>
                                      </p:cBhvr>
                                      <p:to>
                                        <p:strVal val="visible"/>
                                      </p:to>
                                    </p:set>
                                    <p:anim calcmode="lin" valueType="num">
                                      <p:cBhvr>
                                        <p:cTn id="153" dur="500" fill="hold"/>
                                        <p:tgtEl>
                                          <p:spTgt spid="376859"/>
                                        </p:tgtEl>
                                        <p:attrNameLst>
                                          <p:attrName>ppt_x</p:attrName>
                                        </p:attrNameLst>
                                      </p:cBhvr>
                                      <p:tavLst>
                                        <p:tav tm="0">
                                          <p:val>
                                            <p:strVal val="#ppt_x-#ppt_w/2"/>
                                          </p:val>
                                        </p:tav>
                                        <p:tav tm="100000">
                                          <p:val>
                                            <p:strVal val="#ppt_x"/>
                                          </p:val>
                                        </p:tav>
                                      </p:tavLst>
                                    </p:anim>
                                    <p:anim calcmode="lin" valueType="num">
                                      <p:cBhvr>
                                        <p:cTn id="154" dur="500" fill="hold"/>
                                        <p:tgtEl>
                                          <p:spTgt spid="376859"/>
                                        </p:tgtEl>
                                        <p:attrNameLst>
                                          <p:attrName>ppt_y</p:attrName>
                                        </p:attrNameLst>
                                      </p:cBhvr>
                                      <p:tavLst>
                                        <p:tav tm="0">
                                          <p:val>
                                            <p:strVal val="#ppt_y"/>
                                          </p:val>
                                        </p:tav>
                                        <p:tav tm="100000">
                                          <p:val>
                                            <p:strVal val="#ppt_y"/>
                                          </p:val>
                                        </p:tav>
                                      </p:tavLst>
                                    </p:anim>
                                    <p:anim calcmode="lin" valueType="num">
                                      <p:cBhvr>
                                        <p:cTn id="155" dur="500" fill="hold"/>
                                        <p:tgtEl>
                                          <p:spTgt spid="376859"/>
                                        </p:tgtEl>
                                        <p:attrNameLst>
                                          <p:attrName>ppt_w</p:attrName>
                                        </p:attrNameLst>
                                      </p:cBhvr>
                                      <p:tavLst>
                                        <p:tav tm="0">
                                          <p:val>
                                            <p:fltVal val="0"/>
                                          </p:val>
                                        </p:tav>
                                        <p:tav tm="100000">
                                          <p:val>
                                            <p:strVal val="#ppt_w"/>
                                          </p:val>
                                        </p:tav>
                                      </p:tavLst>
                                    </p:anim>
                                    <p:anim calcmode="lin" valueType="num">
                                      <p:cBhvr>
                                        <p:cTn id="156" dur="500" fill="hold"/>
                                        <p:tgtEl>
                                          <p:spTgt spid="376859"/>
                                        </p:tgtEl>
                                        <p:attrNameLst>
                                          <p:attrName>ppt_h</p:attrName>
                                        </p:attrNameLst>
                                      </p:cBhvr>
                                      <p:tavLst>
                                        <p:tav tm="0">
                                          <p:val>
                                            <p:strVal val="#ppt_h"/>
                                          </p:val>
                                        </p:tav>
                                        <p:tav tm="100000">
                                          <p:val>
                                            <p:strVal val="#ppt_h"/>
                                          </p:val>
                                        </p:tav>
                                      </p:tavLst>
                                    </p:anim>
                                  </p:childTnLst>
                                </p:cTn>
                              </p:par>
                            </p:childTnLst>
                          </p:cTn>
                        </p:par>
                        <p:par>
                          <p:cTn id="157" fill="hold" nodeType="afterGroup">
                            <p:stCondLst>
                              <p:cond delay="2000"/>
                            </p:stCondLst>
                            <p:childTnLst>
                              <p:par>
                                <p:cTn id="158" presetID="17" presetClass="entr" presetSubtype="8" fill="hold" nodeType="afterEffect">
                                  <p:stCondLst>
                                    <p:cond delay="0"/>
                                  </p:stCondLst>
                                  <p:childTnLst>
                                    <p:set>
                                      <p:cBhvr>
                                        <p:cTn id="159" dur="1" fill="hold">
                                          <p:stCondLst>
                                            <p:cond delay="0"/>
                                          </p:stCondLst>
                                        </p:cTn>
                                        <p:tgtEl>
                                          <p:spTgt spid="376861"/>
                                        </p:tgtEl>
                                        <p:attrNameLst>
                                          <p:attrName>style.visibility</p:attrName>
                                        </p:attrNameLst>
                                      </p:cBhvr>
                                      <p:to>
                                        <p:strVal val="visible"/>
                                      </p:to>
                                    </p:set>
                                    <p:anim calcmode="lin" valueType="num">
                                      <p:cBhvr>
                                        <p:cTn id="160" dur="500" fill="hold"/>
                                        <p:tgtEl>
                                          <p:spTgt spid="376861"/>
                                        </p:tgtEl>
                                        <p:attrNameLst>
                                          <p:attrName>ppt_x</p:attrName>
                                        </p:attrNameLst>
                                      </p:cBhvr>
                                      <p:tavLst>
                                        <p:tav tm="0">
                                          <p:val>
                                            <p:strVal val="#ppt_x-#ppt_w/2"/>
                                          </p:val>
                                        </p:tav>
                                        <p:tav tm="100000">
                                          <p:val>
                                            <p:strVal val="#ppt_x"/>
                                          </p:val>
                                        </p:tav>
                                      </p:tavLst>
                                    </p:anim>
                                    <p:anim calcmode="lin" valueType="num">
                                      <p:cBhvr>
                                        <p:cTn id="161" dur="500" fill="hold"/>
                                        <p:tgtEl>
                                          <p:spTgt spid="376861"/>
                                        </p:tgtEl>
                                        <p:attrNameLst>
                                          <p:attrName>ppt_y</p:attrName>
                                        </p:attrNameLst>
                                      </p:cBhvr>
                                      <p:tavLst>
                                        <p:tav tm="0">
                                          <p:val>
                                            <p:strVal val="#ppt_y"/>
                                          </p:val>
                                        </p:tav>
                                        <p:tav tm="100000">
                                          <p:val>
                                            <p:strVal val="#ppt_y"/>
                                          </p:val>
                                        </p:tav>
                                      </p:tavLst>
                                    </p:anim>
                                    <p:anim calcmode="lin" valueType="num">
                                      <p:cBhvr>
                                        <p:cTn id="162" dur="500" fill="hold"/>
                                        <p:tgtEl>
                                          <p:spTgt spid="376861"/>
                                        </p:tgtEl>
                                        <p:attrNameLst>
                                          <p:attrName>ppt_w</p:attrName>
                                        </p:attrNameLst>
                                      </p:cBhvr>
                                      <p:tavLst>
                                        <p:tav tm="0">
                                          <p:val>
                                            <p:fltVal val="0"/>
                                          </p:val>
                                        </p:tav>
                                        <p:tav tm="100000">
                                          <p:val>
                                            <p:strVal val="#ppt_w"/>
                                          </p:val>
                                        </p:tav>
                                      </p:tavLst>
                                    </p:anim>
                                    <p:anim calcmode="lin" valueType="num">
                                      <p:cBhvr>
                                        <p:cTn id="163" dur="500" fill="hold"/>
                                        <p:tgtEl>
                                          <p:spTgt spid="376861"/>
                                        </p:tgtEl>
                                        <p:attrNameLst>
                                          <p:attrName>ppt_h</p:attrName>
                                        </p:attrNameLst>
                                      </p:cBhvr>
                                      <p:tavLst>
                                        <p:tav tm="0">
                                          <p:val>
                                            <p:strVal val="#ppt_h"/>
                                          </p:val>
                                        </p:tav>
                                        <p:tav tm="100000">
                                          <p:val>
                                            <p:strVal val="#ppt_h"/>
                                          </p:val>
                                        </p:tav>
                                      </p:tavLst>
                                    </p:anim>
                                  </p:childTnLst>
                                </p:cTn>
                              </p:par>
                            </p:childTnLst>
                          </p:cTn>
                        </p:par>
                        <p:par>
                          <p:cTn id="164" fill="hold" nodeType="afterGroup">
                            <p:stCondLst>
                              <p:cond delay="2500"/>
                            </p:stCondLst>
                            <p:childTnLst>
                              <p:par>
                                <p:cTn id="165" presetID="17" presetClass="entr" presetSubtype="8" fill="hold" nodeType="afterEffect">
                                  <p:stCondLst>
                                    <p:cond delay="0"/>
                                  </p:stCondLst>
                                  <p:childTnLst>
                                    <p:set>
                                      <p:cBhvr>
                                        <p:cTn id="166" dur="1" fill="hold">
                                          <p:stCondLst>
                                            <p:cond delay="0"/>
                                          </p:stCondLst>
                                        </p:cTn>
                                        <p:tgtEl>
                                          <p:spTgt spid="376862"/>
                                        </p:tgtEl>
                                        <p:attrNameLst>
                                          <p:attrName>style.visibility</p:attrName>
                                        </p:attrNameLst>
                                      </p:cBhvr>
                                      <p:to>
                                        <p:strVal val="visible"/>
                                      </p:to>
                                    </p:set>
                                    <p:anim calcmode="lin" valueType="num">
                                      <p:cBhvr>
                                        <p:cTn id="167" dur="500" fill="hold"/>
                                        <p:tgtEl>
                                          <p:spTgt spid="376862"/>
                                        </p:tgtEl>
                                        <p:attrNameLst>
                                          <p:attrName>ppt_x</p:attrName>
                                        </p:attrNameLst>
                                      </p:cBhvr>
                                      <p:tavLst>
                                        <p:tav tm="0">
                                          <p:val>
                                            <p:strVal val="#ppt_x-#ppt_w/2"/>
                                          </p:val>
                                        </p:tav>
                                        <p:tav tm="100000">
                                          <p:val>
                                            <p:strVal val="#ppt_x"/>
                                          </p:val>
                                        </p:tav>
                                      </p:tavLst>
                                    </p:anim>
                                    <p:anim calcmode="lin" valueType="num">
                                      <p:cBhvr>
                                        <p:cTn id="168" dur="500" fill="hold"/>
                                        <p:tgtEl>
                                          <p:spTgt spid="376862"/>
                                        </p:tgtEl>
                                        <p:attrNameLst>
                                          <p:attrName>ppt_y</p:attrName>
                                        </p:attrNameLst>
                                      </p:cBhvr>
                                      <p:tavLst>
                                        <p:tav tm="0">
                                          <p:val>
                                            <p:strVal val="#ppt_y"/>
                                          </p:val>
                                        </p:tav>
                                        <p:tav tm="100000">
                                          <p:val>
                                            <p:strVal val="#ppt_y"/>
                                          </p:val>
                                        </p:tav>
                                      </p:tavLst>
                                    </p:anim>
                                    <p:anim calcmode="lin" valueType="num">
                                      <p:cBhvr>
                                        <p:cTn id="169" dur="500" fill="hold"/>
                                        <p:tgtEl>
                                          <p:spTgt spid="376862"/>
                                        </p:tgtEl>
                                        <p:attrNameLst>
                                          <p:attrName>ppt_w</p:attrName>
                                        </p:attrNameLst>
                                      </p:cBhvr>
                                      <p:tavLst>
                                        <p:tav tm="0">
                                          <p:val>
                                            <p:fltVal val="0"/>
                                          </p:val>
                                        </p:tav>
                                        <p:tav tm="100000">
                                          <p:val>
                                            <p:strVal val="#ppt_w"/>
                                          </p:val>
                                        </p:tav>
                                      </p:tavLst>
                                    </p:anim>
                                    <p:anim calcmode="lin" valueType="num">
                                      <p:cBhvr>
                                        <p:cTn id="170" dur="500" fill="hold"/>
                                        <p:tgtEl>
                                          <p:spTgt spid="376862"/>
                                        </p:tgtEl>
                                        <p:attrNameLst>
                                          <p:attrName>ppt_h</p:attrName>
                                        </p:attrNameLst>
                                      </p:cBhvr>
                                      <p:tavLst>
                                        <p:tav tm="0">
                                          <p:val>
                                            <p:strVal val="#ppt_h"/>
                                          </p:val>
                                        </p:tav>
                                        <p:tav tm="100000">
                                          <p:val>
                                            <p:strVal val="#ppt_h"/>
                                          </p:val>
                                        </p:tav>
                                      </p:tavLst>
                                    </p:anim>
                                  </p:childTnLst>
                                </p:cTn>
                              </p:par>
                            </p:childTnLst>
                          </p:cTn>
                        </p:par>
                      </p:childTnLst>
                    </p:cTn>
                  </p:par>
                  <p:par>
                    <p:cTn id="171" fill="hold" nodeType="clickPar">
                      <p:stCondLst>
                        <p:cond delay="indefinite"/>
                      </p:stCondLst>
                      <p:childTnLst>
                        <p:par>
                          <p:cTn id="172" fill="hold" nodeType="withGroup">
                            <p:stCondLst>
                              <p:cond delay="0"/>
                            </p:stCondLst>
                            <p:childTnLst>
                              <p:par>
                                <p:cTn id="173" presetID="17" presetClass="entr" presetSubtype="8" fill="hold" nodeType="clickEffect">
                                  <p:stCondLst>
                                    <p:cond delay="0"/>
                                  </p:stCondLst>
                                  <p:childTnLst>
                                    <p:set>
                                      <p:cBhvr>
                                        <p:cTn id="174" dur="1" fill="hold">
                                          <p:stCondLst>
                                            <p:cond delay="0"/>
                                          </p:stCondLst>
                                        </p:cTn>
                                        <p:tgtEl>
                                          <p:spTgt spid="376860"/>
                                        </p:tgtEl>
                                        <p:attrNameLst>
                                          <p:attrName>style.visibility</p:attrName>
                                        </p:attrNameLst>
                                      </p:cBhvr>
                                      <p:to>
                                        <p:strVal val="visible"/>
                                      </p:to>
                                    </p:set>
                                    <p:anim calcmode="lin" valueType="num">
                                      <p:cBhvr>
                                        <p:cTn id="175" dur="500" fill="hold"/>
                                        <p:tgtEl>
                                          <p:spTgt spid="376860"/>
                                        </p:tgtEl>
                                        <p:attrNameLst>
                                          <p:attrName>ppt_x</p:attrName>
                                        </p:attrNameLst>
                                      </p:cBhvr>
                                      <p:tavLst>
                                        <p:tav tm="0">
                                          <p:val>
                                            <p:strVal val="#ppt_x-#ppt_w/2"/>
                                          </p:val>
                                        </p:tav>
                                        <p:tav tm="100000">
                                          <p:val>
                                            <p:strVal val="#ppt_x"/>
                                          </p:val>
                                        </p:tav>
                                      </p:tavLst>
                                    </p:anim>
                                    <p:anim calcmode="lin" valueType="num">
                                      <p:cBhvr>
                                        <p:cTn id="176" dur="500" fill="hold"/>
                                        <p:tgtEl>
                                          <p:spTgt spid="376860"/>
                                        </p:tgtEl>
                                        <p:attrNameLst>
                                          <p:attrName>ppt_y</p:attrName>
                                        </p:attrNameLst>
                                      </p:cBhvr>
                                      <p:tavLst>
                                        <p:tav tm="0">
                                          <p:val>
                                            <p:strVal val="#ppt_y"/>
                                          </p:val>
                                        </p:tav>
                                        <p:tav tm="100000">
                                          <p:val>
                                            <p:strVal val="#ppt_y"/>
                                          </p:val>
                                        </p:tav>
                                      </p:tavLst>
                                    </p:anim>
                                    <p:anim calcmode="lin" valueType="num">
                                      <p:cBhvr>
                                        <p:cTn id="177" dur="500" fill="hold"/>
                                        <p:tgtEl>
                                          <p:spTgt spid="376860"/>
                                        </p:tgtEl>
                                        <p:attrNameLst>
                                          <p:attrName>ppt_w</p:attrName>
                                        </p:attrNameLst>
                                      </p:cBhvr>
                                      <p:tavLst>
                                        <p:tav tm="0">
                                          <p:val>
                                            <p:fltVal val="0"/>
                                          </p:val>
                                        </p:tav>
                                        <p:tav tm="100000">
                                          <p:val>
                                            <p:strVal val="#ppt_w"/>
                                          </p:val>
                                        </p:tav>
                                      </p:tavLst>
                                    </p:anim>
                                    <p:anim calcmode="lin" valueType="num">
                                      <p:cBhvr>
                                        <p:cTn id="178" dur="500" fill="hold"/>
                                        <p:tgtEl>
                                          <p:spTgt spid="376860"/>
                                        </p:tgtEl>
                                        <p:attrNameLst>
                                          <p:attrName>ppt_h</p:attrName>
                                        </p:attrNameLst>
                                      </p:cBhvr>
                                      <p:tavLst>
                                        <p:tav tm="0">
                                          <p:val>
                                            <p:strVal val="#ppt_h"/>
                                          </p:val>
                                        </p:tav>
                                        <p:tav tm="100000">
                                          <p:val>
                                            <p:strVal val="#ppt_h"/>
                                          </p:val>
                                        </p:tav>
                                      </p:tavLst>
                                    </p:anim>
                                  </p:childTnLst>
                                </p:cTn>
                              </p:par>
                            </p:childTnLst>
                          </p:cTn>
                        </p:par>
                      </p:childTnLst>
                    </p:cTn>
                  </p:par>
                  <p:par>
                    <p:cTn id="179" fill="hold" nodeType="clickPar">
                      <p:stCondLst>
                        <p:cond delay="indefinite"/>
                      </p:stCondLst>
                      <p:childTnLst>
                        <p:par>
                          <p:cTn id="180" fill="hold" nodeType="withGroup">
                            <p:stCondLst>
                              <p:cond delay="0"/>
                            </p:stCondLst>
                            <p:childTnLst>
                              <p:par>
                                <p:cTn id="181" presetID="1" presetClass="entr" presetSubtype="0" fill="hold" grpId="0" nodeType="clickEffect">
                                  <p:stCondLst>
                                    <p:cond delay="0"/>
                                  </p:stCondLst>
                                  <p:childTnLst>
                                    <p:set>
                                      <p:cBhvr>
                                        <p:cTn id="182" dur="1" fill="hold">
                                          <p:stCondLst>
                                            <p:cond delay="499"/>
                                          </p:stCondLst>
                                        </p:cTn>
                                        <p:tgtEl>
                                          <p:spTgt spid="376863"/>
                                        </p:tgtEl>
                                        <p:attrNameLst>
                                          <p:attrName>style.visibility</p:attrName>
                                        </p:attrNameLst>
                                      </p:cBhvr>
                                      <p:to>
                                        <p:strVal val="visible"/>
                                      </p:to>
                                    </p:se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17" presetClass="entr" presetSubtype="1" fill="hold" nodeType="clickEffect">
                                  <p:stCondLst>
                                    <p:cond delay="0"/>
                                  </p:stCondLst>
                                  <p:childTnLst>
                                    <p:set>
                                      <p:cBhvr>
                                        <p:cTn id="186" dur="1" fill="hold">
                                          <p:stCondLst>
                                            <p:cond delay="0"/>
                                          </p:stCondLst>
                                        </p:cTn>
                                        <p:tgtEl>
                                          <p:spTgt spid="376864"/>
                                        </p:tgtEl>
                                        <p:attrNameLst>
                                          <p:attrName>style.visibility</p:attrName>
                                        </p:attrNameLst>
                                      </p:cBhvr>
                                      <p:to>
                                        <p:strVal val="visible"/>
                                      </p:to>
                                    </p:set>
                                    <p:anim calcmode="lin" valueType="num">
                                      <p:cBhvr>
                                        <p:cTn id="187" dur="500" fill="hold"/>
                                        <p:tgtEl>
                                          <p:spTgt spid="376864"/>
                                        </p:tgtEl>
                                        <p:attrNameLst>
                                          <p:attrName>ppt_x</p:attrName>
                                        </p:attrNameLst>
                                      </p:cBhvr>
                                      <p:tavLst>
                                        <p:tav tm="0">
                                          <p:val>
                                            <p:strVal val="#ppt_x"/>
                                          </p:val>
                                        </p:tav>
                                        <p:tav tm="100000">
                                          <p:val>
                                            <p:strVal val="#ppt_x"/>
                                          </p:val>
                                        </p:tav>
                                      </p:tavLst>
                                    </p:anim>
                                    <p:anim calcmode="lin" valueType="num">
                                      <p:cBhvr>
                                        <p:cTn id="188" dur="500" fill="hold"/>
                                        <p:tgtEl>
                                          <p:spTgt spid="376864"/>
                                        </p:tgtEl>
                                        <p:attrNameLst>
                                          <p:attrName>ppt_y</p:attrName>
                                        </p:attrNameLst>
                                      </p:cBhvr>
                                      <p:tavLst>
                                        <p:tav tm="0">
                                          <p:val>
                                            <p:strVal val="#ppt_y-#ppt_h/2"/>
                                          </p:val>
                                        </p:tav>
                                        <p:tav tm="100000">
                                          <p:val>
                                            <p:strVal val="#ppt_y"/>
                                          </p:val>
                                        </p:tav>
                                      </p:tavLst>
                                    </p:anim>
                                    <p:anim calcmode="lin" valueType="num">
                                      <p:cBhvr>
                                        <p:cTn id="189" dur="500" fill="hold"/>
                                        <p:tgtEl>
                                          <p:spTgt spid="376864"/>
                                        </p:tgtEl>
                                        <p:attrNameLst>
                                          <p:attrName>ppt_w</p:attrName>
                                        </p:attrNameLst>
                                      </p:cBhvr>
                                      <p:tavLst>
                                        <p:tav tm="0">
                                          <p:val>
                                            <p:strVal val="#ppt_w"/>
                                          </p:val>
                                        </p:tav>
                                        <p:tav tm="100000">
                                          <p:val>
                                            <p:strVal val="#ppt_w"/>
                                          </p:val>
                                        </p:tav>
                                      </p:tavLst>
                                    </p:anim>
                                    <p:anim calcmode="lin" valueType="num">
                                      <p:cBhvr>
                                        <p:cTn id="190" dur="500" fill="hold"/>
                                        <p:tgtEl>
                                          <p:spTgt spid="376864"/>
                                        </p:tgtEl>
                                        <p:attrNameLst>
                                          <p:attrName>ppt_h</p:attrName>
                                        </p:attrNameLst>
                                      </p:cBhvr>
                                      <p:tavLst>
                                        <p:tav tm="0">
                                          <p:val>
                                            <p:fltVal val="0"/>
                                          </p:val>
                                        </p:tav>
                                        <p:tav tm="100000">
                                          <p:val>
                                            <p:strVal val="#ppt_h"/>
                                          </p:val>
                                        </p:tav>
                                      </p:tavLst>
                                    </p:anim>
                                  </p:childTnLst>
                                </p:cTn>
                              </p:par>
                            </p:childTnLst>
                          </p:cTn>
                        </p:par>
                        <p:par>
                          <p:cTn id="191" fill="hold" nodeType="afterGroup">
                            <p:stCondLst>
                              <p:cond delay="500"/>
                            </p:stCondLst>
                            <p:childTnLst>
                              <p:par>
                                <p:cTn id="192" presetID="17" presetClass="entr" presetSubtype="2" fill="hold" nodeType="afterEffect">
                                  <p:stCondLst>
                                    <p:cond delay="0"/>
                                  </p:stCondLst>
                                  <p:childTnLst>
                                    <p:set>
                                      <p:cBhvr>
                                        <p:cTn id="193" dur="1" fill="hold">
                                          <p:stCondLst>
                                            <p:cond delay="0"/>
                                          </p:stCondLst>
                                        </p:cTn>
                                        <p:tgtEl>
                                          <p:spTgt spid="376865"/>
                                        </p:tgtEl>
                                        <p:attrNameLst>
                                          <p:attrName>style.visibility</p:attrName>
                                        </p:attrNameLst>
                                      </p:cBhvr>
                                      <p:to>
                                        <p:strVal val="visible"/>
                                      </p:to>
                                    </p:set>
                                    <p:anim calcmode="lin" valueType="num">
                                      <p:cBhvr>
                                        <p:cTn id="194" dur="500" fill="hold"/>
                                        <p:tgtEl>
                                          <p:spTgt spid="376865"/>
                                        </p:tgtEl>
                                        <p:attrNameLst>
                                          <p:attrName>ppt_x</p:attrName>
                                        </p:attrNameLst>
                                      </p:cBhvr>
                                      <p:tavLst>
                                        <p:tav tm="0">
                                          <p:val>
                                            <p:strVal val="#ppt_x+#ppt_w/2"/>
                                          </p:val>
                                        </p:tav>
                                        <p:tav tm="100000">
                                          <p:val>
                                            <p:strVal val="#ppt_x"/>
                                          </p:val>
                                        </p:tav>
                                      </p:tavLst>
                                    </p:anim>
                                    <p:anim calcmode="lin" valueType="num">
                                      <p:cBhvr>
                                        <p:cTn id="195" dur="500" fill="hold"/>
                                        <p:tgtEl>
                                          <p:spTgt spid="376865"/>
                                        </p:tgtEl>
                                        <p:attrNameLst>
                                          <p:attrName>ppt_y</p:attrName>
                                        </p:attrNameLst>
                                      </p:cBhvr>
                                      <p:tavLst>
                                        <p:tav tm="0">
                                          <p:val>
                                            <p:strVal val="#ppt_y"/>
                                          </p:val>
                                        </p:tav>
                                        <p:tav tm="100000">
                                          <p:val>
                                            <p:strVal val="#ppt_y"/>
                                          </p:val>
                                        </p:tav>
                                      </p:tavLst>
                                    </p:anim>
                                    <p:anim calcmode="lin" valueType="num">
                                      <p:cBhvr>
                                        <p:cTn id="196" dur="500" fill="hold"/>
                                        <p:tgtEl>
                                          <p:spTgt spid="376865"/>
                                        </p:tgtEl>
                                        <p:attrNameLst>
                                          <p:attrName>ppt_w</p:attrName>
                                        </p:attrNameLst>
                                      </p:cBhvr>
                                      <p:tavLst>
                                        <p:tav tm="0">
                                          <p:val>
                                            <p:fltVal val="0"/>
                                          </p:val>
                                        </p:tav>
                                        <p:tav tm="100000">
                                          <p:val>
                                            <p:strVal val="#ppt_w"/>
                                          </p:val>
                                        </p:tav>
                                      </p:tavLst>
                                    </p:anim>
                                    <p:anim calcmode="lin" valueType="num">
                                      <p:cBhvr>
                                        <p:cTn id="197" dur="500" fill="hold"/>
                                        <p:tgtEl>
                                          <p:spTgt spid="376865"/>
                                        </p:tgtEl>
                                        <p:attrNameLst>
                                          <p:attrName>ppt_h</p:attrName>
                                        </p:attrNameLst>
                                      </p:cBhvr>
                                      <p:tavLst>
                                        <p:tav tm="0">
                                          <p:val>
                                            <p:strVal val="#ppt_h"/>
                                          </p:val>
                                        </p:tav>
                                        <p:tav tm="100000">
                                          <p:val>
                                            <p:strVal val="#ppt_h"/>
                                          </p:val>
                                        </p:tav>
                                      </p:tavLst>
                                    </p:anim>
                                  </p:childTnLst>
                                </p:cTn>
                              </p:par>
                            </p:childTnLst>
                          </p:cTn>
                        </p:par>
                        <p:par>
                          <p:cTn id="198" fill="hold" nodeType="afterGroup">
                            <p:stCondLst>
                              <p:cond delay="1000"/>
                            </p:stCondLst>
                            <p:childTnLst>
                              <p:par>
                                <p:cTn id="199" presetID="17" presetClass="entr" presetSubtype="4" fill="hold" nodeType="afterEffect">
                                  <p:stCondLst>
                                    <p:cond delay="0"/>
                                  </p:stCondLst>
                                  <p:childTnLst>
                                    <p:set>
                                      <p:cBhvr>
                                        <p:cTn id="200" dur="1" fill="hold">
                                          <p:stCondLst>
                                            <p:cond delay="0"/>
                                          </p:stCondLst>
                                        </p:cTn>
                                        <p:tgtEl>
                                          <p:spTgt spid="376866"/>
                                        </p:tgtEl>
                                        <p:attrNameLst>
                                          <p:attrName>style.visibility</p:attrName>
                                        </p:attrNameLst>
                                      </p:cBhvr>
                                      <p:to>
                                        <p:strVal val="visible"/>
                                      </p:to>
                                    </p:set>
                                    <p:anim calcmode="lin" valueType="num">
                                      <p:cBhvr>
                                        <p:cTn id="201" dur="500" fill="hold"/>
                                        <p:tgtEl>
                                          <p:spTgt spid="376866"/>
                                        </p:tgtEl>
                                        <p:attrNameLst>
                                          <p:attrName>ppt_x</p:attrName>
                                        </p:attrNameLst>
                                      </p:cBhvr>
                                      <p:tavLst>
                                        <p:tav tm="0">
                                          <p:val>
                                            <p:strVal val="#ppt_x"/>
                                          </p:val>
                                        </p:tav>
                                        <p:tav tm="100000">
                                          <p:val>
                                            <p:strVal val="#ppt_x"/>
                                          </p:val>
                                        </p:tav>
                                      </p:tavLst>
                                    </p:anim>
                                    <p:anim calcmode="lin" valueType="num">
                                      <p:cBhvr>
                                        <p:cTn id="202" dur="500" fill="hold"/>
                                        <p:tgtEl>
                                          <p:spTgt spid="376866"/>
                                        </p:tgtEl>
                                        <p:attrNameLst>
                                          <p:attrName>ppt_y</p:attrName>
                                        </p:attrNameLst>
                                      </p:cBhvr>
                                      <p:tavLst>
                                        <p:tav tm="0">
                                          <p:val>
                                            <p:strVal val="#ppt_y+#ppt_h/2"/>
                                          </p:val>
                                        </p:tav>
                                        <p:tav tm="100000">
                                          <p:val>
                                            <p:strVal val="#ppt_y"/>
                                          </p:val>
                                        </p:tav>
                                      </p:tavLst>
                                    </p:anim>
                                    <p:anim calcmode="lin" valueType="num">
                                      <p:cBhvr>
                                        <p:cTn id="203" dur="500" fill="hold"/>
                                        <p:tgtEl>
                                          <p:spTgt spid="376866"/>
                                        </p:tgtEl>
                                        <p:attrNameLst>
                                          <p:attrName>ppt_w</p:attrName>
                                        </p:attrNameLst>
                                      </p:cBhvr>
                                      <p:tavLst>
                                        <p:tav tm="0">
                                          <p:val>
                                            <p:strVal val="#ppt_w"/>
                                          </p:val>
                                        </p:tav>
                                        <p:tav tm="100000">
                                          <p:val>
                                            <p:strVal val="#ppt_w"/>
                                          </p:val>
                                        </p:tav>
                                      </p:tavLst>
                                    </p:anim>
                                    <p:anim calcmode="lin" valueType="num">
                                      <p:cBhvr>
                                        <p:cTn id="204" dur="500" fill="hold"/>
                                        <p:tgtEl>
                                          <p:spTgt spid="376866"/>
                                        </p:tgtEl>
                                        <p:attrNameLst>
                                          <p:attrName>ppt_h</p:attrName>
                                        </p:attrNameLst>
                                      </p:cBhvr>
                                      <p:tavLst>
                                        <p:tav tm="0">
                                          <p:val>
                                            <p:fltVal val="0"/>
                                          </p:val>
                                        </p:tav>
                                        <p:tav tm="100000">
                                          <p:val>
                                            <p:strVal val="#ppt_h"/>
                                          </p:val>
                                        </p:tav>
                                      </p:tavLst>
                                    </p:anim>
                                  </p:childTnLst>
                                </p:cTn>
                              </p:par>
                            </p:childTnLst>
                          </p:cTn>
                        </p:par>
                        <p:par>
                          <p:cTn id="205" fill="hold" nodeType="afterGroup">
                            <p:stCondLst>
                              <p:cond delay="1500"/>
                            </p:stCondLst>
                            <p:childTnLst>
                              <p:par>
                                <p:cTn id="206" presetID="17" presetClass="entr" presetSubtype="8" fill="hold" nodeType="afterEffect">
                                  <p:stCondLst>
                                    <p:cond delay="0"/>
                                  </p:stCondLst>
                                  <p:childTnLst>
                                    <p:set>
                                      <p:cBhvr>
                                        <p:cTn id="207" dur="1" fill="hold">
                                          <p:stCondLst>
                                            <p:cond delay="0"/>
                                          </p:stCondLst>
                                        </p:cTn>
                                        <p:tgtEl>
                                          <p:spTgt spid="376867"/>
                                        </p:tgtEl>
                                        <p:attrNameLst>
                                          <p:attrName>style.visibility</p:attrName>
                                        </p:attrNameLst>
                                      </p:cBhvr>
                                      <p:to>
                                        <p:strVal val="visible"/>
                                      </p:to>
                                    </p:set>
                                    <p:anim calcmode="lin" valueType="num">
                                      <p:cBhvr>
                                        <p:cTn id="208" dur="500" fill="hold"/>
                                        <p:tgtEl>
                                          <p:spTgt spid="376867"/>
                                        </p:tgtEl>
                                        <p:attrNameLst>
                                          <p:attrName>ppt_x</p:attrName>
                                        </p:attrNameLst>
                                      </p:cBhvr>
                                      <p:tavLst>
                                        <p:tav tm="0">
                                          <p:val>
                                            <p:strVal val="#ppt_x-#ppt_w/2"/>
                                          </p:val>
                                        </p:tav>
                                        <p:tav tm="100000">
                                          <p:val>
                                            <p:strVal val="#ppt_x"/>
                                          </p:val>
                                        </p:tav>
                                      </p:tavLst>
                                    </p:anim>
                                    <p:anim calcmode="lin" valueType="num">
                                      <p:cBhvr>
                                        <p:cTn id="209" dur="500" fill="hold"/>
                                        <p:tgtEl>
                                          <p:spTgt spid="376867"/>
                                        </p:tgtEl>
                                        <p:attrNameLst>
                                          <p:attrName>ppt_y</p:attrName>
                                        </p:attrNameLst>
                                      </p:cBhvr>
                                      <p:tavLst>
                                        <p:tav tm="0">
                                          <p:val>
                                            <p:strVal val="#ppt_y"/>
                                          </p:val>
                                        </p:tav>
                                        <p:tav tm="100000">
                                          <p:val>
                                            <p:strVal val="#ppt_y"/>
                                          </p:val>
                                        </p:tav>
                                      </p:tavLst>
                                    </p:anim>
                                    <p:anim calcmode="lin" valueType="num">
                                      <p:cBhvr>
                                        <p:cTn id="210" dur="500" fill="hold"/>
                                        <p:tgtEl>
                                          <p:spTgt spid="376867"/>
                                        </p:tgtEl>
                                        <p:attrNameLst>
                                          <p:attrName>ppt_w</p:attrName>
                                        </p:attrNameLst>
                                      </p:cBhvr>
                                      <p:tavLst>
                                        <p:tav tm="0">
                                          <p:val>
                                            <p:fltVal val="0"/>
                                          </p:val>
                                        </p:tav>
                                        <p:tav tm="100000">
                                          <p:val>
                                            <p:strVal val="#ppt_w"/>
                                          </p:val>
                                        </p:tav>
                                      </p:tavLst>
                                    </p:anim>
                                    <p:anim calcmode="lin" valueType="num">
                                      <p:cBhvr>
                                        <p:cTn id="211" dur="500" fill="hold"/>
                                        <p:tgtEl>
                                          <p:spTgt spid="376867"/>
                                        </p:tgtEl>
                                        <p:attrNameLst>
                                          <p:attrName>ppt_h</p:attrName>
                                        </p:attrNameLst>
                                      </p:cBhvr>
                                      <p:tavLst>
                                        <p:tav tm="0">
                                          <p:val>
                                            <p:strVal val="#ppt_h"/>
                                          </p:val>
                                        </p:tav>
                                        <p:tav tm="100000">
                                          <p:val>
                                            <p:strVal val="#ppt_h"/>
                                          </p:val>
                                        </p:tav>
                                      </p:tavLst>
                                    </p:anim>
                                  </p:childTnLst>
                                </p:cTn>
                              </p:par>
                            </p:childTnLst>
                          </p:cTn>
                        </p:par>
                        <p:par>
                          <p:cTn id="212" fill="hold" nodeType="afterGroup">
                            <p:stCondLst>
                              <p:cond delay="2000"/>
                            </p:stCondLst>
                            <p:childTnLst>
                              <p:par>
                                <p:cTn id="213" presetID="17" presetClass="entr" presetSubtype="8" fill="hold" nodeType="afterEffect">
                                  <p:stCondLst>
                                    <p:cond delay="0"/>
                                  </p:stCondLst>
                                  <p:childTnLst>
                                    <p:set>
                                      <p:cBhvr>
                                        <p:cTn id="214" dur="1" fill="hold">
                                          <p:stCondLst>
                                            <p:cond delay="0"/>
                                          </p:stCondLst>
                                        </p:cTn>
                                        <p:tgtEl>
                                          <p:spTgt spid="376868"/>
                                        </p:tgtEl>
                                        <p:attrNameLst>
                                          <p:attrName>style.visibility</p:attrName>
                                        </p:attrNameLst>
                                      </p:cBhvr>
                                      <p:to>
                                        <p:strVal val="visible"/>
                                      </p:to>
                                    </p:set>
                                    <p:anim calcmode="lin" valueType="num">
                                      <p:cBhvr>
                                        <p:cTn id="215" dur="500" fill="hold"/>
                                        <p:tgtEl>
                                          <p:spTgt spid="376868"/>
                                        </p:tgtEl>
                                        <p:attrNameLst>
                                          <p:attrName>ppt_x</p:attrName>
                                        </p:attrNameLst>
                                      </p:cBhvr>
                                      <p:tavLst>
                                        <p:tav tm="0">
                                          <p:val>
                                            <p:strVal val="#ppt_x-#ppt_w/2"/>
                                          </p:val>
                                        </p:tav>
                                        <p:tav tm="100000">
                                          <p:val>
                                            <p:strVal val="#ppt_x"/>
                                          </p:val>
                                        </p:tav>
                                      </p:tavLst>
                                    </p:anim>
                                    <p:anim calcmode="lin" valueType="num">
                                      <p:cBhvr>
                                        <p:cTn id="216" dur="500" fill="hold"/>
                                        <p:tgtEl>
                                          <p:spTgt spid="376868"/>
                                        </p:tgtEl>
                                        <p:attrNameLst>
                                          <p:attrName>ppt_y</p:attrName>
                                        </p:attrNameLst>
                                      </p:cBhvr>
                                      <p:tavLst>
                                        <p:tav tm="0">
                                          <p:val>
                                            <p:strVal val="#ppt_y"/>
                                          </p:val>
                                        </p:tav>
                                        <p:tav tm="100000">
                                          <p:val>
                                            <p:strVal val="#ppt_y"/>
                                          </p:val>
                                        </p:tav>
                                      </p:tavLst>
                                    </p:anim>
                                    <p:anim calcmode="lin" valueType="num">
                                      <p:cBhvr>
                                        <p:cTn id="217" dur="500" fill="hold"/>
                                        <p:tgtEl>
                                          <p:spTgt spid="376868"/>
                                        </p:tgtEl>
                                        <p:attrNameLst>
                                          <p:attrName>ppt_w</p:attrName>
                                        </p:attrNameLst>
                                      </p:cBhvr>
                                      <p:tavLst>
                                        <p:tav tm="0">
                                          <p:val>
                                            <p:fltVal val="0"/>
                                          </p:val>
                                        </p:tav>
                                        <p:tav tm="100000">
                                          <p:val>
                                            <p:strVal val="#ppt_w"/>
                                          </p:val>
                                        </p:tav>
                                      </p:tavLst>
                                    </p:anim>
                                    <p:anim calcmode="lin" valueType="num">
                                      <p:cBhvr>
                                        <p:cTn id="218" dur="500" fill="hold"/>
                                        <p:tgtEl>
                                          <p:spTgt spid="376868"/>
                                        </p:tgtEl>
                                        <p:attrNameLst>
                                          <p:attrName>ppt_h</p:attrName>
                                        </p:attrNameLst>
                                      </p:cBhvr>
                                      <p:tavLst>
                                        <p:tav tm="0">
                                          <p:val>
                                            <p:strVal val="#ppt_h"/>
                                          </p:val>
                                        </p:tav>
                                        <p:tav tm="100000">
                                          <p:val>
                                            <p:strVal val="#ppt_h"/>
                                          </p:val>
                                        </p:tav>
                                      </p:tavLst>
                                    </p:anim>
                                  </p:childTnLst>
                                </p:cTn>
                              </p:par>
                            </p:childTnLst>
                          </p:cTn>
                        </p:par>
                        <p:par>
                          <p:cTn id="219" fill="hold" nodeType="afterGroup">
                            <p:stCondLst>
                              <p:cond delay="2500"/>
                            </p:stCondLst>
                            <p:childTnLst>
                              <p:par>
                                <p:cTn id="220" presetID="17" presetClass="entr" presetSubtype="4" fill="hold" nodeType="afterEffect">
                                  <p:stCondLst>
                                    <p:cond delay="0"/>
                                  </p:stCondLst>
                                  <p:childTnLst>
                                    <p:set>
                                      <p:cBhvr>
                                        <p:cTn id="221" dur="1" fill="hold">
                                          <p:stCondLst>
                                            <p:cond delay="0"/>
                                          </p:stCondLst>
                                        </p:cTn>
                                        <p:tgtEl>
                                          <p:spTgt spid="376869"/>
                                        </p:tgtEl>
                                        <p:attrNameLst>
                                          <p:attrName>style.visibility</p:attrName>
                                        </p:attrNameLst>
                                      </p:cBhvr>
                                      <p:to>
                                        <p:strVal val="visible"/>
                                      </p:to>
                                    </p:set>
                                    <p:anim calcmode="lin" valueType="num">
                                      <p:cBhvr>
                                        <p:cTn id="222" dur="500" fill="hold"/>
                                        <p:tgtEl>
                                          <p:spTgt spid="376869"/>
                                        </p:tgtEl>
                                        <p:attrNameLst>
                                          <p:attrName>ppt_x</p:attrName>
                                        </p:attrNameLst>
                                      </p:cBhvr>
                                      <p:tavLst>
                                        <p:tav tm="0">
                                          <p:val>
                                            <p:strVal val="#ppt_x"/>
                                          </p:val>
                                        </p:tav>
                                        <p:tav tm="100000">
                                          <p:val>
                                            <p:strVal val="#ppt_x"/>
                                          </p:val>
                                        </p:tav>
                                      </p:tavLst>
                                    </p:anim>
                                    <p:anim calcmode="lin" valueType="num">
                                      <p:cBhvr>
                                        <p:cTn id="223" dur="500" fill="hold"/>
                                        <p:tgtEl>
                                          <p:spTgt spid="376869"/>
                                        </p:tgtEl>
                                        <p:attrNameLst>
                                          <p:attrName>ppt_y</p:attrName>
                                        </p:attrNameLst>
                                      </p:cBhvr>
                                      <p:tavLst>
                                        <p:tav tm="0">
                                          <p:val>
                                            <p:strVal val="#ppt_y+#ppt_h/2"/>
                                          </p:val>
                                        </p:tav>
                                        <p:tav tm="100000">
                                          <p:val>
                                            <p:strVal val="#ppt_y"/>
                                          </p:val>
                                        </p:tav>
                                      </p:tavLst>
                                    </p:anim>
                                    <p:anim calcmode="lin" valueType="num">
                                      <p:cBhvr>
                                        <p:cTn id="224" dur="500" fill="hold"/>
                                        <p:tgtEl>
                                          <p:spTgt spid="376869"/>
                                        </p:tgtEl>
                                        <p:attrNameLst>
                                          <p:attrName>ppt_w</p:attrName>
                                        </p:attrNameLst>
                                      </p:cBhvr>
                                      <p:tavLst>
                                        <p:tav tm="0">
                                          <p:val>
                                            <p:strVal val="#ppt_w"/>
                                          </p:val>
                                        </p:tav>
                                        <p:tav tm="100000">
                                          <p:val>
                                            <p:strVal val="#ppt_w"/>
                                          </p:val>
                                        </p:tav>
                                      </p:tavLst>
                                    </p:anim>
                                    <p:anim calcmode="lin" valueType="num">
                                      <p:cBhvr>
                                        <p:cTn id="225" dur="500" fill="hold"/>
                                        <p:tgtEl>
                                          <p:spTgt spid="376869"/>
                                        </p:tgtEl>
                                        <p:attrNameLst>
                                          <p:attrName>ppt_h</p:attrName>
                                        </p:attrNameLst>
                                      </p:cBhvr>
                                      <p:tavLst>
                                        <p:tav tm="0">
                                          <p:val>
                                            <p:fltVal val="0"/>
                                          </p:val>
                                        </p:tav>
                                        <p:tav tm="100000">
                                          <p:val>
                                            <p:strVal val="#ppt_h"/>
                                          </p:val>
                                        </p:tav>
                                      </p:tavLst>
                                    </p:anim>
                                  </p:childTnLst>
                                </p:cTn>
                              </p:par>
                            </p:childTnLst>
                          </p:cTn>
                        </p:par>
                        <p:par>
                          <p:cTn id="226" fill="hold" nodeType="afterGroup">
                            <p:stCondLst>
                              <p:cond delay="3000"/>
                            </p:stCondLst>
                            <p:childTnLst>
                              <p:par>
                                <p:cTn id="227" presetID="17" presetClass="entr" presetSubtype="2" fill="hold" nodeType="afterEffect">
                                  <p:stCondLst>
                                    <p:cond delay="0"/>
                                  </p:stCondLst>
                                  <p:childTnLst>
                                    <p:set>
                                      <p:cBhvr>
                                        <p:cTn id="228" dur="1" fill="hold">
                                          <p:stCondLst>
                                            <p:cond delay="0"/>
                                          </p:stCondLst>
                                        </p:cTn>
                                        <p:tgtEl>
                                          <p:spTgt spid="376870"/>
                                        </p:tgtEl>
                                        <p:attrNameLst>
                                          <p:attrName>style.visibility</p:attrName>
                                        </p:attrNameLst>
                                      </p:cBhvr>
                                      <p:to>
                                        <p:strVal val="visible"/>
                                      </p:to>
                                    </p:set>
                                    <p:anim calcmode="lin" valueType="num">
                                      <p:cBhvr>
                                        <p:cTn id="229" dur="500" fill="hold"/>
                                        <p:tgtEl>
                                          <p:spTgt spid="376870"/>
                                        </p:tgtEl>
                                        <p:attrNameLst>
                                          <p:attrName>ppt_x</p:attrName>
                                        </p:attrNameLst>
                                      </p:cBhvr>
                                      <p:tavLst>
                                        <p:tav tm="0">
                                          <p:val>
                                            <p:strVal val="#ppt_x+#ppt_w/2"/>
                                          </p:val>
                                        </p:tav>
                                        <p:tav tm="100000">
                                          <p:val>
                                            <p:strVal val="#ppt_x"/>
                                          </p:val>
                                        </p:tav>
                                      </p:tavLst>
                                    </p:anim>
                                    <p:anim calcmode="lin" valueType="num">
                                      <p:cBhvr>
                                        <p:cTn id="230" dur="500" fill="hold"/>
                                        <p:tgtEl>
                                          <p:spTgt spid="376870"/>
                                        </p:tgtEl>
                                        <p:attrNameLst>
                                          <p:attrName>ppt_y</p:attrName>
                                        </p:attrNameLst>
                                      </p:cBhvr>
                                      <p:tavLst>
                                        <p:tav tm="0">
                                          <p:val>
                                            <p:strVal val="#ppt_y"/>
                                          </p:val>
                                        </p:tav>
                                        <p:tav tm="100000">
                                          <p:val>
                                            <p:strVal val="#ppt_y"/>
                                          </p:val>
                                        </p:tav>
                                      </p:tavLst>
                                    </p:anim>
                                    <p:anim calcmode="lin" valueType="num">
                                      <p:cBhvr>
                                        <p:cTn id="231" dur="500" fill="hold"/>
                                        <p:tgtEl>
                                          <p:spTgt spid="376870"/>
                                        </p:tgtEl>
                                        <p:attrNameLst>
                                          <p:attrName>ppt_w</p:attrName>
                                        </p:attrNameLst>
                                      </p:cBhvr>
                                      <p:tavLst>
                                        <p:tav tm="0">
                                          <p:val>
                                            <p:fltVal val="0"/>
                                          </p:val>
                                        </p:tav>
                                        <p:tav tm="100000">
                                          <p:val>
                                            <p:strVal val="#ppt_w"/>
                                          </p:val>
                                        </p:tav>
                                      </p:tavLst>
                                    </p:anim>
                                    <p:anim calcmode="lin" valueType="num">
                                      <p:cBhvr>
                                        <p:cTn id="232" dur="500" fill="hold"/>
                                        <p:tgtEl>
                                          <p:spTgt spid="376870"/>
                                        </p:tgtEl>
                                        <p:attrNameLst>
                                          <p:attrName>ppt_h</p:attrName>
                                        </p:attrNameLst>
                                      </p:cBhvr>
                                      <p:tavLst>
                                        <p:tav tm="0">
                                          <p:val>
                                            <p:strVal val="#ppt_h"/>
                                          </p:val>
                                        </p:tav>
                                        <p:tav tm="100000">
                                          <p:val>
                                            <p:strVal val="#ppt_h"/>
                                          </p:val>
                                        </p:tav>
                                      </p:tavLst>
                                    </p:anim>
                                  </p:childTnLst>
                                </p:cTn>
                              </p:par>
                            </p:childTnLst>
                          </p:cTn>
                        </p:par>
                        <p:par>
                          <p:cTn id="233" fill="hold" nodeType="afterGroup">
                            <p:stCondLst>
                              <p:cond delay="3500"/>
                            </p:stCondLst>
                            <p:childTnLst>
                              <p:par>
                                <p:cTn id="234" presetID="17" presetClass="entr" presetSubtype="1" fill="hold" nodeType="afterEffect">
                                  <p:stCondLst>
                                    <p:cond delay="0"/>
                                  </p:stCondLst>
                                  <p:childTnLst>
                                    <p:set>
                                      <p:cBhvr>
                                        <p:cTn id="235" dur="1" fill="hold">
                                          <p:stCondLst>
                                            <p:cond delay="0"/>
                                          </p:stCondLst>
                                        </p:cTn>
                                        <p:tgtEl>
                                          <p:spTgt spid="376871"/>
                                        </p:tgtEl>
                                        <p:attrNameLst>
                                          <p:attrName>style.visibility</p:attrName>
                                        </p:attrNameLst>
                                      </p:cBhvr>
                                      <p:to>
                                        <p:strVal val="visible"/>
                                      </p:to>
                                    </p:set>
                                    <p:anim calcmode="lin" valueType="num">
                                      <p:cBhvr>
                                        <p:cTn id="236" dur="500" fill="hold"/>
                                        <p:tgtEl>
                                          <p:spTgt spid="376871"/>
                                        </p:tgtEl>
                                        <p:attrNameLst>
                                          <p:attrName>ppt_x</p:attrName>
                                        </p:attrNameLst>
                                      </p:cBhvr>
                                      <p:tavLst>
                                        <p:tav tm="0">
                                          <p:val>
                                            <p:strVal val="#ppt_x"/>
                                          </p:val>
                                        </p:tav>
                                        <p:tav tm="100000">
                                          <p:val>
                                            <p:strVal val="#ppt_x"/>
                                          </p:val>
                                        </p:tav>
                                      </p:tavLst>
                                    </p:anim>
                                    <p:anim calcmode="lin" valueType="num">
                                      <p:cBhvr>
                                        <p:cTn id="237" dur="500" fill="hold"/>
                                        <p:tgtEl>
                                          <p:spTgt spid="376871"/>
                                        </p:tgtEl>
                                        <p:attrNameLst>
                                          <p:attrName>ppt_y</p:attrName>
                                        </p:attrNameLst>
                                      </p:cBhvr>
                                      <p:tavLst>
                                        <p:tav tm="0">
                                          <p:val>
                                            <p:strVal val="#ppt_y-#ppt_h/2"/>
                                          </p:val>
                                        </p:tav>
                                        <p:tav tm="100000">
                                          <p:val>
                                            <p:strVal val="#ppt_y"/>
                                          </p:val>
                                        </p:tav>
                                      </p:tavLst>
                                    </p:anim>
                                    <p:anim calcmode="lin" valueType="num">
                                      <p:cBhvr>
                                        <p:cTn id="238" dur="500" fill="hold"/>
                                        <p:tgtEl>
                                          <p:spTgt spid="376871"/>
                                        </p:tgtEl>
                                        <p:attrNameLst>
                                          <p:attrName>ppt_w</p:attrName>
                                        </p:attrNameLst>
                                      </p:cBhvr>
                                      <p:tavLst>
                                        <p:tav tm="0">
                                          <p:val>
                                            <p:strVal val="#ppt_w"/>
                                          </p:val>
                                        </p:tav>
                                        <p:tav tm="100000">
                                          <p:val>
                                            <p:strVal val="#ppt_w"/>
                                          </p:val>
                                        </p:tav>
                                      </p:tavLst>
                                    </p:anim>
                                    <p:anim calcmode="lin" valueType="num">
                                      <p:cBhvr>
                                        <p:cTn id="239" dur="500" fill="hold"/>
                                        <p:tgtEl>
                                          <p:spTgt spid="376871"/>
                                        </p:tgtEl>
                                        <p:attrNameLst>
                                          <p:attrName>ppt_h</p:attrName>
                                        </p:attrNameLst>
                                      </p:cBhvr>
                                      <p:tavLst>
                                        <p:tav tm="0">
                                          <p:val>
                                            <p:fltVal val="0"/>
                                          </p:val>
                                        </p:tav>
                                        <p:tav tm="100000">
                                          <p:val>
                                            <p:strVal val="#ppt_h"/>
                                          </p:val>
                                        </p:tav>
                                      </p:tavLst>
                                    </p:anim>
                                  </p:childTnLst>
                                </p:cTn>
                              </p:par>
                            </p:childTnLst>
                          </p:cTn>
                        </p:par>
                      </p:childTnLst>
                    </p:cTn>
                  </p:par>
                  <p:par>
                    <p:cTn id="240" fill="hold" nodeType="clickPar">
                      <p:stCondLst>
                        <p:cond delay="indefinite"/>
                      </p:stCondLst>
                      <p:childTnLst>
                        <p:par>
                          <p:cTn id="241" fill="hold" nodeType="withGroup">
                            <p:stCondLst>
                              <p:cond delay="0"/>
                            </p:stCondLst>
                            <p:childTnLst>
                              <p:par>
                                <p:cTn id="242" presetID="1" presetClass="entr" presetSubtype="0" fill="hold" grpId="0" nodeType="clickEffect">
                                  <p:stCondLst>
                                    <p:cond delay="0"/>
                                  </p:stCondLst>
                                  <p:childTnLst>
                                    <p:set>
                                      <p:cBhvr>
                                        <p:cTn id="243" dur="1" fill="hold">
                                          <p:stCondLst>
                                            <p:cond delay="499"/>
                                          </p:stCondLst>
                                        </p:cTn>
                                        <p:tgtEl>
                                          <p:spTgt spid="376872"/>
                                        </p:tgtEl>
                                        <p:attrNameLst>
                                          <p:attrName>style.visibility</p:attrName>
                                        </p:attrNameLst>
                                      </p:cBhvr>
                                      <p:to>
                                        <p:strVal val="visible"/>
                                      </p:to>
                                    </p:set>
                                  </p:childTnLst>
                                </p:cTn>
                              </p:par>
                            </p:childTnLst>
                          </p:cTn>
                        </p:par>
                        <p:par>
                          <p:cTn id="244" fill="hold" nodeType="afterGroup">
                            <p:stCondLst>
                              <p:cond delay="500"/>
                            </p:stCondLst>
                            <p:childTnLst>
                              <p:par>
                                <p:cTn id="245" presetID="1" presetClass="entr" presetSubtype="0" fill="hold" grpId="0" nodeType="afterEffect">
                                  <p:stCondLst>
                                    <p:cond delay="0"/>
                                  </p:stCondLst>
                                  <p:childTnLst>
                                    <p:set>
                                      <p:cBhvr>
                                        <p:cTn id="246" dur="1" fill="hold">
                                          <p:stCondLst>
                                            <p:cond delay="499"/>
                                          </p:stCondLst>
                                        </p:cTn>
                                        <p:tgtEl>
                                          <p:spTgt spid="376873"/>
                                        </p:tgtEl>
                                        <p:attrNameLst>
                                          <p:attrName>style.visibility</p:attrName>
                                        </p:attrNameLst>
                                      </p:cBhvr>
                                      <p:to>
                                        <p:strVal val="visible"/>
                                      </p:to>
                                    </p:set>
                                  </p:childTnLst>
                                </p:cTn>
                              </p:par>
                            </p:childTnLst>
                          </p:cTn>
                        </p:par>
                      </p:childTnLst>
                    </p:cTn>
                  </p:par>
                  <p:par>
                    <p:cTn id="247" fill="hold" nodeType="clickPar">
                      <p:stCondLst>
                        <p:cond delay="indefinite"/>
                      </p:stCondLst>
                      <p:childTnLst>
                        <p:par>
                          <p:cTn id="248" fill="hold" nodeType="withGroup">
                            <p:stCondLst>
                              <p:cond delay="0"/>
                            </p:stCondLst>
                            <p:childTnLst>
                              <p:par>
                                <p:cTn id="249" presetID="1" presetClass="entr" presetSubtype="0" fill="hold" grpId="0" nodeType="clickEffect">
                                  <p:stCondLst>
                                    <p:cond delay="0"/>
                                  </p:stCondLst>
                                  <p:childTnLst>
                                    <p:set>
                                      <p:cBhvr>
                                        <p:cTn id="250" dur="1" fill="hold">
                                          <p:stCondLst>
                                            <p:cond delay="499"/>
                                          </p:stCondLst>
                                        </p:cTn>
                                        <p:tgtEl>
                                          <p:spTgt spid="3768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37" grpId="0" autoUpdateAnimBg="0"/>
      <p:bldP spid="376863" grpId="0" autoUpdateAnimBg="0"/>
      <p:bldP spid="376872" grpId="0" animBg="1"/>
      <p:bldP spid="37687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52931A9D-18F9-4DF1-9912-F6A782DA3590}"/>
              </a:ext>
            </a:extLst>
          </p:cNvPr>
          <p:cNvSpPr>
            <a:spLocks noGrp="1" noChangeArrowheads="1"/>
          </p:cNvSpPr>
          <p:nvPr>
            <p:ph type="title"/>
          </p:nvPr>
        </p:nvSpPr>
        <p:spPr>
          <a:xfrm>
            <a:off x="922085" y="44054"/>
            <a:ext cx="6807454" cy="676275"/>
          </a:xfrm>
        </p:spPr>
        <p:txBody>
          <a:bodyPr/>
          <a:lstStyle/>
          <a:p>
            <a:r>
              <a:rPr lang="en-US" altLang="zh-TW" dirty="0"/>
              <a:t>Clocking Methodology</a:t>
            </a:r>
            <a:endParaRPr lang="en-AU" altLang="zh-TW" dirty="0">
              <a:ea typeface="新細明體" panose="02020500000000000000" pitchFamily="18" charset="-120"/>
            </a:endParaRPr>
          </a:p>
        </p:txBody>
      </p:sp>
      <p:sp>
        <p:nvSpPr>
          <p:cNvPr id="38915" name="Rectangle 3">
            <a:extLst>
              <a:ext uri="{FF2B5EF4-FFF2-40B4-BE49-F238E27FC236}">
                <a16:creationId xmlns:a16="http://schemas.microsoft.com/office/drawing/2014/main" id="{D2590BC2-349A-4D04-AA4A-219F8CE2C347}"/>
              </a:ext>
            </a:extLst>
          </p:cNvPr>
          <p:cNvSpPr>
            <a:spLocks noGrp="1" noChangeArrowheads="1"/>
          </p:cNvSpPr>
          <p:nvPr>
            <p:ph type="body" idx="1"/>
          </p:nvPr>
        </p:nvSpPr>
        <p:spPr>
          <a:xfrm>
            <a:off x="952821" y="806824"/>
            <a:ext cx="7338252" cy="1590594"/>
          </a:xfrm>
        </p:spPr>
        <p:txBody>
          <a:bodyPr/>
          <a:lstStyle/>
          <a:p>
            <a:r>
              <a:rPr lang="en-US" altLang="zh-TW" sz="2000" dirty="0"/>
              <a:t>Combinational logic transforms data during clock cycles</a:t>
            </a:r>
          </a:p>
          <a:p>
            <a:pPr lvl="1"/>
            <a:r>
              <a:rPr lang="en-US" altLang="zh-TW" sz="1800" dirty="0"/>
              <a:t>Between clock edges</a:t>
            </a:r>
          </a:p>
          <a:p>
            <a:pPr lvl="1"/>
            <a:r>
              <a:rPr lang="en-US" altLang="zh-TW" sz="1800" dirty="0"/>
              <a:t>Input from state elements, output to state element</a:t>
            </a:r>
          </a:p>
          <a:p>
            <a:pPr lvl="1"/>
            <a:r>
              <a:rPr lang="en-US" altLang="zh-TW" sz="1800" dirty="0"/>
              <a:t>Longest delay determines clock period</a:t>
            </a:r>
            <a:endParaRPr lang="en-AU" altLang="zh-TW" sz="1800" dirty="0">
              <a:ea typeface="新細明體" panose="02020500000000000000" pitchFamily="18" charset="-120"/>
            </a:endParaRPr>
          </a:p>
        </p:txBody>
      </p:sp>
      <p:pic>
        <p:nvPicPr>
          <p:cNvPr id="38916" name="Picture 4" descr="f04-04-P374493">
            <a:extLst>
              <a:ext uri="{FF2B5EF4-FFF2-40B4-BE49-F238E27FC236}">
                <a16:creationId xmlns:a16="http://schemas.microsoft.com/office/drawing/2014/main" id="{6A179D5A-2E32-49C8-B45C-D6626B8C28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0657" y="3085029"/>
            <a:ext cx="4146274" cy="895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7" name="Picture 5" descr="f04-03-P374493">
            <a:extLst>
              <a:ext uri="{FF2B5EF4-FFF2-40B4-BE49-F238E27FC236}">
                <a16:creationId xmlns:a16="http://schemas.microsoft.com/office/drawing/2014/main" id="{02253D25-8408-4928-8C57-51559D12540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4434" y="3027509"/>
            <a:ext cx="4160910" cy="1133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灯片编号占位符 5">
            <a:extLst>
              <a:ext uri="{FF2B5EF4-FFF2-40B4-BE49-F238E27FC236}">
                <a16:creationId xmlns:a16="http://schemas.microsoft.com/office/drawing/2014/main" id="{A28F1BA3-6342-42ED-B797-26BAFD03FD0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33</a:t>
            </a:fld>
            <a:endParaRPr lang="zh-TW"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A58BD71B-132D-43AE-94C8-4295EF22AA01}"/>
              </a:ext>
            </a:extLst>
          </p:cNvPr>
          <p:cNvSpPr>
            <a:spLocks noGrp="1" noChangeArrowheads="1"/>
          </p:cNvSpPr>
          <p:nvPr>
            <p:ph type="title"/>
          </p:nvPr>
        </p:nvSpPr>
        <p:spPr>
          <a:xfrm>
            <a:off x="968189" y="145997"/>
            <a:ext cx="6761350" cy="453358"/>
          </a:xfrm>
        </p:spPr>
        <p:txBody>
          <a:bodyPr/>
          <a:lstStyle/>
          <a:p>
            <a:r>
              <a:rPr lang="en-US" altLang="zh-TW" dirty="0"/>
              <a:t>Clocking Methodology</a:t>
            </a:r>
          </a:p>
        </p:txBody>
      </p:sp>
      <p:sp>
        <p:nvSpPr>
          <p:cNvPr id="39939" name="Rectangle 3">
            <a:extLst>
              <a:ext uri="{FF2B5EF4-FFF2-40B4-BE49-F238E27FC236}">
                <a16:creationId xmlns:a16="http://schemas.microsoft.com/office/drawing/2014/main" id="{A03DD3BB-569F-449C-9922-78C7948F6D1A}"/>
              </a:ext>
            </a:extLst>
          </p:cNvPr>
          <p:cNvSpPr>
            <a:spLocks noGrp="1" noChangeArrowheads="1"/>
          </p:cNvSpPr>
          <p:nvPr>
            <p:ph type="body" idx="1"/>
          </p:nvPr>
        </p:nvSpPr>
        <p:spPr>
          <a:xfrm>
            <a:off x="991240" y="844153"/>
            <a:ext cx="7199940" cy="3671888"/>
          </a:xfrm>
        </p:spPr>
        <p:txBody>
          <a:bodyPr/>
          <a:lstStyle/>
          <a:p>
            <a:r>
              <a:rPr lang="en-US" altLang="zh-TW" sz="2000" dirty="0"/>
              <a:t>Define when signals are read and written</a:t>
            </a:r>
          </a:p>
          <a:p>
            <a:r>
              <a:rPr lang="en-US" altLang="zh-TW" sz="2000" dirty="0"/>
              <a:t>Assume edge-triggered</a:t>
            </a:r>
          </a:p>
          <a:p>
            <a:pPr lvl="1"/>
            <a:r>
              <a:rPr lang="en-US" altLang="zh-TW" sz="1800" dirty="0"/>
              <a:t>Values in storage (state) elements updated only on a clock edge</a:t>
            </a:r>
            <a:br>
              <a:rPr lang="en-US" altLang="zh-TW" sz="1800" dirty="0"/>
            </a:br>
            <a:r>
              <a:rPr lang="en-US" altLang="zh-TW" sz="1800" dirty="0"/>
              <a:t>=&gt; clock edge should arrive only after input signals stable</a:t>
            </a:r>
          </a:p>
          <a:p>
            <a:pPr lvl="1"/>
            <a:r>
              <a:rPr lang="en-US" altLang="zh-TW" sz="1800" dirty="0"/>
              <a:t>Any combinational circuit must have inputs from and outputs to storage elements</a:t>
            </a:r>
          </a:p>
          <a:p>
            <a:pPr lvl="1"/>
            <a:r>
              <a:rPr lang="en-US" altLang="zh-TW" sz="1800" dirty="0"/>
              <a:t>Clock cycle: Time for signals to propagate from one storage element, through combinational circuit, to reach the second storage element</a:t>
            </a:r>
          </a:p>
          <a:p>
            <a:pPr lvl="1"/>
            <a:r>
              <a:rPr lang="en-US" altLang="zh-TW" sz="1800" dirty="0"/>
              <a:t>A register can be read, its value propagated through some combinational circuit, new value is written back to the same register, all in same cycle =&gt; no feedback within a single cycle</a:t>
            </a:r>
          </a:p>
        </p:txBody>
      </p:sp>
      <p:sp>
        <p:nvSpPr>
          <p:cNvPr id="5" name="灯片编号占位符 5">
            <a:extLst>
              <a:ext uri="{FF2B5EF4-FFF2-40B4-BE49-F238E27FC236}">
                <a16:creationId xmlns:a16="http://schemas.microsoft.com/office/drawing/2014/main" id="{FAD2C1E7-A53B-49FD-87CC-A018DCB8F5D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34</a:t>
            </a:fld>
            <a:endParaRPr lang="zh-TW"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a:extLst>
              <a:ext uri="{FF2B5EF4-FFF2-40B4-BE49-F238E27FC236}">
                <a16:creationId xmlns:a16="http://schemas.microsoft.com/office/drawing/2014/main" id="{70EB6012-D496-423A-ADE8-5C6EEF2C52C0}"/>
              </a:ext>
            </a:extLst>
          </p:cNvPr>
          <p:cNvSpPr>
            <a:spLocks noGrp="1" noChangeArrowheads="1"/>
          </p:cNvSpPr>
          <p:nvPr>
            <p:ph type="title" idx="4294967295"/>
          </p:nvPr>
        </p:nvSpPr>
        <p:spPr>
          <a:xfrm>
            <a:off x="929768" y="147739"/>
            <a:ext cx="6520503" cy="435769"/>
          </a:xfrm>
          <a:noFill/>
        </p:spPr>
        <p:txBody>
          <a:bodyPr vert="horz" wrap="square" lIns="69056" tIns="34529" rIns="69056" bIns="34529" numCol="1" anchor="ctr" anchorCtr="0" compatLnSpc="1">
            <a:prstTxWarp prst="textNoShape">
              <a:avLst/>
            </a:prstTxWarp>
          </a:bodyPr>
          <a:lstStyle/>
          <a:p>
            <a:r>
              <a:rPr lang="en-US" altLang="zh-TW" sz="3200" dirty="0"/>
              <a:t>Register-Register Timing</a:t>
            </a:r>
          </a:p>
        </p:txBody>
      </p:sp>
      <p:grpSp>
        <p:nvGrpSpPr>
          <p:cNvPr id="3" name="组合 2">
            <a:extLst>
              <a:ext uri="{FF2B5EF4-FFF2-40B4-BE49-F238E27FC236}">
                <a16:creationId xmlns:a16="http://schemas.microsoft.com/office/drawing/2014/main" id="{5477ED70-AD30-4E5D-9DD7-A16579B2BA43}"/>
              </a:ext>
            </a:extLst>
          </p:cNvPr>
          <p:cNvGrpSpPr/>
          <p:nvPr/>
        </p:nvGrpSpPr>
        <p:grpSpPr>
          <a:xfrm>
            <a:off x="1821116" y="891348"/>
            <a:ext cx="5895696" cy="3653516"/>
            <a:chOff x="919163" y="514350"/>
            <a:chExt cx="7181850" cy="4416379"/>
          </a:xfrm>
        </p:grpSpPr>
        <p:sp>
          <p:nvSpPr>
            <p:cNvPr id="41005" name="Line 52">
              <a:extLst>
                <a:ext uri="{FF2B5EF4-FFF2-40B4-BE49-F238E27FC236}">
                  <a16:creationId xmlns:a16="http://schemas.microsoft.com/office/drawing/2014/main" id="{B8D9B5A9-1003-4539-A0A2-9006EBBB737B}"/>
                </a:ext>
              </a:extLst>
            </p:cNvPr>
            <p:cNvSpPr>
              <a:spLocks noChangeShapeType="1"/>
            </p:cNvSpPr>
            <p:nvPr/>
          </p:nvSpPr>
          <p:spPr bwMode="auto">
            <a:xfrm flipH="1">
              <a:off x="2776538" y="4913710"/>
              <a:ext cx="470535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grpSp>
          <p:nvGrpSpPr>
            <p:cNvPr id="2" name="组合 1">
              <a:extLst>
                <a:ext uri="{FF2B5EF4-FFF2-40B4-BE49-F238E27FC236}">
                  <a16:creationId xmlns:a16="http://schemas.microsoft.com/office/drawing/2014/main" id="{56BA64B9-43F2-48BA-99DB-7F5E6693BE16}"/>
                </a:ext>
              </a:extLst>
            </p:cNvPr>
            <p:cNvGrpSpPr/>
            <p:nvPr/>
          </p:nvGrpSpPr>
          <p:grpSpPr>
            <a:xfrm>
              <a:off x="919163" y="514350"/>
              <a:ext cx="7181850" cy="4416379"/>
              <a:chOff x="919163" y="514350"/>
              <a:chExt cx="7181850" cy="4416379"/>
            </a:xfrm>
          </p:grpSpPr>
          <p:grpSp>
            <p:nvGrpSpPr>
              <p:cNvPr id="40964" name="Group 3">
                <a:extLst>
                  <a:ext uri="{FF2B5EF4-FFF2-40B4-BE49-F238E27FC236}">
                    <a16:creationId xmlns:a16="http://schemas.microsoft.com/office/drawing/2014/main" id="{046A8C19-8962-4D1B-9D72-59CE0A69E856}"/>
                  </a:ext>
                </a:extLst>
              </p:cNvPr>
              <p:cNvGrpSpPr>
                <a:grpSpLocks/>
              </p:cNvGrpSpPr>
              <p:nvPr/>
            </p:nvGrpSpPr>
            <p:grpSpPr bwMode="auto">
              <a:xfrm>
                <a:off x="6243638" y="3940969"/>
                <a:ext cx="371475" cy="819150"/>
                <a:chOff x="3696" y="3215"/>
                <a:chExt cx="288" cy="688"/>
              </a:xfrm>
            </p:grpSpPr>
            <p:sp>
              <p:nvSpPr>
                <p:cNvPr id="41112" name="Line 4">
                  <a:extLst>
                    <a:ext uri="{FF2B5EF4-FFF2-40B4-BE49-F238E27FC236}">
                      <a16:creationId xmlns:a16="http://schemas.microsoft.com/office/drawing/2014/main" id="{BB379253-6D47-47B1-88CE-F5B45D0C8D6F}"/>
                    </a:ext>
                  </a:extLst>
                </p:cNvPr>
                <p:cNvSpPr>
                  <a:spLocks noChangeShapeType="1"/>
                </p:cNvSpPr>
                <p:nvPr/>
              </p:nvSpPr>
              <p:spPr bwMode="auto">
                <a:xfrm>
                  <a:off x="3696" y="3215"/>
                  <a:ext cx="0" cy="17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113" name="Line 5">
                  <a:extLst>
                    <a:ext uri="{FF2B5EF4-FFF2-40B4-BE49-F238E27FC236}">
                      <a16:creationId xmlns:a16="http://schemas.microsoft.com/office/drawing/2014/main" id="{9CB84F90-DC10-405D-88D2-1F8B31F1F278}"/>
                    </a:ext>
                  </a:extLst>
                </p:cNvPr>
                <p:cNvSpPr>
                  <a:spLocks noChangeShapeType="1"/>
                </p:cNvSpPr>
                <p:nvPr/>
              </p:nvSpPr>
              <p:spPr bwMode="auto">
                <a:xfrm>
                  <a:off x="3696" y="3215"/>
                  <a:ext cx="288" cy="17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114" name="Line 6">
                  <a:extLst>
                    <a:ext uri="{FF2B5EF4-FFF2-40B4-BE49-F238E27FC236}">
                      <a16:creationId xmlns:a16="http://schemas.microsoft.com/office/drawing/2014/main" id="{DE724754-0973-44D9-BB1C-34805878D6AB}"/>
                    </a:ext>
                  </a:extLst>
                </p:cNvPr>
                <p:cNvSpPr>
                  <a:spLocks noChangeShapeType="1"/>
                </p:cNvSpPr>
                <p:nvPr/>
              </p:nvSpPr>
              <p:spPr bwMode="auto">
                <a:xfrm>
                  <a:off x="3696" y="3387"/>
                  <a:ext cx="144" cy="8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115" name="Line 7">
                  <a:extLst>
                    <a:ext uri="{FF2B5EF4-FFF2-40B4-BE49-F238E27FC236}">
                      <a16:creationId xmlns:a16="http://schemas.microsoft.com/office/drawing/2014/main" id="{CB50DF4A-F762-4435-947F-1DADFF4A30AD}"/>
                    </a:ext>
                  </a:extLst>
                </p:cNvPr>
                <p:cNvSpPr>
                  <a:spLocks noChangeShapeType="1"/>
                </p:cNvSpPr>
                <p:nvPr/>
              </p:nvSpPr>
              <p:spPr bwMode="auto">
                <a:xfrm>
                  <a:off x="3840" y="3473"/>
                  <a:ext cx="0" cy="17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116" name="Line 8">
                  <a:extLst>
                    <a:ext uri="{FF2B5EF4-FFF2-40B4-BE49-F238E27FC236}">
                      <a16:creationId xmlns:a16="http://schemas.microsoft.com/office/drawing/2014/main" id="{D2302BA9-88F7-445A-8588-8FAB19258414}"/>
                    </a:ext>
                  </a:extLst>
                </p:cNvPr>
                <p:cNvSpPr>
                  <a:spLocks noChangeShapeType="1"/>
                </p:cNvSpPr>
                <p:nvPr/>
              </p:nvSpPr>
              <p:spPr bwMode="auto">
                <a:xfrm>
                  <a:off x="3984" y="3387"/>
                  <a:ext cx="0" cy="3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117" name="Line 9">
                  <a:extLst>
                    <a:ext uri="{FF2B5EF4-FFF2-40B4-BE49-F238E27FC236}">
                      <a16:creationId xmlns:a16="http://schemas.microsoft.com/office/drawing/2014/main" id="{AF02A11B-F6BE-463E-BA85-853D04F11986}"/>
                    </a:ext>
                  </a:extLst>
                </p:cNvPr>
                <p:cNvSpPr>
                  <a:spLocks noChangeShapeType="1"/>
                </p:cNvSpPr>
                <p:nvPr/>
              </p:nvSpPr>
              <p:spPr bwMode="auto">
                <a:xfrm flipV="1">
                  <a:off x="3696" y="3645"/>
                  <a:ext cx="144" cy="8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118" name="Line 10">
                  <a:extLst>
                    <a:ext uri="{FF2B5EF4-FFF2-40B4-BE49-F238E27FC236}">
                      <a16:creationId xmlns:a16="http://schemas.microsoft.com/office/drawing/2014/main" id="{1E517405-FE11-4D9B-8E35-8E9D9685C076}"/>
                    </a:ext>
                  </a:extLst>
                </p:cNvPr>
                <p:cNvSpPr>
                  <a:spLocks noChangeShapeType="1"/>
                </p:cNvSpPr>
                <p:nvPr/>
              </p:nvSpPr>
              <p:spPr bwMode="auto">
                <a:xfrm>
                  <a:off x="3696" y="3731"/>
                  <a:ext cx="0" cy="17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119" name="Line 11">
                  <a:extLst>
                    <a:ext uri="{FF2B5EF4-FFF2-40B4-BE49-F238E27FC236}">
                      <a16:creationId xmlns:a16="http://schemas.microsoft.com/office/drawing/2014/main" id="{0C2B3287-7A57-4769-AF04-FB250744D9A0}"/>
                    </a:ext>
                  </a:extLst>
                </p:cNvPr>
                <p:cNvSpPr>
                  <a:spLocks noChangeShapeType="1"/>
                </p:cNvSpPr>
                <p:nvPr/>
              </p:nvSpPr>
              <p:spPr bwMode="auto">
                <a:xfrm flipV="1">
                  <a:off x="3696" y="3731"/>
                  <a:ext cx="288" cy="17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grpSp>
          <p:sp>
            <p:nvSpPr>
              <p:cNvPr id="40965" name="Line 12">
                <a:extLst>
                  <a:ext uri="{FF2B5EF4-FFF2-40B4-BE49-F238E27FC236}">
                    <a16:creationId xmlns:a16="http://schemas.microsoft.com/office/drawing/2014/main" id="{BA940922-650F-4D39-8FC1-8FF6C9F17621}"/>
                  </a:ext>
                </a:extLst>
              </p:cNvPr>
              <p:cNvSpPr>
                <a:spLocks noChangeShapeType="1"/>
              </p:cNvSpPr>
              <p:nvPr/>
            </p:nvSpPr>
            <p:spPr bwMode="auto">
              <a:xfrm flipH="1">
                <a:off x="6615113" y="4350544"/>
                <a:ext cx="14859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0966" name="Line 13">
                <a:extLst>
                  <a:ext uri="{FF2B5EF4-FFF2-40B4-BE49-F238E27FC236}">
                    <a16:creationId xmlns:a16="http://schemas.microsoft.com/office/drawing/2014/main" id="{BF04C846-5B1A-4642-9912-ED66C9FD06DF}"/>
                  </a:ext>
                </a:extLst>
              </p:cNvPr>
              <p:cNvSpPr>
                <a:spLocks noChangeShapeType="1"/>
              </p:cNvSpPr>
              <p:nvPr/>
            </p:nvSpPr>
            <p:spPr bwMode="auto">
              <a:xfrm flipH="1">
                <a:off x="6986588" y="4248150"/>
                <a:ext cx="123825" cy="2047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0967" name="Rectangle 14">
                <a:extLst>
                  <a:ext uri="{FF2B5EF4-FFF2-40B4-BE49-F238E27FC236}">
                    <a16:creationId xmlns:a16="http://schemas.microsoft.com/office/drawing/2014/main" id="{C7A75E4E-73BF-4EF3-A697-C5BD0FA9E269}"/>
                  </a:ext>
                </a:extLst>
              </p:cNvPr>
              <p:cNvSpPr>
                <a:spLocks noChangeArrowheads="1"/>
              </p:cNvSpPr>
              <p:nvPr/>
            </p:nvSpPr>
            <p:spPr bwMode="auto">
              <a:xfrm>
                <a:off x="6725842" y="4345782"/>
                <a:ext cx="446484"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800">
                    <a:latin typeface="Arial" panose="020B0604020202020204" pitchFamily="34" charset="0"/>
                    <a:ea typeface="新細明體" panose="02020500000000000000" pitchFamily="18" charset="-120"/>
                  </a:rPr>
                  <a:t>32</a:t>
                </a:r>
              </a:p>
            </p:txBody>
          </p:sp>
          <p:sp>
            <p:nvSpPr>
              <p:cNvPr id="40968" name="Rectangle 15">
                <a:extLst>
                  <a:ext uri="{FF2B5EF4-FFF2-40B4-BE49-F238E27FC236}">
                    <a16:creationId xmlns:a16="http://schemas.microsoft.com/office/drawing/2014/main" id="{372FECEB-D974-4020-B464-8C351059135F}"/>
                  </a:ext>
                </a:extLst>
              </p:cNvPr>
              <p:cNvSpPr>
                <a:spLocks noChangeArrowheads="1"/>
              </p:cNvSpPr>
              <p:nvPr/>
            </p:nvSpPr>
            <p:spPr bwMode="auto">
              <a:xfrm>
                <a:off x="7097316" y="4150519"/>
                <a:ext cx="552613"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Result</a:t>
                </a:r>
              </a:p>
            </p:txBody>
          </p:sp>
          <p:sp>
            <p:nvSpPr>
              <p:cNvPr id="40969" name="Line 16">
                <a:extLst>
                  <a:ext uri="{FF2B5EF4-FFF2-40B4-BE49-F238E27FC236}">
                    <a16:creationId xmlns:a16="http://schemas.microsoft.com/office/drawing/2014/main" id="{AFF86117-DFBE-4948-BBB3-2709A2E97F31}"/>
                  </a:ext>
                </a:extLst>
              </p:cNvPr>
              <p:cNvSpPr>
                <a:spLocks noChangeShapeType="1"/>
              </p:cNvSpPr>
              <p:nvPr/>
            </p:nvSpPr>
            <p:spPr bwMode="auto">
              <a:xfrm>
                <a:off x="6429375" y="3736182"/>
                <a:ext cx="0" cy="307181"/>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0970" name="Rectangle 17">
                <a:extLst>
                  <a:ext uri="{FF2B5EF4-FFF2-40B4-BE49-F238E27FC236}">
                    <a16:creationId xmlns:a16="http://schemas.microsoft.com/office/drawing/2014/main" id="{C7D4F3BE-0401-4320-8264-2807998D51B0}"/>
                  </a:ext>
                </a:extLst>
              </p:cNvPr>
              <p:cNvSpPr>
                <a:spLocks noChangeArrowheads="1"/>
              </p:cNvSpPr>
              <p:nvPr/>
            </p:nvSpPr>
            <p:spPr bwMode="auto">
              <a:xfrm>
                <a:off x="5995987" y="3526632"/>
                <a:ext cx="804863"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ALUctr</a:t>
                </a:r>
              </a:p>
            </p:txBody>
          </p:sp>
          <p:sp>
            <p:nvSpPr>
              <p:cNvPr id="40971" name="Rectangle 18">
                <a:extLst>
                  <a:ext uri="{FF2B5EF4-FFF2-40B4-BE49-F238E27FC236}">
                    <a16:creationId xmlns:a16="http://schemas.microsoft.com/office/drawing/2014/main" id="{61989332-DEE6-4473-AA4C-73ED8BD5048E}"/>
                  </a:ext>
                </a:extLst>
              </p:cNvPr>
              <p:cNvSpPr>
                <a:spLocks noChangeArrowheads="1"/>
              </p:cNvSpPr>
              <p:nvPr/>
            </p:nvSpPr>
            <p:spPr bwMode="auto">
              <a:xfrm>
                <a:off x="3019425" y="4463654"/>
                <a:ext cx="365154"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Clk</a:t>
                </a:r>
              </a:p>
            </p:txBody>
          </p:sp>
          <p:sp>
            <p:nvSpPr>
              <p:cNvPr id="40972" name="Rectangle 19">
                <a:extLst>
                  <a:ext uri="{FF2B5EF4-FFF2-40B4-BE49-F238E27FC236}">
                    <a16:creationId xmlns:a16="http://schemas.microsoft.com/office/drawing/2014/main" id="{08158FCE-DA7D-4FFE-A0A2-12763CE883CB}"/>
                  </a:ext>
                </a:extLst>
              </p:cNvPr>
              <p:cNvSpPr>
                <a:spLocks noChangeArrowheads="1"/>
              </p:cNvSpPr>
              <p:nvPr/>
            </p:nvSpPr>
            <p:spPr bwMode="auto">
              <a:xfrm>
                <a:off x="7504489" y="4697620"/>
                <a:ext cx="509654"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dirty="0" err="1">
                    <a:latin typeface="Arial" panose="020B0604020202020204" pitchFamily="34" charset="0"/>
                    <a:ea typeface="新細明體" panose="02020500000000000000" pitchFamily="18" charset="-120"/>
                  </a:rPr>
                  <a:t>busW</a:t>
                </a:r>
                <a:endParaRPr kumimoji="1" lang="en-US" altLang="zh-TW" sz="800" dirty="0">
                  <a:latin typeface="Arial" panose="020B0604020202020204" pitchFamily="34" charset="0"/>
                  <a:ea typeface="新細明體" panose="02020500000000000000" pitchFamily="18" charset="-120"/>
                </a:endParaRPr>
              </a:p>
            </p:txBody>
          </p:sp>
          <p:sp>
            <p:nvSpPr>
              <p:cNvPr id="40973" name="Rectangle 20">
                <a:extLst>
                  <a:ext uri="{FF2B5EF4-FFF2-40B4-BE49-F238E27FC236}">
                    <a16:creationId xmlns:a16="http://schemas.microsoft.com/office/drawing/2014/main" id="{191BF074-2D2C-4546-ACFF-ED943858E9C3}"/>
                  </a:ext>
                </a:extLst>
              </p:cNvPr>
              <p:cNvSpPr>
                <a:spLocks noChangeArrowheads="1"/>
              </p:cNvSpPr>
              <p:nvPr/>
            </p:nvSpPr>
            <p:spPr bwMode="auto">
              <a:xfrm>
                <a:off x="3583781" y="3950494"/>
                <a:ext cx="1163241" cy="81319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800">
                  <a:latin typeface="Times New Roman" panose="02020603050405020304" pitchFamily="18" charset="0"/>
                  <a:ea typeface="新細明體" panose="02020500000000000000" pitchFamily="18" charset="-120"/>
                </a:endParaRPr>
              </a:p>
            </p:txBody>
          </p:sp>
          <p:sp>
            <p:nvSpPr>
              <p:cNvPr id="40974" name="Line 21">
                <a:extLst>
                  <a:ext uri="{FF2B5EF4-FFF2-40B4-BE49-F238E27FC236}">
                    <a16:creationId xmlns:a16="http://schemas.microsoft.com/office/drawing/2014/main" id="{472B0065-C05E-4962-A955-E4BBE1511032}"/>
                  </a:ext>
                </a:extLst>
              </p:cNvPr>
              <p:cNvSpPr>
                <a:spLocks noChangeShapeType="1"/>
              </p:cNvSpPr>
              <p:nvPr/>
            </p:nvSpPr>
            <p:spPr bwMode="auto">
              <a:xfrm>
                <a:off x="3605212" y="4593432"/>
                <a:ext cx="223838" cy="6429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0975" name="Line 22">
                <a:extLst>
                  <a:ext uri="{FF2B5EF4-FFF2-40B4-BE49-F238E27FC236}">
                    <a16:creationId xmlns:a16="http://schemas.microsoft.com/office/drawing/2014/main" id="{848E8CAB-DD03-416B-A739-8EA56B79E7DD}"/>
                  </a:ext>
                </a:extLst>
              </p:cNvPr>
              <p:cNvSpPr>
                <a:spLocks noChangeShapeType="1"/>
              </p:cNvSpPr>
              <p:nvPr/>
            </p:nvSpPr>
            <p:spPr bwMode="auto">
              <a:xfrm flipH="1">
                <a:off x="3605212" y="4657726"/>
                <a:ext cx="223838" cy="89297"/>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0976" name="Oval 23">
                <a:extLst>
                  <a:ext uri="{FF2B5EF4-FFF2-40B4-BE49-F238E27FC236}">
                    <a16:creationId xmlns:a16="http://schemas.microsoft.com/office/drawing/2014/main" id="{1176DBEF-7F5E-456F-9DB5-D14790E0A06E}"/>
                  </a:ext>
                </a:extLst>
              </p:cNvPr>
              <p:cNvSpPr>
                <a:spLocks noChangeArrowheads="1"/>
              </p:cNvSpPr>
              <p:nvPr/>
            </p:nvSpPr>
            <p:spPr bwMode="auto">
              <a:xfrm>
                <a:off x="3459957" y="4629150"/>
                <a:ext cx="103585" cy="83344"/>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800">
                  <a:latin typeface="Times New Roman" panose="02020603050405020304" pitchFamily="18" charset="0"/>
                  <a:ea typeface="新細明體" panose="02020500000000000000" pitchFamily="18" charset="-120"/>
                </a:endParaRPr>
              </a:p>
            </p:txBody>
          </p:sp>
          <p:sp>
            <p:nvSpPr>
              <p:cNvPr id="40977" name="Rectangle 24">
                <a:extLst>
                  <a:ext uri="{FF2B5EF4-FFF2-40B4-BE49-F238E27FC236}">
                    <a16:creationId xmlns:a16="http://schemas.microsoft.com/office/drawing/2014/main" id="{C640D00B-B6CB-4447-B553-5A2836FA666E}"/>
                  </a:ext>
                </a:extLst>
              </p:cNvPr>
              <p:cNvSpPr>
                <a:spLocks noChangeArrowheads="1"/>
              </p:cNvSpPr>
              <p:nvPr/>
            </p:nvSpPr>
            <p:spPr bwMode="auto">
              <a:xfrm>
                <a:off x="3133726" y="3586163"/>
                <a:ext cx="572140"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RegWr</a:t>
                </a:r>
              </a:p>
            </p:txBody>
          </p:sp>
          <p:sp>
            <p:nvSpPr>
              <p:cNvPr id="40978" name="Line 25">
                <a:extLst>
                  <a:ext uri="{FF2B5EF4-FFF2-40B4-BE49-F238E27FC236}">
                    <a16:creationId xmlns:a16="http://schemas.microsoft.com/office/drawing/2014/main" id="{321DA83F-BC22-465E-BD95-0DD2C1EC835D}"/>
                  </a:ext>
                </a:extLst>
              </p:cNvPr>
              <p:cNvSpPr>
                <a:spLocks noChangeShapeType="1"/>
              </p:cNvSpPr>
              <p:nvPr/>
            </p:nvSpPr>
            <p:spPr bwMode="auto">
              <a:xfrm flipH="1">
                <a:off x="2776537" y="4299347"/>
                <a:ext cx="804863"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0979" name="Line 26">
                <a:extLst>
                  <a:ext uri="{FF2B5EF4-FFF2-40B4-BE49-F238E27FC236}">
                    <a16:creationId xmlns:a16="http://schemas.microsoft.com/office/drawing/2014/main" id="{8BB656D1-BB6F-4B97-8B95-E0707BA78D24}"/>
                  </a:ext>
                </a:extLst>
              </p:cNvPr>
              <p:cNvSpPr>
                <a:spLocks noChangeShapeType="1"/>
              </p:cNvSpPr>
              <p:nvPr/>
            </p:nvSpPr>
            <p:spPr bwMode="auto">
              <a:xfrm flipH="1">
                <a:off x="3148013" y="4196953"/>
                <a:ext cx="123825" cy="2047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0980" name="Rectangle 27">
                <a:extLst>
                  <a:ext uri="{FF2B5EF4-FFF2-40B4-BE49-F238E27FC236}">
                    <a16:creationId xmlns:a16="http://schemas.microsoft.com/office/drawing/2014/main" id="{2B7C0705-8027-43A0-971D-B95B65F8E09F}"/>
                  </a:ext>
                </a:extLst>
              </p:cNvPr>
              <p:cNvSpPr>
                <a:spLocks noChangeArrowheads="1"/>
              </p:cNvSpPr>
              <p:nvPr/>
            </p:nvSpPr>
            <p:spPr bwMode="auto">
              <a:xfrm>
                <a:off x="2887268" y="4304109"/>
                <a:ext cx="310479"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800">
                    <a:latin typeface="Arial" panose="020B0604020202020204" pitchFamily="34" charset="0"/>
                    <a:ea typeface="新細明體" panose="02020500000000000000" pitchFamily="18" charset="-120"/>
                  </a:rPr>
                  <a:t>32</a:t>
                </a:r>
              </a:p>
            </p:txBody>
          </p:sp>
          <p:sp>
            <p:nvSpPr>
              <p:cNvPr id="40981" name="Line 28">
                <a:extLst>
                  <a:ext uri="{FF2B5EF4-FFF2-40B4-BE49-F238E27FC236}">
                    <a16:creationId xmlns:a16="http://schemas.microsoft.com/office/drawing/2014/main" id="{52A3D419-12BA-4659-8841-A230E6B38B8E}"/>
                  </a:ext>
                </a:extLst>
              </p:cNvPr>
              <p:cNvSpPr>
                <a:spLocks noChangeShapeType="1"/>
              </p:cNvSpPr>
              <p:nvPr/>
            </p:nvSpPr>
            <p:spPr bwMode="auto">
              <a:xfrm>
                <a:off x="4757738" y="4043363"/>
                <a:ext cx="14859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0982" name="Line 29">
                <a:extLst>
                  <a:ext uri="{FF2B5EF4-FFF2-40B4-BE49-F238E27FC236}">
                    <a16:creationId xmlns:a16="http://schemas.microsoft.com/office/drawing/2014/main" id="{9D8F885F-A05E-4603-9E34-25A3CABCCEA2}"/>
                  </a:ext>
                </a:extLst>
              </p:cNvPr>
              <p:cNvSpPr>
                <a:spLocks noChangeShapeType="1"/>
              </p:cNvSpPr>
              <p:nvPr/>
            </p:nvSpPr>
            <p:spPr bwMode="auto">
              <a:xfrm flipH="1">
                <a:off x="5562600" y="3940969"/>
                <a:ext cx="123825" cy="2047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0983" name="Rectangle 30">
                <a:extLst>
                  <a:ext uri="{FF2B5EF4-FFF2-40B4-BE49-F238E27FC236}">
                    <a16:creationId xmlns:a16="http://schemas.microsoft.com/office/drawing/2014/main" id="{34D59F55-ED64-4065-B933-E085607C5768}"/>
                  </a:ext>
                </a:extLst>
              </p:cNvPr>
              <p:cNvSpPr>
                <a:spLocks noChangeArrowheads="1"/>
              </p:cNvSpPr>
              <p:nvPr/>
            </p:nvSpPr>
            <p:spPr bwMode="auto">
              <a:xfrm>
                <a:off x="5301853" y="4099323"/>
                <a:ext cx="310479"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800">
                    <a:latin typeface="Arial" panose="020B0604020202020204" pitchFamily="34" charset="0"/>
                    <a:ea typeface="新細明體" panose="02020500000000000000" pitchFamily="18" charset="-120"/>
                  </a:rPr>
                  <a:t>32</a:t>
                </a:r>
              </a:p>
            </p:txBody>
          </p:sp>
          <p:sp>
            <p:nvSpPr>
              <p:cNvPr id="40984" name="Rectangle 31">
                <a:extLst>
                  <a:ext uri="{FF2B5EF4-FFF2-40B4-BE49-F238E27FC236}">
                    <a16:creationId xmlns:a16="http://schemas.microsoft.com/office/drawing/2014/main" id="{52DE1516-4329-4E42-8285-AFD68C7C01D0}"/>
                  </a:ext>
                </a:extLst>
              </p:cNvPr>
              <p:cNvSpPr>
                <a:spLocks noChangeArrowheads="1"/>
              </p:cNvSpPr>
              <p:nvPr/>
            </p:nvSpPr>
            <p:spPr bwMode="auto">
              <a:xfrm>
                <a:off x="5054205" y="3843338"/>
                <a:ext cx="482316"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busA</a:t>
                </a:r>
              </a:p>
            </p:txBody>
          </p:sp>
          <p:sp>
            <p:nvSpPr>
              <p:cNvPr id="40985" name="Line 32">
                <a:extLst>
                  <a:ext uri="{FF2B5EF4-FFF2-40B4-BE49-F238E27FC236}">
                    <a16:creationId xmlns:a16="http://schemas.microsoft.com/office/drawing/2014/main" id="{2A1FDAE7-9385-4C26-811B-9125860C3597}"/>
                  </a:ext>
                </a:extLst>
              </p:cNvPr>
              <p:cNvSpPr>
                <a:spLocks noChangeShapeType="1"/>
              </p:cNvSpPr>
              <p:nvPr/>
            </p:nvSpPr>
            <p:spPr bwMode="auto">
              <a:xfrm flipV="1">
                <a:off x="3705225" y="3787379"/>
                <a:ext cx="0" cy="15359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0986" name="Line 33">
                <a:extLst>
                  <a:ext uri="{FF2B5EF4-FFF2-40B4-BE49-F238E27FC236}">
                    <a16:creationId xmlns:a16="http://schemas.microsoft.com/office/drawing/2014/main" id="{02E80A1D-6C8F-457E-9A33-01F586A01CD1}"/>
                  </a:ext>
                </a:extLst>
              </p:cNvPr>
              <p:cNvSpPr>
                <a:spLocks noChangeShapeType="1"/>
              </p:cNvSpPr>
              <p:nvPr/>
            </p:nvSpPr>
            <p:spPr bwMode="auto">
              <a:xfrm>
                <a:off x="4757738" y="4657725"/>
                <a:ext cx="14859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0987" name="Line 34">
                <a:extLst>
                  <a:ext uri="{FF2B5EF4-FFF2-40B4-BE49-F238E27FC236}">
                    <a16:creationId xmlns:a16="http://schemas.microsoft.com/office/drawing/2014/main" id="{0FE03594-1FCE-4F01-B140-E92C15BFCFEA}"/>
                  </a:ext>
                </a:extLst>
              </p:cNvPr>
              <p:cNvSpPr>
                <a:spLocks noChangeShapeType="1"/>
              </p:cNvSpPr>
              <p:nvPr/>
            </p:nvSpPr>
            <p:spPr bwMode="auto">
              <a:xfrm flipH="1">
                <a:off x="5562600" y="4555331"/>
                <a:ext cx="123825" cy="2047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0988" name="Rectangle 35">
                <a:extLst>
                  <a:ext uri="{FF2B5EF4-FFF2-40B4-BE49-F238E27FC236}">
                    <a16:creationId xmlns:a16="http://schemas.microsoft.com/office/drawing/2014/main" id="{2E239E7E-5257-41AE-8F7E-CE3B94AF5DE8}"/>
                  </a:ext>
                </a:extLst>
              </p:cNvPr>
              <p:cNvSpPr>
                <a:spLocks noChangeArrowheads="1"/>
              </p:cNvSpPr>
              <p:nvPr/>
            </p:nvSpPr>
            <p:spPr bwMode="auto">
              <a:xfrm>
                <a:off x="5301853" y="4662487"/>
                <a:ext cx="310479"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800">
                    <a:latin typeface="Arial" panose="020B0604020202020204" pitchFamily="34" charset="0"/>
                    <a:ea typeface="新細明體" panose="02020500000000000000" pitchFamily="18" charset="-120"/>
                  </a:rPr>
                  <a:t>32</a:t>
                </a:r>
              </a:p>
            </p:txBody>
          </p:sp>
          <p:sp>
            <p:nvSpPr>
              <p:cNvPr id="40989" name="Rectangle 36">
                <a:extLst>
                  <a:ext uri="{FF2B5EF4-FFF2-40B4-BE49-F238E27FC236}">
                    <a16:creationId xmlns:a16="http://schemas.microsoft.com/office/drawing/2014/main" id="{9278D7DE-F33A-4929-BB0F-946879550CD3}"/>
                  </a:ext>
                </a:extLst>
              </p:cNvPr>
              <p:cNvSpPr>
                <a:spLocks noChangeArrowheads="1"/>
              </p:cNvSpPr>
              <p:nvPr/>
            </p:nvSpPr>
            <p:spPr bwMode="auto">
              <a:xfrm>
                <a:off x="5054205" y="4457700"/>
                <a:ext cx="482316"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busB</a:t>
                </a:r>
              </a:p>
            </p:txBody>
          </p:sp>
          <p:sp>
            <p:nvSpPr>
              <p:cNvPr id="40990" name="Line 37">
                <a:extLst>
                  <a:ext uri="{FF2B5EF4-FFF2-40B4-BE49-F238E27FC236}">
                    <a16:creationId xmlns:a16="http://schemas.microsoft.com/office/drawing/2014/main" id="{6D471BDD-88E3-49A1-961A-2610B7DCE0F4}"/>
                  </a:ext>
                </a:extLst>
              </p:cNvPr>
              <p:cNvSpPr>
                <a:spLocks noChangeShapeType="1"/>
              </p:cNvSpPr>
              <p:nvPr/>
            </p:nvSpPr>
            <p:spPr bwMode="auto">
              <a:xfrm flipH="1">
                <a:off x="3086100" y="4657725"/>
                <a:ext cx="37147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0991" name="Line 38">
                <a:extLst>
                  <a:ext uri="{FF2B5EF4-FFF2-40B4-BE49-F238E27FC236}">
                    <a16:creationId xmlns:a16="http://schemas.microsoft.com/office/drawing/2014/main" id="{F53B0E57-3534-4669-AAF0-38559ED3CBA4}"/>
                  </a:ext>
                </a:extLst>
              </p:cNvPr>
              <p:cNvSpPr>
                <a:spLocks noChangeShapeType="1"/>
              </p:cNvSpPr>
              <p:nvPr/>
            </p:nvSpPr>
            <p:spPr bwMode="auto">
              <a:xfrm>
                <a:off x="3952875" y="3633788"/>
                <a:ext cx="0" cy="307181"/>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0992" name="Line 39">
                <a:extLst>
                  <a:ext uri="{FF2B5EF4-FFF2-40B4-BE49-F238E27FC236}">
                    <a16:creationId xmlns:a16="http://schemas.microsoft.com/office/drawing/2014/main" id="{C216834A-3D32-4BFD-A072-0D990A26A888}"/>
                  </a:ext>
                </a:extLst>
              </p:cNvPr>
              <p:cNvSpPr>
                <a:spLocks noChangeShapeType="1"/>
              </p:cNvSpPr>
              <p:nvPr/>
            </p:nvSpPr>
            <p:spPr bwMode="auto">
              <a:xfrm flipV="1">
                <a:off x="3890963" y="3736182"/>
                <a:ext cx="123825" cy="10239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0993" name="Rectangle 40">
                <a:extLst>
                  <a:ext uri="{FF2B5EF4-FFF2-40B4-BE49-F238E27FC236}">
                    <a16:creationId xmlns:a16="http://schemas.microsoft.com/office/drawing/2014/main" id="{0F7ADAC9-DBA2-4EC2-B22D-49A4F1C32F3C}"/>
                  </a:ext>
                </a:extLst>
              </p:cNvPr>
              <p:cNvSpPr>
                <a:spLocks noChangeArrowheads="1"/>
              </p:cNvSpPr>
              <p:nvPr/>
            </p:nvSpPr>
            <p:spPr bwMode="auto">
              <a:xfrm>
                <a:off x="3754041" y="3638550"/>
                <a:ext cx="240182"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800">
                    <a:latin typeface="Arial" panose="020B0604020202020204" pitchFamily="34" charset="0"/>
                    <a:ea typeface="新細明體" panose="02020500000000000000" pitchFamily="18" charset="-120"/>
                  </a:rPr>
                  <a:t>5</a:t>
                </a:r>
              </a:p>
            </p:txBody>
          </p:sp>
          <p:sp>
            <p:nvSpPr>
              <p:cNvPr id="40994" name="Line 41">
                <a:extLst>
                  <a:ext uri="{FF2B5EF4-FFF2-40B4-BE49-F238E27FC236}">
                    <a16:creationId xmlns:a16="http://schemas.microsoft.com/office/drawing/2014/main" id="{5F61DFC7-8771-4E72-B56C-CCE64AC14B60}"/>
                  </a:ext>
                </a:extLst>
              </p:cNvPr>
              <p:cNvSpPr>
                <a:spLocks noChangeShapeType="1"/>
              </p:cNvSpPr>
              <p:nvPr/>
            </p:nvSpPr>
            <p:spPr bwMode="auto">
              <a:xfrm>
                <a:off x="4262438" y="3633788"/>
                <a:ext cx="0" cy="307181"/>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0995" name="Line 42">
                <a:extLst>
                  <a:ext uri="{FF2B5EF4-FFF2-40B4-BE49-F238E27FC236}">
                    <a16:creationId xmlns:a16="http://schemas.microsoft.com/office/drawing/2014/main" id="{2DDAF2AB-C741-409E-97F4-E63DD6F7F767}"/>
                  </a:ext>
                </a:extLst>
              </p:cNvPr>
              <p:cNvSpPr>
                <a:spLocks noChangeShapeType="1"/>
              </p:cNvSpPr>
              <p:nvPr/>
            </p:nvSpPr>
            <p:spPr bwMode="auto">
              <a:xfrm flipV="1">
                <a:off x="4200525" y="3736182"/>
                <a:ext cx="123825" cy="10239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0996" name="Rectangle 43">
                <a:extLst>
                  <a:ext uri="{FF2B5EF4-FFF2-40B4-BE49-F238E27FC236}">
                    <a16:creationId xmlns:a16="http://schemas.microsoft.com/office/drawing/2014/main" id="{F512DA9D-73E5-462A-A5CE-4AD536FDC8E7}"/>
                  </a:ext>
                </a:extLst>
              </p:cNvPr>
              <p:cNvSpPr>
                <a:spLocks noChangeArrowheads="1"/>
              </p:cNvSpPr>
              <p:nvPr/>
            </p:nvSpPr>
            <p:spPr bwMode="auto">
              <a:xfrm>
                <a:off x="4063604" y="3638550"/>
                <a:ext cx="240182"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800">
                    <a:latin typeface="Arial" panose="020B0604020202020204" pitchFamily="34" charset="0"/>
                    <a:ea typeface="新細明體" panose="02020500000000000000" pitchFamily="18" charset="-120"/>
                  </a:rPr>
                  <a:t>5</a:t>
                </a:r>
              </a:p>
            </p:txBody>
          </p:sp>
          <p:sp>
            <p:nvSpPr>
              <p:cNvPr id="40997" name="Line 44">
                <a:extLst>
                  <a:ext uri="{FF2B5EF4-FFF2-40B4-BE49-F238E27FC236}">
                    <a16:creationId xmlns:a16="http://schemas.microsoft.com/office/drawing/2014/main" id="{7727DFF4-6DDA-4703-AEA6-CFBF1BF70F33}"/>
                  </a:ext>
                </a:extLst>
              </p:cNvPr>
              <p:cNvSpPr>
                <a:spLocks noChangeShapeType="1"/>
              </p:cNvSpPr>
              <p:nvPr/>
            </p:nvSpPr>
            <p:spPr bwMode="auto">
              <a:xfrm>
                <a:off x="4633913" y="3633788"/>
                <a:ext cx="0" cy="307181"/>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0998" name="Line 45">
                <a:extLst>
                  <a:ext uri="{FF2B5EF4-FFF2-40B4-BE49-F238E27FC236}">
                    <a16:creationId xmlns:a16="http://schemas.microsoft.com/office/drawing/2014/main" id="{11324F82-8EA2-4597-BAB9-8A5FDBA537F1}"/>
                  </a:ext>
                </a:extLst>
              </p:cNvPr>
              <p:cNvSpPr>
                <a:spLocks noChangeShapeType="1"/>
              </p:cNvSpPr>
              <p:nvPr/>
            </p:nvSpPr>
            <p:spPr bwMode="auto">
              <a:xfrm flipV="1">
                <a:off x="4572000" y="3736182"/>
                <a:ext cx="123825" cy="10239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0999" name="Rectangle 46">
                <a:extLst>
                  <a:ext uri="{FF2B5EF4-FFF2-40B4-BE49-F238E27FC236}">
                    <a16:creationId xmlns:a16="http://schemas.microsoft.com/office/drawing/2014/main" id="{161202E1-FDC1-4B12-B071-D219B2BE3F8C}"/>
                  </a:ext>
                </a:extLst>
              </p:cNvPr>
              <p:cNvSpPr>
                <a:spLocks noChangeArrowheads="1"/>
              </p:cNvSpPr>
              <p:nvPr/>
            </p:nvSpPr>
            <p:spPr bwMode="auto">
              <a:xfrm>
                <a:off x="4435079" y="3638550"/>
                <a:ext cx="240182"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800">
                    <a:latin typeface="Arial" panose="020B0604020202020204" pitchFamily="34" charset="0"/>
                    <a:ea typeface="新細明體" panose="02020500000000000000" pitchFamily="18" charset="-120"/>
                  </a:rPr>
                  <a:t>5</a:t>
                </a:r>
              </a:p>
            </p:txBody>
          </p:sp>
          <p:sp>
            <p:nvSpPr>
              <p:cNvPr id="41000" name="Rectangle 47">
                <a:extLst>
                  <a:ext uri="{FF2B5EF4-FFF2-40B4-BE49-F238E27FC236}">
                    <a16:creationId xmlns:a16="http://schemas.microsoft.com/office/drawing/2014/main" id="{D4C8DE6A-F1CD-4779-B02B-AC702E9B7760}"/>
                  </a:ext>
                </a:extLst>
              </p:cNvPr>
              <p:cNvSpPr>
                <a:spLocks noChangeArrowheads="1"/>
              </p:cNvSpPr>
              <p:nvPr/>
            </p:nvSpPr>
            <p:spPr bwMode="auto">
              <a:xfrm>
                <a:off x="3754041" y="3945733"/>
                <a:ext cx="357343"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Rw</a:t>
                </a:r>
              </a:p>
            </p:txBody>
          </p:sp>
          <p:sp>
            <p:nvSpPr>
              <p:cNvPr id="41001" name="Rectangle 48">
                <a:extLst>
                  <a:ext uri="{FF2B5EF4-FFF2-40B4-BE49-F238E27FC236}">
                    <a16:creationId xmlns:a16="http://schemas.microsoft.com/office/drawing/2014/main" id="{07B8E803-6E02-469D-8AF5-83F73BDF0D65}"/>
                  </a:ext>
                </a:extLst>
              </p:cNvPr>
              <p:cNvSpPr>
                <a:spLocks noChangeArrowheads="1"/>
              </p:cNvSpPr>
              <p:nvPr/>
            </p:nvSpPr>
            <p:spPr bwMode="auto">
              <a:xfrm>
                <a:off x="4125516" y="3945733"/>
                <a:ext cx="330006"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Ra</a:t>
                </a:r>
              </a:p>
            </p:txBody>
          </p:sp>
          <p:sp>
            <p:nvSpPr>
              <p:cNvPr id="41002" name="Rectangle 49">
                <a:extLst>
                  <a:ext uri="{FF2B5EF4-FFF2-40B4-BE49-F238E27FC236}">
                    <a16:creationId xmlns:a16="http://schemas.microsoft.com/office/drawing/2014/main" id="{6446F0AB-DE8E-4F6F-AE5E-56216DF4F7D6}"/>
                  </a:ext>
                </a:extLst>
              </p:cNvPr>
              <p:cNvSpPr>
                <a:spLocks noChangeArrowheads="1"/>
              </p:cNvSpPr>
              <p:nvPr/>
            </p:nvSpPr>
            <p:spPr bwMode="auto">
              <a:xfrm>
                <a:off x="4435079" y="3945733"/>
                <a:ext cx="335865"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Rb</a:t>
                </a:r>
              </a:p>
            </p:txBody>
          </p:sp>
          <p:sp>
            <p:nvSpPr>
              <p:cNvPr id="41003" name="Rectangle 50">
                <a:extLst>
                  <a:ext uri="{FF2B5EF4-FFF2-40B4-BE49-F238E27FC236}">
                    <a16:creationId xmlns:a16="http://schemas.microsoft.com/office/drawing/2014/main" id="{0F018AD9-64B7-447B-91F8-6B794343FCAE}"/>
                  </a:ext>
                </a:extLst>
              </p:cNvPr>
              <p:cNvSpPr>
                <a:spLocks noChangeArrowheads="1"/>
              </p:cNvSpPr>
              <p:nvPr/>
            </p:nvSpPr>
            <p:spPr bwMode="auto">
              <a:xfrm>
                <a:off x="3754041" y="4150519"/>
                <a:ext cx="742026" cy="381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800">
                    <a:latin typeface="Arial" panose="020B0604020202020204" pitchFamily="34" charset="0"/>
                    <a:ea typeface="新細明體" panose="02020500000000000000" pitchFamily="18" charset="-120"/>
                  </a:rPr>
                  <a:t>32 32-</a:t>
                </a:r>
                <a:r>
                  <a:rPr kumimoji="1" lang="en-US" altLang="zh-TW" sz="800">
                    <a:latin typeface="Arial" panose="020B0604020202020204" pitchFamily="34" charset="0"/>
                    <a:ea typeface="新細明體" panose="02020500000000000000" pitchFamily="18" charset="-120"/>
                  </a:rPr>
                  <a:t>bit</a:t>
                </a:r>
              </a:p>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Registers</a:t>
                </a:r>
              </a:p>
            </p:txBody>
          </p:sp>
          <p:sp>
            <p:nvSpPr>
              <p:cNvPr id="41004" name="Line 51">
                <a:extLst>
                  <a:ext uri="{FF2B5EF4-FFF2-40B4-BE49-F238E27FC236}">
                    <a16:creationId xmlns:a16="http://schemas.microsoft.com/office/drawing/2014/main" id="{ED72BAE1-C973-405D-B990-F0B620CAAA10}"/>
                  </a:ext>
                </a:extLst>
              </p:cNvPr>
              <p:cNvSpPr>
                <a:spLocks noChangeShapeType="1"/>
              </p:cNvSpPr>
              <p:nvPr/>
            </p:nvSpPr>
            <p:spPr bwMode="auto">
              <a:xfrm>
                <a:off x="7481888" y="4350544"/>
                <a:ext cx="0" cy="56316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06" name="Line 53">
                <a:extLst>
                  <a:ext uri="{FF2B5EF4-FFF2-40B4-BE49-F238E27FC236}">
                    <a16:creationId xmlns:a16="http://schemas.microsoft.com/office/drawing/2014/main" id="{C1C98465-C0AD-47C9-AB8B-9332B7D0EA8C}"/>
                  </a:ext>
                </a:extLst>
              </p:cNvPr>
              <p:cNvSpPr>
                <a:spLocks noChangeShapeType="1"/>
              </p:cNvSpPr>
              <p:nvPr/>
            </p:nvSpPr>
            <p:spPr bwMode="auto">
              <a:xfrm flipV="1">
                <a:off x="2776538" y="4299347"/>
                <a:ext cx="0" cy="614363"/>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07" name="Rectangle 54">
                <a:extLst>
                  <a:ext uri="{FF2B5EF4-FFF2-40B4-BE49-F238E27FC236}">
                    <a16:creationId xmlns:a16="http://schemas.microsoft.com/office/drawing/2014/main" id="{C10F01CD-CBA0-4398-A9CA-EC37F32B2803}"/>
                  </a:ext>
                </a:extLst>
              </p:cNvPr>
              <p:cNvSpPr>
                <a:spLocks noChangeArrowheads="1"/>
              </p:cNvSpPr>
              <p:nvPr/>
            </p:nvSpPr>
            <p:spPr bwMode="auto">
              <a:xfrm>
                <a:off x="4125516" y="3433762"/>
                <a:ext cx="330006"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Rs</a:t>
                </a:r>
              </a:p>
            </p:txBody>
          </p:sp>
          <p:sp>
            <p:nvSpPr>
              <p:cNvPr id="41008" name="Rectangle 55">
                <a:extLst>
                  <a:ext uri="{FF2B5EF4-FFF2-40B4-BE49-F238E27FC236}">
                    <a16:creationId xmlns:a16="http://schemas.microsoft.com/office/drawing/2014/main" id="{DD609A8F-1755-4CD4-99A3-21357618B361}"/>
                  </a:ext>
                </a:extLst>
              </p:cNvPr>
              <p:cNvSpPr>
                <a:spLocks noChangeArrowheads="1"/>
              </p:cNvSpPr>
              <p:nvPr/>
            </p:nvSpPr>
            <p:spPr bwMode="auto">
              <a:xfrm>
                <a:off x="4496990" y="3433762"/>
                <a:ext cx="300715"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Rt</a:t>
                </a:r>
              </a:p>
            </p:txBody>
          </p:sp>
          <p:sp>
            <p:nvSpPr>
              <p:cNvPr id="41009" name="Rectangle 56">
                <a:extLst>
                  <a:ext uri="{FF2B5EF4-FFF2-40B4-BE49-F238E27FC236}">
                    <a16:creationId xmlns:a16="http://schemas.microsoft.com/office/drawing/2014/main" id="{478E9607-413A-435E-AB79-CEADCFC622FF}"/>
                  </a:ext>
                </a:extLst>
              </p:cNvPr>
              <p:cNvSpPr>
                <a:spLocks noChangeArrowheads="1"/>
              </p:cNvSpPr>
              <p:nvPr/>
            </p:nvSpPr>
            <p:spPr bwMode="auto">
              <a:xfrm>
                <a:off x="3815954" y="3433762"/>
                <a:ext cx="335865"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Rd</a:t>
                </a:r>
              </a:p>
            </p:txBody>
          </p:sp>
          <p:sp>
            <p:nvSpPr>
              <p:cNvPr id="41010" name="Rectangle 57">
                <a:extLst>
                  <a:ext uri="{FF2B5EF4-FFF2-40B4-BE49-F238E27FC236}">
                    <a16:creationId xmlns:a16="http://schemas.microsoft.com/office/drawing/2014/main" id="{5D388BF7-2928-46A4-85A1-8EDC3D31FF62}"/>
                  </a:ext>
                </a:extLst>
              </p:cNvPr>
              <p:cNvSpPr>
                <a:spLocks noChangeArrowheads="1"/>
              </p:cNvSpPr>
              <p:nvPr/>
            </p:nvSpPr>
            <p:spPr bwMode="auto">
              <a:xfrm rot="5400000">
                <a:off x="6287815" y="4243803"/>
                <a:ext cx="422422" cy="23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ALU</a:t>
                </a:r>
              </a:p>
            </p:txBody>
          </p:sp>
          <p:sp>
            <p:nvSpPr>
              <p:cNvPr id="41011" name="Line 58">
                <a:extLst>
                  <a:ext uri="{FF2B5EF4-FFF2-40B4-BE49-F238E27FC236}">
                    <a16:creationId xmlns:a16="http://schemas.microsoft.com/office/drawing/2014/main" id="{20C3E1AE-9B57-45AF-A15D-1596B0645C57}"/>
                  </a:ext>
                </a:extLst>
              </p:cNvPr>
              <p:cNvSpPr>
                <a:spLocks noChangeShapeType="1"/>
              </p:cNvSpPr>
              <p:nvPr/>
            </p:nvSpPr>
            <p:spPr bwMode="auto">
              <a:xfrm>
                <a:off x="1228725" y="514350"/>
                <a:ext cx="99060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12" name="Line 59">
                <a:extLst>
                  <a:ext uri="{FF2B5EF4-FFF2-40B4-BE49-F238E27FC236}">
                    <a16:creationId xmlns:a16="http://schemas.microsoft.com/office/drawing/2014/main" id="{A86C0A7D-B600-40E5-B7DB-E5FC8C0DC7D4}"/>
                  </a:ext>
                </a:extLst>
              </p:cNvPr>
              <p:cNvSpPr>
                <a:spLocks noChangeShapeType="1"/>
              </p:cNvSpPr>
              <p:nvPr/>
            </p:nvSpPr>
            <p:spPr bwMode="auto">
              <a:xfrm>
                <a:off x="2219325" y="514350"/>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13" name="Line 60">
                <a:extLst>
                  <a:ext uri="{FF2B5EF4-FFF2-40B4-BE49-F238E27FC236}">
                    <a16:creationId xmlns:a16="http://schemas.microsoft.com/office/drawing/2014/main" id="{DF630F72-3F17-4585-8AB0-69EA611AF4AB}"/>
                  </a:ext>
                </a:extLst>
              </p:cNvPr>
              <p:cNvSpPr>
                <a:spLocks noChangeShapeType="1"/>
              </p:cNvSpPr>
              <p:nvPr/>
            </p:nvSpPr>
            <p:spPr bwMode="auto">
              <a:xfrm>
                <a:off x="2219325" y="685800"/>
                <a:ext cx="247650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14" name="Line 61">
                <a:extLst>
                  <a:ext uri="{FF2B5EF4-FFF2-40B4-BE49-F238E27FC236}">
                    <a16:creationId xmlns:a16="http://schemas.microsoft.com/office/drawing/2014/main" id="{2E4D4505-8AB4-4372-9102-A70352541CEE}"/>
                  </a:ext>
                </a:extLst>
              </p:cNvPr>
              <p:cNvSpPr>
                <a:spLocks noChangeShapeType="1"/>
              </p:cNvSpPr>
              <p:nvPr/>
            </p:nvSpPr>
            <p:spPr bwMode="auto">
              <a:xfrm>
                <a:off x="4695825" y="514350"/>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15" name="Line 62">
                <a:extLst>
                  <a:ext uri="{FF2B5EF4-FFF2-40B4-BE49-F238E27FC236}">
                    <a16:creationId xmlns:a16="http://schemas.microsoft.com/office/drawing/2014/main" id="{51900E64-25D8-4012-A217-FD30691A1E9D}"/>
                  </a:ext>
                </a:extLst>
              </p:cNvPr>
              <p:cNvSpPr>
                <a:spLocks noChangeShapeType="1"/>
              </p:cNvSpPr>
              <p:nvPr/>
            </p:nvSpPr>
            <p:spPr bwMode="auto">
              <a:xfrm>
                <a:off x="4695825" y="514350"/>
                <a:ext cx="27860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16" name="Line 63">
                <a:extLst>
                  <a:ext uri="{FF2B5EF4-FFF2-40B4-BE49-F238E27FC236}">
                    <a16:creationId xmlns:a16="http://schemas.microsoft.com/office/drawing/2014/main" id="{0A5AB8FD-2D46-4EF8-BE24-31D508146809}"/>
                  </a:ext>
                </a:extLst>
              </p:cNvPr>
              <p:cNvSpPr>
                <a:spLocks noChangeShapeType="1"/>
              </p:cNvSpPr>
              <p:nvPr/>
            </p:nvSpPr>
            <p:spPr bwMode="auto">
              <a:xfrm>
                <a:off x="7481888" y="514350"/>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17" name="Line 64">
                <a:extLst>
                  <a:ext uri="{FF2B5EF4-FFF2-40B4-BE49-F238E27FC236}">
                    <a16:creationId xmlns:a16="http://schemas.microsoft.com/office/drawing/2014/main" id="{E91F9051-FB59-4235-84E3-16E3276FF2C1}"/>
                  </a:ext>
                </a:extLst>
              </p:cNvPr>
              <p:cNvSpPr>
                <a:spLocks noChangeShapeType="1"/>
              </p:cNvSpPr>
              <p:nvPr/>
            </p:nvSpPr>
            <p:spPr bwMode="auto">
              <a:xfrm>
                <a:off x="7481887" y="685800"/>
                <a:ext cx="5572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18" name="Rectangle 65">
                <a:extLst>
                  <a:ext uri="{FF2B5EF4-FFF2-40B4-BE49-F238E27FC236}">
                    <a16:creationId xmlns:a16="http://schemas.microsoft.com/office/drawing/2014/main" id="{25FA3F83-F21D-42E0-AA9A-E579B8CC772E}"/>
                  </a:ext>
                </a:extLst>
              </p:cNvPr>
              <p:cNvSpPr>
                <a:spLocks noChangeArrowheads="1"/>
              </p:cNvSpPr>
              <p:nvPr/>
            </p:nvSpPr>
            <p:spPr bwMode="auto">
              <a:xfrm>
                <a:off x="967978" y="539353"/>
                <a:ext cx="365154"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Clk</a:t>
                </a:r>
              </a:p>
            </p:txBody>
          </p:sp>
          <p:sp>
            <p:nvSpPr>
              <p:cNvPr id="41019" name="Line 66">
                <a:extLst>
                  <a:ext uri="{FF2B5EF4-FFF2-40B4-BE49-F238E27FC236}">
                    <a16:creationId xmlns:a16="http://schemas.microsoft.com/office/drawing/2014/main" id="{FF0E5094-371B-48A4-B5F0-233E99F34FE1}"/>
                  </a:ext>
                </a:extLst>
              </p:cNvPr>
              <p:cNvSpPr>
                <a:spLocks noChangeShapeType="1"/>
              </p:cNvSpPr>
              <p:nvPr/>
            </p:nvSpPr>
            <p:spPr bwMode="auto">
              <a:xfrm>
                <a:off x="1290637" y="914400"/>
                <a:ext cx="10525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20" name="Line 67">
                <a:extLst>
                  <a:ext uri="{FF2B5EF4-FFF2-40B4-BE49-F238E27FC236}">
                    <a16:creationId xmlns:a16="http://schemas.microsoft.com/office/drawing/2014/main" id="{F3134E31-7022-4327-9D81-0F619605999B}"/>
                  </a:ext>
                </a:extLst>
              </p:cNvPr>
              <p:cNvSpPr>
                <a:spLocks noChangeShapeType="1"/>
              </p:cNvSpPr>
              <p:nvPr/>
            </p:nvSpPr>
            <p:spPr bwMode="auto">
              <a:xfrm>
                <a:off x="2343150" y="9144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21" name="Line 68">
                <a:extLst>
                  <a:ext uri="{FF2B5EF4-FFF2-40B4-BE49-F238E27FC236}">
                    <a16:creationId xmlns:a16="http://schemas.microsoft.com/office/drawing/2014/main" id="{901029E6-EC2B-4A21-842A-0694F223ACD4}"/>
                  </a:ext>
                </a:extLst>
              </p:cNvPr>
              <p:cNvSpPr>
                <a:spLocks noChangeShapeType="1"/>
              </p:cNvSpPr>
              <p:nvPr/>
            </p:nvSpPr>
            <p:spPr bwMode="auto">
              <a:xfrm>
                <a:off x="1290637" y="1085850"/>
                <a:ext cx="10525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22" name="Line 69">
                <a:extLst>
                  <a:ext uri="{FF2B5EF4-FFF2-40B4-BE49-F238E27FC236}">
                    <a16:creationId xmlns:a16="http://schemas.microsoft.com/office/drawing/2014/main" id="{9131D762-4507-478E-A346-57CE984B7C75}"/>
                  </a:ext>
                </a:extLst>
              </p:cNvPr>
              <p:cNvSpPr>
                <a:spLocks noChangeShapeType="1"/>
              </p:cNvSpPr>
              <p:nvPr/>
            </p:nvSpPr>
            <p:spPr bwMode="auto">
              <a:xfrm flipV="1">
                <a:off x="2343150" y="9144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23" name="Line 70">
                <a:extLst>
                  <a:ext uri="{FF2B5EF4-FFF2-40B4-BE49-F238E27FC236}">
                    <a16:creationId xmlns:a16="http://schemas.microsoft.com/office/drawing/2014/main" id="{1C037C22-0A3D-409D-AFBB-7047BDD4EE3E}"/>
                  </a:ext>
                </a:extLst>
              </p:cNvPr>
              <p:cNvSpPr>
                <a:spLocks noChangeShapeType="1"/>
              </p:cNvSpPr>
              <p:nvPr/>
            </p:nvSpPr>
            <p:spPr bwMode="auto">
              <a:xfrm>
                <a:off x="2466975" y="914400"/>
                <a:ext cx="51387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24" name="Rectangle 71">
                <a:extLst>
                  <a:ext uri="{FF2B5EF4-FFF2-40B4-BE49-F238E27FC236}">
                    <a16:creationId xmlns:a16="http://schemas.microsoft.com/office/drawing/2014/main" id="{2D172391-C961-4C0E-87ED-1F06A8B16A83}"/>
                  </a:ext>
                </a:extLst>
              </p:cNvPr>
              <p:cNvSpPr>
                <a:spLocks noChangeArrowheads="1"/>
              </p:cNvSpPr>
              <p:nvPr/>
            </p:nvSpPr>
            <p:spPr bwMode="auto">
              <a:xfrm>
                <a:off x="967979" y="913210"/>
                <a:ext cx="370284"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PC</a:t>
                </a:r>
              </a:p>
            </p:txBody>
          </p:sp>
          <p:sp>
            <p:nvSpPr>
              <p:cNvPr id="41025" name="Line 72">
                <a:extLst>
                  <a:ext uri="{FF2B5EF4-FFF2-40B4-BE49-F238E27FC236}">
                    <a16:creationId xmlns:a16="http://schemas.microsoft.com/office/drawing/2014/main" id="{0333CED5-9B47-473B-BB7B-B8D67AF66794}"/>
                  </a:ext>
                </a:extLst>
              </p:cNvPr>
              <p:cNvSpPr>
                <a:spLocks noChangeShapeType="1"/>
              </p:cNvSpPr>
              <p:nvPr/>
            </p:nvSpPr>
            <p:spPr bwMode="auto">
              <a:xfrm>
                <a:off x="2466975" y="1085850"/>
                <a:ext cx="51387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26" name="Line 73">
                <a:extLst>
                  <a:ext uri="{FF2B5EF4-FFF2-40B4-BE49-F238E27FC236}">
                    <a16:creationId xmlns:a16="http://schemas.microsoft.com/office/drawing/2014/main" id="{B691EB85-9A1D-44C3-81FF-C4D13872DD8E}"/>
                  </a:ext>
                </a:extLst>
              </p:cNvPr>
              <p:cNvSpPr>
                <a:spLocks noChangeShapeType="1"/>
              </p:cNvSpPr>
              <p:nvPr/>
            </p:nvSpPr>
            <p:spPr bwMode="auto">
              <a:xfrm>
                <a:off x="2219325" y="742950"/>
                <a:ext cx="0" cy="2514600"/>
              </a:xfrm>
              <a:prstGeom prst="line">
                <a:avLst/>
              </a:prstGeom>
              <a:noFill/>
              <a:ln w="25400">
                <a:solidFill>
                  <a:schemeClr val="tx1"/>
                </a:solidFill>
                <a:prstDash val="lg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27" name="Line 74">
                <a:extLst>
                  <a:ext uri="{FF2B5EF4-FFF2-40B4-BE49-F238E27FC236}">
                    <a16:creationId xmlns:a16="http://schemas.microsoft.com/office/drawing/2014/main" id="{55C4803A-C4EF-4340-B27B-EF8E1AB7EA51}"/>
                  </a:ext>
                </a:extLst>
              </p:cNvPr>
              <p:cNvSpPr>
                <a:spLocks noChangeShapeType="1"/>
              </p:cNvSpPr>
              <p:nvPr/>
            </p:nvSpPr>
            <p:spPr bwMode="auto">
              <a:xfrm>
                <a:off x="7481888" y="742950"/>
                <a:ext cx="0" cy="2514600"/>
              </a:xfrm>
              <a:prstGeom prst="line">
                <a:avLst/>
              </a:prstGeom>
              <a:noFill/>
              <a:ln w="25400">
                <a:solidFill>
                  <a:schemeClr val="tx1"/>
                </a:solidFill>
                <a:prstDash val="lg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28" name="Line 75">
                <a:extLst>
                  <a:ext uri="{FF2B5EF4-FFF2-40B4-BE49-F238E27FC236}">
                    <a16:creationId xmlns:a16="http://schemas.microsoft.com/office/drawing/2014/main" id="{CDDF5BE4-42B0-4717-8BF0-E9D11615EBF6}"/>
                  </a:ext>
                </a:extLst>
              </p:cNvPr>
              <p:cNvSpPr>
                <a:spLocks noChangeShapeType="1"/>
              </p:cNvSpPr>
              <p:nvPr/>
            </p:nvSpPr>
            <p:spPr bwMode="auto">
              <a:xfrm>
                <a:off x="7605713" y="9144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29" name="Line 76">
                <a:extLst>
                  <a:ext uri="{FF2B5EF4-FFF2-40B4-BE49-F238E27FC236}">
                    <a16:creationId xmlns:a16="http://schemas.microsoft.com/office/drawing/2014/main" id="{84173E08-0D77-44D4-9820-5C2D3B288FBE}"/>
                  </a:ext>
                </a:extLst>
              </p:cNvPr>
              <p:cNvSpPr>
                <a:spLocks noChangeShapeType="1"/>
              </p:cNvSpPr>
              <p:nvPr/>
            </p:nvSpPr>
            <p:spPr bwMode="auto">
              <a:xfrm flipV="1">
                <a:off x="7605713" y="9144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30" name="Line 77">
                <a:extLst>
                  <a:ext uri="{FF2B5EF4-FFF2-40B4-BE49-F238E27FC236}">
                    <a16:creationId xmlns:a16="http://schemas.microsoft.com/office/drawing/2014/main" id="{566F7CCF-9C8B-4D00-B73B-8118B9C3A2D2}"/>
                  </a:ext>
                </a:extLst>
              </p:cNvPr>
              <p:cNvSpPr>
                <a:spLocks noChangeShapeType="1"/>
              </p:cNvSpPr>
              <p:nvPr/>
            </p:nvSpPr>
            <p:spPr bwMode="auto">
              <a:xfrm>
                <a:off x="1724025" y="1314450"/>
                <a:ext cx="16716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31" name="Line 78">
                <a:extLst>
                  <a:ext uri="{FF2B5EF4-FFF2-40B4-BE49-F238E27FC236}">
                    <a16:creationId xmlns:a16="http://schemas.microsoft.com/office/drawing/2014/main" id="{2BBAE7DF-2C39-40AA-A41F-3627A22A6E57}"/>
                  </a:ext>
                </a:extLst>
              </p:cNvPr>
              <p:cNvSpPr>
                <a:spLocks noChangeShapeType="1"/>
              </p:cNvSpPr>
              <p:nvPr/>
            </p:nvSpPr>
            <p:spPr bwMode="auto">
              <a:xfrm>
                <a:off x="3395663" y="131445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32" name="Line 79">
                <a:extLst>
                  <a:ext uri="{FF2B5EF4-FFF2-40B4-BE49-F238E27FC236}">
                    <a16:creationId xmlns:a16="http://schemas.microsoft.com/office/drawing/2014/main" id="{47D122B6-A563-46C3-B5DF-9EB3F8071314}"/>
                  </a:ext>
                </a:extLst>
              </p:cNvPr>
              <p:cNvSpPr>
                <a:spLocks noChangeShapeType="1"/>
              </p:cNvSpPr>
              <p:nvPr/>
            </p:nvSpPr>
            <p:spPr bwMode="auto">
              <a:xfrm>
                <a:off x="1724025" y="1485900"/>
                <a:ext cx="16716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33" name="Line 80">
                <a:extLst>
                  <a:ext uri="{FF2B5EF4-FFF2-40B4-BE49-F238E27FC236}">
                    <a16:creationId xmlns:a16="http://schemas.microsoft.com/office/drawing/2014/main" id="{C39E482F-B524-4B58-898C-23FED3702B15}"/>
                  </a:ext>
                </a:extLst>
              </p:cNvPr>
              <p:cNvSpPr>
                <a:spLocks noChangeShapeType="1"/>
              </p:cNvSpPr>
              <p:nvPr/>
            </p:nvSpPr>
            <p:spPr bwMode="auto">
              <a:xfrm flipV="1">
                <a:off x="3395663" y="131445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34" name="Line 81">
                <a:extLst>
                  <a:ext uri="{FF2B5EF4-FFF2-40B4-BE49-F238E27FC236}">
                    <a16:creationId xmlns:a16="http://schemas.microsoft.com/office/drawing/2014/main" id="{2164BDAE-BF0B-4DB3-A944-17CC06122B52}"/>
                  </a:ext>
                </a:extLst>
              </p:cNvPr>
              <p:cNvSpPr>
                <a:spLocks noChangeShapeType="1"/>
              </p:cNvSpPr>
              <p:nvPr/>
            </p:nvSpPr>
            <p:spPr bwMode="auto">
              <a:xfrm>
                <a:off x="3519487" y="1314450"/>
                <a:ext cx="45196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35" name="Rectangle 82">
                <a:extLst>
                  <a:ext uri="{FF2B5EF4-FFF2-40B4-BE49-F238E27FC236}">
                    <a16:creationId xmlns:a16="http://schemas.microsoft.com/office/drawing/2014/main" id="{1B8E03A9-21AE-428A-A0B4-72825ECA9C15}"/>
                  </a:ext>
                </a:extLst>
              </p:cNvPr>
              <p:cNvSpPr>
                <a:spLocks noChangeArrowheads="1"/>
              </p:cNvSpPr>
              <p:nvPr/>
            </p:nvSpPr>
            <p:spPr bwMode="auto">
              <a:xfrm>
                <a:off x="981076" y="1223963"/>
                <a:ext cx="928688" cy="381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Rs, Rt, Rd,</a:t>
                </a:r>
              </a:p>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Op, Func</a:t>
                </a:r>
              </a:p>
            </p:txBody>
          </p:sp>
          <p:sp>
            <p:nvSpPr>
              <p:cNvPr id="41036" name="Line 83">
                <a:extLst>
                  <a:ext uri="{FF2B5EF4-FFF2-40B4-BE49-F238E27FC236}">
                    <a16:creationId xmlns:a16="http://schemas.microsoft.com/office/drawing/2014/main" id="{1F200DD1-FE26-4DD4-A67C-E3523A719AAD}"/>
                  </a:ext>
                </a:extLst>
              </p:cNvPr>
              <p:cNvSpPr>
                <a:spLocks noChangeShapeType="1"/>
              </p:cNvSpPr>
              <p:nvPr/>
            </p:nvSpPr>
            <p:spPr bwMode="auto">
              <a:xfrm>
                <a:off x="3519487" y="1485900"/>
                <a:ext cx="45196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37" name="Line 84">
                <a:extLst>
                  <a:ext uri="{FF2B5EF4-FFF2-40B4-BE49-F238E27FC236}">
                    <a16:creationId xmlns:a16="http://schemas.microsoft.com/office/drawing/2014/main" id="{474430F7-6574-4606-AF73-D8E868AA0506}"/>
                  </a:ext>
                </a:extLst>
              </p:cNvPr>
              <p:cNvSpPr>
                <a:spLocks noChangeShapeType="1"/>
              </p:cNvSpPr>
              <p:nvPr/>
            </p:nvSpPr>
            <p:spPr bwMode="auto">
              <a:xfrm>
                <a:off x="2405063" y="742950"/>
                <a:ext cx="0" cy="51435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38" name="Rectangle 85">
                <a:extLst>
                  <a:ext uri="{FF2B5EF4-FFF2-40B4-BE49-F238E27FC236}">
                    <a16:creationId xmlns:a16="http://schemas.microsoft.com/office/drawing/2014/main" id="{CF7DA79B-DEB0-471F-BA9A-36B7DF6122A4}"/>
                  </a:ext>
                </a:extLst>
              </p:cNvPr>
              <p:cNvSpPr>
                <a:spLocks noChangeArrowheads="1"/>
              </p:cNvSpPr>
              <p:nvPr/>
            </p:nvSpPr>
            <p:spPr bwMode="auto">
              <a:xfrm>
                <a:off x="2763442" y="710803"/>
                <a:ext cx="661964"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Clk-to-Q</a:t>
                </a:r>
              </a:p>
            </p:txBody>
          </p:sp>
          <p:sp>
            <p:nvSpPr>
              <p:cNvPr id="41039" name="Line 86">
                <a:extLst>
                  <a:ext uri="{FF2B5EF4-FFF2-40B4-BE49-F238E27FC236}">
                    <a16:creationId xmlns:a16="http://schemas.microsoft.com/office/drawing/2014/main" id="{C8319AF6-5C31-4515-83D3-B5C7418DD683}"/>
                  </a:ext>
                </a:extLst>
              </p:cNvPr>
              <p:cNvSpPr>
                <a:spLocks noChangeShapeType="1"/>
              </p:cNvSpPr>
              <p:nvPr/>
            </p:nvSpPr>
            <p:spPr bwMode="auto">
              <a:xfrm flipH="1">
                <a:off x="2405063" y="800100"/>
                <a:ext cx="371475"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40" name="Line 87">
                <a:extLst>
                  <a:ext uri="{FF2B5EF4-FFF2-40B4-BE49-F238E27FC236}">
                    <a16:creationId xmlns:a16="http://schemas.microsoft.com/office/drawing/2014/main" id="{E35198EB-77C2-4799-B783-0D98097C1C74}"/>
                  </a:ext>
                </a:extLst>
              </p:cNvPr>
              <p:cNvSpPr>
                <a:spLocks noChangeShapeType="1"/>
              </p:cNvSpPr>
              <p:nvPr/>
            </p:nvSpPr>
            <p:spPr bwMode="auto">
              <a:xfrm flipH="1">
                <a:off x="1847850" y="800100"/>
                <a:ext cx="371475"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41" name="Line 88">
                <a:extLst>
                  <a:ext uri="{FF2B5EF4-FFF2-40B4-BE49-F238E27FC236}">
                    <a16:creationId xmlns:a16="http://schemas.microsoft.com/office/drawing/2014/main" id="{3FE0B59D-CBB9-42FF-B14F-1C392E08849E}"/>
                  </a:ext>
                </a:extLst>
              </p:cNvPr>
              <p:cNvSpPr>
                <a:spLocks noChangeShapeType="1"/>
              </p:cNvSpPr>
              <p:nvPr/>
            </p:nvSpPr>
            <p:spPr bwMode="auto">
              <a:xfrm>
                <a:off x="1414462" y="1714500"/>
                <a:ext cx="29098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42" name="Line 89">
                <a:extLst>
                  <a:ext uri="{FF2B5EF4-FFF2-40B4-BE49-F238E27FC236}">
                    <a16:creationId xmlns:a16="http://schemas.microsoft.com/office/drawing/2014/main" id="{5928F60C-2E9C-42C1-9D6E-4229CFD28D03}"/>
                  </a:ext>
                </a:extLst>
              </p:cNvPr>
              <p:cNvSpPr>
                <a:spLocks noChangeShapeType="1"/>
              </p:cNvSpPr>
              <p:nvPr/>
            </p:nvSpPr>
            <p:spPr bwMode="auto">
              <a:xfrm>
                <a:off x="4324350" y="17145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43" name="Line 90">
                <a:extLst>
                  <a:ext uri="{FF2B5EF4-FFF2-40B4-BE49-F238E27FC236}">
                    <a16:creationId xmlns:a16="http://schemas.microsoft.com/office/drawing/2014/main" id="{2C9FACA1-72A8-4B5E-997D-45383F0D1FDF}"/>
                  </a:ext>
                </a:extLst>
              </p:cNvPr>
              <p:cNvSpPr>
                <a:spLocks noChangeShapeType="1"/>
              </p:cNvSpPr>
              <p:nvPr/>
            </p:nvSpPr>
            <p:spPr bwMode="auto">
              <a:xfrm>
                <a:off x="1414462" y="1885950"/>
                <a:ext cx="29098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44" name="Line 91">
                <a:extLst>
                  <a:ext uri="{FF2B5EF4-FFF2-40B4-BE49-F238E27FC236}">
                    <a16:creationId xmlns:a16="http://schemas.microsoft.com/office/drawing/2014/main" id="{F5DF84A4-CF90-411A-A03D-FBFFECCFC9C1}"/>
                  </a:ext>
                </a:extLst>
              </p:cNvPr>
              <p:cNvSpPr>
                <a:spLocks noChangeShapeType="1"/>
              </p:cNvSpPr>
              <p:nvPr/>
            </p:nvSpPr>
            <p:spPr bwMode="auto">
              <a:xfrm flipV="1">
                <a:off x="4324350" y="17145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45" name="Line 92">
                <a:extLst>
                  <a:ext uri="{FF2B5EF4-FFF2-40B4-BE49-F238E27FC236}">
                    <a16:creationId xmlns:a16="http://schemas.microsoft.com/office/drawing/2014/main" id="{1A381A27-CD92-4657-B8EC-C6AC9C21A66A}"/>
                  </a:ext>
                </a:extLst>
              </p:cNvPr>
              <p:cNvSpPr>
                <a:spLocks noChangeShapeType="1"/>
              </p:cNvSpPr>
              <p:nvPr/>
            </p:nvSpPr>
            <p:spPr bwMode="auto">
              <a:xfrm>
                <a:off x="4448175" y="1714500"/>
                <a:ext cx="359092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46" name="Line 93">
                <a:extLst>
                  <a:ext uri="{FF2B5EF4-FFF2-40B4-BE49-F238E27FC236}">
                    <a16:creationId xmlns:a16="http://schemas.microsoft.com/office/drawing/2014/main" id="{F8FDF068-53A9-474A-B083-D6FC832E60C0}"/>
                  </a:ext>
                </a:extLst>
              </p:cNvPr>
              <p:cNvSpPr>
                <a:spLocks noChangeShapeType="1"/>
              </p:cNvSpPr>
              <p:nvPr/>
            </p:nvSpPr>
            <p:spPr bwMode="auto">
              <a:xfrm>
                <a:off x="4448175" y="1885950"/>
                <a:ext cx="359092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47" name="Line 94">
                <a:extLst>
                  <a:ext uri="{FF2B5EF4-FFF2-40B4-BE49-F238E27FC236}">
                    <a16:creationId xmlns:a16="http://schemas.microsoft.com/office/drawing/2014/main" id="{AC5BEFD7-4D85-46B6-9489-7DE11BFE97EF}"/>
                  </a:ext>
                </a:extLst>
              </p:cNvPr>
              <p:cNvSpPr>
                <a:spLocks noChangeShapeType="1"/>
              </p:cNvSpPr>
              <p:nvPr/>
            </p:nvSpPr>
            <p:spPr bwMode="auto">
              <a:xfrm>
                <a:off x="1414462" y="2514600"/>
                <a:ext cx="37766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48" name="Line 95">
                <a:extLst>
                  <a:ext uri="{FF2B5EF4-FFF2-40B4-BE49-F238E27FC236}">
                    <a16:creationId xmlns:a16="http://schemas.microsoft.com/office/drawing/2014/main" id="{C39CA6F1-B22F-4C58-A035-715EAE39476F}"/>
                  </a:ext>
                </a:extLst>
              </p:cNvPr>
              <p:cNvSpPr>
                <a:spLocks noChangeShapeType="1"/>
              </p:cNvSpPr>
              <p:nvPr/>
            </p:nvSpPr>
            <p:spPr bwMode="auto">
              <a:xfrm>
                <a:off x="5191125" y="25146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49" name="Line 96">
                <a:extLst>
                  <a:ext uri="{FF2B5EF4-FFF2-40B4-BE49-F238E27FC236}">
                    <a16:creationId xmlns:a16="http://schemas.microsoft.com/office/drawing/2014/main" id="{4028B128-ACD2-494D-ADA6-EB130A3E2204}"/>
                  </a:ext>
                </a:extLst>
              </p:cNvPr>
              <p:cNvSpPr>
                <a:spLocks noChangeShapeType="1"/>
              </p:cNvSpPr>
              <p:nvPr/>
            </p:nvSpPr>
            <p:spPr bwMode="auto">
              <a:xfrm>
                <a:off x="1414462" y="2686050"/>
                <a:ext cx="37766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50" name="Line 97">
                <a:extLst>
                  <a:ext uri="{FF2B5EF4-FFF2-40B4-BE49-F238E27FC236}">
                    <a16:creationId xmlns:a16="http://schemas.microsoft.com/office/drawing/2014/main" id="{8A1EC93B-80C5-4BFE-A0F5-B138FB58E313}"/>
                  </a:ext>
                </a:extLst>
              </p:cNvPr>
              <p:cNvSpPr>
                <a:spLocks noChangeShapeType="1"/>
              </p:cNvSpPr>
              <p:nvPr/>
            </p:nvSpPr>
            <p:spPr bwMode="auto">
              <a:xfrm flipV="1">
                <a:off x="5191125" y="25146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51" name="Line 98">
                <a:extLst>
                  <a:ext uri="{FF2B5EF4-FFF2-40B4-BE49-F238E27FC236}">
                    <a16:creationId xmlns:a16="http://schemas.microsoft.com/office/drawing/2014/main" id="{4CEC8FCE-3B1B-40DF-8BB6-C1EC73A57DC1}"/>
                  </a:ext>
                </a:extLst>
              </p:cNvPr>
              <p:cNvSpPr>
                <a:spLocks noChangeShapeType="1"/>
              </p:cNvSpPr>
              <p:nvPr/>
            </p:nvSpPr>
            <p:spPr bwMode="auto">
              <a:xfrm>
                <a:off x="5314950" y="2686050"/>
                <a:ext cx="272415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52" name="Line 99">
                <a:extLst>
                  <a:ext uri="{FF2B5EF4-FFF2-40B4-BE49-F238E27FC236}">
                    <a16:creationId xmlns:a16="http://schemas.microsoft.com/office/drawing/2014/main" id="{5B564ADE-3EF8-4252-9736-4899B1349299}"/>
                  </a:ext>
                </a:extLst>
              </p:cNvPr>
              <p:cNvSpPr>
                <a:spLocks noChangeShapeType="1"/>
              </p:cNvSpPr>
              <p:nvPr/>
            </p:nvSpPr>
            <p:spPr bwMode="auto">
              <a:xfrm>
                <a:off x="1414463" y="2914650"/>
                <a:ext cx="470535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53" name="Line 100">
                <a:extLst>
                  <a:ext uri="{FF2B5EF4-FFF2-40B4-BE49-F238E27FC236}">
                    <a16:creationId xmlns:a16="http://schemas.microsoft.com/office/drawing/2014/main" id="{DC14D5B4-EEE4-415B-B59E-3EB5B6E068DE}"/>
                  </a:ext>
                </a:extLst>
              </p:cNvPr>
              <p:cNvSpPr>
                <a:spLocks noChangeShapeType="1"/>
              </p:cNvSpPr>
              <p:nvPr/>
            </p:nvSpPr>
            <p:spPr bwMode="auto">
              <a:xfrm>
                <a:off x="6119813" y="291465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54" name="Line 101">
                <a:extLst>
                  <a:ext uri="{FF2B5EF4-FFF2-40B4-BE49-F238E27FC236}">
                    <a16:creationId xmlns:a16="http://schemas.microsoft.com/office/drawing/2014/main" id="{83D8C08F-D23D-4E41-88CF-70B2169E949A}"/>
                  </a:ext>
                </a:extLst>
              </p:cNvPr>
              <p:cNvSpPr>
                <a:spLocks noChangeShapeType="1"/>
              </p:cNvSpPr>
              <p:nvPr/>
            </p:nvSpPr>
            <p:spPr bwMode="auto">
              <a:xfrm>
                <a:off x="1414463" y="3086100"/>
                <a:ext cx="470535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55" name="Line 102">
                <a:extLst>
                  <a:ext uri="{FF2B5EF4-FFF2-40B4-BE49-F238E27FC236}">
                    <a16:creationId xmlns:a16="http://schemas.microsoft.com/office/drawing/2014/main" id="{F1883223-12AA-4C62-AA7A-2823F06A030A}"/>
                  </a:ext>
                </a:extLst>
              </p:cNvPr>
              <p:cNvSpPr>
                <a:spLocks noChangeShapeType="1"/>
              </p:cNvSpPr>
              <p:nvPr/>
            </p:nvSpPr>
            <p:spPr bwMode="auto">
              <a:xfrm flipV="1">
                <a:off x="6119813" y="291465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56" name="Line 103">
                <a:extLst>
                  <a:ext uri="{FF2B5EF4-FFF2-40B4-BE49-F238E27FC236}">
                    <a16:creationId xmlns:a16="http://schemas.microsoft.com/office/drawing/2014/main" id="{90925283-68F1-427F-800E-9DD89754A51F}"/>
                  </a:ext>
                </a:extLst>
              </p:cNvPr>
              <p:cNvSpPr>
                <a:spLocks noChangeShapeType="1"/>
              </p:cNvSpPr>
              <p:nvPr/>
            </p:nvSpPr>
            <p:spPr bwMode="auto">
              <a:xfrm>
                <a:off x="6243637" y="2914650"/>
                <a:ext cx="17954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57" name="Line 104">
                <a:extLst>
                  <a:ext uri="{FF2B5EF4-FFF2-40B4-BE49-F238E27FC236}">
                    <a16:creationId xmlns:a16="http://schemas.microsoft.com/office/drawing/2014/main" id="{2E9060A8-06DB-440E-834B-E25FDFAD226B}"/>
                  </a:ext>
                </a:extLst>
              </p:cNvPr>
              <p:cNvSpPr>
                <a:spLocks noChangeShapeType="1"/>
              </p:cNvSpPr>
              <p:nvPr/>
            </p:nvSpPr>
            <p:spPr bwMode="auto">
              <a:xfrm>
                <a:off x="6243637" y="3086100"/>
                <a:ext cx="17954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58" name="Rectangle 105">
                <a:extLst>
                  <a:ext uri="{FF2B5EF4-FFF2-40B4-BE49-F238E27FC236}">
                    <a16:creationId xmlns:a16="http://schemas.microsoft.com/office/drawing/2014/main" id="{EF56F703-4E86-4D79-B410-37D875B0E916}"/>
                  </a:ext>
                </a:extLst>
              </p:cNvPr>
              <p:cNvSpPr>
                <a:spLocks noChangeArrowheads="1"/>
              </p:cNvSpPr>
              <p:nvPr/>
            </p:nvSpPr>
            <p:spPr bwMode="auto">
              <a:xfrm>
                <a:off x="967978" y="1687116"/>
                <a:ext cx="632222"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ALUctr</a:t>
                </a:r>
              </a:p>
            </p:txBody>
          </p:sp>
          <p:sp>
            <p:nvSpPr>
              <p:cNvPr id="41059" name="Line 106">
                <a:extLst>
                  <a:ext uri="{FF2B5EF4-FFF2-40B4-BE49-F238E27FC236}">
                    <a16:creationId xmlns:a16="http://schemas.microsoft.com/office/drawing/2014/main" id="{409811A8-7DDD-4C6D-A8FA-F9358FEAF934}"/>
                  </a:ext>
                </a:extLst>
              </p:cNvPr>
              <p:cNvSpPr>
                <a:spLocks noChangeShapeType="1"/>
              </p:cNvSpPr>
              <p:nvPr/>
            </p:nvSpPr>
            <p:spPr bwMode="auto">
              <a:xfrm>
                <a:off x="3457575" y="1143000"/>
                <a:ext cx="0" cy="165735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60" name="Rectangle 107">
                <a:extLst>
                  <a:ext uri="{FF2B5EF4-FFF2-40B4-BE49-F238E27FC236}">
                    <a16:creationId xmlns:a16="http://schemas.microsoft.com/office/drawing/2014/main" id="{665AD4F9-4ACC-4FC2-B122-AE27AF4D7997}"/>
                  </a:ext>
                </a:extLst>
              </p:cNvPr>
              <p:cNvSpPr>
                <a:spLocks noChangeArrowheads="1"/>
              </p:cNvSpPr>
              <p:nvPr/>
            </p:nvSpPr>
            <p:spPr bwMode="auto">
              <a:xfrm>
                <a:off x="3506391" y="1110853"/>
                <a:ext cx="2136254"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Instruction Memory Access Time</a:t>
                </a:r>
              </a:p>
            </p:txBody>
          </p:sp>
          <p:sp>
            <p:nvSpPr>
              <p:cNvPr id="41061" name="Line 108">
                <a:extLst>
                  <a:ext uri="{FF2B5EF4-FFF2-40B4-BE49-F238E27FC236}">
                    <a16:creationId xmlns:a16="http://schemas.microsoft.com/office/drawing/2014/main" id="{F062DDE0-3B0B-49A4-BE3F-08ED3CFBB0F5}"/>
                  </a:ext>
                </a:extLst>
              </p:cNvPr>
              <p:cNvSpPr>
                <a:spLocks noChangeShapeType="1"/>
              </p:cNvSpPr>
              <p:nvPr/>
            </p:nvSpPr>
            <p:spPr bwMode="auto">
              <a:xfrm>
                <a:off x="2405062" y="1200150"/>
                <a:ext cx="1052513"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62" name="Rectangle 109">
                <a:extLst>
                  <a:ext uri="{FF2B5EF4-FFF2-40B4-BE49-F238E27FC236}">
                    <a16:creationId xmlns:a16="http://schemas.microsoft.com/office/drawing/2014/main" id="{F497A1E2-12AF-4991-A787-BC0E2B47E12A}"/>
                  </a:ext>
                </a:extLst>
              </p:cNvPr>
              <p:cNvSpPr>
                <a:spLocks noChangeArrowheads="1"/>
              </p:cNvSpPr>
              <p:nvPr/>
            </p:nvSpPr>
            <p:spPr bwMode="auto">
              <a:xfrm>
                <a:off x="2515790" y="1687116"/>
                <a:ext cx="756047"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Old Value</a:t>
                </a:r>
              </a:p>
            </p:txBody>
          </p:sp>
          <p:sp>
            <p:nvSpPr>
              <p:cNvPr id="41063" name="Rectangle 110">
                <a:extLst>
                  <a:ext uri="{FF2B5EF4-FFF2-40B4-BE49-F238E27FC236}">
                    <a16:creationId xmlns:a16="http://schemas.microsoft.com/office/drawing/2014/main" id="{11223B4C-2CFA-409F-9482-6AEFEEFE598C}"/>
                  </a:ext>
                </a:extLst>
              </p:cNvPr>
              <p:cNvSpPr>
                <a:spLocks noChangeArrowheads="1"/>
              </p:cNvSpPr>
              <p:nvPr/>
            </p:nvSpPr>
            <p:spPr bwMode="auto">
              <a:xfrm>
                <a:off x="4806553" y="1687116"/>
                <a:ext cx="879872"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New Value</a:t>
                </a:r>
              </a:p>
            </p:txBody>
          </p:sp>
          <p:sp>
            <p:nvSpPr>
              <p:cNvPr id="41064" name="Line 111">
                <a:extLst>
                  <a:ext uri="{FF2B5EF4-FFF2-40B4-BE49-F238E27FC236}">
                    <a16:creationId xmlns:a16="http://schemas.microsoft.com/office/drawing/2014/main" id="{634068F1-AC30-443B-A802-A0B01A464E8A}"/>
                  </a:ext>
                </a:extLst>
              </p:cNvPr>
              <p:cNvSpPr>
                <a:spLocks noChangeShapeType="1"/>
              </p:cNvSpPr>
              <p:nvPr/>
            </p:nvSpPr>
            <p:spPr bwMode="auto">
              <a:xfrm>
                <a:off x="4386263" y="1543050"/>
                <a:ext cx="0" cy="80010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65" name="Line 112">
                <a:extLst>
                  <a:ext uri="{FF2B5EF4-FFF2-40B4-BE49-F238E27FC236}">
                    <a16:creationId xmlns:a16="http://schemas.microsoft.com/office/drawing/2014/main" id="{57D365AF-2D6F-4F51-A0EB-2D79CF8A334B}"/>
                  </a:ext>
                </a:extLst>
              </p:cNvPr>
              <p:cNvSpPr>
                <a:spLocks noChangeShapeType="1"/>
              </p:cNvSpPr>
              <p:nvPr/>
            </p:nvSpPr>
            <p:spPr bwMode="auto">
              <a:xfrm>
                <a:off x="1414463" y="2114550"/>
                <a:ext cx="309562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66" name="Line 113">
                <a:extLst>
                  <a:ext uri="{FF2B5EF4-FFF2-40B4-BE49-F238E27FC236}">
                    <a16:creationId xmlns:a16="http://schemas.microsoft.com/office/drawing/2014/main" id="{DB1AFF1F-AACA-4BB9-842F-AAD846EB9F05}"/>
                  </a:ext>
                </a:extLst>
              </p:cNvPr>
              <p:cNvSpPr>
                <a:spLocks noChangeShapeType="1"/>
              </p:cNvSpPr>
              <p:nvPr/>
            </p:nvSpPr>
            <p:spPr bwMode="auto">
              <a:xfrm flipH="1">
                <a:off x="4324350" y="211455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67" name="Line 114">
                <a:extLst>
                  <a:ext uri="{FF2B5EF4-FFF2-40B4-BE49-F238E27FC236}">
                    <a16:creationId xmlns:a16="http://schemas.microsoft.com/office/drawing/2014/main" id="{C254FF25-36FF-42B1-88F8-82E03FB38082}"/>
                  </a:ext>
                </a:extLst>
              </p:cNvPr>
              <p:cNvSpPr>
                <a:spLocks noChangeShapeType="1"/>
              </p:cNvSpPr>
              <p:nvPr/>
            </p:nvSpPr>
            <p:spPr bwMode="auto">
              <a:xfrm>
                <a:off x="1414462" y="2286000"/>
                <a:ext cx="29098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68" name="Line 115">
                <a:extLst>
                  <a:ext uri="{FF2B5EF4-FFF2-40B4-BE49-F238E27FC236}">
                    <a16:creationId xmlns:a16="http://schemas.microsoft.com/office/drawing/2014/main" id="{75DA107F-458D-4C74-BB6A-7A8AADC19F69}"/>
                  </a:ext>
                </a:extLst>
              </p:cNvPr>
              <p:cNvSpPr>
                <a:spLocks noChangeShapeType="1"/>
              </p:cNvSpPr>
              <p:nvPr/>
            </p:nvSpPr>
            <p:spPr bwMode="auto">
              <a:xfrm>
                <a:off x="4448175" y="2114550"/>
                <a:ext cx="359092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69" name="Rectangle 116">
                <a:extLst>
                  <a:ext uri="{FF2B5EF4-FFF2-40B4-BE49-F238E27FC236}">
                    <a16:creationId xmlns:a16="http://schemas.microsoft.com/office/drawing/2014/main" id="{31254046-3AD4-422F-926B-0475AA9AF1B6}"/>
                  </a:ext>
                </a:extLst>
              </p:cNvPr>
              <p:cNvSpPr>
                <a:spLocks noChangeArrowheads="1"/>
              </p:cNvSpPr>
              <p:nvPr/>
            </p:nvSpPr>
            <p:spPr bwMode="auto">
              <a:xfrm>
                <a:off x="967978" y="2087166"/>
                <a:ext cx="632222"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RegWr</a:t>
                </a:r>
              </a:p>
            </p:txBody>
          </p:sp>
          <p:sp>
            <p:nvSpPr>
              <p:cNvPr id="41070" name="Rectangle 117">
                <a:extLst>
                  <a:ext uri="{FF2B5EF4-FFF2-40B4-BE49-F238E27FC236}">
                    <a16:creationId xmlns:a16="http://schemas.microsoft.com/office/drawing/2014/main" id="{42430B9A-C530-493E-B8A7-AF456E08E98A}"/>
                  </a:ext>
                </a:extLst>
              </p:cNvPr>
              <p:cNvSpPr>
                <a:spLocks noChangeArrowheads="1"/>
              </p:cNvSpPr>
              <p:nvPr/>
            </p:nvSpPr>
            <p:spPr bwMode="auto">
              <a:xfrm>
                <a:off x="2515790" y="2087166"/>
                <a:ext cx="756047"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Old Value</a:t>
                </a:r>
              </a:p>
            </p:txBody>
          </p:sp>
          <p:sp>
            <p:nvSpPr>
              <p:cNvPr id="41071" name="Rectangle 118">
                <a:extLst>
                  <a:ext uri="{FF2B5EF4-FFF2-40B4-BE49-F238E27FC236}">
                    <a16:creationId xmlns:a16="http://schemas.microsoft.com/office/drawing/2014/main" id="{39A38333-0BF4-4573-A43F-D52826217FDB}"/>
                  </a:ext>
                </a:extLst>
              </p:cNvPr>
              <p:cNvSpPr>
                <a:spLocks noChangeArrowheads="1"/>
              </p:cNvSpPr>
              <p:nvPr/>
            </p:nvSpPr>
            <p:spPr bwMode="auto">
              <a:xfrm>
                <a:off x="4806553" y="2087166"/>
                <a:ext cx="879872"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New Value</a:t>
                </a:r>
              </a:p>
            </p:txBody>
          </p:sp>
          <p:sp>
            <p:nvSpPr>
              <p:cNvPr id="41072" name="Line 119">
                <a:extLst>
                  <a:ext uri="{FF2B5EF4-FFF2-40B4-BE49-F238E27FC236}">
                    <a16:creationId xmlns:a16="http://schemas.microsoft.com/office/drawing/2014/main" id="{4854E57A-5656-477A-8242-56B6456F1976}"/>
                  </a:ext>
                </a:extLst>
              </p:cNvPr>
              <p:cNvSpPr>
                <a:spLocks noChangeShapeType="1"/>
              </p:cNvSpPr>
              <p:nvPr/>
            </p:nvSpPr>
            <p:spPr bwMode="auto">
              <a:xfrm>
                <a:off x="3457575" y="1600200"/>
                <a:ext cx="928688"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73" name="Rectangle 120">
                <a:extLst>
                  <a:ext uri="{FF2B5EF4-FFF2-40B4-BE49-F238E27FC236}">
                    <a16:creationId xmlns:a16="http://schemas.microsoft.com/office/drawing/2014/main" id="{83440DFE-8988-4CE8-AAC8-7D38DEEC33F3}"/>
                  </a:ext>
                </a:extLst>
              </p:cNvPr>
              <p:cNvSpPr>
                <a:spLocks noChangeArrowheads="1"/>
              </p:cNvSpPr>
              <p:nvPr/>
            </p:nvSpPr>
            <p:spPr bwMode="auto">
              <a:xfrm>
                <a:off x="4373167" y="1510904"/>
                <a:ext cx="1858971"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Delay through Control Logic</a:t>
                </a:r>
              </a:p>
            </p:txBody>
          </p:sp>
          <p:sp>
            <p:nvSpPr>
              <p:cNvPr id="41074" name="Line 121">
                <a:extLst>
                  <a:ext uri="{FF2B5EF4-FFF2-40B4-BE49-F238E27FC236}">
                    <a16:creationId xmlns:a16="http://schemas.microsoft.com/office/drawing/2014/main" id="{D2572080-1921-436F-AB7A-0FD2BF625A7C}"/>
                  </a:ext>
                </a:extLst>
              </p:cNvPr>
              <p:cNvSpPr>
                <a:spLocks noChangeShapeType="1"/>
              </p:cNvSpPr>
              <p:nvPr/>
            </p:nvSpPr>
            <p:spPr bwMode="auto">
              <a:xfrm>
                <a:off x="5314950" y="2514600"/>
                <a:ext cx="272415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75" name="Rectangle 122">
                <a:extLst>
                  <a:ext uri="{FF2B5EF4-FFF2-40B4-BE49-F238E27FC236}">
                    <a16:creationId xmlns:a16="http://schemas.microsoft.com/office/drawing/2014/main" id="{3692FAB6-C064-4C52-ACE5-F5FE7FCCD450}"/>
                  </a:ext>
                </a:extLst>
              </p:cNvPr>
              <p:cNvSpPr>
                <a:spLocks noChangeArrowheads="1"/>
              </p:cNvSpPr>
              <p:nvPr/>
            </p:nvSpPr>
            <p:spPr bwMode="auto">
              <a:xfrm>
                <a:off x="967978" y="2487216"/>
                <a:ext cx="632222" cy="381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busA, B</a:t>
                </a:r>
              </a:p>
            </p:txBody>
          </p:sp>
          <p:sp>
            <p:nvSpPr>
              <p:cNvPr id="41076" name="Line 123">
                <a:extLst>
                  <a:ext uri="{FF2B5EF4-FFF2-40B4-BE49-F238E27FC236}">
                    <a16:creationId xmlns:a16="http://schemas.microsoft.com/office/drawing/2014/main" id="{08FEBB1B-CB25-4D40-8A1C-30E97FF75269}"/>
                  </a:ext>
                </a:extLst>
              </p:cNvPr>
              <p:cNvSpPr>
                <a:spLocks noChangeShapeType="1"/>
              </p:cNvSpPr>
              <p:nvPr/>
            </p:nvSpPr>
            <p:spPr bwMode="auto">
              <a:xfrm>
                <a:off x="5253038" y="2343150"/>
                <a:ext cx="0" cy="51435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77" name="Line 124">
                <a:extLst>
                  <a:ext uri="{FF2B5EF4-FFF2-40B4-BE49-F238E27FC236}">
                    <a16:creationId xmlns:a16="http://schemas.microsoft.com/office/drawing/2014/main" id="{2214E7AD-FB7D-48C1-A565-42D364A7091C}"/>
                  </a:ext>
                </a:extLst>
              </p:cNvPr>
              <p:cNvSpPr>
                <a:spLocks noChangeShapeType="1"/>
              </p:cNvSpPr>
              <p:nvPr/>
            </p:nvSpPr>
            <p:spPr bwMode="auto">
              <a:xfrm>
                <a:off x="3457575" y="2400300"/>
                <a:ext cx="1795463"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78" name="Rectangle 125">
                <a:extLst>
                  <a:ext uri="{FF2B5EF4-FFF2-40B4-BE49-F238E27FC236}">
                    <a16:creationId xmlns:a16="http://schemas.microsoft.com/office/drawing/2014/main" id="{B317F787-C972-41D8-887C-D4507B8011E0}"/>
                  </a:ext>
                </a:extLst>
              </p:cNvPr>
              <p:cNvSpPr>
                <a:spLocks noChangeArrowheads="1"/>
              </p:cNvSpPr>
              <p:nvPr/>
            </p:nvSpPr>
            <p:spPr bwMode="auto">
              <a:xfrm>
                <a:off x="5239942" y="2311003"/>
                <a:ext cx="1728139"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Register File Access Time</a:t>
                </a:r>
              </a:p>
            </p:txBody>
          </p:sp>
          <p:sp>
            <p:nvSpPr>
              <p:cNvPr id="41079" name="Rectangle 126">
                <a:extLst>
                  <a:ext uri="{FF2B5EF4-FFF2-40B4-BE49-F238E27FC236}">
                    <a16:creationId xmlns:a16="http://schemas.microsoft.com/office/drawing/2014/main" id="{96FA7361-64D6-4F9A-8E91-47489F59B80F}"/>
                  </a:ext>
                </a:extLst>
              </p:cNvPr>
              <p:cNvSpPr>
                <a:spLocks noChangeArrowheads="1"/>
              </p:cNvSpPr>
              <p:nvPr/>
            </p:nvSpPr>
            <p:spPr bwMode="auto">
              <a:xfrm>
                <a:off x="2577703" y="2487216"/>
                <a:ext cx="756047"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Old Value</a:t>
                </a:r>
              </a:p>
            </p:txBody>
          </p:sp>
          <p:sp>
            <p:nvSpPr>
              <p:cNvPr id="41080" name="Rectangle 127">
                <a:extLst>
                  <a:ext uri="{FF2B5EF4-FFF2-40B4-BE49-F238E27FC236}">
                    <a16:creationId xmlns:a16="http://schemas.microsoft.com/office/drawing/2014/main" id="{209007E9-F3BA-413A-92E4-3C00FBF0DC36}"/>
                  </a:ext>
                </a:extLst>
              </p:cNvPr>
              <p:cNvSpPr>
                <a:spLocks noChangeArrowheads="1"/>
              </p:cNvSpPr>
              <p:nvPr/>
            </p:nvSpPr>
            <p:spPr bwMode="auto">
              <a:xfrm>
                <a:off x="5735241" y="2487216"/>
                <a:ext cx="879872"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New Value</a:t>
                </a:r>
              </a:p>
            </p:txBody>
          </p:sp>
          <p:sp>
            <p:nvSpPr>
              <p:cNvPr id="41081" name="Rectangle 128">
                <a:extLst>
                  <a:ext uri="{FF2B5EF4-FFF2-40B4-BE49-F238E27FC236}">
                    <a16:creationId xmlns:a16="http://schemas.microsoft.com/office/drawing/2014/main" id="{08BFE74D-5776-4F3D-B0BE-E8C5D70F18C8}"/>
                  </a:ext>
                </a:extLst>
              </p:cNvPr>
              <p:cNvSpPr>
                <a:spLocks noChangeArrowheads="1"/>
              </p:cNvSpPr>
              <p:nvPr/>
            </p:nvSpPr>
            <p:spPr bwMode="auto">
              <a:xfrm>
                <a:off x="967978" y="2887266"/>
                <a:ext cx="632222"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busW</a:t>
                </a:r>
              </a:p>
            </p:txBody>
          </p:sp>
          <p:sp>
            <p:nvSpPr>
              <p:cNvPr id="41082" name="Line 129">
                <a:extLst>
                  <a:ext uri="{FF2B5EF4-FFF2-40B4-BE49-F238E27FC236}">
                    <a16:creationId xmlns:a16="http://schemas.microsoft.com/office/drawing/2014/main" id="{B52D8993-743D-44BD-9930-9A13886170ED}"/>
                  </a:ext>
                </a:extLst>
              </p:cNvPr>
              <p:cNvSpPr>
                <a:spLocks noChangeShapeType="1"/>
              </p:cNvSpPr>
              <p:nvPr/>
            </p:nvSpPr>
            <p:spPr bwMode="auto">
              <a:xfrm>
                <a:off x="6181725" y="2743200"/>
                <a:ext cx="0" cy="51435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83" name="Line 130">
                <a:extLst>
                  <a:ext uri="{FF2B5EF4-FFF2-40B4-BE49-F238E27FC236}">
                    <a16:creationId xmlns:a16="http://schemas.microsoft.com/office/drawing/2014/main" id="{80369036-DFD0-4968-9703-C3E0840F68C1}"/>
                  </a:ext>
                </a:extLst>
              </p:cNvPr>
              <p:cNvSpPr>
                <a:spLocks noChangeShapeType="1"/>
              </p:cNvSpPr>
              <p:nvPr/>
            </p:nvSpPr>
            <p:spPr bwMode="auto">
              <a:xfrm>
                <a:off x="5253037" y="2800350"/>
                <a:ext cx="928688"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84" name="Rectangle 131">
                <a:extLst>
                  <a:ext uri="{FF2B5EF4-FFF2-40B4-BE49-F238E27FC236}">
                    <a16:creationId xmlns:a16="http://schemas.microsoft.com/office/drawing/2014/main" id="{8E431D81-903D-4F3B-8C0A-4337E0EF44A6}"/>
                  </a:ext>
                </a:extLst>
              </p:cNvPr>
              <p:cNvSpPr>
                <a:spLocks noChangeArrowheads="1"/>
              </p:cNvSpPr>
              <p:nvPr/>
            </p:nvSpPr>
            <p:spPr bwMode="auto">
              <a:xfrm>
                <a:off x="6230540" y="2711053"/>
                <a:ext cx="796701"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ALU Delay</a:t>
                </a:r>
              </a:p>
            </p:txBody>
          </p:sp>
          <p:sp>
            <p:nvSpPr>
              <p:cNvPr id="41085" name="Rectangle 132">
                <a:extLst>
                  <a:ext uri="{FF2B5EF4-FFF2-40B4-BE49-F238E27FC236}">
                    <a16:creationId xmlns:a16="http://schemas.microsoft.com/office/drawing/2014/main" id="{7AC70FE2-449A-45A6-9DE8-4D2BFCCB354F}"/>
                  </a:ext>
                </a:extLst>
              </p:cNvPr>
              <p:cNvSpPr>
                <a:spLocks noChangeArrowheads="1"/>
              </p:cNvSpPr>
              <p:nvPr/>
            </p:nvSpPr>
            <p:spPr bwMode="auto">
              <a:xfrm>
                <a:off x="2577703" y="2887266"/>
                <a:ext cx="756047"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Old Value</a:t>
                </a:r>
              </a:p>
            </p:txBody>
          </p:sp>
          <p:sp>
            <p:nvSpPr>
              <p:cNvPr id="41086" name="Rectangle 133">
                <a:extLst>
                  <a:ext uri="{FF2B5EF4-FFF2-40B4-BE49-F238E27FC236}">
                    <a16:creationId xmlns:a16="http://schemas.microsoft.com/office/drawing/2014/main" id="{69AD96AD-8593-4CB3-8649-75489FDBC189}"/>
                  </a:ext>
                </a:extLst>
              </p:cNvPr>
              <p:cNvSpPr>
                <a:spLocks noChangeArrowheads="1"/>
              </p:cNvSpPr>
              <p:nvPr/>
            </p:nvSpPr>
            <p:spPr bwMode="auto">
              <a:xfrm>
                <a:off x="6540102" y="2887266"/>
                <a:ext cx="879872"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New Value</a:t>
                </a:r>
              </a:p>
            </p:txBody>
          </p:sp>
          <p:sp>
            <p:nvSpPr>
              <p:cNvPr id="41087" name="Rectangle 134">
                <a:extLst>
                  <a:ext uri="{FF2B5EF4-FFF2-40B4-BE49-F238E27FC236}">
                    <a16:creationId xmlns:a16="http://schemas.microsoft.com/office/drawing/2014/main" id="{573847DC-7CDD-4CE7-AD88-427565817F58}"/>
                  </a:ext>
                </a:extLst>
              </p:cNvPr>
              <p:cNvSpPr>
                <a:spLocks noChangeArrowheads="1"/>
              </p:cNvSpPr>
              <p:nvPr/>
            </p:nvSpPr>
            <p:spPr bwMode="auto">
              <a:xfrm>
                <a:off x="2515790" y="1287066"/>
                <a:ext cx="756047"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Old Value</a:t>
                </a:r>
              </a:p>
            </p:txBody>
          </p:sp>
          <p:sp>
            <p:nvSpPr>
              <p:cNvPr id="41088" name="Line 135">
                <a:extLst>
                  <a:ext uri="{FF2B5EF4-FFF2-40B4-BE49-F238E27FC236}">
                    <a16:creationId xmlns:a16="http://schemas.microsoft.com/office/drawing/2014/main" id="{0D092E63-E929-4940-9082-C574FEA59467}"/>
                  </a:ext>
                </a:extLst>
              </p:cNvPr>
              <p:cNvSpPr>
                <a:spLocks noChangeShapeType="1"/>
              </p:cNvSpPr>
              <p:nvPr/>
            </p:nvSpPr>
            <p:spPr bwMode="auto">
              <a:xfrm>
                <a:off x="7729537" y="914400"/>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89" name="Line 136">
                <a:extLst>
                  <a:ext uri="{FF2B5EF4-FFF2-40B4-BE49-F238E27FC236}">
                    <a16:creationId xmlns:a16="http://schemas.microsoft.com/office/drawing/2014/main" id="{8B397107-A678-48E9-8E3B-93BDF00E55E2}"/>
                  </a:ext>
                </a:extLst>
              </p:cNvPr>
              <p:cNvSpPr>
                <a:spLocks noChangeShapeType="1"/>
              </p:cNvSpPr>
              <p:nvPr/>
            </p:nvSpPr>
            <p:spPr bwMode="auto">
              <a:xfrm>
                <a:off x="7729537" y="1085850"/>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090" name="Rectangle 137">
                <a:extLst>
                  <a:ext uri="{FF2B5EF4-FFF2-40B4-BE49-F238E27FC236}">
                    <a16:creationId xmlns:a16="http://schemas.microsoft.com/office/drawing/2014/main" id="{2D1673FB-E680-48F3-BB11-C8CC2225B487}"/>
                  </a:ext>
                </a:extLst>
              </p:cNvPr>
              <p:cNvSpPr>
                <a:spLocks noChangeArrowheads="1"/>
              </p:cNvSpPr>
              <p:nvPr/>
            </p:nvSpPr>
            <p:spPr bwMode="auto">
              <a:xfrm>
                <a:off x="3754041" y="1287066"/>
                <a:ext cx="879872"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New Value</a:t>
                </a:r>
              </a:p>
            </p:txBody>
          </p:sp>
          <p:sp>
            <p:nvSpPr>
              <p:cNvPr id="41091" name="Rectangle 138">
                <a:extLst>
                  <a:ext uri="{FF2B5EF4-FFF2-40B4-BE49-F238E27FC236}">
                    <a16:creationId xmlns:a16="http://schemas.microsoft.com/office/drawing/2014/main" id="{62E208CE-3FB8-4549-95BB-BB12607F0FF2}"/>
                  </a:ext>
                </a:extLst>
              </p:cNvPr>
              <p:cNvSpPr>
                <a:spLocks noChangeArrowheads="1"/>
              </p:cNvSpPr>
              <p:nvPr/>
            </p:nvSpPr>
            <p:spPr bwMode="auto">
              <a:xfrm>
                <a:off x="2577703" y="887017"/>
                <a:ext cx="879872"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New Value</a:t>
                </a:r>
              </a:p>
            </p:txBody>
          </p:sp>
          <p:sp>
            <p:nvSpPr>
              <p:cNvPr id="41092" name="Rectangle 139">
                <a:extLst>
                  <a:ext uri="{FF2B5EF4-FFF2-40B4-BE49-F238E27FC236}">
                    <a16:creationId xmlns:a16="http://schemas.microsoft.com/office/drawing/2014/main" id="{34DC3A6C-D42B-40C6-A46A-2DE6151BF21C}"/>
                  </a:ext>
                </a:extLst>
              </p:cNvPr>
              <p:cNvSpPr>
                <a:spLocks noChangeArrowheads="1"/>
              </p:cNvSpPr>
              <p:nvPr/>
            </p:nvSpPr>
            <p:spPr bwMode="auto">
              <a:xfrm>
                <a:off x="1339453" y="887017"/>
                <a:ext cx="756047"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Old Value</a:t>
                </a:r>
              </a:p>
            </p:txBody>
          </p:sp>
          <p:sp>
            <p:nvSpPr>
              <p:cNvPr id="41093" name="Oval 140">
                <a:extLst>
                  <a:ext uri="{FF2B5EF4-FFF2-40B4-BE49-F238E27FC236}">
                    <a16:creationId xmlns:a16="http://schemas.microsoft.com/office/drawing/2014/main" id="{DEEA4524-BA8E-489C-983D-3CCCC3256E13}"/>
                  </a:ext>
                </a:extLst>
              </p:cNvPr>
              <p:cNvSpPr>
                <a:spLocks noChangeArrowheads="1"/>
              </p:cNvSpPr>
              <p:nvPr/>
            </p:nvSpPr>
            <p:spPr bwMode="auto">
              <a:xfrm>
                <a:off x="7424738" y="2062163"/>
                <a:ext cx="114300" cy="16192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800">
                  <a:latin typeface="Times New Roman" panose="02020603050405020304" pitchFamily="18" charset="0"/>
                  <a:ea typeface="新細明體" panose="02020500000000000000" pitchFamily="18" charset="-120"/>
                </a:endParaRPr>
              </a:p>
            </p:txBody>
          </p:sp>
          <p:sp>
            <p:nvSpPr>
              <p:cNvPr id="41094" name="Oval 141">
                <a:extLst>
                  <a:ext uri="{FF2B5EF4-FFF2-40B4-BE49-F238E27FC236}">
                    <a16:creationId xmlns:a16="http://schemas.microsoft.com/office/drawing/2014/main" id="{2D068246-E341-4A46-A8AF-D8A805A9AD37}"/>
                  </a:ext>
                </a:extLst>
              </p:cNvPr>
              <p:cNvSpPr>
                <a:spLocks noChangeArrowheads="1"/>
              </p:cNvSpPr>
              <p:nvPr/>
            </p:nvSpPr>
            <p:spPr bwMode="auto">
              <a:xfrm>
                <a:off x="7424738" y="2805113"/>
                <a:ext cx="114300" cy="33337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800">
                  <a:latin typeface="Times New Roman" panose="02020603050405020304" pitchFamily="18" charset="0"/>
                  <a:ea typeface="新細明體" panose="02020500000000000000" pitchFamily="18" charset="-120"/>
                </a:endParaRPr>
              </a:p>
            </p:txBody>
          </p:sp>
          <p:sp>
            <p:nvSpPr>
              <p:cNvPr id="41095" name="Arc 142">
                <a:extLst>
                  <a:ext uri="{FF2B5EF4-FFF2-40B4-BE49-F238E27FC236}">
                    <a16:creationId xmlns:a16="http://schemas.microsoft.com/office/drawing/2014/main" id="{15641665-4B50-4E7D-93B2-7E0DFED30EDA}"/>
                  </a:ext>
                </a:extLst>
              </p:cNvPr>
              <p:cNvSpPr>
                <a:spLocks/>
              </p:cNvSpPr>
              <p:nvPr/>
            </p:nvSpPr>
            <p:spPr bwMode="auto">
              <a:xfrm>
                <a:off x="7543800" y="2172891"/>
                <a:ext cx="185738" cy="12573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sz="800" b="1"/>
              </a:p>
            </p:txBody>
          </p:sp>
          <p:sp>
            <p:nvSpPr>
              <p:cNvPr id="41096" name="Arc 143">
                <a:extLst>
                  <a:ext uri="{FF2B5EF4-FFF2-40B4-BE49-F238E27FC236}">
                    <a16:creationId xmlns:a16="http://schemas.microsoft.com/office/drawing/2014/main" id="{BACC4D21-974B-49E3-99A4-0F161708A0A1}"/>
                  </a:ext>
                </a:extLst>
              </p:cNvPr>
              <p:cNvSpPr>
                <a:spLocks/>
              </p:cNvSpPr>
              <p:nvPr/>
            </p:nvSpPr>
            <p:spPr bwMode="auto">
              <a:xfrm>
                <a:off x="7543800" y="2972991"/>
                <a:ext cx="185738" cy="5715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800" b="1"/>
              </a:p>
            </p:txBody>
          </p:sp>
          <p:sp>
            <p:nvSpPr>
              <p:cNvPr id="41097" name="Rectangle 144">
                <a:extLst>
                  <a:ext uri="{FF2B5EF4-FFF2-40B4-BE49-F238E27FC236}">
                    <a16:creationId xmlns:a16="http://schemas.microsoft.com/office/drawing/2014/main" id="{E5507CE9-4731-458D-9338-CCA4400B3D95}"/>
                  </a:ext>
                </a:extLst>
              </p:cNvPr>
              <p:cNvSpPr>
                <a:spLocks noChangeArrowheads="1"/>
              </p:cNvSpPr>
              <p:nvPr/>
            </p:nvSpPr>
            <p:spPr bwMode="auto">
              <a:xfrm>
                <a:off x="6935918" y="3437334"/>
                <a:ext cx="1019309" cy="381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Register Write</a:t>
                </a:r>
              </a:p>
              <a:p>
                <a:pPr algn="ct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Occurs Here</a:t>
                </a:r>
              </a:p>
            </p:txBody>
          </p:sp>
          <p:sp>
            <p:nvSpPr>
              <p:cNvPr id="41098" name="Rectangle 145">
                <a:extLst>
                  <a:ext uri="{FF2B5EF4-FFF2-40B4-BE49-F238E27FC236}">
                    <a16:creationId xmlns:a16="http://schemas.microsoft.com/office/drawing/2014/main" id="{4F315096-E7FF-4981-BF28-D91E7FA90DD6}"/>
                  </a:ext>
                </a:extLst>
              </p:cNvPr>
              <p:cNvSpPr>
                <a:spLocks noChangeArrowheads="1"/>
              </p:cNvSpPr>
              <p:nvPr/>
            </p:nvSpPr>
            <p:spPr bwMode="auto">
              <a:xfrm>
                <a:off x="1818085" y="3257550"/>
                <a:ext cx="1008459" cy="901304"/>
              </a:xfrm>
              <a:prstGeom prst="rect">
                <a:avLst/>
              </a:prstGeom>
              <a:noFill/>
              <a:ln w="508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800">
                  <a:latin typeface="Times New Roman" panose="02020603050405020304" pitchFamily="18" charset="0"/>
                  <a:ea typeface="新細明體" panose="02020500000000000000" pitchFamily="18" charset="-120"/>
                </a:endParaRPr>
              </a:p>
            </p:txBody>
          </p:sp>
          <p:sp>
            <p:nvSpPr>
              <p:cNvPr id="41099" name="Line 146">
                <a:extLst>
                  <a:ext uri="{FF2B5EF4-FFF2-40B4-BE49-F238E27FC236}">
                    <a16:creationId xmlns:a16="http://schemas.microsoft.com/office/drawing/2014/main" id="{ED57E0DF-31AE-4DBE-92A7-AF96C27AFF84}"/>
                  </a:ext>
                </a:extLst>
              </p:cNvPr>
              <p:cNvSpPr>
                <a:spLocks noChangeShapeType="1"/>
              </p:cNvSpPr>
              <p:nvPr/>
            </p:nvSpPr>
            <p:spPr bwMode="auto">
              <a:xfrm>
                <a:off x="2466975" y="4171950"/>
                <a:ext cx="0" cy="34290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100" name="Rectangle 147">
                <a:extLst>
                  <a:ext uri="{FF2B5EF4-FFF2-40B4-BE49-F238E27FC236}">
                    <a16:creationId xmlns:a16="http://schemas.microsoft.com/office/drawing/2014/main" id="{1F8378B7-B9C1-44A6-B788-32DBB0797770}"/>
                  </a:ext>
                </a:extLst>
              </p:cNvPr>
              <p:cNvSpPr>
                <a:spLocks noChangeArrowheads="1"/>
              </p:cNvSpPr>
              <p:nvPr/>
            </p:nvSpPr>
            <p:spPr bwMode="auto">
              <a:xfrm>
                <a:off x="1922534" y="3382567"/>
                <a:ext cx="816228" cy="530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Ideal</a:t>
                </a:r>
              </a:p>
              <a:p>
                <a:pPr algn="ct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Instruction</a:t>
                </a:r>
              </a:p>
              <a:p>
                <a:pPr algn="ct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Memory</a:t>
                </a:r>
              </a:p>
            </p:txBody>
          </p:sp>
          <p:sp>
            <p:nvSpPr>
              <p:cNvPr id="41101" name="Rectangle 148">
                <a:extLst>
                  <a:ext uri="{FF2B5EF4-FFF2-40B4-BE49-F238E27FC236}">
                    <a16:creationId xmlns:a16="http://schemas.microsoft.com/office/drawing/2014/main" id="{C8EF7031-FE36-483C-9919-60DBD074A6C2}"/>
                  </a:ext>
                </a:extLst>
              </p:cNvPr>
              <p:cNvSpPr>
                <a:spLocks noChangeArrowheads="1"/>
              </p:cNvSpPr>
              <p:nvPr/>
            </p:nvSpPr>
            <p:spPr bwMode="auto">
              <a:xfrm>
                <a:off x="1397794" y="3843337"/>
                <a:ext cx="214313" cy="890588"/>
              </a:xfrm>
              <a:prstGeom prst="rect">
                <a:avLst/>
              </a:prstGeom>
              <a:noFill/>
              <a:ln w="508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800">
                  <a:latin typeface="Times New Roman" panose="02020603050405020304" pitchFamily="18" charset="0"/>
                  <a:ea typeface="新細明體" panose="02020500000000000000" pitchFamily="18" charset="-120"/>
                </a:endParaRPr>
              </a:p>
            </p:txBody>
          </p:sp>
          <p:sp>
            <p:nvSpPr>
              <p:cNvPr id="41102" name="Line 149">
                <a:extLst>
                  <a:ext uri="{FF2B5EF4-FFF2-40B4-BE49-F238E27FC236}">
                    <a16:creationId xmlns:a16="http://schemas.microsoft.com/office/drawing/2014/main" id="{2C46B4E2-67EC-4A11-8148-E628EFE57BD0}"/>
                  </a:ext>
                </a:extLst>
              </p:cNvPr>
              <p:cNvSpPr>
                <a:spLocks noChangeShapeType="1"/>
              </p:cNvSpPr>
              <p:nvPr/>
            </p:nvSpPr>
            <p:spPr bwMode="auto">
              <a:xfrm flipV="1">
                <a:off x="1439466" y="4581525"/>
                <a:ext cx="61913"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103" name="Line 150">
                <a:extLst>
                  <a:ext uri="{FF2B5EF4-FFF2-40B4-BE49-F238E27FC236}">
                    <a16:creationId xmlns:a16="http://schemas.microsoft.com/office/drawing/2014/main" id="{04C59898-4094-4CAB-9E4A-A66F88F88F5F}"/>
                  </a:ext>
                </a:extLst>
              </p:cNvPr>
              <p:cNvSpPr>
                <a:spLocks noChangeShapeType="1"/>
              </p:cNvSpPr>
              <p:nvPr/>
            </p:nvSpPr>
            <p:spPr bwMode="auto">
              <a:xfrm>
                <a:off x="1501378" y="4581525"/>
                <a:ext cx="61913"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104" name="Oval 151">
                <a:extLst>
                  <a:ext uri="{FF2B5EF4-FFF2-40B4-BE49-F238E27FC236}">
                    <a16:creationId xmlns:a16="http://schemas.microsoft.com/office/drawing/2014/main" id="{DB6F3E3E-4ED4-4FF2-9D87-474D8C2F351A}"/>
                  </a:ext>
                </a:extLst>
              </p:cNvPr>
              <p:cNvSpPr>
                <a:spLocks noChangeArrowheads="1"/>
              </p:cNvSpPr>
              <p:nvPr/>
            </p:nvSpPr>
            <p:spPr bwMode="auto">
              <a:xfrm>
                <a:off x="1448991" y="4762500"/>
                <a:ext cx="10358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800">
                  <a:latin typeface="Times New Roman" panose="02020603050405020304" pitchFamily="18" charset="0"/>
                  <a:ea typeface="新細明體" panose="02020500000000000000" pitchFamily="18" charset="-120"/>
                </a:endParaRPr>
              </a:p>
            </p:txBody>
          </p:sp>
          <p:sp>
            <p:nvSpPr>
              <p:cNvPr id="41105" name="Line 152">
                <a:extLst>
                  <a:ext uri="{FF2B5EF4-FFF2-40B4-BE49-F238E27FC236}">
                    <a16:creationId xmlns:a16="http://schemas.microsoft.com/office/drawing/2014/main" id="{61FD693B-A4F4-4B71-8A78-1DC083048DD9}"/>
                  </a:ext>
                </a:extLst>
              </p:cNvPr>
              <p:cNvSpPr>
                <a:spLocks noChangeShapeType="1"/>
              </p:cNvSpPr>
              <p:nvPr/>
            </p:nvSpPr>
            <p:spPr bwMode="auto">
              <a:xfrm rot="16200000">
                <a:off x="1304330" y="4703564"/>
                <a:ext cx="0" cy="275035"/>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106" name="Rectangle 153">
                <a:extLst>
                  <a:ext uri="{FF2B5EF4-FFF2-40B4-BE49-F238E27FC236}">
                    <a16:creationId xmlns:a16="http://schemas.microsoft.com/office/drawing/2014/main" id="{245C3284-243F-48B3-AD02-08E78E78C515}"/>
                  </a:ext>
                </a:extLst>
              </p:cNvPr>
              <p:cNvSpPr>
                <a:spLocks noChangeArrowheads="1"/>
              </p:cNvSpPr>
              <p:nvPr/>
            </p:nvSpPr>
            <p:spPr bwMode="auto">
              <a:xfrm rot="16200000">
                <a:off x="1329073" y="4165817"/>
                <a:ext cx="341038" cy="23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PC</a:t>
                </a:r>
              </a:p>
            </p:txBody>
          </p:sp>
          <p:sp>
            <p:nvSpPr>
              <p:cNvPr id="41107" name="Line 154">
                <a:extLst>
                  <a:ext uri="{FF2B5EF4-FFF2-40B4-BE49-F238E27FC236}">
                    <a16:creationId xmlns:a16="http://schemas.microsoft.com/office/drawing/2014/main" id="{29888293-9F6F-45E2-BBFD-3CCCC49A27BF}"/>
                  </a:ext>
                </a:extLst>
              </p:cNvPr>
              <p:cNvSpPr>
                <a:spLocks noChangeShapeType="1"/>
              </p:cNvSpPr>
              <p:nvPr/>
            </p:nvSpPr>
            <p:spPr bwMode="auto">
              <a:xfrm>
                <a:off x="2838450" y="3600450"/>
                <a:ext cx="1795463"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108" name="Line 155">
                <a:extLst>
                  <a:ext uri="{FF2B5EF4-FFF2-40B4-BE49-F238E27FC236}">
                    <a16:creationId xmlns:a16="http://schemas.microsoft.com/office/drawing/2014/main" id="{9382B0D2-1845-4AD6-AFD2-8209ABDB564A}"/>
                  </a:ext>
                </a:extLst>
              </p:cNvPr>
              <p:cNvSpPr>
                <a:spLocks noChangeShapeType="1"/>
              </p:cNvSpPr>
              <p:nvPr/>
            </p:nvSpPr>
            <p:spPr bwMode="auto">
              <a:xfrm flipH="1">
                <a:off x="3086100" y="3486150"/>
                <a:ext cx="123825" cy="1714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b="1"/>
              </a:p>
            </p:txBody>
          </p:sp>
          <p:sp>
            <p:nvSpPr>
              <p:cNvPr id="41109" name="Rectangle 156">
                <a:extLst>
                  <a:ext uri="{FF2B5EF4-FFF2-40B4-BE49-F238E27FC236}">
                    <a16:creationId xmlns:a16="http://schemas.microsoft.com/office/drawing/2014/main" id="{609F0F8B-A2AA-40EA-AF5E-4F8E2A205304}"/>
                  </a:ext>
                </a:extLst>
              </p:cNvPr>
              <p:cNvSpPr>
                <a:spLocks noChangeArrowheads="1"/>
              </p:cNvSpPr>
              <p:nvPr/>
            </p:nvSpPr>
            <p:spPr bwMode="auto">
              <a:xfrm>
                <a:off x="2939655" y="3314700"/>
                <a:ext cx="310479"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800">
                    <a:latin typeface="Arial" panose="020B0604020202020204" pitchFamily="34" charset="0"/>
                    <a:ea typeface="新細明體" panose="02020500000000000000" pitchFamily="18" charset="-120"/>
                  </a:rPr>
                  <a:t>32</a:t>
                </a:r>
              </a:p>
            </p:txBody>
          </p:sp>
          <p:sp>
            <p:nvSpPr>
              <p:cNvPr id="41110" name="Rectangle 157">
                <a:extLst>
                  <a:ext uri="{FF2B5EF4-FFF2-40B4-BE49-F238E27FC236}">
                    <a16:creationId xmlns:a16="http://schemas.microsoft.com/office/drawing/2014/main" id="{C36B1F23-7F52-4405-8806-24205C9D22DA}"/>
                  </a:ext>
                </a:extLst>
              </p:cNvPr>
              <p:cNvSpPr>
                <a:spLocks noChangeArrowheads="1"/>
              </p:cNvSpPr>
              <p:nvPr/>
            </p:nvSpPr>
            <p:spPr bwMode="auto">
              <a:xfrm>
                <a:off x="919163" y="4588669"/>
                <a:ext cx="365154" cy="233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latin typeface="Arial" panose="020B0604020202020204" pitchFamily="34" charset="0"/>
                    <a:ea typeface="新細明體" panose="02020500000000000000" pitchFamily="18" charset="-120"/>
                  </a:rPr>
                  <a:t>Clk</a:t>
                </a:r>
              </a:p>
            </p:txBody>
          </p:sp>
          <p:sp>
            <p:nvSpPr>
              <p:cNvPr id="41111" name="Line 158">
                <a:extLst>
                  <a:ext uri="{FF2B5EF4-FFF2-40B4-BE49-F238E27FC236}">
                    <a16:creationId xmlns:a16="http://schemas.microsoft.com/office/drawing/2014/main" id="{DED5D322-98C3-4EC7-8A64-2E1E4D92128C}"/>
                  </a:ext>
                </a:extLst>
              </p:cNvPr>
              <p:cNvSpPr>
                <a:spLocks noChangeShapeType="1"/>
              </p:cNvSpPr>
              <p:nvPr/>
            </p:nvSpPr>
            <p:spPr bwMode="auto">
              <a:xfrm>
                <a:off x="1600200" y="4514850"/>
                <a:ext cx="866775" cy="0"/>
              </a:xfrm>
              <a:prstGeom prst="line">
                <a:avLst/>
              </a:prstGeom>
              <a:noFill/>
              <a:ln w="254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wrap="none" anchor="ctr"/>
              <a:lstStyle/>
              <a:p>
                <a:endParaRPr lang="zh-CN" altLang="en-US" sz="800" b="1"/>
              </a:p>
            </p:txBody>
          </p:sp>
        </p:grpSp>
      </p:grpSp>
      <p:sp>
        <p:nvSpPr>
          <p:cNvPr id="165" name="灯片编号占位符 5">
            <a:extLst>
              <a:ext uri="{FF2B5EF4-FFF2-40B4-BE49-F238E27FC236}">
                <a16:creationId xmlns:a16="http://schemas.microsoft.com/office/drawing/2014/main" id="{0AC2E307-18AA-4887-B25E-9CACABEA370B}"/>
              </a:ext>
            </a:extLst>
          </p:cNvPr>
          <p:cNvSpPr txBox="1">
            <a:spLocks/>
          </p:cNvSpPr>
          <p:nvPr/>
        </p:nvSpPr>
        <p:spPr>
          <a:xfrm>
            <a:off x="6838698" y="4816631"/>
            <a:ext cx="2133600" cy="254794"/>
          </a:xfrm>
        </p:spPr>
        <p:txBody>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D9B6BDF2-6896-4B98-8776-C18582F63BA5}" type="slidenum">
              <a:rPr lang="zh-TW" altLang="en-US" sz="900" smtClean="0">
                <a:solidFill>
                  <a:schemeClr val="bg1"/>
                </a:solidFill>
              </a:rPr>
              <a:pPr algn="r"/>
              <a:t>35</a:t>
            </a:fld>
            <a:endParaRPr lang="zh-TW" altLang="en-US" sz="900" dirty="0">
              <a:solidFill>
                <a:schemeClr val="bg1"/>
              </a:solidFill>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717F9922-781E-4747-A2A4-EEB36C355D23}"/>
              </a:ext>
            </a:extLst>
          </p:cNvPr>
          <p:cNvSpPr>
            <a:spLocks noChangeArrowheads="1"/>
          </p:cNvSpPr>
          <p:nvPr/>
        </p:nvSpPr>
        <p:spPr bwMode="auto">
          <a:xfrm>
            <a:off x="5491313" y="1411151"/>
            <a:ext cx="3652687" cy="1793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Critical Path (Load Operation) = </a:t>
            </a:r>
          </a:p>
          <a:p>
            <a:pPr>
              <a:lnSpc>
                <a:spcPct val="100000"/>
              </a:lnSpc>
              <a:spcBef>
                <a:spcPct val="0"/>
              </a:spcBef>
              <a:buClrTx/>
              <a:buSzTx/>
              <a:buFontTx/>
              <a:buNone/>
            </a:pP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PC’s </a:t>
            </a:r>
            <a:r>
              <a:rPr kumimoji="1" lang="en-US" altLang="zh-TW" sz="1400" dirty="0" err="1">
                <a:latin typeface="Calibri" panose="020F0502020204030204" pitchFamily="34" charset="0"/>
                <a:ea typeface="新細明體" panose="02020500000000000000" pitchFamily="18" charset="-120"/>
                <a:cs typeface="Calibri" panose="020F0502020204030204" pitchFamily="34" charset="0"/>
              </a:rPr>
              <a:t>Clk</a:t>
            </a: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-to-Q +</a:t>
            </a:r>
          </a:p>
          <a:p>
            <a:pPr>
              <a:lnSpc>
                <a:spcPct val="100000"/>
              </a:lnSpc>
              <a:spcBef>
                <a:spcPct val="0"/>
              </a:spcBef>
              <a:buClrTx/>
              <a:buSzTx/>
              <a:buFontTx/>
              <a:buNone/>
            </a:pP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Instruction memory’s Access Time +</a:t>
            </a:r>
          </a:p>
          <a:p>
            <a:pPr>
              <a:lnSpc>
                <a:spcPct val="100000"/>
              </a:lnSpc>
              <a:spcBef>
                <a:spcPct val="0"/>
              </a:spcBef>
              <a:buClrTx/>
              <a:buSzTx/>
              <a:buFontTx/>
              <a:buNone/>
            </a:pP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Register file’s Access Time +</a:t>
            </a:r>
          </a:p>
          <a:p>
            <a:pPr>
              <a:lnSpc>
                <a:spcPct val="100000"/>
              </a:lnSpc>
              <a:spcBef>
                <a:spcPct val="0"/>
              </a:spcBef>
              <a:buClrTx/>
              <a:buSzTx/>
              <a:buFontTx/>
              <a:buNone/>
            </a:pP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ALU to Perform a 32-bit Add +</a:t>
            </a:r>
          </a:p>
          <a:p>
            <a:pPr>
              <a:lnSpc>
                <a:spcPct val="100000"/>
              </a:lnSpc>
              <a:spcBef>
                <a:spcPct val="0"/>
              </a:spcBef>
              <a:buClrTx/>
              <a:buSzTx/>
              <a:buFontTx/>
              <a:buNone/>
            </a:pP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Data Memory Access Time +</a:t>
            </a:r>
          </a:p>
          <a:p>
            <a:pPr>
              <a:lnSpc>
                <a:spcPct val="100000"/>
              </a:lnSpc>
              <a:spcBef>
                <a:spcPct val="0"/>
              </a:spcBef>
              <a:buClrTx/>
              <a:buSzTx/>
              <a:buFontTx/>
              <a:buNone/>
            </a:pP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Setup Time for Register File Write +</a:t>
            </a:r>
          </a:p>
          <a:p>
            <a:pPr>
              <a:lnSpc>
                <a:spcPct val="100000"/>
              </a:lnSpc>
              <a:spcBef>
                <a:spcPct val="0"/>
              </a:spcBef>
              <a:buClrTx/>
              <a:buSzTx/>
              <a:buFontTx/>
              <a:buNone/>
            </a:pPr>
            <a:r>
              <a:rPr kumimoji="1" lang="en-US" altLang="zh-TW" sz="1400" dirty="0">
                <a:latin typeface="Calibri" panose="020F0502020204030204" pitchFamily="34" charset="0"/>
                <a:ea typeface="新細明體" panose="02020500000000000000" pitchFamily="18" charset="-120"/>
                <a:cs typeface="Calibri" panose="020F0502020204030204" pitchFamily="34" charset="0"/>
              </a:rPr>
              <a:t>    Clock Skew</a:t>
            </a:r>
          </a:p>
        </p:txBody>
      </p:sp>
      <p:grpSp>
        <p:nvGrpSpPr>
          <p:cNvPr id="3" name="组合 2">
            <a:extLst>
              <a:ext uri="{FF2B5EF4-FFF2-40B4-BE49-F238E27FC236}">
                <a16:creationId xmlns:a16="http://schemas.microsoft.com/office/drawing/2014/main" id="{231F59EC-FB38-430E-8BA8-6BFC3F5F3ACD}"/>
              </a:ext>
            </a:extLst>
          </p:cNvPr>
          <p:cNvGrpSpPr/>
          <p:nvPr/>
        </p:nvGrpSpPr>
        <p:grpSpPr>
          <a:xfrm>
            <a:off x="768403" y="2023622"/>
            <a:ext cx="6045654" cy="2615319"/>
            <a:chOff x="1228725" y="1962150"/>
            <a:chExt cx="6515100" cy="2846787"/>
          </a:xfrm>
        </p:grpSpPr>
        <p:sp>
          <p:nvSpPr>
            <p:cNvPr id="42041" name="Line 74">
              <a:extLst>
                <a:ext uri="{FF2B5EF4-FFF2-40B4-BE49-F238E27FC236}">
                  <a16:creationId xmlns:a16="http://schemas.microsoft.com/office/drawing/2014/main" id="{DB3D2D44-CC2B-42A3-B8CF-7824A6D10ADF}"/>
                </a:ext>
              </a:extLst>
            </p:cNvPr>
            <p:cNvSpPr>
              <a:spLocks noChangeShapeType="1"/>
            </p:cNvSpPr>
            <p:nvPr/>
          </p:nvSpPr>
          <p:spPr bwMode="auto">
            <a:xfrm>
              <a:off x="7743825" y="3796904"/>
              <a:ext cx="0" cy="914400"/>
            </a:xfrm>
            <a:prstGeom prst="line">
              <a:avLst/>
            </a:prstGeom>
            <a:noFill/>
            <a:ln w="254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100"/>
            </a:p>
          </p:txBody>
        </p:sp>
        <p:grpSp>
          <p:nvGrpSpPr>
            <p:cNvPr id="2" name="组合 1">
              <a:extLst>
                <a:ext uri="{FF2B5EF4-FFF2-40B4-BE49-F238E27FC236}">
                  <a16:creationId xmlns:a16="http://schemas.microsoft.com/office/drawing/2014/main" id="{2DE35ECA-0855-4314-949C-D2D0FCC89E04}"/>
                </a:ext>
              </a:extLst>
            </p:cNvPr>
            <p:cNvGrpSpPr/>
            <p:nvPr/>
          </p:nvGrpSpPr>
          <p:grpSpPr>
            <a:xfrm>
              <a:off x="1228725" y="1962150"/>
              <a:ext cx="6500813" cy="2846787"/>
              <a:chOff x="1228725" y="1962150"/>
              <a:chExt cx="6500813" cy="2846787"/>
            </a:xfrm>
          </p:grpSpPr>
          <p:sp>
            <p:nvSpPr>
              <p:cNvPr id="41987" name="Line 3">
                <a:extLst>
                  <a:ext uri="{FF2B5EF4-FFF2-40B4-BE49-F238E27FC236}">
                    <a16:creationId xmlns:a16="http://schemas.microsoft.com/office/drawing/2014/main" id="{EBA83ED1-DD13-438B-8972-2F6DC55C3AD9}"/>
                  </a:ext>
                </a:extLst>
              </p:cNvPr>
              <p:cNvSpPr>
                <a:spLocks noChangeShapeType="1"/>
              </p:cNvSpPr>
              <p:nvPr/>
            </p:nvSpPr>
            <p:spPr bwMode="auto">
              <a:xfrm>
                <a:off x="4090987" y="4139804"/>
                <a:ext cx="92868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1988" name="Rectangle 4">
                <a:extLst>
                  <a:ext uri="{FF2B5EF4-FFF2-40B4-BE49-F238E27FC236}">
                    <a16:creationId xmlns:a16="http://schemas.microsoft.com/office/drawing/2014/main" id="{A31F1937-0067-4669-86EE-2F520C680DFF}"/>
                  </a:ext>
                </a:extLst>
              </p:cNvPr>
              <p:cNvSpPr>
                <a:spLocks noChangeArrowheads="1"/>
              </p:cNvSpPr>
              <p:nvPr/>
            </p:nvSpPr>
            <p:spPr bwMode="auto">
              <a:xfrm>
                <a:off x="2734866" y="4294585"/>
                <a:ext cx="386955"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Clk</a:t>
                </a:r>
              </a:p>
            </p:txBody>
          </p:sp>
          <p:sp>
            <p:nvSpPr>
              <p:cNvPr id="41989" name="Rectangle 5">
                <a:extLst>
                  <a:ext uri="{FF2B5EF4-FFF2-40B4-BE49-F238E27FC236}">
                    <a16:creationId xmlns:a16="http://schemas.microsoft.com/office/drawing/2014/main" id="{C4BF82C0-0156-4401-B1CA-84F0297685EE}"/>
                  </a:ext>
                </a:extLst>
              </p:cNvPr>
              <p:cNvSpPr>
                <a:spLocks noChangeArrowheads="1"/>
              </p:cNvSpPr>
              <p:nvPr/>
            </p:nvSpPr>
            <p:spPr bwMode="auto">
              <a:xfrm>
                <a:off x="3026569" y="3383756"/>
                <a:ext cx="1054894" cy="890588"/>
              </a:xfrm>
              <a:prstGeom prst="rect">
                <a:avLst/>
              </a:prstGeom>
              <a:noFill/>
              <a:ln w="508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41990" name="Line 6">
                <a:extLst>
                  <a:ext uri="{FF2B5EF4-FFF2-40B4-BE49-F238E27FC236}">
                    <a16:creationId xmlns:a16="http://schemas.microsoft.com/office/drawing/2014/main" id="{B4686E77-CA57-4C78-A199-9BCDF9378750}"/>
                  </a:ext>
                </a:extLst>
              </p:cNvPr>
              <p:cNvSpPr>
                <a:spLocks noChangeShapeType="1"/>
              </p:cNvSpPr>
              <p:nvPr/>
            </p:nvSpPr>
            <p:spPr bwMode="auto">
              <a:xfrm flipV="1">
                <a:off x="3148012" y="4133850"/>
                <a:ext cx="61913"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1991" name="Line 7">
                <a:extLst>
                  <a:ext uri="{FF2B5EF4-FFF2-40B4-BE49-F238E27FC236}">
                    <a16:creationId xmlns:a16="http://schemas.microsoft.com/office/drawing/2014/main" id="{889D7B5A-5436-40CC-B335-92AAFD095E76}"/>
                  </a:ext>
                </a:extLst>
              </p:cNvPr>
              <p:cNvSpPr>
                <a:spLocks noChangeShapeType="1"/>
              </p:cNvSpPr>
              <p:nvPr/>
            </p:nvSpPr>
            <p:spPr bwMode="auto">
              <a:xfrm>
                <a:off x="3209925" y="4133850"/>
                <a:ext cx="61913"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1992" name="Oval 8">
                <a:extLst>
                  <a:ext uri="{FF2B5EF4-FFF2-40B4-BE49-F238E27FC236}">
                    <a16:creationId xmlns:a16="http://schemas.microsoft.com/office/drawing/2014/main" id="{2B6AED0F-6FF6-4559-9604-6ED420C1F1F0}"/>
                  </a:ext>
                </a:extLst>
              </p:cNvPr>
              <p:cNvSpPr>
                <a:spLocks noChangeArrowheads="1"/>
              </p:cNvSpPr>
              <p:nvPr/>
            </p:nvSpPr>
            <p:spPr bwMode="auto">
              <a:xfrm>
                <a:off x="3150394" y="4302919"/>
                <a:ext cx="92869"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41993" name="Line 9">
                <a:extLst>
                  <a:ext uri="{FF2B5EF4-FFF2-40B4-BE49-F238E27FC236}">
                    <a16:creationId xmlns:a16="http://schemas.microsoft.com/office/drawing/2014/main" id="{A74EC89D-0625-4154-8410-0DC1C9845420}"/>
                  </a:ext>
                </a:extLst>
              </p:cNvPr>
              <p:cNvSpPr>
                <a:spLocks noChangeShapeType="1"/>
              </p:cNvSpPr>
              <p:nvPr/>
            </p:nvSpPr>
            <p:spPr bwMode="auto">
              <a:xfrm>
                <a:off x="3162300" y="2596754"/>
                <a:ext cx="0" cy="7429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1994" name="Line 10">
                <a:extLst>
                  <a:ext uri="{FF2B5EF4-FFF2-40B4-BE49-F238E27FC236}">
                    <a16:creationId xmlns:a16="http://schemas.microsoft.com/office/drawing/2014/main" id="{C888010F-08A0-4826-91C0-013F939425B5}"/>
                  </a:ext>
                </a:extLst>
              </p:cNvPr>
              <p:cNvSpPr>
                <a:spLocks noChangeShapeType="1"/>
              </p:cNvSpPr>
              <p:nvPr/>
            </p:nvSpPr>
            <p:spPr bwMode="auto">
              <a:xfrm flipV="1">
                <a:off x="3100388" y="2907507"/>
                <a:ext cx="164306" cy="14644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1995" name="Rectangle 11">
                <a:extLst>
                  <a:ext uri="{FF2B5EF4-FFF2-40B4-BE49-F238E27FC236}">
                    <a16:creationId xmlns:a16="http://schemas.microsoft.com/office/drawing/2014/main" id="{345042AE-C54D-4C6C-96B2-12B3F8DB762F}"/>
                  </a:ext>
                </a:extLst>
              </p:cNvPr>
              <p:cNvSpPr>
                <a:spLocks noChangeArrowheads="1"/>
              </p:cNvSpPr>
              <p:nvPr/>
            </p:nvSpPr>
            <p:spPr bwMode="auto">
              <a:xfrm>
                <a:off x="2982516" y="2792016"/>
                <a:ext cx="303609"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5</a:t>
                </a:r>
              </a:p>
            </p:txBody>
          </p:sp>
          <p:sp>
            <p:nvSpPr>
              <p:cNvPr id="41996" name="Rectangle 12">
                <a:extLst>
                  <a:ext uri="{FF2B5EF4-FFF2-40B4-BE49-F238E27FC236}">
                    <a16:creationId xmlns:a16="http://schemas.microsoft.com/office/drawing/2014/main" id="{7A397BB9-C250-4E67-A223-1C800F8AD838}"/>
                  </a:ext>
                </a:extLst>
              </p:cNvPr>
              <p:cNvSpPr>
                <a:spLocks noChangeArrowheads="1"/>
              </p:cNvSpPr>
              <p:nvPr/>
            </p:nvSpPr>
            <p:spPr bwMode="auto">
              <a:xfrm>
                <a:off x="3044429" y="3373041"/>
                <a:ext cx="378317"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Rw</a:t>
                </a:r>
              </a:p>
            </p:txBody>
          </p:sp>
          <p:sp>
            <p:nvSpPr>
              <p:cNvPr id="41997" name="Rectangle 13">
                <a:extLst>
                  <a:ext uri="{FF2B5EF4-FFF2-40B4-BE49-F238E27FC236}">
                    <a16:creationId xmlns:a16="http://schemas.microsoft.com/office/drawing/2014/main" id="{FE9EA4C7-AA1D-4733-8DD9-E08493E4E61C}"/>
                  </a:ext>
                </a:extLst>
              </p:cNvPr>
              <p:cNvSpPr>
                <a:spLocks noChangeArrowheads="1"/>
              </p:cNvSpPr>
              <p:nvPr/>
            </p:nvSpPr>
            <p:spPr bwMode="auto">
              <a:xfrm>
                <a:off x="3389710" y="3373041"/>
                <a:ext cx="345496"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Ra</a:t>
                </a:r>
              </a:p>
            </p:txBody>
          </p:sp>
          <p:sp>
            <p:nvSpPr>
              <p:cNvPr id="41998" name="Rectangle 14">
                <a:extLst>
                  <a:ext uri="{FF2B5EF4-FFF2-40B4-BE49-F238E27FC236}">
                    <a16:creationId xmlns:a16="http://schemas.microsoft.com/office/drawing/2014/main" id="{E874D910-FD04-4014-BB15-6E2142E740F1}"/>
                  </a:ext>
                </a:extLst>
              </p:cNvPr>
              <p:cNvSpPr>
                <a:spLocks noChangeArrowheads="1"/>
              </p:cNvSpPr>
              <p:nvPr/>
            </p:nvSpPr>
            <p:spPr bwMode="auto">
              <a:xfrm>
                <a:off x="3736182" y="3373041"/>
                <a:ext cx="354132"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Rb</a:t>
                </a:r>
              </a:p>
            </p:txBody>
          </p:sp>
          <p:sp>
            <p:nvSpPr>
              <p:cNvPr id="41999" name="Rectangle 15">
                <a:extLst>
                  <a:ext uri="{FF2B5EF4-FFF2-40B4-BE49-F238E27FC236}">
                    <a16:creationId xmlns:a16="http://schemas.microsoft.com/office/drawing/2014/main" id="{45D234AD-E77C-4B53-9A2E-FD059D9E901C}"/>
                  </a:ext>
                </a:extLst>
              </p:cNvPr>
              <p:cNvSpPr>
                <a:spLocks noChangeArrowheads="1"/>
              </p:cNvSpPr>
              <p:nvPr/>
            </p:nvSpPr>
            <p:spPr bwMode="auto">
              <a:xfrm>
                <a:off x="3168253" y="3601642"/>
                <a:ext cx="843008" cy="444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32 32-</a:t>
                </a:r>
                <a:r>
                  <a:rPr kumimoji="1" lang="en-US" altLang="zh-TW" sz="1100">
                    <a:latin typeface="Arial" panose="020B0604020202020204" pitchFamily="34" charset="0"/>
                    <a:ea typeface="新細明體" panose="02020500000000000000" pitchFamily="18" charset="-120"/>
                  </a:rPr>
                  <a:t>bit</a:t>
                </a:r>
              </a:p>
              <a:p>
                <a:pP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Registers</a:t>
                </a:r>
              </a:p>
            </p:txBody>
          </p:sp>
          <p:sp>
            <p:nvSpPr>
              <p:cNvPr id="42000" name="Rectangle 16">
                <a:extLst>
                  <a:ext uri="{FF2B5EF4-FFF2-40B4-BE49-F238E27FC236}">
                    <a16:creationId xmlns:a16="http://schemas.microsoft.com/office/drawing/2014/main" id="{6E1C7A05-A455-47CF-B651-7E9B9BFD831A}"/>
                  </a:ext>
                </a:extLst>
              </p:cNvPr>
              <p:cNvSpPr>
                <a:spLocks noChangeArrowheads="1"/>
              </p:cNvSpPr>
              <p:nvPr/>
            </p:nvSpPr>
            <p:spPr bwMode="auto">
              <a:xfrm>
                <a:off x="2855119" y="2630091"/>
                <a:ext cx="354132"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solidFill>
                      <a:schemeClr val="accent1"/>
                    </a:solidFill>
                    <a:latin typeface="Arial" panose="020B0604020202020204" pitchFamily="34" charset="0"/>
                    <a:ea typeface="新細明體" panose="02020500000000000000" pitchFamily="18" charset="-120"/>
                  </a:rPr>
                  <a:t>Rd</a:t>
                </a:r>
              </a:p>
            </p:txBody>
          </p:sp>
          <p:grpSp>
            <p:nvGrpSpPr>
              <p:cNvPr id="42001" name="Group 17">
                <a:extLst>
                  <a:ext uri="{FF2B5EF4-FFF2-40B4-BE49-F238E27FC236}">
                    <a16:creationId xmlns:a16="http://schemas.microsoft.com/office/drawing/2014/main" id="{D95B8605-5030-4EF9-AE44-E96AE7E615E9}"/>
                  </a:ext>
                </a:extLst>
              </p:cNvPr>
              <p:cNvGrpSpPr>
                <a:grpSpLocks/>
              </p:cNvGrpSpPr>
              <p:nvPr/>
            </p:nvGrpSpPr>
            <p:grpSpPr bwMode="auto">
              <a:xfrm>
                <a:off x="4999429" y="3364706"/>
                <a:ext cx="383984" cy="914400"/>
                <a:chOff x="3211" y="2762"/>
                <a:chExt cx="298" cy="768"/>
              </a:xfrm>
            </p:grpSpPr>
            <p:grpSp>
              <p:nvGrpSpPr>
                <p:cNvPr id="42069" name="Group 18">
                  <a:extLst>
                    <a:ext uri="{FF2B5EF4-FFF2-40B4-BE49-F238E27FC236}">
                      <a16:creationId xmlns:a16="http://schemas.microsoft.com/office/drawing/2014/main" id="{24EDED40-364C-4835-B2F4-9756376AF3C5}"/>
                    </a:ext>
                  </a:extLst>
                </p:cNvPr>
                <p:cNvGrpSpPr>
                  <a:grpSpLocks/>
                </p:cNvGrpSpPr>
                <p:nvPr/>
              </p:nvGrpSpPr>
              <p:grpSpPr bwMode="auto">
                <a:xfrm>
                  <a:off x="3211" y="2762"/>
                  <a:ext cx="288" cy="768"/>
                  <a:chOff x="3211" y="2762"/>
                  <a:chExt cx="288" cy="768"/>
                </a:xfrm>
              </p:grpSpPr>
              <p:sp>
                <p:nvSpPr>
                  <p:cNvPr id="42071" name="Line 19">
                    <a:extLst>
                      <a:ext uri="{FF2B5EF4-FFF2-40B4-BE49-F238E27FC236}">
                        <a16:creationId xmlns:a16="http://schemas.microsoft.com/office/drawing/2014/main" id="{AA5AEFAD-B0BB-4BE8-B72C-C5CD5103BD89}"/>
                      </a:ext>
                    </a:extLst>
                  </p:cNvPr>
                  <p:cNvSpPr>
                    <a:spLocks noChangeShapeType="1"/>
                  </p:cNvSpPr>
                  <p:nvPr/>
                </p:nvSpPr>
                <p:spPr bwMode="auto">
                  <a:xfrm>
                    <a:off x="3211" y="2762"/>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72" name="Line 20">
                    <a:extLst>
                      <a:ext uri="{FF2B5EF4-FFF2-40B4-BE49-F238E27FC236}">
                        <a16:creationId xmlns:a16="http://schemas.microsoft.com/office/drawing/2014/main" id="{61AE4A2C-FB74-4ED2-A31C-BB58A09F83CE}"/>
                      </a:ext>
                    </a:extLst>
                  </p:cNvPr>
                  <p:cNvSpPr>
                    <a:spLocks noChangeShapeType="1"/>
                  </p:cNvSpPr>
                  <p:nvPr/>
                </p:nvSpPr>
                <p:spPr bwMode="auto">
                  <a:xfrm>
                    <a:off x="3211" y="2762"/>
                    <a:ext cx="288"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73" name="Line 21">
                    <a:extLst>
                      <a:ext uri="{FF2B5EF4-FFF2-40B4-BE49-F238E27FC236}">
                        <a16:creationId xmlns:a16="http://schemas.microsoft.com/office/drawing/2014/main" id="{140E21AB-9F0A-47D3-80DD-6736758416E2}"/>
                      </a:ext>
                    </a:extLst>
                  </p:cNvPr>
                  <p:cNvSpPr>
                    <a:spLocks noChangeShapeType="1"/>
                  </p:cNvSpPr>
                  <p:nvPr/>
                </p:nvSpPr>
                <p:spPr bwMode="auto">
                  <a:xfrm>
                    <a:off x="3211" y="2954"/>
                    <a:ext cx="144"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74" name="Line 22">
                    <a:extLst>
                      <a:ext uri="{FF2B5EF4-FFF2-40B4-BE49-F238E27FC236}">
                        <a16:creationId xmlns:a16="http://schemas.microsoft.com/office/drawing/2014/main" id="{4122C31A-7B16-4241-BBF4-810BAEB20D89}"/>
                      </a:ext>
                    </a:extLst>
                  </p:cNvPr>
                  <p:cNvSpPr>
                    <a:spLocks noChangeShapeType="1"/>
                  </p:cNvSpPr>
                  <p:nvPr/>
                </p:nvSpPr>
                <p:spPr bwMode="auto">
                  <a:xfrm>
                    <a:off x="3355" y="3050"/>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75" name="Line 23">
                    <a:extLst>
                      <a:ext uri="{FF2B5EF4-FFF2-40B4-BE49-F238E27FC236}">
                        <a16:creationId xmlns:a16="http://schemas.microsoft.com/office/drawing/2014/main" id="{606AA30B-B2E6-42C3-A517-BBD2F221820A}"/>
                      </a:ext>
                    </a:extLst>
                  </p:cNvPr>
                  <p:cNvSpPr>
                    <a:spLocks noChangeShapeType="1"/>
                  </p:cNvSpPr>
                  <p:nvPr/>
                </p:nvSpPr>
                <p:spPr bwMode="auto">
                  <a:xfrm>
                    <a:off x="3499" y="2954"/>
                    <a:ext cx="0" cy="38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76" name="Line 24">
                    <a:extLst>
                      <a:ext uri="{FF2B5EF4-FFF2-40B4-BE49-F238E27FC236}">
                        <a16:creationId xmlns:a16="http://schemas.microsoft.com/office/drawing/2014/main" id="{F3CC5A68-7374-44F4-ADAD-CAC5B1890131}"/>
                      </a:ext>
                    </a:extLst>
                  </p:cNvPr>
                  <p:cNvSpPr>
                    <a:spLocks noChangeShapeType="1"/>
                  </p:cNvSpPr>
                  <p:nvPr/>
                </p:nvSpPr>
                <p:spPr bwMode="auto">
                  <a:xfrm flipV="1">
                    <a:off x="3211" y="3242"/>
                    <a:ext cx="144"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77" name="Line 25">
                    <a:extLst>
                      <a:ext uri="{FF2B5EF4-FFF2-40B4-BE49-F238E27FC236}">
                        <a16:creationId xmlns:a16="http://schemas.microsoft.com/office/drawing/2014/main" id="{1E3021D7-9BDD-4D52-957D-A88D0C63876B}"/>
                      </a:ext>
                    </a:extLst>
                  </p:cNvPr>
                  <p:cNvSpPr>
                    <a:spLocks noChangeShapeType="1"/>
                  </p:cNvSpPr>
                  <p:nvPr/>
                </p:nvSpPr>
                <p:spPr bwMode="auto">
                  <a:xfrm>
                    <a:off x="3211" y="3338"/>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78" name="Line 26">
                    <a:extLst>
                      <a:ext uri="{FF2B5EF4-FFF2-40B4-BE49-F238E27FC236}">
                        <a16:creationId xmlns:a16="http://schemas.microsoft.com/office/drawing/2014/main" id="{0DA848A2-50D9-4304-AA41-93C713FC7329}"/>
                      </a:ext>
                    </a:extLst>
                  </p:cNvPr>
                  <p:cNvSpPr>
                    <a:spLocks noChangeShapeType="1"/>
                  </p:cNvSpPr>
                  <p:nvPr/>
                </p:nvSpPr>
                <p:spPr bwMode="auto">
                  <a:xfrm flipV="1">
                    <a:off x="3211" y="3338"/>
                    <a:ext cx="288"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grpSp>
            <p:sp>
              <p:nvSpPr>
                <p:cNvPr id="42070" name="Rectangle 27">
                  <a:extLst>
                    <a:ext uri="{FF2B5EF4-FFF2-40B4-BE49-F238E27FC236}">
                      <a16:creationId xmlns:a16="http://schemas.microsoft.com/office/drawing/2014/main" id="{5B867906-3CEA-4B95-BB35-033B8AFB0FEC}"/>
                    </a:ext>
                  </a:extLst>
                </p:cNvPr>
                <p:cNvSpPr>
                  <a:spLocks noChangeArrowheads="1"/>
                </p:cNvSpPr>
                <p:nvPr/>
              </p:nvSpPr>
              <p:spPr bwMode="auto">
                <a:xfrm rot="5400000">
                  <a:off x="3212" y="3047"/>
                  <a:ext cx="39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ALU</a:t>
                  </a:r>
                </a:p>
              </p:txBody>
            </p:sp>
          </p:grpSp>
          <p:sp>
            <p:nvSpPr>
              <p:cNvPr id="42002" name="Rectangle 28">
                <a:extLst>
                  <a:ext uri="{FF2B5EF4-FFF2-40B4-BE49-F238E27FC236}">
                    <a16:creationId xmlns:a16="http://schemas.microsoft.com/office/drawing/2014/main" id="{F9230C65-7044-41C0-B5D5-BECEC0293AB3}"/>
                  </a:ext>
                </a:extLst>
              </p:cNvPr>
              <p:cNvSpPr>
                <a:spLocks noChangeArrowheads="1"/>
              </p:cNvSpPr>
              <p:nvPr/>
            </p:nvSpPr>
            <p:spPr bwMode="auto">
              <a:xfrm>
                <a:off x="6280547" y="4339829"/>
                <a:ext cx="386955"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Clk</a:t>
                </a:r>
              </a:p>
            </p:txBody>
          </p:sp>
          <p:sp>
            <p:nvSpPr>
              <p:cNvPr id="42003" name="Rectangle 29">
                <a:extLst>
                  <a:ext uri="{FF2B5EF4-FFF2-40B4-BE49-F238E27FC236}">
                    <a16:creationId xmlns:a16="http://schemas.microsoft.com/office/drawing/2014/main" id="{3A789777-7E5F-42E3-A983-8AF3FEB52A97}"/>
                  </a:ext>
                </a:extLst>
              </p:cNvPr>
              <p:cNvSpPr>
                <a:spLocks noChangeArrowheads="1"/>
              </p:cNvSpPr>
              <p:nvPr/>
            </p:nvSpPr>
            <p:spPr bwMode="auto">
              <a:xfrm>
                <a:off x="5748337" y="3807619"/>
                <a:ext cx="720329"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Data In</a:t>
                </a:r>
              </a:p>
            </p:txBody>
          </p:sp>
          <p:sp>
            <p:nvSpPr>
              <p:cNvPr id="42004" name="Rectangle 30">
                <a:extLst>
                  <a:ext uri="{FF2B5EF4-FFF2-40B4-BE49-F238E27FC236}">
                    <a16:creationId xmlns:a16="http://schemas.microsoft.com/office/drawing/2014/main" id="{4C937667-F68B-477D-B18B-13D514C7CAC8}"/>
                  </a:ext>
                </a:extLst>
              </p:cNvPr>
              <p:cNvSpPr>
                <a:spLocks noChangeArrowheads="1"/>
              </p:cNvSpPr>
              <p:nvPr/>
            </p:nvSpPr>
            <p:spPr bwMode="auto">
              <a:xfrm>
                <a:off x="6525816" y="3415904"/>
                <a:ext cx="976313" cy="815578"/>
              </a:xfrm>
              <a:prstGeom prst="rect">
                <a:avLst/>
              </a:prstGeom>
              <a:noFill/>
              <a:ln w="508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42005" name="Line 31">
                <a:extLst>
                  <a:ext uri="{FF2B5EF4-FFF2-40B4-BE49-F238E27FC236}">
                    <a16:creationId xmlns:a16="http://schemas.microsoft.com/office/drawing/2014/main" id="{463D3201-E4F6-416B-A724-54BC2B03B9F2}"/>
                  </a:ext>
                </a:extLst>
              </p:cNvPr>
              <p:cNvSpPr>
                <a:spLocks noChangeShapeType="1"/>
              </p:cNvSpPr>
              <p:nvPr/>
            </p:nvSpPr>
            <p:spPr bwMode="auto">
              <a:xfrm flipV="1">
                <a:off x="6561535" y="4042173"/>
                <a:ext cx="78581" cy="18335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06" name="Line 32">
                <a:extLst>
                  <a:ext uri="{FF2B5EF4-FFF2-40B4-BE49-F238E27FC236}">
                    <a16:creationId xmlns:a16="http://schemas.microsoft.com/office/drawing/2014/main" id="{2B6F334C-6AAF-4818-8396-C21E78337306}"/>
                  </a:ext>
                </a:extLst>
              </p:cNvPr>
              <p:cNvSpPr>
                <a:spLocks noChangeShapeType="1"/>
              </p:cNvSpPr>
              <p:nvPr/>
            </p:nvSpPr>
            <p:spPr bwMode="auto">
              <a:xfrm>
                <a:off x="6640116" y="4042173"/>
                <a:ext cx="109538" cy="18335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07" name="Oval 33">
                <a:extLst>
                  <a:ext uri="{FF2B5EF4-FFF2-40B4-BE49-F238E27FC236}">
                    <a16:creationId xmlns:a16="http://schemas.microsoft.com/office/drawing/2014/main" id="{94200E35-6C29-4252-99BE-20E4213A7E61}"/>
                  </a:ext>
                </a:extLst>
              </p:cNvPr>
              <p:cNvSpPr>
                <a:spLocks noChangeArrowheads="1"/>
              </p:cNvSpPr>
              <p:nvPr/>
            </p:nvSpPr>
            <p:spPr bwMode="auto">
              <a:xfrm>
                <a:off x="6602016" y="4260056"/>
                <a:ext cx="104775" cy="82154"/>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42008" name="Line 34">
                <a:extLst>
                  <a:ext uri="{FF2B5EF4-FFF2-40B4-BE49-F238E27FC236}">
                    <a16:creationId xmlns:a16="http://schemas.microsoft.com/office/drawing/2014/main" id="{0657321D-A4A2-42F3-8D20-072762043B96}"/>
                  </a:ext>
                </a:extLst>
              </p:cNvPr>
              <p:cNvSpPr>
                <a:spLocks noChangeShapeType="1"/>
              </p:cNvSpPr>
              <p:nvPr/>
            </p:nvSpPr>
            <p:spPr bwMode="auto">
              <a:xfrm flipH="1">
                <a:off x="6656785" y="4345781"/>
                <a:ext cx="3572" cy="200025"/>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09" name="Line 35">
                <a:extLst>
                  <a:ext uri="{FF2B5EF4-FFF2-40B4-BE49-F238E27FC236}">
                    <a16:creationId xmlns:a16="http://schemas.microsoft.com/office/drawing/2014/main" id="{EAAD2DF0-C3CF-4CDD-9264-622745660F90}"/>
                  </a:ext>
                </a:extLst>
              </p:cNvPr>
              <p:cNvSpPr>
                <a:spLocks noChangeShapeType="1"/>
              </p:cNvSpPr>
              <p:nvPr/>
            </p:nvSpPr>
            <p:spPr bwMode="auto">
              <a:xfrm>
                <a:off x="5391150" y="3682604"/>
                <a:ext cx="1114425" cy="0"/>
              </a:xfrm>
              <a:prstGeom prst="line">
                <a:avLst/>
              </a:prstGeom>
              <a:noFill/>
              <a:ln w="254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10" name="Rectangle 36">
                <a:extLst>
                  <a:ext uri="{FF2B5EF4-FFF2-40B4-BE49-F238E27FC236}">
                    <a16:creationId xmlns:a16="http://schemas.microsoft.com/office/drawing/2014/main" id="{F8008502-1629-4F12-82B7-53EDA0CFCD92}"/>
                  </a:ext>
                </a:extLst>
              </p:cNvPr>
              <p:cNvSpPr>
                <a:spLocks noChangeArrowheads="1"/>
              </p:cNvSpPr>
              <p:nvPr/>
            </p:nvSpPr>
            <p:spPr bwMode="auto">
              <a:xfrm>
                <a:off x="5824303" y="3212307"/>
                <a:ext cx="760089" cy="444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Data</a:t>
                </a:r>
              </a:p>
              <a:p>
                <a:pPr algn="ct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Address</a:t>
                </a:r>
              </a:p>
            </p:txBody>
          </p:sp>
          <p:sp>
            <p:nvSpPr>
              <p:cNvPr id="42011" name="Rectangle 37">
                <a:extLst>
                  <a:ext uri="{FF2B5EF4-FFF2-40B4-BE49-F238E27FC236}">
                    <a16:creationId xmlns:a16="http://schemas.microsoft.com/office/drawing/2014/main" id="{874D8606-47AD-4F58-A0F2-F5816AE7E413}"/>
                  </a:ext>
                </a:extLst>
              </p:cNvPr>
              <p:cNvSpPr>
                <a:spLocks noChangeArrowheads="1"/>
              </p:cNvSpPr>
              <p:nvPr/>
            </p:nvSpPr>
            <p:spPr bwMode="auto">
              <a:xfrm>
                <a:off x="6647709" y="3494485"/>
                <a:ext cx="727763" cy="623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Ideal</a:t>
                </a:r>
              </a:p>
              <a:p>
                <a:pPr algn="ct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Data</a:t>
                </a:r>
              </a:p>
              <a:p>
                <a:pPr algn="ct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Memory</a:t>
                </a:r>
              </a:p>
            </p:txBody>
          </p:sp>
          <p:sp>
            <p:nvSpPr>
              <p:cNvPr id="42012" name="Rectangle 38">
                <a:extLst>
                  <a:ext uri="{FF2B5EF4-FFF2-40B4-BE49-F238E27FC236}">
                    <a16:creationId xmlns:a16="http://schemas.microsoft.com/office/drawing/2014/main" id="{133C9840-C71B-4763-8AF1-03CFACECFAC0}"/>
                  </a:ext>
                </a:extLst>
              </p:cNvPr>
              <p:cNvSpPr>
                <a:spLocks noChangeArrowheads="1"/>
              </p:cNvSpPr>
              <p:nvPr/>
            </p:nvSpPr>
            <p:spPr bwMode="auto">
              <a:xfrm>
                <a:off x="1818085" y="1962150"/>
                <a:ext cx="1008459" cy="901304"/>
              </a:xfrm>
              <a:prstGeom prst="rect">
                <a:avLst/>
              </a:prstGeom>
              <a:noFill/>
              <a:ln w="508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42013" name="Line 39">
                <a:extLst>
                  <a:ext uri="{FF2B5EF4-FFF2-40B4-BE49-F238E27FC236}">
                    <a16:creationId xmlns:a16="http://schemas.microsoft.com/office/drawing/2014/main" id="{B33DFEC9-C7E3-42A5-9DF7-C2237D89F524}"/>
                  </a:ext>
                </a:extLst>
              </p:cNvPr>
              <p:cNvSpPr>
                <a:spLocks noChangeShapeType="1"/>
              </p:cNvSpPr>
              <p:nvPr/>
            </p:nvSpPr>
            <p:spPr bwMode="auto">
              <a:xfrm>
                <a:off x="2852737" y="2596754"/>
                <a:ext cx="1795463" cy="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14" name="Rectangle 40">
                <a:extLst>
                  <a:ext uri="{FF2B5EF4-FFF2-40B4-BE49-F238E27FC236}">
                    <a16:creationId xmlns:a16="http://schemas.microsoft.com/office/drawing/2014/main" id="{C28BACB2-5BAB-4838-B7C8-2CD58DA4FD8A}"/>
                  </a:ext>
                </a:extLst>
              </p:cNvPr>
              <p:cNvSpPr>
                <a:spLocks noChangeArrowheads="1"/>
              </p:cNvSpPr>
              <p:nvPr/>
            </p:nvSpPr>
            <p:spPr bwMode="auto">
              <a:xfrm>
                <a:off x="3075385" y="2353866"/>
                <a:ext cx="934564"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solidFill>
                      <a:schemeClr val="accent1"/>
                    </a:solidFill>
                    <a:latin typeface="Arial" panose="020B0604020202020204" pitchFamily="34" charset="0"/>
                    <a:ea typeface="新細明體" panose="02020500000000000000" pitchFamily="18" charset="-120"/>
                  </a:rPr>
                  <a:t>Instruction</a:t>
                </a:r>
              </a:p>
            </p:txBody>
          </p:sp>
          <p:sp>
            <p:nvSpPr>
              <p:cNvPr id="42015" name="Line 41">
                <a:extLst>
                  <a:ext uri="{FF2B5EF4-FFF2-40B4-BE49-F238E27FC236}">
                    <a16:creationId xmlns:a16="http://schemas.microsoft.com/office/drawing/2014/main" id="{F6ACE713-58BB-4DBA-A196-1408A06AB6C6}"/>
                  </a:ext>
                </a:extLst>
              </p:cNvPr>
              <p:cNvSpPr>
                <a:spLocks noChangeShapeType="1"/>
              </p:cNvSpPr>
              <p:nvPr/>
            </p:nvSpPr>
            <p:spPr bwMode="auto">
              <a:xfrm>
                <a:off x="2466975" y="2876550"/>
                <a:ext cx="0" cy="97155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16" name="Rectangle 42">
                <a:extLst>
                  <a:ext uri="{FF2B5EF4-FFF2-40B4-BE49-F238E27FC236}">
                    <a16:creationId xmlns:a16="http://schemas.microsoft.com/office/drawing/2014/main" id="{70107A7A-926D-42AF-B1E2-24F6BFC51823}"/>
                  </a:ext>
                </a:extLst>
              </p:cNvPr>
              <p:cNvSpPr>
                <a:spLocks noChangeArrowheads="1"/>
              </p:cNvSpPr>
              <p:nvPr/>
            </p:nvSpPr>
            <p:spPr bwMode="auto">
              <a:xfrm>
                <a:off x="1494311" y="2919413"/>
                <a:ext cx="934564" cy="444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r">
                  <a:lnSpc>
                    <a:spcPct val="100000"/>
                  </a:lnSpc>
                  <a:spcBef>
                    <a:spcPct val="0"/>
                  </a:spcBef>
                  <a:buClrTx/>
                  <a:buSzTx/>
                  <a:buFontTx/>
                  <a:buNone/>
                </a:pPr>
                <a:r>
                  <a:rPr kumimoji="1" lang="en-US" altLang="zh-TW" sz="1100">
                    <a:solidFill>
                      <a:schemeClr val="accent1"/>
                    </a:solidFill>
                    <a:latin typeface="Arial" panose="020B0604020202020204" pitchFamily="34" charset="0"/>
                    <a:ea typeface="新細明體" panose="02020500000000000000" pitchFamily="18" charset="-120"/>
                  </a:rPr>
                  <a:t>Instruction</a:t>
                </a:r>
              </a:p>
              <a:p>
                <a:pPr algn="r">
                  <a:lnSpc>
                    <a:spcPct val="100000"/>
                  </a:lnSpc>
                  <a:spcBef>
                    <a:spcPct val="0"/>
                  </a:spcBef>
                  <a:buClrTx/>
                  <a:buSzTx/>
                  <a:buFontTx/>
                  <a:buNone/>
                </a:pPr>
                <a:r>
                  <a:rPr kumimoji="1" lang="en-US" altLang="zh-TW" sz="1100">
                    <a:solidFill>
                      <a:schemeClr val="accent1"/>
                    </a:solidFill>
                    <a:latin typeface="Arial" panose="020B0604020202020204" pitchFamily="34" charset="0"/>
                    <a:ea typeface="新細明體" panose="02020500000000000000" pitchFamily="18" charset="-120"/>
                  </a:rPr>
                  <a:t>Address</a:t>
                </a:r>
              </a:p>
            </p:txBody>
          </p:sp>
          <p:sp>
            <p:nvSpPr>
              <p:cNvPr id="42017" name="Rectangle 43">
                <a:extLst>
                  <a:ext uri="{FF2B5EF4-FFF2-40B4-BE49-F238E27FC236}">
                    <a16:creationId xmlns:a16="http://schemas.microsoft.com/office/drawing/2014/main" id="{CA628A8A-FE5A-4B82-96BC-25E85F5DB941}"/>
                  </a:ext>
                </a:extLst>
              </p:cNvPr>
              <p:cNvSpPr>
                <a:spLocks noChangeArrowheads="1"/>
              </p:cNvSpPr>
              <p:nvPr/>
            </p:nvSpPr>
            <p:spPr bwMode="auto">
              <a:xfrm>
                <a:off x="1862571" y="2087166"/>
                <a:ext cx="936154" cy="623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Ideal</a:t>
                </a:r>
              </a:p>
              <a:p>
                <a:pPr algn="ct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Instruction</a:t>
                </a:r>
              </a:p>
              <a:p>
                <a:pPr algn="ct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Memory</a:t>
                </a:r>
              </a:p>
            </p:txBody>
          </p:sp>
          <p:grpSp>
            <p:nvGrpSpPr>
              <p:cNvPr id="42018" name="Group 44">
                <a:extLst>
                  <a:ext uri="{FF2B5EF4-FFF2-40B4-BE49-F238E27FC236}">
                    <a16:creationId xmlns:a16="http://schemas.microsoft.com/office/drawing/2014/main" id="{55955280-A506-4A17-AAFE-95097C692230}"/>
                  </a:ext>
                </a:extLst>
              </p:cNvPr>
              <p:cNvGrpSpPr>
                <a:grpSpLocks/>
              </p:cNvGrpSpPr>
              <p:nvPr/>
            </p:nvGrpSpPr>
            <p:grpSpPr bwMode="auto">
              <a:xfrm>
                <a:off x="1828218" y="3402808"/>
                <a:ext cx="390291" cy="1406129"/>
                <a:chOff x="753" y="2794"/>
                <a:chExt cx="302" cy="1181"/>
              </a:xfrm>
            </p:grpSpPr>
            <p:sp>
              <p:nvSpPr>
                <p:cNvPr id="42062" name="Rectangle 45">
                  <a:extLst>
                    <a:ext uri="{FF2B5EF4-FFF2-40B4-BE49-F238E27FC236}">
                      <a16:creationId xmlns:a16="http://schemas.microsoft.com/office/drawing/2014/main" id="{DCEA9817-6557-40A7-BC07-6794D1C18592}"/>
                    </a:ext>
                  </a:extLst>
                </p:cNvPr>
                <p:cNvSpPr>
                  <a:spLocks noChangeArrowheads="1"/>
                </p:cNvSpPr>
                <p:nvPr/>
              </p:nvSpPr>
              <p:spPr bwMode="auto">
                <a:xfrm rot="16200000">
                  <a:off x="689" y="3711"/>
                  <a:ext cx="328"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Clk</a:t>
                  </a:r>
                </a:p>
              </p:txBody>
            </p:sp>
            <p:sp>
              <p:nvSpPr>
                <p:cNvPr id="42063" name="Rectangle 46">
                  <a:extLst>
                    <a:ext uri="{FF2B5EF4-FFF2-40B4-BE49-F238E27FC236}">
                      <a16:creationId xmlns:a16="http://schemas.microsoft.com/office/drawing/2014/main" id="{115C77DD-B3A7-4188-9E39-1B96CEF5DB4A}"/>
                    </a:ext>
                  </a:extLst>
                </p:cNvPr>
                <p:cNvSpPr>
                  <a:spLocks noChangeArrowheads="1"/>
                </p:cNvSpPr>
                <p:nvPr/>
              </p:nvSpPr>
              <p:spPr bwMode="auto">
                <a:xfrm>
                  <a:off x="878" y="2794"/>
                  <a:ext cx="166" cy="748"/>
                </a:xfrm>
                <a:prstGeom prst="rect">
                  <a:avLst/>
                </a:prstGeom>
                <a:noFill/>
                <a:ln w="508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42064" name="Line 47">
                  <a:extLst>
                    <a:ext uri="{FF2B5EF4-FFF2-40B4-BE49-F238E27FC236}">
                      <a16:creationId xmlns:a16="http://schemas.microsoft.com/office/drawing/2014/main" id="{EF6D2486-C13A-4A84-9B6B-20A77AB5BA28}"/>
                    </a:ext>
                  </a:extLst>
                </p:cNvPr>
                <p:cNvSpPr>
                  <a:spLocks noChangeShapeType="1"/>
                </p:cNvSpPr>
                <p:nvPr/>
              </p:nvSpPr>
              <p:spPr bwMode="auto">
                <a:xfrm flipV="1">
                  <a:off x="910" y="3414"/>
                  <a:ext cx="48"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65" name="Line 48">
                  <a:extLst>
                    <a:ext uri="{FF2B5EF4-FFF2-40B4-BE49-F238E27FC236}">
                      <a16:creationId xmlns:a16="http://schemas.microsoft.com/office/drawing/2014/main" id="{D90DB42F-5C3A-4899-A749-319D397193BF}"/>
                    </a:ext>
                  </a:extLst>
                </p:cNvPr>
                <p:cNvSpPr>
                  <a:spLocks noChangeShapeType="1"/>
                </p:cNvSpPr>
                <p:nvPr/>
              </p:nvSpPr>
              <p:spPr bwMode="auto">
                <a:xfrm>
                  <a:off x="958" y="3414"/>
                  <a:ext cx="48"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66" name="Oval 49">
                  <a:extLst>
                    <a:ext uri="{FF2B5EF4-FFF2-40B4-BE49-F238E27FC236}">
                      <a16:creationId xmlns:a16="http://schemas.microsoft.com/office/drawing/2014/main" id="{520B6B3C-0E00-41F2-B807-828AF630A4F7}"/>
                    </a:ext>
                  </a:extLst>
                </p:cNvPr>
                <p:cNvSpPr>
                  <a:spLocks noChangeArrowheads="1"/>
                </p:cNvSpPr>
                <p:nvPr/>
              </p:nvSpPr>
              <p:spPr bwMode="auto">
                <a:xfrm>
                  <a:off x="918" y="3566"/>
                  <a:ext cx="80" cy="8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42067" name="Line 50">
                  <a:extLst>
                    <a:ext uri="{FF2B5EF4-FFF2-40B4-BE49-F238E27FC236}">
                      <a16:creationId xmlns:a16="http://schemas.microsoft.com/office/drawing/2014/main" id="{95FD42F4-A18E-4C8F-BB1F-30DBBA07F5AA}"/>
                    </a:ext>
                  </a:extLst>
                </p:cNvPr>
                <p:cNvSpPr>
                  <a:spLocks noChangeShapeType="1"/>
                </p:cNvSpPr>
                <p:nvPr/>
              </p:nvSpPr>
              <p:spPr bwMode="auto">
                <a:xfrm>
                  <a:off x="959" y="3669"/>
                  <a:ext cx="0" cy="213"/>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68" name="Rectangle 51">
                  <a:extLst>
                    <a:ext uri="{FF2B5EF4-FFF2-40B4-BE49-F238E27FC236}">
                      <a16:creationId xmlns:a16="http://schemas.microsoft.com/office/drawing/2014/main" id="{AC0EAA7E-248F-4096-B866-62F92C8AAD0D}"/>
                    </a:ext>
                  </a:extLst>
                </p:cNvPr>
                <p:cNvSpPr>
                  <a:spLocks noChangeArrowheads="1"/>
                </p:cNvSpPr>
                <p:nvPr/>
              </p:nvSpPr>
              <p:spPr bwMode="auto">
                <a:xfrm rot="16200000">
                  <a:off x="802" y="3064"/>
                  <a:ext cx="308"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PC</a:t>
                  </a:r>
                </a:p>
              </p:txBody>
            </p:sp>
          </p:grpSp>
          <p:sp>
            <p:nvSpPr>
              <p:cNvPr id="42019" name="Line 52">
                <a:extLst>
                  <a:ext uri="{FF2B5EF4-FFF2-40B4-BE49-F238E27FC236}">
                    <a16:creationId xmlns:a16="http://schemas.microsoft.com/office/drawing/2014/main" id="{64C128D6-A5D9-4CD9-B113-78C1F3A0F28D}"/>
                  </a:ext>
                </a:extLst>
              </p:cNvPr>
              <p:cNvSpPr>
                <a:spLocks noChangeShapeType="1"/>
              </p:cNvSpPr>
              <p:nvPr/>
            </p:nvSpPr>
            <p:spPr bwMode="auto">
              <a:xfrm>
                <a:off x="3533775" y="2596754"/>
                <a:ext cx="0" cy="7429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20" name="Line 53">
                <a:extLst>
                  <a:ext uri="{FF2B5EF4-FFF2-40B4-BE49-F238E27FC236}">
                    <a16:creationId xmlns:a16="http://schemas.microsoft.com/office/drawing/2014/main" id="{BAD936F3-F6C7-4DF8-A3AD-E6B5D3F5B586}"/>
                  </a:ext>
                </a:extLst>
              </p:cNvPr>
              <p:cNvSpPr>
                <a:spLocks noChangeShapeType="1"/>
              </p:cNvSpPr>
              <p:nvPr/>
            </p:nvSpPr>
            <p:spPr bwMode="auto">
              <a:xfrm flipV="1">
                <a:off x="3471863" y="2907507"/>
                <a:ext cx="164306" cy="14644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21" name="Rectangle 54">
                <a:extLst>
                  <a:ext uri="{FF2B5EF4-FFF2-40B4-BE49-F238E27FC236}">
                    <a16:creationId xmlns:a16="http://schemas.microsoft.com/office/drawing/2014/main" id="{D7717DFA-0CD5-4D7B-82C8-65F3502DF371}"/>
                  </a:ext>
                </a:extLst>
              </p:cNvPr>
              <p:cNvSpPr>
                <a:spLocks noChangeArrowheads="1"/>
              </p:cNvSpPr>
              <p:nvPr/>
            </p:nvSpPr>
            <p:spPr bwMode="auto">
              <a:xfrm>
                <a:off x="3353991" y="2792016"/>
                <a:ext cx="303609"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5</a:t>
                </a:r>
              </a:p>
            </p:txBody>
          </p:sp>
          <p:sp>
            <p:nvSpPr>
              <p:cNvPr id="42022" name="Rectangle 55">
                <a:extLst>
                  <a:ext uri="{FF2B5EF4-FFF2-40B4-BE49-F238E27FC236}">
                    <a16:creationId xmlns:a16="http://schemas.microsoft.com/office/drawing/2014/main" id="{B419F79E-B4CD-4F9F-A5EA-1E9AB33578D2}"/>
                  </a:ext>
                </a:extLst>
              </p:cNvPr>
              <p:cNvSpPr>
                <a:spLocks noChangeArrowheads="1"/>
              </p:cNvSpPr>
              <p:nvPr/>
            </p:nvSpPr>
            <p:spPr bwMode="auto">
              <a:xfrm>
                <a:off x="3226594" y="2630091"/>
                <a:ext cx="345496"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solidFill>
                      <a:schemeClr val="accent1"/>
                    </a:solidFill>
                    <a:latin typeface="Arial" panose="020B0604020202020204" pitchFamily="34" charset="0"/>
                    <a:ea typeface="新細明體" panose="02020500000000000000" pitchFamily="18" charset="-120"/>
                  </a:rPr>
                  <a:t>Rs</a:t>
                </a:r>
              </a:p>
            </p:txBody>
          </p:sp>
          <p:sp>
            <p:nvSpPr>
              <p:cNvPr id="42023" name="Line 56">
                <a:extLst>
                  <a:ext uri="{FF2B5EF4-FFF2-40B4-BE49-F238E27FC236}">
                    <a16:creationId xmlns:a16="http://schemas.microsoft.com/office/drawing/2014/main" id="{7D3499A7-FD5D-4ABD-A5F3-430C356E2DE0}"/>
                  </a:ext>
                </a:extLst>
              </p:cNvPr>
              <p:cNvSpPr>
                <a:spLocks noChangeShapeType="1"/>
              </p:cNvSpPr>
              <p:nvPr/>
            </p:nvSpPr>
            <p:spPr bwMode="auto">
              <a:xfrm>
                <a:off x="3967163" y="2596754"/>
                <a:ext cx="0" cy="7429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24" name="Line 57">
                <a:extLst>
                  <a:ext uri="{FF2B5EF4-FFF2-40B4-BE49-F238E27FC236}">
                    <a16:creationId xmlns:a16="http://schemas.microsoft.com/office/drawing/2014/main" id="{3C906BDE-B782-42AB-9483-C3A9ED15C146}"/>
                  </a:ext>
                </a:extLst>
              </p:cNvPr>
              <p:cNvSpPr>
                <a:spLocks noChangeShapeType="1"/>
              </p:cNvSpPr>
              <p:nvPr/>
            </p:nvSpPr>
            <p:spPr bwMode="auto">
              <a:xfrm flipV="1">
                <a:off x="3905251" y="2907507"/>
                <a:ext cx="164306" cy="14644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25" name="Rectangle 58">
                <a:extLst>
                  <a:ext uri="{FF2B5EF4-FFF2-40B4-BE49-F238E27FC236}">
                    <a16:creationId xmlns:a16="http://schemas.microsoft.com/office/drawing/2014/main" id="{E97B242C-999A-4B94-A661-438DC19F41EF}"/>
                  </a:ext>
                </a:extLst>
              </p:cNvPr>
              <p:cNvSpPr>
                <a:spLocks noChangeArrowheads="1"/>
              </p:cNvSpPr>
              <p:nvPr/>
            </p:nvSpPr>
            <p:spPr bwMode="auto">
              <a:xfrm>
                <a:off x="3787379" y="2792016"/>
                <a:ext cx="303609"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5</a:t>
                </a:r>
              </a:p>
            </p:txBody>
          </p:sp>
          <p:sp>
            <p:nvSpPr>
              <p:cNvPr id="42026" name="Rectangle 59">
                <a:extLst>
                  <a:ext uri="{FF2B5EF4-FFF2-40B4-BE49-F238E27FC236}">
                    <a16:creationId xmlns:a16="http://schemas.microsoft.com/office/drawing/2014/main" id="{CED4DBBA-E261-495C-BF38-6D901E65F223}"/>
                  </a:ext>
                </a:extLst>
              </p:cNvPr>
              <p:cNvSpPr>
                <a:spLocks noChangeArrowheads="1"/>
              </p:cNvSpPr>
              <p:nvPr/>
            </p:nvSpPr>
            <p:spPr bwMode="auto">
              <a:xfrm>
                <a:off x="3659982" y="2630091"/>
                <a:ext cx="310946"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solidFill>
                      <a:schemeClr val="accent1"/>
                    </a:solidFill>
                    <a:latin typeface="Arial" panose="020B0604020202020204" pitchFamily="34" charset="0"/>
                    <a:ea typeface="新細明體" panose="02020500000000000000" pitchFamily="18" charset="-120"/>
                  </a:rPr>
                  <a:t>Rt</a:t>
                </a:r>
              </a:p>
            </p:txBody>
          </p:sp>
          <p:sp>
            <p:nvSpPr>
              <p:cNvPr id="42027" name="Line 60">
                <a:extLst>
                  <a:ext uri="{FF2B5EF4-FFF2-40B4-BE49-F238E27FC236}">
                    <a16:creationId xmlns:a16="http://schemas.microsoft.com/office/drawing/2014/main" id="{74FE92EC-06B8-4857-BA41-D2AA5E77C881}"/>
                  </a:ext>
                </a:extLst>
              </p:cNvPr>
              <p:cNvSpPr>
                <a:spLocks noChangeShapeType="1"/>
              </p:cNvSpPr>
              <p:nvPr/>
            </p:nvSpPr>
            <p:spPr bwMode="auto">
              <a:xfrm>
                <a:off x="4648200" y="2596754"/>
                <a:ext cx="0" cy="15430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28" name="Line 61">
                <a:extLst>
                  <a:ext uri="{FF2B5EF4-FFF2-40B4-BE49-F238E27FC236}">
                    <a16:creationId xmlns:a16="http://schemas.microsoft.com/office/drawing/2014/main" id="{7E21C9BA-81FF-4D63-B906-F2474661B163}"/>
                  </a:ext>
                </a:extLst>
              </p:cNvPr>
              <p:cNvSpPr>
                <a:spLocks noChangeShapeType="1"/>
              </p:cNvSpPr>
              <p:nvPr/>
            </p:nvSpPr>
            <p:spPr bwMode="auto">
              <a:xfrm flipV="1">
                <a:off x="4586288" y="2907507"/>
                <a:ext cx="164306" cy="14644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29" name="Rectangle 62">
                <a:extLst>
                  <a:ext uri="{FF2B5EF4-FFF2-40B4-BE49-F238E27FC236}">
                    <a16:creationId xmlns:a16="http://schemas.microsoft.com/office/drawing/2014/main" id="{78A0402B-6C69-4158-99BF-D68B6481FD86}"/>
                  </a:ext>
                </a:extLst>
              </p:cNvPr>
              <p:cNvSpPr>
                <a:spLocks noChangeArrowheads="1"/>
              </p:cNvSpPr>
              <p:nvPr/>
            </p:nvSpPr>
            <p:spPr bwMode="auto">
              <a:xfrm>
                <a:off x="4344591" y="2792016"/>
                <a:ext cx="365522"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16</a:t>
                </a:r>
              </a:p>
            </p:txBody>
          </p:sp>
          <p:sp>
            <p:nvSpPr>
              <p:cNvPr id="42030" name="Rectangle 63">
                <a:extLst>
                  <a:ext uri="{FF2B5EF4-FFF2-40B4-BE49-F238E27FC236}">
                    <a16:creationId xmlns:a16="http://schemas.microsoft.com/office/drawing/2014/main" id="{8EFCB386-C7D0-4DC5-83D1-4D38EE41CAE9}"/>
                  </a:ext>
                </a:extLst>
              </p:cNvPr>
              <p:cNvSpPr>
                <a:spLocks noChangeArrowheads="1"/>
              </p:cNvSpPr>
              <p:nvPr/>
            </p:nvSpPr>
            <p:spPr bwMode="auto">
              <a:xfrm>
                <a:off x="4217194" y="2630091"/>
                <a:ext cx="461235"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solidFill>
                      <a:schemeClr val="accent1"/>
                    </a:solidFill>
                    <a:latin typeface="Arial" panose="020B0604020202020204" pitchFamily="34" charset="0"/>
                    <a:ea typeface="新細明體" panose="02020500000000000000" pitchFamily="18" charset="-120"/>
                  </a:rPr>
                  <a:t>Imm</a:t>
                </a:r>
              </a:p>
            </p:txBody>
          </p:sp>
          <p:sp>
            <p:nvSpPr>
              <p:cNvPr id="42031" name="Line 64">
                <a:extLst>
                  <a:ext uri="{FF2B5EF4-FFF2-40B4-BE49-F238E27FC236}">
                    <a16:creationId xmlns:a16="http://schemas.microsoft.com/office/drawing/2014/main" id="{5E6AC7F5-F9D7-4FC9-816E-BECC766EF755}"/>
                  </a:ext>
                </a:extLst>
              </p:cNvPr>
              <p:cNvSpPr>
                <a:spLocks noChangeShapeType="1"/>
              </p:cNvSpPr>
              <p:nvPr/>
            </p:nvSpPr>
            <p:spPr bwMode="auto">
              <a:xfrm>
                <a:off x="4090987" y="3454004"/>
                <a:ext cx="928688" cy="0"/>
              </a:xfrm>
              <a:prstGeom prst="line">
                <a:avLst/>
              </a:prstGeom>
              <a:noFill/>
              <a:ln w="254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32" name="Line 65">
                <a:extLst>
                  <a:ext uri="{FF2B5EF4-FFF2-40B4-BE49-F238E27FC236}">
                    <a16:creationId xmlns:a16="http://schemas.microsoft.com/office/drawing/2014/main" id="{A9DAE7D1-E7B8-4FC5-8C84-DC317014A9DD}"/>
                  </a:ext>
                </a:extLst>
              </p:cNvPr>
              <p:cNvSpPr>
                <a:spLocks noChangeShapeType="1"/>
              </p:cNvSpPr>
              <p:nvPr/>
            </p:nvSpPr>
            <p:spPr bwMode="auto">
              <a:xfrm>
                <a:off x="4462463" y="4139804"/>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33" name="Line 66">
                <a:extLst>
                  <a:ext uri="{FF2B5EF4-FFF2-40B4-BE49-F238E27FC236}">
                    <a16:creationId xmlns:a16="http://schemas.microsoft.com/office/drawing/2014/main" id="{2ABD0093-D31F-4909-9CF2-C4E515271486}"/>
                  </a:ext>
                </a:extLst>
              </p:cNvPr>
              <p:cNvSpPr>
                <a:spLocks noChangeShapeType="1"/>
              </p:cNvSpPr>
              <p:nvPr/>
            </p:nvSpPr>
            <p:spPr bwMode="auto">
              <a:xfrm>
                <a:off x="4462462" y="4368404"/>
                <a:ext cx="10525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34" name="Line 67">
                <a:extLst>
                  <a:ext uri="{FF2B5EF4-FFF2-40B4-BE49-F238E27FC236}">
                    <a16:creationId xmlns:a16="http://schemas.microsoft.com/office/drawing/2014/main" id="{C8EF9596-0523-4115-AB23-EE02361408C6}"/>
                  </a:ext>
                </a:extLst>
              </p:cNvPr>
              <p:cNvSpPr>
                <a:spLocks noChangeShapeType="1"/>
              </p:cNvSpPr>
              <p:nvPr/>
            </p:nvSpPr>
            <p:spPr bwMode="auto">
              <a:xfrm>
                <a:off x="5514975" y="4082654"/>
                <a:ext cx="9906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35" name="Line 68">
                <a:extLst>
                  <a:ext uri="{FF2B5EF4-FFF2-40B4-BE49-F238E27FC236}">
                    <a16:creationId xmlns:a16="http://schemas.microsoft.com/office/drawing/2014/main" id="{AE7FC90E-EDF4-4394-9549-536F900B7B83}"/>
                  </a:ext>
                </a:extLst>
              </p:cNvPr>
              <p:cNvSpPr>
                <a:spLocks noChangeShapeType="1"/>
              </p:cNvSpPr>
              <p:nvPr/>
            </p:nvSpPr>
            <p:spPr bwMode="auto">
              <a:xfrm>
                <a:off x="5514975" y="4082654"/>
                <a:ext cx="0" cy="2857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36" name="Line 69">
                <a:extLst>
                  <a:ext uri="{FF2B5EF4-FFF2-40B4-BE49-F238E27FC236}">
                    <a16:creationId xmlns:a16="http://schemas.microsoft.com/office/drawing/2014/main" id="{FA9A9EEC-780A-45D1-898B-301C2B4A0B47}"/>
                  </a:ext>
                </a:extLst>
              </p:cNvPr>
              <p:cNvSpPr>
                <a:spLocks noChangeShapeType="1"/>
              </p:cNvSpPr>
              <p:nvPr/>
            </p:nvSpPr>
            <p:spPr bwMode="auto">
              <a:xfrm flipH="1">
                <a:off x="4710113" y="4254104"/>
                <a:ext cx="123825" cy="1714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37" name="Rectangle 70">
                <a:extLst>
                  <a:ext uri="{FF2B5EF4-FFF2-40B4-BE49-F238E27FC236}">
                    <a16:creationId xmlns:a16="http://schemas.microsoft.com/office/drawing/2014/main" id="{3BA56413-43D5-4EA9-ACF3-130B3CDB102C}"/>
                  </a:ext>
                </a:extLst>
              </p:cNvPr>
              <p:cNvSpPr>
                <a:spLocks noChangeArrowheads="1"/>
              </p:cNvSpPr>
              <p:nvPr/>
            </p:nvSpPr>
            <p:spPr bwMode="auto">
              <a:xfrm>
                <a:off x="4573192" y="4433888"/>
                <a:ext cx="319583"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32</a:t>
                </a:r>
              </a:p>
            </p:txBody>
          </p:sp>
          <p:sp>
            <p:nvSpPr>
              <p:cNvPr id="42038" name="Line 71">
                <a:extLst>
                  <a:ext uri="{FF2B5EF4-FFF2-40B4-BE49-F238E27FC236}">
                    <a16:creationId xmlns:a16="http://schemas.microsoft.com/office/drawing/2014/main" id="{4259465F-CD27-4298-83DD-4271E864B9BC}"/>
                  </a:ext>
                </a:extLst>
              </p:cNvPr>
              <p:cNvSpPr>
                <a:spLocks noChangeShapeType="1"/>
              </p:cNvSpPr>
              <p:nvPr/>
            </p:nvSpPr>
            <p:spPr bwMode="auto">
              <a:xfrm flipH="1">
                <a:off x="5514975" y="3568304"/>
                <a:ext cx="123825" cy="1714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39" name="Rectangle 72">
                <a:extLst>
                  <a:ext uri="{FF2B5EF4-FFF2-40B4-BE49-F238E27FC236}">
                    <a16:creationId xmlns:a16="http://schemas.microsoft.com/office/drawing/2014/main" id="{1CCC2B85-323F-4FEF-9DC5-447B53498FA8}"/>
                  </a:ext>
                </a:extLst>
              </p:cNvPr>
              <p:cNvSpPr>
                <a:spLocks noChangeArrowheads="1"/>
              </p:cNvSpPr>
              <p:nvPr/>
            </p:nvSpPr>
            <p:spPr bwMode="auto">
              <a:xfrm>
                <a:off x="5378055" y="3348039"/>
                <a:ext cx="319583"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32</a:t>
                </a:r>
              </a:p>
            </p:txBody>
          </p:sp>
          <p:sp>
            <p:nvSpPr>
              <p:cNvPr id="42040" name="Rectangle 73">
                <a:extLst>
                  <a:ext uri="{FF2B5EF4-FFF2-40B4-BE49-F238E27FC236}">
                    <a16:creationId xmlns:a16="http://schemas.microsoft.com/office/drawing/2014/main" id="{D5F8EAE2-42E5-4568-9AF0-88FAE1DE8B84}"/>
                  </a:ext>
                </a:extLst>
              </p:cNvPr>
              <p:cNvSpPr>
                <a:spLocks noChangeArrowheads="1"/>
              </p:cNvSpPr>
              <p:nvPr/>
            </p:nvSpPr>
            <p:spPr bwMode="auto">
              <a:xfrm>
                <a:off x="4201717" y="3519488"/>
                <a:ext cx="319583"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32</a:t>
                </a:r>
              </a:p>
            </p:txBody>
          </p:sp>
          <p:sp>
            <p:nvSpPr>
              <p:cNvPr id="42042" name="Line 75">
                <a:extLst>
                  <a:ext uri="{FF2B5EF4-FFF2-40B4-BE49-F238E27FC236}">
                    <a16:creationId xmlns:a16="http://schemas.microsoft.com/office/drawing/2014/main" id="{A3B1E7FD-7B75-4759-905D-56AD42A5BCCC}"/>
                  </a:ext>
                </a:extLst>
              </p:cNvPr>
              <p:cNvSpPr>
                <a:spLocks noChangeShapeType="1"/>
              </p:cNvSpPr>
              <p:nvPr/>
            </p:nvSpPr>
            <p:spPr bwMode="auto">
              <a:xfrm>
                <a:off x="2605088" y="3739754"/>
                <a:ext cx="0" cy="97155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43" name="Line 76">
                <a:extLst>
                  <a:ext uri="{FF2B5EF4-FFF2-40B4-BE49-F238E27FC236}">
                    <a16:creationId xmlns:a16="http://schemas.microsoft.com/office/drawing/2014/main" id="{608AA9D8-78A0-4E2C-BD6A-A774867314D6}"/>
                  </a:ext>
                </a:extLst>
              </p:cNvPr>
              <p:cNvSpPr>
                <a:spLocks noChangeShapeType="1"/>
              </p:cNvSpPr>
              <p:nvPr/>
            </p:nvSpPr>
            <p:spPr bwMode="auto">
              <a:xfrm>
                <a:off x="2590800" y="3739754"/>
                <a:ext cx="447675" cy="0"/>
              </a:xfrm>
              <a:prstGeom prst="line">
                <a:avLst/>
              </a:prstGeom>
              <a:noFill/>
              <a:ln w="254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44" name="Line 77">
                <a:extLst>
                  <a:ext uri="{FF2B5EF4-FFF2-40B4-BE49-F238E27FC236}">
                    <a16:creationId xmlns:a16="http://schemas.microsoft.com/office/drawing/2014/main" id="{CC17EDCD-3236-4A8F-97D3-1564FC9DDC34}"/>
                  </a:ext>
                </a:extLst>
              </p:cNvPr>
              <p:cNvSpPr>
                <a:spLocks noChangeShapeType="1"/>
              </p:cNvSpPr>
              <p:nvPr/>
            </p:nvSpPr>
            <p:spPr bwMode="auto">
              <a:xfrm flipH="1">
                <a:off x="2667000" y="3682604"/>
                <a:ext cx="123825" cy="1714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45" name="Rectangle 78">
                <a:extLst>
                  <a:ext uri="{FF2B5EF4-FFF2-40B4-BE49-F238E27FC236}">
                    <a16:creationId xmlns:a16="http://schemas.microsoft.com/office/drawing/2014/main" id="{6D51332E-DE81-4AEA-B91F-B1EBC39B0077}"/>
                  </a:ext>
                </a:extLst>
              </p:cNvPr>
              <p:cNvSpPr>
                <a:spLocks noChangeArrowheads="1"/>
              </p:cNvSpPr>
              <p:nvPr/>
            </p:nvSpPr>
            <p:spPr bwMode="auto">
              <a:xfrm>
                <a:off x="2591992" y="3462338"/>
                <a:ext cx="319583"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100">
                    <a:latin typeface="Arial" panose="020B0604020202020204" pitchFamily="34" charset="0"/>
                    <a:ea typeface="新細明體" panose="02020500000000000000" pitchFamily="18" charset="-120"/>
                  </a:rPr>
                  <a:t>32</a:t>
                </a:r>
              </a:p>
            </p:txBody>
          </p:sp>
          <p:sp>
            <p:nvSpPr>
              <p:cNvPr id="42046" name="Line 79">
                <a:extLst>
                  <a:ext uri="{FF2B5EF4-FFF2-40B4-BE49-F238E27FC236}">
                    <a16:creationId xmlns:a16="http://schemas.microsoft.com/office/drawing/2014/main" id="{80269C86-3785-4223-B98C-9B4D8AABD316}"/>
                  </a:ext>
                </a:extLst>
              </p:cNvPr>
              <p:cNvSpPr>
                <a:spLocks noChangeShapeType="1"/>
              </p:cNvSpPr>
              <p:nvPr/>
            </p:nvSpPr>
            <p:spPr bwMode="auto">
              <a:xfrm>
                <a:off x="5700713" y="3682604"/>
                <a:ext cx="0" cy="10287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47" name="Rectangle 80">
                <a:extLst>
                  <a:ext uri="{FF2B5EF4-FFF2-40B4-BE49-F238E27FC236}">
                    <a16:creationId xmlns:a16="http://schemas.microsoft.com/office/drawing/2014/main" id="{F47D72AD-A8DB-4675-9F73-1DA4142808E6}"/>
                  </a:ext>
                </a:extLst>
              </p:cNvPr>
              <p:cNvSpPr>
                <a:spLocks noChangeArrowheads="1"/>
              </p:cNvSpPr>
              <p:nvPr/>
            </p:nvSpPr>
            <p:spPr bwMode="auto">
              <a:xfrm>
                <a:off x="4175522" y="3196829"/>
                <a:ext cx="260848"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A</a:t>
                </a:r>
              </a:p>
            </p:txBody>
          </p:sp>
          <p:sp>
            <p:nvSpPr>
              <p:cNvPr id="42048" name="Rectangle 81">
                <a:extLst>
                  <a:ext uri="{FF2B5EF4-FFF2-40B4-BE49-F238E27FC236}">
                    <a16:creationId xmlns:a16="http://schemas.microsoft.com/office/drawing/2014/main" id="{C38923CF-3554-45C8-8764-CD5F1E805492}"/>
                  </a:ext>
                </a:extLst>
              </p:cNvPr>
              <p:cNvSpPr>
                <a:spLocks noChangeArrowheads="1"/>
              </p:cNvSpPr>
              <p:nvPr/>
            </p:nvSpPr>
            <p:spPr bwMode="auto">
              <a:xfrm>
                <a:off x="4175522" y="3882629"/>
                <a:ext cx="260848" cy="26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B</a:t>
                </a:r>
              </a:p>
            </p:txBody>
          </p:sp>
          <p:sp>
            <p:nvSpPr>
              <p:cNvPr id="42049" name="Line 82">
                <a:extLst>
                  <a:ext uri="{FF2B5EF4-FFF2-40B4-BE49-F238E27FC236}">
                    <a16:creationId xmlns:a16="http://schemas.microsoft.com/office/drawing/2014/main" id="{7E5AFD51-FA8B-4E1A-B5EB-9AFE6F5D34F5}"/>
                  </a:ext>
                </a:extLst>
              </p:cNvPr>
              <p:cNvSpPr>
                <a:spLocks noChangeShapeType="1"/>
              </p:cNvSpPr>
              <p:nvPr/>
            </p:nvSpPr>
            <p:spPr bwMode="auto">
              <a:xfrm flipH="1">
                <a:off x="4400550" y="3339704"/>
                <a:ext cx="123825" cy="1714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50" name="Line 83">
                <a:extLst>
                  <a:ext uri="{FF2B5EF4-FFF2-40B4-BE49-F238E27FC236}">
                    <a16:creationId xmlns:a16="http://schemas.microsoft.com/office/drawing/2014/main" id="{ABDC9A82-0506-4B52-A523-A25E4582D362}"/>
                  </a:ext>
                </a:extLst>
              </p:cNvPr>
              <p:cNvSpPr>
                <a:spLocks noChangeShapeType="1"/>
              </p:cNvSpPr>
              <p:nvPr/>
            </p:nvSpPr>
            <p:spPr bwMode="auto">
              <a:xfrm>
                <a:off x="3209925" y="4419600"/>
                <a:ext cx="0"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51" name="Line 84">
                <a:extLst>
                  <a:ext uri="{FF2B5EF4-FFF2-40B4-BE49-F238E27FC236}">
                    <a16:creationId xmlns:a16="http://schemas.microsoft.com/office/drawing/2014/main" id="{D8A5AF3B-3C68-4B81-81EA-EBBBE8124F50}"/>
                  </a:ext>
                </a:extLst>
              </p:cNvPr>
              <p:cNvSpPr>
                <a:spLocks noChangeShapeType="1"/>
              </p:cNvSpPr>
              <p:nvPr/>
            </p:nvSpPr>
            <p:spPr bwMode="auto">
              <a:xfrm>
                <a:off x="7543800" y="3790950"/>
                <a:ext cx="185738" cy="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52" name="Line 85">
                <a:extLst>
                  <a:ext uri="{FF2B5EF4-FFF2-40B4-BE49-F238E27FC236}">
                    <a16:creationId xmlns:a16="http://schemas.microsoft.com/office/drawing/2014/main" id="{DDEE8A83-1FA4-4517-884B-AA547BD0345F}"/>
                  </a:ext>
                </a:extLst>
              </p:cNvPr>
              <p:cNvSpPr>
                <a:spLocks noChangeShapeType="1"/>
              </p:cNvSpPr>
              <p:nvPr/>
            </p:nvSpPr>
            <p:spPr bwMode="auto">
              <a:xfrm>
                <a:off x="2219325" y="3848100"/>
                <a:ext cx="247650" cy="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53" name="AutoShape 86">
                <a:extLst>
                  <a:ext uri="{FF2B5EF4-FFF2-40B4-BE49-F238E27FC236}">
                    <a16:creationId xmlns:a16="http://schemas.microsoft.com/office/drawing/2014/main" id="{15B21CAB-E3E7-4C16-BB95-1BFE5295699F}"/>
                  </a:ext>
                </a:extLst>
              </p:cNvPr>
              <p:cNvSpPr>
                <a:spLocks noChangeArrowheads="1"/>
              </p:cNvSpPr>
              <p:nvPr/>
            </p:nvSpPr>
            <p:spPr bwMode="auto">
              <a:xfrm>
                <a:off x="1481138" y="3395663"/>
                <a:ext cx="238125" cy="962025"/>
              </a:xfrm>
              <a:prstGeom prst="octagon">
                <a:avLst>
                  <a:gd name="adj" fmla="val 29282"/>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100" b="0">
                  <a:latin typeface="Times New Roman" panose="02020603050405020304" pitchFamily="18" charset="0"/>
                  <a:ea typeface="新細明體" panose="02020500000000000000" pitchFamily="18" charset="-120"/>
                </a:endParaRPr>
              </a:p>
            </p:txBody>
          </p:sp>
          <p:sp>
            <p:nvSpPr>
              <p:cNvPr id="42054" name="Rectangle 87">
                <a:extLst>
                  <a:ext uri="{FF2B5EF4-FFF2-40B4-BE49-F238E27FC236}">
                    <a16:creationId xmlns:a16="http://schemas.microsoft.com/office/drawing/2014/main" id="{A7F181E1-692F-4125-B1FD-06177BE2CE8A}"/>
                  </a:ext>
                </a:extLst>
              </p:cNvPr>
              <p:cNvSpPr>
                <a:spLocks noChangeArrowheads="1"/>
              </p:cNvSpPr>
              <p:nvPr/>
            </p:nvSpPr>
            <p:spPr bwMode="auto">
              <a:xfrm rot="16200000">
                <a:off x="1068640" y="3685979"/>
                <a:ext cx="1142893" cy="257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100">
                    <a:latin typeface="Arial" panose="020B0604020202020204" pitchFamily="34" charset="0"/>
                    <a:ea typeface="新細明體" panose="02020500000000000000" pitchFamily="18" charset="-120"/>
                  </a:rPr>
                  <a:t>Next Address</a:t>
                </a:r>
              </a:p>
            </p:txBody>
          </p:sp>
          <p:sp>
            <p:nvSpPr>
              <p:cNvPr id="42055" name="Line 88">
                <a:extLst>
                  <a:ext uri="{FF2B5EF4-FFF2-40B4-BE49-F238E27FC236}">
                    <a16:creationId xmlns:a16="http://schemas.microsoft.com/office/drawing/2014/main" id="{1744FFA9-1551-4527-8B18-91689FD36C78}"/>
                  </a:ext>
                </a:extLst>
              </p:cNvPr>
              <p:cNvSpPr>
                <a:spLocks noChangeShapeType="1"/>
              </p:cNvSpPr>
              <p:nvPr/>
            </p:nvSpPr>
            <p:spPr bwMode="auto">
              <a:xfrm>
                <a:off x="1724025" y="3848100"/>
                <a:ext cx="24765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56" name="Freeform 89">
                <a:extLst>
                  <a:ext uri="{FF2B5EF4-FFF2-40B4-BE49-F238E27FC236}">
                    <a16:creationId xmlns:a16="http://schemas.microsoft.com/office/drawing/2014/main" id="{B21A4D28-723F-4F60-9188-D2648D485BEE}"/>
                  </a:ext>
                </a:extLst>
              </p:cNvPr>
              <p:cNvSpPr>
                <a:spLocks/>
              </p:cNvSpPr>
              <p:nvPr/>
            </p:nvSpPr>
            <p:spPr bwMode="auto">
              <a:xfrm>
                <a:off x="1228725" y="3333750"/>
                <a:ext cx="1239441" cy="515541"/>
              </a:xfrm>
              <a:custGeom>
                <a:avLst/>
                <a:gdLst>
                  <a:gd name="T0" fmla="*/ 2147483647 w 961"/>
                  <a:gd name="T1" fmla="*/ 0 h 433"/>
                  <a:gd name="T2" fmla="*/ 0 w 961"/>
                  <a:gd name="T3" fmla="*/ 0 h 433"/>
                  <a:gd name="T4" fmla="*/ 0 w 961"/>
                  <a:gd name="T5" fmla="*/ 2147483647 h 433"/>
                  <a:gd name="T6" fmla="*/ 2147483647 w 961"/>
                  <a:gd name="T7" fmla="*/ 2147483647 h 433"/>
                  <a:gd name="T8" fmla="*/ 0 60000 65536"/>
                  <a:gd name="T9" fmla="*/ 0 60000 65536"/>
                  <a:gd name="T10" fmla="*/ 0 60000 65536"/>
                  <a:gd name="T11" fmla="*/ 0 60000 65536"/>
                  <a:gd name="T12" fmla="*/ 0 w 961"/>
                  <a:gd name="T13" fmla="*/ 0 h 433"/>
                  <a:gd name="T14" fmla="*/ 961 w 961"/>
                  <a:gd name="T15" fmla="*/ 433 h 433"/>
                </a:gdLst>
                <a:ahLst/>
                <a:cxnLst>
                  <a:cxn ang="T8">
                    <a:pos x="T0" y="T1"/>
                  </a:cxn>
                  <a:cxn ang="T9">
                    <a:pos x="T2" y="T3"/>
                  </a:cxn>
                  <a:cxn ang="T10">
                    <a:pos x="T4" y="T5"/>
                  </a:cxn>
                  <a:cxn ang="T11">
                    <a:pos x="T6" y="T7"/>
                  </a:cxn>
                </a:cxnLst>
                <a:rect l="T12" t="T13" r="T14" b="T15"/>
                <a:pathLst>
                  <a:path w="961" h="433">
                    <a:moveTo>
                      <a:pt x="960" y="0"/>
                    </a:moveTo>
                    <a:lnTo>
                      <a:pt x="0" y="0"/>
                    </a:lnTo>
                    <a:lnTo>
                      <a:pt x="0" y="432"/>
                    </a:lnTo>
                    <a:lnTo>
                      <a:pt x="192" y="432"/>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sz="1100"/>
              </a:p>
            </p:txBody>
          </p:sp>
          <p:sp>
            <p:nvSpPr>
              <p:cNvPr id="42057" name="Line 90">
                <a:extLst>
                  <a:ext uri="{FF2B5EF4-FFF2-40B4-BE49-F238E27FC236}">
                    <a16:creationId xmlns:a16="http://schemas.microsoft.com/office/drawing/2014/main" id="{A5E18175-E02F-4C58-A06C-CB3A37CDBE88}"/>
                  </a:ext>
                </a:extLst>
              </p:cNvPr>
              <p:cNvSpPr>
                <a:spLocks noChangeShapeType="1"/>
              </p:cNvSpPr>
              <p:nvPr/>
            </p:nvSpPr>
            <p:spPr bwMode="auto">
              <a:xfrm flipH="1">
                <a:off x="2590800" y="4705350"/>
                <a:ext cx="5138738" cy="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100"/>
              </a:p>
            </p:txBody>
          </p:sp>
          <p:sp>
            <p:nvSpPr>
              <p:cNvPr id="42058" name="Line 91">
                <a:extLst>
                  <a:ext uri="{FF2B5EF4-FFF2-40B4-BE49-F238E27FC236}">
                    <a16:creationId xmlns:a16="http://schemas.microsoft.com/office/drawing/2014/main" id="{DBD1D7D0-93EB-47F1-97DF-46A4A0AB0F2F}"/>
                  </a:ext>
                </a:extLst>
              </p:cNvPr>
              <p:cNvSpPr>
                <a:spLocks noChangeShapeType="1"/>
              </p:cNvSpPr>
              <p:nvPr/>
            </p:nvSpPr>
            <p:spPr bwMode="auto">
              <a:xfrm flipV="1">
                <a:off x="2456260" y="2619375"/>
                <a:ext cx="351234" cy="257175"/>
              </a:xfrm>
              <a:prstGeom prst="line">
                <a:avLst/>
              </a:prstGeom>
              <a:noFill/>
              <a:ln w="38100" cmpd="dbl">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100"/>
              </a:p>
            </p:txBody>
          </p:sp>
        </p:grpSp>
      </p:grpSp>
      <p:sp>
        <p:nvSpPr>
          <p:cNvPr id="42059" name="Rectangle 92">
            <a:extLst>
              <a:ext uri="{FF2B5EF4-FFF2-40B4-BE49-F238E27FC236}">
                <a16:creationId xmlns:a16="http://schemas.microsoft.com/office/drawing/2014/main" id="{B7BA8D65-D8F0-4EA4-ABA0-3B9FC2CD2C3D}"/>
              </a:ext>
            </a:extLst>
          </p:cNvPr>
          <p:cNvSpPr>
            <a:spLocks noGrp="1" noChangeArrowheads="1"/>
          </p:cNvSpPr>
          <p:nvPr>
            <p:ph type="title"/>
          </p:nvPr>
        </p:nvSpPr>
        <p:spPr>
          <a:xfrm>
            <a:off x="945137" y="84524"/>
            <a:ext cx="6784402" cy="530199"/>
          </a:xfrm>
        </p:spPr>
        <p:txBody>
          <a:bodyPr/>
          <a:lstStyle/>
          <a:p>
            <a:r>
              <a:rPr lang="en-US" altLang="zh-TW" dirty="0"/>
              <a:t>The Critical Path</a:t>
            </a:r>
          </a:p>
        </p:txBody>
      </p:sp>
      <p:sp>
        <p:nvSpPr>
          <p:cNvPr id="42060" name="Rectangle 93">
            <a:extLst>
              <a:ext uri="{FF2B5EF4-FFF2-40B4-BE49-F238E27FC236}">
                <a16:creationId xmlns:a16="http://schemas.microsoft.com/office/drawing/2014/main" id="{9A8C4DC0-389A-40FD-B9FC-FF004817B62C}"/>
              </a:ext>
            </a:extLst>
          </p:cNvPr>
          <p:cNvSpPr>
            <a:spLocks noGrp="1" noChangeArrowheads="1"/>
          </p:cNvSpPr>
          <p:nvPr>
            <p:ph type="body" idx="1"/>
          </p:nvPr>
        </p:nvSpPr>
        <p:spPr>
          <a:xfrm>
            <a:off x="922084" y="782681"/>
            <a:ext cx="7749348" cy="984646"/>
          </a:xfrm>
        </p:spPr>
        <p:txBody>
          <a:bodyPr/>
          <a:lstStyle/>
          <a:p>
            <a:pPr marL="214313" indent="-214313"/>
            <a:r>
              <a:rPr lang="en-US" altLang="zh-TW" sz="2000" dirty="0"/>
              <a:t>Register file and ideal memory</a:t>
            </a:r>
          </a:p>
          <a:p>
            <a:pPr marL="514350" lvl="1" indent="-171450"/>
            <a:r>
              <a:rPr lang="en-US" altLang="zh-TW" sz="1600" dirty="0"/>
              <a:t>During read, behave as combinational logic</a:t>
            </a:r>
          </a:p>
          <a:p>
            <a:pPr marL="828675" lvl="2"/>
            <a:r>
              <a:rPr lang="en-US" altLang="zh-TW" sz="1400" dirty="0"/>
              <a:t>Address valid =&gt; Output valid after access time</a:t>
            </a:r>
          </a:p>
        </p:txBody>
      </p:sp>
      <p:sp>
        <p:nvSpPr>
          <p:cNvPr id="95" name="灯片编号占位符 5">
            <a:extLst>
              <a:ext uri="{FF2B5EF4-FFF2-40B4-BE49-F238E27FC236}">
                <a16:creationId xmlns:a16="http://schemas.microsoft.com/office/drawing/2014/main" id="{AE7889F4-25DD-4350-9E51-15E0CE2B56CA}"/>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36</a:t>
            </a:fld>
            <a:endParaRPr lang="zh-TW"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DF49A26-0E00-45C4-843D-14038B485104}"/>
              </a:ext>
            </a:extLst>
          </p:cNvPr>
          <p:cNvSpPr>
            <a:spLocks noGrp="1" noChangeArrowheads="1"/>
          </p:cNvSpPr>
          <p:nvPr>
            <p:ph type="title"/>
          </p:nvPr>
        </p:nvSpPr>
        <p:spPr>
          <a:xfrm>
            <a:off x="952820" y="84524"/>
            <a:ext cx="6900543" cy="530199"/>
          </a:xfrm>
          <a:noFill/>
        </p:spPr>
        <p:txBody>
          <a:bodyPr vert="horz" wrap="square" lIns="69056" tIns="34529" rIns="69056" bIns="34529" numCol="1" anchor="ctr" anchorCtr="0" compatLnSpc="1">
            <a:prstTxWarp prst="textNoShape">
              <a:avLst/>
            </a:prstTxWarp>
          </a:bodyPr>
          <a:lstStyle/>
          <a:p>
            <a:r>
              <a:rPr lang="en-US" altLang="zh-TW" dirty="0"/>
              <a:t>Worst Case Timing (Load)</a:t>
            </a:r>
          </a:p>
        </p:txBody>
      </p:sp>
      <p:grpSp>
        <p:nvGrpSpPr>
          <p:cNvPr id="3" name="组合 2">
            <a:extLst>
              <a:ext uri="{FF2B5EF4-FFF2-40B4-BE49-F238E27FC236}">
                <a16:creationId xmlns:a16="http://schemas.microsoft.com/office/drawing/2014/main" id="{95568E27-3669-43E1-8606-751E3A681DC1}"/>
              </a:ext>
            </a:extLst>
          </p:cNvPr>
          <p:cNvGrpSpPr/>
          <p:nvPr/>
        </p:nvGrpSpPr>
        <p:grpSpPr>
          <a:xfrm>
            <a:off x="1198709" y="875980"/>
            <a:ext cx="6700479" cy="3680652"/>
            <a:chOff x="967978" y="514350"/>
            <a:chExt cx="7071122" cy="4457700"/>
          </a:xfrm>
        </p:grpSpPr>
        <p:sp>
          <p:nvSpPr>
            <p:cNvPr id="43015" name="Line 7">
              <a:extLst>
                <a:ext uri="{FF2B5EF4-FFF2-40B4-BE49-F238E27FC236}">
                  <a16:creationId xmlns:a16="http://schemas.microsoft.com/office/drawing/2014/main" id="{F06504B6-0D26-4BF6-849A-55C3B2B554AF}"/>
                </a:ext>
              </a:extLst>
            </p:cNvPr>
            <p:cNvSpPr>
              <a:spLocks noChangeShapeType="1"/>
            </p:cNvSpPr>
            <p:nvPr/>
          </p:nvSpPr>
          <p:spPr bwMode="auto">
            <a:xfrm>
              <a:off x="4695825" y="514350"/>
              <a:ext cx="27860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grpSp>
          <p:nvGrpSpPr>
            <p:cNvPr id="2" name="组合 1">
              <a:extLst>
                <a:ext uri="{FF2B5EF4-FFF2-40B4-BE49-F238E27FC236}">
                  <a16:creationId xmlns:a16="http://schemas.microsoft.com/office/drawing/2014/main" id="{D7C19B53-F481-461C-BD52-58DF489B81F2}"/>
                </a:ext>
              </a:extLst>
            </p:cNvPr>
            <p:cNvGrpSpPr/>
            <p:nvPr/>
          </p:nvGrpSpPr>
          <p:grpSpPr>
            <a:xfrm>
              <a:off x="967978" y="514350"/>
              <a:ext cx="7071122" cy="4457700"/>
              <a:chOff x="967978" y="514350"/>
              <a:chExt cx="7071122" cy="4457700"/>
            </a:xfrm>
          </p:grpSpPr>
          <p:sp>
            <p:nvSpPr>
              <p:cNvPr id="43011" name="Line 3">
                <a:extLst>
                  <a:ext uri="{FF2B5EF4-FFF2-40B4-BE49-F238E27FC236}">
                    <a16:creationId xmlns:a16="http://schemas.microsoft.com/office/drawing/2014/main" id="{1BF36F97-6BC2-45E4-9BC6-2644E420A79F}"/>
                  </a:ext>
                </a:extLst>
              </p:cNvPr>
              <p:cNvSpPr>
                <a:spLocks noChangeShapeType="1"/>
              </p:cNvSpPr>
              <p:nvPr/>
            </p:nvSpPr>
            <p:spPr bwMode="auto">
              <a:xfrm>
                <a:off x="1228725" y="514350"/>
                <a:ext cx="99060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12" name="Line 4">
                <a:extLst>
                  <a:ext uri="{FF2B5EF4-FFF2-40B4-BE49-F238E27FC236}">
                    <a16:creationId xmlns:a16="http://schemas.microsoft.com/office/drawing/2014/main" id="{066CC081-485D-46E5-9C99-433FF5E87642}"/>
                  </a:ext>
                </a:extLst>
              </p:cNvPr>
              <p:cNvSpPr>
                <a:spLocks noChangeShapeType="1"/>
              </p:cNvSpPr>
              <p:nvPr/>
            </p:nvSpPr>
            <p:spPr bwMode="auto">
              <a:xfrm>
                <a:off x="2219325" y="514350"/>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13" name="Line 5">
                <a:extLst>
                  <a:ext uri="{FF2B5EF4-FFF2-40B4-BE49-F238E27FC236}">
                    <a16:creationId xmlns:a16="http://schemas.microsoft.com/office/drawing/2014/main" id="{B4BD5F7B-79A3-483A-805C-F869C62FE076}"/>
                  </a:ext>
                </a:extLst>
              </p:cNvPr>
              <p:cNvSpPr>
                <a:spLocks noChangeShapeType="1"/>
              </p:cNvSpPr>
              <p:nvPr/>
            </p:nvSpPr>
            <p:spPr bwMode="auto">
              <a:xfrm>
                <a:off x="2219325" y="685800"/>
                <a:ext cx="247650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14" name="Line 6">
                <a:extLst>
                  <a:ext uri="{FF2B5EF4-FFF2-40B4-BE49-F238E27FC236}">
                    <a16:creationId xmlns:a16="http://schemas.microsoft.com/office/drawing/2014/main" id="{F396286E-6E00-4DAF-8133-9048CAD60907}"/>
                  </a:ext>
                </a:extLst>
              </p:cNvPr>
              <p:cNvSpPr>
                <a:spLocks noChangeShapeType="1"/>
              </p:cNvSpPr>
              <p:nvPr/>
            </p:nvSpPr>
            <p:spPr bwMode="auto">
              <a:xfrm>
                <a:off x="4695825" y="514350"/>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16" name="Line 8">
                <a:extLst>
                  <a:ext uri="{FF2B5EF4-FFF2-40B4-BE49-F238E27FC236}">
                    <a16:creationId xmlns:a16="http://schemas.microsoft.com/office/drawing/2014/main" id="{A8DE55B7-854E-436D-AA19-8FE8387DC0FA}"/>
                  </a:ext>
                </a:extLst>
              </p:cNvPr>
              <p:cNvSpPr>
                <a:spLocks noChangeShapeType="1"/>
              </p:cNvSpPr>
              <p:nvPr/>
            </p:nvSpPr>
            <p:spPr bwMode="auto">
              <a:xfrm>
                <a:off x="7481888" y="514350"/>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17" name="Line 9">
                <a:extLst>
                  <a:ext uri="{FF2B5EF4-FFF2-40B4-BE49-F238E27FC236}">
                    <a16:creationId xmlns:a16="http://schemas.microsoft.com/office/drawing/2014/main" id="{079E92BC-76A5-47F5-AF39-4D3830AA316A}"/>
                  </a:ext>
                </a:extLst>
              </p:cNvPr>
              <p:cNvSpPr>
                <a:spLocks noChangeShapeType="1"/>
              </p:cNvSpPr>
              <p:nvPr/>
            </p:nvSpPr>
            <p:spPr bwMode="auto">
              <a:xfrm>
                <a:off x="7481887" y="685800"/>
                <a:ext cx="5572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18" name="Rectangle 10">
                <a:extLst>
                  <a:ext uri="{FF2B5EF4-FFF2-40B4-BE49-F238E27FC236}">
                    <a16:creationId xmlns:a16="http://schemas.microsoft.com/office/drawing/2014/main" id="{F680E9F5-4D59-4B8E-9022-6BE0280294AC}"/>
                  </a:ext>
                </a:extLst>
              </p:cNvPr>
              <p:cNvSpPr>
                <a:spLocks noChangeArrowheads="1"/>
              </p:cNvSpPr>
              <p:nvPr/>
            </p:nvSpPr>
            <p:spPr bwMode="auto">
              <a:xfrm>
                <a:off x="967979" y="539354"/>
                <a:ext cx="304502" cy="233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Clk</a:t>
                </a:r>
              </a:p>
            </p:txBody>
          </p:sp>
          <p:sp>
            <p:nvSpPr>
              <p:cNvPr id="43019" name="Line 11">
                <a:extLst>
                  <a:ext uri="{FF2B5EF4-FFF2-40B4-BE49-F238E27FC236}">
                    <a16:creationId xmlns:a16="http://schemas.microsoft.com/office/drawing/2014/main" id="{DB90E010-3858-4DFB-8095-93D84B5C6927}"/>
                  </a:ext>
                </a:extLst>
              </p:cNvPr>
              <p:cNvSpPr>
                <a:spLocks noChangeShapeType="1"/>
              </p:cNvSpPr>
              <p:nvPr/>
            </p:nvSpPr>
            <p:spPr bwMode="auto">
              <a:xfrm>
                <a:off x="1290637" y="914400"/>
                <a:ext cx="10525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20" name="Line 12">
                <a:extLst>
                  <a:ext uri="{FF2B5EF4-FFF2-40B4-BE49-F238E27FC236}">
                    <a16:creationId xmlns:a16="http://schemas.microsoft.com/office/drawing/2014/main" id="{525F5A28-91B7-4A28-8AA0-5D338ADF2D47}"/>
                  </a:ext>
                </a:extLst>
              </p:cNvPr>
              <p:cNvSpPr>
                <a:spLocks noChangeShapeType="1"/>
              </p:cNvSpPr>
              <p:nvPr/>
            </p:nvSpPr>
            <p:spPr bwMode="auto">
              <a:xfrm>
                <a:off x="2343150" y="9144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21" name="Line 13">
                <a:extLst>
                  <a:ext uri="{FF2B5EF4-FFF2-40B4-BE49-F238E27FC236}">
                    <a16:creationId xmlns:a16="http://schemas.microsoft.com/office/drawing/2014/main" id="{BC23C5DC-0A25-4A90-A406-EE9A985B24B7}"/>
                  </a:ext>
                </a:extLst>
              </p:cNvPr>
              <p:cNvSpPr>
                <a:spLocks noChangeShapeType="1"/>
              </p:cNvSpPr>
              <p:nvPr/>
            </p:nvSpPr>
            <p:spPr bwMode="auto">
              <a:xfrm>
                <a:off x="1290637" y="1085850"/>
                <a:ext cx="10525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22" name="Line 14">
                <a:extLst>
                  <a:ext uri="{FF2B5EF4-FFF2-40B4-BE49-F238E27FC236}">
                    <a16:creationId xmlns:a16="http://schemas.microsoft.com/office/drawing/2014/main" id="{446351B8-B28B-4DF6-B652-42B510FBE2AD}"/>
                  </a:ext>
                </a:extLst>
              </p:cNvPr>
              <p:cNvSpPr>
                <a:spLocks noChangeShapeType="1"/>
              </p:cNvSpPr>
              <p:nvPr/>
            </p:nvSpPr>
            <p:spPr bwMode="auto">
              <a:xfrm flipV="1">
                <a:off x="2343150" y="9144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23" name="Line 15">
                <a:extLst>
                  <a:ext uri="{FF2B5EF4-FFF2-40B4-BE49-F238E27FC236}">
                    <a16:creationId xmlns:a16="http://schemas.microsoft.com/office/drawing/2014/main" id="{BCE2B210-18C5-4282-B286-FE173948157A}"/>
                  </a:ext>
                </a:extLst>
              </p:cNvPr>
              <p:cNvSpPr>
                <a:spLocks noChangeShapeType="1"/>
              </p:cNvSpPr>
              <p:nvPr/>
            </p:nvSpPr>
            <p:spPr bwMode="auto">
              <a:xfrm>
                <a:off x="2466975" y="914400"/>
                <a:ext cx="51387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24" name="Rectangle 16">
                <a:extLst>
                  <a:ext uri="{FF2B5EF4-FFF2-40B4-BE49-F238E27FC236}">
                    <a16:creationId xmlns:a16="http://schemas.microsoft.com/office/drawing/2014/main" id="{CA6AD2D3-2F45-49D4-BE16-BF313D44282A}"/>
                  </a:ext>
                </a:extLst>
              </p:cNvPr>
              <p:cNvSpPr>
                <a:spLocks noChangeArrowheads="1"/>
              </p:cNvSpPr>
              <p:nvPr/>
            </p:nvSpPr>
            <p:spPr bwMode="auto">
              <a:xfrm>
                <a:off x="967979" y="913210"/>
                <a:ext cx="370284"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PC</a:t>
                </a:r>
              </a:p>
            </p:txBody>
          </p:sp>
          <p:sp>
            <p:nvSpPr>
              <p:cNvPr id="43025" name="Line 17">
                <a:extLst>
                  <a:ext uri="{FF2B5EF4-FFF2-40B4-BE49-F238E27FC236}">
                    <a16:creationId xmlns:a16="http://schemas.microsoft.com/office/drawing/2014/main" id="{6559CA07-FCE3-4082-A8AC-D32E121BB161}"/>
                  </a:ext>
                </a:extLst>
              </p:cNvPr>
              <p:cNvSpPr>
                <a:spLocks noChangeShapeType="1"/>
              </p:cNvSpPr>
              <p:nvPr/>
            </p:nvSpPr>
            <p:spPr bwMode="auto">
              <a:xfrm>
                <a:off x="2466975" y="1085850"/>
                <a:ext cx="51387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26" name="Line 18">
                <a:extLst>
                  <a:ext uri="{FF2B5EF4-FFF2-40B4-BE49-F238E27FC236}">
                    <a16:creationId xmlns:a16="http://schemas.microsoft.com/office/drawing/2014/main" id="{126DC4A4-E895-4B39-A3A8-99422D9606D9}"/>
                  </a:ext>
                </a:extLst>
              </p:cNvPr>
              <p:cNvSpPr>
                <a:spLocks noChangeShapeType="1"/>
              </p:cNvSpPr>
              <p:nvPr/>
            </p:nvSpPr>
            <p:spPr bwMode="auto">
              <a:xfrm>
                <a:off x="2219325" y="742950"/>
                <a:ext cx="0" cy="4229100"/>
              </a:xfrm>
              <a:prstGeom prst="line">
                <a:avLst/>
              </a:prstGeom>
              <a:noFill/>
              <a:ln w="25400">
                <a:solidFill>
                  <a:schemeClr val="tx1"/>
                </a:solidFill>
                <a:prstDash val="lg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27" name="Line 19">
                <a:extLst>
                  <a:ext uri="{FF2B5EF4-FFF2-40B4-BE49-F238E27FC236}">
                    <a16:creationId xmlns:a16="http://schemas.microsoft.com/office/drawing/2014/main" id="{447109F6-6932-4371-BAD5-0C42866786EB}"/>
                  </a:ext>
                </a:extLst>
              </p:cNvPr>
              <p:cNvSpPr>
                <a:spLocks noChangeShapeType="1"/>
              </p:cNvSpPr>
              <p:nvPr/>
            </p:nvSpPr>
            <p:spPr bwMode="auto">
              <a:xfrm>
                <a:off x="7481888" y="742950"/>
                <a:ext cx="0" cy="4171950"/>
              </a:xfrm>
              <a:prstGeom prst="line">
                <a:avLst/>
              </a:prstGeom>
              <a:noFill/>
              <a:ln w="25400">
                <a:solidFill>
                  <a:schemeClr val="tx1"/>
                </a:solidFill>
                <a:prstDash val="lg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28" name="Line 20">
                <a:extLst>
                  <a:ext uri="{FF2B5EF4-FFF2-40B4-BE49-F238E27FC236}">
                    <a16:creationId xmlns:a16="http://schemas.microsoft.com/office/drawing/2014/main" id="{31D9E20D-AC12-4FF6-ADEA-47CE86B418BE}"/>
                  </a:ext>
                </a:extLst>
              </p:cNvPr>
              <p:cNvSpPr>
                <a:spLocks noChangeShapeType="1"/>
              </p:cNvSpPr>
              <p:nvPr/>
            </p:nvSpPr>
            <p:spPr bwMode="auto">
              <a:xfrm>
                <a:off x="7605713" y="9144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29" name="Line 21">
                <a:extLst>
                  <a:ext uri="{FF2B5EF4-FFF2-40B4-BE49-F238E27FC236}">
                    <a16:creationId xmlns:a16="http://schemas.microsoft.com/office/drawing/2014/main" id="{672AFCD0-5855-4811-8045-818D5B210141}"/>
                  </a:ext>
                </a:extLst>
              </p:cNvPr>
              <p:cNvSpPr>
                <a:spLocks noChangeShapeType="1"/>
              </p:cNvSpPr>
              <p:nvPr/>
            </p:nvSpPr>
            <p:spPr bwMode="auto">
              <a:xfrm flipV="1">
                <a:off x="7605713" y="9144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30" name="Line 22">
                <a:extLst>
                  <a:ext uri="{FF2B5EF4-FFF2-40B4-BE49-F238E27FC236}">
                    <a16:creationId xmlns:a16="http://schemas.microsoft.com/office/drawing/2014/main" id="{7CA7FF5F-2F31-4993-A318-607138617A48}"/>
                  </a:ext>
                </a:extLst>
              </p:cNvPr>
              <p:cNvSpPr>
                <a:spLocks noChangeShapeType="1"/>
              </p:cNvSpPr>
              <p:nvPr/>
            </p:nvSpPr>
            <p:spPr bwMode="auto">
              <a:xfrm>
                <a:off x="1724025" y="1314450"/>
                <a:ext cx="16716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31" name="Line 23">
                <a:extLst>
                  <a:ext uri="{FF2B5EF4-FFF2-40B4-BE49-F238E27FC236}">
                    <a16:creationId xmlns:a16="http://schemas.microsoft.com/office/drawing/2014/main" id="{1A9065CE-018E-4945-81E0-5091FAE30B17}"/>
                  </a:ext>
                </a:extLst>
              </p:cNvPr>
              <p:cNvSpPr>
                <a:spLocks noChangeShapeType="1"/>
              </p:cNvSpPr>
              <p:nvPr/>
            </p:nvSpPr>
            <p:spPr bwMode="auto">
              <a:xfrm>
                <a:off x="3395663" y="131445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32" name="Line 24">
                <a:extLst>
                  <a:ext uri="{FF2B5EF4-FFF2-40B4-BE49-F238E27FC236}">
                    <a16:creationId xmlns:a16="http://schemas.microsoft.com/office/drawing/2014/main" id="{ADA5FD34-EB69-4554-9162-B405BEBAEAA7}"/>
                  </a:ext>
                </a:extLst>
              </p:cNvPr>
              <p:cNvSpPr>
                <a:spLocks noChangeShapeType="1"/>
              </p:cNvSpPr>
              <p:nvPr/>
            </p:nvSpPr>
            <p:spPr bwMode="auto">
              <a:xfrm>
                <a:off x="1724025" y="1485900"/>
                <a:ext cx="16716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33" name="Line 25">
                <a:extLst>
                  <a:ext uri="{FF2B5EF4-FFF2-40B4-BE49-F238E27FC236}">
                    <a16:creationId xmlns:a16="http://schemas.microsoft.com/office/drawing/2014/main" id="{56F5A06E-ABCF-4A73-9E36-9F08E7B6695A}"/>
                  </a:ext>
                </a:extLst>
              </p:cNvPr>
              <p:cNvSpPr>
                <a:spLocks noChangeShapeType="1"/>
              </p:cNvSpPr>
              <p:nvPr/>
            </p:nvSpPr>
            <p:spPr bwMode="auto">
              <a:xfrm flipV="1">
                <a:off x="3395663" y="131445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34" name="Line 26">
                <a:extLst>
                  <a:ext uri="{FF2B5EF4-FFF2-40B4-BE49-F238E27FC236}">
                    <a16:creationId xmlns:a16="http://schemas.microsoft.com/office/drawing/2014/main" id="{0722F0CF-C916-4B09-BC3B-953B59D39263}"/>
                  </a:ext>
                </a:extLst>
              </p:cNvPr>
              <p:cNvSpPr>
                <a:spLocks noChangeShapeType="1"/>
              </p:cNvSpPr>
              <p:nvPr/>
            </p:nvSpPr>
            <p:spPr bwMode="auto">
              <a:xfrm>
                <a:off x="3519487" y="1314450"/>
                <a:ext cx="45196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35" name="Rectangle 27">
                <a:extLst>
                  <a:ext uri="{FF2B5EF4-FFF2-40B4-BE49-F238E27FC236}">
                    <a16:creationId xmlns:a16="http://schemas.microsoft.com/office/drawing/2014/main" id="{72198144-D523-4BD5-A9AF-A58076FFDB54}"/>
                  </a:ext>
                </a:extLst>
              </p:cNvPr>
              <p:cNvSpPr>
                <a:spLocks noChangeArrowheads="1"/>
              </p:cNvSpPr>
              <p:nvPr/>
            </p:nvSpPr>
            <p:spPr bwMode="auto">
              <a:xfrm>
                <a:off x="981075" y="1223963"/>
                <a:ext cx="928688" cy="392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Rs, Rt, Rd,</a:t>
                </a:r>
              </a:p>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Op, Func</a:t>
                </a:r>
              </a:p>
            </p:txBody>
          </p:sp>
          <p:sp>
            <p:nvSpPr>
              <p:cNvPr id="43036" name="Line 28">
                <a:extLst>
                  <a:ext uri="{FF2B5EF4-FFF2-40B4-BE49-F238E27FC236}">
                    <a16:creationId xmlns:a16="http://schemas.microsoft.com/office/drawing/2014/main" id="{8F186287-D4AC-41F3-8C23-32CE58FB34E9}"/>
                  </a:ext>
                </a:extLst>
              </p:cNvPr>
              <p:cNvSpPr>
                <a:spLocks noChangeShapeType="1"/>
              </p:cNvSpPr>
              <p:nvPr/>
            </p:nvSpPr>
            <p:spPr bwMode="auto">
              <a:xfrm>
                <a:off x="3519487" y="1485900"/>
                <a:ext cx="45196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37" name="Line 29">
                <a:extLst>
                  <a:ext uri="{FF2B5EF4-FFF2-40B4-BE49-F238E27FC236}">
                    <a16:creationId xmlns:a16="http://schemas.microsoft.com/office/drawing/2014/main" id="{E4D17733-B35F-4123-BFCD-B028FE9AF83C}"/>
                  </a:ext>
                </a:extLst>
              </p:cNvPr>
              <p:cNvSpPr>
                <a:spLocks noChangeShapeType="1"/>
              </p:cNvSpPr>
              <p:nvPr/>
            </p:nvSpPr>
            <p:spPr bwMode="auto">
              <a:xfrm>
                <a:off x="2405063" y="742950"/>
                <a:ext cx="0" cy="51435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38" name="Rectangle 30">
                <a:extLst>
                  <a:ext uri="{FF2B5EF4-FFF2-40B4-BE49-F238E27FC236}">
                    <a16:creationId xmlns:a16="http://schemas.microsoft.com/office/drawing/2014/main" id="{A34603FD-E73D-469E-91F8-0F055F62BB2B}"/>
                  </a:ext>
                </a:extLst>
              </p:cNvPr>
              <p:cNvSpPr>
                <a:spLocks noChangeArrowheads="1"/>
              </p:cNvSpPr>
              <p:nvPr/>
            </p:nvSpPr>
            <p:spPr bwMode="auto">
              <a:xfrm>
                <a:off x="2763442" y="710803"/>
                <a:ext cx="537953" cy="233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Clk-to-Q</a:t>
                </a:r>
              </a:p>
            </p:txBody>
          </p:sp>
          <p:sp>
            <p:nvSpPr>
              <p:cNvPr id="43039" name="Line 31">
                <a:extLst>
                  <a:ext uri="{FF2B5EF4-FFF2-40B4-BE49-F238E27FC236}">
                    <a16:creationId xmlns:a16="http://schemas.microsoft.com/office/drawing/2014/main" id="{B5806507-D140-4862-8CBC-B9C09C60A45B}"/>
                  </a:ext>
                </a:extLst>
              </p:cNvPr>
              <p:cNvSpPr>
                <a:spLocks noChangeShapeType="1"/>
              </p:cNvSpPr>
              <p:nvPr/>
            </p:nvSpPr>
            <p:spPr bwMode="auto">
              <a:xfrm flipH="1">
                <a:off x="2405063" y="800100"/>
                <a:ext cx="371475"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40" name="Line 32">
                <a:extLst>
                  <a:ext uri="{FF2B5EF4-FFF2-40B4-BE49-F238E27FC236}">
                    <a16:creationId xmlns:a16="http://schemas.microsoft.com/office/drawing/2014/main" id="{7A2C2F67-12F6-4FF2-AE90-328E3FB3AA36}"/>
                  </a:ext>
                </a:extLst>
              </p:cNvPr>
              <p:cNvSpPr>
                <a:spLocks noChangeShapeType="1"/>
              </p:cNvSpPr>
              <p:nvPr/>
            </p:nvSpPr>
            <p:spPr bwMode="auto">
              <a:xfrm flipH="1">
                <a:off x="1847850" y="800100"/>
                <a:ext cx="371475"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41" name="Line 33">
                <a:extLst>
                  <a:ext uri="{FF2B5EF4-FFF2-40B4-BE49-F238E27FC236}">
                    <a16:creationId xmlns:a16="http://schemas.microsoft.com/office/drawing/2014/main" id="{4DA36FC9-CE0B-4EF0-8A5A-FFFA4310E96E}"/>
                  </a:ext>
                </a:extLst>
              </p:cNvPr>
              <p:cNvSpPr>
                <a:spLocks noChangeShapeType="1"/>
              </p:cNvSpPr>
              <p:nvPr/>
            </p:nvSpPr>
            <p:spPr bwMode="auto">
              <a:xfrm>
                <a:off x="1414462" y="1714500"/>
                <a:ext cx="29098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42" name="Line 34">
                <a:extLst>
                  <a:ext uri="{FF2B5EF4-FFF2-40B4-BE49-F238E27FC236}">
                    <a16:creationId xmlns:a16="http://schemas.microsoft.com/office/drawing/2014/main" id="{DD3D13CA-F681-4058-970C-280DEDCEA7C0}"/>
                  </a:ext>
                </a:extLst>
              </p:cNvPr>
              <p:cNvSpPr>
                <a:spLocks noChangeShapeType="1"/>
              </p:cNvSpPr>
              <p:nvPr/>
            </p:nvSpPr>
            <p:spPr bwMode="auto">
              <a:xfrm>
                <a:off x="4324350" y="17145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43" name="Line 35">
                <a:extLst>
                  <a:ext uri="{FF2B5EF4-FFF2-40B4-BE49-F238E27FC236}">
                    <a16:creationId xmlns:a16="http://schemas.microsoft.com/office/drawing/2014/main" id="{D5F4D0B8-6F36-4BFE-B1C8-BC59DC6FFD0A}"/>
                  </a:ext>
                </a:extLst>
              </p:cNvPr>
              <p:cNvSpPr>
                <a:spLocks noChangeShapeType="1"/>
              </p:cNvSpPr>
              <p:nvPr/>
            </p:nvSpPr>
            <p:spPr bwMode="auto">
              <a:xfrm>
                <a:off x="1414462" y="1885950"/>
                <a:ext cx="29098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44" name="Line 36">
                <a:extLst>
                  <a:ext uri="{FF2B5EF4-FFF2-40B4-BE49-F238E27FC236}">
                    <a16:creationId xmlns:a16="http://schemas.microsoft.com/office/drawing/2014/main" id="{14D69B75-1D64-4E51-916A-A60820E35144}"/>
                  </a:ext>
                </a:extLst>
              </p:cNvPr>
              <p:cNvSpPr>
                <a:spLocks noChangeShapeType="1"/>
              </p:cNvSpPr>
              <p:nvPr/>
            </p:nvSpPr>
            <p:spPr bwMode="auto">
              <a:xfrm flipV="1">
                <a:off x="4324350" y="17145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45" name="Line 37">
                <a:extLst>
                  <a:ext uri="{FF2B5EF4-FFF2-40B4-BE49-F238E27FC236}">
                    <a16:creationId xmlns:a16="http://schemas.microsoft.com/office/drawing/2014/main" id="{BF767369-1DEF-4D83-93FE-4ABCB1DEAB0E}"/>
                  </a:ext>
                </a:extLst>
              </p:cNvPr>
              <p:cNvSpPr>
                <a:spLocks noChangeShapeType="1"/>
              </p:cNvSpPr>
              <p:nvPr/>
            </p:nvSpPr>
            <p:spPr bwMode="auto">
              <a:xfrm>
                <a:off x="4448175" y="1714500"/>
                <a:ext cx="359092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46" name="Line 38">
                <a:extLst>
                  <a:ext uri="{FF2B5EF4-FFF2-40B4-BE49-F238E27FC236}">
                    <a16:creationId xmlns:a16="http://schemas.microsoft.com/office/drawing/2014/main" id="{C3C84297-F8B8-4E1D-B971-0837649725DC}"/>
                  </a:ext>
                </a:extLst>
              </p:cNvPr>
              <p:cNvSpPr>
                <a:spLocks noChangeShapeType="1"/>
              </p:cNvSpPr>
              <p:nvPr/>
            </p:nvSpPr>
            <p:spPr bwMode="auto">
              <a:xfrm>
                <a:off x="4448175" y="1885950"/>
                <a:ext cx="359092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47" name="Line 39">
                <a:extLst>
                  <a:ext uri="{FF2B5EF4-FFF2-40B4-BE49-F238E27FC236}">
                    <a16:creationId xmlns:a16="http://schemas.microsoft.com/office/drawing/2014/main" id="{C63FBB1F-AB6C-49A1-9D52-207FDF400DF2}"/>
                  </a:ext>
                </a:extLst>
              </p:cNvPr>
              <p:cNvSpPr>
                <a:spLocks noChangeShapeType="1"/>
              </p:cNvSpPr>
              <p:nvPr/>
            </p:nvSpPr>
            <p:spPr bwMode="auto">
              <a:xfrm>
                <a:off x="1414462" y="3486150"/>
                <a:ext cx="36528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48" name="Line 40">
                <a:extLst>
                  <a:ext uri="{FF2B5EF4-FFF2-40B4-BE49-F238E27FC236}">
                    <a16:creationId xmlns:a16="http://schemas.microsoft.com/office/drawing/2014/main" id="{0ED7A388-C141-41E5-AD01-38EF796495BA}"/>
                  </a:ext>
                </a:extLst>
              </p:cNvPr>
              <p:cNvSpPr>
                <a:spLocks noChangeShapeType="1"/>
              </p:cNvSpPr>
              <p:nvPr/>
            </p:nvSpPr>
            <p:spPr bwMode="auto">
              <a:xfrm>
                <a:off x="5067300" y="348615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49" name="Line 41">
                <a:extLst>
                  <a:ext uri="{FF2B5EF4-FFF2-40B4-BE49-F238E27FC236}">
                    <a16:creationId xmlns:a16="http://schemas.microsoft.com/office/drawing/2014/main" id="{29673124-AE68-42FE-A11A-109E0355D4F3}"/>
                  </a:ext>
                </a:extLst>
              </p:cNvPr>
              <p:cNvSpPr>
                <a:spLocks noChangeShapeType="1"/>
              </p:cNvSpPr>
              <p:nvPr/>
            </p:nvSpPr>
            <p:spPr bwMode="auto">
              <a:xfrm>
                <a:off x="1414462" y="3657600"/>
                <a:ext cx="36528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50" name="Line 42">
                <a:extLst>
                  <a:ext uri="{FF2B5EF4-FFF2-40B4-BE49-F238E27FC236}">
                    <a16:creationId xmlns:a16="http://schemas.microsoft.com/office/drawing/2014/main" id="{458A8A47-8FC8-417E-9CAA-AA2C70F0B97E}"/>
                  </a:ext>
                </a:extLst>
              </p:cNvPr>
              <p:cNvSpPr>
                <a:spLocks noChangeShapeType="1"/>
              </p:cNvSpPr>
              <p:nvPr/>
            </p:nvSpPr>
            <p:spPr bwMode="auto">
              <a:xfrm flipV="1">
                <a:off x="5067300" y="348615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51" name="Line 43">
                <a:extLst>
                  <a:ext uri="{FF2B5EF4-FFF2-40B4-BE49-F238E27FC236}">
                    <a16:creationId xmlns:a16="http://schemas.microsoft.com/office/drawing/2014/main" id="{5248C237-B906-493E-91BB-2BE9117BFE76}"/>
                  </a:ext>
                </a:extLst>
              </p:cNvPr>
              <p:cNvSpPr>
                <a:spLocks noChangeShapeType="1"/>
              </p:cNvSpPr>
              <p:nvPr/>
            </p:nvSpPr>
            <p:spPr bwMode="auto">
              <a:xfrm>
                <a:off x="5191125" y="3657600"/>
                <a:ext cx="284797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52" name="Line 44">
                <a:extLst>
                  <a:ext uri="{FF2B5EF4-FFF2-40B4-BE49-F238E27FC236}">
                    <a16:creationId xmlns:a16="http://schemas.microsoft.com/office/drawing/2014/main" id="{AF221835-EF15-4B21-9245-2295DFB520A1}"/>
                  </a:ext>
                </a:extLst>
              </p:cNvPr>
              <p:cNvSpPr>
                <a:spLocks noChangeShapeType="1"/>
              </p:cNvSpPr>
              <p:nvPr/>
            </p:nvSpPr>
            <p:spPr bwMode="auto">
              <a:xfrm>
                <a:off x="1414462" y="3886200"/>
                <a:ext cx="35290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53" name="Line 45">
                <a:extLst>
                  <a:ext uri="{FF2B5EF4-FFF2-40B4-BE49-F238E27FC236}">
                    <a16:creationId xmlns:a16="http://schemas.microsoft.com/office/drawing/2014/main" id="{E797528C-6411-4F5D-91A3-742985F1A8E7}"/>
                  </a:ext>
                </a:extLst>
              </p:cNvPr>
              <p:cNvSpPr>
                <a:spLocks noChangeShapeType="1"/>
              </p:cNvSpPr>
              <p:nvPr/>
            </p:nvSpPr>
            <p:spPr bwMode="auto">
              <a:xfrm>
                <a:off x="4943475" y="38862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54" name="Line 46">
                <a:extLst>
                  <a:ext uri="{FF2B5EF4-FFF2-40B4-BE49-F238E27FC236}">
                    <a16:creationId xmlns:a16="http://schemas.microsoft.com/office/drawing/2014/main" id="{440F097F-D42C-4024-ACE3-151CA98DEB98}"/>
                  </a:ext>
                </a:extLst>
              </p:cNvPr>
              <p:cNvSpPr>
                <a:spLocks noChangeShapeType="1"/>
              </p:cNvSpPr>
              <p:nvPr/>
            </p:nvSpPr>
            <p:spPr bwMode="auto">
              <a:xfrm>
                <a:off x="1414462" y="4057650"/>
                <a:ext cx="35290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55" name="Line 47">
                <a:extLst>
                  <a:ext uri="{FF2B5EF4-FFF2-40B4-BE49-F238E27FC236}">
                    <a16:creationId xmlns:a16="http://schemas.microsoft.com/office/drawing/2014/main" id="{C3835830-E8CF-45F6-8744-7B4EE99DDE30}"/>
                  </a:ext>
                </a:extLst>
              </p:cNvPr>
              <p:cNvSpPr>
                <a:spLocks noChangeShapeType="1"/>
              </p:cNvSpPr>
              <p:nvPr/>
            </p:nvSpPr>
            <p:spPr bwMode="auto">
              <a:xfrm flipV="1">
                <a:off x="4943475" y="38862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56" name="Line 48">
                <a:extLst>
                  <a:ext uri="{FF2B5EF4-FFF2-40B4-BE49-F238E27FC236}">
                    <a16:creationId xmlns:a16="http://schemas.microsoft.com/office/drawing/2014/main" id="{6DD93BF2-9793-4D3F-ABFF-101737E50711}"/>
                  </a:ext>
                </a:extLst>
              </p:cNvPr>
              <p:cNvSpPr>
                <a:spLocks noChangeShapeType="1"/>
              </p:cNvSpPr>
              <p:nvPr/>
            </p:nvSpPr>
            <p:spPr bwMode="auto">
              <a:xfrm>
                <a:off x="5067300" y="3886200"/>
                <a:ext cx="297180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57" name="Line 49">
                <a:extLst>
                  <a:ext uri="{FF2B5EF4-FFF2-40B4-BE49-F238E27FC236}">
                    <a16:creationId xmlns:a16="http://schemas.microsoft.com/office/drawing/2014/main" id="{ED81EE75-39A0-4028-8505-5D8917F72B23}"/>
                  </a:ext>
                </a:extLst>
              </p:cNvPr>
              <p:cNvSpPr>
                <a:spLocks noChangeShapeType="1"/>
              </p:cNvSpPr>
              <p:nvPr/>
            </p:nvSpPr>
            <p:spPr bwMode="auto">
              <a:xfrm>
                <a:off x="5067300" y="4057650"/>
                <a:ext cx="297180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58" name="Rectangle 50">
                <a:extLst>
                  <a:ext uri="{FF2B5EF4-FFF2-40B4-BE49-F238E27FC236}">
                    <a16:creationId xmlns:a16="http://schemas.microsoft.com/office/drawing/2014/main" id="{DB38EF38-99FE-402B-B0EC-DF3FCA450A19}"/>
                  </a:ext>
                </a:extLst>
              </p:cNvPr>
              <p:cNvSpPr>
                <a:spLocks noChangeArrowheads="1"/>
              </p:cNvSpPr>
              <p:nvPr/>
            </p:nvSpPr>
            <p:spPr bwMode="auto">
              <a:xfrm>
                <a:off x="967978" y="1687116"/>
                <a:ext cx="632222"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ALUctr</a:t>
                </a:r>
              </a:p>
            </p:txBody>
          </p:sp>
          <p:sp>
            <p:nvSpPr>
              <p:cNvPr id="43059" name="Line 51">
                <a:extLst>
                  <a:ext uri="{FF2B5EF4-FFF2-40B4-BE49-F238E27FC236}">
                    <a16:creationId xmlns:a16="http://schemas.microsoft.com/office/drawing/2014/main" id="{B39B04BF-2EB8-4080-B833-DACA33766393}"/>
                  </a:ext>
                </a:extLst>
              </p:cNvPr>
              <p:cNvSpPr>
                <a:spLocks noChangeShapeType="1"/>
              </p:cNvSpPr>
              <p:nvPr/>
            </p:nvSpPr>
            <p:spPr bwMode="auto">
              <a:xfrm>
                <a:off x="3457575" y="1143000"/>
                <a:ext cx="0" cy="228600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60" name="Rectangle 52">
                <a:extLst>
                  <a:ext uri="{FF2B5EF4-FFF2-40B4-BE49-F238E27FC236}">
                    <a16:creationId xmlns:a16="http://schemas.microsoft.com/office/drawing/2014/main" id="{6BABF60A-F9B2-4C45-B97E-F655AD25B995}"/>
                  </a:ext>
                </a:extLst>
              </p:cNvPr>
              <p:cNvSpPr>
                <a:spLocks noChangeArrowheads="1"/>
              </p:cNvSpPr>
              <p:nvPr/>
            </p:nvSpPr>
            <p:spPr bwMode="auto">
              <a:xfrm>
                <a:off x="3506391" y="1110853"/>
                <a:ext cx="1613858" cy="233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Instruction Memoey Access Time</a:t>
                </a:r>
              </a:p>
            </p:txBody>
          </p:sp>
          <p:sp>
            <p:nvSpPr>
              <p:cNvPr id="43061" name="Line 53">
                <a:extLst>
                  <a:ext uri="{FF2B5EF4-FFF2-40B4-BE49-F238E27FC236}">
                    <a16:creationId xmlns:a16="http://schemas.microsoft.com/office/drawing/2014/main" id="{FE270052-6DA0-43EA-A79F-D9B2158099AF}"/>
                  </a:ext>
                </a:extLst>
              </p:cNvPr>
              <p:cNvSpPr>
                <a:spLocks noChangeShapeType="1"/>
              </p:cNvSpPr>
              <p:nvPr/>
            </p:nvSpPr>
            <p:spPr bwMode="auto">
              <a:xfrm>
                <a:off x="2405062" y="1200150"/>
                <a:ext cx="1052513"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62" name="Rectangle 54">
                <a:extLst>
                  <a:ext uri="{FF2B5EF4-FFF2-40B4-BE49-F238E27FC236}">
                    <a16:creationId xmlns:a16="http://schemas.microsoft.com/office/drawing/2014/main" id="{A1FDB57C-B9B7-4D7D-8F48-840496B6D57E}"/>
                  </a:ext>
                </a:extLst>
              </p:cNvPr>
              <p:cNvSpPr>
                <a:spLocks noChangeArrowheads="1"/>
              </p:cNvSpPr>
              <p:nvPr/>
            </p:nvSpPr>
            <p:spPr bwMode="auto">
              <a:xfrm>
                <a:off x="2515791" y="1687116"/>
                <a:ext cx="756047"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Old Value</a:t>
                </a:r>
              </a:p>
            </p:txBody>
          </p:sp>
          <p:sp>
            <p:nvSpPr>
              <p:cNvPr id="43063" name="Rectangle 55">
                <a:extLst>
                  <a:ext uri="{FF2B5EF4-FFF2-40B4-BE49-F238E27FC236}">
                    <a16:creationId xmlns:a16="http://schemas.microsoft.com/office/drawing/2014/main" id="{57A25330-2DD6-46E2-8736-C31820F64E0E}"/>
                  </a:ext>
                </a:extLst>
              </p:cNvPr>
              <p:cNvSpPr>
                <a:spLocks noChangeArrowheads="1"/>
              </p:cNvSpPr>
              <p:nvPr/>
            </p:nvSpPr>
            <p:spPr bwMode="auto">
              <a:xfrm>
                <a:off x="4806553" y="1687116"/>
                <a:ext cx="879872"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New Value</a:t>
                </a:r>
              </a:p>
            </p:txBody>
          </p:sp>
          <p:sp>
            <p:nvSpPr>
              <p:cNvPr id="43064" name="Line 56">
                <a:extLst>
                  <a:ext uri="{FF2B5EF4-FFF2-40B4-BE49-F238E27FC236}">
                    <a16:creationId xmlns:a16="http://schemas.microsoft.com/office/drawing/2014/main" id="{924ABFE4-5907-4BC0-B70E-89A81070D7D6}"/>
                  </a:ext>
                </a:extLst>
              </p:cNvPr>
              <p:cNvSpPr>
                <a:spLocks noChangeShapeType="1"/>
              </p:cNvSpPr>
              <p:nvPr/>
            </p:nvSpPr>
            <p:spPr bwMode="auto">
              <a:xfrm>
                <a:off x="4386263" y="1543050"/>
                <a:ext cx="0" cy="240030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65" name="Line 57">
                <a:extLst>
                  <a:ext uri="{FF2B5EF4-FFF2-40B4-BE49-F238E27FC236}">
                    <a16:creationId xmlns:a16="http://schemas.microsoft.com/office/drawing/2014/main" id="{28C2DEC5-FB27-4E24-A095-66D594D54C39}"/>
                  </a:ext>
                </a:extLst>
              </p:cNvPr>
              <p:cNvSpPr>
                <a:spLocks noChangeShapeType="1"/>
              </p:cNvSpPr>
              <p:nvPr/>
            </p:nvSpPr>
            <p:spPr bwMode="auto">
              <a:xfrm>
                <a:off x="1414462" y="3086100"/>
                <a:ext cx="29098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66" name="Line 58">
                <a:extLst>
                  <a:ext uri="{FF2B5EF4-FFF2-40B4-BE49-F238E27FC236}">
                    <a16:creationId xmlns:a16="http://schemas.microsoft.com/office/drawing/2014/main" id="{595C098B-501E-40BE-A62C-4080F3E95AB8}"/>
                  </a:ext>
                </a:extLst>
              </p:cNvPr>
              <p:cNvSpPr>
                <a:spLocks noChangeShapeType="1"/>
              </p:cNvSpPr>
              <p:nvPr/>
            </p:nvSpPr>
            <p:spPr bwMode="auto">
              <a:xfrm>
                <a:off x="4324350" y="30861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67" name="Line 59">
                <a:extLst>
                  <a:ext uri="{FF2B5EF4-FFF2-40B4-BE49-F238E27FC236}">
                    <a16:creationId xmlns:a16="http://schemas.microsoft.com/office/drawing/2014/main" id="{E9654162-BDCC-4E45-A862-DBCD6AD05B4D}"/>
                  </a:ext>
                </a:extLst>
              </p:cNvPr>
              <p:cNvSpPr>
                <a:spLocks noChangeShapeType="1"/>
              </p:cNvSpPr>
              <p:nvPr/>
            </p:nvSpPr>
            <p:spPr bwMode="auto">
              <a:xfrm>
                <a:off x="1414462" y="3257550"/>
                <a:ext cx="30337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68" name="Line 60">
                <a:extLst>
                  <a:ext uri="{FF2B5EF4-FFF2-40B4-BE49-F238E27FC236}">
                    <a16:creationId xmlns:a16="http://schemas.microsoft.com/office/drawing/2014/main" id="{6823480E-F0CC-4CB2-980A-4B0FF275A9CF}"/>
                  </a:ext>
                </a:extLst>
              </p:cNvPr>
              <p:cNvSpPr>
                <a:spLocks noChangeShapeType="1"/>
              </p:cNvSpPr>
              <p:nvPr/>
            </p:nvSpPr>
            <p:spPr bwMode="auto">
              <a:xfrm>
                <a:off x="4448175" y="3257550"/>
                <a:ext cx="359092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69" name="Rectangle 61">
                <a:extLst>
                  <a:ext uri="{FF2B5EF4-FFF2-40B4-BE49-F238E27FC236}">
                    <a16:creationId xmlns:a16="http://schemas.microsoft.com/office/drawing/2014/main" id="{90D76CA0-B305-4D27-8B84-DF329BFB40C4}"/>
                  </a:ext>
                </a:extLst>
              </p:cNvPr>
              <p:cNvSpPr>
                <a:spLocks noChangeArrowheads="1"/>
              </p:cNvSpPr>
              <p:nvPr/>
            </p:nvSpPr>
            <p:spPr bwMode="auto">
              <a:xfrm>
                <a:off x="967978" y="3058716"/>
                <a:ext cx="632222"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RegWr</a:t>
                </a:r>
              </a:p>
            </p:txBody>
          </p:sp>
          <p:sp>
            <p:nvSpPr>
              <p:cNvPr id="43070" name="Rectangle 62">
                <a:extLst>
                  <a:ext uri="{FF2B5EF4-FFF2-40B4-BE49-F238E27FC236}">
                    <a16:creationId xmlns:a16="http://schemas.microsoft.com/office/drawing/2014/main" id="{F8196478-363F-49C1-930D-B831990C5950}"/>
                  </a:ext>
                </a:extLst>
              </p:cNvPr>
              <p:cNvSpPr>
                <a:spLocks noChangeArrowheads="1"/>
              </p:cNvSpPr>
              <p:nvPr/>
            </p:nvSpPr>
            <p:spPr bwMode="auto">
              <a:xfrm>
                <a:off x="2515791" y="3058716"/>
                <a:ext cx="756047"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Old Value</a:t>
                </a:r>
              </a:p>
            </p:txBody>
          </p:sp>
          <p:sp>
            <p:nvSpPr>
              <p:cNvPr id="43071" name="Rectangle 63">
                <a:extLst>
                  <a:ext uri="{FF2B5EF4-FFF2-40B4-BE49-F238E27FC236}">
                    <a16:creationId xmlns:a16="http://schemas.microsoft.com/office/drawing/2014/main" id="{ED4F6F9C-28FA-4784-8F46-A9AD7AA96244}"/>
                  </a:ext>
                </a:extLst>
              </p:cNvPr>
              <p:cNvSpPr>
                <a:spLocks noChangeArrowheads="1"/>
              </p:cNvSpPr>
              <p:nvPr/>
            </p:nvSpPr>
            <p:spPr bwMode="auto">
              <a:xfrm>
                <a:off x="4806553" y="3058716"/>
                <a:ext cx="879872"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New Value</a:t>
                </a:r>
              </a:p>
            </p:txBody>
          </p:sp>
          <p:sp>
            <p:nvSpPr>
              <p:cNvPr id="43072" name="Line 64">
                <a:extLst>
                  <a:ext uri="{FF2B5EF4-FFF2-40B4-BE49-F238E27FC236}">
                    <a16:creationId xmlns:a16="http://schemas.microsoft.com/office/drawing/2014/main" id="{DA87746D-3DA1-422B-9E57-622B89138A1D}"/>
                  </a:ext>
                </a:extLst>
              </p:cNvPr>
              <p:cNvSpPr>
                <a:spLocks noChangeShapeType="1"/>
              </p:cNvSpPr>
              <p:nvPr/>
            </p:nvSpPr>
            <p:spPr bwMode="auto">
              <a:xfrm>
                <a:off x="3457575" y="1600200"/>
                <a:ext cx="928688"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73" name="Rectangle 65">
                <a:extLst>
                  <a:ext uri="{FF2B5EF4-FFF2-40B4-BE49-F238E27FC236}">
                    <a16:creationId xmlns:a16="http://schemas.microsoft.com/office/drawing/2014/main" id="{6BE3A069-C892-4245-8D09-83F6CA965041}"/>
                  </a:ext>
                </a:extLst>
              </p:cNvPr>
              <p:cNvSpPr>
                <a:spLocks noChangeArrowheads="1"/>
              </p:cNvSpPr>
              <p:nvPr/>
            </p:nvSpPr>
            <p:spPr bwMode="auto">
              <a:xfrm>
                <a:off x="4373166" y="1510903"/>
                <a:ext cx="1485291" cy="233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solidFill>
                      <a:schemeClr val="accent1"/>
                    </a:solidFill>
                    <a:latin typeface="Times New Roman" panose="02020603050405020304" pitchFamily="18" charset="0"/>
                    <a:ea typeface="新細明體" panose="02020500000000000000" pitchFamily="18" charset="-120"/>
                  </a:rPr>
                  <a:t>Delay through Control Logic</a:t>
                </a:r>
              </a:p>
            </p:txBody>
          </p:sp>
          <p:sp>
            <p:nvSpPr>
              <p:cNvPr id="43074" name="Line 66">
                <a:extLst>
                  <a:ext uri="{FF2B5EF4-FFF2-40B4-BE49-F238E27FC236}">
                    <a16:creationId xmlns:a16="http://schemas.microsoft.com/office/drawing/2014/main" id="{9B689719-18E0-43E4-AEF9-2383ED060D6E}"/>
                  </a:ext>
                </a:extLst>
              </p:cNvPr>
              <p:cNvSpPr>
                <a:spLocks noChangeShapeType="1"/>
              </p:cNvSpPr>
              <p:nvPr/>
            </p:nvSpPr>
            <p:spPr bwMode="auto">
              <a:xfrm>
                <a:off x="5191125" y="3486150"/>
                <a:ext cx="284797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75" name="Rectangle 67">
                <a:extLst>
                  <a:ext uri="{FF2B5EF4-FFF2-40B4-BE49-F238E27FC236}">
                    <a16:creationId xmlns:a16="http://schemas.microsoft.com/office/drawing/2014/main" id="{D7A522C8-06E5-4D38-94E9-35F2AAE85AB0}"/>
                  </a:ext>
                </a:extLst>
              </p:cNvPr>
              <p:cNvSpPr>
                <a:spLocks noChangeArrowheads="1"/>
              </p:cNvSpPr>
              <p:nvPr/>
            </p:nvSpPr>
            <p:spPr bwMode="auto">
              <a:xfrm>
                <a:off x="967979" y="3458766"/>
                <a:ext cx="570309"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busA</a:t>
                </a:r>
              </a:p>
            </p:txBody>
          </p:sp>
          <p:sp>
            <p:nvSpPr>
              <p:cNvPr id="43076" name="Line 68">
                <a:extLst>
                  <a:ext uri="{FF2B5EF4-FFF2-40B4-BE49-F238E27FC236}">
                    <a16:creationId xmlns:a16="http://schemas.microsoft.com/office/drawing/2014/main" id="{CFE8BAAC-6AE3-4BFC-8154-28AB2B114A9F}"/>
                  </a:ext>
                </a:extLst>
              </p:cNvPr>
              <p:cNvSpPr>
                <a:spLocks noChangeShapeType="1"/>
              </p:cNvSpPr>
              <p:nvPr/>
            </p:nvSpPr>
            <p:spPr bwMode="auto">
              <a:xfrm>
                <a:off x="5129213" y="3314700"/>
                <a:ext cx="0" cy="102870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77" name="Line 69">
                <a:extLst>
                  <a:ext uri="{FF2B5EF4-FFF2-40B4-BE49-F238E27FC236}">
                    <a16:creationId xmlns:a16="http://schemas.microsoft.com/office/drawing/2014/main" id="{FB95E732-7108-478D-80FE-DA8937C99A41}"/>
                  </a:ext>
                </a:extLst>
              </p:cNvPr>
              <p:cNvSpPr>
                <a:spLocks noChangeShapeType="1"/>
              </p:cNvSpPr>
              <p:nvPr/>
            </p:nvSpPr>
            <p:spPr bwMode="auto">
              <a:xfrm>
                <a:off x="3457575" y="3371850"/>
                <a:ext cx="1671638"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78" name="Rectangle 70">
                <a:extLst>
                  <a:ext uri="{FF2B5EF4-FFF2-40B4-BE49-F238E27FC236}">
                    <a16:creationId xmlns:a16="http://schemas.microsoft.com/office/drawing/2014/main" id="{B1C64607-216A-4E5B-A3E0-2107ACDA39DE}"/>
                  </a:ext>
                </a:extLst>
              </p:cNvPr>
              <p:cNvSpPr>
                <a:spLocks noChangeArrowheads="1"/>
              </p:cNvSpPr>
              <p:nvPr/>
            </p:nvSpPr>
            <p:spPr bwMode="auto">
              <a:xfrm>
                <a:off x="5116116" y="3282553"/>
                <a:ext cx="1329656" cy="233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solidFill>
                      <a:schemeClr val="accent1"/>
                    </a:solidFill>
                    <a:latin typeface="Times New Roman" panose="02020603050405020304" pitchFamily="18" charset="0"/>
                    <a:ea typeface="新細明體" panose="02020500000000000000" pitchFamily="18" charset="-120"/>
                  </a:rPr>
                  <a:t>Register File Access Time</a:t>
                </a:r>
              </a:p>
            </p:txBody>
          </p:sp>
          <p:sp>
            <p:nvSpPr>
              <p:cNvPr id="43079" name="Rectangle 71">
                <a:extLst>
                  <a:ext uri="{FF2B5EF4-FFF2-40B4-BE49-F238E27FC236}">
                    <a16:creationId xmlns:a16="http://schemas.microsoft.com/office/drawing/2014/main" id="{31DA9565-9017-439F-86DA-7BC1C4DFB6EF}"/>
                  </a:ext>
                </a:extLst>
              </p:cNvPr>
              <p:cNvSpPr>
                <a:spLocks noChangeArrowheads="1"/>
              </p:cNvSpPr>
              <p:nvPr/>
            </p:nvSpPr>
            <p:spPr bwMode="auto">
              <a:xfrm>
                <a:off x="2577703" y="3458766"/>
                <a:ext cx="756047"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Old Value</a:t>
                </a:r>
              </a:p>
            </p:txBody>
          </p:sp>
          <p:sp>
            <p:nvSpPr>
              <p:cNvPr id="43080" name="Rectangle 72">
                <a:extLst>
                  <a:ext uri="{FF2B5EF4-FFF2-40B4-BE49-F238E27FC236}">
                    <a16:creationId xmlns:a16="http://schemas.microsoft.com/office/drawing/2014/main" id="{2E7D9F99-29DB-42ED-AF2B-77830EAEF4C4}"/>
                  </a:ext>
                </a:extLst>
              </p:cNvPr>
              <p:cNvSpPr>
                <a:spLocks noChangeArrowheads="1"/>
              </p:cNvSpPr>
              <p:nvPr/>
            </p:nvSpPr>
            <p:spPr bwMode="auto">
              <a:xfrm>
                <a:off x="5735241" y="3458766"/>
                <a:ext cx="879872"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New Value</a:t>
                </a:r>
              </a:p>
            </p:txBody>
          </p:sp>
          <p:sp>
            <p:nvSpPr>
              <p:cNvPr id="43081" name="Rectangle 73">
                <a:extLst>
                  <a:ext uri="{FF2B5EF4-FFF2-40B4-BE49-F238E27FC236}">
                    <a16:creationId xmlns:a16="http://schemas.microsoft.com/office/drawing/2014/main" id="{D7AE06E0-CF74-4595-9BD6-C692A15B1784}"/>
                  </a:ext>
                </a:extLst>
              </p:cNvPr>
              <p:cNvSpPr>
                <a:spLocks noChangeArrowheads="1"/>
              </p:cNvSpPr>
              <p:nvPr/>
            </p:nvSpPr>
            <p:spPr bwMode="auto">
              <a:xfrm>
                <a:off x="967978" y="3858816"/>
                <a:ext cx="632222"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busB</a:t>
                </a:r>
              </a:p>
            </p:txBody>
          </p:sp>
          <p:sp>
            <p:nvSpPr>
              <p:cNvPr id="43082" name="Line 74">
                <a:extLst>
                  <a:ext uri="{FF2B5EF4-FFF2-40B4-BE49-F238E27FC236}">
                    <a16:creationId xmlns:a16="http://schemas.microsoft.com/office/drawing/2014/main" id="{D93B4CBC-4A9C-4142-8FA2-D3EBE7FA7306}"/>
                  </a:ext>
                </a:extLst>
              </p:cNvPr>
              <p:cNvSpPr>
                <a:spLocks noChangeShapeType="1"/>
              </p:cNvSpPr>
              <p:nvPr/>
            </p:nvSpPr>
            <p:spPr bwMode="auto">
              <a:xfrm>
                <a:off x="5810250" y="4114800"/>
                <a:ext cx="0" cy="85725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83" name="Line 75">
                <a:extLst>
                  <a:ext uri="{FF2B5EF4-FFF2-40B4-BE49-F238E27FC236}">
                    <a16:creationId xmlns:a16="http://schemas.microsoft.com/office/drawing/2014/main" id="{182D8F4F-2530-4553-AC27-165E8E03B48B}"/>
                  </a:ext>
                </a:extLst>
              </p:cNvPr>
              <p:cNvSpPr>
                <a:spLocks noChangeShapeType="1"/>
              </p:cNvSpPr>
              <p:nvPr/>
            </p:nvSpPr>
            <p:spPr bwMode="auto">
              <a:xfrm>
                <a:off x="5129212" y="4171950"/>
                <a:ext cx="681038"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84" name="Rectangle 76">
                <a:extLst>
                  <a:ext uri="{FF2B5EF4-FFF2-40B4-BE49-F238E27FC236}">
                    <a16:creationId xmlns:a16="http://schemas.microsoft.com/office/drawing/2014/main" id="{5A51FA03-AF54-478E-AFBD-20C6967193E3}"/>
                  </a:ext>
                </a:extLst>
              </p:cNvPr>
              <p:cNvSpPr>
                <a:spLocks noChangeArrowheads="1"/>
              </p:cNvSpPr>
              <p:nvPr/>
            </p:nvSpPr>
            <p:spPr bwMode="auto">
              <a:xfrm>
                <a:off x="5797153" y="4082653"/>
                <a:ext cx="666520" cy="233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solidFill>
                      <a:schemeClr val="accent1"/>
                    </a:solidFill>
                    <a:latin typeface="Times New Roman" panose="02020603050405020304" pitchFamily="18" charset="0"/>
                    <a:ea typeface="新細明體" panose="02020500000000000000" pitchFamily="18" charset="-120"/>
                  </a:rPr>
                  <a:t>ALU Delay</a:t>
                </a:r>
              </a:p>
            </p:txBody>
          </p:sp>
          <p:sp>
            <p:nvSpPr>
              <p:cNvPr id="43085" name="Rectangle 77">
                <a:extLst>
                  <a:ext uri="{FF2B5EF4-FFF2-40B4-BE49-F238E27FC236}">
                    <a16:creationId xmlns:a16="http://schemas.microsoft.com/office/drawing/2014/main" id="{0B90D1B6-EC10-4396-954A-C47724D187AF}"/>
                  </a:ext>
                </a:extLst>
              </p:cNvPr>
              <p:cNvSpPr>
                <a:spLocks noChangeArrowheads="1"/>
              </p:cNvSpPr>
              <p:nvPr/>
            </p:nvSpPr>
            <p:spPr bwMode="auto">
              <a:xfrm>
                <a:off x="2577703" y="3858816"/>
                <a:ext cx="756047"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Old Value</a:t>
                </a:r>
              </a:p>
            </p:txBody>
          </p:sp>
          <p:sp>
            <p:nvSpPr>
              <p:cNvPr id="43086" name="Rectangle 78">
                <a:extLst>
                  <a:ext uri="{FF2B5EF4-FFF2-40B4-BE49-F238E27FC236}">
                    <a16:creationId xmlns:a16="http://schemas.microsoft.com/office/drawing/2014/main" id="{E876899F-5B7F-4D4B-AB01-7894FD0EFFB3}"/>
                  </a:ext>
                </a:extLst>
              </p:cNvPr>
              <p:cNvSpPr>
                <a:spLocks noChangeArrowheads="1"/>
              </p:cNvSpPr>
              <p:nvPr/>
            </p:nvSpPr>
            <p:spPr bwMode="auto">
              <a:xfrm>
                <a:off x="5735241" y="3858816"/>
                <a:ext cx="879872"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New Value</a:t>
                </a:r>
              </a:p>
            </p:txBody>
          </p:sp>
          <p:sp>
            <p:nvSpPr>
              <p:cNvPr id="43087" name="Rectangle 79">
                <a:extLst>
                  <a:ext uri="{FF2B5EF4-FFF2-40B4-BE49-F238E27FC236}">
                    <a16:creationId xmlns:a16="http://schemas.microsoft.com/office/drawing/2014/main" id="{FF1281C7-392C-4143-839D-6BBFA5691AEB}"/>
                  </a:ext>
                </a:extLst>
              </p:cNvPr>
              <p:cNvSpPr>
                <a:spLocks noChangeArrowheads="1"/>
              </p:cNvSpPr>
              <p:nvPr/>
            </p:nvSpPr>
            <p:spPr bwMode="auto">
              <a:xfrm>
                <a:off x="2515791" y="1287066"/>
                <a:ext cx="756047"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Old Value</a:t>
                </a:r>
              </a:p>
            </p:txBody>
          </p:sp>
          <p:sp>
            <p:nvSpPr>
              <p:cNvPr id="43088" name="Line 80">
                <a:extLst>
                  <a:ext uri="{FF2B5EF4-FFF2-40B4-BE49-F238E27FC236}">
                    <a16:creationId xmlns:a16="http://schemas.microsoft.com/office/drawing/2014/main" id="{3F8F7807-397E-4227-AFBA-10935BA2191B}"/>
                  </a:ext>
                </a:extLst>
              </p:cNvPr>
              <p:cNvSpPr>
                <a:spLocks noChangeShapeType="1"/>
              </p:cNvSpPr>
              <p:nvPr/>
            </p:nvSpPr>
            <p:spPr bwMode="auto">
              <a:xfrm>
                <a:off x="7729537" y="914400"/>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89" name="Line 81">
                <a:extLst>
                  <a:ext uri="{FF2B5EF4-FFF2-40B4-BE49-F238E27FC236}">
                    <a16:creationId xmlns:a16="http://schemas.microsoft.com/office/drawing/2014/main" id="{6F3FE50F-8B58-4BE7-8CBB-1293C9B5CF31}"/>
                  </a:ext>
                </a:extLst>
              </p:cNvPr>
              <p:cNvSpPr>
                <a:spLocks noChangeShapeType="1"/>
              </p:cNvSpPr>
              <p:nvPr/>
            </p:nvSpPr>
            <p:spPr bwMode="auto">
              <a:xfrm>
                <a:off x="7729537" y="1085850"/>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90" name="Rectangle 82">
                <a:extLst>
                  <a:ext uri="{FF2B5EF4-FFF2-40B4-BE49-F238E27FC236}">
                    <a16:creationId xmlns:a16="http://schemas.microsoft.com/office/drawing/2014/main" id="{D33F535D-B607-4F9D-A89D-59A59877757E}"/>
                  </a:ext>
                </a:extLst>
              </p:cNvPr>
              <p:cNvSpPr>
                <a:spLocks noChangeArrowheads="1"/>
              </p:cNvSpPr>
              <p:nvPr/>
            </p:nvSpPr>
            <p:spPr bwMode="auto">
              <a:xfrm>
                <a:off x="3754041" y="1287066"/>
                <a:ext cx="879872"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New Value</a:t>
                </a:r>
              </a:p>
            </p:txBody>
          </p:sp>
          <p:sp>
            <p:nvSpPr>
              <p:cNvPr id="43091" name="Rectangle 83">
                <a:extLst>
                  <a:ext uri="{FF2B5EF4-FFF2-40B4-BE49-F238E27FC236}">
                    <a16:creationId xmlns:a16="http://schemas.microsoft.com/office/drawing/2014/main" id="{29DCFB5F-981A-42D3-AE32-6A34E1DA56BA}"/>
                  </a:ext>
                </a:extLst>
              </p:cNvPr>
              <p:cNvSpPr>
                <a:spLocks noChangeArrowheads="1"/>
              </p:cNvSpPr>
              <p:nvPr/>
            </p:nvSpPr>
            <p:spPr bwMode="auto">
              <a:xfrm>
                <a:off x="2577703" y="887016"/>
                <a:ext cx="879872"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New Value</a:t>
                </a:r>
              </a:p>
            </p:txBody>
          </p:sp>
          <p:sp>
            <p:nvSpPr>
              <p:cNvPr id="43092" name="Rectangle 84">
                <a:extLst>
                  <a:ext uri="{FF2B5EF4-FFF2-40B4-BE49-F238E27FC236}">
                    <a16:creationId xmlns:a16="http://schemas.microsoft.com/office/drawing/2014/main" id="{D361F57A-E2FE-4488-8BBF-C555B5745C37}"/>
                  </a:ext>
                </a:extLst>
              </p:cNvPr>
              <p:cNvSpPr>
                <a:spLocks noChangeArrowheads="1"/>
              </p:cNvSpPr>
              <p:nvPr/>
            </p:nvSpPr>
            <p:spPr bwMode="auto">
              <a:xfrm>
                <a:off x="1339453" y="887016"/>
                <a:ext cx="756047"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Old Value</a:t>
                </a:r>
              </a:p>
            </p:txBody>
          </p:sp>
          <p:sp>
            <p:nvSpPr>
              <p:cNvPr id="43093" name="Oval 85">
                <a:extLst>
                  <a:ext uri="{FF2B5EF4-FFF2-40B4-BE49-F238E27FC236}">
                    <a16:creationId xmlns:a16="http://schemas.microsoft.com/office/drawing/2014/main" id="{A56B614F-53A9-4DBA-BCBB-7790EA626FE1}"/>
                  </a:ext>
                </a:extLst>
              </p:cNvPr>
              <p:cNvSpPr>
                <a:spLocks noChangeArrowheads="1"/>
              </p:cNvSpPr>
              <p:nvPr/>
            </p:nvSpPr>
            <p:spPr bwMode="auto">
              <a:xfrm>
                <a:off x="7424738" y="3148013"/>
                <a:ext cx="114300" cy="16192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800" b="0">
                  <a:latin typeface="Times New Roman" panose="02020603050405020304" pitchFamily="18" charset="0"/>
                  <a:ea typeface="新細明體" panose="02020500000000000000" pitchFamily="18" charset="-120"/>
                </a:endParaRPr>
              </a:p>
            </p:txBody>
          </p:sp>
          <p:sp>
            <p:nvSpPr>
              <p:cNvPr id="43094" name="Arc 86">
                <a:extLst>
                  <a:ext uri="{FF2B5EF4-FFF2-40B4-BE49-F238E27FC236}">
                    <a16:creationId xmlns:a16="http://schemas.microsoft.com/office/drawing/2014/main" id="{CAD0E1DA-AB2E-4E2A-82E8-AA520A4AECBB}"/>
                  </a:ext>
                </a:extLst>
              </p:cNvPr>
              <p:cNvSpPr>
                <a:spLocks/>
              </p:cNvSpPr>
              <p:nvPr/>
            </p:nvSpPr>
            <p:spPr bwMode="auto">
              <a:xfrm>
                <a:off x="6800850" y="2858691"/>
                <a:ext cx="681038" cy="177165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sz="800"/>
              </a:p>
            </p:txBody>
          </p:sp>
          <p:sp>
            <p:nvSpPr>
              <p:cNvPr id="43095" name="Line 87">
                <a:extLst>
                  <a:ext uri="{FF2B5EF4-FFF2-40B4-BE49-F238E27FC236}">
                    <a16:creationId xmlns:a16="http://schemas.microsoft.com/office/drawing/2014/main" id="{2FD2D498-D949-4124-8686-6703A4E943C3}"/>
                  </a:ext>
                </a:extLst>
              </p:cNvPr>
              <p:cNvSpPr>
                <a:spLocks noChangeShapeType="1"/>
              </p:cNvSpPr>
              <p:nvPr/>
            </p:nvSpPr>
            <p:spPr bwMode="auto">
              <a:xfrm>
                <a:off x="1414462" y="2057400"/>
                <a:ext cx="66246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96" name="Line 88">
                <a:extLst>
                  <a:ext uri="{FF2B5EF4-FFF2-40B4-BE49-F238E27FC236}">
                    <a16:creationId xmlns:a16="http://schemas.microsoft.com/office/drawing/2014/main" id="{871F68F0-AC2C-4D8E-B238-13FDDE4C0368}"/>
                  </a:ext>
                </a:extLst>
              </p:cNvPr>
              <p:cNvSpPr>
                <a:spLocks noChangeShapeType="1"/>
              </p:cNvSpPr>
              <p:nvPr/>
            </p:nvSpPr>
            <p:spPr bwMode="auto">
              <a:xfrm>
                <a:off x="1414462" y="2228850"/>
                <a:ext cx="29098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97" name="Line 89">
                <a:extLst>
                  <a:ext uri="{FF2B5EF4-FFF2-40B4-BE49-F238E27FC236}">
                    <a16:creationId xmlns:a16="http://schemas.microsoft.com/office/drawing/2014/main" id="{1BAF8127-800A-4839-963E-DB7A769FFB0A}"/>
                  </a:ext>
                </a:extLst>
              </p:cNvPr>
              <p:cNvSpPr>
                <a:spLocks noChangeShapeType="1"/>
              </p:cNvSpPr>
              <p:nvPr/>
            </p:nvSpPr>
            <p:spPr bwMode="auto">
              <a:xfrm flipV="1">
                <a:off x="4324350" y="20574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098" name="Rectangle 90">
                <a:extLst>
                  <a:ext uri="{FF2B5EF4-FFF2-40B4-BE49-F238E27FC236}">
                    <a16:creationId xmlns:a16="http://schemas.microsoft.com/office/drawing/2014/main" id="{31620C7D-4A5A-4395-8525-50F59C8D7D13}"/>
                  </a:ext>
                </a:extLst>
              </p:cNvPr>
              <p:cNvSpPr>
                <a:spLocks noChangeArrowheads="1"/>
              </p:cNvSpPr>
              <p:nvPr/>
            </p:nvSpPr>
            <p:spPr bwMode="auto">
              <a:xfrm>
                <a:off x="967978" y="2030016"/>
                <a:ext cx="756047"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ExtOp</a:t>
                </a:r>
              </a:p>
            </p:txBody>
          </p:sp>
          <p:sp>
            <p:nvSpPr>
              <p:cNvPr id="43099" name="Rectangle 91">
                <a:extLst>
                  <a:ext uri="{FF2B5EF4-FFF2-40B4-BE49-F238E27FC236}">
                    <a16:creationId xmlns:a16="http://schemas.microsoft.com/office/drawing/2014/main" id="{CACBB36A-65D1-4099-9AAA-1F5EF71AFC4D}"/>
                  </a:ext>
                </a:extLst>
              </p:cNvPr>
              <p:cNvSpPr>
                <a:spLocks noChangeArrowheads="1"/>
              </p:cNvSpPr>
              <p:nvPr/>
            </p:nvSpPr>
            <p:spPr bwMode="auto">
              <a:xfrm>
                <a:off x="2515791" y="2030016"/>
                <a:ext cx="756047"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Old Value</a:t>
                </a:r>
              </a:p>
            </p:txBody>
          </p:sp>
          <p:sp>
            <p:nvSpPr>
              <p:cNvPr id="43100" name="Rectangle 92">
                <a:extLst>
                  <a:ext uri="{FF2B5EF4-FFF2-40B4-BE49-F238E27FC236}">
                    <a16:creationId xmlns:a16="http://schemas.microsoft.com/office/drawing/2014/main" id="{9A34D3E8-2C61-4210-85EA-E97688075648}"/>
                  </a:ext>
                </a:extLst>
              </p:cNvPr>
              <p:cNvSpPr>
                <a:spLocks noChangeArrowheads="1"/>
              </p:cNvSpPr>
              <p:nvPr/>
            </p:nvSpPr>
            <p:spPr bwMode="auto">
              <a:xfrm>
                <a:off x="4806553" y="2030016"/>
                <a:ext cx="879872"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New Value</a:t>
                </a:r>
              </a:p>
            </p:txBody>
          </p:sp>
          <p:sp>
            <p:nvSpPr>
              <p:cNvPr id="43101" name="Line 93">
                <a:extLst>
                  <a:ext uri="{FF2B5EF4-FFF2-40B4-BE49-F238E27FC236}">
                    <a16:creationId xmlns:a16="http://schemas.microsoft.com/office/drawing/2014/main" id="{077D467A-AA63-4D48-80C3-8F82F7B45128}"/>
                  </a:ext>
                </a:extLst>
              </p:cNvPr>
              <p:cNvSpPr>
                <a:spLocks noChangeShapeType="1"/>
              </p:cNvSpPr>
              <p:nvPr/>
            </p:nvSpPr>
            <p:spPr bwMode="auto">
              <a:xfrm>
                <a:off x="1414462" y="2400300"/>
                <a:ext cx="66246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02" name="Line 94">
                <a:extLst>
                  <a:ext uri="{FF2B5EF4-FFF2-40B4-BE49-F238E27FC236}">
                    <a16:creationId xmlns:a16="http://schemas.microsoft.com/office/drawing/2014/main" id="{30E4DD9E-1FC9-4F32-AD1B-A0755DC2FEF9}"/>
                  </a:ext>
                </a:extLst>
              </p:cNvPr>
              <p:cNvSpPr>
                <a:spLocks noChangeShapeType="1"/>
              </p:cNvSpPr>
              <p:nvPr/>
            </p:nvSpPr>
            <p:spPr bwMode="auto">
              <a:xfrm>
                <a:off x="1414462" y="2571750"/>
                <a:ext cx="29098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03" name="Line 95">
                <a:extLst>
                  <a:ext uri="{FF2B5EF4-FFF2-40B4-BE49-F238E27FC236}">
                    <a16:creationId xmlns:a16="http://schemas.microsoft.com/office/drawing/2014/main" id="{A20A6045-0D96-47BF-9093-A1C31056D4B3}"/>
                  </a:ext>
                </a:extLst>
              </p:cNvPr>
              <p:cNvSpPr>
                <a:spLocks noChangeShapeType="1"/>
              </p:cNvSpPr>
              <p:nvPr/>
            </p:nvSpPr>
            <p:spPr bwMode="auto">
              <a:xfrm flipV="1">
                <a:off x="4324350" y="24003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04" name="Rectangle 96">
                <a:extLst>
                  <a:ext uri="{FF2B5EF4-FFF2-40B4-BE49-F238E27FC236}">
                    <a16:creationId xmlns:a16="http://schemas.microsoft.com/office/drawing/2014/main" id="{E9278A07-450C-4B07-906F-51DCCD129B45}"/>
                  </a:ext>
                </a:extLst>
              </p:cNvPr>
              <p:cNvSpPr>
                <a:spLocks noChangeArrowheads="1"/>
              </p:cNvSpPr>
              <p:nvPr/>
            </p:nvSpPr>
            <p:spPr bwMode="auto">
              <a:xfrm>
                <a:off x="967978" y="2372916"/>
                <a:ext cx="756047"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ALUSrc</a:t>
                </a:r>
              </a:p>
            </p:txBody>
          </p:sp>
          <p:sp>
            <p:nvSpPr>
              <p:cNvPr id="43105" name="Rectangle 97">
                <a:extLst>
                  <a:ext uri="{FF2B5EF4-FFF2-40B4-BE49-F238E27FC236}">
                    <a16:creationId xmlns:a16="http://schemas.microsoft.com/office/drawing/2014/main" id="{2BD6A26E-0C0E-4A1E-B502-3B7E728308FA}"/>
                  </a:ext>
                </a:extLst>
              </p:cNvPr>
              <p:cNvSpPr>
                <a:spLocks noChangeArrowheads="1"/>
              </p:cNvSpPr>
              <p:nvPr/>
            </p:nvSpPr>
            <p:spPr bwMode="auto">
              <a:xfrm>
                <a:off x="2515791" y="2372916"/>
                <a:ext cx="756047"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Old Value</a:t>
                </a:r>
              </a:p>
            </p:txBody>
          </p:sp>
          <p:sp>
            <p:nvSpPr>
              <p:cNvPr id="43106" name="Rectangle 98">
                <a:extLst>
                  <a:ext uri="{FF2B5EF4-FFF2-40B4-BE49-F238E27FC236}">
                    <a16:creationId xmlns:a16="http://schemas.microsoft.com/office/drawing/2014/main" id="{9593B888-5A21-4523-B67C-BEBA8DAC0E3B}"/>
                  </a:ext>
                </a:extLst>
              </p:cNvPr>
              <p:cNvSpPr>
                <a:spLocks noChangeArrowheads="1"/>
              </p:cNvSpPr>
              <p:nvPr/>
            </p:nvSpPr>
            <p:spPr bwMode="auto">
              <a:xfrm>
                <a:off x="4806553" y="2372916"/>
                <a:ext cx="879872"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New Value</a:t>
                </a:r>
              </a:p>
            </p:txBody>
          </p:sp>
          <p:sp>
            <p:nvSpPr>
              <p:cNvPr id="43107" name="Line 99">
                <a:extLst>
                  <a:ext uri="{FF2B5EF4-FFF2-40B4-BE49-F238E27FC236}">
                    <a16:creationId xmlns:a16="http://schemas.microsoft.com/office/drawing/2014/main" id="{6EF5C255-09D9-4FE8-95B6-6869FD22D2BD}"/>
                  </a:ext>
                </a:extLst>
              </p:cNvPr>
              <p:cNvSpPr>
                <a:spLocks noChangeShapeType="1"/>
              </p:cNvSpPr>
              <p:nvPr/>
            </p:nvSpPr>
            <p:spPr bwMode="auto">
              <a:xfrm>
                <a:off x="1414462" y="2743200"/>
                <a:ext cx="66246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08" name="Line 100">
                <a:extLst>
                  <a:ext uri="{FF2B5EF4-FFF2-40B4-BE49-F238E27FC236}">
                    <a16:creationId xmlns:a16="http://schemas.microsoft.com/office/drawing/2014/main" id="{394A0BB5-ABC8-463D-BB91-C0AF8714E2FA}"/>
                  </a:ext>
                </a:extLst>
              </p:cNvPr>
              <p:cNvSpPr>
                <a:spLocks noChangeShapeType="1"/>
              </p:cNvSpPr>
              <p:nvPr/>
            </p:nvSpPr>
            <p:spPr bwMode="auto">
              <a:xfrm>
                <a:off x="1414462" y="2914650"/>
                <a:ext cx="290988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09" name="Line 101">
                <a:extLst>
                  <a:ext uri="{FF2B5EF4-FFF2-40B4-BE49-F238E27FC236}">
                    <a16:creationId xmlns:a16="http://schemas.microsoft.com/office/drawing/2014/main" id="{D7C0DC5B-6066-463C-8CC2-FD165D6A8BE5}"/>
                  </a:ext>
                </a:extLst>
              </p:cNvPr>
              <p:cNvSpPr>
                <a:spLocks noChangeShapeType="1"/>
              </p:cNvSpPr>
              <p:nvPr/>
            </p:nvSpPr>
            <p:spPr bwMode="auto">
              <a:xfrm flipV="1">
                <a:off x="4324350" y="27432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10" name="Rectangle 102">
                <a:extLst>
                  <a:ext uri="{FF2B5EF4-FFF2-40B4-BE49-F238E27FC236}">
                    <a16:creationId xmlns:a16="http://schemas.microsoft.com/office/drawing/2014/main" id="{8FEE5D8D-85AF-40E9-95CB-75B1199CD3C3}"/>
                  </a:ext>
                </a:extLst>
              </p:cNvPr>
              <p:cNvSpPr>
                <a:spLocks noChangeArrowheads="1"/>
              </p:cNvSpPr>
              <p:nvPr/>
            </p:nvSpPr>
            <p:spPr bwMode="auto">
              <a:xfrm>
                <a:off x="967978" y="2715816"/>
                <a:ext cx="879872"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MemtoReg</a:t>
                </a:r>
              </a:p>
            </p:txBody>
          </p:sp>
          <p:sp>
            <p:nvSpPr>
              <p:cNvPr id="43111" name="Rectangle 103">
                <a:extLst>
                  <a:ext uri="{FF2B5EF4-FFF2-40B4-BE49-F238E27FC236}">
                    <a16:creationId xmlns:a16="http://schemas.microsoft.com/office/drawing/2014/main" id="{2FCB346B-44C3-495E-91F2-89A9B95F1EFB}"/>
                  </a:ext>
                </a:extLst>
              </p:cNvPr>
              <p:cNvSpPr>
                <a:spLocks noChangeArrowheads="1"/>
              </p:cNvSpPr>
              <p:nvPr/>
            </p:nvSpPr>
            <p:spPr bwMode="auto">
              <a:xfrm>
                <a:off x="2515791" y="2715816"/>
                <a:ext cx="756047"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Old Value</a:t>
                </a:r>
              </a:p>
            </p:txBody>
          </p:sp>
          <p:sp>
            <p:nvSpPr>
              <p:cNvPr id="43112" name="Rectangle 104">
                <a:extLst>
                  <a:ext uri="{FF2B5EF4-FFF2-40B4-BE49-F238E27FC236}">
                    <a16:creationId xmlns:a16="http://schemas.microsoft.com/office/drawing/2014/main" id="{B77D5FF8-760A-4923-9BEC-DF1BAA4CD182}"/>
                  </a:ext>
                </a:extLst>
              </p:cNvPr>
              <p:cNvSpPr>
                <a:spLocks noChangeArrowheads="1"/>
              </p:cNvSpPr>
              <p:nvPr/>
            </p:nvSpPr>
            <p:spPr bwMode="auto">
              <a:xfrm>
                <a:off x="4806553" y="2715816"/>
                <a:ext cx="879872"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New Value</a:t>
                </a:r>
              </a:p>
            </p:txBody>
          </p:sp>
          <p:sp>
            <p:nvSpPr>
              <p:cNvPr id="43113" name="Line 105">
                <a:extLst>
                  <a:ext uri="{FF2B5EF4-FFF2-40B4-BE49-F238E27FC236}">
                    <a16:creationId xmlns:a16="http://schemas.microsoft.com/office/drawing/2014/main" id="{833D9E59-D81E-4BC2-A09E-E1C045D0E55E}"/>
                  </a:ext>
                </a:extLst>
              </p:cNvPr>
              <p:cNvSpPr>
                <a:spLocks noChangeShapeType="1"/>
              </p:cNvSpPr>
              <p:nvPr/>
            </p:nvSpPr>
            <p:spPr bwMode="auto">
              <a:xfrm>
                <a:off x="1414463" y="4286250"/>
                <a:ext cx="433387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14" name="Line 106">
                <a:extLst>
                  <a:ext uri="{FF2B5EF4-FFF2-40B4-BE49-F238E27FC236}">
                    <a16:creationId xmlns:a16="http://schemas.microsoft.com/office/drawing/2014/main" id="{ACFCF1AC-76AA-487B-86D4-A02EA45E6465}"/>
                  </a:ext>
                </a:extLst>
              </p:cNvPr>
              <p:cNvSpPr>
                <a:spLocks noChangeShapeType="1"/>
              </p:cNvSpPr>
              <p:nvPr/>
            </p:nvSpPr>
            <p:spPr bwMode="auto">
              <a:xfrm>
                <a:off x="5748338" y="428625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15" name="Line 107">
                <a:extLst>
                  <a:ext uri="{FF2B5EF4-FFF2-40B4-BE49-F238E27FC236}">
                    <a16:creationId xmlns:a16="http://schemas.microsoft.com/office/drawing/2014/main" id="{AA8BCEFA-B502-46CD-A743-FA617745423D}"/>
                  </a:ext>
                </a:extLst>
              </p:cNvPr>
              <p:cNvSpPr>
                <a:spLocks noChangeShapeType="1"/>
              </p:cNvSpPr>
              <p:nvPr/>
            </p:nvSpPr>
            <p:spPr bwMode="auto">
              <a:xfrm>
                <a:off x="1414463" y="4457700"/>
                <a:ext cx="433387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16" name="Line 108">
                <a:extLst>
                  <a:ext uri="{FF2B5EF4-FFF2-40B4-BE49-F238E27FC236}">
                    <a16:creationId xmlns:a16="http://schemas.microsoft.com/office/drawing/2014/main" id="{AB985A39-F28C-41D7-BF7A-95A3BDE38F7B}"/>
                  </a:ext>
                </a:extLst>
              </p:cNvPr>
              <p:cNvSpPr>
                <a:spLocks noChangeShapeType="1"/>
              </p:cNvSpPr>
              <p:nvPr/>
            </p:nvSpPr>
            <p:spPr bwMode="auto">
              <a:xfrm flipV="1">
                <a:off x="5748338" y="428625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17" name="Line 109">
                <a:extLst>
                  <a:ext uri="{FF2B5EF4-FFF2-40B4-BE49-F238E27FC236}">
                    <a16:creationId xmlns:a16="http://schemas.microsoft.com/office/drawing/2014/main" id="{B9C5734E-6293-4DD3-93E0-AF90C3BEFA25}"/>
                  </a:ext>
                </a:extLst>
              </p:cNvPr>
              <p:cNvSpPr>
                <a:spLocks noChangeShapeType="1"/>
              </p:cNvSpPr>
              <p:nvPr/>
            </p:nvSpPr>
            <p:spPr bwMode="auto">
              <a:xfrm>
                <a:off x="5872162" y="4286250"/>
                <a:ext cx="21669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18" name="Line 110">
                <a:extLst>
                  <a:ext uri="{FF2B5EF4-FFF2-40B4-BE49-F238E27FC236}">
                    <a16:creationId xmlns:a16="http://schemas.microsoft.com/office/drawing/2014/main" id="{A007DA3C-1FF4-4063-B59F-47C628F08F99}"/>
                  </a:ext>
                </a:extLst>
              </p:cNvPr>
              <p:cNvSpPr>
                <a:spLocks noChangeShapeType="1"/>
              </p:cNvSpPr>
              <p:nvPr/>
            </p:nvSpPr>
            <p:spPr bwMode="auto">
              <a:xfrm>
                <a:off x="5872162" y="4457700"/>
                <a:ext cx="21669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19" name="Rectangle 111">
                <a:extLst>
                  <a:ext uri="{FF2B5EF4-FFF2-40B4-BE49-F238E27FC236}">
                    <a16:creationId xmlns:a16="http://schemas.microsoft.com/office/drawing/2014/main" id="{EE8F5DBB-3F95-43CB-AEB8-7A59A96FEBB2}"/>
                  </a:ext>
                </a:extLst>
              </p:cNvPr>
              <p:cNvSpPr>
                <a:spLocks noChangeArrowheads="1"/>
              </p:cNvSpPr>
              <p:nvPr/>
            </p:nvSpPr>
            <p:spPr bwMode="auto">
              <a:xfrm>
                <a:off x="967978" y="4258866"/>
                <a:ext cx="632222"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Address</a:t>
                </a:r>
              </a:p>
            </p:txBody>
          </p:sp>
          <p:sp>
            <p:nvSpPr>
              <p:cNvPr id="43120" name="Rectangle 112">
                <a:extLst>
                  <a:ext uri="{FF2B5EF4-FFF2-40B4-BE49-F238E27FC236}">
                    <a16:creationId xmlns:a16="http://schemas.microsoft.com/office/drawing/2014/main" id="{FC696E84-9A57-4707-899C-C6B5015EB534}"/>
                  </a:ext>
                </a:extLst>
              </p:cNvPr>
              <p:cNvSpPr>
                <a:spLocks noChangeArrowheads="1"/>
              </p:cNvSpPr>
              <p:nvPr/>
            </p:nvSpPr>
            <p:spPr bwMode="auto">
              <a:xfrm>
                <a:off x="2577703" y="4258866"/>
                <a:ext cx="756047"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Old Value</a:t>
                </a:r>
              </a:p>
            </p:txBody>
          </p:sp>
          <p:sp>
            <p:nvSpPr>
              <p:cNvPr id="43121" name="Rectangle 113">
                <a:extLst>
                  <a:ext uri="{FF2B5EF4-FFF2-40B4-BE49-F238E27FC236}">
                    <a16:creationId xmlns:a16="http://schemas.microsoft.com/office/drawing/2014/main" id="{A4909179-78CE-4F8C-98B1-D36D274691B1}"/>
                  </a:ext>
                </a:extLst>
              </p:cNvPr>
              <p:cNvSpPr>
                <a:spLocks noChangeArrowheads="1"/>
              </p:cNvSpPr>
              <p:nvPr/>
            </p:nvSpPr>
            <p:spPr bwMode="auto">
              <a:xfrm>
                <a:off x="6540103" y="4258866"/>
                <a:ext cx="879872"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New Value</a:t>
                </a:r>
              </a:p>
            </p:txBody>
          </p:sp>
          <p:sp>
            <p:nvSpPr>
              <p:cNvPr id="43122" name="Line 114">
                <a:extLst>
                  <a:ext uri="{FF2B5EF4-FFF2-40B4-BE49-F238E27FC236}">
                    <a16:creationId xmlns:a16="http://schemas.microsoft.com/office/drawing/2014/main" id="{62D215E5-A5ED-437D-A0D5-17947DAC63B1}"/>
                  </a:ext>
                </a:extLst>
              </p:cNvPr>
              <p:cNvSpPr>
                <a:spLocks noChangeShapeType="1"/>
              </p:cNvSpPr>
              <p:nvPr/>
            </p:nvSpPr>
            <p:spPr bwMode="auto">
              <a:xfrm>
                <a:off x="1414463" y="4686300"/>
                <a:ext cx="544830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23" name="Line 115">
                <a:extLst>
                  <a:ext uri="{FF2B5EF4-FFF2-40B4-BE49-F238E27FC236}">
                    <a16:creationId xmlns:a16="http://schemas.microsoft.com/office/drawing/2014/main" id="{FC1C9503-E62C-489D-AD5D-D155ADBAADBF}"/>
                  </a:ext>
                </a:extLst>
              </p:cNvPr>
              <p:cNvSpPr>
                <a:spLocks noChangeShapeType="1"/>
              </p:cNvSpPr>
              <p:nvPr/>
            </p:nvSpPr>
            <p:spPr bwMode="auto">
              <a:xfrm>
                <a:off x="6862763" y="46863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24" name="Line 116">
                <a:extLst>
                  <a:ext uri="{FF2B5EF4-FFF2-40B4-BE49-F238E27FC236}">
                    <a16:creationId xmlns:a16="http://schemas.microsoft.com/office/drawing/2014/main" id="{35B4CADA-44DA-44F3-B36A-1000DC00B245}"/>
                  </a:ext>
                </a:extLst>
              </p:cNvPr>
              <p:cNvSpPr>
                <a:spLocks noChangeShapeType="1"/>
              </p:cNvSpPr>
              <p:nvPr/>
            </p:nvSpPr>
            <p:spPr bwMode="auto">
              <a:xfrm>
                <a:off x="1414463" y="4857750"/>
                <a:ext cx="544830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25" name="Line 117">
                <a:extLst>
                  <a:ext uri="{FF2B5EF4-FFF2-40B4-BE49-F238E27FC236}">
                    <a16:creationId xmlns:a16="http://schemas.microsoft.com/office/drawing/2014/main" id="{093FCF2D-7275-4EDE-8AF2-06A8591995EA}"/>
                  </a:ext>
                </a:extLst>
              </p:cNvPr>
              <p:cNvSpPr>
                <a:spLocks noChangeShapeType="1"/>
              </p:cNvSpPr>
              <p:nvPr/>
            </p:nvSpPr>
            <p:spPr bwMode="auto">
              <a:xfrm flipV="1">
                <a:off x="6862763" y="4686300"/>
                <a:ext cx="123825"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26" name="Line 118">
                <a:extLst>
                  <a:ext uri="{FF2B5EF4-FFF2-40B4-BE49-F238E27FC236}">
                    <a16:creationId xmlns:a16="http://schemas.microsoft.com/office/drawing/2014/main" id="{C366CA60-9DB4-46A9-A0A7-E94C6E3F1DA3}"/>
                  </a:ext>
                </a:extLst>
              </p:cNvPr>
              <p:cNvSpPr>
                <a:spLocks noChangeShapeType="1"/>
              </p:cNvSpPr>
              <p:nvPr/>
            </p:nvSpPr>
            <p:spPr bwMode="auto">
              <a:xfrm>
                <a:off x="6986587" y="4686300"/>
                <a:ext cx="10525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27" name="Line 119">
                <a:extLst>
                  <a:ext uri="{FF2B5EF4-FFF2-40B4-BE49-F238E27FC236}">
                    <a16:creationId xmlns:a16="http://schemas.microsoft.com/office/drawing/2014/main" id="{2D2CCA51-0C4F-4349-B2CD-58D6666B6F94}"/>
                  </a:ext>
                </a:extLst>
              </p:cNvPr>
              <p:cNvSpPr>
                <a:spLocks noChangeShapeType="1"/>
              </p:cNvSpPr>
              <p:nvPr/>
            </p:nvSpPr>
            <p:spPr bwMode="auto">
              <a:xfrm>
                <a:off x="6986587" y="4857750"/>
                <a:ext cx="10525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28" name="Rectangle 120">
                <a:extLst>
                  <a:ext uri="{FF2B5EF4-FFF2-40B4-BE49-F238E27FC236}">
                    <a16:creationId xmlns:a16="http://schemas.microsoft.com/office/drawing/2014/main" id="{4B853863-E5CA-45AE-B707-3C5518D020D5}"/>
                  </a:ext>
                </a:extLst>
              </p:cNvPr>
              <p:cNvSpPr>
                <a:spLocks noChangeArrowheads="1"/>
              </p:cNvSpPr>
              <p:nvPr/>
            </p:nvSpPr>
            <p:spPr bwMode="auto">
              <a:xfrm>
                <a:off x="967978" y="4658916"/>
                <a:ext cx="632222"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busW</a:t>
                </a:r>
              </a:p>
            </p:txBody>
          </p:sp>
          <p:sp>
            <p:nvSpPr>
              <p:cNvPr id="43129" name="Line 121">
                <a:extLst>
                  <a:ext uri="{FF2B5EF4-FFF2-40B4-BE49-F238E27FC236}">
                    <a16:creationId xmlns:a16="http://schemas.microsoft.com/office/drawing/2014/main" id="{941FA9FF-F56E-447A-AD49-2BDCB54F8B6E}"/>
                  </a:ext>
                </a:extLst>
              </p:cNvPr>
              <p:cNvSpPr>
                <a:spLocks noChangeShapeType="1"/>
              </p:cNvSpPr>
              <p:nvPr/>
            </p:nvSpPr>
            <p:spPr bwMode="auto">
              <a:xfrm>
                <a:off x="5810250" y="4572000"/>
                <a:ext cx="1052513"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30" name="Rectangle 122">
                <a:extLst>
                  <a:ext uri="{FF2B5EF4-FFF2-40B4-BE49-F238E27FC236}">
                    <a16:creationId xmlns:a16="http://schemas.microsoft.com/office/drawing/2014/main" id="{9D98CA72-83C6-4C15-81E7-38A3F6C57AFD}"/>
                  </a:ext>
                </a:extLst>
              </p:cNvPr>
              <p:cNvSpPr>
                <a:spLocks noChangeArrowheads="1"/>
              </p:cNvSpPr>
              <p:nvPr/>
            </p:nvSpPr>
            <p:spPr bwMode="auto">
              <a:xfrm>
                <a:off x="2577703" y="4658916"/>
                <a:ext cx="756047"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Old Value</a:t>
                </a:r>
              </a:p>
            </p:txBody>
          </p:sp>
          <p:sp>
            <p:nvSpPr>
              <p:cNvPr id="43131" name="Rectangle 123">
                <a:extLst>
                  <a:ext uri="{FF2B5EF4-FFF2-40B4-BE49-F238E27FC236}">
                    <a16:creationId xmlns:a16="http://schemas.microsoft.com/office/drawing/2014/main" id="{302AAD5B-BDC5-4691-ABC5-36EB417BF307}"/>
                  </a:ext>
                </a:extLst>
              </p:cNvPr>
              <p:cNvSpPr>
                <a:spLocks noChangeArrowheads="1"/>
              </p:cNvSpPr>
              <p:nvPr/>
            </p:nvSpPr>
            <p:spPr bwMode="auto">
              <a:xfrm>
                <a:off x="6973491" y="4658916"/>
                <a:ext cx="879872" cy="23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b="0">
                    <a:latin typeface="Times New Roman" panose="02020603050405020304" pitchFamily="18" charset="0"/>
                    <a:ea typeface="新細明體" panose="02020500000000000000" pitchFamily="18" charset="-120"/>
                  </a:rPr>
                  <a:t>New</a:t>
                </a:r>
              </a:p>
            </p:txBody>
          </p:sp>
          <p:sp>
            <p:nvSpPr>
              <p:cNvPr id="43132" name="Oval 124">
                <a:extLst>
                  <a:ext uri="{FF2B5EF4-FFF2-40B4-BE49-F238E27FC236}">
                    <a16:creationId xmlns:a16="http://schemas.microsoft.com/office/drawing/2014/main" id="{7E7AB34B-E239-47FD-AF5C-F27DBA74776C}"/>
                  </a:ext>
                </a:extLst>
              </p:cNvPr>
              <p:cNvSpPr>
                <a:spLocks noChangeArrowheads="1"/>
              </p:cNvSpPr>
              <p:nvPr/>
            </p:nvSpPr>
            <p:spPr bwMode="auto">
              <a:xfrm>
                <a:off x="7424738" y="4576763"/>
                <a:ext cx="114300" cy="33337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800" b="0">
                  <a:latin typeface="Times New Roman" panose="02020603050405020304" pitchFamily="18" charset="0"/>
                  <a:ea typeface="新細明體" panose="02020500000000000000" pitchFamily="18" charset="-120"/>
                </a:endParaRPr>
              </a:p>
            </p:txBody>
          </p:sp>
          <p:sp>
            <p:nvSpPr>
              <p:cNvPr id="43133" name="Line 125">
                <a:extLst>
                  <a:ext uri="{FF2B5EF4-FFF2-40B4-BE49-F238E27FC236}">
                    <a16:creationId xmlns:a16="http://schemas.microsoft.com/office/drawing/2014/main" id="{801BDB03-9E33-4800-B2D7-C76A78B7C368}"/>
                  </a:ext>
                </a:extLst>
              </p:cNvPr>
              <p:cNvSpPr>
                <a:spLocks noChangeShapeType="1"/>
              </p:cNvSpPr>
              <p:nvPr/>
            </p:nvSpPr>
            <p:spPr bwMode="auto">
              <a:xfrm>
                <a:off x="5005388" y="3714750"/>
                <a:ext cx="0" cy="45720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34" name="Line 126">
                <a:extLst>
                  <a:ext uri="{FF2B5EF4-FFF2-40B4-BE49-F238E27FC236}">
                    <a16:creationId xmlns:a16="http://schemas.microsoft.com/office/drawing/2014/main" id="{2F143A70-803E-4BED-8A95-BDE57B2E4E55}"/>
                  </a:ext>
                </a:extLst>
              </p:cNvPr>
              <p:cNvSpPr>
                <a:spLocks noChangeShapeType="1"/>
              </p:cNvSpPr>
              <p:nvPr/>
            </p:nvSpPr>
            <p:spPr bwMode="auto">
              <a:xfrm>
                <a:off x="4386263" y="3771900"/>
                <a:ext cx="619125" cy="0"/>
              </a:xfrm>
              <a:prstGeom prst="line">
                <a:avLst/>
              </a:prstGeom>
              <a:noFill/>
              <a:ln w="254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35" name="Rectangle 127">
                <a:extLst>
                  <a:ext uri="{FF2B5EF4-FFF2-40B4-BE49-F238E27FC236}">
                    <a16:creationId xmlns:a16="http://schemas.microsoft.com/office/drawing/2014/main" id="{156DBD29-3E82-48F5-9F42-E4089138FDE4}"/>
                  </a:ext>
                </a:extLst>
              </p:cNvPr>
              <p:cNvSpPr>
                <a:spLocks noChangeArrowheads="1"/>
              </p:cNvSpPr>
              <p:nvPr/>
            </p:nvSpPr>
            <p:spPr bwMode="auto">
              <a:xfrm>
                <a:off x="2268141" y="3682603"/>
                <a:ext cx="1625698" cy="233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solidFill>
                      <a:schemeClr val="accent1"/>
                    </a:solidFill>
                    <a:latin typeface="Times New Roman" panose="02020603050405020304" pitchFamily="18" charset="0"/>
                    <a:ea typeface="新細明體" panose="02020500000000000000" pitchFamily="18" charset="-120"/>
                  </a:rPr>
                  <a:t>Delay through Extender &amp; Mux</a:t>
                </a:r>
              </a:p>
            </p:txBody>
          </p:sp>
          <p:sp>
            <p:nvSpPr>
              <p:cNvPr id="43136" name="Oval 128">
                <a:extLst>
                  <a:ext uri="{FF2B5EF4-FFF2-40B4-BE49-F238E27FC236}">
                    <a16:creationId xmlns:a16="http://schemas.microsoft.com/office/drawing/2014/main" id="{EB5CA46C-F07F-4767-AF14-27A49136057F}"/>
                  </a:ext>
                </a:extLst>
              </p:cNvPr>
              <p:cNvSpPr>
                <a:spLocks noChangeArrowheads="1"/>
              </p:cNvSpPr>
              <p:nvPr/>
            </p:nvSpPr>
            <p:spPr bwMode="auto">
              <a:xfrm>
                <a:off x="4267200" y="1947863"/>
                <a:ext cx="176213" cy="73342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800" b="0">
                  <a:latin typeface="Times New Roman" panose="02020603050405020304" pitchFamily="18" charset="0"/>
                  <a:ea typeface="新細明體" panose="02020500000000000000" pitchFamily="18" charset="-120"/>
                </a:endParaRPr>
              </a:p>
            </p:txBody>
          </p:sp>
          <p:sp>
            <p:nvSpPr>
              <p:cNvPr id="43137" name="Arc 129">
                <a:extLst>
                  <a:ext uri="{FF2B5EF4-FFF2-40B4-BE49-F238E27FC236}">
                    <a16:creationId xmlns:a16="http://schemas.microsoft.com/office/drawing/2014/main" id="{DE571279-55A3-4B78-A52D-01ADD9406735}"/>
                  </a:ext>
                </a:extLst>
              </p:cNvPr>
              <p:cNvSpPr>
                <a:spLocks/>
              </p:cNvSpPr>
              <p:nvPr/>
            </p:nvSpPr>
            <p:spPr bwMode="auto">
              <a:xfrm>
                <a:off x="4448175" y="2287191"/>
                <a:ext cx="247650" cy="14859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sz="800"/>
              </a:p>
            </p:txBody>
          </p:sp>
          <p:sp>
            <p:nvSpPr>
              <p:cNvPr id="43138" name="Arc 130">
                <a:extLst>
                  <a:ext uri="{FF2B5EF4-FFF2-40B4-BE49-F238E27FC236}">
                    <a16:creationId xmlns:a16="http://schemas.microsoft.com/office/drawing/2014/main" id="{F49C17D1-042B-4DBC-B140-31B0CBAAC41D}"/>
                  </a:ext>
                </a:extLst>
              </p:cNvPr>
              <p:cNvSpPr>
                <a:spLocks/>
              </p:cNvSpPr>
              <p:nvPr/>
            </p:nvSpPr>
            <p:spPr bwMode="auto">
              <a:xfrm>
                <a:off x="7110412" y="3030141"/>
                <a:ext cx="309563" cy="1143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sz="800"/>
              </a:p>
            </p:txBody>
          </p:sp>
          <p:sp>
            <p:nvSpPr>
              <p:cNvPr id="43139" name="Rectangle 131">
                <a:extLst>
                  <a:ext uri="{FF2B5EF4-FFF2-40B4-BE49-F238E27FC236}">
                    <a16:creationId xmlns:a16="http://schemas.microsoft.com/office/drawing/2014/main" id="{3B549B9E-34B8-44B1-B158-584D7354A20A}"/>
                  </a:ext>
                </a:extLst>
              </p:cNvPr>
              <p:cNvSpPr>
                <a:spLocks noChangeArrowheads="1"/>
              </p:cNvSpPr>
              <p:nvPr/>
            </p:nvSpPr>
            <p:spPr bwMode="auto">
              <a:xfrm>
                <a:off x="6088667" y="2751535"/>
                <a:ext cx="773095" cy="382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800">
                    <a:solidFill>
                      <a:schemeClr val="accent1"/>
                    </a:solidFill>
                    <a:latin typeface="Times New Roman" panose="02020603050405020304" pitchFamily="18" charset="0"/>
                    <a:ea typeface="新細明體" panose="02020500000000000000" pitchFamily="18" charset="-120"/>
                  </a:rPr>
                  <a:t>Register</a:t>
                </a:r>
              </a:p>
              <a:p>
                <a:pPr algn="ctr">
                  <a:lnSpc>
                    <a:spcPct val="100000"/>
                  </a:lnSpc>
                  <a:spcBef>
                    <a:spcPct val="0"/>
                  </a:spcBef>
                  <a:buClrTx/>
                  <a:buSzTx/>
                  <a:buFontTx/>
                  <a:buNone/>
                </a:pPr>
                <a:r>
                  <a:rPr kumimoji="1" lang="en-US" altLang="zh-TW" sz="800">
                    <a:solidFill>
                      <a:schemeClr val="accent1"/>
                    </a:solidFill>
                    <a:latin typeface="Times New Roman" panose="02020603050405020304" pitchFamily="18" charset="0"/>
                    <a:ea typeface="新細明體" panose="02020500000000000000" pitchFamily="18" charset="-120"/>
                  </a:rPr>
                  <a:t>Write Occurs</a:t>
                </a:r>
              </a:p>
            </p:txBody>
          </p:sp>
          <p:sp>
            <p:nvSpPr>
              <p:cNvPr id="43140" name="Line 132">
                <a:extLst>
                  <a:ext uri="{FF2B5EF4-FFF2-40B4-BE49-F238E27FC236}">
                    <a16:creationId xmlns:a16="http://schemas.microsoft.com/office/drawing/2014/main" id="{55E07655-44C3-4C86-A7FC-E4605B834832}"/>
                  </a:ext>
                </a:extLst>
              </p:cNvPr>
              <p:cNvSpPr>
                <a:spLocks noChangeShapeType="1"/>
              </p:cNvSpPr>
              <p:nvPr/>
            </p:nvSpPr>
            <p:spPr bwMode="auto">
              <a:xfrm>
                <a:off x="6924675" y="4514850"/>
                <a:ext cx="0" cy="457200"/>
              </a:xfrm>
              <a:prstGeom prst="line">
                <a:avLst/>
              </a:prstGeom>
              <a:noFill/>
              <a:ln w="254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800"/>
              </a:p>
            </p:txBody>
          </p:sp>
          <p:sp>
            <p:nvSpPr>
              <p:cNvPr id="43141" name="Rectangle 133">
                <a:extLst>
                  <a:ext uri="{FF2B5EF4-FFF2-40B4-BE49-F238E27FC236}">
                    <a16:creationId xmlns:a16="http://schemas.microsoft.com/office/drawing/2014/main" id="{48903E16-6A55-4F82-83A6-48217162CC48}"/>
                  </a:ext>
                </a:extLst>
              </p:cNvPr>
              <p:cNvSpPr>
                <a:spLocks noChangeArrowheads="1"/>
              </p:cNvSpPr>
              <p:nvPr/>
            </p:nvSpPr>
            <p:spPr bwMode="auto">
              <a:xfrm>
                <a:off x="4001691" y="4482703"/>
                <a:ext cx="1388864" cy="233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800">
                    <a:solidFill>
                      <a:schemeClr val="accent1"/>
                    </a:solidFill>
                    <a:latin typeface="Times New Roman" panose="02020603050405020304" pitchFamily="18" charset="0"/>
                    <a:ea typeface="新細明體" panose="02020500000000000000" pitchFamily="18" charset="-120"/>
                  </a:rPr>
                  <a:t>Data Memory Access Time</a:t>
                </a:r>
              </a:p>
            </p:txBody>
          </p:sp>
        </p:grpSp>
      </p:grpSp>
      <p:sp>
        <p:nvSpPr>
          <p:cNvPr id="137" name="灯片编号占位符 5">
            <a:extLst>
              <a:ext uri="{FF2B5EF4-FFF2-40B4-BE49-F238E27FC236}">
                <a16:creationId xmlns:a16="http://schemas.microsoft.com/office/drawing/2014/main" id="{D0F3AA60-8BEC-42AA-B8CD-04DFA2CC47C3}"/>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37</a:t>
            </a:fld>
            <a:endParaRPr lang="zh-TW"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7B0840C8-05DC-4442-9A25-215530AAD948}"/>
              </a:ext>
            </a:extLst>
          </p:cNvPr>
          <p:cNvSpPr>
            <a:spLocks noGrp="1" noChangeArrowheads="1"/>
          </p:cNvSpPr>
          <p:nvPr>
            <p:ph type="title"/>
          </p:nvPr>
        </p:nvSpPr>
        <p:spPr>
          <a:xfrm>
            <a:off x="914401" y="153681"/>
            <a:ext cx="6815138" cy="422622"/>
          </a:xfrm>
        </p:spPr>
        <p:txBody>
          <a:bodyPr/>
          <a:lstStyle/>
          <a:p>
            <a:r>
              <a:rPr lang="en-US" altLang="zh-TW" dirty="0"/>
              <a:t>Outline</a:t>
            </a:r>
          </a:p>
        </p:txBody>
      </p:sp>
      <p:sp>
        <p:nvSpPr>
          <p:cNvPr id="44035" name="Rectangle 3">
            <a:extLst>
              <a:ext uri="{FF2B5EF4-FFF2-40B4-BE49-F238E27FC236}">
                <a16:creationId xmlns:a16="http://schemas.microsoft.com/office/drawing/2014/main" id="{B1AD1D4B-6A2E-4895-AF48-C757BEDD45C2}"/>
              </a:ext>
            </a:extLst>
          </p:cNvPr>
          <p:cNvSpPr>
            <a:spLocks noGrp="1" noChangeArrowheads="1"/>
          </p:cNvSpPr>
          <p:nvPr>
            <p:ph type="body" idx="1"/>
          </p:nvPr>
        </p:nvSpPr>
        <p:spPr>
          <a:xfrm>
            <a:off x="998924" y="844153"/>
            <a:ext cx="7687876" cy="3671888"/>
          </a:xfrm>
        </p:spPr>
        <p:txBody>
          <a:bodyPr/>
          <a:lstStyle/>
          <a:p>
            <a:r>
              <a:rPr lang="en-US" altLang="zh-TW" sz="2000" dirty="0"/>
              <a:t>Introduction to design a processor</a:t>
            </a:r>
          </a:p>
          <a:p>
            <a:r>
              <a:rPr lang="en-US" altLang="zh-TW" sz="2000" dirty="0"/>
              <a:t>Analyze the instruction set</a:t>
            </a:r>
          </a:p>
          <a:p>
            <a:r>
              <a:rPr lang="en-US" altLang="zh-TW" sz="2000" dirty="0"/>
              <a:t>Build the </a:t>
            </a:r>
            <a:r>
              <a:rPr lang="en-US" altLang="zh-TW" sz="2000" dirty="0" err="1"/>
              <a:t>datapath</a:t>
            </a:r>
            <a:endParaRPr lang="en-US" altLang="zh-TW" sz="2000" dirty="0"/>
          </a:p>
          <a:p>
            <a:r>
              <a:rPr lang="en-US" altLang="zh-TW" sz="2000" dirty="0"/>
              <a:t>A single-cycle implementation</a:t>
            </a:r>
            <a:endParaRPr lang="en-US" altLang="zh-TW" sz="2000" dirty="0">
              <a:solidFill>
                <a:schemeClr val="accent2"/>
              </a:solidFill>
            </a:endParaRPr>
          </a:p>
          <a:p>
            <a:r>
              <a:rPr lang="en-US" altLang="zh-TW" sz="2000" dirty="0">
                <a:solidFill>
                  <a:srgbClr val="FF0000"/>
                </a:solidFill>
              </a:rPr>
              <a:t>Control for the single-cycle CPU</a:t>
            </a:r>
          </a:p>
          <a:p>
            <a:pPr lvl="1"/>
            <a:r>
              <a:rPr lang="en-US" altLang="zh-TW" sz="1800" dirty="0">
                <a:solidFill>
                  <a:srgbClr val="FF0000"/>
                </a:solidFill>
              </a:rPr>
              <a:t>Control of CPU operations (step 4)</a:t>
            </a:r>
          </a:p>
          <a:p>
            <a:pPr lvl="1"/>
            <a:r>
              <a:rPr lang="en-US" altLang="zh-TW" sz="1800" dirty="0"/>
              <a:t>ALU controller ( step 5a)</a:t>
            </a:r>
          </a:p>
          <a:p>
            <a:pPr lvl="1"/>
            <a:r>
              <a:rPr lang="en-US" altLang="zh-TW" sz="1800" dirty="0"/>
              <a:t>Main controller (step 5b)</a:t>
            </a:r>
          </a:p>
          <a:p>
            <a:r>
              <a:rPr lang="en-US" altLang="zh-TW" sz="2000" dirty="0"/>
              <a:t>Add jump instruction</a:t>
            </a:r>
          </a:p>
        </p:txBody>
      </p:sp>
      <p:sp>
        <p:nvSpPr>
          <p:cNvPr id="5" name="灯片编号占位符 5">
            <a:extLst>
              <a:ext uri="{FF2B5EF4-FFF2-40B4-BE49-F238E27FC236}">
                <a16:creationId xmlns:a16="http://schemas.microsoft.com/office/drawing/2014/main" id="{45F8C8C5-4C17-4CEA-A9B8-ABB4978B67CA}"/>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38</a:t>
            </a:fld>
            <a:endParaRPr lang="zh-TW"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54696294-2DF0-4F6C-A7CB-5474901604D3}"/>
              </a:ext>
            </a:extLst>
          </p:cNvPr>
          <p:cNvSpPr>
            <a:spLocks noChangeArrowheads="1"/>
          </p:cNvSpPr>
          <p:nvPr/>
        </p:nvSpPr>
        <p:spPr bwMode="auto">
          <a:xfrm>
            <a:off x="4448175" y="3050282"/>
            <a:ext cx="76319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solidFill>
                  <a:srgbClr val="0000FF"/>
                </a:solidFill>
                <a:latin typeface="Arial" panose="020B0604020202020204" pitchFamily="34" charset="0"/>
                <a:ea typeface="新細明體" panose="02020500000000000000" pitchFamily="18" charset="-120"/>
              </a:rPr>
              <a:t>ALUctr</a:t>
            </a:r>
          </a:p>
        </p:txBody>
      </p:sp>
      <p:sp>
        <p:nvSpPr>
          <p:cNvPr id="45059" name="Rectangle 3">
            <a:extLst>
              <a:ext uri="{FF2B5EF4-FFF2-40B4-BE49-F238E27FC236}">
                <a16:creationId xmlns:a16="http://schemas.microsoft.com/office/drawing/2014/main" id="{4743FA10-CA01-4E77-8A14-03FC98FF48E4}"/>
              </a:ext>
            </a:extLst>
          </p:cNvPr>
          <p:cNvSpPr>
            <a:spLocks noChangeArrowheads="1"/>
          </p:cNvSpPr>
          <p:nvPr/>
        </p:nvSpPr>
        <p:spPr bwMode="auto">
          <a:xfrm>
            <a:off x="2838451" y="2902644"/>
            <a:ext cx="67646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solidFill>
                  <a:srgbClr val="0000FF"/>
                </a:solidFill>
                <a:latin typeface="Arial" panose="020B0604020202020204" pitchFamily="34" charset="0"/>
                <a:ea typeface="新細明體" panose="02020500000000000000" pitchFamily="18" charset="-120"/>
              </a:rPr>
              <a:t>RegDst</a:t>
            </a:r>
          </a:p>
        </p:txBody>
      </p:sp>
      <p:sp>
        <p:nvSpPr>
          <p:cNvPr id="45060" name="Rectangle 4">
            <a:extLst>
              <a:ext uri="{FF2B5EF4-FFF2-40B4-BE49-F238E27FC236}">
                <a16:creationId xmlns:a16="http://schemas.microsoft.com/office/drawing/2014/main" id="{F05D8302-22A5-41B6-A9D4-BA4D9D8962A0}"/>
              </a:ext>
            </a:extLst>
          </p:cNvPr>
          <p:cNvSpPr>
            <a:spLocks noChangeArrowheads="1"/>
          </p:cNvSpPr>
          <p:nvPr/>
        </p:nvSpPr>
        <p:spPr bwMode="auto">
          <a:xfrm>
            <a:off x="3952876" y="2902644"/>
            <a:ext cx="70211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solidFill>
                  <a:srgbClr val="0000FF"/>
                </a:solidFill>
                <a:latin typeface="Arial" panose="020B0604020202020204" pitchFamily="34" charset="0"/>
                <a:ea typeface="新細明體" panose="02020500000000000000" pitchFamily="18" charset="-120"/>
              </a:rPr>
              <a:t>ALUSrc</a:t>
            </a:r>
          </a:p>
        </p:txBody>
      </p:sp>
      <p:sp>
        <p:nvSpPr>
          <p:cNvPr id="45061" name="Rectangle 5">
            <a:extLst>
              <a:ext uri="{FF2B5EF4-FFF2-40B4-BE49-F238E27FC236}">
                <a16:creationId xmlns:a16="http://schemas.microsoft.com/office/drawing/2014/main" id="{F160DE64-FA63-4888-85C5-C08C26FE2F47}"/>
              </a:ext>
            </a:extLst>
          </p:cNvPr>
          <p:cNvSpPr>
            <a:spLocks noChangeArrowheads="1"/>
          </p:cNvSpPr>
          <p:nvPr/>
        </p:nvSpPr>
        <p:spPr bwMode="auto">
          <a:xfrm>
            <a:off x="3457576" y="3050282"/>
            <a:ext cx="69410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solidFill>
                  <a:srgbClr val="0000FF"/>
                </a:solidFill>
                <a:latin typeface="Arial" panose="020B0604020202020204" pitchFamily="34" charset="0"/>
                <a:ea typeface="新細明體" panose="02020500000000000000" pitchFamily="18" charset="-120"/>
              </a:rPr>
              <a:t>MemRd</a:t>
            </a:r>
          </a:p>
        </p:txBody>
      </p:sp>
      <p:sp>
        <p:nvSpPr>
          <p:cNvPr id="45062" name="Rectangle 6">
            <a:extLst>
              <a:ext uri="{FF2B5EF4-FFF2-40B4-BE49-F238E27FC236}">
                <a16:creationId xmlns:a16="http://schemas.microsoft.com/office/drawing/2014/main" id="{8E116E4E-3152-407D-B660-2F08669C729D}"/>
              </a:ext>
            </a:extLst>
          </p:cNvPr>
          <p:cNvSpPr>
            <a:spLocks noChangeArrowheads="1"/>
          </p:cNvSpPr>
          <p:nvPr/>
        </p:nvSpPr>
        <p:spPr bwMode="auto">
          <a:xfrm>
            <a:off x="5810250" y="2957413"/>
            <a:ext cx="924932"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solidFill>
                  <a:srgbClr val="0000FF"/>
                </a:solidFill>
                <a:latin typeface="Arial" panose="020B0604020202020204" pitchFamily="34" charset="0"/>
                <a:ea typeface="新細明體" panose="02020500000000000000" pitchFamily="18" charset="-120"/>
              </a:rPr>
              <a:t>MemtoReg</a:t>
            </a:r>
          </a:p>
        </p:txBody>
      </p:sp>
      <p:sp>
        <p:nvSpPr>
          <p:cNvPr id="45063" name="Rectangle 7">
            <a:extLst>
              <a:ext uri="{FF2B5EF4-FFF2-40B4-BE49-F238E27FC236}">
                <a16:creationId xmlns:a16="http://schemas.microsoft.com/office/drawing/2014/main" id="{76A32F82-8528-4BE0-BA61-64F56F2F21C0}"/>
              </a:ext>
            </a:extLst>
          </p:cNvPr>
          <p:cNvSpPr>
            <a:spLocks noChangeArrowheads="1"/>
          </p:cNvSpPr>
          <p:nvPr/>
        </p:nvSpPr>
        <p:spPr bwMode="auto">
          <a:xfrm>
            <a:off x="5005388" y="2902644"/>
            <a:ext cx="69134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solidFill>
                  <a:srgbClr val="0000FF"/>
                </a:solidFill>
                <a:latin typeface="Arial" panose="020B0604020202020204" pitchFamily="34" charset="0"/>
                <a:ea typeface="新細明體" panose="02020500000000000000" pitchFamily="18" charset="-120"/>
              </a:rPr>
              <a:t>MemWr</a:t>
            </a:r>
          </a:p>
        </p:txBody>
      </p:sp>
      <p:sp>
        <p:nvSpPr>
          <p:cNvPr id="45064" name="Rectangle 8">
            <a:extLst>
              <a:ext uri="{FF2B5EF4-FFF2-40B4-BE49-F238E27FC236}">
                <a16:creationId xmlns:a16="http://schemas.microsoft.com/office/drawing/2014/main" id="{F7AE57CC-1707-4A3C-9331-1852F16BD031}"/>
              </a:ext>
            </a:extLst>
          </p:cNvPr>
          <p:cNvSpPr>
            <a:spLocks noChangeArrowheads="1"/>
          </p:cNvSpPr>
          <p:nvPr/>
        </p:nvSpPr>
        <p:spPr bwMode="auto">
          <a:xfrm>
            <a:off x="7087792" y="2987179"/>
            <a:ext cx="55944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solidFill>
                  <a:srgbClr val="0000FF"/>
                </a:solidFill>
                <a:latin typeface="Arial" panose="020B0604020202020204" pitchFamily="34" charset="0"/>
                <a:ea typeface="新細明體" panose="02020500000000000000" pitchFamily="18" charset="-120"/>
              </a:rPr>
              <a:t>Equal</a:t>
            </a:r>
          </a:p>
        </p:txBody>
      </p:sp>
      <p:sp>
        <p:nvSpPr>
          <p:cNvPr id="45065" name="Line 9">
            <a:extLst>
              <a:ext uri="{FF2B5EF4-FFF2-40B4-BE49-F238E27FC236}">
                <a16:creationId xmlns:a16="http://schemas.microsoft.com/office/drawing/2014/main" id="{025E9B0A-6ACA-45CF-ADD9-56F23420CDC2}"/>
              </a:ext>
            </a:extLst>
          </p:cNvPr>
          <p:cNvSpPr>
            <a:spLocks noChangeShapeType="1"/>
          </p:cNvSpPr>
          <p:nvPr/>
        </p:nvSpPr>
        <p:spPr bwMode="auto">
          <a:xfrm>
            <a:off x="2590800" y="1169094"/>
            <a:ext cx="235267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66" name="Rectangle 10">
            <a:extLst>
              <a:ext uri="{FF2B5EF4-FFF2-40B4-BE49-F238E27FC236}">
                <a16:creationId xmlns:a16="http://schemas.microsoft.com/office/drawing/2014/main" id="{9C7A95C3-88E3-4EBC-9BC7-1CF340F421BC}"/>
              </a:ext>
            </a:extLst>
          </p:cNvPr>
          <p:cNvSpPr>
            <a:spLocks noChangeArrowheads="1"/>
          </p:cNvSpPr>
          <p:nvPr/>
        </p:nvSpPr>
        <p:spPr bwMode="auto">
          <a:xfrm>
            <a:off x="2949179" y="866675"/>
            <a:ext cx="1702389"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a:ea typeface="新細明體" panose="02020500000000000000" pitchFamily="18" charset="-120"/>
              </a:rPr>
              <a:t>Instruction&lt;31:0&gt;</a:t>
            </a:r>
          </a:p>
        </p:txBody>
      </p:sp>
      <p:sp>
        <p:nvSpPr>
          <p:cNvPr id="45067" name="Line 11">
            <a:extLst>
              <a:ext uri="{FF2B5EF4-FFF2-40B4-BE49-F238E27FC236}">
                <a16:creationId xmlns:a16="http://schemas.microsoft.com/office/drawing/2014/main" id="{992AD6DE-6219-4469-A73D-9B2E03FA2B1E}"/>
              </a:ext>
            </a:extLst>
          </p:cNvPr>
          <p:cNvSpPr>
            <a:spLocks noChangeShapeType="1"/>
          </p:cNvSpPr>
          <p:nvPr/>
        </p:nvSpPr>
        <p:spPr bwMode="auto">
          <a:xfrm>
            <a:off x="3632597" y="1188144"/>
            <a:ext cx="0" cy="6858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68" name="Rectangle 12">
            <a:extLst>
              <a:ext uri="{FF2B5EF4-FFF2-40B4-BE49-F238E27FC236}">
                <a16:creationId xmlns:a16="http://schemas.microsoft.com/office/drawing/2014/main" id="{4E39F6C0-6E5F-4575-A8BC-8E092505ACA9}"/>
              </a:ext>
            </a:extLst>
          </p:cNvPr>
          <p:cNvSpPr>
            <a:spLocks noChangeArrowheads="1"/>
          </p:cNvSpPr>
          <p:nvPr/>
        </p:nvSpPr>
        <p:spPr bwMode="auto">
          <a:xfrm rot="5400000">
            <a:off x="3434100" y="1390154"/>
            <a:ext cx="71013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&lt;21:25&gt;</a:t>
            </a:r>
          </a:p>
        </p:txBody>
      </p:sp>
      <p:sp>
        <p:nvSpPr>
          <p:cNvPr id="45069" name="Rectangle 13">
            <a:extLst>
              <a:ext uri="{FF2B5EF4-FFF2-40B4-BE49-F238E27FC236}">
                <a16:creationId xmlns:a16="http://schemas.microsoft.com/office/drawing/2014/main" id="{EF8DD80A-BE56-4ACE-9019-3C8A52882A4D}"/>
              </a:ext>
            </a:extLst>
          </p:cNvPr>
          <p:cNvSpPr>
            <a:spLocks noChangeArrowheads="1"/>
          </p:cNvSpPr>
          <p:nvPr/>
        </p:nvSpPr>
        <p:spPr bwMode="auto">
          <a:xfrm rot="5400000">
            <a:off x="3867487" y="1390154"/>
            <a:ext cx="71013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&lt;16:20&gt;</a:t>
            </a:r>
          </a:p>
        </p:txBody>
      </p:sp>
      <p:sp>
        <p:nvSpPr>
          <p:cNvPr id="45070" name="Rectangle 14">
            <a:extLst>
              <a:ext uri="{FF2B5EF4-FFF2-40B4-BE49-F238E27FC236}">
                <a16:creationId xmlns:a16="http://schemas.microsoft.com/office/drawing/2014/main" id="{CD539512-8DD7-4244-968C-222013C7AE6F}"/>
              </a:ext>
            </a:extLst>
          </p:cNvPr>
          <p:cNvSpPr>
            <a:spLocks noChangeArrowheads="1"/>
          </p:cNvSpPr>
          <p:nvPr/>
        </p:nvSpPr>
        <p:spPr bwMode="auto">
          <a:xfrm rot="5400000">
            <a:off x="4305106" y="1390154"/>
            <a:ext cx="70166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&lt;11:15&gt;</a:t>
            </a:r>
          </a:p>
        </p:txBody>
      </p:sp>
      <p:sp>
        <p:nvSpPr>
          <p:cNvPr id="45071" name="Rectangle 15">
            <a:extLst>
              <a:ext uri="{FF2B5EF4-FFF2-40B4-BE49-F238E27FC236}">
                <a16:creationId xmlns:a16="http://schemas.microsoft.com/office/drawing/2014/main" id="{F6640156-EB0A-4F81-BE59-AD5707607D97}"/>
              </a:ext>
            </a:extLst>
          </p:cNvPr>
          <p:cNvSpPr>
            <a:spLocks noChangeArrowheads="1"/>
          </p:cNvSpPr>
          <p:nvPr/>
        </p:nvSpPr>
        <p:spPr bwMode="auto">
          <a:xfrm rot="5400000">
            <a:off x="4735666" y="1385987"/>
            <a:ext cx="62517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&lt;0:15&gt;</a:t>
            </a:r>
          </a:p>
        </p:txBody>
      </p:sp>
      <p:sp>
        <p:nvSpPr>
          <p:cNvPr id="45072" name="Line 16">
            <a:extLst>
              <a:ext uri="{FF2B5EF4-FFF2-40B4-BE49-F238E27FC236}">
                <a16:creationId xmlns:a16="http://schemas.microsoft.com/office/drawing/2014/main" id="{E2F3461D-73EA-4DF3-9DCF-D2D12F5A731B}"/>
              </a:ext>
            </a:extLst>
          </p:cNvPr>
          <p:cNvSpPr>
            <a:spLocks noChangeShapeType="1"/>
          </p:cNvSpPr>
          <p:nvPr/>
        </p:nvSpPr>
        <p:spPr bwMode="auto">
          <a:xfrm>
            <a:off x="4065985" y="1188144"/>
            <a:ext cx="0" cy="6858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73" name="Line 17">
            <a:extLst>
              <a:ext uri="{FF2B5EF4-FFF2-40B4-BE49-F238E27FC236}">
                <a16:creationId xmlns:a16="http://schemas.microsoft.com/office/drawing/2014/main" id="{23461332-1706-4235-95F2-9C80A8842122}"/>
              </a:ext>
            </a:extLst>
          </p:cNvPr>
          <p:cNvSpPr>
            <a:spLocks noChangeShapeType="1"/>
          </p:cNvSpPr>
          <p:nvPr/>
        </p:nvSpPr>
        <p:spPr bwMode="auto">
          <a:xfrm>
            <a:off x="4499372" y="1188144"/>
            <a:ext cx="0" cy="6858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74" name="Line 18">
            <a:extLst>
              <a:ext uri="{FF2B5EF4-FFF2-40B4-BE49-F238E27FC236}">
                <a16:creationId xmlns:a16="http://schemas.microsoft.com/office/drawing/2014/main" id="{9D5331C3-4D92-4720-91DF-C8CDC0FBBCE4}"/>
              </a:ext>
            </a:extLst>
          </p:cNvPr>
          <p:cNvSpPr>
            <a:spLocks noChangeShapeType="1"/>
          </p:cNvSpPr>
          <p:nvPr/>
        </p:nvSpPr>
        <p:spPr bwMode="auto">
          <a:xfrm>
            <a:off x="4932760" y="1188144"/>
            <a:ext cx="0" cy="6858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75" name="Rectangle 19">
            <a:extLst>
              <a:ext uri="{FF2B5EF4-FFF2-40B4-BE49-F238E27FC236}">
                <a16:creationId xmlns:a16="http://schemas.microsoft.com/office/drawing/2014/main" id="{DEC9DEA9-A8DA-4575-BFD3-BF912EF48210}"/>
              </a:ext>
            </a:extLst>
          </p:cNvPr>
          <p:cNvSpPr>
            <a:spLocks noChangeArrowheads="1"/>
          </p:cNvSpPr>
          <p:nvPr/>
        </p:nvSpPr>
        <p:spPr bwMode="auto">
          <a:xfrm>
            <a:off x="4735117" y="1825129"/>
            <a:ext cx="62517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Imm16</a:t>
            </a:r>
          </a:p>
        </p:txBody>
      </p:sp>
      <p:sp>
        <p:nvSpPr>
          <p:cNvPr id="45076" name="Rectangle 20">
            <a:extLst>
              <a:ext uri="{FF2B5EF4-FFF2-40B4-BE49-F238E27FC236}">
                <a16:creationId xmlns:a16="http://schemas.microsoft.com/office/drawing/2014/main" id="{BBACE746-DFEF-4B9A-9C4E-45DBFC3955AB}"/>
              </a:ext>
            </a:extLst>
          </p:cNvPr>
          <p:cNvSpPr>
            <a:spLocks noChangeArrowheads="1"/>
          </p:cNvSpPr>
          <p:nvPr/>
        </p:nvSpPr>
        <p:spPr bwMode="auto">
          <a:xfrm>
            <a:off x="4301729" y="1825129"/>
            <a:ext cx="34464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Rd</a:t>
            </a:r>
          </a:p>
        </p:txBody>
      </p:sp>
      <p:sp>
        <p:nvSpPr>
          <p:cNvPr id="45077" name="Rectangle 21">
            <a:extLst>
              <a:ext uri="{FF2B5EF4-FFF2-40B4-BE49-F238E27FC236}">
                <a16:creationId xmlns:a16="http://schemas.microsoft.com/office/drawing/2014/main" id="{EEB54332-2964-433F-A920-4804A8FB2730}"/>
              </a:ext>
            </a:extLst>
          </p:cNvPr>
          <p:cNvSpPr>
            <a:spLocks noChangeArrowheads="1"/>
          </p:cNvSpPr>
          <p:nvPr/>
        </p:nvSpPr>
        <p:spPr bwMode="auto">
          <a:xfrm>
            <a:off x="3930254" y="1825129"/>
            <a:ext cx="33502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Rs</a:t>
            </a:r>
          </a:p>
        </p:txBody>
      </p:sp>
      <p:sp>
        <p:nvSpPr>
          <p:cNvPr id="45078" name="Rectangle 22">
            <a:extLst>
              <a:ext uri="{FF2B5EF4-FFF2-40B4-BE49-F238E27FC236}">
                <a16:creationId xmlns:a16="http://schemas.microsoft.com/office/drawing/2014/main" id="{EEE51CD4-61B4-45C2-AB33-A7C1B4B572E9}"/>
              </a:ext>
            </a:extLst>
          </p:cNvPr>
          <p:cNvSpPr>
            <a:spLocks noChangeArrowheads="1"/>
          </p:cNvSpPr>
          <p:nvPr/>
        </p:nvSpPr>
        <p:spPr bwMode="auto">
          <a:xfrm>
            <a:off x="3496866" y="1825129"/>
            <a:ext cx="30136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Rt</a:t>
            </a:r>
          </a:p>
        </p:txBody>
      </p:sp>
      <p:sp>
        <p:nvSpPr>
          <p:cNvPr id="45079" name="Rectangle 23">
            <a:extLst>
              <a:ext uri="{FF2B5EF4-FFF2-40B4-BE49-F238E27FC236}">
                <a16:creationId xmlns:a16="http://schemas.microsoft.com/office/drawing/2014/main" id="{151A87C1-00DC-44D7-A747-A0DA25481845}"/>
              </a:ext>
            </a:extLst>
          </p:cNvPr>
          <p:cNvSpPr>
            <a:spLocks noChangeArrowheads="1"/>
          </p:cNvSpPr>
          <p:nvPr/>
        </p:nvSpPr>
        <p:spPr bwMode="auto">
          <a:xfrm>
            <a:off x="1785938" y="2878832"/>
            <a:ext cx="58189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solidFill>
                  <a:srgbClr val="0000FF"/>
                </a:solidFill>
                <a:latin typeface="Arial" panose="020B0604020202020204" pitchFamily="34" charset="0"/>
                <a:ea typeface="新細明體" panose="02020500000000000000" pitchFamily="18" charset="-120"/>
              </a:rPr>
              <a:t>PCsrc</a:t>
            </a:r>
          </a:p>
        </p:txBody>
      </p:sp>
      <p:sp>
        <p:nvSpPr>
          <p:cNvPr id="45080" name="Rectangle 24">
            <a:extLst>
              <a:ext uri="{FF2B5EF4-FFF2-40B4-BE49-F238E27FC236}">
                <a16:creationId xmlns:a16="http://schemas.microsoft.com/office/drawing/2014/main" id="{B697F27E-72EF-4D48-83C5-CB9A78797A05}"/>
              </a:ext>
            </a:extLst>
          </p:cNvPr>
          <p:cNvSpPr>
            <a:spLocks noChangeArrowheads="1"/>
          </p:cNvSpPr>
          <p:nvPr/>
        </p:nvSpPr>
        <p:spPr bwMode="auto">
          <a:xfrm>
            <a:off x="1675210" y="1035744"/>
            <a:ext cx="895350" cy="75009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45081" name="Rectangle 25">
            <a:extLst>
              <a:ext uri="{FF2B5EF4-FFF2-40B4-BE49-F238E27FC236}">
                <a16:creationId xmlns:a16="http://schemas.microsoft.com/office/drawing/2014/main" id="{641E6A10-2D1A-4D16-A359-9AF3855BCDF4}"/>
              </a:ext>
            </a:extLst>
          </p:cNvPr>
          <p:cNvSpPr>
            <a:spLocks noChangeArrowheads="1"/>
          </p:cNvSpPr>
          <p:nvPr/>
        </p:nvSpPr>
        <p:spPr bwMode="auto">
          <a:xfrm>
            <a:off x="2072879" y="1592957"/>
            <a:ext cx="49853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Addr</a:t>
            </a:r>
          </a:p>
        </p:txBody>
      </p:sp>
      <p:sp>
        <p:nvSpPr>
          <p:cNvPr id="45082" name="Rectangle 26">
            <a:extLst>
              <a:ext uri="{FF2B5EF4-FFF2-40B4-BE49-F238E27FC236}">
                <a16:creationId xmlns:a16="http://schemas.microsoft.com/office/drawing/2014/main" id="{0255D135-AE40-4EF2-A5FF-65E4767657DF}"/>
              </a:ext>
            </a:extLst>
          </p:cNvPr>
          <p:cNvSpPr>
            <a:spLocks noChangeArrowheads="1"/>
          </p:cNvSpPr>
          <p:nvPr/>
        </p:nvSpPr>
        <p:spPr bwMode="auto">
          <a:xfrm>
            <a:off x="1654122" y="1073844"/>
            <a:ext cx="913712" cy="531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500">
                <a:ea typeface="新細明體" panose="02020500000000000000" pitchFamily="18" charset="-120"/>
              </a:rPr>
              <a:t>Inst.</a:t>
            </a:r>
          </a:p>
          <a:p>
            <a:pPr algn="ctr">
              <a:lnSpc>
                <a:spcPct val="100000"/>
              </a:lnSpc>
              <a:spcBef>
                <a:spcPct val="0"/>
              </a:spcBef>
              <a:buClrTx/>
              <a:buSzTx/>
              <a:buFontTx/>
              <a:buNone/>
            </a:pPr>
            <a:r>
              <a:rPr kumimoji="1" lang="en-US" altLang="zh-TW" sz="1500">
                <a:ea typeface="新細明體" panose="02020500000000000000" pitchFamily="18" charset="-120"/>
              </a:rPr>
              <a:t>Memory</a:t>
            </a:r>
          </a:p>
        </p:txBody>
      </p:sp>
      <p:sp>
        <p:nvSpPr>
          <p:cNvPr id="45083" name="Rectangle 27">
            <a:extLst>
              <a:ext uri="{FF2B5EF4-FFF2-40B4-BE49-F238E27FC236}">
                <a16:creationId xmlns:a16="http://schemas.microsoft.com/office/drawing/2014/main" id="{41A57148-3CEE-4170-B2E0-9B144691D012}"/>
              </a:ext>
            </a:extLst>
          </p:cNvPr>
          <p:cNvSpPr>
            <a:spLocks noChangeArrowheads="1"/>
          </p:cNvSpPr>
          <p:nvPr/>
        </p:nvSpPr>
        <p:spPr bwMode="auto">
          <a:xfrm>
            <a:off x="2131219" y="3612257"/>
            <a:ext cx="5149454" cy="9048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45084" name="Rectangle 28">
            <a:extLst>
              <a:ext uri="{FF2B5EF4-FFF2-40B4-BE49-F238E27FC236}">
                <a16:creationId xmlns:a16="http://schemas.microsoft.com/office/drawing/2014/main" id="{5CA23F90-2377-400C-931E-36BE922EAA49}"/>
              </a:ext>
            </a:extLst>
          </p:cNvPr>
          <p:cNvSpPr>
            <a:spLocks noChangeArrowheads="1"/>
          </p:cNvSpPr>
          <p:nvPr/>
        </p:nvSpPr>
        <p:spPr bwMode="auto">
          <a:xfrm>
            <a:off x="3837385" y="3882529"/>
            <a:ext cx="1186222" cy="34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800">
                <a:ea typeface="新細明體" panose="02020500000000000000" pitchFamily="18" charset="-120"/>
              </a:rPr>
              <a:t>Datapath</a:t>
            </a:r>
          </a:p>
        </p:txBody>
      </p:sp>
      <p:sp>
        <p:nvSpPr>
          <p:cNvPr id="45085" name="Line 29">
            <a:extLst>
              <a:ext uri="{FF2B5EF4-FFF2-40B4-BE49-F238E27FC236}">
                <a16:creationId xmlns:a16="http://schemas.microsoft.com/office/drawing/2014/main" id="{5C5F1B09-1013-43D4-B95E-4D198237ADA4}"/>
              </a:ext>
            </a:extLst>
          </p:cNvPr>
          <p:cNvSpPr>
            <a:spLocks noChangeShapeType="1"/>
          </p:cNvSpPr>
          <p:nvPr/>
        </p:nvSpPr>
        <p:spPr bwMode="auto">
          <a:xfrm>
            <a:off x="2168129" y="3264594"/>
            <a:ext cx="0" cy="3429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86" name="Line 30">
            <a:extLst>
              <a:ext uri="{FF2B5EF4-FFF2-40B4-BE49-F238E27FC236}">
                <a16:creationId xmlns:a16="http://schemas.microsoft.com/office/drawing/2014/main" id="{4C9E0895-2D63-4AD7-BB02-9A792AE8522E}"/>
              </a:ext>
            </a:extLst>
          </p:cNvPr>
          <p:cNvSpPr>
            <a:spLocks noChangeShapeType="1"/>
          </p:cNvSpPr>
          <p:nvPr/>
        </p:nvSpPr>
        <p:spPr bwMode="auto">
          <a:xfrm>
            <a:off x="3178969" y="3283644"/>
            <a:ext cx="0" cy="3429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87" name="Line 31">
            <a:extLst>
              <a:ext uri="{FF2B5EF4-FFF2-40B4-BE49-F238E27FC236}">
                <a16:creationId xmlns:a16="http://schemas.microsoft.com/office/drawing/2014/main" id="{E745DE8C-5C50-4C46-9F92-AA04AE4FD5A2}"/>
              </a:ext>
            </a:extLst>
          </p:cNvPr>
          <p:cNvSpPr>
            <a:spLocks noChangeShapeType="1"/>
          </p:cNvSpPr>
          <p:nvPr/>
        </p:nvSpPr>
        <p:spPr bwMode="auto">
          <a:xfrm>
            <a:off x="3736181" y="3293169"/>
            <a:ext cx="0" cy="3429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88" name="Line 32">
            <a:extLst>
              <a:ext uri="{FF2B5EF4-FFF2-40B4-BE49-F238E27FC236}">
                <a16:creationId xmlns:a16="http://schemas.microsoft.com/office/drawing/2014/main" id="{A822C13E-DAAB-41E9-A3F2-C6DEFF2BEC35}"/>
              </a:ext>
            </a:extLst>
          </p:cNvPr>
          <p:cNvSpPr>
            <a:spLocks noChangeShapeType="1"/>
          </p:cNvSpPr>
          <p:nvPr/>
        </p:nvSpPr>
        <p:spPr bwMode="auto">
          <a:xfrm>
            <a:off x="4273154" y="3293169"/>
            <a:ext cx="0" cy="3429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89" name="Line 33">
            <a:extLst>
              <a:ext uri="{FF2B5EF4-FFF2-40B4-BE49-F238E27FC236}">
                <a16:creationId xmlns:a16="http://schemas.microsoft.com/office/drawing/2014/main" id="{CBC822FB-4CDC-4D46-850E-0E2ED1A7A0E5}"/>
              </a:ext>
            </a:extLst>
          </p:cNvPr>
          <p:cNvSpPr>
            <a:spLocks noChangeShapeType="1"/>
          </p:cNvSpPr>
          <p:nvPr/>
        </p:nvSpPr>
        <p:spPr bwMode="auto">
          <a:xfrm>
            <a:off x="4737497" y="3274119"/>
            <a:ext cx="0" cy="3429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90" name="Line 34">
            <a:extLst>
              <a:ext uri="{FF2B5EF4-FFF2-40B4-BE49-F238E27FC236}">
                <a16:creationId xmlns:a16="http://schemas.microsoft.com/office/drawing/2014/main" id="{C3CD95C0-1F9E-416E-BF8E-688DE98DEC56}"/>
              </a:ext>
            </a:extLst>
          </p:cNvPr>
          <p:cNvSpPr>
            <a:spLocks noChangeShapeType="1"/>
          </p:cNvSpPr>
          <p:nvPr/>
        </p:nvSpPr>
        <p:spPr bwMode="auto">
          <a:xfrm>
            <a:off x="5356622" y="3283644"/>
            <a:ext cx="0" cy="3429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91" name="Line 35">
            <a:extLst>
              <a:ext uri="{FF2B5EF4-FFF2-40B4-BE49-F238E27FC236}">
                <a16:creationId xmlns:a16="http://schemas.microsoft.com/office/drawing/2014/main" id="{16EEA7E4-E5CD-4F71-ACA0-F245A89E804E}"/>
              </a:ext>
            </a:extLst>
          </p:cNvPr>
          <p:cNvSpPr>
            <a:spLocks noChangeShapeType="1"/>
          </p:cNvSpPr>
          <p:nvPr/>
        </p:nvSpPr>
        <p:spPr bwMode="auto">
          <a:xfrm>
            <a:off x="6274594" y="3245544"/>
            <a:ext cx="0" cy="3429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92" name="Line 36">
            <a:extLst>
              <a:ext uri="{FF2B5EF4-FFF2-40B4-BE49-F238E27FC236}">
                <a16:creationId xmlns:a16="http://schemas.microsoft.com/office/drawing/2014/main" id="{A5F3A484-4264-4F1A-A394-9F33E8442A94}"/>
              </a:ext>
            </a:extLst>
          </p:cNvPr>
          <p:cNvSpPr>
            <a:spLocks noChangeShapeType="1"/>
          </p:cNvSpPr>
          <p:nvPr/>
        </p:nvSpPr>
        <p:spPr bwMode="auto">
          <a:xfrm>
            <a:off x="7006829" y="3016944"/>
            <a:ext cx="0" cy="57150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93" name="AutoShape 37">
            <a:extLst>
              <a:ext uri="{FF2B5EF4-FFF2-40B4-BE49-F238E27FC236}">
                <a16:creationId xmlns:a16="http://schemas.microsoft.com/office/drawing/2014/main" id="{4F01700C-C9BE-49DD-B546-8486E5E90D2E}"/>
              </a:ext>
            </a:extLst>
          </p:cNvPr>
          <p:cNvSpPr>
            <a:spLocks noChangeArrowheads="1"/>
          </p:cNvSpPr>
          <p:nvPr/>
        </p:nvSpPr>
        <p:spPr bwMode="auto">
          <a:xfrm>
            <a:off x="2069307" y="2002532"/>
            <a:ext cx="5613797" cy="923925"/>
          </a:xfrm>
          <a:prstGeom prst="roundRect">
            <a:avLst>
              <a:gd name="adj" fmla="val 12495"/>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45094" name="Rectangle 38">
            <a:extLst>
              <a:ext uri="{FF2B5EF4-FFF2-40B4-BE49-F238E27FC236}">
                <a16:creationId xmlns:a16="http://schemas.microsoft.com/office/drawing/2014/main" id="{0EA1571B-C466-4CAF-9BDB-2B5CAFB9704C}"/>
              </a:ext>
            </a:extLst>
          </p:cNvPr>
          <p:cNvSpPr>
            <a:spLocks noChangeArrowheads="1"/>
          </p:cNvSpPr>
          <p:nvPr/>
        </p:nvSpPr>
        <p:spPr bwMode="auto">
          <a:xfrm>
            <a:off x="3908822" y="2349004"/>
            <a:ext cx="950580" cy="34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800">
                <a:ea typeface="新細明體" panose="02020500000000000000" pitchFamily="18" charset="-120"/>
              </a:rPr>
              <a:t>Control</a:t>
            </a:r>
          </a:p>
        </p:txBody>
      </p:sp>
      <p:sp>
        <p:nvSpPr>
          <p:cNvPr id="45095" name="Line 39">
            <a:extLst>
              <a:ext uri="{FF2B5EF4-FFF2-40B4-BE49-F238E27FC236}">
                <a16:creationId xmlns:a16="http://schemas.microsoft.com/office/drawing/2014/main" id="{1C5C566A-8C62-4E5B-ADAF-A35EEDFEF7D4}"/>
              </a:ext>
            </a:extLst>
          </p:cNvPr>
          <p:cNvSpPr>
            <a:spLocks noChangeShapeType="1"/>
          </p:cNvSpPr>
          <p:nvPr/>
        </p:nvSpPr>
        <p:spPr bwMode="auto">
          <a:xfrm>
            <a:off x="2858691" y="1169094"/>
            <a:ext cx="0" cy="6858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96" name="Rectangle 40">
            <a:extLst>
              <a:ext uri="{FF2B5EF4-FFF2-40B4-BE49-F238E27FC236}">
                <a16:creationId xmlns:a16="http://schemas.microsoft.com/office/drawing/2014/main" id="{AF913B7D-6BD7-40F2-A941-42ECF52B0799}"/>
              </a:ext>
            </a:extLst>
          </p:cNvPr>
          <p:cNvSpPr>
            <a:spLocks noChangeArrowheads="1"/>
          </p:cNvSpPr>
          <p:nvPr/>
        </p:nvSpPr>
        <p:spPr bwMode="auto">
          <a:xfrm>
            <a:off x="2722960" y="1806079"/>
            <a:ext cx="35426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Op</a:t>
            </a:r>
          </a:p>
        </p:txBody>
      </p:sp>
      <p:sp>
        <p:nvSpPr>
          <p:cNvPr id="45097" name="Line 41">
            <a:extLst>
              <a:ext uri="{FF2B5EF4-FFF2-40B4-BE49-F238E27FC236}">
                <a16:creationId xmlns:a16="http://schemas.microsoft.com/office/drawing/2014/main" id="{EC970846-B295-4DD8-B6D1-799D827C0770}"/>
              </a:ext>
            </a:extLst>
          </p:cNvPr>
          <p:cNvSpPr>
            <a:spLocks noChangeShapeType="1"/>
          </p:cNvSpPr>
          <p:nvPr/>
        </p:nvSpPr>
        <p:spPr bwMode="auto">
          <a:xfrm>
            <a:off x="3178969" y="1169094"/>
            <a:ext cx="0" cy="6858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098" name="Rectangle 42">
            <a:extLst>
              <a:ext uri="{FF2B5EF4-FFF2-40B4-BE49-F238E27FC236}">
                <a16:creationId xmlns:a16="http://schemas.microsoft.com/office/drawing/2014/main" id="{DE55F576-11A1-444D-ABE4-1668A6F052B3}"/>
              </a:ext>
            </a:extLst>
          </p:cNvPr>
          <p:cNvSpPr>
            <a:spLocks noChangeArrowheads="1"/>
          </p:cNvSpPr>
          <p:nvPr/>
        </p:nvSpPr>
        <p:spPr bwMode="auto">
          <a:xfrm rot="5400000">
            <a:off x="2979877" y="1371104"/>
            <a:ext cx="71013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&lt;21:25&gt;</a:t>
            </a:r>
          </a:p>
        </p:txBody>
      </p:sp>
      <p:sp>
        <p:nvSpPr>
          <p:cNvPr id="45099" name="Rectangle 43">
            <a:extLst>
              <a:ext uri="{FF2B5EF4-FFF2-40B4-BE49-F238E27FC236}">
                <a16:creationId xmlns:a16="http://schemas.microsoft.com/office/drawing/2014/main" id="{209E8F55-5DF4-4384-82CE-6BA5F390EFFF}"/>
              </a:ext>
            </a:extLst>
          </p:cNvPr>
          <p:cNvSpPr>
            <a:spLocks noChangeArrowheads="1"/>
          </p:cNvSpPr>
          <p:nvPr/>
        </p:nvSpPr>
        <p:spPr bwMode="auto">
          <a:xfrm>
            <a:off x="2982517" y="1806079"/>
            <a:ext cx="55944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Funct</a:t>
            </a:r>
          </a:p>
        </p:txBody>
      </p:sp>
      <p:sp>
        <p:nvSpPr>
          <p:cNvPr id="45100" name="Rectangle 44">
            <a:extLst>
              <a:ext uri="{FF2B5EF4-FFF2-40B4-BE49-F238E27FC236}">
                <a16:creationId xmlns:a16="http://schemas.microsoft.com/office/drawing/2014/main" id="{FF334028-0330-4CF9-91E6-5B1F071F879B}"/>
              </a:ext>
            </a:extLst>
          </p:cNvPr>
          <p:cNvSpPr>
            <a:spLocks noChangeArrowheads="1"/>
          </p:cNvSpPr>
          <p:nvPr/>
        </p:nvSpPr>
        <p:spPr bwMode="auto">
          <a:xfrm>
            <a:off x="2463404" y="3050282"/>
            <a:ext cx="63203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solidFill>
                  <a:srgbClr val="0000FF"/>
                </a:solidFill>
                <a:latin typeface="Arial" panose="020B0604020202020204" pitchFamily="34" charset="0"/>
                <a:ea typeface="新細明體" panose="02020500000000000000" pitchFamily="18" charset="-120"/>
              </a:rPr>
              <a:t>RegWr</a:t>
            </a:r>
          </a:p>
        </p:txBody>
      </p:sp>
      <p:sp>
        <p:nvSpPr>
          <p:cNvPr id="45101" name="Line 45">
            <a:extLst>
              <a:ext uri="{FF2B5EF4-FFF2-40B4-BE49-F238E27FC236}">
                <a16:creationId xmlns:a16="http://schemas.microsoft.com/office/drawing/2014/main" id="{D27AA1F7-C805-491F-8DB0-1097EA7D0E0F}"/>
              </a:ext>
            </a:extLst>
          </p:cNvPr>
          <p:cNvSpPr>
            <a:spLocks noChangeShapeType="1"/>
          </p:cNvSpPr>
          <p:nvPr/>
        </p:nvSpPr>
        <p:spPr bwMode="auto">
          <a:xfrm>
            <a:off x="2756297" y="3245544"/>
            <a:ext cx="0" cy="3429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5102" name="Rectangle 46">
            <a:extLst>
              <a:ext uri="{FF2B5EF4-FFF2-40B4-BE49-F238E27FC236}">
                <a16:creationId xmlns:a16="http://schemas.microsoft.com/office/drawing/2014/main" id="{6106EAD1-434C-4153-8CE3-ED1B953EBB24}"/>
              </a:ext>
            </a:extLst>
          </p:cNvPr>
          <p:cNvSpPr>
            <a:spLocks noGrp="1" noChangeArrowheads="1"/>
          </p:cNvSpPr>
          <p:nvPr>
            <p:ph type="title"/>
          </p:nvPr>
        </p:nvSpPr>
        <p:spPr>
          <a:xfrm>
            <a:off x="952821" y="99892"/>
            <a:ext cx="6776718" cy="537883"/>
          </a:xfrm>
        </p:spPr>
        <p:txBody>
          <a:bodyPr/>
          <a:lstStyle/>
          <a:p>
            <a:r>
              <a:rPr lang="en-US" altLang="zh-TW" dirty="0"/>
              <a:t>Step 4 - Control Points and Signals</a:t>
            </a:r>
          </a:p>
        </p:txBody>
      </p:sp>
      <p:sp>
        <p:nvSpPr>
          <p:cNvPr id="48" name="灯片编号占位符 5">
            <a:extLst>
              <a:ext uri="{FF2B5EF4-FFF2-40B4-BE49-F238E27FC236}">
                <a16:creationId xmlns:a16="http://schemas.microsoft.com/office/drawing/2014/main" id="{FB684917-D272-4F64-91E0-886FB4C43DC2}"/>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39</a:t>
            </a:fld>
            <a:endParaRPr lang="zh-TW"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DFBFE2F3-16BE-49D8-9726-4AAA6B77697D}"/>
              </a:ext>
            </a:extLst>
          </p:cNvPr>
          <p:cNvSpPr>
            <a:spLocks noGrp="1" noChangeArrowheads="1"/>
          </p:cNvSpPr>
          <p:nvPr>
            <p:ph type="title"/>
          </p:nvPr>
        </p:nvSpPr>
        <p:spPr>
          <a:xfrm>
            <a:off x="929769" y="130629"/>
            <a:ext cx="6799770" cy="453358"/>
          </a:xfrm>
        </p:spPr>
        <p:txBody>
          <a:bodyPr/>
          <a:lstStyle/>
          <a:p>
            <a:r>
              <a:rPr lang="en-US" altLang="zh-TW" dirty="0"/>
              <a:t>Datapath with Mux and Control</a:t>
            </a:r>
          </a:p>
        </p:txBody>
      </p:sp>
      <p:pic>
        <p:nvPicPr>
          <p:cNvPr id="46083" name="Picture 3" descr="F0517">
            <a:extLst>
              <a:ext uri="{FF2B5EF4-FFF2-40B4-BE49-F238E27FC236}">
                <a16:creationId xmlns:a16="http://schemas.microsoft.com/office/drawing/2014/main" id="{297A4DDF-90E2-4596-BDBC-73B9511D04E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0198" y="878052"/>
            <a:ext cx="8048487" cy="368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8">
            <a:extLst>
              <a:ext uri="{FF2B5EF4-FFF2-40B4-BE49-F238E27FC236}">
                <a16:creationId xmlns:a16="http://schemas.microsoft.com/office/drawing/2014/main" id="{00C8A1E2-7BA0-4458-A969-71C91D61FD2E}"/>
              </a:ext>
            </a:extLst>
          </p:cNvPr>
          <p:cNvGrpSpPr>
            <a:grpSpLocks/>
          </p:cNvGrpSpPr>
          <p:nvPr/>
        </p:nvGrpSpPr>
        <p:grpSpPr bwMode="auto">
          <a:xfrm>
            <a:off x="1695331" y="2743200"/>
            <a:ext cx="3807848" cy="1576618"/>
            <a:chOff x="873" y="2208"/>
            <a:chExt cx="2871" cy="1237"/>
          </a:xfrm>
        </p:grpSpPr>
        <p:sp>
          <p:nvSpPr>
            <p:cNvPr id="46086" name="Text Box 5">
              <a:extLst>
                <a:ext uri="{FF2B5EF4-FFF2-40B4-BE49-F238E27FC236}">
                  <a16:creationId xmlns:a16="http://schemas.microsoft.com/office/drawing/2014/main" id="{2010D8E6-49C5-454F-BC1B-81AF49CBEEA7}"/>
                </a:ext>
              </a:extLst>
            </p:cNvPr>
            <p:cNvSpPr txBox="1">
              <a:spLocks noChangeArrowheads="1"/>
            </p:cNvSpPr>
            <p:nvPr/>
          </p:nvSpPr>
          <p:spPr bwMode="auto">
            <a:xfrm>
              <a:off x="873" y="3174"/>
              <a:ext cx="116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500">
                  <a:solidFill>
                    <a:schemeClr val="accent1"/>
                  </a:solidFill>
                  <a:ea typeface="新細明體" panose="02020500000000000000" pitchFamily="18" charset="-120"/>
                </a:rPr>
                <a:t>Control point</a:t>
              </a:r>
            </a:p>
          </p:txBody>
        </p:sp>
        <p:sp>
          <p:nvSpPr>
            <p:cNvPr id="46087" name="Line 6">
              <a:extLst>
                <a:ext uri="{FF2B5EF4-FFF2-40B4-BE49-F238E27FC236}">
                  <a16:creationId xmlns:a16="http://schemas.microsoft.com/office/drawing/2014/main" id="{832BC39A-4995-4D16-9BD4-366B7863C04B}"/>
                </a:ext>
              </a:extLst>
            </p:cNvPr>
            <p:cNvSpPr>
              <a:spLocks noChangeShapeType="1"/>
            </p:cNvSpPr>
            <p:nvPr/>
          </p:nvSpPr>
          <p:spPr bwMode="auto">
            <a:xfrm flipV="1">
              <a:off x="1976" y="2784"/>
              <a:ext cx="312" cy="432"/>
            </a:xfrm>
            <a:prstGeom prst="line">
              <a:avLst/>
            </a:prstGeom>
            <a:noFill/>
            <a:ln w="38100">
              <a:solidFill>
                <a:schemeClr val="accent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6088" name="Line 7">
              <a:extLst>
                <a:ext uri="{FF2B5EF4-FFF2-40B4-BE49-F238E27FC236}">
                  <a16:creationId xmlns:a16="http://schemas.microsoft.com/office/drawing/2014/main" id="{21D4E5EF-E4D2-44E1-9B8A-DE579181C1DF}"/>
                </a:ext>
              </a:extLst>
            </p:cNvPr>
            <p:cNvSpPr>
              <a:spLocks noChangeShapeType="1"/>
            </p:cNvSpPr>
            <p:nvPr/>
          </p:nvSpPr>
          <p:spPr bwMode="auto">
            <a:xfrm flipV="1">
              <a:off x="2080" y="2208"/>
              <a:ext cx="1664" cy="1056"/>
            </a:xfrm>
            <a:prstGeom prst="line">
              <a:avLst/>
            </a:prstGeom>
            <a:noFill/>
            <a:ln w="38100">
              <a:solidFill>
                <a:schemeClr val="accent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sp>
        <p:nvSpPr>
          <p:cNvPr id="9" name="灯片编号占位符 5">
            <a:extLst>
              <a:ext uri="{FF2B5EF4-FFF2-40B4-BE49-F238E27FC236}">
                <a16:creationId xmlns:a16="http://schemas.microsoft.com/office/drawing/2014/main" id="{4C12E4DD-2043-4CDA-B373-B92AC0F9C07C}"/>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40</a:t>
            </a:fld>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6DE69ABD-27A3-4E4B-AEE8-9728BCF4B587}"/>
              </a:ext>
            </a:extLst>
          </p:cNvPr>
          <p:cNvSpPr>
            <a:spLocks noGrp="1" noChangeArrowheads="1"/>
          </p:cNvSpPr>
          <p:nvPr>
            <p:ph type="title"/>
          </p:nvPr>
        </p:nvSpPr>
        <p:spPr>
          <a:xfrm>
            <a:off x="960505" y="107576"/>
            <a:ext cx="6769034" cy="507147"/>
          </a:xfrm>
        </p:spPr>
        <p:txBody>
          <a:bodyPr/>
          <a:lstStyle/>
          <a:p>
            <a:r>
              <a:rPr lang="en-US" altLang="zh-TW" dirty="0"/>
              <a:t>Design Main Control</a:t>
            </a:r>
          </a:p>
        </p:txBody>
      </p:sp>
      <p:sp>
        <p:nvSpPr>
          <p:cNvPr id="47107" name="Rectangle 3">
            <a:extLst>
              <a:ext uri="{FF2B5EF4-FFF2-40B4-BE49-F238E27FC236}">
                <a16:creationId xmlns:a16="http://schemas.microsoft.com/office/drawing/2014/main" id="{718EEF21-B5EC-4545-BB5D-6975DFA31858}"/>
              </a:ext>
            </a:extLst>
          </p:cNvPr>
          <p:cNvSpPr>
            <a:spLocks noGrp="1" noChangeArrowheads="1"/>
          </p:cNvSpPr>
          <p:nvPr>
            <p:ph type="body" idx="1"/>
          </p:nvPr>
        </p:nvSpPr>
        <p:spPr>
          <a:xfrm>
            <a:off x="991240" y="844153"/>
            <a:ext cx="7695560" cy="969279"/>
          </a:xfrm>
        </p:spPr>
        <p:txBody>
          <a:bodyPr/>
          <a:lstStyle/>
          <a:p>
            <a:r>
              <a:rPr lang="en-US" altLang="zh-TW" dirty="0"/>
              <a:t>Some observations</a:t>
            </a:r>
          </a:p>
          <a:p>
            <a:pPr lvl="1"/>
            <a:r>
              <a:rPr lang="en-US" altLang="zh-TW" dirty="0"/>
              <a:t>opcode (Op[5-0]) is always in bits 31-26</a:t>
            </a:r>
          </a:p>
        </p:txBody>
      </p:sp>
      <p:sp>
        <p:nvSpPr>
          <p:cNvPr id="5" name="灯片编号占位符 5">
            <a:extLst>
              <a:ext uri="{FF2B5EF4-FFF2-40B4-BE49-F238E27FC236}">
                <a16:creationId xmlns:a16="http://schemas.microsoft.com/office/drawing/2014/main" id="{55EFB017-3616-4690-AF12-940A7629FDC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41</a:t>
            </a:fld>
            <a:endParaRPr lang="zh-TW"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3" descr="F0519">
            <a:extLst>
              <a:ext uri="{FF2B5EF4-FFF2-40B4-BE49-F238E27FC236}">
                <a16:creationId xmlns:a16="http://schemas.microsoft.com/office/drawing/2014/main" id="{E77C8963-E5D7-44E1-A271-ECCB5602CA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1416" y="896001"/>
            <a:ext cx="7117229" cy="3675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1" name="Rectangle 2">
            <a:extLst>
              <a:ext uri="{FF2B5EF4-FFF2-40B4-BE49-F238E27FC236}">
                <a16:creationId xmlns:a16="http://schemas.microsoft.com/office/drawing/2014/main" id="{EC01D9FA-61E4-482D-A9DF-2C5BCC7C40C5}"/>
              </a:ext>
            </a:extLst>
          </p:cNvPr>
          <p:cNvSpPr>
            <a:spLocks noGrp="1" noChangeArrowheads="1"/>
          </p:cNvSpPr>
          <p:nvPr>
            <p:ph type="title"/>
          </p:nvPr>
        </p:nvSpPr>
        <p:spPr>
          <a:xfrm>
            <a:off x="937453" y="115261"/>
            <a:ext cx="6792086" cy="461042"/>
          </a:xfrm>
        </p:spPr>
        <p:txBody>
          <a:bodyPr/>
          <a:lstStyle/>
          <a:p>
            <a:r>
              <a:rPr lang="en-US" altLang="zh-TW" dirty="0"/>
              <a:t>Datapath with Control Unit</a:t>
            </a:r>
          </a:p>
        </p:txBody>
      </p:sp>
      <p:grpSp>
        <p:nvGrpSpPr>
          <p:cNvPr id="2" name="Group 8">
            <a:extLst>
              <a:ext uri="{FF2B5EF4-FFF2-40B4-BE49-F238E27FC236}">
                <a16:creationId xmlns:a16="http://schemas.microsoft.com/office/drawing/2014/main" id="{DC1E81A2-86DB-44A8-811F-BC863E374EBD}"/>
              </a:ext>
            </a:extLst>
          </p:cNvPr>
          <p:cNvGrpSpPr>
            <a:grpSpLocks/>
          </p:cNvGrpSpPr>
          <p:nvPr/>
        </p:nvGrpSpPr>
        <p:grpSpPr bwMode="auto">
          <a:xfrm>
            <a:off x="4005219" y="1616978"/>
            <a:ext cx="3529013" cy="1485900"/>
            <a:chOff x="2496" y="1344"/>
            <a:chExt cx="2964" cy="1248"/>
          </a:xfrm>
        </p:grpSpPr>
        <p:sp>
          <p:nvSpPr>
            <p:cNvPr id="48142" name="Oval 5">
              <a:extLst>
                <a:ext uri="{FF2B5EF4-FFF2-40B4-BE49-F238E27FC236}">
                  <a16:creationId xmlns:a16="http://schemas.microsoft.com/office/drawing/2014/main" id="{6F158283-5256-42DD-914A-7857C67F3D2C}"/>
                </a:ext>
              </a:extLst>
            </p:cNvPr>
            <p:cNvSpPr>
              <a:spLocks noChangeArrowheads="1"/>
            </p:cNvSpPr>
            <p:nvPr/>
          </p:nvSpPr>
          <p:spPr bwMode="auto">
            <a:xfrm>
              <a:off x="2496" y="1488"/>
              <a:ext cx="572" cy="144"/>
            </a:xfrm>
            <a:prstGeom prst="ellipse">
              <a:avLst/>
            </a:prstGeom>
            <a:noFill/>
            <a:ln w="38100">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48143" name="Oval 6">
              <a:extLst>
                <a:ext uri="{FF2B5EF4-FFF2-40B4-BE49-F238E27FC236}">
                  <a16:creationId xmlns:a16="http://schemas.microsoft.com/office/drawing/2014/main" id="{FA422318-C6D7-4BB9-BC66-9489BB924B86}"/>
                </a:ext>
              </a:extLst>
            </p:cNvPr>
            <p:cNvSpPr>
              <a:spLocks noChangeArrowheads="1"/>
            </p:cNvSpPr>
            <p:nvPr/>
          </p:nvSpPr>
          <p:spPr bwMode="auto">
            <a:xfrm>
              <a:off x="4888" y="1344"/>
              <a:ext cx="572" cy="144"/>
            </a:xfrm>
            <a:prstGeom prst="ellipse">
              <a:avLst/>
            </a:pr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48144" name="Oval 7">
              <a:extLst>
                <a:ext uri="{FF2B5EF4-FFF2-40B4-BE49-F238E27FC236}">
                  <a16:creationId xmlns:a16="http://schemas.microsoft.com/office/drawing/2014/main" id="{46287311-61F0-48FB-9FCC-75399DCBCBFD}"/>
                </a:ext>
              </a:extLst>
            </p:cNvPr>
            <p:cNvSpPr>
              <a:spLocks noChangeArrowheads="1"/>
            </p:cNvSpPr>
            <p:nvPr/>
          </p:nvSpPr>
          <p:spPr bwMode="auto">
            <a:xfrm>
              <a:off x="4160" y="2448"/>
              <a:ext cx="572" cy="144"/>
            </a:xfrm>
            <a:prstGeom prst="ellipse">
              <a:avLst/>
            </a:prstGeom>
            <a:noFill/>
            <a:ln w="38100">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grpSp>
      <p:grpSp>
        <p:nvGrpSpPr>
          <p:cNvPr id="3" name="群組 2">
            <a:extLst>
              <a:ext uri="{FF2B5EF4-FFF2-40B4-BE49-F238E27FC236}">
                <a16:creationId xmlns:a16="http://schemas.microsoft.com/office/drawing/2014/main" id="{B2AE98CE-D24E-4052-B9A6-1EFC3CE1AA46}"/>
              </a:ext>
            </a:extLst>
          </p:cNvPr>
          <p:cNvGrpSpPr>
            <a:grpSpLocks/>
          </p:cNvGrpSpPr>
          <p:nvPr/>
        </p:nvGrpSpPr>
        <p:grpSpPr bwMode="auto">
          <a:xfrm>
            <a:off x="3925272" y="3456263"/>
            <a:ext cx="2427039" cy="850663"/>
            <a:chOff x="4135438" y="4519334"/>
            <a:chExt cx="3235719" cy="1133754"/>
          </a:xfrm>
        </p:grpSpPr>
        <p:grpSp>
          <p:nvGrpSpPr>
            <p:cNvPr id="48135" name="群組 1">
              <a:extLst>
                <a:ext uri="{FF2B5EF4-FFF2-40B4-BE49-F238E27FC236}">
                  <a16:creationId xmlns:a16="http://schemas.microsoft.com/office/drawing/2014/main" id="{4376B616-7427-4CE8-BF89-DB38CCDD8487}"/>
                </a:ext>
              </a:extLst>
            </p:cNvPr>
            <p:cNvGrpSpPr>
              <a:grpSpLocks/>
            </p:cNvGrpSpPr>
            <p:nvPr/>
          </p:nvGrpSpPr>
          <p:grpSpPr bwMode="auto">
            <a:xfrm>
              <a:off x="4135438" y="5132388"/>
              <a:ext cx="1974850" cy="520700"/>
              <a:chOff x="4135438" y="5132388"/>
              <a:chExt cx="1974850" cy="520700"/>
            </a:xfrm>
          </p:grpSpPr>
          <p:sp>
            <p:nvSpPr>
              <p:cNvPr id="48138" name="Line 9">
                <a:extLst>
                  <a:ext uri="{FF2B5EF4-FFF2-40B4-BE49-F238E27FC236}">
                    <a16:creationId xmlns:a16="http://schemas.microsoft.com/office/drawing/2014/main" id="{C0E0AAAD-B2DF-4AC6-BA49-914E827566F8}"/>
                  </a:ext>
                </a:extLst>
              </p:cNvPr>
              <p:cNvSpPr>
                <a:spLocks noChangeShapeType="1"/>
              </p:cNvSpPr>
              <p:nvPr/>
            </p:nvSpPr>
            <p:spPr bwMode="auto">
              <a:xfrm>
                <a:off x="4135438" y="5132388"/>
                <a:ext cx="20637" cy="52070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48139" name="Line 10">
                <a:extLst>
                  <a:ext uri="{FF2B5EF4-FFF2-40B4-BE49-F238E27FC236}">
                    <a16:creationId xmlns:a16="http://schemas.microsoft.com/office/drawing/2014/main" id="{C114EFBE-2BB9-431D-A88D-2A4806014E4E}"/>
                  </a:ext>
                </a:extLst>
              </p:cNvPr>
              <p:cNvSpPr>
                <a:spLocks noChangeShapeType="1"/>
              </p:cNvSpPr>
              <p:nvPr/>
            </p:nvSpPr>
            <p:spPr bwMode="auto">
              <a:xfrm>
                <a:off x="4156075" y="5611813"/>
                <a:ext cx="1808163"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48140" name="Line 11">
                <a:extLst>
                  <a:ext uri="{FF2B5EF4-FFF2-40B4-BE49-F238E27FC236}">
                    <a16:creationId xmlns:a16="http://schemas.microsoft.com/office/drawing/2014/main" id="{E1DED9C6-F8EA-4877-BB52-264A7D384210}"/>
                  </a:ext>
                </a:extLst>
              </p:cNvPr>
              <p:cNvSpPr>
                <a:spLocks noChangeShapeType="1"/>
              </p:cNvSpPr>
              <p:nvPr/>
            </p:nvSpPr>
            <p:spPr bwMode="auto">
              <a:xfrm flipV="1">
                <a:off x="5984874" y="5299074"/>
                <a:ext cx="42069" cy="333375"/>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48141" name="Line 16">
                <a:extLst>
                  <a:ext uri="{FF2B5EF4-FFF2-40B4-BE49-F238E27FC236}">
                    <a16:creationId xmlns:a16="http://schemas.microsoft.com/office/drawing/2014/main" id="{365C6AEE-29AE-4B9A-A5C6-5BA77418A664}"/>
                  </a:ext>
                </a:extLst>
              </p:cNvPr>
              <p:cNvSpPr>
                <a:spLocks noChangeShapeType="1"/>
              </p:cNvSpPr>
              <p:nvPr/>
            </p:nvSpPr>
            <p:spPr bwMode="auto">
              <a:xfrm>
                <a:off x="5943600" y="5299075"/>
                <a:ext cx="166688" cy="0"/>
              </a:xfrm>
              <a:prstGeom prst="line">
                <a:avLst/>
              </a:prstGeom>
              <a:noFill/>
              <a:ln w="381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grpSp>
        <p:sp>
          <p:nvSpPr>
            <p:cNvPr id="48136" name="Oval 6">
              <a:extLst>
                <a:ext uri="{FF2B5EF4-FFF2-40B4-BE49-F238E27FC236}">
                  <a16:creationId xmlns:a16="http://schemas.microsoft.com/office/drawing/2014/main" id="{8B6519AB-4469-430C-A0FB-4F75132EE83B}"/>
                </a:ext>
              </a:extLst>
            </p:cNvPr>
            <p:cNvSpPr>
              <a:spLocks noChangeArrowheads="1"/>
            </p:cNvSpPr>
            <p:nvPr/>
          </p:nvSpPr>
          <p:spPr bwMode="auto">
            <a:xfrm>
              <a:off x="6463106" y="4631143"/>
              <a:ext cx="908051" cy="321155"/>
            </a:xfrm>
            <a:prstGeom prst="ellipse">
              <a:avLst/>
            </a:pr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48137" name="Oval 7">
              <a:extLst>
                <a:ext uri="{FF2B5EF4-FFF2-40B4-BE49-F238E27FC236}">
                  <a16:creationId xmlns:a16="http://schemas.microsoft.com/office/drawing/2014/main" id="{3676B7AA-D93F-4934-A10E-91E9A2160685}"/>
                </a:ext>
              </a:extLst>
            </p:cNvPr>
            <p:cNvSpPr>
              <a:spLocks noChangeArrowheads="1"/>
            </p:cNvSpPr>
            <p:nvPr/>
          </p:nvSpPr>
          <p:spPr bwMode="auto">
            <a:xfrm>
              <a:off x="5469109" y="4519334"/>
              <a:ext cx="908051" cy="412047"/>
            </a:xfrm>
            <a:prstGeom prst="ellipse">
              <a:avLst/>
            </a:prstGeom>
            <a:noFill/>
            <a:ln w="38100">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grpSp>
      <p:sp>
        <p:nvSpPr>
          <p:cNvPr id="17" name="灯片编号占位符 5">
            <a:extLst>
              <a:ext uri="{FF2B5EF4-FFF2-40B4-BE49-F238E27FC236}">
                <a16:creationId xmlns:a16="http://schemas.microsoft.com/office/drawing/2014/main" id="{C2D9F79F-4C41-4499-8AA8-1CEBC9FDD51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42</a:t>
            </a:fld>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a:extLst>
              <a:ext uri="{FF2B5EF4-FFF2-40B4-BE49-F238E27FC236}">
                <a16:creationId xmlns:a16="http://schemas.microsoft.com/office/drawing/2014/main" id="{A6022EFC-8246-483F-B781-926C169E8534}"/>
              </a:ext>
            </a:extLst>
          </p:cNvPr>
          <p:cNvSpPr>
            <a:spLocks noGrp="1" noChangeArrowheads="1"/>
          </p:cNvSpPr>
          <p:nvPr>
            <p:ph type="title"/>
          </p:nvPr>
        </p:nvSpPr>
        <p:spPr>
          <a:xfrm>
            <a:off x="922085" y="122945"/>
            <a:ext cx="6807454" cy="499462"/>
          </a:xfrm>
        </p:spPr>
        <p:txBody>
          <a:bodyPr/>
          <a:lstStyle/>
          <a:p>
            <a:r>
              <a:rPr lang="en-US" altLang="zh-TW" dirty="0"/>
              <a:t>Instruction Fetch at Start of </a:t>
            </a:r>
            <a:r>
              <a:rPr lang="en-US" altLang="zh-TW" dirty="0">
                <a:latin typeface="Courier New" panose="02070309020205020404" pitchFamily="49" charset="0"/>
              </a:rPr>
              <a:t>Add</a:t>
            </a:r>
          </a:p>
        </p:txBody>
      </p:sp>
      <p:sp>
        <p:nvSpPr>
          <p:cNvPr id="49156" name="Rectangle 4">
            <a:extLst>
              <a:ext uri="{FF2B5EF4-FFF2-40B4-BE49-F238E27FC236}">
                <a16:creationId xmlns:a16="http://schemas.microsoft.com/office/drawing/2014/main" id="{C1EE3453-681A-49EA-A6BD-4ACCD63056B6}"/>
              </a:ext>
            </a:extLst>
          </p:cNvPr>
          <p:cNvSpPr>
            <a:spLocks noGrp="1" noChangeArrowheads="1"/>
          </p:cNvSpPr>
          <p:nvPr>
            <p:ph type="body" idx="1"/>
          </p:nvPr>
        </p:nvSpPr>
        <p:spPr>
          <a:xfrm>
            <a:off x="914400" y="813417"/>
            <a:ext cx="4080222" cy="385292"/>
          </a:xfrm>
        </p:spPr>
        <p:txBody>
          <a:bodyPr/>
          <a:lstStyle/>
          <a:p>
            <a:r>
              <a:rPr lang="en-US" altLang="zh-TW" sz="2000" dirty="0"/>
              <a:t>instruction &lt;- mem[PC];   PC + 4</a:t>
            </a:r>
          </a:p>
        </p:txBody>
      </p:sp>
      <p:grpSp>
        <p:nvGrpSpPr>
          <p:cNvPr id="3" name="组合 2">
            <a:extLst>
              <a:ext uri="{FF2B5EF4-FFF2-40B4-BE49-F238E27FC236}">
                <a16:creationId xmlns:a16="http://schemas.microsoft.com/office/drawing/2014/main" id="{C15FD626-7D72-4718-B4E8-737529ACFF0C}"/>
              </a:ext>
            </a:extLst>
          </p:cNvPr>
          <p:cNvGrpSpPr/>
          <p:nvPr/>
        </p:nvGrpSpPr>
        <p:grpSpPr>
          <a:xfrm>
            <a:off x="1390810" y="1344705"/>
            <a:ext cx="6185928" cy="3120280"/>
            <a:chOff x="1166813" y="1278732"/>
            <a:chExt cx="6686550" cy="3455194"/>
          </a:xfrm>
        </p:grpSpPr>
        <p:pic>
          <p:nvPicPr>
            <p:cNvPr id="49154" name="Picture 2">
              <a:extLst>
                <a:ext uri="{FF2B5EF4-FFF2-40B4-BE49-F238E27FC236}">
                  <a16:creationId xmlns:a16="http://schemas.microsoft.com/office/drawing/2014/main" id="{2EFCA859-F149-40ED-92BE-721EEC348C25}"/>
                </a:ext>
              </a:extLst>
            </p:cNvPr>
            <p:cNvPicPr>
              <a:picLocks noChangeAspect="1" noChangeArrowheads="1"/>
            </p:cNvPicPr>
            <p:nvPr/>
          </p:nvPicPr>
          <p:blipFill>
            <a:blip r:embed="rId3" cstate="print">
              <a:lum contrast="2000"/>
              <a:extLst>
                <a:ext uri="{28A0092B-C50C-407E-A947-70E740481C1C}">
                  <a14:useLocalDpi xmlns:a14="http://schemas.microsoft.com/office/drawing/2010/main" val="0"/>
                </a:ext>
              </a:extLst>
            </a:blip>
            <a:srcRect/>
            <a:stretch>
              <a:fillRect/>
            </a:stretch>
          </p:blipFill>
          <p:spPr bwMode="auto">
            <a:xfrm>
              <a:off x="1166813" y="1278732"/>
              <a:ext cx="6686550" cy="3455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pic>
        <p:grpSp>
          <p:nvGrpSpPr>
            <p:cNvPr id="2" name="Group 13">
              <a:extLst>
                <a:ext uri="{FF2B5EF4-FFF2-40B4-BE49-F238E27FC236}">
                  <a16:creationId xmlns:a16="http://schemas.microsoft.com/office/drawing/2014/main" id="{932CF83A-BCB2-4B9A-B0A8-D727D8344A38}"/>
                </a:ext>
              </a:extLst>
            </p:cNvPr>
            <p:cNvGrpSpPr>
              <a:grpSpLocks/>
            </p:cNvGrpSpPr>
            <p:nvPr/>
          </p:nvGrpSpPr>
          <p:grpSpPr bwMode="auto">
            <a:xfrm>
              <a:off x="1476375" y="1657350"/>
              <a:ext cx="1362075" cy="2171700"/>
              <a:chOff x="520" y="1392"/>
              <a:chExt cx="1144" cy="1824"/>
            </a:xfrm>
          </p:grpSpPr>
          <p:sp>
            <p:nvSpPr>
              <p:cNvPr id="49159" name="Rectangle 6">
                <a:extLst>
                  <a:ext uri="{FF2B5EF4-FFF2-40B4-BE49-F238E27FC236}">
                    <a16:creationId xmlns:a16="http://schemas.microsoft.com/office/drawing/2014/main" id="{79E81B36-AA1B-4F23-B1A6-8F0C1EF650FB}"/>
                  </a:ext>
                </a:extLst>
              </p:cNvPr>
              <p:cNvSpPr>
                <a:spLocks noChangeArrowheads="1"/>
              </p:cNvSpPr>
              <p:nvPr/>
            </p:nvSpPr>
            <p:spPr bwMode="auto">
              <a:xfrm>
                <a:off x="728" y="2496"/>
                <a:ext cx="728" cy="720"/>
              </a:xfrm>
              <a:prstGeom prst="rect">
                <a:avLst/>
              </a:prstGeom>
              <a:noFill/>
              <a:ln w="381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49160" name="AutoShape 7">
                <a:extLst>
                  <a:ext uri="{FF2B5EF4-FFF2-40B4-BE49-F238E27FC236}">
                    <a16:creationId xmlns:a16="http://schemas.microsoft.com/office/drawing/2014/main" id="{7CC2ABA4-909C-4DDA-B5BA-A339D023F3FF}"/>
                  </a:ext>
                </a:extLst>
              </p:cNvPr>
              <p:cNvSpPr>
                <a:spLocks noChangeArrowheads="1"/>
              </p:cNvSpPr>
              <p:nvPr/>
            </p:nvSpPr>
            <p:spPr bwMode="auto">
              <a:xfrm rot="-5400000">
                <a:off x="828" y="1552"/>
                <a:ext cx="528" cy="20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991 w 21600"/>
                  <a:gd name="T13" fmla="*/ 4985 h 21600"/>
                  <a:gd name="T14" fmla="*/ 16609 w 21600"/>
                  <a:gd name="T15" fmla="*/ 16615 h 21600"/>
                </a:gdLst>
                <a:ahLst/>
                <a:cxnLst>
                  <a:cxn ang="T8">
                    <a:pos x="T0" y="T1"/>
                  </a:cxn>
                  <a:cxn ang="T9">
                    <a:pos x="T2" y="T3"/>
                  </a:cxn>
                  <a:cxn ang="T10">
                    <a:pos x="T4" y="T5"/>
                  </a:cxn>
                  <a:cxn ang="T11">
                    <a:pos x="T6" y="T7"/>
                  </a:cxn>
                </a:cxnLst>
                <a:rect l="T12" t="T13" r="T14" b="T15"/>
                <a:pathLst>
                  <a:path w="21600" h="21600">
                    <a:moveTo>
                      <a:pt x="0" y="0"/>
                    </a:moveTo>
                    <a:lnTo>
                      <a:pt x="6422" y="21600"/>
                    </a:lnTo>
                    <a:lnTo>
                      <a:pt x="15178" y="21600"/>
                    </a:lnTo>
                    <a:lnTo>
                      <a:pt x="21600" y="0"/>
                    </a:lnTo>
                    <a:lnTo>
                      <a:pt x="0" y="0"/>
                    </a:lnTo>
                    <a:close/>
                  </a:path>
                </a:pathLst>
              </a:custGeom>
              <a:noFill/>
              <a:ln w="381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49161" name="Line 8">
                <a:extLst>
                  <a:ext uri="{FF2B5EF4-FFF2-40B4-BE49-F238E27FC236}">
                    <a16:creationId xmlns:a16="http://schemas.microsoft.com/office/drawing/2014/main" id="{CC591CC1-DAD3-424A-B405-C1CF1F006662}"/>
                  </a:ext>
                </a:extLst>
              </p:cNvPr>
              <p:cNvSpPr>
                <a:spLocks noChangeShapeType="1"/>
              </p:cNvSpPr>
              <p:nvPr/>
            </p:nvSpPr>
            <p:spPr bwMode="auto">
              <a:xfrm>
                <a:off x="520" y="2640"/>
                <a:ext cx="208" cy="1"/>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9162" name="Line 9">
                <a:extLst>
                  <a:ext uri="{FF2B5EF4-FFF2-40B4-BE49-F238E27FC236}">
                    <a16:creationId xmlns:a16="http://schemas.microsoft.com/office/drawing/2014/main" id="{CCC61D35-FA34-429D-BB7E-CBA60A3F019E}"/>
                  </a:ext>
                </a:extLst>
              </p:cNvPr>
              <p:cNvSpPr>
                <a:spLocks noChangeShapeType="1"/>
              </p:cNvSpPr>
              <p:nvPr/>
            </p:nvSpPr>
            <p:spPr bwMode="auto">
              <a:xfrm flipH="1" flipV="1">
                <a:off x="572" y="1488"/>
                <a:ext cx="1" cy="1152"/>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9163" name="Line 10">
                <a:extLst>
                  <a:ext uri="{FF2B5EF4-FFF2-40B4-BE49-F238E27FC236}">
                    <a16:creationId xmlns:a16="http://schemas.microsoft.com/office/drawing/2014/main" id="{4B85B520-AE77-42CC-B4CF-D8E5968B0BD8}"/>
                  </a:ext>
                </a:extLst>
              </p:cNvPr>
              <p:cNvSpPr>
                <a:spLocks noChangeShapeType="1"/>
              </p:cNvSpPr>
              <p:nvPr/>
            </p:nvSpPr>
            <p:spPr bwMode="auto">
              <a:xfrm>
                <a:off x="572" y="1488"/>
                <a:ext cx="416" cy="1"/>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9164" name="Line 11">
                <a:extLst>
                  <a:ext uri="{FF2B5EF4-FFF2-40B4-BE49-F238E27FC236}">
                    <a16:creationId xmlns:a16="http://schemas.microsoft.com/office/drawing/2014/main" id="{C9C3A4CA-C21D-4170-858C-2D854D82D386}"/>
                  </a:ext>
                </a:extLst>
              </p:cNvPr>
              <p:cNvSpPr>
                <a:spLocks noChangeShapeType="1"/>
              </p:cNvSpPr>
              <p:nvPr/>
            </p:nvSpPr>
            <p:spPr bwMode="auto">
              <a:xfrm>
                <a:off x="780" y="1824"/>
                <a:ext cx="208" cy="1"/>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9165" name="Line 12">
                <a:extLst>
                  <a:ext uri="{FF2B5EF4-FFF2-40B4-BE49-F238E27FC236}">
                    <a16:creationId xmlns:a16="http://schemas.microsoft.com/office/drawing/2014/main" id="{01B048DC-A535-417B-85FE-00DE9957885E}"/>
                  </a:ext>
                </a:extLst>
              </p:cNvPr>
              <p:cNvSpPr>
                <a:spLocks noChangeShapeType="1"/>
              </p:cNvSpPr>
              <p:nvPr/>
            </p:nvSpPr>
            <p:spPr bwMode="auto">
              <a:xfrm>
                <a:off x="1456" y="2832"/>
                <a:ext cx="208" cy="1"/>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sp>
        <p:nvSpPr>
          <p:cNvPr id="14" name="灯片编号占位符 5">
            <a:extLst>
              <a:ext uri="{FF2B5EF4-FFF2-40B4-BE49-F238E27FC236}">
                <a16:creationId xmlns:a16="http://schemas.microsoft.com/office/drawing/2014/main" id="{6F655325-92E4-4277-91D7-BB35CD39545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43</a:t>
            </a:fld>
            <a:endParaRPr lang="zh-TW"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a:extLst>
              <a:ext uri="{FF2B5EF4-FFF2-40B4-BE49-F238E27FC236}">
                <a16:creationId xmlns:a16="http://schemas.microsoft.com/office/drawing/2014/main" id="{9DA8A64A-C99B-4607-9C86-13D4121E5F0B}"/>
              </a:ext>
            </a:extLst>
          </p:cNvPr>
          <p:cNvPicPr>
            <a:picLocks noChangeAspect="1" noChangeArrowheads="1"/>
          </p:cNvPicPr>
          <p:nvPr/>
        </p:nvPicPr>
        <p:blipFill>
          <a:blip r:embed="rId3" cstate="print">
            <a:lum contrast="2000"/>
            <a:extLst>
              <a:ext uri="{28A0092B-C50C-407E-A947-70E740481C1C}">
                <a14:useLocalDpi xmlns:a14="http://schemas.microsoft.com/office/drawing/2010/main" val="0"/>
              </a:ext>
            </a:extLst>
          </a:blip>
          <a:srcRect/>
          <a:stretch>
            <a:fillRect/>
          </a:stretch>
        </p:blipFill>
        <p:spPr bwMode="auto">
          <a:xfrm>
            <a:off x="1166813" y="1211196"/>
            <a:ext cx="6686550" cy="3455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pic>
      <p:sp>
        <p:nvSpPr>
          <p:cNvPr id="50179" name="Rectangle 3">
            <a:extLst>
              <a:ext uri="{FF2B5EF4-FFF2-40B4-BE49-F238E27FC236}">
                <a16:creationId xmlns:a16="http://schemas.microsoft.com/office/drawing/2014/main" id="{B3AB97A7-D154-46BA-8475-11AD77D211A3}"/>
              </a:ext>
            </a:extLst>
          </p:cNvPr>
          <p:cNvSpPr>
            <a:spLocks noGrp="1" noChangeArrowheads="1"/>
          </p:cNvSpPr>
          <p:nvPr>
            <p:ph type="title"/>
          </p:nvPr>
        </p:nvSpPr>
        <p:spPr>
          <a:xfrm>
            <a:off x="906716" y="115261"/>
            <a:ext cx="6822823" cy="484094"/>
          </a:xfrm>
        </p:spPr>
        <p:txBody>
          <a:bodyPr/>
          <a:lstStyle/>
          <a:p>
            <a:r>
              <a:rPr lang="en-US" altLang="zh-TW" dirty="0"/>
              <a:t>Instruction Decode of </a:t>
            </a:r>
            <a:r>
              <a:rPr lang="en-US" altLang="zh-TW" dirty="0">
                <a:latin typeface="Courier New" panose="02070309020205020404" pitchFamily="49" charset="0"/>
              </a:rPr>
              <a:t>Add</a:t>
            </a:r>
          </a:p>
        </p:txBody>
      </p:sp>
      <p:sp>
        <p:nvSpPr>
          <p:cNvPr id="50180" name="Rectangle 4">
            <a:extLst>
              <a:ext uri="{FF2B5EF4-FFF2-40B4-BE49-F238E27FC236}">
                <a16:creationId xmlns:a16="http://schemas.microsoft.com/office/drawing/2014/main" id="{FD508EEB-518A-4875-B1F8-79695DEE1949}"/>
              </a:ext>
            </a:extLst>
          </p:cNvPr>
          <p:cNvSpPr>
            <a:spLocks noGrp="1" noChangeArrowheads="1"/>
          </p:cNvSpPr>
          <p:nvPr>
            <p:ph type="body" idx="1"/>
          </p:nvPr>
        </p:nvSpPr>
        <p:spPr>
          <a:xfrm>
            <a:off x="906715" y="798049"/>
            <a:ext cx="7941449" cy="308452"/>
          </a:xfrm>
        </p:spPr>
        <p:txBody>
          <a:bodyPr/>
          <a:lstStyle/>
          <a:p>
            <a:r>
              <a:rPr lang="en-US" altLang="zh-TW" sz="2000" dirty="0"/>
              <a:t>Fetch the two operands and decode instruction:</a:t>
            </a:r>
          </a:p>
        </p:txBody>
      </p:sp>
      <p:sp>
        <p:nvSpPr>
          <p:cNvPr id="50181" name="Rectangle 6">
            <a:extLst>
              <a:ext uri="{FF2B5EF4-FFF2-40B4-BE49-F238E27FC236}">
                <a16:creationId xmlns:a16="http://schemas.microsoft.com/office/drawing/2014/main" id="{1B4B6DAB-5C0C-470C-B547-A063D58AD145}"/>
              </a:ext>
            </a:extLst>
          </p:cNvPr>
          <p:cNvSpPr>
            <a:spLocks noChangeArrowheads="1"/>
          </p:cNvSpPr>
          <p:nvPr/>
        </p:nvSpPr>
        <p:spPr bwMode="auto">
          <a:xfrm>
            <a:off x="1724025" y="2932888"/>
            <a:ext cx="866775" cy="800100"/>
          </a:xfrm>
          <a:prstGeom prst="rect">
            <a:avLst/>
          </a:prstGeom>
          <a:noFill/>
          <a:ln w="38100">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0182" name="AutoShape 7">
            <a:extLst>
              <a:ext uri="{FF2B5EF4-FFF2-40B4-BE49-F238E27FC236}">
                <a16:creationId xmlns:a16="http://schemas.microsoft.com/office/drawing/2014/main" id="{9F7ECBB3-5F14-4BEB-ADAD-6380AC750C43}"/>
              </a:ext>
            </a:extLst>
          </p:cNvPr>
          <p:cNvSpPr>
            <a:spLocks noChangeArrowheads="1"/>
          </p:cNvSpPr>
          <p:nvPr/>
        </p:nvSpPr>
        <p:spPr bwMode="auto">
          <a:xfrm rot="16200000">
            <a:off x="1814513" y="1819275"/>
            <a:ext cx="685800" cy="24765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5011 w 21600"/>
              <a:gd name="T13" fmla="*/ 5011 h 21600"/>
              <a:gd name="T14" fmla="*/ 16589 w 21600"/>
              <a:gd name="T15" fmla="*/ 16589 h 21600"/>
            </a:gdLst>
            <a:ahLst/>
            <a:cxnLst>
              <a:cxn ang="T8">
                <a:pos x="T0" y="T1"/>
              </a:cxn>
              <a:cxn ang="T9">
                <a:pos x="T2" y="T3"/>
              </a:cxn>
              <a:cxn ang="T10">
                <a:pos x="T4" y="T5"/>
              </a:cxn>
              <a:cxn ang="T11">
                <a:pos x="T6" y="T7"/>
              </a:cxn>
            </a:cxnLst>
            <a:rect l="T12" t="T13" r="T14" b="T15"/>
            <a:pathLst>
              <a:path w="21600" h="21600">
                <a:moveTo>
                  <a:pt x="0" y="0"/>
                </a:moveTo>
                <a:lnTo>
                  <a:pt x="6422" y="21600"/>
                </a:lnTo>
                <a:lnTo>
                  <a:pt x="15178" y="21600"/>
                </a:lnTo>
                <a:lnTo>
                  <a:pt x="21600" y="0"/>
                </a:lnTo>
                <a:lnTo>
                  <a:pt x="0" y="0"/>
                </a:lnTo>
                <a:close/>
              </a:path>
            </a:pathLst>
          </a:custGeom>
          <a:noFill/>
          <a:ln w="38100">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50183" name="Line 8">
            <a:extLst>
              <a:ext uri="{FF2B5EF4-FFF2-40B4-BE49-F238E27FC236}">
                <a16:creationId xmlns:a16="http://schemas.microsoft.com/office/drawing/2014/main" id="{C979DDCD-F6D9-4987-8BB9-D91FFA0CE9D9}"/>
              </a:ext>
            </a:extLst>
          </p:cNvPr>
          <p:cNvSpPr>
            <a:spLocks noChangeShapeType="1"/>
          </p:cNvSpPr>
          <p:nvPr/>
        </p:nvSpPr>
        <p:spPr bwMode="auto">
          <a:xfrm>
            <a:off x="1476375" y="3086100"/>
            <a:ext cx="247650"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184" name="Line 9">
            <a:extLst>
              <a:ext uri="{FF2B5EF4-FFF2-40B4-BE49-F238E27FC236}">
                <a16:creationId xmlns:a16="http://schemas.microsoft.com/office/drawing/2014/main" id="{DAAB06AA-CD1B-48AE-AB70-F108DD89DDD4}"/>
              </a:ext>
            </a:extLst>
          </p:cNvPr>
          <p:cNvSpPr>
            <a:spLocks noChangeShapeType="1"/>
          </p:cNvSpPr>
          <p:nvPr/>
        </p:nvSpPr>
        <p:spPr bwMode="auto">
          <a:xfrm flipH="1" flipV="1">
            <a:off x="1538288" y="1771650"/>
            <a:ext cx="0" cy="137160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185" name="Line 10">
            <a:extLst>
              <a:ext uri="{FF2B5EF4-FFF2-40B4-BE49-F238E27FC236}">
                <a16:creationId xmlns:a16="http://schemas.microsoft.com/office/drawing/2014/main" id="{D8E927B7-91B7-480D-B21A-B11AAE3DAB6A}"/>
              </a:ext>
            </a:extLst>
          </p:cNvPr>
          <p:cNvSpPr>
            <a:spLocks noChangeShapeType="1"/>
          </p:cNvSpPr>
          <p:nvPr/>
        </p:nvSpPr>
        <p:spPr bwMode="auto">
          <a:xfrm>
            <a:off x="1538288" y="1714500"/>
            <a:ext cx="495300"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186" name="Line 11">
            <a:extLst>
              <a:ext uri="{FF2B5EF4-FFF2-40B4-BE49-F238E27FC236}">
                <a16:creationId xmlns:a16="http://schemas.microsoft.com/office/drawing/2014/main" id="{2C7D81EA-E53E-4F29-B73A-F525DE24C20C}"/>
              </a:ext>
            </a:extLst>
          </p:cNvPr>
          <p:cNvSpPr>
            <a:spLocks noChangeShapeType="1"/>
          </p:cNvSpPr>
          <p:nvPr/>
        </p:nvSpPr>
        <p:spPr bwMode="auto">
          <a:xfrm>
            <a:off x="1785938" y="2113332"/>
            <a:ext cx="247650"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187" name="Line 12">
            <a:extLst>
              <a:ext uri="{FF2B5EF4-FFF2-40B4-BE49-F238E27FC236}">
                <a16:creationId xmlns:a16="http://schemas.microsoft.com/office/drawing/2014/main" id="{52D8688A-1B08-4998-92DB-6D63686D20F6}"/>
              </a:ext>
            </a:extLst>
          </p:cNvPr>
          <p:cNvSpPr>
            <a:spLocks noChangeShapeType="1"/>
          </p:cNvSpPr>
          <p:nvPr/>
        </p:nvSpPr>
        <p:spPr bwMode="auto">
          <a:xfrm>
            <a:off x="2590800" y="3371850"/>
            <a:ext cx="247650"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nvGrpSpPr>
          <p:cNvPr id="2" name="Group 40">
            <a:extLst>
              <a:ext uri="{FF2B5EF4-FFF2-40B4-BE49-F238E27FC236}">
                <a16:creationId xmlns:a16="http://schemas.microsoft.com/office/drawing/2014/main" id="{4AB62D97-4AE8-43BD-B760-9651DDEED3F5}"/>
              </a:ext>
            </a:extLst>
          </p:cNvPr>
          <p:cNvGrpSpPr>
            <a:grpSpLocks/>
          </p:cNvGrpSpPr>
          <p:nvPr/>
        </p:nvGrpSpPr>
        <p:grpSpPr bwMode="auto">
          <a:xfrm>
            <a:off x="2300694" y="1370382"/>
            <a:ext cx="4457700" cy="3086100"/>
            <a:chOff x="1196" y="1200"/>
            <a:chExt cx="3744" cy="2592"/>
          </a:xfrm>
        </p:grpSpPr>
        <p:sp>
          <p:nvSpPr>
            <p:cNvPr id="50201" name="Rectangle 13">
              <a:extLst>
                <a:ext uri="{FF2B5EF4-FFF2-40B4-BE49-F238E27FC236}">
                  <a16:creationId xmlns:a16="http://schemas.microsoft.com/office/drawing/2014/main" id="{9EBAF628-15B5-4363-96B4-4A5B5B3B5C30}"/>
                </a:ext>
              </a:extLst>
            </p:cNvPr>
            <p:cNvSpPr>
              <a:spLocks noChangeArrowheads="1"/>
            </p:cNvSpPr>
            <p:nvPr/>
          </p:nvSpPr>
          <p:spPr bwMode="auto">
            <a:xfrm>
              <a:off x="2652" y="2496"/>
              <a:ext cx="728" cy="672"/>
            </a:xfrm>
            <a:prstGeom prst="rect">
              <a:avLst/>
            </a:prstGeom>
            <a:noFill/>
            <a:ln w="381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0202" name="Line 14">
              <a:extLst>
                <a:ext uri="{FF2B5EF4-FFF2-40B4-BE49-F238E27FC236}">
                  <a16:creationId xmlns:a16="http://schemas.microsoft.com/office/drawing/2014/main" id="{20805842-DBCB-4FED-B879-2FD9BBB93039}"/>
                </a:ext>
              </a:extLst>
            </p:cNvPr>
            <p:cNvSpPr>
              <a:spLocks noChangeShapeType="1"/>
            </p:cNvSpPr>
            <p:nvPr/>
          </p:nvSpPr>
          <p:spPr bwMode="auto">
            <a:xfrm>
              <a:off x="1664" y="2064"/>
              <a:ext cx="676"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203" name="Line 15">
              <a:extLst>
                <a:ext uri="{FF2B5EF4-FFF2-40B4-BE49-F238E27FC236}">
                  <a16:creationId xmlns:a16="http://schemas.microsoft.com/office/drawing/2014/main" id="{00AE8344-B85D-4E3A-9213-8E52D48C187E}"/>
                </a:ext>
              </a:extLst>
            </p:cNvPr>
            <p:cNvSpPr>
              <a:spLocks noChangeShapeType="1"/>
            </p:cNvSpPr>
            <p:nvPr/>
          </p:nvSpPr>
          <p:spPr bwMode="auto">
            <a:xfrm>
              <a:off x="1664" y="2736"/>
              <a:ext cx="988"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204" name="Line 16">
              <a:extLst>
                <a:ext uri="{FF2B5EF4-FFF2-40B4-BE49-F238E27FC236}">
                  <a16:creationId xmlns:a16="http://schemas.microsoft.com/office/drawing/2014/main" id="{4760646D-0AA2-4973-A064-E67FEEB04BE0}"/>
                </a:ext>
              </a:extLst>
            </p:cNvPr>
            <p:cNvSpPr>
              <a:spLocks noChangeShapeType="1"/>
            </p:cNvSpPr>
            <p:nvPr/>
          </p:nvSpPr>
          <p:spPr bwMode="auto">
            <a:xfrm>
              <a:off x="1664" y="2544"/>
              <a:ext cx="988"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205" name="Line 17">
              <a:extLst>
                <a:ext uri="{FF2B5EF4-FFF2-40B4-BE49-F238E27FC236}">
                  <a16:creationId xmlns:a16="http://schemas.microsoft.com/office/drawing/2014/main" id="{C8D47F3C-075D-4317-AD1E-829DAF26F395}"/>
                </a:ext>
              </a:extLst>
            </p:cNvPr>
            <p:cNvSpPr>
              <a:spLocks noChangeShapeType="1"/>
            </p:cNvSpPr>
            <p:nvPr/>
          </p:nvSpPr>
          <p:spPr bwMode="auto">
            <a:xfrm flipH="1" flipV="1">
              <a:off x="1664" y="2064"/>
              <a:ext cx="0" cy="144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206" name="Oval 18">
              <a:extLst>
                <a:ext uri="{FF2B5EF4-FFF2-40B4-BE49-F238E27FC236}">
                  <a16:creationId xmlns:a16="http://schemas.microsoft.com/office/drawing/2014/main" id="{ECE19164-F898-4A46-86D8-FEF89CEB5279}"/>
                </a:ext>
              </a:extLst>
            </p:cNvPr>
            <p:cNvSpPr>
              <a:spLocks noChangeArrowheads="1"/>
            </p:cNvSpPr>
            <p:nvPr/>
          </p:nvSpPr>
          <p:spPr bwMode="auto">
            <a:xfrm>
              <a:off x="2340" y="1728"/>
              <a:ext cx="260" cy="720"/>
            </a:xfrm>
            <a:prstGeom prst="ellipse">
              <a:avLst/>
            </a:prstGeom>
            <a:noFill/>
            <a:ln w="38100">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0207" name="Line 19">
              <a:extLst>
                <a:ext uri="{FF2B5EF4-FFF2-40B4-BE49-F238E27FC236}">
                  <a16:creationId xmlns:a16="http://schemas.microsoft.com/office/drawing/2014/main" id="{3B1DF1AA-4331-45AE-A8C7-16DACC9F208C}"/>
                </a:ext>
              </a:extLst>
            </p:cNvPr>
            <p:cNvSpPr>
              <a:spLocks noChangeShapeType="1"/>
            </p:cNvSpPr>
            <p:nvPr/>
          </p:nvSpPr>
          <p:spPr bwMode="auto">
            <a:xfrm>
              <a:off x="1196" y="1584"/>
              <a:ext cx="2340"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208" name="Line 20">
              <a:extLst>
                <a:ext uri="{FF2B5EF4-FFF2-40B4-BE49-F238E27FC236}">
                  <a16:creationId xmlns:a16="http://schemas.microsoft.com/office/drawing/2014/main" id="{3C34109B-4E39-4847-AF3C-25BE5D086D42}"/>
                </a:ext>
              </a:extLst>
            </p:cNvPr>
            <p:cNvSpPr>
              <a:spLocks noChangeShapeType="1"/>
            </p:cNvSpPr>
            <p:nvPr/>
          </p:nvSpPr>
          <p:spPr bwMode="auto">
            <a:xfrm>
              <a:off x="1664" y="3456"/>
              <a:ext cx="936"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209" name="Line 21">
              <a:extLst>
                <a:ext uri="{FF2B5EF4-FFF2-40B4-BE49-F238E27FC236}">
                  <a16:creationId xmlns:a16="http://schemas.microsoft.com/office/drawing/2014/main" id="{F0F2B096-6E9D-4D87-B81B-CAA8CF2806DB}"/>
                </a:ext>
              </a:extLst>
            </p:cNvPr>
            <p:cNvSpPr>
              <a:spLocks noChangeShapeType="1"/>
            </p:cNvSpPr>
            <p:nvPr/>
          </p:nvSpPr>
          <p:spPr bwMode="auto">
            <a:xfrm>
              <a:off x="2600" y="3792"/>
              <a:ext cx="1092"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210" name="Line 22">
              <a:extLst>
                <a:ext uri="{FF2B5EF4-FFF2-40B4-BE49-F238E27FC236}">
                  <a16:creationId xmlns:a16="http://schemas.microsoft.com/office/drawing/2014/main" id="{4C8F25BA-C44E-4263-A2BD-8CF7387433FE}"/>
                </a:ext>
              </a:extLst>
            </p:cNvPr>
            <p:cNvSpPr>
              <a:spLocks noChangeShapeType="1"/>
            </p:cNvSpPr>
            <p:nvPr/>
          </p:nvSpPr>
          <p:spPr bwMode="auto">
            <a:xfrm flipH="1" flipV="1">
              <a:off x="2600" y="3456"/>
              <a:ext cx="0" cy="336"/>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211" name="Line 23">
              <a:extLst>
                <a:ext uri="{FF2B5EF4-FFF2-40B4-BE49-F238E27FC236}">
                  <a16:creationId xmlns:a16="http://schemas.microsoft.com/office/drawing/2014/main" id="{0E137152-3D24-4069-823C-AE50F7AA9A23}"/>
                </a:ext>
              </a:extLst>
            </p:cNvPr>
            <p:cNvSpPr>
              <a:spLocks noChangeShapeType="1"/>
            </p:cNvSpPr>
            <p:nvPr/>
          </p:nvSpPr>
          <p:spPr bwMode="auto">
            <a:xfrm flipH="1" flipV="1">
              <a:off x="3692" y="3552"/>
              <a:ext cx="0" cy="24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212" name="Line 24">
              <a:extLst>
                <a:ext uri="{FF2B5EF4-FFF2-40B4-BE49-F238E27FC236}">
                  <a16:creationId xmlns:a16="http://schemas.microsoft.com/office/drawing/2014/main" id="{089C4ACB-9FBB-4878-9674-049766D15840}"/>
                </a:ext>
              </a:extLst>
            </p:cNvPr>
            <p:cNvSpPr>
              <a:spLocks noChangeShapeType="1"/>
            </p:cNvSpPr>
            <p:nvPr/>
          </p:nvSpPr>
          <p:spPr bwMode="auto">
            <a:xfrm>
              <a:off x="3380" y="2640"/>
              <a:ext cx="676"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213" name="Line 25">
              <a:extLst>
                <a:ext uri="{FF2B5EF4-FFF2-40B4-BE49-F238E27FC236}">
                  <a16:creationId xmlns:a16="http://schemas.microsoft.com/office/drawing/2014/main" id="{A1037717-C6CA-4E47-B2C1-E3B521803557}"/>
                </a:ext>
              </a:extLst>
            </p:cNvPr>
            <p:cNvSpPr>
              <a:spLocks noChangeShapeType="1"/>
            </p:cNvSpPr>
            <p:nvPr/>
          </p:nvSpPr>
          <p:spPr bwMode="auto">
            <a:xfrm>
              <a:off x="3380" y="2880"/>
              <a:ext cx="364"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214" name="Line 26">
              <a:extLst>
                <a:ext uri="{FF2B5EF4-FFF2-40B4-BE49-F238E27FC236}">
                  <a16:creationId xmlns:a16="http://schemas.microsoft.com/office/drawing/2014/main" id="{4977D5A2-FDA7-494B-B354-640FB5277F7D}"/>
                </a:ext>
              </a:extLst>
            </p:cNvPr>
            <p:cNvSpPr>
              <a:spLocks noChangeShapeType="1"/>
            </p:cNvSpPr>
            <p:nvPr/>
          </p:nvSpPr>
          <p:spPr bwMode="auto">
            <a:xfrm>
              <a:off x="3900" y="3024"/>
              <a:ext cx="156"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215" name="Line 27">
              <a:extLst>
                <a:ext uri="{FF2B5EF4-FFF2-40B4-BE49-F238E27FC236}">
                  <a16:creationId xmlns:a16="http://schemas.microsoft.com/office/drawing/2014/main" id="{706527BF-A321-495A-8A91-B1F1DBA41C77}"/>
                </a:ext>
              </a:extLst>
            </p:cNvPr>
            <p:cNvSpPr>
              <a:spLocks noChangeShapeType="1"/>
            </p:cNvSpPr>
            <p:nvPr/>
          </p:nvSpPr>
          <p:spPr bwMode="auto">
            <a:xfrm>
              <a:off x="3692" y="3552"/>
              <a:ext cx="104"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216" name="Line 28">
              <a:extLst>
                <a:ext uri="{FF2B5EF4-FFF2-40B4-BE49-F238E27FC236}">
                  <a16:creationId xmlns:a16="http://schemas.microsoft.com/office/drawing/2014/main" id="{F39F4B72-C62C-444E-8FA0-416B9758AF8A}"/>
                </a:ext>
              </a:extLst>
            </p:cNvPr>
            <p:cNvSpPr>
              <a:spLocks noChangeShapeType="1"/>
            </p:cNvSpPr>
            <p:nvPr/>
          </p:nvSpPr>
          <p:spPr bwMode="auto">
            <a:xfrm flipH="1" flipV="1">
              <a:off x="3536" y="1200"/>
              <a:ext cx="0" cy="384"/>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217" name="Line 29">
              <a:extLst>
                <a:ext uri="{FF2B5EF4-FFF2-40B4-BE49-F238E27FC236}">
                  <a16:creationId xmlns:a16="http://schemas.microsoft.com/office/drawing/2014/main" id="{5863C789-1C85-45DA-B6EA-8032BCFEF7FB}"/>
                </a:ext>
              </a:extLst>
            </p:cNvPr>
            <p:cNvSpPr>
              <a:spLocks noChangeShapeType="1"/>
            </p:cNvSpPr>
            <p:nvPr/>
          </p:nvSpPr>
          <p:spPr bwMode="auto">
            <a:xfrm>
              <a:off x="3536" y="1200"/>
              <a:ext cx="1404"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3" name="Group 41">
            <a:extLst>
              <a:ext uri="{FF2B5EF4-FFF2-40B4-BE49-F238E27FC236}">
                <a16:creationId xmlns:a16="http://schemas.microsoft.com/office/drawing/2014/main" id="{09A15ECB-C1FB-4D5C-961E-19A6AE451F4B}"/>
              </a:ext>
            </a:extLst>
          </p:cNvPr>
          <p:cNvGrpSpPr>
            <a:grpSpLocks/>
          </p:cNvGrpSpPr>
          <p:nvPr/>
        </p:nvGrpSpPr>
        <p:grpSpPr bwMode="auto">
          <a:xfrm>
            <a:off x="3952875" y="2571750"/>
            <a:ext cx="1857375" cy="2057400"/>
            <a:chOff x="2600" y="2160"/>
            <a:chExt cx="1560" cy="1728"/>
          </a:xfrm>
        </p:grpSpPr>
        <p:sp>
          <p:nvSpPr>
            <p:cNvPr id="50191" name="Line 30">
              <a:extLst>
                <a:ext uri="{FF2B5EF4-FFF2-40B4-BE49-F238E27FC236}">
                  <a16:creationId xmlns:a16="http://schemas.microsoft.com/office/drawing/2014/main" id="{C4C0009B-84E2-485B-A1F7-056776348E2C}"/>
                </a:ext>
              </a:extLst>
            </p:cNvPr>
            <p:cNvSpPr>
              <a:spLocks noChangeShapeType="1"/>
            </p:cNvSpPr>
            <p:nvPr/>
          </p:nvSpPr>
          <p:spPr bwMode="auto">
            <a:xfrm>
              <a:off x="2600" y="2160"/>
              <a:ext cx="936"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192" name="Line 31">
              <a:extLst>
                <a:ext uri="{FF2B5EF4-FFF2-40B4-BE49-F238E27FC236}">
                  <a16:creationId xmlns:a16="http://schemas.microsoft.com/office/drawing/2014/main" id="{CC0A96ED-0F5A-460C-B8FC-974EB1BA750D}"/>
                </a:ext>
              </a:extLst>
            </p:cNvPr>
            <p:cNvSpPr>
              <a:spLocks noChangeShapeType="1"/>
            </p:cNvSpPr>
            <p:nvPr/>
          </p:nvSpPr>
          <p:spPr bwMode="auto">
            <a:xfrm flipH="1" flipV="1">
              <a:off x="3536" y="2160"/>
              <a:ext cx="0" cy="1728"/>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193" name="Line 32">
              <a:extLst>
                <a:ext uri="{FF2B5EF4-FFF2-40B4-BE49-F238E27FC236}">
                  <a16:creationId xmlns:a16="http://schemas.microsoft.com/office/drawing/2014/main" id="{E19F1DEB-AEC9-47E8-975B-67E90AD189FF}"/>
                </a:ext>
              </a:extLst>
            </p:cNvPr>
            <p:cNvSpPr>
              <a:spLocks noChangeShapeType="1"/>
            </p:cNvSpPr>
            <p:nvPr/>
          </p:nvSpPr>
          <p:spPr bwMode="auto">
            <a:xfrm>
              <a:off x="3536" y="3888"/>
              <a:ext cx="416"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194" name="Line 33">
              <a:extLst>
                <a:ext uri="{FF2B5EF4-FFF2-40B4-BE49-F238E27FC236}">
                  <a16:creationId xmlns:a16="http://schemas.microsoft.com/office/drawing/2014/main" id="{21E5332A-8CAA-4701-B79D-F8ADDEC71870}"/>
                </a:ext>
              </a:extLst>
            </p:cNvPr>
            <p:cNvSpPr>
              <a:spLocks noChangeShapeType="1"/>
            </p:cNvSpPr>
            <p:nvPr/>
          </p:nvSpPr>
          <p:spPr bwMode="auto">
            <a:xfrm flipV="1">
              <a:off x="3952" y="3744"/>
              <a:ext cx="0" cy="144"/>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195" name="Oval 34">
              <a:extLst>
                <a:ext uri="{FF2B5EF4-FFF2-40B4-BE49-F238E27FC236}">
                  <a16:creationId xmlns:a16="http://schemas.microsoft.com/office/drawing/2014/main" id="{97C9CD3D-9943-452F-81A6-4ABFD61771CC}"/>
                </a:ext>
              </a:extLst>
            </p:cNvPr>
            <p:cNvSpPr>
              <a:spLocks noChangeArrowheads="1"/>
            </p:cNvSpPr>
            <p:nvPr/>
          </p:nvSpPr>
          <p:spPr bwMode="auto">
            <a:xfrm>
              <a:off x="3796" y="3312"/>
              <a:ext cx="260" cy="480"/>
            </a:xfrm>
            <a:prstGeom prst="ellipse">
              <a:avLst/>
            </a:pr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0196" name="Line 35">
              <a:extLst>
                <a:ext uri="{FF2B5EF4-FFF2-40B4-BE49-F238E27FC236}">
                  <a16:creationId xmlns:a16="http://schemas.microsoft.com/office/drawing/2014/main" id="{B0DF2D09-AEC7-4901-9D8E-D41C58E05E84}"/>
                </a:ext>
              </a:extLst>
            </p:cNvPr>
            <p:cNvSpPr>
              <a:spLocks noChangeShapeType="1"/>
            </p:cNvSpPr>
            <p:nvPr/>
          </p:nvSpPr>
          <p:spPr bwMode="auto">
            <a:xfrm flipH="1" flipV="1">
              <a:off x="4160" y="3072"/>
              <a:ext cx="0" cy="48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197" name="Line 36">
              <a:extLst>
                <a:ext uri="{FF2B5EF4-FFF2-40B4-BE49-F238E27FC236}">
                  <a16:creationId xmlns:a16="http://schemas.microsoft.com/office/drawing/2014/main" id="{6AD6ABBC-7C5E-42F2-A896-CCC4DC1C9740}"/>
                </a:ext>
              </a:extLst>
            </p:cNvPr>
            <p:cNvSpPr>
              <a:spLocks noChangeShapeType="1"/>
            </p:cNvSpPr>
            <p:nvPr/>
          </p:nvSpPr>
          <p:spPr bwMode="auto">
            <a:xfrm flipH="1" flipV="1">
              <a:off x="3848" y="2304"/>
              <a:ext cx="0" cy="528"/>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198" name="Line 37">
              <a:extLst>
                <a:ext uri="{FF2B5EF4-FFF2-40B4-BE49-F238E27FC236}">
                  <a16:creationId xmlns:a16="http://schemas.microsoft.com/office/drawing/2014/main" id="{B4E5678D-9258-4365-BBA3-24C8043C11FB}"/>
                </a:ext>
              </a:extLst>
            </p:cNvPr>
            <p:cNvSpPr>
              <a:spLocks noChangeShapeType="1"/>
            </p:cNvSpPr>
            <p:nvPr/>
          </p:nvSpPr>
          <p:spPr bwMode="auto">
            <a:xfrm>
              <a:off x="2600" y="2304"/>
              <a:ext cx="1248"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0199" name="AutoShape 38">
              <a:extLst>
                <a:ext uri="{FF2B5EF4-FFF2-40B4-BE49-F238E27FC236}">
                  <a16:creationId xmlns:a16="http://schemas.microsoft.com/office/drawing/2014/main" id="{1C59E6A5-5096-4FA1-A66F-0E38FDB3AAC2}"/>
                </a:ext>
              </a:extLst>
            </p:cNvPr>
            <p:cNvSpPr>
              <a:spLocks noChangeArrowheads="1"/>
            </p:cNvSpPr>
            <p:nvPr/>
          </p:nvSpPr>
          <p:spPr bwMode="auto">
            <a:xfrm>
              <a:off x="3796" y="2832"/>
              <a:ext cx="104" cy="384"/>
            </a:xfrm>
            <a:prstGeom prst="roundRect">
              <a:avLst>
                <a:gd name="adj" fmla="val 50000"/>
              </a:avLst>
            </a:pr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0200" name="Line 39">
              <a:extLst>
                <a:ext uri="{FF2B5EF4-FFF2-40B4-BE49-F238E27FC236}">
                  <a16:creationId xmlns:a16="http://schemas.microsoft.com/office/drawing/2014/main" id="{32ACAF15-F71C-4455-9A9D-C90EE8651E17}"/>
                </a:ext>
              </a:extLst>
            </p:cNvPr>
            <p:cNvSpPr>
              <a:spLocks noChangeShapeType="1"/>
            </p:cNvSpPr>
            <p:nvPr/>
          </p:nvSpPr>
          <p:spPr bwMode="auto">
            <a:xfrm>
              <a:off x="4056" y="3552"/>
              <a:ext cx="104"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sp>
        <p:nvSpPr>
          <p:cNvPr id="42" name="灯片编号占位符 5">
            <a:extLst>
              <a:ext uri="{FF2B5EF4-FFF2-40B4-BE49-F238E27FC236}">
                <a16:creationId xmlns:a16="http://schemas.microsoft.com/office/drawing/2014/main" id="{6624AC28-0D5C-4489-B01D-9762912A8CEC}"/>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44</a:t>
            </a:fld>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a:extLst>
              <a:ext uri="{FF2B5EF4-FFF2-40B4-BE49-F238E27FC236}">
                <a16:creationId xmlns:a16="http://schemas.microsoft.com/office/drawing/2014/main" id="{221B7BBD-E973-461D-B383-7475EFCB6178}"/>
              </a:ext>
            </a:extLst>
          </p:cNvPr>
          <p:cNvPicPr>
            <a:picLocks noChangeAspect="1" noChangeArrowheads="1"/>
          </p:cNvPicPr>
          <p:nvPr/>
        </p:nvPicPr>
        <p:blipFill>
          <a:blip r:embed="rId3" cstate="print">
            <a:lum contrast="2000"/>
            <a:extLst>
              <a:ext uri="{28A0092B-C50C-407E-A947-70E740481C1C}">
                <a14:useLocalDpi xmlns:a14="http://schemas.microsoft.com/office/drawing/2010/main" val="0"/>
              </a:ext>
            </a:extLst>
          </a:blip>
          <a:srcRect/>
          <a:stretch>
            <a:fillRect/>
          </a:stretch>
        </p:blipFill>
        <p:spPr bwMode="auto">
          <a:xfrm>
            <a:off x="1166813" y="1257300"/>
            <a:ext cx="6686550" cy="3455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pic>
      <p:sp>
        <p:nvSpPr>
          <p:cNvPr id="51203" name="Rectangle 3">
            <a:extLst>
              <a:ext uri="{FF2B5EF4-FFF2-40B4-BE49-F238E27FC236}">
                <a16:creationId xmlns:a16="http://schemas.microsoft.com/office/drawing/2014/main" id="{B48F657C-3A17-4655-B3F7-9C861EF0BB44}"/>
              </a:ext>
            </a:extLst>
          </p:cNvPr>
          <p:cNvSpPr>
            <a:spLocks noGrp="1" noChangeArrowheads="1"/>
          </p:cNvSpPr>
          <p:nvPr>
            <p:ph type="title"/>
          </p:nvPr>
        </p:nvSpPr>
        <p:spPr>
          <a:xfrm>
            <a:off x="945137" y="44054"/>
            <a:ext cx="6784402" cy="676275"/>
          </a:xfrm>
        </p:spPr>
        <p:txBody>
          <a:bodyPr/>
          <a:lstStyle/>
          <a:p>
            <a:r>
              <a:rPr lang="en-US" altLang="zh-TW" dirty="0"/>
              <a:t>ALU Operation during </a:t>
            </a:r>
            <a:r>
              <a:rPr lang="en-US" altLang="zh-TW" dirty="0">
                <a:latin typeface="Courier New" panose="02070309020205020404" pitchFamily="49" charset="0"/>
              </a:rPr>
              <a:t>Add</a:t>
            </a:r>
          </a:p>
        </p:txBody>
      </p:sp>
      <p:sp>
        <p:nvSpPr>
          <p:cNvPr id="51204" name="Rectangle 4">
            <a:extLst>
              <a:ext uri="{FF2B5EF4-FFF2-40B4-BE49-F238E27FC236}">
                <a16:creationId xmlns:a16="http://schemas.microsoft.com/office/drawing/2014/main" id="{DF1A1395-D827-4E91-80F2-2BF3EE49AA3D}"/>
              </a:ext>
            </a:extLst>
          </p:cNvPr>
          <p:cNvSpPr>
            <a:spLocks noGrp="1" noChangeArrowheads="1"/>
          </p:cNvSpPr>
          <p:nvPr>
            <p:ph type="body" idx="1"/>
          </p:nvPr>
        </p:nvSpPr>
        <p:spPr>
          <a:xfrm>
            <a:off x="914400" y="774997"/>
            <a:ext cx="6055018" cy="369924"/>
          </a:xfrm>
        </p:spPr>
        <p:txBody>
          <a:bodyPr/>
          <a:lstStyle/>
          <a:p>
            <a:r>
              <a:rPr lang="en-US" altLang="zh-TW" sz="2000" dirty="0"/>
              <a:t>R[</a:t>
            </a:r>
            <a:r>
              <a:rPr lang="en-US" altLang="zh-TW" sz="2000" dirty="0" err="1"/>
              <a:t>rs</a:t>
            </a:r>
            <a:r>
              <a:rPr lang="en-US" altLang="zh-TW" sz="2000" dirty="0"/>
              <a:t>]  +  R[rt]</a:t>
            </a:r>
          </a:p>
        </p:txBody>
      </p:sp>
      <p:sp>
        <p:nvSpPr>
          <p:cNvPr id="51205" name="Rectangle 6">
            <a:extLst>
              <a:ext uri="{FF2B5EF4-FFF2-40B4-BE49-F238E27FC236}">
                <a16:creationId xmlns:a16="http://schemas.microsoft.com/office/drawing/2014/main" id="{0FC4F0DE-FFE6-40AE-9EB0-70D680AF12C3}"/>
              </a:ext>
            </a:extLst>
          </p:cNvPr>
          <p:cNvSpPr>
            <a:spLocks noChangeArrowheads="1"/>
          </p:cNvSpPr>
          <p:nvPr/>
        </p:nvSpPr>
        <p:spPr bwMode="auto">
          <a:xfrm>
            <a:off x="1724025" y="2971800"/>
            <a:ext cx="866775" cy="800100"/>
          </a:xfrm>
          <a:prstGeom prst="rect">
            <a:avLst/>
          </a:prstGeom>
          <a:noFill/>
          <a:ln w="38100">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1206" name="AutoShape 7">
            <a:extLst>
              <a:ext uri="{FF2B5EF4-FFF2-40B4-BE49-F238E27FC236}">
                <a16:creationId xmlns:a16="http://schemas.microsoft.com/office/drawing/2014/main" id="{8FCA4E55-6396-47EF-B47D-FA3C26507B4D}"/>
              </a:ext>
            </a:extLst>
          </p:cNvPr>
          <p:cNvSpPr>
            <a:spLocks noChangeArrowheads="1"/>
          </p:cNvSpPr>
          <p:nvPr/>
        </p:nvSpPr>
        <p:spPr bwMode="auto">
          <a:xfrm rot="16200000">
            <a:off x="1814513" y="1819275"/>
            <a:ext cx="685800" cy="24765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5175 w 21600"/>
              <a:gd name="T13" fmla="*/ 5175 h 21600"/>
              <a:gd name="T14" fmla="*/ 16425 w 21600"/>
              <a:gd name="T15" fmla="*/ 16425 h 21600"/>
            </a:gdLst>
            <a:ahLst/>
            <a:cxnLst>
              <a:cxn ang="T8">
                <a:pos x="T0" y="T1"/>
              </a:cxn>
              <a:cxn ang="T9">
                <a:pos x="T2" y="T3"/>
              </a:cxn>
              <a:cxn ang="T10">
                <a:pos x="T4" y="T5"/>
              </a:cxn>
              <a:cxn ang="T11">
                <a:pos x="T6" y="T7"/>
              </a:cxn>
            </a:cxnLst>
            <a:rect l="T12" t="T13" r="T14" b="T15"/>
            <a:pathLst>
              <a:path w="21600" h="21600">
                <a:moveTo>
                  <a:pt x="0" y="0"/>
                </a:moveTo>
                <a:lnTo>
                  <a:pt x="6750" y="21600"/>
                </a:lnTo>
                <a:lnTo>
                  <a:pt x="14850" y="21600"/>
                </a:lnTo>
                <a:lnTo>
                  <a:pt x="21600" y="0"/>
                </a:lnTo>
                <a:lnTo>
                  <a:pt x="0" y="0"/>
                </a:lnTo>
                <a:close/>
              </a:path>
            </a:pathLst>
          </a:custGeom>
          <a:noFill/>
          <a:ln w="38100">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51207" name="Line 8">
            <a:extLst>
              <a:ext uri="{FF2B5EF4-FFF2-40B4-BE49-F238E27FC236}">
                <a16:creationId xmlns:a16="http://schemas.microsoft.com/office/drawing/2014/main" id="{04377ACC-D074-413D-BD5A-0226E7CDF365}"/>
              </a:ext>
            </a:extLst>
          </p:cNvPr>
          <p:cNvSpPr>
            <a:spLocks noChangeShapeType="1"/>
          </p:cNvSpPr>
          <p:nvPr/>
        </p:nvSpPr>
        <p:spPr bwMode="auto">
          <a:xfrm>
            <a:off x="1476375" y="3086100"/>
            <a:ext cx="247650"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08" name="Line 9">
            <a:extLst>
              <a:ext uri="{FF2B5EF4-FFF2-40B4-BE49-F238E27FC236}">
                <a16:creationId xmlns:a16="http://schemas.microsoft.com/office/drawing/2014/main" id="{55DCCC33-9C42-4054-9FDF-2136CF241A82}"/>
              </a:ext>
            </a:extLst>
          </p:cNvPr>
          <p:cNvSpPr>
            <a:spLocks noChangeShapeType="1"/>
          </p:cNvSpPr>
          <p:nvPr/>
        </p:nvSpPr>
        <p:spPr bwMode="auto">
          <a:xfrm flipH="1" flipV="1">
            <a:off x="1538288" y="1771650"/>
            <a:ext cx="0" cy="137160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09" name="Line 10">
            <a:extLst>
              <a:ext uri="{FF2B5EF4-FFF2-40B4-BE49-F238E27FC236}">
                <a16:creationId xmlns:a16="http://schemas.microsoft.com/office/drawing/2014/main" id="{33F3178A-6F3F-4BE4-823E-C98CC48A4E8B}"/>
              </a:ext>
            </a:extLst>
          </p:cNvPr>
          <p:cNvSpPr>
            <a:spLocks noChangeShapeType="1"/>
          </p:cNvSpPr>
          <p:nvPr/>
        </p:nvSpPr>
        <p:spPr bwMode="auto">
          <a:xfrm>
            <a:off x="1538288" y="1714500"/>
            <a:ext cx="495300"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10" name="Line 11">
            <a:extLst>
              <a:ext uri="{FF2B5EF4-FFF2-40B4-BE49-F238E27FC236}">
                <a16:creationId xmlns:a16="http://schemas.microsoft.com/office/drawing/2014/main" id="{D7141E0E-A4C2-40FC-BEB9-7B5AD1116D9F}"/>
              </a:ext>
            </a:extLst>
          </p:cNvPr>
          <p:cNvSpPr>
            <a:spLocks noChangeShapeType="1"/>
          </p:cNvSpPr>
          <p:nvPr/>
        </p:nvSpPr>
        <p:spPr bwMode="auto">
          <a:xfrm>
            <a:off x="1785938" y="2171700"/>
            <a:ext cx="247650"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11" name="Line 12">
            <a:extLst>
              <a:ext uri="{FF2B5EF4-FFF2-40B4-BE49-F238E27FC236}">
                <a16:creationId xmlns:a16="http://schemas.microsoft.com/office/drawing/2014/main" id="{5AFAFDFF-D00D-4EF1-8D04-2018A27CF96C}"/>
              </a:ext>
            </a:extLst>
          </p:cNvPr>
          <p:cNvSpPr>
            <a:spLocks noChangeShapeType="1"/>
          </p:cNvSpPr>
          <p:nvPr/>
        </p:nvSpPr>
        <p:spPr bwMode="auto">
          <a:xfrm>
            <a:off x="2590800" y="3371850"/>
            <a:ext cx="247650"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12" name="Rectangle 13">
            <a:extLst>
              <a:ext uri="{FF2B5EF4-FFF2-40B4-BE49-F238E27FC236}">
                <a16:creationId xmlns:a16="http://schemas.microsoft.com/office/drawing/2014/main" id="{AE4E1D98-D0A9-4044-9E1B-8065D41D2B08}"/>
              </a:ext>
            </a:extLst>
          </p:cNvPr>
          <p:cNvSpPr>
            <a:spLocks noChangeArrowheads="1"/>
          </p:cNvSpPr>
          <p:nvPr/>
        </p:nvSpPr>
        <p:spPr bwMode="auto">
          <a:xfrm>
            <a:off x="4014788" y="2971800"/>
            <a:ext cx="866775" cy="800100"/>
          </a:xfrm>
          <a:prstGeom prst="rect">
            <a:avLst/>
          </a:prstGeom>
          <a:noFill/>
          <a:ln w="38100">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1213" name="Line 14">
            <a:extLst>
              <a:ext uri="{FF2B5EF4-FFF2-40B4-BE49-F238E27FC236}">
                <a16:creationId xmlns:a16="http://schemas.microsoft.com/office/drawing/2014/main" id="{3960FA11-A840-4A31-BA59-C491A836C6AA}"/>
              </a:ext>
            </a:extLst>
          </p:cNvPr>
          <p:cNvSpPr>
            <a:spLocks noChangeShapeType="1"/>
          </p:cNvSpPr>
          <p:nvPr/>
        </p:nvSpPr>
        <p:spPr bwMode="auto">
          <a:xfrm>
            <a:off x="2838450" y="2457450"/>
            <a:ext cx="804863"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14" name="Line 15">
            <a:extLst>
              <a:ext uri="{FF2B5EF4-FFF2-40B4-BE49-F238E27FC236}">
                <a16:creationId xmlns:a16="http://schemas.microsoft.com/office/drawing/2014/main" id="{82F6D038-8FCA-4F01-8CD8-54BDCB653CF9}"/>
              </a:ext>
            </a:extLst>
          </p:cNvPr>
          <p:cNvSpPr>
            <a:spLocks noChangeShapeType="1"/>
          </p:cNvSpPr>
          <p:nvPr/>
        </p:nvSpPr>
        <p:spPr bwMode="auto">
          <a:xfrm>
            <a:off x="2838450" y="3257550"/>
            <a:ext cx="1176338"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15" name="Line 16">
            <a:extLst>
              <a:ext uri="{FF2B5EF4-FFF2-40B4-BE49-F238E27FC236}">
                <a16:creationId xmlns:a16="http://schemas.microsoft.com/office/drawing/2014/main" id="{54CBD86E-AC55-438E-A148-E4720858EDA9}"/>
              </a:ext>
            </a:extLst>
          </p:cNvPr>
          <p:cNvSpPr>
            <a:spLocks noChangeShapeType="1"/>
          </p:cNvSpPr>
          <p:nvPr/>
        </p:nvSpPr>
        <p:spPr bwMode="auto">
          <a:xfrm>
            <a:off x="2838450" y="3028950"/>
            <a:ext cx="1176338"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16" name="Line 17">
            <a:extLst>
              <a:ext uri="{FF2B5EF4-FFF2-40B4-BE49-F238E27FC236}">
                <a16:creationId xmlns:a16="http://schemas.microsoft.com/office/drawing/2014/main" id="{07B40FF9-51DF-407E-AF15-D7383306BDBE}"/>
              </a:ext>
            </a:extLst>
          </p:cNvPr>
          <p:cNvSpPr>
            <a:spLocks noChangeShapeType="1"/>
          </p:cNvSpPr>
          <p:nvPr/>
        </p:nvSpPr>
        <p:spPr bwMode="auto">
          <a:xfrm flipH="1" flipV="1">
            <a:off x="2838450" y="2457450"/>
            <a:ext cx="0" cy="171450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17" name="Oval 18">
            <a:extLst>
              <a:ext uri="{FF2B5EF4-FFF2-40B4-BE49-F238E27FC236}">
                <a16:creationId xmlns:a16="http://schemas.microsoft.com/office/drawing/2014/main" id="{78F7DD3C-E760-4B6F-A7D0-96F8F9B3CDA9}"/>
              </a:ext>
            </a:extLst>
          </p:cNvPr>
          <p:cNvSpPr>
            <a:spLocks noChangeArrowheads="1"/>
          </p:cNvSpPr>
          <p:nvPr/>
        </p:nvSpPr>
        <p:spPr bwMode="auto">
          <a:xfrm>
            <a:off x="3643312" y="2057400"/>
            <a:ext cx="309563" cy="857250"/>
          </a:xfrm>
          <a:prstGeom prst="ellipse">
            <a:avLst/>
          </a:prstGeom>
          <a:noFill/>
          <a:ln w="38100">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1218" name="Line 19">
            <a:extLst>
              <a:ext uri="{FF2B5EF4-FFF2-40B4-BE49-F238E27FC236}">
                <a16:creationId xmlns:a16="http://schemas.microsoft.com/office/drawing/2014/main" id="{5342F7A7-2AA3-44D1-85C3-3BF74C70E4B5}"/>
              </a:ext>
            </a:extLst>
          </p:cNvPr>
          <p:cNvSpPr>
            <a:spLocks noChangeShapeType="1"/>
          </p:cNvSpPr>
          <p:nvPr/>
        </p:nvSpPr>
        <p:spPr bwMode="auto">
          <a:xfrm>
            <a:off x="2281237" y="1885950"/>
            <a:ext cx="2786063"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19" name="Line 20">
            <a:extLst>
              <a:ext uri="{FF2B5EF4-FFF2-40B4-BE49-F238E27FC236}">
                <a16:creationId xmlns:a16="http://schemas.microsoft.com/office/drawing/2014/main" id="{8C477EF0-D84D-438B-B7A8-D2266B959A93}"/>
              </a:ext>
            </a:extLst>
          </p:cNvPr>
          <p:cNvSpPr>
            <a:spLocks noChangeShapeType="1"/>
          </p:cNvSpPr>
          <p:nvPr/>
        </p:nvSpPr>
        <p:spPr bwMode="auto">
          <a:xfrm>
            <a:off x="2838450" y="4114800"/>
            <a:ext cx="1114425"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20" name="Line 21">
            <a:extLst>
              <a:ext uri="{FF2B5EF4-FFF2-40B4-BE49-F238E27FC236}">
                <a16:creationId xmlns:a16="http://schemas.microsoft.com/office/drawing/2014/main" id="{9810E001-925A-4881-9490-1CD8ADFB49EE}"/>
              </a:ext>
            </a:extLst>
          </p:cNvPr>
          <p:cNvSpPr>
            <a:spLocks noChangeShapeType="1"/>
          </p:cNvSpPr>
          <p:nvPr/>
        </p:nvSpPr>
        <p:spPr bwMode="auto">
          <a:xfrm>
            <a:off x="3952875" y="4514850"/>
            <a:ext cx="1300163"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21" name="Line 22">
            <a:extLst>
              <a:ext uri="{FF2B5EF4-FFF2-40B4-BE49-F238E27FC236}">
                <a16:creationId xmlns:a16="http://schemas.microsoft.com/office/drawing/2014/main" id="{0A908F3F-17AD-4A5F-9288-7E70CE2EEFC3}"/>
              </a:ext>
            </a:extLst>
          </p:cNvPr>
          <p:cNvSpPr>
            <a:spLocks noChangeShapeType="1"/>
          </p:cNvSpPr>
          <p:nvPr/>
        </p:nvSpPr>
        <p:spPr bwMode="auto">
          <a:xfrm flipH="1" flipV="1">
            <a:off x="3952875" y="4114800"/>
            <a:ext cx="0" cy="40005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22" name="Line 23">
            <a:extLst>
              <a:ext uri="{FF2B5EF4-FFF2-40B4-BE49-F238E27FC236}">
                <a16:creationId xmlns:a16="http://schemas.microsoft.com/office/drawing/2014/main" id="{2F453D70-6D48-47C9-B45C-2BED48C9FC39}"/>
              </a:ext>
            </a:extLst>
          </p:cNvPr>
          <p:cNvSpPr>
            <a:spLocks noChangeShapeType="1"/>
          </p:cNvSpPr>
          <p:nvPr/>
        </p:nvSpPr>
        <p:spPr bwMode="auto">
          <a:xfrm flipH="1" flipV="1">
            <a:off x="5253038" y="4229100"/>
            <a:ext cx="0" cy="28575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23" name="Line 24">
            <a:extLst>
              <a:ext uri="{FF2B5EF4-FFF2-40B4-BE49-F238E27FC236}">
                <a16:creationId xmlns:a16="http://schemas.microsoft.com/office/drawing/2014/main" id="{565BE034-B832-4071-8E89-8740A62AE1BB}"/>
              </a:ext>
            </a:extLst>
          </p:cNvPr>
          <p:cNvSpPr>
            <a:spLocks noChangeShapeType="1"/>
          </p:cNvSpPr>
          <p:nvPr/>
        </p:nvSpPr>
        <p:spPr bwMode="auto">
          <a:xfrm>
            <a:off x="4881562" y="3143250"/>
            <a:ext cx="804863"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24" name="Line 25">
            <a:extLst>
              <a:ext uri="{FF2B5EF4-FFF2-40B4-BE49-F238E27FC236}">
                <a16:creationId xmlns:a16="http://schemas.microsoft.com/office/drawing/2014/main" id="{87C3C094-011C-4B81-8B1E-EE12FD0A1855}"/>
              </a:ext>
            </a:extLst>
          </p:cNvPr>
          <p:cNvSpPr>
            <a:spLocks noChangeShapeType="1"/>
          </p:cNvSpPr>
          <p:nvPr/>
        </p:nvSpPr>
        <p:spPr bwMode="auto">
          <a:xfrm>
            <a:off x="4881562" y="3429000"/>
            <a:ext cx="433388"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25" name="Line 26">
            <a:extLst>
              <a:ext uri="{FF2B5EF4-FFF2-40B4-BE49-F238E27FC236}">
                <a16:creationId xmlns:a16="http://schemas.microsoft.com/office/drawing/2014/main" id="{A692BDA1-0883-4A04-B145-F0EDE85D653A}"/>
              </a:ext>
            </a:extLst>
          </p:cNvPr>
          <p:cNvSpPr>
            <a:spLocks noChangeShapeType="1"/>
          </p:cNvSpPr>
          <p:nvPr/>
        </p:nvSpPr>
        <p:spPr bwMode="auto">
          <a:xfrm>
            <a:off x="5500687" y="3600450"/>
            <a:ext cx="185738"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26" name="Line 27">
            <a:extLst>
              <a:ext uri="{FF2B5EF4-FFF2-40B4-BE49-F238E27FC236}">
                <a16:creationId xmlns:a16="http://schemas.microsoft.com/office/drawing/2014/main" id="{6E6860FD-A29F-4A65-BE3E-DA5504FE5808}"/>
              </a:ext>
            </a:extLst>
          </p:cNvPr>
          <p:cNvSpPr>
            <a:spLocks noChangeShapeType="1"/>
          </p:cNvSpPr>
          <p:nvPr/>
        </p:nvSpPr>
        <p:spPr bwMode="auto">
          <a:xfrm>
            <a:off x="5253038" y="4229100"/>
            <a:ext cx="123825"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27" name="Line 28">
            <a:extLst>
              <a:ext uri="{FF2B5EF4-FFF2-40B4-BE49-F238E27FC236}">
                <a16:creationId xmlns:a16="http://schemas.microsoft.com/office/drawing/2014/main" id="{120E5C3A-FF55-44D8-B43F-CDBD27D75C0B}"/>
              </a:ext>
            </a:extLst>
          </p:cNvPr>
          <p:cNvSpPr>
            <a:spLocks noChangeShapeType="1"/>
          </p:cNvSpPr>
          <p:nvPr/>
        </p:nvSpPr>
        <p:spPr bwMode="auto">
          <a:xfrm flipH="1" flipV="1">
            <a:off x="5067300" y="1428750"/>
            <a:ext cx="0" cy="45720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28" name="Line 29">
            <a:extLst>
              <a:ext uri="{FF2B5EF4-FFF2-40B4-BE49-F238E27FC236}">
                <a16:creationId xmlns:a16="http://schemas.microsoft.com/office/drawing/2014/main" id="{77B7B85F-71AF-4F91-ADEA-448BC46D0D40}"/>
              </a:ext>
            </a:extLst>
          </p:cNvPr>
          <p:cNvSpPr>
            <a:spLocks noChangeShapeType="1"/>
          </p:cNvSpPr>
          <p:nvPr/>
        </p:nvSpPr>
        <p:spPr bwMode="auto">
          <a:xfrm>
            <a:off x="5067300" y="1428750"/>
            <a:ext cx="1671638"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29" name="Line 30">
            <a:extLst>
              <a:ext uri="{FF2B5EF4-FFF2-40B4-BE49-F238E27FC236}">
                <a16:creationId xmlns:a16="http://schemas.microsoft.com/office/drawing/2014/main" id="{87270863-6A64-4D97-BD94-BAA23D1330DE}"/>
              </a:ext>
            </a:extLst>
          </p:cNvPr>
          <p:cNvSpPr>
            <a:spLocks noChangeShapeType="1"/>
          </p:cNvSpPr>
          <p:nvPr/>
        </p:nvSpPr>
        <p:spPr bwMode="auto">
          <a:xfrm>
            <a:off x="3952875" y="2571750"/>
            <a:ext cx="1114425" cy="0"/>
          </a:xfrm>
          <a:prstGeom prst="line">
            <a:avLst/>
          </a:prstGeom>
          <a:noFill/>
          <a:ln w="38100">
            <a:solidFill>
              <a:srgbClr val="FF99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30" name="Line 31">
            <a:extLst>
              <a:ext uri="{FF2B5EF4-FFF2-40B4-BE49-F238E27FC236}">
                <a16:creationId xmlns:a16="http://schemas.microsoft.com/office/drawing/2014/main" id="{25CEC854-9030-4576-98EB-841F71AA8847}"/>
              </a:ext>
            </a:extLst>
          </p:cNvPr>
          <p:cNvSpPr>
            <a:spLocks noChangeShapeType="1"/>
          </p:cNvSpPr>
          <p:nvPr/>
        </p:nvSpPr>
        <p:spPr bwMode="auto">
          <a:xfrm flipH="1" flipV="1">
            <a:off x="5067300" y="2571750"/>
            <a:ext cx="0" cy="2057400"/>
          </a:xfrm>
          <a:prstGeom prst="line">
            <a:avLst/>
          </a:prstGeom>
          <a:noFill/>
          <a:ln w="38100">
            <a:solidFill>
              <a:srgbClr val="FF99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31" name="Line 32">
            <a:extLst>
              <a:ext uri="{FF2B5EF4-FFF2-40B4-BE49-F238E27FC236}">
                <a16:creationId xmlns:a16="http://schemas.microsoft.com/office/drawing/2014/main" id="{D30A90D7-B13E-4EB9-83F4-CD0E3EC59DDD}"/>
              </a:ext>
            </a:extLst>
          </p:cNvPr>
          <p:cNvSpPr>
            <a:spLocks noChangeShapeType="1"/>
          </p:cNvSpPr>
          <p:nvPr/>
        </p:nvSpPr>
        <p:spPr bwMode="auto">
          <a:xfrm>
            <a:off x="5067300" y="4629150"/>
            <a:ext cx="495300" cy="0"/>
          </a:xfrm>
          <a:prstGeom prst="line">
            <a:avLst/>
          </a:prstGeom>
          <a:noFill/>
          <a:ln w="38100">
            <a:solidFill>
              <a:srgbClr val="FF99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32" name="Line 33">
            <a:extLst>
              <a:ext uri="{FF2B5EF4-FFF2-40B4-BE49-F238E27FC236}">
                <a16:creationId xmlns:a16="http://schemas.microsoft.com/office/drawing/2014/main" id="{04B66A9C-BD31-41C5-BD44-80EB765D97A4}"/>
              </a:ext>
            </a:extLst>
          </p:cNvPr>
          <p:cNvSpPr>
            <a:spLocks noChangeShapeType="1"/>
          </p:cNvSpPr>
          <p:nvPr/>
        </p:nvSpPr>
        <p:spPr bwMode="auto">
          <a:xfrm flipV="1">
            <a:off x="5562600" y="4457700"/>
            <a:ext cx="0" cy="171450"/>
          </a:xfrm>
          <a:prstGeom prst="line">
            <a:avLst/>
          </a:prstGeom>
          <a:noFill/>
          <a:ln w="38100">
            <a:solidFill>
              <a:srgbClr val="FF99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33" name="Oval 34">
            <a:extLst>
              <a:ext uri="{FF2B5EF4-FFF2-40B4-BE49-F238E27FC236}">
                <a16:creationId xmlns:a16="http://schemas.microsoft.com/office/drawing/2014/main" id="{98578891-4B4A-4BB2-B5CB-C4586B6E2164}"/>
              </a:ext>
            </a:extLst>
          </p:cNvPr>
          <p:cNvSpPr>
            <a:spLocks noChangeArrowheads="1"/>
          </p:cNvSpPr>
          <p:nvPr/>
        </p:nvSpPr>
        <p:spPr bwMode="auto">
          <a:xfrm>
            <a:off x="5376862" y="3943350"/>
            <a:ext cx="309563" cy="571500"/>
          </a:xfrm>
          <a:prstGeom prst="ellipse">
            <a:avLst/>
          </a:prstGeom>
          <a:noFill/>
          <a:ln w="38100">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1234" name="Line 35">
            <a:extLst>
              <a:ext uri="{FF2B5EF4-FFF2-40B4-BE49-F238E27FC236}">
                <a16:creationId xmlns:a16="http://schemas.microsoft.com/office/drawing/2014/main" id="{4AC1B9FE-9309-4566-84AC-D4E53280D3C1}"/>
              </a:ext>
            </a:extLst>
          </p:cNvPr>
          <p:cNvSpPr>
            <a:spLocks noChangeShapeType="1"/>
          </p:cNvSpPr>
          <p:nvPr/>
        </p:nvSpPr>
        <p:spPr bwMode="auto">
          <a:xfrm flipH="1" flipV="1">
            <a:off x="5810250" y="3657600"/>
            <a:ext cx="0" cy="571500"/>
          </a:xfrm>
          <a:prstGeom prst="line">
            <a:avLst/>
          </a:prstGeom>
          <a:noFill/>
          <a:ln w="38100">
            <a:solidFill>
              <a:srgbClr val="FF99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35" name="Line 36">
            <a:extLst>
              <a:ext uri="{FF2B5EF4-FFF2-40B4-BE49-F238E27FC236}">
                <a16:creationId xmlns:a16="http://schemas.microsoft.com/office/drawing/2014/main" id="{14C96A85-478D-4442-B4E7-0B7E2BFCEF19}"/>
              </a:ext>
            </a:extLst>
          </p:cNvPr>
          <p:cNvSpPr>
            <a:spLocks noChangeShapeType="1"/>
          </p:cNvSpPr>
          <p:nvPr/>
        </p:nvSpPr>
        <p:spPr bwMode="auto">
          <a:xfrm flipH="1" flipV="1">
            <a:off x="5438775" y="2743200"/>
            <a:ext cx="0" cy="628650"/>
          </a:xfrm>
          <a:prstGeom prst="line">
            <a:avLst/>
          </a:prstGeom>
          <a:noFill/>
          <a:ln w="38100">
            <a:solidFill>
              <a:srgbClr val="FF99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36" name="Line 37">
            <a:extLst>
              <a:ext uri="{FF2B5EF4-FFF2-40B4-BE49-F238E27FC236}">
                <a16:creationId xmlns:a16="http://schemas.microsoft.com/office/drawing/2014/main" id="{AE1A0909-B4B1-4AE6-96E3-701BA411F7E0}"/>
              </a:ext>
            </a:extLst>
          </p:cNvPr>
          <p:cNvSpPr>
            <a:spLocks noChangeShapeType="1"/>
          </p:cNvSpPr>
          <p:nvPr/>
        </p:nvSpPr>
        <p:spPr bwMode="auto">
          <a:xfrm>
            <a:off x="3952875" y="2743200"/>
            <a:ext cx="1485900" cy="0"/>
          </a:xfrm>
          <a:prstGeom prst="line">
            <a:avLst/>
          </a:prstGeom>
          <a:noFill/>
          <a:ln w="38100">
            <a:solidFill>
              <a:srgbClr val="FF99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37" name="AutoShape 38">
            <a:extLst>
              <a:ext uri="{FF2B5EF4-FFF2-40B4-BE49-F238E27FC236}">
                <a16:creationId xmlns:a16="http://schemas.microsoft.com/office/drawing/2014/main" id="{61B9615F-7571-4DBF-B366-EE8DDD586D65}"/>
              </a:ext>
            </a:extLst>
          </p:cNvPr>
          <p:cNvSpPr>
            <a:spLocks noChangeArrowheads="1"/>
          </p:cNvSpPr>
          <p:nvPr/>
        </p:nvSpPr>
        <p:spPr bwMode="auto">
          <a:xfrm>
            <a:off x="5376863" y="3371850"/>
            <a:ext cx="123825" cy="457200"/>
          </a:xfrm>
          <a:prstGeom prst="roundRect">
            <a:avLst>
              <a:gd name="adj" fmla="val 50000"/>
            </a:avLst>
          </a:prstGeom>
          <a:noFill/>
          <a:ln w="38100">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1238" name="Line 39">
            <a:extLst>
              <a:ext uri="{FF2B5EF4-FFF2-40B4-BE49-F238E27FC236}">
                <a16:creationId xmlns:a16="http://schemas.microsoft.com/office/drawing/2014/main" id="{2DE3CAA0-1090-477D-A18B-7DB4E6A787A2}"/>
              </a:ext>
            </a:extLst>
          </p:cNvPr>
          <p:cNvSpPr>
            <a:spLocks noChangeShapeType="1"/>
          </p:cNvSpPr>
          <p:nvPr/>
        </p:nvSpPr>
        <p:spPr bwMode="auto">
          <a:xfrm>
            <a:off x="5686425" y="4229100"/>
            <a:ext cx="123825" cy="0"/>
          </a:xfrm>
          <a:prstGeom prst="line">
            <a:avLst/>
          </a:prstGeom>
          <a:noFill/>
          <a:ln w="38100">
            <a:solidFill>
              <a:srgbClr val="FF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nvGrpSpPr>
          <p:cNvPr id="2" name="Group 48">
            <a:extLst>
              <a:ext uri="{FF2B5EF4-FFF2-40B4-BE49-F238E27FC236}">
                <a16:creationId xmlns:a16="http://schemas.microsoft.com/office/drawing/2014/main" id="{83F6FC8C-3B6A-443A-9DF6-93AA4C3D85C5}"/>
              </a:ext>
            </a:extLst>
          </p:cNvPr>
          <p:cNvGrpSpPr>
            <a:grpSpLocks/>
          </p:cNvGrpSpPr>
          <p:nvPr/>
        </p:nvGrpSpPr>
        <p:grpSpPr bwMode="auto">
          <a:xfrm>
            <a:off x="5686425" y="3028950"/>
            <a:ext cx="1733550" cy="1028700"/>
            <a:chOff x="4056" y="2544"/>
            <a:chExt cx="1456" cy="864"/>
          </a:xfrm>
        </p:grpSpPr>
        <p:sp>
          <p:nvSpPr>
            <p:cNvPr id="51244" name="AutoShape 40">
              <a:extLst>
                <a:ext uri="{FF2B5EF4-FFF2-40B4-BE49-F238E27FC236}">
                  <a16:creationId xmlns:a16="http://schemas.microsoft.com/office/drawing/2014/main" id="{9DDD8F3E-C59C-462A-89F5-B6931F83C023}"/>
                </a:ext>
              </a:extLst>
            </p:cNvPr>
            <p:cNvSpPr>
              <a:spLocks noChangeArrowheads="1"/>
            </p:cNvSpPr>
            <p:nvPr/>
          </p:nvSpPr>
          <p:spPr bwMode="auto">
            <a:xfrm rot="-5400000">
              <a:off x="3976" y="2624"/>
              <a:ext cx="576" cy="41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025 w 21600"/>
                <a:gd name="T13" fmla="*/ 5037 h 21600"/>
                <a:gd name="T14" fmla="*/ 16575 w 21600"/>
                <a:gd name="T15" fmla="*/ 16563 h 21600"/>
              </a:gdLst>
              <a:ahLst/>
              <a:cxnLst>
                <a:cxn ang="T8">
                  <a:pos x="T0" y="T1"/>
                </a:cxn>
                <a:cxn ang="T9">
                  <a:pos x="T2" y="T3"/>
                </a:cxn>
                <a:cxn ang="T10">
                  <a:pos x="T4" y="T5"/>
                </a:cxn>
                <a:cxn ang="T11">
                  <a:pos x="T6" y="T7"/>
                </a:cxn>
              </a:cxnLst>
              <a:rect l="T12" t="T13" r="T14" b="T15"/>
              <a:pathLst>
                <a:path w="21600" h="21600">
                  <a:moveTo>
                    <a:pt x="0" y="0"/>
                  </a:moveTo>
                  <a:lnTo>
                    <a:pt x="6422" y="21600"/>
                  </a:lnTo>
                  <a:lnTo>
                    <a:pt x="15178" y="21600"/>
                  </a:lnTo>
                  <a:lnTo>
                    <a:pt x="21600" y="0"/>
                  </a:lnTo>
                  <a:lnTo>
                    <a:pt x="0" y="0"/>
                  </a:lnTo>
                  <a:close/>
                </a:path>
              </a:pathLst>
            </a:custGeom>
            <a:noFill/>
            <a:ln w="381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51245" name="Line 41">
              <a:extLst>
                <a:ext uri="{FF2B5EF4-FFF2-40B4-BE49-F238E27FC236}">
                  <a16:creationId xmlns:a16="http://schemas.microsoft.com/office/drawing/2014/main" id="{2296246A-B15F-4B7F-91A9-8CE60F67DDED}"/>
                </a:ext>
              </a:extLst>
            </p:cNvPr>
            <p:cNvSpPr>
              <a:spLocks noChangeShapeType="1"/>
            </p:cNvSpPr>
            <p:nvPr/>
          </p:nvSpPr>
          <p:spPr bwMode="auto">
            <a:xfrm>
              <a:off x="4472" y="2928"/>
              <a:ext cx="208"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46" name="Line 42">
              <a:extLst>
                <a:ext uri="{FF2B5EF4-FFF2-40B4-BE49-F238E27FC236}">
                  <a16:creationId xmlns:a16="http://schemas.microsoft.com/office/drawing/2014/main" id="{3A07EC2E-B26F-48ED-A85F-058EF16EFB96}"/>
                </a:ext>
              </a:extLst>
            </p:cNvPr>
            <p:cNvSpPr>
              <a:spLocks noChangeShapeType="1"/>
            </p:cNvSpPr>
            <p:nvPr/>
          </p:nvSpPr>
          <p:spPr bwMode="auto">
            <a:xfrm flipH="1" flipV="1">
              <a:off x="4524" y="2928"/>
              <a:ext cx="0" cy="48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47" name="Line 43">
              <a:extLst>
                <a:ext uri="{FF2B5EF4-FFF2-40B4-BE49-F238E27FC236}">
                  <a16:creationId xmlns:a16="http://schemas.microsoft.com/office/drawing/2014/main" id="{0473ECEE-9E62-4A49-AAB0-16E70A7EF301}"/>
                </a:ext>
              </a:extLst>
            </p:cNvPr>
            <p:cNvSpPr>
              <a:spLocks noChangeShapeType="1"/>
            </p:cNvSpPr>
            <p:nvPr/>
          </p:nvSpPr>
          <p:spPr bwMode="auto">
            <a:xfrm>
              <a:off x="4524" y="3408"/>
              <a:ext cx="988"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48" name="Line 44">
              <a:extLst>
                <a:ext uri="{FF2B5EF4-FFF2-40B4-BE49-F238E27FC236}">
                  <a16:creationId xmlns:a16="http://schemas.microsoft.com/office/drawing/2014/main" id="{536951C7-673C-4EFE-B927-F2752A26DB4F}"/>
                </a:ext>
              </a:extLst>
            </p:cNvPr>
            <p:cNvSpPr>
              <a:spLocks noChangeShapeType="1"/>
            </p:cNvSpPr>
            <p:nvPr/>
          </p:nvSpPr>
          <p:spPr bwMode="auto">
            <a:xfrm flipH="1" flipV="1">
              <a:off x="5512" y="3168"/>
              <a:ext cx="0" cy="24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sp>
        <p:nvSpPr>
          <p:cNvPr id="51240" name="Line 45">
            <a:extLst>
              <a:ext uri="{FF2B5EF4-FFF2-40B4-BE49-F238E27FC236}">
                <a16:creationId xmlns:a16="http://schemas.microsoft.com/office/drawing/2014/main" id="{3574AB82-4421-46AA-8611-6C13BA3AC6FD}"/>
              </a:ext>
            </a:extLst>
          </p:cNvPr>
          <p:cNvSpPr>
            <a:spLocks noChangeShapeType="1"/>
          </p:cNvSpPr>
          <p:nvPr/>
        </p:nvSpPr>
        <p:spPr bwMode="auto">
          <a:xfrm flipH="1" flipV="1">
            <a:off x="6986588" y="1257300"/>
            <a:ext cx="0" cy="34290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41" name="Line 46">
            <a:extLst>
              <a:ext uri="{FF2B5EF4-FFF2-40B4-BE49-F238E27FC236}">
                <a16:creationId xmlns:a16="http://schemas.microsoft.com/office/drawing/2014/main" id="{EC4B52D5-785B-4DAD-A8D1-FFE944D081BA}"/>
              </a:ext>
            </a:extLst>
          </p:cNvPr>
          <p:cNvSpPr>
            <a:spLocks noChangeShapeType="1"/>
          </p:cNvSpPr>
          <p:nvPr/>
        </p:nvSpPr>
        <p:spPr bwMode="auto">
          <a:xfrm>
            <a:off x="1228725" y="1257300"/>
            <a:ext cx="5757863"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1242" name="Line 47">
            <a:extLst>
              <a:ext uri="{FF2B5EF4-FFF2-40B4-BE49-F238E27FC236}">
                <a16:creationId xmlns:a16="http://schemas.microsoft.com/office/drawing/2014/main" id="{E0F1AB93-1F8E-420E-A6C0-8C0FA2E51E2F}"/>
              </a:ext>
            </a:extLst>
          </p:cNvPr>
          <p:cNvSpPr>
            <a:spLocks noChangeShapeType="1"/>
          </p:cNvSpPr>
          <p:nvPr/>
        </p:nvSpPr>
        <p:spPr bwMode="auto">
          <a:xfrm flipH="1" flipV="1">
            <a:off x="1166813" y="1257300"/>
            <a:ext cx="0" cy="188595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49" name="灯片编号占位符 5">
            <a:extLst>
              <a:ext uri="{FF2B5EF4-FFF2-40B4-BE49-F238E27FC236}">
                <a16:creationId xmlns:a16="http://schemas.microsoft.com/office/drawing/2014/main" id="{BC9D0D27-70B7-445F-BC4D-69CE74808951}"/>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45</a:t>
            </a:fld>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a:extLst>
              <a:ext uri="{FF2B5EF4-FFF2-40B4-BE49-F238E27FC236}">
                <a16:creationId xmlns:a16="http://schemas.microsoft.com/office/drawing/2014/main" id="{52E66B7B-60EE-4D19-985A-9BAD4001A5AF}"/>
              </a:ext>
            </a:extLst>
          </p:cNvPr>
          <p:cNvPicPr>
            <a:picLocks noChangeAspect="1" noChangeArrowheads="1"/>
          </p:cNvPicPr>
          <p:nvPr/>
        </p:nvPicPr>
        <p:blipFill>
          <a:blip r:embed="rId3" cstate="print">
            <a:lum contrast="2000"/>
            <a:extLst>
              <a:ext uri="{28A0092B-C50C-407E-A947-70E740481C1C}">
                <a14:useLocalDpi xmlns:a14="http://schemas.microsoft.com/office/drawing/2010/main" val="0"/>
              </a:ext>
            </a:extLst>
          </a:blip>
          <a:srcRect/>
          <a:stretch>
            <a:fillRect/>
          </a:stretch>
        </p:blipFill>
        <p:spPr bwMode="auto">
          <a:xfrm>
            <a:off x="1166813" y="1157408"/>
            <a:ext cx="6686550" cy="3455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pic>
      <p:sp>
        <p:nvSpPr>
          <p:cNvPr id="52227" name="Rectangle 3">
            <a:extLst>
              <a:ext uri="{FF2B5EF4-FFF2-40B4-BE49-F238E27FC236}">
                <a16:creationId xmlns:a16="http://schemas.microsoft.com/office/drawing/2014/main" id="{9DA0DBCE-88DB-4552-8415-3646C34DA717}"/>
              </a:ext>
            </a:extLst>
          </p:cNvPr>
          <p:cNvSpPr>
            <a:spLocks noGrp="1" noChangeArrowheads="1"/>
          </p:cNvSpPr>
          <p:nvPr>
            <p:ph type="title"/>
          </p:nvPr>
        </p:nvSpPr>
        <p:spPr>
          <a:xfrm>
            <a:off x="899033" y="138313"/>
            <a:ext cx="6830506" cy="484094"/>
          </a:xfrm>
        </p:spPr>
        <p:txBody>
          <a:bodyPr/>
          <a:lstStyle/>
          <a:p>
            <a:r>
              <a:rPr lang="en-US" altLang="zh-TW" dirty="0"/>
              <a:t>Write Back at the End of </a:t>
            </a:r>
            <a:r>
              <a:rPr lang="en-US" altLang="zh-TW" dirty="0">
                <a:latin typeface="Courier New" panose="02070309020205020404" pitchFamily="49" charset="0"/>
              </a:rPr>
              <a:t>Add</a:t>
            </a:r>
          </a:p>
        </p:txBody>
      </p:sp>
      <p:sp>
        <p:nvSpPr>
          <p:cNvPr id="52228" name="Rectangle 4">
            <a:extLst>
              <a:ext uri="{FF2B5EF4-FFF2-40B4-BE49-F238E27FC236}">
                <a16:creationId xmlns:a16="http://schemas.microsoft.com/office/drawing/2014/main" id="{CC786D6F-BF37-47B5-8E07-F3AF4B2D81DF}"/>
              </a:ext>
            </a:extLst>
          </p:cNvPr>
          <p:cNvSpPr>
            <a:spLocks noGrp="1" noChangeArrowheads="1"/>
          </p:cNvSpPr>
          <p:nvPr>
            <p:ph type="body" idx="1"/>
          </p:nvPr>
        </p:nvSpPr>
        <p:spPr>
          <a:xfrm>
            <a:off x="914400" y="790363"/>
            <a:ext cx="4264639" cy="408345"/>
          </a:xfrm>
        </p:spPr>
        <p:txBody>
          <a:bodyPr/>
          <a:lstStyle/>
          <a:p>
            <a:r>
              <a:rPr lang="en-US" altLang="zh-TW" sz="2000" dirty="0"/>
              <a:t>R[</a:t>
            </a:r>
            <a:r>
              <a:rPr lang="en-US" altLang="zh-TW" sz="2000" dirty="0" err="1"/>
              <a:t>rd</a:t>
            </a:r>
            <a:r>
              <a:rPr lang="en-US" altLang="zh-TW" sz="2000" dirty="0"/>
              <a:t>] &lt;- ALU;     PC &lt;- PC + 4</a:t>
            </a:r>
          </a:p>
        </p:txBody>
      </p:sp>
      <p:sp>
        <p:nvSpPr>
          <p:cNvPr id="52229" name="Rectangle 7">
            <a:extLst>
              <a:ext uri="{FF2B5EF4-FFF2-40B4-BE49-F238E27FC236}">
                <a16:creationId xmlns:a16="http://schemas.microsoft.com/office/drawing/2014/main" id="{F2B0FD24-CC83-4ED9-BC7D-880955EF8821}"/>
              </a:ext>
            </a:extLst>
          </p:cNvPr>
          <p:cNvSpPr>
            <a:spLocks noChangeArrowheads="1"/>
          </p:cNvSpPr>
          <p:nvPr/>
        </p:nvSpPr>
        <p:spPr bwMode="auto">
          <a:xfrm>
            <a:off x="1724025" y="2871908"/>
            <a:ext cx="866775" cy="800100"/>
          </a:xfrm>
          <a:prstGeom prst="rect">
            <a:avLst/>
          </a:prstGeom>
          <a:noFill/>
          <a:ln w="38100">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2230" name="AutoShape 8">
            <a:extLst>
              <a:ext uri="{FF2B5EF4-FFF2-40B4-BE49-F238E27FC236}">
                <a16:creationId xmlns:a16="http://schemas.microsoft.com/office/drawing/2014/main" id="{8BCBAA5D-4BA6-40CA-9B39-98816E41BA61}"/>
              </a:ext>
            </a:extLst>
          </p:cNvPr>
          <p:cNvSpPr>
            <a:spLocks noChangeArrowheads="1"/>
          </p:cNvSpPr>
          <p:nvPr/>
        </p:nvSpPr>
        <p:spPr bwMode="auto">
          <a:xfrm rot="16200000">
            <a:off x="1814513" y="1719383"/>
            <a:ext cx="685800" cy="24765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5175 w 21600"/>
              <a:gd name="T13" fmla="*/ 5175 h 21600"/>
              <a:gd name="T14" fmla="*/ 16425 w 21600"/>
              <a:gd name="T15" fmla="*/ 16425 h 21600"/>
            </a:gdLst>
            <a:ahLst/>
            <a:cxnLst>
              <a:cxn ang="T8">
                <a:pos x="T0" y="T1"/>
              </a:cxn>
              <a:cxn ang="T9">
                <a:pos x="T2" y="T3"/>
              </a:cxn>
              <a:cxn ang="T10">
                <a:pos x="T4" y="T5"/>
              </a:cxn>
              <a:cxn ang="T11">
                <a:pos x="T6" y="T7"/>
              </a:cxn>
            </a:cxnLst>
            <a:rect l="T12" t="T13" r="T14" b="T15"/>
            <a:pathLst>
              <a:path w="21600" h="21600">
                <a:moveTo>
                  <a:pt x="0" y="0"/>
                </a:moveTo>
                <a:lnTo>
                  <a:pt x="6750" y="21600"/>
                </a:lnTo>
                <a:lnTo>
                  <a:pt x="14850" y="21600"/>
                </a:lnTo>
                <a:lnTo>
                  <a:pt x="21600" y="0"/>
                </a:lnTo>
                <a:lnTo>
                  <a:pt x="0" y="0"/>
                </a:lnTo>
                <a:close/>
              </a:path>
            </a:pathLst>
          </a:custGeom>
          <a:noFill/>
          <a:ln w="38100">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52231" name="Line 9">
            <a:extLst>
              <a:ext uri="{FF2B5EF4-FFF2-40B4-BE49-F238E27FC236}">
                <a16:creationId xmlns:a16="http://schemas.microsoft.com/office/drawing/2014/main" id="{0F2FDAF9-6E56-490D-8C37-624F695954DA}"/>
              </a:ext>
            </a:extLst>
          </p:cNvPr>
          <p:cNvSpPr>
            <a:spLocks noChangeShapeType="1"/>
          </p:cNvSpPr>
          <p:nvPr/>
        </p:nvSpPr>
        <p:spPr bwMode="auto">
          <a:xfrm>
            <a:off x="1476375" y="2986208"/>
            <a:ext cx="247650"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32" name="Line 10">
            <a:extLst>
              <a:ext uri="{FF2B5EF4-FFF2-40B4-BE49-F238E27FC236}">
                <a16:creationId xmlns:a16="http://schemas.microsoft.com/office/drawing/2014/main" id="{0837C11F-4825-41EC-99D3-521696FC3F4A}"/>
              </a:ext>
            </a:extLst>
          </p:cNvPr>
          <p:cNvSpPr>
            <a:spLocks noChangeShapeType="1"/>
          </p:cNvSpPr>
          <p:nvPr/>
        </p:nvSpPr>
        <p:spPr bwMode="auto">
          <a:xfrm flipH="1" flipV="1">
            <a:off x="1538288" y="1671758"/>
            <a:ext cx="0" cy="137160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33" name="Line 11">
            <a:extLst>
              <a:ext uri="{FF2B5EF4-FFF2-40B4-BE49-F238E27FC236}">
                <a16:creationId xmlns:a16="http://schemas.microsoft.com/office/drawing/2014/main" id="{1D6EB006-2BCF-4D97-8105-B620ED57CEBD}"/>
              </a:ext>
            </a:extLst>
          </p:cNvPr>
          <p:cNvSpPr>
            <a:spLocks noChangeShapeType="1"/>
          </p:cNvSpPr>
          <p:nvPr/>
        </p:nvSpPr>
        <p:spPr bwMode="auto">
          <a:xfrm>
            <a:off x="1538288" y="1614608"/>
            <a:ext cx="495300"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34" name="Line 12">
            <a:extLst>
              <a:ext uri="{FF2B5EF4-FFF2-40B4-BE49-F238E27FC236}">
                <a16:creationId xmlns:a16="http://schemas.microsoft.com/office/drawing/2014/main" id="{86B5E95F-B6FF-44A3-A285-9A6CA59BFB40}"/>
              </a:ext>
            </a:extLst>
          </p:cNvPr>
          <p:cNvSpPr>
            <a:spLocks noChangeShapeType="1"/>
          </p:cNvSpPr>
          <p:nvPr/>
        </p:nvSpPr>
        <p:spPr bwMode="auto">
          <a:xfrm>
            <a:off x="1785938" y="2071808"/>
            <a:ext cx="247650"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35" name="Line 13">
            <a:extLst>
              <a:ext uri="{FF2B5EF4-FFF2-40B4-BE49-F238E27FC236}">
                <a16:creationId xmlns:a16="http://schemas.microsoft.com/office/drawing/2014/main" id="{4C2C6B89-52D9-450A-9FC0-84E518BD5A36}"/>
              </a:ext>
            </a:extLst>
          </p:cNvPr>
          <p:cNvSpPr>
            <a:spLocks noChangeShapeType="1"/>
          </p:cNvSpPr>
          <p:nvPr/>
        </p:nvSpPr>
        <p:spPr bwMode="auto">
          <a:xfrm>
            <a:off x="2590800" y="3271958"/>
            <a:ext cx="247650"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36" name="Rectangle 14">
            <a:extLst>
              <a:ext uri="{FF2B5EF4-FFF2-40B4-BE49-F238E27FC236}">
                <a16:creationId xmlns:a16="http://schemas.microsoft.com/office/drawing/2014/main" id="{D82709E9-3347-45C3-8507-66FD9592AFA0}"/>
              </a:ext>
            </a:extLst>
          </p:cNvPr>
          <p:cNvSpPr>
            <a:spLocks noChangeArrowheads="1"/>
          </p:cNvSpPr>
          <p:nvPr/>
        </p:nvSpPr>
        <p:spPr bwMode="auto">
          <a:xfrm>
            <a:off x="4014788" y="2871908"/>
            <a:ext cx="866775" cy="800100"/>
          </a:xfrm>
          <a:prstGeom prst="rect">
            <a:avLst/>
          </a:prstGeom>
          <a:noFill/>
          <a:ln w="38100">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2237" name="Line 15">
            <a:extLst>
              <a:ext uri="{FF2B5EF4-FFF2-40B4-BE49-F238E27FC236}">
                <a16:creationId xmlns:a16="http://schemas.microsoft.com/office/drawing/2014/main" id="{56B6402C-C317-439F-B4ED-CDC2A0C08A57}"/>
              </a:ext>
            </a:extLst>
          </p:cNvPr>
          <p:cNvSpPr>
            <a:spLocks noChangeShapeType="1"/>
          </p:cNvSpPr>
          <p:nvPr/>
        </p:nvSpPr>
        <p:spPr bwMode="auto">
          <a:xfrm>
            <a:off x="2838450" y="2357558"/>
            <a:ext cx="804863"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38" name="Line 16">
            <a:extLst>
              <a:ext uri="{FF2B5EF4-FFF2-40B4-BE49-F238E27FC236}">
                <a16:creationId xmlns:a16="http://schemas.microsoft.com/office/drawing/2014/main" id="{44F91C50-D7F7-47BD-A6A7-051334372C45}"/>
              </a:ext>
            </a:extLst>
          </p:cNvPr>
          <p:cNvSpPr>
            <a:spLocks noChangeShapeType="1"/>
          </p:cNvSpPr>
          <p:nvPr/>
        </p:nvSpPr>
        <p:spPr bwMode="auto">
          <a:xfrm>
            <a:off x="2838450" y="3157658"/>
            <a:ext cx="1176338"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39" name="Line 17">
            <a:extLst>
              <a:ext uri="{FF2B5EF4-FFF2-40B4-BE49-F238E27FC236}">
                <a16:creationId xmlns:a16="http://schemas.microsoft.com/office/drawing/2014/main" id="{23798A48-5E58-4A1D-9C71-5EDE6CFC92DE}"/>
              </a:ext>
            </a:extLst>
          </p:cNvPr>
          <p:cNvSpPr>
            <a:spLocks noChangeShapeType="1"/>
          </p:cNvSpPr>
          <p:nvPr/>
        </p:nvSpPr>
        <p:spPr bwMode="auto">
          <a:xfrm>
            <a:off x="2838450" y="2929058"/>
            <a:ext cx="1176338"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40" name="Line 18">
            <a:extLst>
              <a:ext uri="{FF2B5EF4-FFF2-40B4-BE49-F238E27FC236}">
                <a16:creationId xmlns:a16="http://schemas.microsoft.com/office/drawing/2014/main" id="{112D59CF-7D29-40D4-9FE0-64341E721A1E}"/>
              </a:ext>
            </a:extLst>
          </p:cNvPr>
          <p:cNvSpPr>
            <a:spLocks noChangeShapeType="1"/>
          </p:cNvSpPr>
          <p:nvPr/>
        </p:nvSpPr>
        <p:spPr bwMode="auto">
          <a:xfrm flipH="1" flipV="1">
            <a:off x="2838450" y="2357558"/>
            <a:ext cx="0" cy="171450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41" name="Oval 19">
            <a:extLst>
              <a:ext uri="{FF2B5EF4-FFF2-40B4-BE49-F238E27FC236}">
                <a16:creationId xmlns:a16="http://schemas.microsoft.com/office/drawing/2014/main" id="{6E343361-6AE0-4FA5-8731-33B2C5270727}"/>
              </a:ext>
            </a:extLst>
          </p:cNvPr>
          <p:cNvSpPr>
            <a:spLocks noChangeArrowheads="1"/>
          </p:cNvSpPr>
          <p:nvPr/>
        </p:nvSpPr>
        <p:spPr bwMode="auto">
          <a:xfrm>
            <a:off x="3643312" y="1957508"/>
            <a:ext cx="309563" cy="857250"/>
          </a:xfrm>
          <a:prstGeom prst="ellipse">
            <a:avLst/>
          </a:prstGeom>
          <a:noFill/>
          <a:ln w="38100">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2242" name="Line 20">
            <a:extLst>
              <a:ext uri="{FF2B5EF4-FFF2-40B4-BE49-F238E27FC236}">
                <a16:creationId xmlns:a16="http://schemas.microsoft.com/office/drawing/2014/main" id="{BB46CB2F-E6DD-429B-A9F0-84E4194FF671}"/>
              </a:ext>
            </a:extLst>
          </p:cNvPr>
          <p:cNvSpPr>
            <a:spLocks noChangeShapeType="1"/>
          </p:cNvSpPr>
          <p:nvPr/>
        </p:nvSpPr>
        <p:spPr bwMode="auto">
          <a:xfrm>
            <a:off x="2281237" y="1786058"/>
            <a:ext cx="2786063"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43" name="Line 21">
            <a:extLst>
              <a:ext uri="{FF2B5EF4-FFF2-40B4-BE49-F238E27FC236}">
                <a16:creationId xmlns:a16="http://schemas.microsoft.com/office/drawing/2014/main" id="{2692BC52-7E69-4432-83E1-9894B646A583}"/>
              </a:ext>
            </a:extLst>
          </p:cNvPr>
          <p:cNvSpPr>
            <a:spLocks noChangeShapeType="1"/>
          </p:cNvSpPr>
          <p:nvPr/>
        </p:nvSpPr>
        <p:spPr bwMode="auto">
          <a:xfrm>
            <a:off x="2838450" y="4014908"/>
            <a:ext cx="1114425"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44" name="Line 22">
            <a:extLst>
              <a:ext uri="{FF2B5EF4-FFF2-40B4-BE49-F238E27FC236}">
                <a16:creationId xmlns:a16="http://schemas.microsoft.com/office/drawing/2014/main" id="{2DD96B98-E64E-408A-B754-BC9C34FF9B6F}"/>
              </a:ext>
            </a:extLst>
          </p:cNvPr>
          <p:cNvSpPr>
            <a:spLocks noChangeShapeType="1"/>
          </p:cNvSpPr>
          <p:nvPr/>
        </p:nvSpPr>
        <p:spPr bwMode="auto">
          <a:xfrm>
            <a:off x="3952875" y="4414958"/>
            <a:ext cx="1300163"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45" name="Line 23">
            <a:extLst>
              <a:ext uri="{FF2B5EF4-FFF2-40B4-BE49-F238E27FC236}">
                <a16:creationId xmlns:a16="http://schemas.microsoft.com/office/drawing/2014/main" id="{77405DD5-7004-4868-AE18-DBCAD0572E11}"/>
              </a:ext>
            </a:extLst>
          </p:cNvPr>
          <p:cNvSpPr>
            <a:spLocks noChangeShapeType="1"/>
          </p:cNvSpPr>
          <p:nvPr/>
        </p:nvSpPr>
        <p:spPr bwMode="auto">
          <a:xfrm flipH="1" flipV="1">
            <a:off x="3952875" y="4014908"/>
            <a:ext cx="0" cy="40005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46" name="Line 24">
            <a:extLst>
              <a:ext uri="{FF2B5EF4-FFF2-40B4-BE49-F238E27FC236}">
                <a16:creationId xmlns:a16="http://schemas.microsoft.com/office/drawing/2014/main" id="{D47D313F-9CF2-4B14-8524-E0167C7F1A9B}"/>
              </a:ext>
            </a:extLst>
          </p:cNvPr>
          <p:cNvSpPr>
            <a:spLocks noChangeShapeType="1"/>
          </p:cNvSpPr>
          <p:nvPr/>
        </p:nvSpPr>
        <p:spPr bwMode="auto">
          <a:xfrm flipH="1" flipV="1">
            <a:off x="5253038" y="4129208"/>
            <a:ext cx="0" cy="28575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47" name="Line 25">
            <a:extLst>
              <a:ext uri="{FF2B5EF4-FFF2-40B4-BE49-F238E27FC236}">
                <a16:creationId xmlns:a16="http://schemas.microsoft.com/office/drawing/2014/main" id="{8870F706-2495-4F3D-BD3E-89865C6E61D1}"/>
              </a:ext>
            </a:extLst>
          </p:cNvPr>
          <p:cNvSpPr>
            <a:spLocks noChangeShapeType="1"/>
          </p:cNvSpPr>
          <p:nvPr/>
        </p:nvSpPr>
        <p:spPr bwMode="auto">
          <a:xfrm>
            <a:off x="4881562" y="3043358"/>
            <a:ext cx="804863"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48" name="Line 26">
            <a:extLst>
              <a:ext uri="{FF2B5EF4-FFF2-40B4-BE49-F238E27FC236}">
                <a16:creationId xmlns:a16="http://schemas.microsoft.com/office/drawing/2014/main" id="{AD0304DC-070D-4C39-ADB6-D60C77F3BE3A}"/>
              </a:ext>
            </a:extLst>
          </p:cNvPr>
          <p:cNvSpPr>
            <a:spLocks noChangeShapeType="1"/>
          </p:cNvSpPr>
          <p:nvPr/>
        </p:nvSpPr>
        <p:spPr bwMode="auto">
          <a:xfrm>
            <a:off x="4881562" y="3329108"/>
            <a:ext cx="433388"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49" name="Line 27">
            <a:extLst>
              <a:ext uri="{FF2B5EF4-FFF2-40B4-BE49-F238E27FC236}">
                <a16:creationId xmlns:a16="http://schemas.microsoft.com/office/drawing/2014/main" id="{1351A3CD-8528-44CF-A0DF-52D66511D5FE}"/>
              </a:ext>
            </a:extLst>
          </p:cNvPr>
          <p:cNvSpPr>
            <a:spLocks noChangeShapeType="1"/>
          </p:cNvSpPr>
          <p:nvPr/>
        </p:nvSpPr>
        <p:spPr bwMode="auto">
          <a:xfrm>
            <a:off x="5500687" y="3500558"/>
            <a:ext cx="185738"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50" name="Line 28">
            <a:extLst>
              <a:ext uri="{FF2B5EF4-FFF2-40B4-BE49-F238E27FC236}">
                <a16:creationId xmlns:a16="http://schemas.microsoft.com/office/drawing/2014/main" id="{CF42C009-DF14-4CA3-AFE8-61F0FC981011}"/>
              </a:ext>
            </a:extLst>
          </p:cNvPr>
          <p:cNvSpPr>
            <a:spLocks noChangeShapeType="1"/>
          </p:cNvSpPr>
          <p:nvPr/>
        </p:nvSpPr>
        <p:spPr bwMode="auto">
          <a:xfrm>
            <a:off x="5253038" y="4129208"/>
            <a:ext cx="123825"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51" name="Line 29">
            <a:extLst>
              <a:ext uri="{FF2B5EF4-FFF2-40B4-BE49-F238E27FC236}">
                <a16:creationId xmlns:a16="http://schemas.microsoft.com/office/drawing/2014/main" id="{798C8DEC-7E37-4E29-B272-DD966DE6E9B0}"/>
              </a:ext>
            </a:extLst>
          </p:cNvPr>
          <p:cNvSpPr>
            <a:spLocks noChangeShapeType="1"/>
          </p:cNvSpPr>
          <p:nvPr/>
        </p:nvSpPr>
        <p:spPr bwMode="auto">
          <a:xfrm flipH="1" flipV="1">
            <a:off x="5067300" y="1328858"/>
            <a:ext cx="0" cy="45720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52" name="Line 30">
            <a:extLst>
              <a:ext uri="{FF2B5EF4-FFF2-40B4-BE49-F238E27FC236}">
                <a16:creationId xmlns:a16="http://schemas.microsoft.com/office/drawing/2014/main" id="{B4BA4323-E765-43B4-B443-107FCB2646D7}"/>
              </a:ext>
            </a:extLst>
          </p:cNvPr>
          <p:cNvSpPr>
            <a:spLocks noChangeShapeType="1"/>
          </p:cNvSpPr>
          <p:nvPr/>
        </p:nvSpPr>
        <p:spPr bwMode="auto">
          <a:xfrm>
            <a:off x="5067300" y="1328858"/>
            <a:ext cx="1671638"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53" name="Line 31">
            <a:extLst>
              <a:ext uri="{FF2B5EF4-FFF2-40B4-BE49-F238E27FC236}">
                <a16:creationId xmlns:a16="http://schemas.microsoft.com/office/drawing/2014/main" id="{F4D1F1DC-32FF-4CC7-85B6-5AF9345E56C3}"/>
              </a:ext>
            </a:extLst>
          </p:cNvPr>
          <p:cNvSpPr>
            <a:spLocks noChangeShapeType="1"/>
          </p:cNvSpPr>
          <p:nvPr/>
        </p:nvSpPr>
        <p:spPr bwMode="auto">
          <a:xfrm>
            <a:off x="3952875" y="2471858"/>
            <a:ext cx="1114425" cy="0"/>
          </a:xfrm>
          <a:prstGeom prst="line">
            <a:avLst/>
          </a:prstGeom>
          <a:noFill/>
          <a:ln w="38100">
            <a:solidFill>
              <a:srgbClr val="FF99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54" name="Line 32">
            <a:extLst>
              <a:ext uri="{FF2B5EF4-FFF2-40B4-BE49-F238E27FC236}">
                <a16:creationId xmlns:a16="http://schemas.microsoft.com/office/drawing/2014/main" id="{C87E351C-1B1D-47C1-9EF9-1D95E04D8CD2}"/>
              </a:ext>
            </a:extLst>
          </p:cNvPr>
          <p:cNvSpPr>
            <a:spLocks noChangeShapeType="1"/>
          </p:cNvSpPr>
          <p:nvPr/>
        </p:nvSpPr>
        <p:spPr bwMode="auto">
          <a:xfrm flipH="1" flipV="1">
            <a:off x="5067300" y="2471858"/>
            <a:ext cx="0" cy="2057400"/>
          </a:xfrm>
          <a:prstGeom prst="line">
            <a:avLst/>
          </a:prstGeom>
          <a:noFill/>
          <a:ln w="38100">
            <a:solidFill>
              <a:srgbClr val="FF99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55" name="Line 33">
            <a:extLst>
              <a:ext uri="{FF2B5EF4-FFF2-40B4-BE49-F238E27FC236}">
                <a16:creationId xmlns:a16="http://schemas.microsoft.com/office/drawing/2014/main" id="{FFA01BCA-2C01-4193-875C-CD2787024EBF}"/>
              </a:ext>
            </a:extLst>
          </p:cNvPr>
          <p:cNvSpPr>
            <a:spLocks noChangeShapeType="1"/>
          </p:cNvSpPr>
          <p:nvPr/>
        </p:nvSpPr>
        <p:spPr bwMode="auto">
          <a:xfrm>
            <a:off x="5067300" y="4529258"/>
            <a:ext cx="495300" cy="0"/>
          </a:xfrm>
          <a:prstGeom prst="line">
            <a:avLst/>
          </a:prstGeom>
          <a:noFill/>
          <a:ln w="38100">
            <a:solidFill>
              <a:srgbClr val="FF99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56" name="Line 34">
            <a:extLst>
              <a:ext uri="{FF2B5EF4-FFF2-40B4-BE49-F238E27FC236}">
                <a16:creationId xmlns:a16="http://schemas.microsoft.com/office/drawing/2014/main" id="{2644FFC4-CDDF-4F25-A2B9-6D685D62DCBE}"/>
              </a:ext>
            </a:extLst>
          </p:cNvPr>
          <p:cNvSpPr>
            <a:spLocks noChangeShapeType="1"/>
          </p:cNvSpPr>
          <p:nvPr/>
        </p:nvSpPr>
        <p:spPr bwMode="auto">
          <a:xfrm flipV="1">
            <a:off x="5562600" y="4357808"/>
            <a:ext cx="0" cy="171450"/>
          </a:xfrm>
          <a:prstGeom prst="line">
            <a:avLst/>
          </a:prstGeom>
          <a:noFill/>
          <a:ln w="38100">
            <a:solidFill>
              <a:srgbClr val="FF99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57" name="Oval 35">
            <a:extLst>
              <a:ext uri="{FF2B5EF4-FFF2-40B4-BE49-F238E27FC236}">
                <a16:creationId xmlns:a16="http://schemas.microsoft.com/office/drawing/2014/main" id="{5E64B62B-6D6B-42B2-8C53-42030A3ECCD3}"/>
              </a:ext>
            </a:extLst>
          </p:cNvPr>
          <p:cNvSpPr>
            <a:spLocks noChangeArrowheads="1"/>
          </p:cNvSpPr>
          <p:nvPr/>
        </p:nvSpPr>
        <p:spPr bwMode="auto">
          <a:xfrm>
            <a:off x="5376862" y="3843458"/>
            <a:ext cx="309563" cy="571500"/>
          </a:xfrm>
          <a:prstGeom prst="ellipse">
            <a:avLst/>
          </a:prstGeom>
          <a:noFill/>
          <a:ln w="38100">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2258" name="Line 36">
            <a:extLst>
              <a:ext uri="{FF2B5EF4-FFF2-40B4-BE49-F238E27FC236}">
                <a16:creationId xmlns:a16="http://schemas.microsoft.com/office/drawing/2014/main" id="{51624181-95A6-446A-9786-FC081DE5BE16}"/>
              </a:ext>
            </a:extLst>
          </p:cNvPr>
          <p:cNvSpPr>
            <a:spLocks noChangeShapeType="1"/>
          </p:cNvSpPr>
          <p:nvPr/>
        </p:nvSpPr>
        <p:spPr bwMode="auto">
          <a:xfrm flipH="1" flipV="1">
            <a:off x="5810250" y="3557708"/>
            <a:ext cx="0" cy="571500"/>
          </a:xfrm>
          <a:prstGeom prst="line">
            <a:avLst/>
          </a:prstGeom>
          <a:noFill/>
          <a:ln w="38100">
            <a:solidFill>
              <a:srgbClr val="FF99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59" name="Line 37">
            <a:extLst>
              <a:ext uri="{FF2B5EF4-FFF2-40B4-BE49-F238E27FC236}">
                <a16:creationId xmlns:a16="http://schemas.microsoft.com/office/drawing/2014/main" id="{766274B6-E979-4110-8496-EF205415B479}"/>
              </a:ext>
            </a:extLst>
          </p:cNvPr>
          <p:cNvSpPr>
            <a:spLocks noChangeShapeType="1"/>
          </p:cNvSpPr>
          <p:nvPr/>
        </p:nvSpPr>
        <p:spPr bwMode="auto">
          <a:xfrm flipH="1" flipV="1">
            <a:off x="5438775" y="2643308"/>
            <a:ext cx="0" cy="628650"/>
          </a:xfrm>
          <a:prstGeom prst="line">
            <a:avLst/>
          </a:prstGeom>
          <a:noFill/>
          <a:ln w="38100">
            <a:solidFill>
              <a:srgbClr val="FF99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60" name="Line 38">
            <a:extLst>
              <a:ext uri="{FF2B5EF4-FFF2-40B4-BE49-F238E27FC236}">
                <a16:creationId xmlns:a16="http://schemas.microsoft.com/office/drawing/2014/main" id="{E286FF19-85F6-41BB-9BDE-89C0B790D9BF}"/>
              </a:ext>
            </a:extLst>
          </p:cNvPr>
          <p:cNvSpPr>
            <a:spLocks noChangeShapeType="1"/>
          </p:cNvSpPr>
          <p:nvPr/>
        </p:nvSpPr>
        <p:spPr bwMode="auto">
          <a:xfrm>
            <a:off x="3952875" y="2643308"/>
            <a:ext cx="1485900" cy="0"/>
          </a:xfrm>
          <a:prstGeom prst="line">
            <a:avLst/>
          </a:prstGeom>
          <a:noFill/>
          <a:ln w="38100">
            <a:solidFill>
              <a:srgbClr val="FF99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61" name="AutoShape 39">
            <a:extLst>
              <a:ext uri="{FF2B5EF4-FFF2-40B4-BE49-F238E27FC236}">
                <a16:creationId xmlns:a16="http://schemas.microsoft.com/office/drawing/2014/main" id="{171BEFB8-3DE3-486E-A06B-21D48C32E68C}"/>
              </a:ext>
            </a:extLst>
          </p:cNvPr>
          <p:cNvSpPr>
            <a:spLocks noChangeArrowheads="1"/>
          </p:cNvSpPr>
          <p:nvPr/>
        </p:nvSpPr>
        <p:spPr bwMode="auto">
          <a:xfrm>
            <a:off x="5376863" y="3271958"/>
            <a:ext cx="123825" cy="457200"/>
          </a:xfrm>
          <a:prstGeom prst="roundRect">
            <a:avLst>
              <a:gd name="adj" fmla="val 50000"/>
            </a:avLst>
          </a:prstGeom>
          <a:noFill/>
          <a:ln w="38100">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2262" name="Line 40">
            <a:extLst>
              <a:ext uri="{FF2B5EF4-FFF2-40B4-BE49-F238E27FC236}">
                <a16:creationId xmlns:a16="http://schemas.microsoft.com/office/drawing/2014/main" id="{853BA7A4-3777-4C33-9240-172B7656B88E}"/>
              </a:ext>
            </a:extLst>
          </p:cNvPr>
          <p:cNvSpPr>
            <a:spLocks noChangeShapeType="1"/>
          </p:cNvSpPr>
          <p:nvPr/>
        </p:nvSpPr>
        <p:spPr bwMode="auto">
          <a:xfrm>
            <a:off x="5686425" y="4129208"/>
            <a:ext cx="123825" cy="0"/>
          </a:xfrm>
          <a:prstGeom prst="line">
            <a:avLst/>
          </a:prstGeom>
          <a:noFill/>
          <a:ln w="38100">
            <a:solidFill>
              <a:srgbClr val="FF99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63" name="AutoShape 41">
            <a:extLst>
              <a:ext uri="{FF2B5EF4-FFF2-40B4-BE49-F238E27FC236}">
                <a16:creationId xmlns:a16="http://schemas.microsoft.com/office/drawing/2014/main" id="{5AE31488-646B-4204-9536-2F67A8ABD099}"/>
              </a:ext>
            </a:extLst>
          </p:cNvPr>
          <p:cNvSpPr>
            <a:spLocks noChangeArrowheads="1"/>
          </p:cNvSpPr>
          <p:nvPr/>
        </p:nvSpPr>
        <p:spPr bwMode="auto">
          <a:xfrm rot="16200000">
            <a:off x="5591175" y="3024308"/>
            <a:ext cx="685800" cy="4953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5011 w 21600"/>
              <a:gd name="T13" fmla="*/ 5011 h 21600"/>
              <a:gd name="T14" fmla="*/ 16589 w 21600"/>
              <a:gd name="T15" fmla="*/ 16589 h 21600"/>
            </a:gdLst>
            <a:ahLst/>
            <a:cxnLst>
              <a:cxn ang="T8">
                <a:pos x="T0" y="T1"/>
              </a:cxn>
              <a:cxn ang="T9">
                <a:pos x="T2" y="T3"/>
              </a:cxn>
              <a:cxn ang="T10">
                <a:pos x="T4" y="T5"/>
              </a:cxn>
              <a:cxn ang="T11">
                <a:pos x="T6" y="T7"/>
              </a:cxn>
            </a:cxnLst>
            <a:rect l="T12" t="T13" r="T14" b="T15"/>
            <a:pathLst>
              <a:path w="21600" h="21600">
                <a:moveTo>
                  <a:pt x="0" y="0"/>
                </a:moveTo>
                <a:lnTo>
                  <a:pt x="6422" y="21600"/>
                </a:lnTo>
                <a:lnTo>
                  <a:pt x="15178" y="21600"/>
                </a:lnTo>
                <a:lnTo>
                  <a:pt x="21600" y="0"/>
                </a:lnTo>
                <a:lnTo>
                  <a:pt x="0" y="0"/>
                </a:lnTo>
                <a:close/>
              </a:path>
            </a:pathLst>
          </a:custGeom>
          <a:noFill/>
          <a:ln w="38100">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52264" name="Line 42">
            <a:extLst>
              <a:ext uri="{FF2B5EF4-FFF2-40B4-BE49-F238E27FC236}">
                <a16:creationId xmlns:a16="http://schemas.microsoft.com/office/drawing/2014/main" id="{3974B4E1-936A-4071-964D-147ED099EC23}"/>
              </a:ext>
            </a:extLst>
          </p:cNvPr>
          <p:cNvSpPr>
            <a:spLocks noChangeShapeType="1"/>
          </p:cNvSpPr>
          <p:nvPr/>
        </p:nvSpPr>
        <p:spPr bwMode="auto">
          <a:xfrm>
            <a:off x="6181725" y="3386258"/>
            <a:ext cx="247650"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65" name="Line 43">
            <a:extLst>
              <a:ext uri="{FF2B5EF4-FFF2-40B4-BE49-F238E27FC236}">
                <a16:creationId xmlns:a16="http://schemas.microsoft.com/office/drawing/2014/main" id="{7E6C8B6C-FDA6-44CF-AAF6-182573DE35C5}"/>
              </a:ext>
            </a:extLst>
          </p:cNvPr>
          <p:cNvSpPr>
            <a:spLocks noChangeShapeType="1"/>
          </p:cNvSpPr>
          <p:nvPr/>
        </p:nvSpPr>
        <p:spPr bwMode="auto">
          <a:xfrm flipH="1" flipV="1">
            <a:off x="6243638" y="3386258"/>
            <a:ext cx="0" cy="57150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66" name="Line 44">
            <a:extLst>
              <a:ext uri="{FF2B5EF4-FFF2-40B4-BE49-F238E27FC236}">
                <a16:creationId xmlns:a16="http://schemas.microsoft.com/office/drawing/2014/main" id="{EE8C5C38-86DE-4858-9967-C20585472A47}"/>
              </a:ext>
            </a:extLst>
          </p:cNvPr>
          <p:cNvSpPr>
            <a:spLocks noChangeShapeType="1"/>
          </p:cNvSpPr>
          <p:nvPr/>
        </p:nvSpPr>
        <p:spPr bwMode="auto">
          <a:xfrm>
            <a:off x="6243637" y="3957758"/>
            <a:ext cx="1176338"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67" name="Line 45">
            <a:extLst>
              <a:ext uri="{FF2B5EF4-FFF2-40B4-BE49-F238E27FC236}">
                <a16:creationId xmlns:a16="http://schemas.microsoft.com/office/drawing/2014/main" id="{2EC5850F-6C18-468C-B3E6-80AC231F4361}"/>
              </a:ext>
            </a:extLst>
          </p:cNvPr>
          <p:cNvSpPr>
            <a:spLocks noChangeShapeType="1"/>
          </p:cNvSpPr>
          <p:nvPr/>
        </p:nvSpPr>
        <p:spPr bwMode="auto">
          <a:xfrm flipH="1" flipV="1">
            <a:off x="7419975" y="3672008"/>
            <a:ext cx="0" cy="28575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68" name="Line 46">
            <a:extLst>
              <a:ext uri="{FF2B5EF4-FFF2-40B4-BE49-F238E27FC236}">
                <a16:creationId xmlns:a16="http://schemas.microsoft.com/office/drawing/2014/main" id="{A2944D02-FDB8-4FFC-AFC9-200EB517DD6B}"/>
              </a:ext>
            </a:extLst>
          </p:cNvPr>
          <p:cNvSpPr>
            <a:spLocks noChangeShapeType="1"/>
          </p:cNvSpPr>
          <p:nvPr/>
        </p:nvSpPr>
        <p:spPr bwMode="auto">
          <a:xfrm flipH="1" flipV="1">
            <a:off x="6986588" y="1157408"/>
            <a:ext cx="0" cy="34290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69" name="Line 47">
            <a:extLst>
              <a:ext uri="{FF2B5EF4-FFF2-40B4-BE49-F238E27FC236}">
                <a16:creationId xmlns:a16="http://schemas.microsoft.com/office/drawing/2014/main" id="{A08D827D-61F3-4CCF-8463-D2FEA39A0AC4}"/>
              </a:ext>
            </a:extLst>
          </p:cNvPr>
          <p:cNvSpPr>
            <a:spLocks noChangeShapeType="1"/>
          </p:cNvSpPr>
          <p:nvPr/>
        </p:nvSpPr>
        <p:spPr bwMode="auto">
          <a:xfrm>
            <a:off x="1228725" y="1157408"/>
            <a:ext cx="5757863"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70" name="Line 48">
            <a:extLst>
              <a:ext uri="{FF2B5EF4-FFF2-40B4-BE49-F238E27FC236}">
                <a16:creationId xmlns:a16="http://schemas.microsoft.com/office/drawing/2014/main" id="{4BC54020-2946-4A1E-B415-C4E832CEDFEB}"/>
              </a:ext>
            </a:extLst>
          </p:cNvPr>
          <p:cNvSpPr>
            <a:spLocks noChangeShapeType="1"/>
          </p:cNvSpPr>
          <p:nvPr/>
        </p:nvSpPr>
        <p:spPr bwMode="auto">
          <a:xfrm flipH="1" flipV="1">
            <a:off x="1166813" y="1157408"/>
            <a:ext cx="0" cy="188595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nvGrpSpPr>
          <p:cNvPr id="2" name="Group 57">
            <a:extLst>
              <a:ext uri="{FF2B5EF4-FFF2-40B4-BE49-F238E27FC236}">
                <a16:creationId xmlns:a16="http://schemas.microsoft.com/office/drawing/2014/main" id="{EC13D2A3-6B22-4B5C-8666-421C4D855B9B}"/>
              </a:ext>
            </a:extLst>
          </p:cNvPr>
          <p:cNvGrpSpPr>
            <a:grpSpLocks/>
          </p:cNvGrpSpPr>
          <p:nvPr/>
        </p:nvGrpSpPr>
        <p:grpSpPr bwMode="auto">
          <a:xfrm>
            <a:off x="4014787" y="2357558"/>
            <a:ext cx="3652838" cy="1428750"/>
            <a:chOff x="2652" y="2064"/>
            <a:chExt cx="3068" cy="1200"/>
          </a:xfrm>
        </p:grpSpPr>
        <p:sp>
          <p:nvSpPr>
            <p:cNvPr id="52279" name="AutoShape 49">
              <a:extLst>
                <a:ext uri="{FF2B5EF4-FFF2-40B4-BE49-F238E27FC236}">
                  <a16:creationId xmlns:a16="http://schemas.microsoft.com/office/drawing/2014/main" id="{C78508A6-8AD5-456D-BEEF-C453F650B8B2}"/>
                </a:ext>
              </a:extLst>
            </p:cNvPr>
            <p:cNvSpPr>
              <a:spLocks noChangeArrowheads="1"/>
            </p:cNvSpPr>
            <p:nvPr/>
          </p:nvSpPr>
          <p:spPr bwMode="auto">
            <a:xfrm>
              <a:off x="5616" y="2880"/>
              <a:ext cx="104" cy="384"/>
            </a:xfrm>
            <a:prstGeom prst="roundRect">
              <a:avLst>
                <a:gd name="adj" fmla="val 50000"/>
              </a:avLst>
            </a:pr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2280" name="Line 50">
              <a:extLst>
                <a:ext uri="{FF2B5EF4-FFF2-40B4-BE49-F238E27FC236}">
                  <a16:creationId xmlns:a16="http://schemas.microsoft.com/office/drawing/2014/main" id="{A7037F17-8AEC-4CEC-9C10-A94CB023EE6C}"/>
                </a:ext>
              </a:extLst>
            </p:cNvPr>
            <p:cNvSpPr>
              <a:spLocks noChangeShapeType="1"/>
            </p:cNvSpPr>
            <p:nvPr/>
          </p:nvSpPr>
          <p:spPr bwMode="auto">
            <a:xfrm>
              <a:off x="2652" y="2064"/>
              <a:ext cx="3016"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81" name="Line 51">
              <a:extLst>
                <a:ext uri="{FF2B5EF4-FFF2-40B4-BE49-F238E27FC236}">
                  <a16:creationId xmlns:a16="http://schemas.microsoft.com/office/drawing/2014/main" id="{1C10D645-A72F-49CB-BFBB-4260D0F6997E}"/>
                </a:ext>
              </a:extLst>
            </p:cNvPr>
            <p:cNvSpPr>
              <a:spLocks noChangeShapeType="1"/>
            </p:cNvSpPr>
            <p:nvPr/>
          </p:nvSpPr>
          <p:spPr bwMode="auto">
            <a:xfrm flipH="1" flipV="1">
              <a:off x="5668" y="2064"/>
              <a:ext cx="0" cy="816"/>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grpSp>
        <p:nvGrpSpPr>
          <p:cNvPr id="3" name="Group 58">
            <a:extLst>
              <a:ext uri="{FF2B5EF4-FFF2-40B4-BE49-F238E27FC236}">
                <a16:creationId xmlns:a16="http://schemas.microsoft.com/office/drawing/2014/main" id="{1F390802-EF18-4F4A-B022-D5FBBF50CC84}"/>
              </a:ext>
            </a:extLst>
          </p:cNvPr>
          <p:cNvGrpSpPr>
            <a:grpSpLocks/>
          </p:cNvGrpSpPr>
          <p:nvPr/>
        </p:nvGrpSpPr>
        <p:grpSpPr bwMode="auto">
          <a:xfrm>
            <a:off x="1290638" y="2814758"/>
            <a:ext cx="6438900" cy="1771650"/>
            <a:chOff x="364" y="2448"/>
            <a:chExt cx="5408" cy="1488"/>
          </a:xfrm>
        </p:grpSpPr>
        <p:sp>
          <p:nvSpPr>
            <p:cNvPr id="52274" name="Rectangle 6">
              <a:extLst>
                <a:ext uri="{FF2B5EF4-FFF2-40B4-BE49-F238E27FC236}">
                  <a16:creationId xmlns:a16="http://schemas.microsoft.com/office/drawing/2014/main" id="{632058D6-E472-451F-BD21-96E69238E989}"/>
                </a:ext>
              </a:extLst>
            </p:cNvPr>
            <p:cNvSpPr>
              <a:spLocks noChangeArrowheads="1"/>
            </p:cNvSpPr>
            <p:nvPr/>
          </p:nvSpPr>
          <p:spPr bwMode="auto">
            <a:xfrm>
              <a:off x="364" y="2448"/>
              <a:ext cx="156" cy="336"/>
            </a:xfrm>
            <a:prstGeom prst="rect">
              <a:avLst/>
            </a:prstGeom>
            <a:noFill/>
            <a:ln w="381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2275" name="Line 52">
              <a:extLst>
                <a:ext uri="{FF2B5EF4-FFF2-40B4-BE49-F238E27FC236}">
                  <a16:creationId xmlns:a16="http://schemas.microsoft.com/office/drawing/2014/main" id="{94755D02-C28D-4DF6-94DF-0E95EEF8595E}"/>
                </a:ext>
              </a:extLst>
            </p:cNvPr>
            <p:cNvSpPr>
              <a:spLocks noChangeShapeType="1"/>
            </p:cNvSpPr>
            <p:nvPr/>
          </p:nvSpPr>
          <p:spPr bwMode="auto">
            <a:xfrm>
              <a:off x="2496" y="3936"/>
              <a:ext cx="3276"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76" name="Line 53">
              <a:extLst>
                <a:ext uri="{FF2B5EF4-FFF2-40B4-BE49-F238E27FC236}">
                  <a16:creationId xmlns:a16="http://schemas.microsoft.com/office/drawing/2014/main" id="{BFFD564A-281F-439A-BCC8-3BF3A34ECD88}"/>
                </a:ext>
              </a:extLst>
            </p:cNvPr>
            <p:cNvSpPr>
              <a:spLocks noChangeShapeType="1"/>
            </p:cNvSpPr>
            <p:nvPr/>
          </p:nvSpPr>
          <p:spPr bwMode="auto">
            <a:xfrm flipH="1" flipV="1">
              <a:off x="5772" y="3072"/>
              <a:ext cx="0" cy="864"/>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77" name="Line 54">
              <a:extLst>
                <a:ext uri="{FF2B5EF4-FFF2-40B4-BE49-F238E27FC236}">
                  <a16:creationId xmlns:a16="http://schemas.microsoft.com/office/drawing/2014/main" id="{A76859A5-04AE-4FE2-B319-A76FCA5730AE}"/>
                </a:ext>
              </a:extLst>
            </p:cNvPr>
            <p:cNvSpPr>
              <a:spLocks noChangeShapeType="1"/>
            </p:cNvSpPr>
            <p:nvPr/>
          </p:nvSpPr>
          <p:spPr bwMode="auto">
            <a:xfrm flipH="1" flipV="1">
              <a:off x="2496" y="3120"/>
              <a:ext cx="0" cy="816"/>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2278" name="Line 55">
              <a:extLst>
                <a:ext uri="{FF2B5EF4-FFF2-40B4-BE49-F238E27FC236}">
                  <a16:creationId xmlns:a16="http://schemas.microsoft.com/office/drawing/2014/main" id="{AEA20B4D-440D-4ED0-8C11-F5D20E725178}"/>
                </a:ext>
              </a:extLst>
            </p:cNvPr>
            <p:cNvSpPr>
              <a:spLocks noChangeShapeType="1"/>
            </p:cNvSpPr>
            <p:nvPr/>
          </p:nvSpPr>
          <p:spPr bwMode="auto">
            <a:xfrm>
              <a:off x="2496" y="3120"/>
              <a:ext cx="156"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sp>
        <p:nvSpPr>
          <p:cNvPr id="58" name="灯片编号占位符 5">
            <a:extLst>
              <a:ext uri="{FF2B5EF4-FFF2-40B4-BE49-F238E27FC236}">
                <a16:creationId xmlns:a16="http://schemas.microsoft.com/office/drawing/2014/main" id="{535C6C15-A164-4B21-A783-4EF91AF2ACB6}"/>
              </a:ext>
            </a:extLst>
          </p:cNvPr>
          <p:cNvSpPr>
            <a:spLocks noGrp="1"/>
          </p:cNvSpPr>
          <p:nvPr>
            <p:ph type="sldNum" sz="quarter" idx="10"/>
          </p:nvPr>
        </p:nvSpPr>
        <p:spPr>
          <a:xfrm>
            <a:off x="6831013" y="4908839"/>
            <a:ext cx="2133600" cy="254794"/>
          </a:xfrm>
        </p:spPr>
        <p:txBody>
          <a:bodyPr/>
          <a:lstStyle/>
          <a:p>
            <a:fld id="{D9B6BDF2-6896-4B98-8776-C18582F63BA5}" type="slidenum">
              <a:rPr lang="zh-TW" altLang="en-US" smtClean="0"/>
              <a:pPr/>
              <a:t>46</a:t>
            </a:fld>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a:extLst>
              <a:ext uri="{FF2B5EF4-FFF2-40B4-BE49-F238E27FC236}">
                <a16:creationId xmlns:a16="http://schemas.microsoft.com/office/drawing/2014/main" id="{A5E58CBA-88DE-4080-BC36-D9F4214431AB}"/>
              </a:ext>
            </a:extLst>
          </p:cNvPr>
          <p:cNvPicPr>
            <a:picLocks noChangeAspect="1" noChangeArrowheads="1"/>
          </p:cNvPicPr>
          <p:nvPr/>
        </p:nvPicPr>
        <p:blipFill>
          <a:blip r:embed="rId3" cstate="print">
            <a:lum contrast="2000"/>
            <a:extLst>
              <a:ext uri="{28A0092B-C50C-407E-A947-70E740481C1C}">
                <a14:useLocalDpi xmlns:a14="http://schemas.microsoft.com/office/drawing/2010/main" val="0"/>
              </a:ext>
            </a:extLst>
          </a:blip>
          <a:srcRect/>
          <a:stretch>
            <a:fillRect/>
          </a:stretch>
        </p:blipFill>
        <p:spPr bwMode="auto">
          <a:xfrm>
            <a:off x="1156097" y="1165092"/>
            <a:ext cx="6686550" cy="3455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pic>
      <p:sp>
        <p:nvSpPr>
          <p:cNvPr id="53251" name="Rectangle 3">
            <a:extLst>
              <a:ext uri="{FF2B5EF4-FFF2-40B4-BE49-F238E27FC236}">
                <a16:creationId xmlns:a16="http://schemas.microsoft.com/office/drawing/2014/main" id="{D921FA2B-C95E-4BD4-BAF1-34A629A202DB}"/>
              </a:ext>
            </a:extLst>
          </p:cNvPr>
          <p:cNvSpPr>
            <a:spLocks noGrp="1" noChangeArrowheads="1"/>
          </p:cNvSpPr>
          <p:nvPr>
            <p:ph type="title"/>
          </p:nvPr>
        </p:nvSpPr>
        <p:spPr>
          <a:xfrm>
            <a:off x="914401" y="145997"/>
            <a:ext cx="6815138" cy="445674"/>
          </a:xfrm>
        </p:spPr>
        <p:txBody>
          <a:bodyPr/>
          <a:lstStyle/>
          <a:p>
            <a:r>
              <a:rPr lang="en-US" altLang="zh-TW" dirty="0"/>
              <a:t>Datapath Operation for </a:t>
            </a:r>
            <a:r>
              <a:rPr lang="en-US" altLang="zh-TW" dirty="0" err="1">
                <a:latin typeface="Courier New" panose="02070309020205020404" pitchFamily="49" charset="0"/>
              </a:rPr>
              <a:t>lw</a:t>
            </a:r>
            <a:endParaRPr lang="en-US" altLang="zh-TW" dirty="0"/>
          </a:p>
        </p:txBody>
      </p:sp>
      <p:sp>
        <p:nvSpPr>
          <p:cNvPr id="53252" name="Rectangle 4">
            <a:extLst>
              <a:ext uri="{FF2B5EF4-FFF2-40B4-BE49-F238E27FC236}">
                <a16:creationId xmlns:a16="http://schemas.microsoft.com/office/drawing/2014/main" id="{E9C77CB3-BE1A-434A-8CDA-8A436A9406C2}"/>
              </a:ext>
            </a:extLst>
          </p:cNvPr>
          <p:cNvSpPr>
            <a:spLocks noGrp="1" noChangeArrowheads="1"/>
          </p:cNvSpPr>
          <p:nvPr>
            <p:ph type="body" idx="1"/>
          </p:nvPr>
        </p:nvSpPr>
        <p:spPr>
          <a:xfrm>
            <a:off x="914400" y="736576"/>
            <a:ext cx="5609345" cy="423713"/>
          </a:xfrm>
        </p:spPr>
        <p:txBody>
          <a:bodyPr/>
          <a:lstStyle/>
          <a:p>
            <a:r>
              <a:rPr lang="en-US" altLang="zh-TW" sz="2000" dirty="0"/>
              <a:t>R[rt]  &lt;-  Memory {R[</a:t>
            </a:r>
            <a:r>
              <a:rPr lang="en-US" altLang="zh-TW" sz="2000" dirty="0" err="1"/>
              <a:t>rs</a:t>
            </a:r>
            <a:r>
              <a:rPr lang="en-US" altLang="zh-TW" sz="2000" dirty="0"/>
              <a:t>] + </a:t>
            </a:r>
            <a:r>
              <a:rPr lang="en-US" altLang="zh-TW" sz="2000" dirty="0" err="1"/>
              <a:t>SignExt</a:t>
            </a:r>
            <a:r>
              <a:rPr lang="en-US" altLang="zh-TW" sz="2000" dirty="0"/>
              <a:t>[imm16]}</a:t>
            </a:r>
          </a:p>
        </p:txBody>
      </p:sp>
      <p:sp>
        <p:nvSpPr>
          <p:cNvPr id="53253" name="Rectangle 6">
            <a:extLst>
              <a:ext uri="{FF2B5EF4-FFF2-40B4-BE49-F238E27FC236}">
                <a16:creationId xmlns:a16="http://schemas.microsoft.com/office/drawing/2014/main" id="{34793242-8F08-48FD-94DA-402FE5B2CA69}"/>
              </a:ext>
            </a:extLst>
          </p:cNvPr>
          <p:cNvSpPr>
            <a:spLocks noChangeArrowheads="1"/>
          </p:cNvSpPr>
          <p:nvPr/>
        </p:nvSpPr>
        <p:spPr bwMode="auto">
          <a:xfrm>
            <a:off x="1290637" y="2822442"/>
            <a:ext cx="185738" cy="400050"/>
          </a:xfrm>
          <a:prstGeom prst="rect">
            <a:avLst/>
          </a:prstGeom>
          <a:noFill/>
          <a:ln w="381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3254" name="Rectangle 7">
            <a:extLst>
              <a:ext uri="{FF2B5EF4-FFF2-40B4-BE49-F238E27FC236}">
                <a16:creationId xmlns:a16="http://schemas.microsoft.com/office/drawing/2014/main" id="{93FD76BF-157A-4A5E-A80D-D7F2F0D1B5BD}"/>
              </a:ext>
            </a:extLst>
          </p:cNvPr>
          <p:cNvSpPr>
            <a:spLocks noChangeArrowheads="1"/>
          </p:cNvSpPr>
          <p:nvPr/>
        </p:nvSpPr>
        <p:spPr bwMode="auto">
          <a:xfrm>
            <a:off x="1724025" y="2879592"/>
            <a:ext cx="866775" cy="800100"/>
          </a:xfrm>
          <a:prstGeom prst="rect">
            <a:avLst/>
          </a:prstGeom>
          <a:noFill/>
          <a:ln w="381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3255" name="AutoShape 8">
            <a:extLst>
              <a:ext uri="{FF2B5EF4-FFF2-40B4-BE49-F238E27FC236}">
                <a16:creationId xmlns:a16="http://schemas.microsoft.com/office/drawing/2014/main" id="{AB53EEA1-771E-482B-957B-31D7089ADBDD}"/>
              </a:ext>
            </a:extLst>
          </p:cNvPr>
          <p:cNvSpPr>
            <a:spLocks noChangeArrowheads="1"/>
          </p:cNvSpPr>
          <p:nvPr/>
        </p:nvSpPr>
        <p:spPr bwMode="auto">
          <a:xfrm rot="16200000">
            <a:off x="1814513" y="1727067"/>
            <a:ext cx="685800" cy="24765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5175 w 21600"/>
              <a:gd name="T13" fmla="*/ 5175 h 21600"/>
              <a:gd name="T14" fmla="*/ 16425 w 21600"/>
              <a:gd name="T15" fmla="*/ 16425 h 21600"/>
            </a:gdLst>
            <a:ahLst/>
            <a:cxnLst>
              <a:cxn ang="T8">
                <a:pos x="T0" y="T1"/>
              </a:cxn>
              <a:cxn ang="T9">
                <a:pos x="T2" y="T3"/>
              </a:cxn>
              <a:cxn ang="T10">
                <a:pos x="T4" y="T5"/>
              </a:cxn>
              <a:cxn ang="T11">
                <a:pos x="T6" y="T7"/>
              </a:cxn>
            </a:cxnLst>
            <a:rect l="T12" t="T13" r="T14" b="T15"/>
            <a:pathLst>
              <a:path w="21600" h="21600">
                <a:moveTo>
                  <a:pt x="0" y="0"/>
                </a:moveTo>
                <a:lnTo>
                  <a:pt x="6750" y="21600"/>
                </a:lnTo>
                <a:lnTo>
                  <a:pt x="14850" y="21600"/>
                </a:lnTo>
                <a:lnTo>
                  <a:pt x="21600" y="0"/>
                </a:lnTo>
                <a:lnTo>
                  <a:pt x="0" y="0"/>
                </a:lnTo>
                <a:close/>
              </a:path>
            </a:pathLst>
          </a:custGeom>
          <a:noFill/>
          <a:ln w="381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53256" name="Line 9">
            <a:extLst>
              <a:ext uri="{FF2B5EF4-FFF2-40B4-BE49-F238E27FC236}">
                <a16:creationId xmlns:a16="http://schemas.microsoft.com/office/drawing/2014/main" id="{CEAB6316-6C65-4066-884A-F09FEB365DB2}"/>
              </a:ext>
            </a:extLst>
          </p:cNvPr>
          <p:cNvSpPr>
            <a:spLocks noChangeShapeType="1"/>
          </p:cNvSpPr>
          <p:nvPr/>
        </p:nvSpPr>
        <p:spPr bwMode="auto">
          <a:xfrm>
            <a:off x="1476375" y="2993892"/>
            <a:ext cx="247650"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57" name="Line 10">
            <a:extLst>
              <a:ext uri="{FF2B5EF4-FFF2-40B4-BE49-F238E27FC236}">
                <a16:creationId xmlns:a16="http://schemas.microsoft.com/office/drawing/2014/main" id="{ABFF7A31-372F-4815-8675-4D3E7278CF7C}"/>
              </a:ext>
            </a:extLst>
          </p:cNvPr>
          <p:cNvSpPr>
            <a:spLocks noChangeShapeType="1"/>
          </p:cNvSpPr>
          <p:nvPr/>
        </p:nvSpPr>
        <p:spPr bwMode="auto">
          <a:xfrm flipH="1" flipV="1">
            <a:off x="1538288" y="1679442"/>
            <a:ext cx="0" cy="137160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58" name="Line 11">
            <a:extLst>
              <a:ext uri="{FF2B5EF4-FFF2-40B4-BE49-F238E27FC236}">
                <a16:creationId xmlns:a16="http://schemas.microsoft.com/office/drawing/2014/main" id="{85C7FFC1-DEA2-42EA-8A22-64B8337E34A3}"/>
              </a:ext>
            </a:extLst>
          </p:cNvPr>
          <p:cNvSpPr>
            <a:spLocks noChangeShapeType="1"/>
          </p:cNvSpPr>
          <p:nvPr/>
        </p:nvSpPr>
        <p:spPr bwMode="auto">
          <a:xfrm>
            <a:off x="1538288" y="1622292"/>
            <a:ext cx="495300"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59" name="Line 12">
            <a:extLst>
              <a:ext uri="{FF2B5EF4-FFF2-40B4-BE49-F238E27FC236}">
                <a16:creationId xmlns:a16="http://schemas.microsoft.com/office/drawing/2014/main" id="{3531639A-C14E-4F5D-A9CC-2B8CBAD2FDF1}"/>
              </a:ext>
            </a:extLst>
          </p:cNvPr>
          <p:cNvSpPr>
            <a:spLocks noChangeShapeType="1"/>
          </p:cNvSpPr>
          <p:nvPr/>
        </p:nvSpPr>
        <p:spPr bwMode="auto">
          <a:xfrm>
            <a:off x="1785938" y="2079492"/>
            <a:ext cx="247650"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60" name="Line 13">
            <a:extLst>
              <a:ext uri="{FF2B5EF4-FFF2-40B4-BE49-F238E27FC236}">
                <a16:creationId xmlns:a16="http://schemas.microsoft.com/office/drawing/2014/main" id="{86283911-73EF-47E6-BEC5-44A2337DD887}"/>
              </a:ext>
            </a:extLst>
          </p:cNvPr>
          <p:cNvSpPr>
            <a:spLocks noChangeShapeType="1"/>
          </p:cNvSpPr>
          <p:nvPr/>
        </p:nvSpPr>
        <p:spPr bwMode="auto">
          <a:xfrm>
            <a:off x="2590800" y="3279642"/>
            <a:ext cx="247650"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61" name="Rectangle 14">
            <a:extLst>
              <a:ext uri="{FF2B5EF4-FFF2-40B4-BE49-F238E27FC236}">
                <a16:creationId xmlns:a16="http://schemas.microsoft.com/office/drawing/2014/main" id="{9EA4EBF6-72F7-4CF9-B154-709DAFCAE1C1}"/>
              </a:ext>
            </a:extLst>
          </p:cNvPr>
          <p:cNvSpPr>
            <a:spLocks noChangeArrowheads="1"/>
          </p:cNvSpPr>
          <p:nvPr/>
        </p:nvSpPr>
        <p:spPr bwMode="auto">
          <a:xfrm>
            <a:off x="4014788" y="2879592"/>
            <a:ext cx="866775" cy="800100"/>
          </a:xfrm>
          <a:prstGeom prst="rect">
            <a:avLst/>
          </a:prstGeom>
          <a:noFill/>
          <a:ln w="381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3262" name="Line 15">
            <a:extLst>
              <a:ext uri="{FF2B5EF4-FFF2-40B4-BE49-F238E27FC236}">
                <a16:creationId xmlns:a16="http://schemas.microsoft.com/office/drawing/2014/main" id="{90ADDD9B-B37A-44C3-9090-7628F7055C18}"/>
              </a:ext>
            </a:extLst>
          </p:cNvPr>
          <p:cNvSpPr>
            <a:spLocks noChangeShapeType="1"/>
          </p:cNvSpPr>
          <p:nvPr/>
        </p:nvSpPr>
        <p:spPr bwMode="auto">
          <a:xfrm>
            <a:off x="2838450" y="2365242"/>
            <a:ext cx="804863"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63" name="Line 16">
            <a:extLst>
              <a:ext uri="{FF2B5EF4-FFF2-40B4-BE49-F238E27FC236}">
                <a16:creationId xmlns:a16="http://schemas.microsoft.com/office/drawing/2014/main" id="{699D064A-3407-48B2-BFB8-F2E0096A3EAF}"/>
              </a:ext>
            </a:extLst>
          </p:cNvPr>
          <p:cNvSpPr>
            <a:spLocks noChangeShapeType="1"/>
          </p:cNvSpPr>
          <p:nvPr/>
        </p:nvSpPr>
        <p:spPr bwMode="auto">
          <a:xfrm>
            <a:off x="2838450" y="3165342"/>
            <a:ext cx="619125"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64" name="Line 17">
            <a:extLst>
              <a:ext uri="{FF2B5EF4-FFF2-40B4-BE49-F238E27FC236}">
                <a16:creationId xmlns:a16="http://schemas.microsoft.com/office/drawing/2014/main" id="{9152E742-D788-4B83-A66C-FCEE94E2E9D6}"/>
              </a:ext>
            </a:extLst>
          </p:cNvPr>
          <p:cNvSpPr>
            <a:spLocks noChangeShapeType="1"/>
          </p:cNvSpPr>
          <p:nvPr/>
        </p:nvSpPr>
        <p:spPr bwMode="auto">
          <a:xfrm>
            <a:off x="2838450" y="2936742"/>
            <a:ext cx="1176338"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65" name="Line 18">
            <a:extLst>
              <a:ext uri="{FF2B5EF4-FFF2-40B4-BE49-F238E27FC236}">
                <a16:creationId xmlns:a16="http://schemas.microsoft.com/office/drawing/2014/main" id="{962228C0-51CA-407A-875C-0AD3B0A2A220}"/>
              </a:ext>
            </a:extLst>
          </p:cNvPr>
          <p:cNvSpPr>
            <a:spLocks noChangeShapeType="1"/>
          </p:cNvSpPr>
          <p:nvPr/>
        </p:nvSpPr>
        <p:spPr bwMode="auto">
          <a:xfrm flipH="1" flipV="1">
            <a:off x="2838450" y="2365242"/>
            <a:ext cx="0" cy="171450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66" name="Oval 19">
            <a:extLst>
              <a:ext uri="{FF2B5EF4-FFF2-40B4-BE49-F238E27FC236}">
                <a16:creationId xmlns:a16="http://schemas.microsoft.com/office/drawing/2014/main" id="{B51EA157-E124-4F0C-9838-DB106CCEF78B}"/>
              </a:ext>
            </a:extLst>
          </p:cNvPr>
          <p:cNvSpPr>
            <a:spLocks noChangeArrowheads="1"/>
          </p:cNvSpPr>
          <p:nvPr/>
        </p:nvSpPr>
        <p:spPr bwMode="auto">
          <a:xfrm>
            <a:off x="3643312" y="1965192"/>
            <a:ext cx="309563" cy="857250"/>
          </a:xfrm>
          <a:prstGeom prst="ellipse">
            <a:avLst/>
          </a:pr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3267" name="Line 20">
            <a:extLst>
              <a:ext uri="{FF2B5EF4-FFF2-40B4-BE49-F238E27FC236}">
                <a16:creationId xmlns:a16="http://schemas.microsoft.com/office/drawing/2014/main" id="{9E4C3FBB-2EC3-4974-B138-5B5C4EBE0299}"/>
              </a:ext>
            </a:extLst>
          </p:cNvPr>
          <p:cNvSpPr>
            <a:spLocks noChangeShapeType="1"/>
          </p:cNvSpPr>
          <p:nvPr/>
        </p:nvSpPr>
        <p:spPr bwMode="auto">
          <a:xfrm>
            <a:off x="2281237" y="1793742"/>
            <a:ext cx="2786063"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68" name="Line 21">
            <a:extLst>
              <a:ext uri="{FF2B5EF4-FFF2-40B4-BE49-F238E27FC236}">
                <a16:creationId xmlns:a16="http://schemas.microsoft.com/office/drawing/2014/main" id="{7F8F1319-CDE0-4520-AAF6-37EB7225B4EF}"/>
              </a:ext>
            </a:extLst>
          </p:cNvPr>
          <p:cNvSpPr>
            <a:spLocks noChangeShapeType="1"/>
          </p:cNvSpPr>
          <p:nvPr/>
        </p:nvSpPr>
        <p:spPr bwMode="auto">
          <a:xfrm>
            <a:off x="2838450" y="4022592"/>
            <a:ext cx="1733550"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69" name="Line 22">
            <a:extLst>
              <a:ext uri="{FF2B5EF4-FFF2-40B4-BE49-F238E27FC236}">
                <a16:creationId xmlns:a16="http://schemas.microsoft.com/office/drawing/2014/main" id="{A27F32F1-B681-43B5-B373-5D8FFC9DAC96}"/>
              </a:ext>
            </a:extLst>
          </p:cNvPr>
          <p:cNvSpPr>
            <a:spLocks noChangeShapeType="1"/>
          </p:cNvSpPr>
          <p:nvPr/>
        </p:nvSpPr>
        <p:spPr bwMode="auto">
          <a:xfrm>
            <a:off x="4881562" y="3051042"/>
            <a:ext cx="804863"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70" name="Line 23">
            <a:extLst>
              <a:ext uri="{FF2B5EF4-FFF2-40B4-BE49-F238E27FC236}">
                <a16:creationId xmlns:a16="http://schemas.microsoft.com/office/drawing/2014/main" id="{F38396D5-C008-4902-9479-4B1EA62E4CBF}"/>
              </a:ext>
            </a:extLst>
          </p:cNvPr>
          <p:cNvSpPr>
            <a:spLocks noChangeShapeType="1"/>
          </p:cNvSpPr>
          <p:nvPr/>
        </p:nvSpPr>
        <p:spPr bwMode="auto">
          <a:xfrm>
            <a:off x="4881562" y="4022592"/>
            <a:ext cx="309563"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71" name="Line 24">
            <a:extLst>
              <a:ext uri="{FF2B5EF4-FFF2-40B4-BE49-F238E27FC236}">
                <a16:creationId xmlns:a16="http://schemas.microsoft.com/office/drawing/2014/main" id="{AE8328C4-226C-4C48-90ED-F918418D7419}"/>
              </a:ext>
            </a:extLst>
          </p:cNvPr>
          <p:cNvSpPr>
            <a:spLocks noChangeShapeType="1"/>
          </p:cNvSpPr>
          <p:nvPr/>
        </p:nvSpPr>
        <p:spPr bwMode="auto">
          <a:xfrm>
            <a:off x="5500687" y="3508242"/>
            <a:ext cx="185738"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72" name="Line 25">
            <a:extLst>
              <a:ext uri="{FF2B5EF4-FFF2-40B4-BE49-F238E27FC236}">
                <a16:creationId xmlns:a16="http://schemas.microsoft.com/office/drawing/2014/main" id="{C218D8C9-B218-46CA-83DE-E4C9EE16881F}"/>
              </a:ext>
            </a:extLst>
          </p:cNvPr>
          <p:cNvSpPr>
            <a:spLocks noChangeShapeType="1"/>
          </p:cNvSpPr>
          <p:nvPr/>
        </p:nvSpPr>
        <p:spPr bwMode="auto">
          <a:xfrm flipH="1" flipV="1">
            <a:off x="5067300" y="1336542"/>
            <a:ext cx="0" cy="45720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73" name="Line 26">
            <a:extLst>
              <a:ext uri="{FF2B5EF4-FFF2-40B4-BE49-F238E27FC236}">
                <a16:creationId xmlns:a16="http://schemas.microsoft.com/office/drawing/2014/main" id="{15D1A247-5706-4D29-89A0-E36AC87E6825}"/>
              </a:ext>
            </a:extLst>
          </p:cNvPr>
          <p:cNvSpPr>
            <a:spLocks noChangeShapeType="1"/>
          </p:cNvSpPr>
          <p:nvPr/>
        </p:nvSpPr>
        <p:spPr bwMode="auto">
          <a:xfrm>
            <a:off x="5067300" y="1336542"/>
            <a:ext cx="1671638"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74" name="Line 27">
            <a:extLst>
              <a:ext uri="{FF2B5EF4-FFF2-40B4-BE49-F238E27FC236}">
                <a16:creationId xmlns:a16="http://schemas.microsoft.com/office/drawing/2014/main" id="{6C70E0F0-0ED4-442D-BB7E-136849EF7928}"/>
              </a:ext>
            </a:extLst>
          </p:cNvPr>
          <p:cNvSpPr>
            <a:spLocks noChangeShapeType="1"/>
          </p:cNvSpPr>
          <p:nvPr/>
        </p:nvSpPr>
        <p:spPr bwMode="auto">
          <a:xfrm>
            <a:off x="3952875" y="2479542"/>
            <a:ext cx="1114425"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75" name="Line 28">
            <a:extLst>
              <a:ext uri="{FF2B5EF4-FFF2-40B4-BE49-F238E27FC236}">
                <a16:creationId xmlns:a16="http://schemas.microsoft.com/office/drawing/2014/main" id="{A5E6D46A-82A9-4C43-B019-4CEC01FFD54B}"/>
              </a:ext>
            </a:extLst>
          </p:cNvPr>
          <p:cNvSpPr>
            <a:spLocks noChangeShapeType="1"/>
          </p:cNvSpPr>
          <p:nvPr/>
        </p:nvSpPr>
        <p:spPr bwMode="auto">
          <a:xfrm flipH="1" flipV="1">
            <a:off x="5067300" y="2479542"/>
            <a:ext cx="0" cy="20574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76" name="Line 29">
            <a:extLst>
              <a:ext uri="{FF2B5EF4-FFF2-40B4-BE49-F238E27FC236}">
                <a16:creationId xmlns:a16="http://schemas.microsoft.com/office/drawing/2014/main" id="{41B9BB55-9AD9-44C7-8E98-4B6220A48AED}"/>
              </a:ext>
            </a:extLst>
          </p:cNvPr>
          <p:cNvSpPr>
            <a:spLocks noChangeShapeType="1"/>
          </p:cNvSpPr>
          <p:nvPr/>
        </p:nvSpPr>
        <p:spPr bwMode="auto">
          <a:xfrm>
            <a:off x="5067300" y="4536942"/>
            <a:ext cx="4953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77" name="Line 30">
            <a:extLst>
              <a:ext uri="{FF2B5EF4-FFF2-40B4-BE49-F238E27FC236}">
                <a16:creationId xmlns:a16="http://schemas.microsoft.com/office/drawing/2014/main" id="{97154A41-4E6D-4C32-87D4-AA87544ACE87}"/>
              </a:ext>
            </a:extLst>
          </p:cNvPr>
          <p:cNvSpPr>
            <a:spLocks noChangeShapeType="1"/>
          </p:cNvSpPr>
          <p:nvPr/>
        </p:nvSpPr>
        <p:spPr bwMode="auto">
          <a:xfrm flipV="1">
            <a:off x="5562600" y="4365492"/>
            <a:ext cx="0" cy="17145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78" name="Oval 31">
            <a:extLst>
              <a:ext uri="{FF2B5EF4-FFF2-40B4-BE49-F238E27FC236}">
                <a16:creationId xmlns:a16="http://schemas.microsoft.com/office/drawing/2014/main" id="{11F50FAF-E8CB-4B89-BE6C-D4602F3CF9B4}"/>
              </a:ext>
            </a:extLst>
          </p:cNvPr>
          <p:cNvSpPr>
            <a:spLocks noChangeArrowheads="1"/>
          </p:cNvSpPr>
          <p:nvPr/>
        </p:nvSpPr>
        <p:spPr bwMode="auto">
          <a:xfrm>
            <a:off x="5376862" y="3851142"/>
            <a:ext cx="309563" cy="571500"/>
          </a:xfrm>
          <a:prstGeom prst="ellipse">
            <a:avLst/>
          </a:pr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3279" name="Line 32">
            <a:extLst>
              <a:ext uri="{FF2B5EF4-FFF2-40B4-BE49-F238E27FC236}">
                <a16:creationId xmlns:a16="http://schemas.microsoft.com/office/drawing/2014/main" id="{C832C8E2-9DB1-4E07-8FFB-51EAD159190A}"/>
              </a:ext>
            </a:extLst>
          </p:cNvPr>
          <p:cNvSpPr>
            <a:spLocks noChangeShapeType="1"/>
          </p:cNvSpPr>
          <p:nvPr/>
        </p:nvSpPr>
        <p:spPr bwMode="auto">
          <a:xfrm flipH="1" flipV="1">
            <a:off x="5810250" y="3565392"/>
            <a:ext cx="0" cy="5715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80" name="Line 33">
            <a:extLst>
              <a:ext uri="{FF2B5EF4-FFF2-40B4-BE49-F238E27FC236}">
                <a16:creationId xmlns:a16="http://schemas.microsoft.com/office/drawing/2014/main" id="{65370D64-D51B-43A3-B798-019F4056E682}"/>
              </a:ext>
            </a:extLst>
          </p:cNvPr>
          <p:cNvSpPr>
            <a:spLocks noChangeShapeType="1"/>
          </p:cNvSpPr>
          <p:nvPr/>
        </p:nvSpPr>
        <p:spPr bwMode="auto">
          <a:xfrm flipH="1" flipV="1">
            <a:off x="5438775" y="2650992"/>
            <a:ext cx="0" cy="62865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81" name="Line 34">
            <a:extLst>
              <a:ext uri="{FF2B5EF4-FFF2-40B4-BE49-F238E27FC236}">
                <a16:creationId xmlns:a16="http://schemas.microsoft.com/office/drawing/2014/main" id="{1D25E057-DF84-46F2-8D38-81E81375F163}"/>
              </a:ext>
            </a:extLst>
          </p:cNvPr>
          <p:cNvSpPr>
            <a:spLocks noChangeShapeType="1"/>
          </p:cNvSpPr>
          <p:nvPr/>
        </p:nvSpPr>
        <p:spPr bwMode="auto">
          <a:xfrm>
            <a:off x="3952875" y="2650992"/>
            <a:ext cx="14859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82" name="AutoShape 35">
            <a:extLst>
              <a:ext uri="{FF2B5EF4-FFF2-40B4-BE49-F238E27FC236}">
                <a16:creationId xmlns:a16="http://schemas.microsoft.com/office/drawing/2014/main" id="{D53FD642-8A72-4EB2-AE52-85A36DB155AD}"/>
              </a:ext>
            </a:extLst>
          </p:cNvPr>
          <p:cNvSpPr>
            <a:spLocks noChangeArrowheads="1"/>
          </p:cNvSpPr>
          <p:nvPr/>
        </p:nvSpPr>
        <p:spPr bwMode="auto">
          <a:xfrm>
            <a:off x="5376863" y="3279642"/>
            <a:ext cx="123825" cy="457200"/>
          </a:xfrm>
          <a:prstGeom prst="roundRect">
            <a:avLst>
              <a:gd name="adj" fmla="val 50000"/>
            </a:avLst>
          </a:pr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3283" name="Line 36">
            <a:extLst>
              <a:ext uri="{FF2B5EF4-FFF2-40B4-BE49-F238E27FC236}">
                <a16:creationId xmlns:a16="http://schemas.microsoft.com/office/drawing/2014/main" id="{A7B39B1F-DF7C-43FF-8D83-AD6EDA2CC6B3}"/>
              </a:ext>
            </a:extLst>
          </p:cNvPr>
          <p:cNvSpPr>
            <a:spLocks noChangeShapeType="1"/>
          </p:cNvSpPr>
          <p:nvPr/>
        </p:nvSpPr>
        <p:spPr bwMode="auto">
          <a:xfrm>
            <a:off x="5686425" y="4136892"/>
            <a:ext cx="123825"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84" name="AutoShape 37">
            <a:extLst>
              <a:ext uri="{FF2B5EF4-FFF2-40B4-BE49-F238E27FC236}">
                <a16:creationId xmlns:a16="http://schemas.microsoft.com/office/drawing/2014/main" id="{06185776-1383-46E5-BC0B-FAB916FBFEA4}"/>
              </a:ext>
            </a:extLst>
          </p:cNvPr>
          <p:cNvSpPr>
            <a:spLocks noChangeArrowheads="1"/>
          </p:cNvSpPr>
          <p:nvPr/>
        </p:nvSpPr>
        <p:spPr bwMode="auto">
          <a:xfrm rot="16200000">
            <a:off x="5591175" y="3031992"/>
            <a:ext cx="685800" cy="4953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5011 w 21600"/>
              <a:gd name="T13" fmla="*/ 5011 h 21600"/>
              <a:gd name="T14" fmla="*/ 16589 w 21600"/>
              <a:gd name="T15" fmla="*/ 16589 h 21600"/>
            </a:gdLst>
            <a:ahLst/>
            <a:cxnLst>
              <a:cxn ang="T8">
                <a:pos x="T0" y="T1"/>
              </a:cxn>
              <a:cxn ang="T9">
                <a:pos x="T2" y="T3"/>
              </a:cxn>
              <a:cxn ang="T10">
                <a:pos x="T4" y="T5"/>
              </a:cxn>
              <a:cxn ang="T11">
                <a:pos x="T6" y="T7"/>
              </a:cxn>
            </a:cxnLst>
            <a:rect l="T12" t="T13" r="T14" b="T15"/>
            <a:pathLst>
              <a:path w="21600" h="21600">
                <a:moveTo>
                  <a:pt x="0" y="0"/>
                </a:moveTo>
                <a:lnTo>
                  <a:pt x="6422" y="21600"/>
                </a:lnTo>
                <a:lnTo>
                  <a:pt x="15178" y="21600"/>
                </a:lnTo>
                <a:lnTo>
                  <a:pt x="21600" y="0"/>
                </a:lnTo>
                <a:lnTo>
                  <a:pt x="0" y="0"/>
                </a:lnTo>
                <a:close/>
              </a:path>
            </a:pathLst>
          </a:custGeom>
          <a:noFill/>
          <a:ln w="381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53285" name="Line 38">
            <a:extLst>
              <a:ext uri="{FF2B5EF4-FFF2-40B4-BE49-F238E27FC236}">
                <a16:creationId xmlns:a16="http://schemas.microsoft.com/office/drawing/2014/main" id="{E1F28A2B-0251-4CDD-8111-2DE7B0BC43FD}"/>
              </a:ext>
            </a:extLst>
          </p:cNvPr>
          <p:cNvSpPr>
            <a:spLocks noChangeShapeType="1"/>
          </p:cNvSpPr>
          <p:nvPr/>
        </p:nvSpPr>
        <p:spPr bwMode="auto">
          <a:xfrm>
            <a:off x="6181725" y="3393942"/>
            <a:ext cx="247650"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86" name="Line 39">
            <a:extLst>
              <a:ext uri="{FF2B5EF4-FFF2-40B4-BE49-F238E27FC236}">
                <a16:creationId xmlns:a16="http://schemas.microsoft.com/office/drawing/2014/main" id="{16B784C1-C1D9-4982-BD7C-50DA23C927E9}"/>
              </a:ext>
            </a:extLst>
          </p:cNvPr>
          <p:cNvSpPr>
            <a:spLocks noChangeShapeType="1"/>
          </p:cNvSpPr>
          <p:nvPr/>
        </p:nvSpPr>
        <p:spPr bwMode="auto">
          <a:xfrm flipH="1" flipV="1">
            <a:off x="6986588" y="1165092"/>
            <a:ext cx="0" cy="34290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87" name="Line 40">
            <a:extLst>
              <a:ext uri="{FF2B5EF4-FFF2-40B4-BE49-F238E27FC236}">
                <a16:creationId xmlns:a16="http://schemas.microsoft.com/office/drawing/2014/main" id="{0B4E58E1-6DE7-41C2-8111-C26486B95FB0}"/>
              </a:ext>
            </a:extLst>
          </p:cNvPr>
          <p:cNvSpPr>
            <a:spLocks noChangeShapeType="1"/>
          </p:cNvSpPr>
          <p:nvPr/>
        </p:nvSpPr>
        <p:spPr bwMode="auto">
          <a:xfrm>
            <a:off x="1228725" y="1165092"/>
            <a:ext cx="5757863"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88" name="Line 41">
            <a:extLst>
              <a:ext uri="{FF2B5EF4-FFF2-40B4-BE49-F238E27FC236}">
                <a16:creationId xmlns:a16="http://schemas.microsoft.com/office/drawing/2014/main" id="{8DD4F88C-762F-449A-B364-262BC0A69891}"/>
              </a:ext>
            </a:extLst>
          </p:cNvPr>
          <p:cNvSpPr>
            <a:spLocks noChangeShapeType="1"/>
          </p:cNvSpPr>
          <p:nvPr/>
        </p:nvSpPr>
        <p:spPr bwMode="auto">
          <a:xfrm flipH="1" flipV="1">
            <a:off x="1166813" y="1165092"/>
            <a:ext cx="0" cy="188595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89" name="AutoShape 42">
            <a:extLst>
              <a:ext uri="{FF2B5EF4-FFF2-40B4-BE49-F238E27FC236}">
                <a16:creationId xmlns:a16="http://schemas.microsoft.com/office/drawing/2014/main" id="{78C72429-D1CF-45BD-B6E0-5CB1583F9843}"/>
              </a:ext>
            </a:extLst>
          </p:cNvPr>
          <p:cNvSpPr>
            <a:spLocks noChangeArrowheads="1"/>
          </p:cNvSpPr>
          <p:nvPr/>
        </p:nvSpPr>
        <p:spPr bwMode="auto">
          <a:xfrm>
            <a:off x="7543800" y="3336792"/>
            <a:ext cx="123825" cy="457200"/>
          </a:xfrm>
          <a:prstGeom prst="roundRect">
            <a:avLst>
              <a:gd name="adj" fmla="val 50000"/>
            </a:avLst>
          </a:pr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3290" name="Line 43">
            <a:extLst>
              <a:ext uri="{FF2B5EF4-FFF2-40B4-BE49-F238E27FC236}">
                <a16:creationId xmlns:a16="http://schemas.microsoft.com/office/drawing/2014/main" id="{D4D89D64-6795-48F7-8003-CCEF4D2A74DC}"/>
              </a:ext>
            </a:extLst>
          </p:cNvPr>
          <p:cNvSpPr>
            <a:spLocks noChangeShapeType="1"/>
          </p:cNvSpPr>
          <p:nvPr/>
        </p:nvSpPr>
        <p:spPr bwMode="auto">
          <a:xfrm>
            <a:off x="4014788" y="2365242"/>
            <a:ext cx="3590925"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91" name="Line 44">
            <a:extLst>
              <a:ext uri="{FF2B5EF4-FFF2-40B4-BE49-F238E27FC236}">
                <a16:creationId xmlns:a16="http://schemas.microsoft.com/office/drawing/2014/main" id="{483873A3-7ED5-4899-A932-C818C71E8C98}"/>
              </a:ext>
            </a:extLst>
          </p:cNvPr>
          <p:cNvSpPr>
            <a:spLocks noChangeShapeType="1"/>
          </p:cNvSpPr>
          <p:nvPr/>
        </p:nvSpPr>
        <p:spPr bwMode="auto">
          <a:xfrm flipH="1" flipV="1">
            <a:off x="7605713" y="2365242"/>
            <a:ext cx="0" cy="97155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92" name="Line 45">
            <a:extLst>
              <a:ext uri="{FF2B5EF4-FFF2-40B4-BE49-F238E27FC236}">
                <a16:creationId xmlns:a16="http://schemas.microsoft.com/office/drawing/2014/main" id="{08CC37FC-3D6E-410C-AFA3-25DD186289AF}"/>
              </a:ext>
            </a:extLst>
          </p:cNvPr>
          <p:cNvSpPr>
            <a:spLocks noChangeShapeType="1"/>
          </p:cNvSpPr>
          <p:nvPr/>
        </p:nvSpPr>
        <p:spPr bwMode="auto">
          <a:xfrm>
            <a:off x="3829050" y="4594092"/>
            <a:ext cx="3900488"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93" name="Line 46">
            <a:extLst>
              <a:ext uri="{FF2B5EF4-FFF2-40B4-BE49-F238E27FC236}">
                <a16:creationId xmlns:a16="http://schemas.microsoft.com/office/drawing/2014/main" id="{34F6DF4D-05CA-4CF7-83E9-A0BE5A2BDCB5}"/>
              </a:ext>
            </a:extLst>
          </p:cNvPr>
          <p:cNvSpPr>
            <a:spLocks noChangeShapeType="1"/>
          </p:cNvSpPr>
          <p:nvPr/>
        </p:nvSpPr>
        <p:spPr bwMode="auto">
          <a:xfrm flipH="1" flipV="1">
            <a:off x="7729538" y="3565392"/>
            <a:ext cx="0" cy="102870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94" name="Line 47">
            <a:extLst>
              <a:ext uri="{FF2B5EF4-FFF2-40B4-BE49-F238E27FC236}">
                <a16:creationId xmlns:a16="http://schemas.microsoft.com/office/drawing/2014/main" id="{54705DFD-8B1C-453A-B6D5-7810F9D061B3}"/>
              </a:ext>
            </a:extLst>
          </p:cNvPr>
          <p:cNvSpPr>
            <a:spLocks noChangeShapeType="1"/>
          </p:cNvSpPr>
          <p:nvPr/>
        </p:nvSpPr>
        <p:spPr bwMode="auto">
          <a:xfrm flipH="1" flipV="1">
            <a:off x="3829050" y="3622542"/>
            <a:ext cx="0" cy="97155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95" name="Line 48">
            <a:extLst>
              <a:ext uri="{FF2B5EF4-FFF2-40B4-BE49-F238E27FC236}">
                <a16:creationId xmlns:a16="http://schemas.microsoft.com/office/drawing/2014/main" id="{78CFEC8E-77C2-4010-96BE-226A29923D7F}"/>
              </a:ext>
            </a:extLst>
          </p:cNvPr>
          <p:cNvSpPr>
            <a:spLocks noChangeShapeType="1"/>
          </p:cNvSpPr>
          <p:nvPr/>
        </p:nvSpPr>
        <p:spPr bwMode="auto">
          <a:xfrm>
            <a:off x="3829050" y="3622542"/>
            <a:ext cx="185738"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96" name="Line 49">
            <a:extLst>
              <a:ext uri="{FF2B5EF4-FFF2-40B4-BE49-F238E27FC236}">
                <a16:creationId xmlns:a16="http://schemas.microsoft.com/office/drawing/2014/main" id="{504FF0A9-DB0A-4949-8BDB-D05E20FEE442}"/>
              </a:ext>
            </a:extLst>
          </p:cNvPr>
          <p:cNvSpPr>
            <a:spLocks noChangeShapeType="1"/>
          </p:cNvSpPr>
          <p:nvPr/>
        </p:nvSpPr>
        <p:spPr bwMode="auto">
          <a:xfrm>
            <a:off x="3457575" y="3279642"/>
            <a:ext cx="185738"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97" name="Line 50">
            <a:extLst>
              <a:ext uri="{FF2B5EF4-FFF2-40B4-BE49-F238E27FC236}">
                <a16:creationId xmlns:a16="http://schemas.microsoft.com/office/drawing/2014/main" id="{7DCF64EC-F5F0-4E5F-8E09-D4FE3EF06413}"/>
              </a:ext>
            </a:extLst>
          </p:cNvPr>
          <p:cNvSpPr>
            <a:spLocks noChangeShapeType="1"/>
          </p:cNvSpPr>
          <p:nvPr/>
        </p:nvSpPr>
        <p:spPr bwMode="auto">
          <a:xfrm>
            <a:off x="3767138" y="3393942"/>
            <a:ext cx="247650"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298" name="AutoShape 51">
            <a:extLst>
              <a:ext uri="{FF2B5EF4-FFF2-40B4-BE49-F238E27FC236}">
                <a16:creationId xmlns:a16="http://schemas.microsoft.com/office/drawing/2014/main" id="{EF050E77-E72B-495C-8E32-1D0A7F307209}"/>
              </a:ext>
            </a:extLst>
          </p:cNvPr>
          <p:cNvSpPr>
            <a:spLocks noChangeArrowheads="1"/>
          </p:cNvSpPr>
          <p:nvPr/>
        </p:nvSpPr>
        <p:spPr bwMode="auto">
          <a:xfrm>
            <a:off x="3643313" y="3222492"/>
            <a:ext cx="123825" cy="457200"/>
          </a:xfrm>
          <a:prstGeom prst="roundRect">
            <a:avLst>
              <a:gd name="adj" fmla="val 50000"/>
            </a:avLst>
          </a:pr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3299" name="Line 52">
            <a:extLst>
              <a:ext uri="{FF2B5EF4-FFF2-40B4-BE49-F238E27FC236}">
                <a16:creationId xmlns:a16="http://schemas.microsoft.com/office/drawing/2014/main" id="{16298AB7-7AD7-4CCE-BE74-D156EDC4DA55}"/>
              </a:ext>
            </a:extLst>
          </p:cNvPr>
          <p:cNvSpPr>
            <a:spLocks noChangeShapeType="1"/>
          </p:cNvSpPr>
          <p:nvPr/>
        </p:nvSpPr>
        <p:spPr bwMode="auto">
          <a:xfrm>
            <a:off x="2776538" y="1850892"/>
            <a:ext cx="123825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300" name="Line 53">
            <a:extLst>
              <a:ext uri="{FF2B5EF4-FFF2-40B4-BE49-F238E27FC236}">
                <a16:creationId xmlns:a16="http://schemas.microsoft.com/office/drawing/2014/main" id="{4EB86E89-CA54-4DE2-A795-2D46B8BCEDFF}"/>
              </a:ext>
            </a:extLst>
          </p:cNvPr>
          <p:cNvSpPr>
            <a:spLocks noChangeShapeType="1"/>
          </p:cNvSpPr>
          <p:nvPr/>
        </p:nvSpPr>
        <p:spPr bwMode="auto">
          <a:xfrm>
            <a:off x="2744391" y="3736842"/>
            <a:ext cx="9906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301" name="Line 54">
            <a:extLst>
              <a:ext uri="{FF2B5EF4-FFF2-40B4-BE49-F238E27FC236}">
                <a16:creationId xmlns:a16="http://schemas.microsoft.com/office/drawing/2014/main" id="{D485C84D-EE81-4A00-BB14-9EC3075BEC50}"/>
              </a:ext>
            </a:extLst>
          </p:cNvPr>
          <p:cNvSpPr>
            <a:spLocks noChangeShapeType="1"/>
          </p:cNvSpPr>
          <p:nvPr/>
        </p:nvSpPr>
        <p:spPr bwMode="auto">
          <a:xfrm flipH="1" flipV="1">
            <a:off x="2776538" y="1850892"/>
            <a:ext cx="0" cy="188595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302" name="Line 55">
            <a:extLst>
              <a:ext uri="{FF2B5EF4-FFF2-40B4-BE49-F238E27FC236}">
                <a16:creationId xmlns:a16="http://schemas.microsoft.com/office/drawing/2014/main" id="{A81713C2-4A25-4BFF-9A1C-06313EC1A163}"/>
              </a:ext>
            </a:extLst>
          </p:cNvPr>
          <p:cNvSpPr>
            <a:spLocks noChangeShapeType="1"/>
          </p:cNvSpPr>
          <p:nvPr/>
        </p:nvSpPr>
        <p:spPr bwMode="auto">
          <a:xfrm flipV="1">
            <a:off x="4014788" y="1850892"/>
            <a:ext cx="0" cy="17145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303" name="Line 56">
            <a:extLst>
              <a:ext uri="{FF2B5EF4-FFF2-40B4-BE49-F238E27FC236}">
                <a16:creationId xmlns:a16="http://schemas.microsoft.com/office/drawing/2014/main" id="{9A208EE4-35B3-4DAA-83E3-0462302263E0}"/>
              </a:ext>
            </a:extLst>
          </p:cNvPr>
          <p:cNvSpPr>
            <a:spLocks noChangeShapeType="1"/>
          </p:cNvSpPr>
          <p:nvPr/>
        </p:nvSpPr>
        <p:spPr bwMode="auto">
          <a:xfrm flipH="1" flipV="1">
            <a:off x="3457575" y="3165342"/>
            <a:ext cx="0" cy="11430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304" name="Line 57">
            <a:extLst>
              <a:ext uri="{FF2B5EF4-FFF2-40B4-BE49-F238E27FC236}">
                <a16:creationId xmlns:a16="http://schemas.microsoft.com/office/drawing/2014/main" id="{0C69A738-B7FC-4511-A5E0-01D376BC13F5}"/>
              </a:ext>
            </a:extLst>
          </p:cNvPr>
          <p:cNvSpPr>
            <a:spLocks noChangeShapeType="1"/>
          </p:cNvSpPr>
          <p:nvPr/>
        </p:nvSpPr>
        <p:spPr bwMode="auto">
          <a:xfrm>
            <a:off x="3890963" y="2022342"/>
            <a:ext cx="123825"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305" name="Line 58">
            <a:extLst>
              <a:ext uri="{FF2B5EF4-FFF2-40B4-BE49-F238E27FC236}">
                <a16:creationId xmlns:a16="http://schemas.microsoft.com/office/drawing/2014/main" id="{F8D34D2D-C171-4173-88FC-C0CB4D07ECD2}"/>
              </a:ext>
            </a:extLst>
          </p:cNvPr>
          <p:cNvSpPr>
            <a:spLocks noChangeShapeType="1"/>
          </p:cNvSpPr>
          <p:nvPr/>
        </p:nvSpPr>
        <p:spPr bwMode="auto">
          <a:xfrm>
            <a:off x="5191125" y="3622542"/>
            <a:ext cx="185738"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306" name="Oval 59">
            <a:extLst>
              <a:ext uri="{FF2B5EF4-FFF2-40B4-BE49-F238E27FC236}">
                <a16:creationId xmlns:a16="http://schemas.microsoft.com/office/drawing/2014/main" id="{07D86950-D5EC-4F1D-9B4A-6B3ACFB8BDAD}"/>
              </a:ext>
            </a:extLst>
          </p:cNvPr>
          <p:cNvSpPr>
            <a:spLocks noChangeArrowheads="1"/>
          </p:cNvSpPr>
          <p:nvPr/>
        </p:nvSpPr>
        <p:spPr bwMode="auto">
          <a:xfrm>
            <a:off x="4633913" y="3736842"/>
            <a:ext cx="247650" cy="571500"/>
          </a:xfrm>
          <a:prstGeom prst="ellipse">
            <a:avLst/>
          </a:prstGeom>
          <a:noFill/>
          <a:ln w="38100">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3307" name="Line 60">
            <a:extLst>
              <a:ext uri="{FF2B5EF4-FFF2-40B4-BE49-F238E27FC236}">
                <a16:creationId xmlns:a16="http://schemas.microsoft.com/office/drawing/2014/main" id="{47886E02-DE29-4CD4-866A-ABB63D99771C}"/>
              </a:ext>
            </a:extLst>
          </p:cNvPr>
          <p:cNvSpPr>
            <a:spLocks noChangeShapeType="1"/>
          </p:cNvSpPr>
          <p:nvPr/>
        </p:nvSpPr>
        <p:spPr bwMode="auto">
          <a:xfrm flipH="1" flipV="1">
            <a:off x="5191125" y="3622542"/>
            <a:ext cx="0" cy="40005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308" name="Line 61">
            <a:extLst>
              <a:ext uri="{FF2B5EF4-FFF2-40B4-BE49-F238E27FC236}">
                <a16:creationId xmlns:a16="http://schemas.microsoft.com/office/drawing/2014/main" id="{20453256-4B5D-4FE3-B891-B2AF56FBBDE8}"/>
              </a:ext>
            </a:extLst>
          </p:cNvPr>
          <p:cNvSpPr>
            <a:spLocks noChangeShapeType="1"/>
          </p:cNvSpPr>
          <p:nvPr/>
        </p:nvSpPr>
        <p:spPr bwMode="auto">
          <a:xfrm flipV="1">
            <a:off x="3643312" y="3679692"/>
            <a:ext cx="61913" cy="5715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309" name="Line 62">
            <a:extLst>
              <a:ext uri="{FF2B5EF4-FFF2-40B4-BE49-F238E27FC236}">
                <a16:creationId xmlns:a16="http://schemas.microsoft.com/office/drawing/2014/main" id="{4D2F0F00-2457-4B4A-808F-A2325A7652E2}"/>
              </a:ext>
            </a:extLst>
          </p:cNvPr>
          <p:cNvSpPr>
            <a:spLocks noChangeShapeType="1"/>
          </p:cNvSpPr>
          <p:nvPr/>
        </p:nvSpPr>
        <p:spPr bwMode="auto">
          <a:xfrm>
            <a:off x="7358062" y="3393942"/>
            <a:ext cx="185738"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3310" name="Rectangle 63">
            <a:extLst>
              <a:ext uri="{FF2B5EF4-FFF2-40B4-BE49-F238E27FC236}">
                <a16:creationId xmlns:a16="http://schemas.microsoft.com/office/drawing/2014/main" id="{F35F03F1-AEAB-49B5-ACA6-875FF734493E}"/>
              </a:ext>
            </a:extLst>
          </p:cNvPr>
          <p:cNvSpPr>
            <a:spLocks noChangeArrowheads="1"/>
          </p:cNvSpPr>
          <p:nvPr/>
        </p:nvSpPr>
        <p:spPr bwMode="auto">
          <a:xfrm>
            <a:off x="6491288" y="3108192"/>
            <a:ext cx="866775" cy="800100"/>
          </a:xfrm>
          <a:prstGeom prst="rect">
            <a:avLst/>
          </a:prstGeom>
          <a:noFill/>
          <a:ln w="381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3311" name="Line 64">
            <a:extLst>
              <a:ext uri="{FF2B5EF4-FFF2-40B4-BE49-F238E27FC236}">
                <a16:creationId xmlns:a16="http://schemas.microsoft.com/office/drawing/2014/main" id="{F604A1B0-0D43-4BDD-AC69-739BDBBBFF75}"/>
              </a:ext>
            </a:extLst>
          </p:cNvPr>
          <p:cNvSpPr>
            <a:spLocks noChangeShapeType="1"/>
          </p:cNvSpPr>
          <p:nvPr/>
        </p:nvSpPr>
        <p:spPr bwMode="auto">
          <a:xfrm>
            <a:off x="1166812" y="2993892"/>
            <a:ext cx="185738"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5" name="灯片编号占位符 5">
            <a:extLst>
              <a:ext uri="{FF2B5EF4-FFF2-40B4-BE49-F238E27FC236}">
                <a16:creationId xmlns:a16="http://schemas.microsoft.com/office/drawing/2014/main" id="{4DAE92F2-B875-43C8-AED3-F90553158EA5}"/>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47</a:t>
            </a:fld>
            <a:endParaRPr lang="zh-TW"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a:extLst>
              <a:ext uri="{FF2B5EF4-FFF2-40B4-BE49-F238E27FC236}">
                <a16:creationId xmlns:a16="http://schemas.microsoft.com/office/drawing/2014/main" id="{1C7EEC59-C166-491A-955B-653838EC4D2D}"/>
              </a:ext>
            </a:extLst>
          </p:cNvPr>
          <p:cNvPicPr>
            <a:picLocks noChangeAspect="1" noChangeArrowheads="1"/>
          </p:cNvPicPr>
          <p:nvPr/>
        </p:nvPicPr>
        <p:blipFill>
          <a:blip r:embed="rId3" cstate="print">
            <a:lum contrast="2000"/>
            <a:extLst>
              <a:ext uri="{28A0092B-C50C-407E-A947-70E740481C1C}">
                <a14:useLocalDpi xmlns:a14="http://schemas.microsoft.com/office/drawing/2010/main" val="0"/>
              </a:ext>
            </a:extLst>
          </a:blip>
          <a:srcRect/>
          <a:stretch>
            <a:fillRect/>
          </a:stretch>
        </p:blipFill>
        <p:spPr bwMode="auto">
          <a:xfrm>
            <a:off x="1166813" y="1345407"/>
            <a:ext cx="6686550" cy="3455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pic>
      <p:sp>
        <p:nvSpPr>
          <p:cNvPr id="54275" name="Rectangle 3">
            <a:extLst>
              <a:ext uri="{FF2B5EF4-FFF2-40B4-BE49-F238E27FC236}">
                <a16:creationId xmlns:a16="http://schemas.microsoft.com/office/drawing/2014/main" id="{0D749137-2125-4230-981F-8894180AA819}"/>
              </a:ext>
            </a:extLst>
          </p:cNvPr>
          <p:cNvSpPr>
            <a:spLocks noGrp="1" noChangeArrowheads="1"/>
          </p:cNvSpPr>
          <p:nvPr>
            <p:ph type="title"/>
          </p:nvPr>
        </p:nvSpPr>
        <p:spPr>
          <a:xfrm>
            <a:off x="945137" y="222837"/>
            <a:ext cx="6784402" cy="345781"/>
          </a:xfrm>
        </p:spPr>
        <p:txBody>
          <a:bodyPr/>
          <a:lstStyle/>
          <a:p>
            <a:r>
              <a:rPr lang="en-US" altLang="zh-TW" dirty="0"/>
              <a:t>Datapath Operation for </a:t>
            </a:r>
            <a:r>
              <a:rPr lang="en-US" altLang="zh-TW" dirty="0" err="1">
                <a:latin typeface="Courier New" panose="02070309020205020404" pitchFamily="49" charset="0"/>
              </a:rPr>
              <a:t>beq</a:t>
            </a:r>
            <a:endParaRPr lang="en-US" altLang="zh-TW" dirty="0">
              <a:latin typeface="Courier New" panose="02070309020205020404" pitchFamily="49" charset="0"/>
            </a:endParaRPr>
          </a:p>
        </p:txBody>
      </p:sp>
      <p:sp>
        <p:nvSpPr>
          <p:cNvPr id="54276" name="Rectangle 4">
            <a:extLst>
              <a:ext uri="{FF2B5EF4-FFF2-40B4-BE49-F238E27FC236}">
                <a16:creationId xmlns:a16="http://schemas.microsoft.com/office/drawing/2014/main" id="{2ECA190B-4D31-4176-9311-F97820AC4CF1}"/>
              </a:ext>
            </a:extLst>
          </p:cNvPr>
          <p:cNvSpPr>
            <a:spLocks noGrp="1" noChangeArrowheads="1"/>
          </p:cNvSpPr>
          <p:nvPr>
            <p:ph type="body" idx="1"/>
          </p:nvPr>
        </p:nvSpPr>
        <p:spPr>
          <a:xfrm>
            <a:off x="979715" y="759628"/>
            <a:ext cx="5874443" cy="462133"/>
          </a:xfrm>
        </p:spPr>
        <p:txBody>
          <a:bodyPr/>
          <a:lstStyle/>
          <a:p>
            <a:pPr>
              <a:buFont typeface="Wingdings" panose="05000000000000000000" pitchFamily="2" charset="2"/>
              <a:buNone/>
            </a:pPr>
            <a:r>
              <a:rPr lang="en-US" altLang="zh-TW" sz="1400" dirty="0"/>
              <a:t>if (R[</a:t>
            </a:r>
            <a:r>
              <a:rPr lang="en-US" altLang="zh-TW" sz="1400" dirty="0" err="1"/>
              <a:t>rs</a:t>
            </a:r>
            <a:r>
              <a:rPr lang="en-US" altLang="zh-TW" sz="1400" dirty="0"/>
              <a:t>]-R[rt]==0) then Zero&lt;-1 else  Zero&lt;-0</a:t>
            </a:r>
          </a:p>
          <a:p>
            <a:pPr>
              <a:buFont typeface="Wingdings" panose="05000000000000000000" pitchFamily="2" charset="2"/>
              <a:buNone/>
            </a:pPr>
            <a:r>
              <a:rPr lang="en-US" altLang="zh-TW" sz="1400" dirty="0"/>
              <a:t>if (Zero==1) then PC=PC+4+signExt[imm16]*4;  else  PC = PC + 4</a:t>
            </a:r>
          </a:p>
        </p:txBody>
      </p:sp>
      <p:sp>
        <p:nvSpPr>
          <p:cNvPr id="54277" name="Rectangle 6">
            <a:extLst>
              <a:ext uri="{FF2B5EF4-FFF2-40B4-BE49-F238E27FC236}">
                <a16:creationId xmlns:a16="http://schemas.microsoft.com/office/drawing/2014/main" id="{DCECC673-AFD6-4CA3-AB29-4A4E02E716FC}"/>
              </a:ext>
            </a:extLst>
          </p:cNvPr>
          <p:cNvSpPr>
            <a:spLocks noChangeArrowheads="1"/>
          </p:cNvSpPr>
          <p:nvPr/>
        </p:nvSpPr>
        <p:spPr bwMode="auto">
          <a:xfrm>
            <a:off x="1301353" y="3002756"/>
            <a:ext cx="185738" cy="400050"/>
          </a:xfrm>
          <a:prstGeom prst="rect">
            <a:avLst/>
          </a:prstGeom>
          <a:noFill/>
          <a:ln w="381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4278" name="Rectangle 7">
            <a:extLst>
              <a:ext uri="{FF2B5EF4-FFF2-40B4-BE49-F238E27FC236}">
                <a16:creationId xmlns:a16="http://schemas.microsoft.com/office/drawing/2014/main" id="{3162F20E-D209-4201-920D-5441D3605F3A}"/>
              </a:ext>
            </a:extLst>
          </p:cNvPr>
          <p:cNvSpPr>
            <a:spLocks noChangeArrowheads="1"/>
          </p:cNvSpPr>
          <p:nvPr/>
        </p:nvSpPr>
        <p:spPr bwMode="auto">
          <a:xfrm>
            <a:off x="1724025" y="3059906"/>
            <a:ext cx="866775" cy="800100"/>
          </a:xfrm>
          <a:prstGeom prst="rect">
            <a:avLst/>
          </a:prstGeom>
          <a:noFill/>
          <a:ln w="381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4279" name="AutoShape 8">
            <a:extLst>
              <a:ext uri="{FF2B5EF4-FFF2-40B4-BE49-F238E27FC236}">
                <a16:creationId xmlns:a16="http://schemas.microsoft.com/office/drawing/2014/main" id="{68A95FCE-DFC3-4A9D-8DCA-26995C09A35C}"/>
              </a:ext>
            </a:extLst>
          </p:cNvPr>
          <p:cNvSpPr>
            <a:spLocks noChangeArrowheads="1"/>
          </p:cNvSpPr>
          <p:nvPr/>
        </p:nvSpPr>
        <p:spPr bwMode="auto">
          <a:xfrm rot="16200000">
            <a:off x="1814513" y="1907381"/>
            <a:ext cx="685800" cy="24765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5175 w 21600"/>
              <a:gd name="T13" fmla="*/ 5175 h 21600"/>
              <a:gd name="T14" fmla="*/ 16425 w 21600"/>
              <a:gd name="T15" fmla="*/ 16425 h 21600"/>
            </a:gdLst>
            <a:ahLst/>
            <a:cxnLst>
              <a:cxn ang="T8">
                <a:pos x="T0" y="T1"/>
              </a:cxn>
              <a:cxn ang="T9">
                <a:pos x="T2" y="T3"/>
              </a:cxn>
              <a:cxn ang="T10">
                <a:pos x="T4" y="T5"/>
              </a:cxn>
              <a:cxn ang="T11">
                <a:pos x="T6" y="T7"/>
              </a:cxn>
            </a:cxnLst>
            <a:rect l="T12" t="T13" r="T14" b="T15"/>
            <a:pathLst>
              <a:path w="21600" h="21600">
                <a:moveTo>
                  <a:pt x="0" y="0"/>
                </a:moveTo>
                <a:lnTo>
                  <a:pt x="6750" y="21600"/>
                </a:lnTo>
                <a:lnTo>
                  <a:pt x="14850" y="21600"/>
                </a:lnTo>
                <a:lnTo>
                  <a:pt x="21600" y="0"/>
                </a:lnTo>
                <a:lnTo>
                  <a:pt x="0" y="0"/>
                </a:lnTo>
                <a:close/>
              </a:path>
            </a:pathLst>
          </a:custGeom>
          <a:noFill/>
          <a:ln w="381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54280" name="Line 9">
            <a:extLst>
              <a:ext uri="{FF2B5EF4-FFF2-40B4-BE49-F238E27FC236}">
                <a16:creationId xmlns:a16="http://schemas.microsoft.com/office/drawing/2014/main" id="{56FE3D57-C056-482B-9E9A-008CAE838F6F}"/>
              </a:ext>
            </a:extLst>
          </p:cNvPr>
          <p:cNvSpPr>
            <a:spLocks noChangeShapeType="1"/>
          </p:cNvSpPr>
          <p:nvPr/>
        </p:nvSpPr>
        <p:spPr bwMode="auto">
          <a:xfrm>
            <a:off x="1476375" y="3174206"/>
            <a:ext cx="247650"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281" name="Line 10">
            <a:extLst>
              <a:ext uri="{FF2B5EF4-FFF2-40B4-BE49-F238E27FC236}">
                <a16:creationId xmlns:a16="http://schemas.microsoft.com/office/drawing/2014/main" id="{CDA4D343-0936-4171-8965-1554F0D968C5}"/>
              </a:ext>
            </a:extLst>
          </p:cNvPr>
          <p:cNvSpPr>
            <a:spLocks noChangeShapeType="1"/>
          </p:cNvSpPr>
          <p:nvPr/>
        </p:nvSpPr>
        <p:spPr bwMode="auto">
          <a:xfrm flipH="1" flipV="1">
            <a:off x="1538288" y="1859756"/>
            <a:ext cx="0" cy="137160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282" name="Line 11">
            <a:extLst>
              <a:ext uri="{FF2B5EF4-FFF2-40B4-BE49-F238E27FC236}">
                <a16:creationId xmlns:a16="http://schemas.microsoft.com/office/drawing/2014/main" id="{EC8BE9BA-11F4-4853-9427-8408EDDD7E38}"/>
              </a:ext>
            </a:extLst>
          </p:cNvPr>
          <p:cNvSpPr>
            <a:spLocks noChangeShapeType="1"/>
          </p:cNvSpPr>
          <p:nvPr/>
        </p:nvSpPr>
        <p:spPr bwMode="auto">
          <a:xfrm>
            <a:off x="1538288" y="1802606"/>
            <a:ext cx="495300"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283" name="Line 12">
            <a:extLst>
              <a:ext uri="{FF2B5EF4-FFF2-40B4-BE49-F238E27FC236}">
                <a16:creationId xmlns:a16="http://schemas.microsoft.com/office/drawing/2014/main" id="{BFCABE43-9772-4D9A-ADCC-54E8F773D4C2}"/>
              </a:ext>
            </a:extLst>
          </p:cNvPr>
          <p:cNvSpPr>
            <a:spLocks noChangeShapeType="1"/>
          </p:cNvSpPr>
          <p:nvPr/>
        </p:nvSpPr>
        <p:spPr bwMode="auto">
          <a:xfrm>
            <a:off x="1785938" y="2259806"/>
            <a:ext cx="247650"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284" name="Line 13">
            <a:extLst>
              <a:ext uri="{FF2B5EF4-FFF2-40B4-BE49-F238E27FC236}">
                <a16:creationId xmlns:a16="http://schemas.microsoft.com/office/drawing/2014/main" id="{B25200ED-35B0-424E-BABF-C643035E6A97}"/>
              </a:ext>
            </a:extLst>
          </p:cNvPr>
          <p:cNvSpPr>
            <a:spLocks noChangeShapeType="1"/>
          </p:cNvSpPr>
          <p:nvPr/>
        </p:nvSpPr>
        <p:spPr bwMode="auto">
          <a:xfrm>
            <a:off x="2590800" y="3459956"/>
            <a:ext cx="247650"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285" name="Rectangle 14">
            <a:extLst>
              <a:ext uri="{FF2B5EF4-FFF2-40B4-BE49-F238E27FC236}">
                <a16:creationId xmlns:a16="http://schemas.microsoft.com/office/drawing/2014/main" id="{240BAE93-4C7C-49C4-8D0E-E1661205CAC5}"/>
              </a:ext>
            </a:extLst>
          </p:cNvPr>
          <p:cNvSpPr>
            <a:spLocks noChangeArrowheads="1"/>
          </p:cNvSpPr>
          <p:nvPr/>
        </p:nvSpPr>
        <p:spPr bwMode="auto">
          <a:xfrm>
            <a:off x="4014788" y="3059906"/>
            <a:ext cx="866775" cy="800100"/>
          </a:xfrm>
          <a:prstGeom prst="rect">
            <a:avLst/>
          </a:prstGeom>
          <a:noFill/>
          <a:ln w="381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4286" name="Line 15">
            <a:extLst>
              <a:ext uri="{FF2B5EF4-FFF2-40B4-BE49-F238E27FC236}">
                <a16:creationId xmlns:a16="http://schemas.microsoft.com/office/drawing/2014/main" id="{8B114AC9-7FA5-4976-802A-83F5A6786951}"/>
              </a:ext>
            </a:extLst>
          </p:cNvPr>
          <p:cNvSpPr>
            <a:spLocks noChangeShapeType="1"/>
          </p:cNvSpPr>
          <p:nvPr/>
        </p:nvSpPr>
        <p:spPr bwMode="auto">
          <a:xfrm>
            <a:off x="2838450" y="2545556"/>
            <a:ext cx="804863"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287" name="Line 16">
            <a:extLst>
              <a:ext uri="{FF2B5EF4-FFF2-40B4-BE49-F238E27FC236}">
                <a16:creationId xmlns:a16="http://schemas.microsoft.com/office/drawing/2014/main" id="{4EC05FF8-67AB-459B-A0D4-B8F0A9456842}"/>
              </a:ext>
            </a:extLst>
          </p:cNvPr>
          <p:cNvSpPr>
            <a:spLocks noChangeShapeType="1"/>
          </p:cNvSpPr>
          <p:nvPr/>
        </p:nvSpPr>
        <p:spPr bwMode="auto">
          <a:xfrm>
            <a:off x="2838450" y="3345657"/>
            <a:ext cx="1176338" cy="26194"/>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288" name="Line 17">
            <a:extLst>
              <a:ext uri="{FF2B5EF4-FFF2-40B4-BE49-F238E27FC236}">
                <a16:creationId xmlns:a16="http://schemas.microsoft.com/office/drawing/2014/main" id="{7059F6F7-293B-4DD7-8366-D8BC3DCB9078}"/>
              </a:ext>
            </a:extLst>
          </p:cNvPr>
          <p:cNvSpPr>
            <a:spLocks noChangeShapeType="1"/>
          </p:cNvSpPr>
          <p:nvPr/>
        </p:nvSpPr>
        <p:spPr bwMode="auto">
          <a:xfrm>
            <a:off x="2838450" y="3117056"/>
            <a:ext cx="1176338"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289" name="Line 18">
            <a:extLst>
              <a:ext uri="{FF2B5EF4-FFF2-40B4-BE49-F238E27FC236}">
                <a16:creationId xmlns:a16="http://schemas.microsoft.com/office/drawing/2014/main" id="{CAB6BF30-6796-4211-A1A6-3E23BD41019F}"/>
              </a:ext>
            </a:extLst>
          </p:cNvPr>
          <p:cNvSpPr>
            <a:spLocks noChangeShapeType="1"/>
          </p:cNvSpPr>
          <p:nvPr/>
        </p:nvSpPr>
        <p:spPr bwMode="auto">
          <a:xfrm flipH="1" flipV="1">
            <a:off x="2838450" y="2545556"/>
            <a:ext cx="0" cy="171450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290" name="Oval 19">
            <a:extLst>
              <a:ext uri="{FF2B5EF4-FFF2-40B4-BE49-F238E27FC236}">
                <a16:creationId xmlns:a16="http://schemas.microsoft.com/office/drawing/2014/main" id="{14904610-6431-4BB5-BD3C-C87B3D6A2E53}"/>
              </a:ext>
            </a:extLst>
          </p:cNvPr>
          <p:cNvSpPr>
            <a:spLocks noChangeArrowheads="1"/>
          </p:cNvSpPr>
          <p:nvPr/>
        </p:nvSpPr>
        <p:spPr bwMode="auto">
          <a:xfrm>
            <a:off x="3664744" y="2145506"/>
            <a:ext cx="309563" cy="857250"/>
          </a:xfrm>
          <a:prstGeom prst="ellipse">
            <a:avLst/>
          </a:pr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4291" name="Line 20">
            <a:extLst>
              <a:ext uri="{FF2B5EF4-FFF2-40B4-BE49-F238E27FC236}">
                <a16:creationId xmlns:a16="http://schemas.microsoft.com/office/drawing/2014/main" id="{5E7EA85E-B221-4DAF-9761-E28EFC3380F6}"/>
              </a:ext>
            </a:extLst>
          </p:cNvPr>
          <p:cNvSpPr>
            <a:spLocks noChangeShapeType="1"/>
          </p:cNvSpPr>
          <p:nvPr/>
        </p:nvSpPr>
        <p:spPr bwMode="auto">
          <a:xfrm>
            <a:off x="2281237" y="1943100"/>
            <a:ext cx="2786063"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292" name="Line 21">
            <a:extLst>
              <a:ext uri="{FF2B5EF4-FFF2-40B4-BE49-F238E27FC236}">
                <a16:creationId xmlns:a16="http://schemas.microsoft.com/office/drawing/2014/main" id="{ACC368B3-9B82-4771-BE4A-7E49C1303D88}"/>
              </a:ext>
            </a:extLst>
          </p:cNvPr>
          <p:cNvSpPr>
            <a:spLocks noChangeShapeType="1"/>
          </p:cNvSpPr>
          <p:nvPr/>
        </p:nvSpPr>
        <p:spPr bwMode="auto">
          <a:xfrm>
            <a:off x="2838450" y="4202906"/>
            <a:ext cx="1733550"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293" name="Line 22">
            <a:extLst>
              <a:ext uri="{FF2B5EF4-FFF2-40B4-BE49-F238E27FC236}">
                <a16:creationId xmlns:a16="http://schemas.microsoft.com/office/drawing/2014/main" id="{7E1FE6BE-5F5C-4ABE-A5FD-5C659C24B45F}"/>
              </a:ext>
            </a:extLst>
          </p:cNvPr>
          <p:cNvSpPr>
            <a:spLocks noChangeShapeType="1"/>
          </p:cNvSpPr>
          <p:nvPr/>
        </p:nvSpPr>
        <p:spPr bwMode="auto">
          <a:xfrm>
            <a:off x="4881562" y="3231356"/>
            <a:ext cx="804863"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294" name="Line 23">
            <a:extLst>
              <a:ext uri="{FF2B5EF4-FFF2-40B4-BE49-F238E27FC236}">
                <a16:creationId xmlns:a16="http://schemas.microsoft.com/office/drawing/2014/main" id="{2969FD0F-989E-4C5A-98D5-9DD2680EDFF9}"/>
              </a:ext>
            </a:extLst>
          </p:cNvPr>
          <p:cNvSpPr>
            <a:spLocks noChangeShapeType="1"/>
          </p:cNvSpPr>
          <p:nvPr/>
        </p:nvSpPr>
        <p:spPr bwMode="auto">
          <a:xfrm>
            <a:off x="4881562" y="4202906"/>
            <a:ext cx="309563"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295" name="Line 24">
            <a:extLst>
              <a:ext uri="{FF2B5EF4-FFF2-40B4-BE49-F238E27FC236}">
                <a16:creationId xmlns:a16="http://schemas.microsoft.com/office/drawing/2014/main" id="{C8FD301E-514C-4BE7-9B9E-B3CBF8F2E3C6}"/>
              </a:ext>
            </a:extLst>
          </p:cNvPr>
          <p:cNvSpPr>
            <a:spLocks noChangeShapeType="1"/>
          </p:cNvSpPr>
          <p:nvPr/>
        </p:nvSpPr>
        <p:spPr bwMode="auto">
          <a:xfrm>
            <a:off x="5500687" y="3688556"/>
            <a:ext cx="185738"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296" name="Line 25">
            <a:extLst>
              <a:ext uri="{FF2B5EF4-FFF2-40B4-BE49-F238E27FC236}">
                <a16:creationId xmlns:a16="http://schemas.microsoft.com/office/drawing/2014/main" id="{9B7081B9-786B-4D30-BDEF-27BC471907DD}"/>
              </a:ext>
            </a:extLst>
          </p:cNvPr>
          <p:cNvSpPr>
            <a:spLocks noChangeShapeType="1"/>
          </p:cNvSpPr>
          <p:nvPr/>
        </p:nvSpPr>
        <p:spPr bwMode="auto">
          <a:xfrm flipH="1" flipV="1">
            <a:off x="5099447" y="1516856"/>
            <a:ext cx="0" cy="45720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297" name="Line 26">
            <a:extLst>
              <a:ext uri="{FF2B5EF4-FFF2-40B4-BE49-F238E27FC236}">
                <a16:creationId xmlns:a16="http://schemas.microsoft.com/office/drawing/2014/main" id="{E9CD502A-62C1-4563-BABF-029A5CF19F22}"/>
              </a:ext>
            </a:extLst>
          </p:cNvPr>
          <p:cNvSpPr>
            <a:spLocks noChangeShapeType="1"/>
          </p:cNvSpPr>
          <p:nvPr/>
        </p:nvSpPr>
        <p:spPr bwMode="auto">
          <a:xfrm>
            <a:off x="5067300" y="1516856"/>
            <a:ext cx="1671638"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298" name="Line 27">
            <a:extLst>
              <a:ext uri="{FF2B5EF4-FFF2-40B4-BE49-F238E27FC236}">
                <a16:creationId xmlns:a16="http://schemas.microsoft.com/office/drawing/2014/main" id="{5F429A70-99C7-4514-A39B-95332A333F02}"/>
              </a:ext>
            </a:extLst>
          </p:cNvPr>
          <p:cNvSpPr>
            <a:spLocks noChangeShapeType="1"/>
          </p:cNvSpPr>
          <p:nvPr/>
        </p:nvSpPr>
        <p:spPr bwMode="auto">
          <a:xfrm>
            <a:off x="3952875" y="2659856"/>
            <a:ext cx="1114425"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299" name="Line 28">
            <a:extLst>
              <a:ext uri="{FF2B5EF4-FFF2-40B4-BE49-F238E27FC236}">
                <a16:creationId xmlns:a16="http://schemas.microsoft.com/office/drawing/2014/main" id="{8EBC1908-8CA9-4F1F-B991-5B87BB7D8D82}"/>
              </a:ext>
            </a:extLst>
          </p:cNvPr>
          <p:cNvSpPr>
            <a:spLocks noChangeShapeType="1"/>
          </p:cNvSpPr>
          <p:nvPr/>
        </p:nvSpPr>
        <p:spPr bwMode="auto">
          <a:xfrm flipH="1" flipV="1">
            <a:off x="5088731" y="2659856"/>
            <a:ext cx="0" cy="20574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00" name="Line 29">
            <a:extLst>
              <a:ext uri="{FF2B5EF4-FFF2-40B4-BE49-F238E27FC236}">
                <a16:creationId xmlns:a16="http://schemas.microsoft.com/office/drawing/2014/main" id="{C21217CE-215E-47D8-B677-B52E6B9457D1}"/>
              </a:ext>
            </a:extLst>
          </p:cNvPr>
          <p:cNvSpPr>
            <a:spLocks noChangeShapeType="1"/>
          </p:cNvSpPr>
          <p:nvPr/>
        </p:nvSpPr>
        <p:spPr bwMode="auto">
          <a:xfrm>
            <a:off x="5067300" y="4717256"/>
            <a:ext cx="4953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01" name="Line 30">
            <a:extLst>
              <a:ext uri="{FF2B5EF4-FFF2-40B4-BE49-F238E27FC236}">
                <a16:creationId xmlns:a16="http://schemas.microsoft.com/office/drawing/2014/main" id="{6F43CDDD-CDD9-43B1-931B-7F79DBD0005F}"/>
              </a:ext>
            </a:extLst>
          </p:cNvPr>
          <p:cNvSpPr>
            <a:spLocks noChangeShapeType="1"/>
          </p:cNvSpPr>
          <p:nvPr/>
        </p:nvSpPr>
        <p:spPr bwMode="auto">
          <a:xfrm flipV="1">
            <a:off x="5562600" y="4545806"/>
            <a:ext cx="0" cy="17145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02" name="Oval 31">
            <a:extLst>
              <a:ext uri="{FF2B5EF4-FFF2-40B4-BE49-F238E27FC236}">
                <a16:creationId xmlns:a16="http://schemas.microsoft.com/office/drawing/2014/main" id="{9044A7CB-3CDF-49DB-8EE9-B2CB96C9F788}"/>
              </a:ext>
            </a:extLst>
          </p:cNvPr>
          <p:cNvSpPr>
            <a:spLocks noChangeArrowheads="1"/>
          </p:cNvSpPr>
          <p:nvPr/>
        </p:nvSpPr>
        <p:spPr bwMode="auto">
          <a:xfrm>
            <a:off x="5376862" y="4031456"/>
            <a:ext cx="309563" cy="571500"/>
          </a:xfrm>
          <a:prstGeom prst="ellipse">
            <a:avLst/>
          </a:pr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4303" name="Line 32">
            <a:extLst>
              <a:ext uri="{FF2B5EF4-FFF2-40B4-BE49-F238E27FC236}">
                <a16:creationId xmlns:a16="http://schemas.microsoft.com/office/drawing/2014/main" id="{D4CB6C87-25B9-460C-8914-FA4E20B713DA}"/>
              </a:ext>
            </a:extLst>
          </p:cNvPr>
          <p:cNvSpPr>
            <a:spLocks noChangeShapeType="1"/>
          </p:cNvSpPr>
          <p:nvPr/>
        </p:nvSpPr>
        <p:spPr bwMode="auto">
          <a:xfrm flipH="1" flipV="1">
            <a:off x="5810250" y="3745706"/>
            <a:ext cx="0" cy="5715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04" name="Line 33">
            <a:extLst>
              <a:ext uri="{FF2B5EF4-FFF2-40B4-BE49-F238E27FC236}">
                <a16:creationId xmlns:a16="http://schemas.microsoft.com/office/drawing/2014/main" id="{DC7161C5-4E77-4197-A408-5C4FA90D8A01}"/>
              </a:ext>
            </a:extLst>
          </p:cNvPr>
          <p:cNvSpPr>
            <a:spLocks noChangeShapeType="1"/>
          </p:cNvSpPr>
          <p:nvPr/>
        </p:nvSpPr>
        <p:spPr bwMode="auto">
          <a:xfrm flipH="1" flipV="1">
            <a:off x="5438775" y="2831306"/>
            <a:ext cx="0" cy="62865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05" name="Line 34">
            <a:extLst>
              <a:ext uri="{FF2B5EF4-FFF2-40B4-BE49-F238E27FC236}">
                <a16:creationId xmlns:a16="http://schemas.microsoft.com/office/drawing/2014/main" id="{7E98331D-53F5-40B4-BCFF-8332E393F836}"/>
              </a:ext>
            </a:extLst>
          </p:cNvPr>
          <p:cNvSpPr>
            <a:spLocks noChangeShapeType="1"/>
          </p:cNvSpPr>
          <p:nvPr/>
        </p:nvSpPr>
        <p:spPr bwMode="auto">
          <a:xfrm>
            <a:off x="3952875" y="2831306"/>
            <a:ext cx="14859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06" name="AutoShape 35">
            <a:extLst>
              <a:ext uri="{FF2B5EF4-FFF2-40B4-BE49-F238E27FC236}">
                <a16:creationId xmlns:a16="http://schemas.microsoft.com/office/drawing/2014/main" id="{FC8F19FD-31FD-443F-B60D-F9925A760261}"/>
              </a:ext>
            </a:extLst>
          </p:cNvPr>
          <p:cNvSpPr>
            <a:spLocks noChangeArrowheads="1"/>
          </p:cNvSpPr>
          <p:nvPr/>
        </p:nvSpPr>
        <p:spPr bwMode="auto">
          <a:xfrm>
            <a:off x="5376863" y="3459956"/>
            <a:ext cx="123825" cy="457200"/>
          </a:xfrm>
          <a:prstGeom prst="roundRect">
            <a:avLst>
              <a:gd name="adj" fmla="val 50000"/>
            </a:avLst>
          </a:pr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4307" name="Line 36">
            <a:extLst>
              <a:ext uri="{FF2B5EF4-FFF2-40B4-BE49-F238E27FC236}">
                <a16:creationId xmlns:a16="http://schemas.microsoft.com/office/drawing/2014/main" id="{D55213F3-DF93-49E3-8C96-A656F7642BAB}"/>
              </a:ext>
            </a:extLst>
          </p:cNvPr>
          <p:cNvSpPr>
            <a:spLocks noChangeShapeType="1"/>
          </p:cNvSpPr>
          <p:nvPr/>
        </p:nvSpPr>
        <p:spPr bwMode="auto">
          <a:xfrm>
            <a:off x="5686425" y="4317206"/>
            <a:ext cx="123825"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08" name="AutoShape 37">
            <a:extLst>
              <a:ext uri="{FF2B5EF4-FFF2-40B4-BE49-F238E27FC236}">
                <a16:creationId xmlns:a16="http://schemas.microsoft.com/office/drawing/2014/main" id="{47ECCB61-1976-4D0E-9528-724CCB6409B6}"/>
              </a:ext>
            </a:extLst>
          </p:cNvPr>
          <p:cNvSpPr>
            <a:spLocks noChangeArrowheads="1"/>
          </p:cNvSpPr>
          <p:nvPr/>
        </p:nvSpPr>
        <p:spPr bwMode="auto">
          <a:xfrm rot="16200000">
            <a:off x="5591175" y="3212306"/>
            <a:ext cx="685800" cy="4953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5011 w 21600"/>
              <a:gd name="T13" fmla="*/ 5011 h 21600"/>
              <a:gd name="T14" fmla="*/ 16589 w 21600"/>
              <a:gd name="T15" fmla="*/ 16589 h 21600"/>
            </a:gdLst>
            <a:ahLst/>
            <a:cxnLst>
              <a:cxn ang="T8">
                <a:pos x="T0" y="T1"/>
              </a:cxn>
              <a:cxn ang="T9">
                <a:pos x="T2" y="T3"/>
              </a:cxn>
              <a:cxn ang="T10">
                <a:pos x="T4" y="T5"/>
              </a:cxn>
              <a:cxn ang="T11">
                <a:pos x="T6" y="T7"/>
              </a:cxn>
            </a:cxnLst>
            <a:rect l="T12" t="T13" r="T14" b="T15"/>
            <a:pathLst>
              <a:path w="21600" h="21600">
                <a:moveTo>
                  <a:pt x="0" y="0"/>
                </a:moveTo>
                <a:lnTo>
                  <a:pt x="6422" y="21600"/>
                </a:lnTo>
                <a:lnTo>
                  <a:pt x="15178" y="21600"/>
                </a:lnTo>
                <a:lnTo>
                  <a:pt x="21600" y="0"/>
                </a:lnTo>
                <a:lnTo>
                  <a:pt x="0" y="0"/>
                </a:lnTo>
                <a:close/>
              </a:path>
            </a:pathLst>
          </a:custGeom>
          <a:noFill/>
          <a:ln w="381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54309" name="Line 38">
            <a:extLst>
              <a:ext uri="{FF2B5EF4-FFF2-40B4-BE49-F238E27FC236}">
                <a16:creationId xmlns:a16="http://schemas.microsoft.com/office/drawing/2014/main" id="{1C279281-672F-498C-BDD2-1AC2F97331F5}"/>
              </a:ext>
            </a:extLst>
          </p:cNvPr>
          <p:cNvSpPr>
            <a:spLocks noChangeShapeType="1"/>
          </p:cNvSpPr>
          <p:nvPr/>
        </p:nvSpPr>
        <p:spPr bwMode="auto">
          <a:xfrm flipH="1" flipV="1">
            <a:off x="6986588" y="1345406"/>
            <a:ext cx="0" cy="34290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10" name="Line 39">
            <a:extLst>
              <a:ext uri="{FF2B5EF4-FFF2-40B4-BE49-F238E27FC236}">
                <a16:creationId xmlns:a16="http://schemas.microsoft.com/office/drawing/2014/main" id="{E69BFF23-4733-472D-9436-D7883C4FAC05}"/>
              </a:ext>
            </a:extLst>
          </p:cNvPr>
          <p:cNvSpPr>
            <a:spLocks noChangeShapeType="1"/>
          </p:cNvSpPr>
          <p:nvPr/>
        </p:nvSpPr>
        <p:spPr bwMode="auto">
          <a:xfrm>
            <a:off x="1228725" y="1345406"/>
            <a:ext cx="5757863"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11" name="Line 40">
            <a:extLst>
              <a:ext uri="{FF2B5EF4-FFF2-40B4-BE49-F238E27FC236}">
                <a16:creationId xmlns:a16="http://schemas.microsoft.com/office/drawing/2014/main" id="{273BA210-A26C-4579-A8E1-685749FC9127}"/>
              </a:ext>
            </a:extLst>
          </p:cNvPr>
          <p:cNvSpPr>
            <a:spLocks noChangeShapeType="1"/>
          </p:cNvSpPr>
          <p:nvPr/>
        </p:nvSpPr>
        <p:spPr bwMode="auto">
          <a:xfrm flipH="1" flipV="1">
            <a:off x="1188244" y="1345406"/>
            <a:ext cx="0" cy="188595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12" name="Line 41">
            <a:extLst>
              <a:ext uri="{FF2B5EF4-FFF2-40B4-BE49-F238E27FC236}">
                <a16:creationId xmlns:a16="http://schemas.microsoft.com/office/drawing/2014/main" id="{41D5D291-B0D3-4F32-839D-BC90D7A0F18F}"/>
              </a:ext>
            </a:extLst>
          </p:cNvPr>
          <p:cNvSpPr>
            <a:spLocks noChangeShapeType="1"/>
          </p:cNvSpPr>
          <p:nvPr/>
        </p:nvSpPr>
        <p:spPr bwMode="auto">
          <a:xfrm>
            <a:off x="5191125" y="2114550"/>
            <a:ext cx="185738"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13" name="AutoShape 42">
            <a:extLst>
              <a:ext uri="{FF2B5EF4-FFF2-40B4-BE49-F238E27FC236}">
                <a16:creationId xmlns:a16="http://schemas.microsoft.com/office/drawing/2014/main" id="{DD943174-BB41-4FDB-B8B2-D94B2BD04C66}"/>
              </a:ext>
            </a:extLst>
          </p:cNvPr>
          <p:cNvSpPr>
            <a:spLocks noChangeArrowheads="1"/>
          </p:cNvSpPr>
          <p:nvPr/>
        </p:nvSpPr>
        <p:spPr bwMode="auto">
          <a:xfrm>
            <a:off x="5314950" y="1943100"/>
            <a:ext cx="247650" cy="342900"/>
          </a:xfrm>
          <a:prstGeom prst="roundRect">
            <a:avLst>
              <a:gd name="adj" fmla="val 50000"/>
            </a:avLst>
          </a:prstGeom>
          <a:noFill/>
          <a:ln w="38100">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4314" name="Line 43">
            <a:extLst>
              <a:ext uri="{FF2B5EF4-FFF2-40B4-BE49-F238E27FC236}">
                <a16:creationId xmlns:a16="http://schemas.microsoft.com/office/drawing/2014/main" id="{1CE1BDB9-4D10-40AA-AED6-225B8696479A}"/>
              </a:ext>
            </a:extLst>
          </p:cNvPr>
          <p:cNvSpPr>
            <a:spLocks noChangeShapeType="1"/>
          </p:cNvSpPr>
          <p:nvPr/>
        </p:nvSpPr>
        <p:spPr bwMode="auto">
          <a:xfrm>
            <a:off x="6181725" y="2228850"/>
            <a:ext cx="185738"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15" name="Line 44">
            <a:extLst>
              <a:ext uri="{FF2B5EF4-FFF2-40B4-BE49-F238E27FC236}">
                <a16:creationId xmlns:a16="http://schemas.microsoft.com/office/drawing/2014/main" id="{72B19BA8-2803-40A8-8CF0-D57692C60379}"/>
              </a:ext>
            </a:extLst>
          </p:cNvPr>
          <p:cNvSpPr>
            <a:spLocks noChangeShapeType="1"/>
          </p:cNvSpPr>
          <p:nvPr/>
        </p:nvSpPr>
        <p:spPr bwMode="auto">
          <a:xfrm>
            <a:off x="3952875" y="2343150"/>
            <a:ext cx="222885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16" name="Line 45">
            <a:extLst>
              <a:ext uri="{FF2B5EF4-FFF2-40B4-BE49-F238E27FC236}">
                <a16:creationId xmlns:a16="http://schemas.microsoft.com/office/drawing/2014/main" id="{34C27EA8-4279-48E7-A3E0-A944403ABD77}"/>
              </a:ext>
            </a:extLst>
          </p:cNvPr>
          <p:cNvSpPr>
            <a:spLocks noChangeShapeType="1"/>
          </p:cNvSpPr>
          <p:nvPr/>
        </p:nvSpPr>
        <p:spPr bwMode="auto">
          <a:xfrm flipH="1" flipV="1">
            <a:off x="6275785" y="2318147"/>
            <a:ext cx="0" cy="108585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17" name="Line 46">
            <a:extLst>
              <a:ext uri="{FF2B5EF4-FFF2-40B4-BE49-F238E27FC236}">
                <a16:creationId xmlns:a16="http://schemas.microsoft.com/office/drawing/2014/main" id="{6B6D7DB3-B7AC-423B-8028-06AFFAD8EE69}"/>
              </a:ext>
            </a:extLst>
          </p:cNvPr>
          <p:cNvSpPr>
            <a:spLocks noChangeShapeType="1"/>
          </p:cNvSpPr>
          <p:nvPr/>
        </p:nvSpPr>
        <p:spPr bwMode="auto">
          <a:xfrm flipV="1">
            <a:off x="6800850" y="2000250"/>
            <a:ext cx="0" cy="28575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18" name="Line 47">
            <a:extLst>
              <a:ext uri="{FF2B5EF4-FFF2-40B4-BE49-F238E27FC236}">
                <a16:creationId xmlns:a16="http://schemas.microsoft.com/office/drawing/2014/main" id="{367BC959-AC3F-4F17-B805-785A829E9412}"/>
              </a:ext>
            </a:extLst>
          </p:cNvPr>
          <p:cNvSpPr>
            <a:spLocks noChangeShapeType="1"/>
          </p:cNvSpPr>
          <p:nvPr/>
        </p:nvSpPr>
        <p:spPr bwMode="auto">
          <a:xfrm>
            <a:off x="6615112" y="2286000"/>
            <a:ext cx="185738"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19" name="Oval 48">
            <a:extLst>
              <a:ext uri="{FF2B5EF4-FFF2-40B4-BE49-F238E27FC236}">
                <a16:creationId xmlns:a16="http://schemas.microsoft.com/office/drawing/2014/main" id="{5D877567-AD3D-4506-B5DC-D3038C44CC53}"/>
              </a:ext>
            </a:extLst>
          </p:cNvPr>
          <p:cNvSpPr>
            <a:spLocks noChangeArrowheads="1"/>
          </p:cNvSpPr>
          <p:nvPr/>
        </p:nvSpPr>
        <p:spPr bwMode="auto">
          <a:xfrm>
            <a:off x="4633913" y="3917156"/>
            <a:ext cx="247650" cy="571500"/>
          </a:xfrm>
          <a:prstGeom prst="ellipse">
            <a:avLst/>
          </a:prstGeom>
          <a:noFill/>
          <a:ln w="38100">
            <a:solidFill>
              <a:schemeClr val="accent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4320" name="Line 49">
            <a:extLst>
              <a:ext uri="{FF2B5EF4-FFF2-40B4-BE49-F238E27FC236}">
                <a16:creationId xmlns:a16="http://schemas.microsoft.com/office/drawing/2014/main" id="{AF4CB091-80D3-40D9-91A9-FDACBBBECDA8}"/>
              </a:ext>
            </a:extLst>
          </p:cNvPr>
          <p:cNvSpPr>
            <a:spLocks noChangeShapeType="1"/>
          </p:cNvSpPr>
          <p:nvPr/>
        </p:nvSpPr>
        <p:spPr bwMode="auto">
          <a:xfrm flipH="1" flipV="1">
            <a:off x="5191125" y="2114551"/>
            <a:ext cx="0" cy="2088356"/>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21" name="Line 50">
            <a:extLst>
              <a:ext uri="{FF2B5EF4-FFF2-40B4-BE49-F238E27FC236}">
                <a16:creationId xmlns:a16="http://schemas.microsoft.com/office/drawing/2014/main" id="{F5C68769-9183-4650-9D68-640E551410D3}"/>
              </a:ext>
            </a:extLst>
          </p:cNvPr>
          <p:cNvSpPr>
            <a:spLocks noChangeShapeType="1"/>
          </p:cNvSpPr>
          <p:nvPr/>
        </p:nvSpPr>
        <p:spPr bwMode="auto">
          <a:xfrm>
            <a:off x="1166812" y="3174206"/>
            <a:ext cx="185738"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22" name="Line 51">
            <a:extLst>
              <a:ext uri="{FF2B5EF4-FFF2-40B4-BE49-F238E27FC236}">
                <a16:creationId xmlns:a16="http://schemas.microsoft.com/office/drawing/2014/main" id="{FD6E5351-B5D5-4637-BC87-CAAE9FC372BC}"/>
              </a:ext>
            </a:extLst>
          </p:cNvPr>
          <p:cNvSpPr>
            <a:spLocks noChangeShapeType="1"/>
          </p:cNvSpPr>
          <p:nvPr/>
        </p:nvSpPr>
        <p:spPr bwMode="auto">
          <a:xfrm>
            <a:off x="5067300" y="1714500"/>
            <a:ext cx="619125"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23" name="AutoShape 52">
            <a:extLst>
              <a:ext uri="{FF2B5EF4-FFF2-40B4-BE49-F238E27FC236}">
                <a16:creationId xmlns:a16="http://schemas.microsoft.com/office/drawing/2014/main" id="{B2030F7E-8322-4A62-AD88-9C67E9C18141}"/>
              </a:ext>
            </a:extLst>
          </p:cNvPr>
          <p:cNvSpPr>
            <a:spLocks noChangeArrowheads="1"/>
          </p:cNvSpPr>
          <p:nvPr/>
        </p:nvSpPr>
        <p:spPr bwMode="auto">
          <a:xfrm rot="16200000">
            <a:off x="5591175" y="1638300"/>
            <a:ext cx="685800" cy="4953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5011 w 21600"/>
              <a:gd name="T13" fmla="*/ 5011 h 21600"/>
              <a:gd name="T14" fmla="*/ 16589 w 21600"/>
              <a:gd name="T15" fmla="*/ 16589 h 21600"/>
            </a:gdLst>
            <a:ahLst/>
            <a:cxnLst>
              <a:cxn ang="T8">
                <a:pos x="T0" y="T1"/>
              </a:cxn>
              <a:cxn ang="T9">
                <a:pos x="T2" y="T3"/>
              </a:cxn>
              <a:cxn ang="T10">
                <a:pos x="T4" y="T5"/>
              </a:cxn>
              <a:cxn ang="T11">
                <a:pos x="T6" y="T7"/>
              </a:cxn>
            </a:cxnLst>
            <a:rect l="T12" t="T13" r="T14" b="T15"/>
            <a:pathLst>
              <a:path w="21600" h="21600">
                <a:moveTo>
                  <a:pt x="0" y="0"/>
                </a:moveTo>
                <a:lnTo>
                  <a:pt x="6422" y="21600"/>
                </a:lnTo>
                <a:lnTo>
                  <a:pt x="15178" y="21600"/>
                </a:lnTo>
                <a:lnTo>
                  <a:pt x="21600" y="0"/>
                </a:lnTo>
                <a:lnTo>
                  <a:pt x="0" y="0"/>
                </a:lnTo>
                <a:close/>
              </a:path>
            </a:pathLst>
          </a:custGeom>
          <a:noFill/>
          <a:ln w="38100">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54324" name="Line 53">
            <a:extLst>
              <a:ext uri="{FF2B5EF4-FFF2-40B4-BE49-F238E27FC236}">
                <a16:creationId xmlns:a16="http://schemas.microsoft.com/office/drawing/2014/main" id="{76CE7953-B197-40C2-8184-C6674715676F}"/>
              </a:ext>
            </a:extLst>
          </p:cNvPr>
          <p:cNvSpPr>
            <a:spLocks noChangeShapeType="1"/>
          </p:cNvSpPr>
          <p:nvPr/>
        </p:nvSpPr>
        <p:spPr bwMode="auto">
          <a:xfrm>
            <a:off x="6181725" y="1885950"/>
            <a:ext cx="619125"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25" name="AutoShape 54">
            <a:extLst>
              <a:ext uri="{FF2B5EF4-FFF2-40B4-BE49-F238E27FC236}">
                <a16:creationId xmlns:a16="http://schemas.microsoft.com/office/drawing/2014/main" id="{3B251E73-D4C6-46D0-9041-161C1612B5D1}"/>
              </a:ext>
            </a:extLst>
          </p:cNvPr>
          <p:cNvSpPr>
            <a:spLocks noChangeArrowheads="1"/>
          </p:cNvSpPr>
          <p:nvPr/>
        </p:nvSpPr>
        <p:spPr bwMode="auto">
          <a:xfrm>
            <a:off x="6760369" y="1428750"/>
            <a:ext cx="123825" cy="571500"/>
          </a:xfrm>
          <a:prstGeom prst="roundRect">
            <a:avLst>
              <a:gd name="adj" fmla="val 50000"/>
            </a:avLst>
          </a:pr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4326" name="Line 56">
            <a:extLst>
              <a:ext uri="{FF2B5EF4-FFF2-40B4-BE49-F238E27FC236}">
                <a16:creationId xmlns:a16="http://schemas.microsoft.com/office/drawing/2014/main" id="{29FC51AE-4088-4F5E-999F-8E83408C8E70}"/>
              </a:ext>
            </a:extLst>
          </p:cNvPr>
          <p:cNvSpPr>
            <a:spLocks noChangeShapeType="1"/>
          </p:cNvSpPr>
          <p:nvPr/>
        </p:nvSpPr>
        <p:spPr bwMode="auto">
          <a:xfrm>
            <a:off x="4881562" y="3486150"/>
            <a:ext cx="433388" cy="0"/>
          </a:xfrm>
          <a:prstGeom prst="line">
            <a:avLst/>
          </a:prstGeom>
          <a:noFill/>
          <a:ln w="381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27" name="Line 57">
            <a:extLst>
              <a:ext uri="{FF2B5EF4-FFF2-40B4-BE49-F238E27FC236}">
                <a16:creationId xmlns:a16="http://schemas.microsoft.com/office/drawing/2014/main" id="{8CCED998-9784-42A1-81F0-7CC21B446AC5}"/>
              </a:ext>
            </a:extLst>
          </p:cNvPr>
          <p:cNvSpPr>
            <a:spLocks noChangeShapeType="1"/>
          </p:cNvSpPr>
          <p:nvPr/>
        </p:nvSpPr>
        <p:spPr bwMode="auto">
          <a:xfrm flipV="1">
            <a:off x="6181725" y="2228850"/>
            <a:ext cx="0" cy="1143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28" name="AutoShape 58">
            <a:extLst>
              <a:ext uri="{FF2B5EF4-FFF2-40B4-BE49-F238E27FC236}">
                <a16:creationId xmlns:a16="http://schemas.microsoft.com/office/drawing/2014/main" id="{FBCDD67E-BD6D-48F1-B0BE-0AF2B732DF20}"/>
              </a:ext>
            </a:extLst>
          </p:cNvPr>
          <p:cNvSpPr>
            <a:spLocks noChangeArrowheads="1"/>
          </p:cNvSpPr>
          <p:nvPr/>
        </p:nvSpPr>
        <p:spPr bwMode="auto">
          <a:xfrm>
            <a:off x="6367463" y="2171700"/>
            <a:ext cx="247650" cy="171450"/>
          </a:xfrm>
          <a:prstGeom prst="flowChartDelay">
            <a:avLst/>
          </a:prstGeom>
          <a:noFill/>
          <a:ln w="381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4329" name="Line 62">
            <a:extLst>
              <a:ext uri="{FF2B5EF4-FFF2-40B4-BE49-F238E27FC236}">
                <a16:creationId xmlns:a16="http://schemas.microsoft.com/office/drawing/2014/main" id="{0A5C9EDC-4C1A-4C3A-A459-63987BC49B1C}"/>
              </a:ext>
            </a:extLst>
          </p:cNvPr>
          <p:cNvSpPr>
            <a:spLocks noChangeShapeType="1"/>
          </p:cNvSpPr>
          <p:nvPr/>
        </p:nvSpPr>
        <p:spPr bwMode="auto">
          <a:xfrm>
            <a:off x="6255544" y="2336006"/>
            <a:ext cx="123825"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4330" name="Line 63">
            <a:extLst>
              <a:ext uri="{FF2B5EF4-FFF2-40B4-BE49-F238E27FC236}">
                <a16:creationId xmlns:a16="http://schemas.microsoft.com/office/drawing/2014/main" id="{334464D4-57AB-4471-9EB6-768EB366B389}"/>
              </a:ext>
            </a:extLst>
          </p:cNvPr>
          <p:cNvSpPr>
            <a:spLocks noChangeShapeType="1"/>
          </p:cNvSpPr>
          <p:nvPr/>
        </p:nvSpPr>
        <p:spPr bwMode="auto">
          <a:xfrm>
            <a:off x="6169819" y="3375422"/>
            <a:ext cx="123825"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0" name="灯片编号占位符 5">
            <a:extLst>
              <a:ext uri="{FF2B5EF4-FFF2-40B4-BE49-F238E27FC236}">
                <a16:creationId xmlns:a16="http://schemas.microsoft.com/office/drawing/2014/main" id="{DCA79624-A46D-43C2-968E-15BF9F4089C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48</a:t>
            </a:fld>
            <a:endParaRPr lang="zh-TW"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94DE02AE-2ADC-4DD4-BFAC-5A2B70694662}"/>
              </a:ext>
            </a:extLst>
          </p:cNvPr>
          <p:cNvSpPr>
            <a:spLocks noGrp="1" noChangeArrowheads="1"/>
          </p:cNvSpPr>
          <p:nvPr>
            <p:ph type="title"/>
          </p:nvPr>
        </p:nvSpPr>
        <p:spPr>
          <a:xfrm>
            <a:off x="906717" y="44054"/>
            <a:ext cx="6822822" cy="676275"/>
          </a:xfrm>
        </p:spPr>
        <p:txBody>
          <a:bodyPr/>
          <a:lstStyle/>
          <a:p>
            <a:r>
              <a:rPr lang="en-US" altLang="zh-TW" dirty="0"/>
              <a:t>Outline</a:t>
            </a:r>
          </a:p>
        </p:txBody>
      </p:sp>
      <p:sp>
        <p:nvSpPr>
          <p:cNvPr id="55299" name="Rectangle 3">
            <a:extLst>
              <a:ext uri="{FF2B5EF4-FFF2-40B4-BE49-F238E27FC236}">
                <a16:creationId xmlns:a16="http://schemas.microsoft.com/office/drawing/2014/main" id="{90CF5BD1-344B-422B-B91C-26F317F40EE9}"/>
              </a:ext>
            </a:extLst>
          </p:cNvPr>
          <p:cNvSpPr>
            <a:spLocks noGrp="1" noChangeArrowheads="1"/>
          </p:cNvSpPr>
          <p:nvPr>
            <p:ph type="body" idx="1"/>
          </p:nvPr>
        </p:nvSpPr>
        <p:spPr>
          <a:xfrm>
            <a:off x="960504" y="844153"/>
            <a:ext cx="7726296" cy="3671888"/>
          </a:xfrm>
        </p:spPr>
        <p:txBody>
          <a:bodyPr/>
          <a:lstStyle/>
          <a:p>
            <a:r>
              <a:rPr lang="en-US" altLang="zh-TW" sz="2000" dirty="0"/>
              <a:t>Introduction to design a processor</a:t>
            </a:r>
          </a:p>
          <a:p>
            <a:r>
              <a:rPr lang="en-US" altLang="zh-TW" sz="2000" dirty="0"/>
              <a:t>Analyze the instruction set</a:t>
            </a:r>
          </a:p>
          <a:p>
            <a:r>
              <a:rPr lang="en-US" altLang="zh-TW" sz="2000" dirty="0"/>
              <a:t>Build the </a:t>
            </a:r>
            <a:r>
              <a:rPr lang="en-US" altLang="zh-TW" sz="2000" dirty="0" err="1"/>
              <a:t>datapath</a:t>
            </a:r>
            <a:endParaRPr lang="en-US" altLang="zh-TW" sz="2000" dirty="0"/>
          </a:p>
          <a:p>
            <a:r>
              <a:rPr lang="en-US" altLang="zh-TW" sz="2000" dirty="0"/>
              <a:t>A single-cycle implementation</a:t>
            </a:r>
            <a:endParaRPr lang="en-US" altLang="zh-TW" sz="2000" dirty="0">
              <a:solidFill>
                <a:schemeClr val="accent2"/>
              </a:solidFill>
            </a:endParaRPr>
          </a:p>
          <a:p>
            <a:r>
              <a:rPr lang="en-US" altLang="zh-TW" sz="2000" dirty="0">
                <a:solidFill>
                  <a:srgbClr val="FF0000"/>
                </a:solidFill>
              </a:rPr>
              <a:t>Control for the single-cycle CPU</a:t>
            </a:r>
          </a:p>
          <a:p>
            <a:pPr lvl="1"/>
            <a:r>
              <a:rPr lang="en-US" altLang="zh-TW" sz="1800" dirty="0"/>
              <a:t>Control of CPU operations (step 4)</a:t>
            </a:r>
            <a:endParaRPr lang="en-US" altLang="zh-TW" sz="1800" dirty="0">
              <a:solidFill>
                <a:schemeClr val="accent2"/>
              </a:solidFill>
            </a:endParaRPr>
          </a:p>
          <a:p>
            <a:pPr lvl="1"/>
            <a:r>
              <a:rPr lang="en-US" altLang="zh-TW" sz="1800" dirty="0">
                <a:solidFill>
                  <a:srgbClr val="FF0000"/>
                </a:solidFill>
              </a:rPr>
              <a:t>ALU controller (step 5a)</a:t>
            </a:r>
          </a:p>
          <a:p>
            <a:pPr lvl="1"/>
            <a:r>
              <a:rPr lang="en-US" altLang="zh-TW" sz="1800" dirty="0"/>
              <a:t>Main controller (step 5b)</a:t>
            </a:r>
          </a:p>
          <a:p>
            <a:r>
              <a:rPr lang="en-US" altLang="zh-TW" sz="2000" dirty="0"/>
              <a:t>Add jump instruction</a:t>
            </a:r>
          </a:p>
        </p:txBody>
      </p:sp>
      <p:sp>
        <p:nvSpPr>
          <p:cNvPr id="5" name="灯片编号占位符 5">
            <a:extLst>
              <a:ext uri="{FF2B5EF4-FFF2-40B4-BE49-F238E27FC236}">
                <a16:creationId xmlns:a16="http://schemas.microsoft.com/office/drawing/2014/main" id="{154CB035-38F5-4455-AFFC-8E436B345C42}"/>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49</a:t>
            </a:fld>
            <a:endParaRPr lang="zh-TW"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1E398B3F-32FB-455A-9F3B-A76339442982}"/>
              </a:ext>
            </a:extLst>
          </p:cNvPr>
          <p:cNvSpPr>
            <a:spLocks noGrp="1" noChangeArrowheads="1"/>
          </p:cNvSpPr>
          <p:nvPr>
            <p:ph type="title"/>
          </p:nvPr>
        </p:nvSpPr>
        <p:spPr>
          <a:xfrm>
            <a:off x="891349" y="130629"/>
            <a:ext cx="6838190" cy="430305"/>
          </a:xfrm>
        </p:spPr>
        <p:txBody>
          <a:bodyPr/>
          <a:lstStyle/>
          <a:p>
            <a:r>
              <a:rPr lang="en-US" altLang="zh-TW" dirty="0"/>
              <a:t>Step 5a - ALU Control</a:t>
            </a:r>
            <a:endParaRPr lang="en-AU" altLang="zh-TW" dirty="0">
              <a:ea typeface="新細明體" panose="02020500000000000000" pitchFamily="18" charset="-120"/>
            </a:endParaRPr>
          </a:p>
        </p:txBody>
      </p:sp>
      <p:sp>
        <p:nvSpPr>
          <p:cNvPr id="57347" name="Rectangle 3">
            <a:extLst>
              <a:ext uri="{FF2B5EF4-FFF2-40B4-BE49-F238E27FC236}">
                <a16:creationId xmlns:a16="http://schemas.microsoft.com/office/drawing/2014/main" id="{D9890902-1472-45D0-9173-6332AFABE786}"/>
              </a:ext>
            </a:extLst>
          </p:cNvPr>
          <p:cNvSpPr>
            <a:spLocks noGrp="1" noChangeArrowheads="1"/>
          </p:cNvSpPr>
          <p:nvPr>
            <p:ph type="body" idx="1"/>
          </p:nvPr>
        </p:nvSpPr>
        <p:spPr>
          <a:xfrm>
            <a:off x="937453" y="785613"/>
            <a:ext cx="6792086" cy="1412021"/>
          </a:xfrm>
        </p:spPr>
        <p:txBody>
          <a:bodyPr/>
          <a:lstStyle/>
          <a:p>
            <a:r>
              <a:rPr lang="en-US" altLang="zh-TW" sz="2000" dirty="0"/>
              <a:t>ALU used for</a:t>
            </a:r>
          </a:p>
          <a:p>
            <a:pPr lvl="1"/>
            <a:r>
              <a:rPr lang="en-US" altLang="zh-TW" sz="1800" dirty="0"/>
              <a:t>Load/Store: F = add</a:t>
            </a:r>
          </a:p>
          <a:p>
            <a:pPr lvl="1"/>
            <a:r>
              <a:rPr lang="en-US" altLang="zh-TW" sz="1800" dirty="0"/>
              <a:t>Branch: F = subtract</a:t>
            </a:r>
          </a:p>
          <a:p>
            <a:pPr lvl="1"/>
            <a:r>
              <a:rPr lang="en-US" altLang="zh-TW" sz="1800" dirty="0"/>
              <a:t>R-type: F depends on </a:t>
            </a:r>
            <a:r>
              <a:rPr lang="en-US" altLang="zh-TW" sz="1800" dirty="0" err="1"/>
              <a:t>funct</a:t>
            </a:r>
            <a:r>
              <a:rPr lang="en-US" altLang="zh-TW" sz="1800" dirty="0"/>
              <a:t> field</a:t>
            </a:r>
            <a:endParaRPr lang="en-AU" altLang="zh-TW" sz="1800" dirty="0">
              <a:ea typeface="新細明體" panose="02020500000000000000" pitchFamily="18" charset="-120"/>
            </a:endParaRPr>
          </a:p>
        </p:txBody>
      </p:sp>
      <p:graphicFrame>
        <p:nvGraphicFramePr>
          <p:cNvPr id="479237" name="Group 5">
            <a:extLst>
              <a:ext uri="{FF2B5EF4-FFF2-40B4-BE49-F238E27FC236}">
                <a16:creationId xmlns:a16="http://schemas.microsoft.com/office/drawing/2014/main" id="{97764221-AF7A-4B02-8D89-2253534C4354}"/>
              </a:ext>
            </a:extLst>
          </p:cNvPr>
          <p:cNvGraphicFramePr>
            <a:graphicFrameLocks noGrp="1"/>
          </p:cNvGraphicFramePr>
          <p:nvPr/>
        </p:nvGraphicFramePr>
        <p:xfrm>
          <a:off x="1821657" y="2368154"/>
          <a:ext cx="5442348" cy="2174087"/>
        </p:xfrm>
        <a:graphic>
          <a:graphicData uri="http://schemas.openxmlformats.org/drawingml/2006/table">
            <a:tbl>
              <a:tblPr/>
              <a:tblGrid>
                <a:gridCol w="2721769">
                  <a:extLst>
                    <a:ext uri="{9D8B030D-6E8A-4147-A177-3AD203B41FA5}">
                      <a16:colId xmlns:a16="http://schemas.microsoft.com/office/drawing/2014/main" val="20000"/>
                    </a:ext>
                  </a:extLst>
                </a:gridCol>
                <a:gridCol w="2720579">
                  <a:extLst>
                    <a:ext uri="{9D8B030D-6E8A-4147-A177-3AD203B41FA5}">
                      <a16:colId xmlns:a16="http://schemas.microsoft.com/office/drawing/2014/main" val="20001"/>
                    </a:ext>
                  </a:extLst>
                </a:gridCol>
              </a:tblGrid>
              <a:tr h="310754">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700" b="1" i="0" u="none" strike="noStrike" cap="none" normalizeH="0" baseline="0">
                          <a:ln>
                            <a:noFill/>
                          </a:ln>
                          <a:solidFill>
                            <a:schemeClr val="tx1"/>
                          </a:solidFill>
                          <a:effectLst/>
                          <a:latin typeface="Century Gothic" pitchFamily="34" charset="0"/>
                          <a:ea typeface="標楷體" pitchFamily="65" charset="-120"/>
                        </a:rPr>
                        <a:t>ALU control</a:t>
                      </a:r>
                      <a:endParaRPr kumimoji="0" lang="en-AU" altLang="zh-TW" sz="17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700" b="1" i="0" u="none" strike="noStrike" cap="none" normalizeH="0" baseline="0">
                          <a:ln>
                            <a:noFill/>
                          </a:ln>
                          <a:solidFill>
                            <a:schemeClr val="tx1"/>
                          </a:solidFill>
                          <a:effectLst/>
                          <a:latin typeface="Century Gothic" pitchFamily="34" charset="0"/>
                          <a:ea typeface="標楷體" pitchFamily="65" charset="-120"/>
                        </a:rPr>
                        <a:t>Function</a:t>
                      </a:r>
                      <a:endParaRPr kumimoji="0" lang="en-AU" altLang="zh-TW" sz="17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0754">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700" b="1" i="0" u="none" strike="noStrike" cap="none" normalizeH="0" baseline="0">
                          <a:ln>
                            <a:noFill/>
                          </a:ln>
                          <a:solidFill>
                            <a:schemeClr val="tx1"/>
                          </a:solidFill>
                          <a:effectLst/>
                          <a:latin typeface="Century Gothic" pitchFamily="34" charset="0"/>
                          <a:ea typeface="標楷體" pitchFamily="65" charset="-120"/>
                        </a:rPr>
                        <a:t>0000</a:t>
                      </a:r>
                      <a:endParaRPr kumimoji="0" lang="en-AU" altLang="zh-TW" sz="17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700" b="1" i="0" u="none" strike="noStrike" cap="none" normalizeH="0" baseline="0">
                          <a:ln>
                            <a:noFill/>
                          </a:ln>
                          <a:solidFill>
                            <a:schemeClr val="tx1"/>
                          </a:solidFill>
                          <a:effectLst/>
                          <a:latin typeface="Century Gothic" pitchFamily="34" charset="0"/>
                          <a:ea typeface="標楷體" pitchFamily="65" charset="-120"/>
                        </a:rPr>
                        <a:t>AND</a:t>
                      </a:r>
                      <a:endParaRPr kumimoji="0" lang="en-AU" altLang="zh-TW" sz="17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0754">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700" b="1" i="0" u="none" strike="noStrike" cap="none" normalizeH="0" baseline="0">
                          <a:ln>
                            <a:noFill/>
                          </a:ln>
                          <a:solidFill>
                            <a:schemeClr val="tx1"/>
                          </a:solidFill>
                          <a:effectLst/>
                          <a:latin typeface="Century Gothic" pitchFamily="34" charset="0"/>
                          <a:ea typeface="標楷體" pitchFamily="65" charset="-120"/>
                        </a:rPr>
                        <a:t>0001</a:t>
                      </a:r>
                      <a:endParaRPr kumimoji="0" lang="en-AU" altLang="zh-TW" sz="17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700" b="1" i="0" u="none" strike="noStrike" cap="none" normalizeH="0" baseline="0">
                          <a:ln>
                            <a:noFill/>
                          </a:ln>
                          <a:solidFill>
                            <a:schemeClr val="tx1"/>
                          </a:solidFill>
                          <a:effectLst/>
                          <a:latin typeface="Century Gothic" pitchFamily="34" charset="0"/>
                          <a:ea typeface="標楷體" pitchFamily="65" charset="-120"/>
                        </a:rPr>
                        <a:t>OR</a:t>
                      </a:r>
                      <a:endParaRPr kumimoji="0" lang="en-AU" altLang="zh-TW" sz="17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9563">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700" b="1" i="0" u="none" strike="noStrike" cap="none" normalizeH="0" baseline="0">
                          <a:ln>
                            <a:noFill/>
                          </a:ln>
                          <a:solidFill>
                            <a:schemeClr val="tx1"/>
                          </a:solidFill>
                          <a:effectLst/>
                          <a:latin typeface="Century Gothic" pitchFamily="34" charset="0"/>
                          <a:ea typeface="標楷體" pitchFamily="65" charset="-120"/>
                        </a:rPr>
                        <a:t>0010</a:t>
                      </a:r>
                      <a:endParaRPr kumimoji="0" lang="en-AU" altLang="zh-TW" sz="17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700" b="1" i="0" u="none" strike="noStrike" cap="none" normalizeH="0" baseline="0">
                          <a:ln>
                            <a:noFill/>
                          </a:ln>
                          <a:solidFill>
                            <a:schemeClr val="tx1"/>
                          </a:solidFill>
                          <a:effectLst/>
                          <a:latin typeface="Century Gothic" pitchFamily="34" charset="0"/>
                          <a:ea typeface="標楷體" pitchFamily="65" charset="-120"/>
                        </a:rPr>
                        <a:t>add</a:t>
                      </a:r>
                      <a:endParaRPr kumimoji="0" lang="en-AU" altLang="zh-TW" sz="17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0754">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700" b="1" i="0" u="none" strike="noStrike" cap="none" normalizeH="0" baseline="0">
                          <a:ln>
                            <a:noFill/>
                          </a:ln>
                          <a:solidFill>
                            <a:schemeClr val="tx1"/>
                          </a:solidFill>
                          <a:effectLst/>
                          <a:latin typeface="Century Gothic" pitchFamily="34" charset="0"/>
                          <a:ea typeface="標楷體" pitchFamily="65" charset="-120"/>
                        </a:rPr>
                        <a:t>0110</a:t>
                      </a:r>
                      <a:endParaRPr kumimoji="0" lang="en-AU" altLang="zh-TW" sz="17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700" b="1" i="0" u="none" strike="noStrike" cap="none" normalizeH="0" baseline="0">
                          <a:ln>
                            <a:noFill/>
                          </a:ln>
                          <a:solidFill>
                            <a:schemeClr val="tx1"/>
                          </a:solidFill>
                          <a:effectLst/>
                          <a:latin typeface="Century Gothic" pitchFamily="34" charset="0"/>
                          <a:ea typeface="標楷體" pitchFamily="65" charset="-120"/>
                        </a:rPr>
                        <a:t>subtract</a:t>
                      </a:r>
                      <a:endParaRPr kumimoji="0" lang="en-AU" altLang="zh-TW" sz="17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0754">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700" b="1" i="0" u="none" strike="noStrike" cap="none" normalizeH="0" baseline="0">
                          <a:ln>
                            <a:noFill/>
                          </a:ln>
                          <a:solidFill>
                            <a:schemeClr val="tx1"/>
                          </a:solidFill>
                          <a:effectLst/>
                          <a:latin typeface="Century Gothic" pitchFamily="34" charset="0"/>
                          <a:ea typeface="標楷體" pitchFamily="65" charset="-120"/>
                        </a:rPr>
                        <a:t>0111</a:t>
                      </a:r>
                      <a:endParaRPr kumimoji="0" lang="en-AU" altLang="zh-TW" sz="17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700" b="1" i="0" u="none" strike="noStrike" cap="none" normalizeH="0" baseline="0">
                          <a:ln>
                            <a:noFill/>
                          </a:ln>
                          <a:solidFill>
                            <a:schemeClr val="tx1"/>
                          </a:solidFill>
                          <a:effectLst/>
                          <a:latin typeface="Century Gothic" pitchFamily="34" charset="0"/>
                          <a:ea typeface="標楷體" pitchFamily="65" charset="-120"/>
                        </a:rPr>
                        <a:t>set-on-less-than</a:t>
                      </a:r>
                      <a:endParaRPr kumimoji="0" lang="en-AU" altLang="zh-TW" sz="17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0754">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700" b="1" i="0" u="none" strike="noStrike" cap="none" normalizeH="0" baseline="0">
                          <a:ln>
                            <a:noFill/>
                          </a:ln>
                          <a:solidFill>
                            <a:schemeClr val="tx1"/>
                          </a:solidFill>
                          <a:effectLst/>
                          <a:latin typeface="Century Gothic" pitchFamily="34" charset="0"/>
                          <a:ea typeface="標楷體" pitchFamily="65" charset="-120"/>
                        </a:rPr>
                        <a:t>1100</a:t>
                      </a:r>
                      <a:endParaRPr kumimoji="0" lang="en-AU" altLang="zh-TW" sz="17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700" b="1" i="0" u="none" strike="noStrike" cap="none" normalizeH="0" baseline="0">
                          <a:ln>
                            <a:noFill/>
                          </a:ln>
                          <a:solidFill>
                            <a:schemeClr val="tx1"/>
                          </a:solidFill>
                          <a:effectLst/>
                          <a:latin typeface="Century Gothic" pitchFamily="34" charset="0"/>
                          <a:ea typeface="標楷體" pitchFamily="65" charset="-120"/>
                        </a:rPr>
                        <a:t>NOR</a:t>
                      </a:r>
                      <a:endParaRPr kumimoji="0" lang="en-AU" altLang="zh-TW" sz="17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6" name="灯片编号占位符 5">
            <a:extLst>
              <a:ext uri="{FF2B5EF4-FFF2-40B4-BE49-F238E27FC236}">
                <a16:creationId xmlns:a16="http://schemas.microsoft.com/office/drawing/2014/main" id="{523DBCAE-D70C-4FAF-8CF3-DC2F94D35FD1}"/>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50</a:t>
            </a:fld>
            <a:endParaRPr lang="zh-TW"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4658" name="Rectangle 2">
            <a:extLst>
              <a:ext uri="{FF2B5EF4-FFF2-40B4-BE49-F238E27FC236}">
                <a16:creationId xmlns:a16="http://schemas.microsoft.com/office/drawing/2014/main" id="{C7AC708F-BDA4-4494-ADC7-1FC8F52A7CCB}"/>
              </a:ext>
            </a:extLst>
          </p:cNvPr>
          <p:cNvSpPr>
            <a:spLocks noGrp="1" noChangeArrowheads="1"/>
          </p:cNvSpPr>
          <p:nvPr>
            <p:ph type="body" idx="1"/>
          </p:nvPr>
        </p:nvSpPr>
        <p:spPr>
          <a:xfrm>
            <a:off x="930442" y="802106"/>
            <a:ext cx="7259054" cy="1138990"/>
          </a:xfrm>
        </p:spPr>
        <p:txBody>
          <a:bodyPr/>
          <a:lstStyle/>
          <a:p>
            <a:r>
              <a:rPr lang="en-US" altLang="zh-TW" sz="1800" dirty="0" err="1">
                <a:solidFill>
                  <a:srgbClr val="FF0000"/>
                </a:solidFill>
              </a:rPr>
              <a:t>ALUop</a:t>
            </a:r>
            <a:r>
              <a:rPr lang="en-US" altLang="zh-TW" sz="1800" dirty="0"/>
              <a:t> is 2-bit wide to represent</a:t>
            </a:r>
          </a:p>
          <a:p>
            <a:pPr marL="514350" lvl="1" indent="-171450"/>
            <a:r>
              <a:rPr lang="en-US" altLang="zh-CN" sz="1400" dirty="0"/>
              <a:t>L</a:t>
            </a:r>
            <a:r>
              <a:rPr lang="en-US" altLang="zh-TW" sz="1400" dirty="0"/>
              <a:t>oad/store requires the ALU to perform add (00) </a:t>
            </a:r>
          </a:p>
          <a:p>
            <a:pPr marL="514350" lvl="1" indent="-171450"/>
            <a:r>
              <a:rPr lang="en-US" altLang="zh-TW" sz="1400" dirty="0" err="1"/>
              <a:t>Beq</a:t>
            </a:r>
            <a:r>
              <a:rPr lang="en-US" altLang="zh-TW" sz="1400" dirty="0"/>
              <a:t> requires the ALU to perform sub (01)</a:t>
            </a:r>
          </a:p>
          <a:p>
            <a:pPr marL="514350" lvl="1" indent="-171450"/>
            <a:r>
              <a:rPr lang="en-US" altLang="zh-TW" sz="1400" dirty="0"/>
              <a:t>“R-type” needs to reference </a:t>
            </a:r>
            <a:r>
              <a:rPr lang="en-US" altLang="zh-TW" sz="1400" dirty="0" err="1">
                <a:latin typeface="Courier New" panose="02070309020205020404" pitchFamily="49" charset="0"/>
              </a:rPr>
              <a:t>func</a:t>
            </a:r>
            <a:r>
              <a:rPr lang="en-US" altLang="zh-TW" sz="1400" dirty="0"/>
              <a:t> field (10) </a:t>
            </a:r>
          </a:p>
        </p:txBody>
      </p:sp>
      <p:grpSp>
        <p:nvGrpSpPr>
          <p:cNvPr id="4" name="Group 25">
            <a:extLst>
              <a:ext uri="{FF2B5EF4-FFF2-40B4-BE49-F238E27FC236}">
                <a16:creationId xmlns:a16="http://schemas.microsoft.com/office/drawing/2014/main" id="{18BBCEA1-7179-4726-A014-EDB5A1189F9A}"/>
              </a:ext>
            </a:extLst>
          </p:cNvPr>
          <p:cNvGrpSpPr>
            <a:grpSpLocks/>
          </p:cNvGrpSpPr>
          <p:nvPr/>
        </p:nvGrpSpPr>
        <p:grpSpPr bwMode="auto">
          <a:xfrm>
            <a:off x="2033338" y="3850104"/>
            <a:ext cx="5832872" cy="732234"/>
            <a:chOff x="662" y="1536"/>
            <a:chExt cx="4522" cy="615"/>
          </a:xfrm>
        </p:grpSpPr>
        <p:sp>
          <p:nvSpPr>
            <p:cNvPr id="58426" name="Rectangle 26">
              <a:extLst>
                <a:ext uri="{FF2B5EF4-FFF2-40B4-BE49-F238E27FC236}">
                  <a16:creationId xmlns:a16="http://schemas.microsoft.com/office/drawing/2014/main" id="{0592DF5B-3F28-4DD2-8A57-5B7D75494E27}"/>
                </a:ext>
              </a:extLst>
            </p:cNvPr>
            <p:cNvSpPr>
              <a:spLocks noChangeArrowheads="1"/>
            </p:cNvSpPr>
            <p:nvPr/>
          </p:nvSpPr>
          <p:spPr bwMode="auto">
            <a:xfrm>
              <a:off x="2054" y="1543"/>
              <a:ext cx="47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R-type</a:t>
              </a:r>
            </a:p>
          </p:txBody>
        </p:sp>
        <p:sp>
          <p:nvSpPr>
            <p:cNvPr id="58427" name="Rectangle 27">
              <a:extLst>
                <a:ext uri="{FF2B5EF4-FFF2-40B4-BE49-F238E27FC236}">
                  <a16:creationId xmlns:a16="http://schemas.microsoft.com/office/drawing/2014/main" id="{DA84CBF1-634B-4267-AE98-8ACA6FF1AF36}"/>
                </a:ext>
              </a:extLst>
            </p:cNvPr>
            <p:cNvSpPr>
              <a:spLocks noChangeArrowheads="1"/>
            </p:cNvSpPr>
            <p:nvPr/>
          </p:nvSpPr>
          <p:spPr bwMode="auto">
            <a:xfrm>
              <a:off x="3014" y="1543"/>
              <a:ext cx="235"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lw</a:t>
              </a:r>
            </a:p>
          </p:txBody>
        </p:sp>
        <p:sp>
          <p:nvSpPr>
            <p:cNvPr id="58428" name="Rectangle 28">
              <a:extLst>
                <a:ext uri="{FF2B5EF4-FFF2-40B4-BE49-F238E27FC236}">
                  <a16:creationId xmlns:a16="http://schemas.microsoft.com/office/drawing/2014/main" id="{BBE691EC-978E-44C3-8983-CCA3A76EB182}"/>
                </a:ext>
              </a:extLst>
            </p:cNvPr>
            <p:cNvSpPr>
              <a:spLocks noChangeArrowheads="1"/>
            </p:cNvSpPr>
            <p:nvPr/>
          </p:nvSpPr>
          <p:spPr bwMode="auto">
            <a:xfrm>
              <a:off x="3542" y="1543"/>
              <a:ext cx="26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sw</a:t>
              </a:r>
            </a:p>
          </p:txBody>
        </p:sp>
        <p:sp>
          <p:nvSpPr>
            <p:cNvPr id="58429" name="Rectangle 29">
              <a:extLst>
                <a:ext uri="{FF2B5EF4-FFF2-40B4-BE49-F238E27FC236}">
                  <a16:creationId xmlns:a16="http://schemas.microsoft.com/office/drawing/2014/main" id="{41A0DCFD-8E6D-4194-A1AC-F83586217E4B}"/>
                </a:ext>
              </a:extLst>
            </p:cNvPr>
            <p:cNvSpPr>
              <a:spLocks noChangeArrowheads="1"/>
            </p:cNvSpPr>
            <p:nvPr/>
          </p:nvSpPr>
          <p:spPr bwMode="auto">
            <a:xfrm>
              <a:off x="4070" y="1543"/>
              <a:ext cx="321"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beq</a:t>
              </a:r>
            </a:p>
          </p:txBody>
        </p:sp>
        <p:sp>
          <p:nvSpPr>
            <p:cNvPr id="58430" name="Rectangle 30">
              <a:extLst>
                <a:ext uri="{FF2B5EF4-FFF2-40B4-BE49-F238E27FC236}">
                  <a16:creationId xmlns:a16="http://schemas.microsoft.com/office/drawing/2014/main" id="{214CCDC7-5734-431D-A1A1-7A0EA5D33055}"/>
                </a:ext>
              </a:extLst>
            </p:cNvPr>
            <p:cNvSpPr>
              <a:spLocks noChangeArrowheads="1"/>
            </p:cNvSpPr>
            <p:nvPr/>
          </p:nvSpPr>
          <p:spPr bwMode="auto">
            <a:xfrm>
              <a:off x="4742" y="1543"/>
              <a:ext cx="39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jump</a:t>
              </a:r>
            </a:p>
          </p:txBody>
        </p:sp>
        <p:sp>
          <p:nvSpPr>
            <p:cNvPr id="58431" name="Line 31">
              <a:extLst>
                <a:ext uri="{FF2B5EF4-FFF2-40B4-BE49-F238E27FC236}">
                  <a16:creationId xmlns:a16="http://schemas.microsoft.com/office/drawing/2014/main" id="{FE853F97-7F74-4015-9BCB-7156A0D0ADB3}"/>
                </a:ext>
              </a:extLst>
            </p:cNvPr>
            <p:cNvSpPr>
              <a:spLocks noChangeShapeType="1"/>
            </p:cNvSpPr>
            <p:nvPr/>
          </p:nvSpPr>
          <p:spPr bwMode="auto">
            <a:xfrm>
              <a:off x="672" y="1920"/>
              <a:ext cx="4512"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432" name="Line 32">
              <a:extLst>
                <a:ext uri="{FF2B5EF4-FFF2-40B4-BE49-F238E27FC236}">
                  <a16:creationId xmlns:a16="http://schemas.microsoft.com/office/drawing/2014/main" id="{E1E66FCE-AD67-45A5-85D2-A95DE7CDF3BD}"/>
                </a:ext>
              </a:extLst>
            </p:cNvPr>
            <p:cNvSpPr>
              <a:spLocks noChangeShapeType="1"/>
            </p:cNvSpPr>
            <p:nvPr/>
          </p:nvSpPr>
          <p:spPr bwMode="auto">
            <a:xfrm>
              <a:off x="672" y="1728"/>
              <a:ext cx="4512"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433" name="Line 33">
              <a:extLst>
                <a:ext uri="{FF2B5EF4-FFF2-40B4-BE49-F238E27FC236}">
                  <a16:creationId xmlns:a16="http://schemas.microsoft.com/office/drawing/2014/main" id="{4614931C-962F-4229-8492-23E7ECBD85C6}"/>
                </a:ext>
              </a:extLst>
            </p:cNvPr>
            <p:cNvSpPr>
              <a:spLocks noChangeShapeType="1"/>
            </p:cNvSpPr>
            <p:nvPr/>
          </p:nvSpPr>
          <p:spPr bwMode="auto">
            <a:xfrm>
              <a:off x="672" y="1536"/>
              <a:ext cx="4512"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434" name="Line 34">
              <a:extLst>
                <a:ext uri="{FF2B5EF4-FFF2-40B4-BE49-F238E27FC236}">
                  <a16:creationId xmlns:a16="http://schemas.microsoft.com/office/drawing/2014/main" id="{80F6FA73-DB76-4A82-AAFC-F5EB78AE4098}"/>
                </a:ext>
              </a:extLst>
            </p:cNvPr>
            <p:cNvSpPr>
              <a:spLocks noChangeShapeType="1"/>
            </p:cNvSpPr>
            <p:nvPr/>
          </p:nvSpPr>
          <p:spPr bwMode="auto">
            <a:xfrm flipV="1">
              <a:off x="672" y="1536"/>
              <a:ext cx="0" cy="57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435" name="Line 35">
              <a:extLst>
                <a:ext uri="{FF2B5EF4-FFF2-40B4-BE49-F238E27FC236}">
                  <a16:creationId xmlns:a16="http://schemas.microsoft.com/office/drawing/2014/main" id="{DCB77B5F-5384-4279-B71D-F16AF33013D5}"/>
                </a:ext>
              </a:extLst>
            </p:cNvPr>
            <p:cNvSpPr>
              <a:spLocks noChangeShapeType="1"/>
            </p:cNvSpPr>
            <p:nvPr/>
          </p:nvSpPr>
          <p:spPr bwMode="auto">
            <a:xfrm>
              <a:off x="672" y="2112"/>
              <a:ext cx="4512"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436" name="Line 36">
              <a:extLst>
                <a:ext uri="{FF2B5EF4-FFF2-40B4-BE49-F238E27FC236}">
                  <a16:creationId xmlns:a16="http://schemas.microsoft.com/office/drawing/2014/main" id="{D41950AE-68A2-455D-B7B9-E9E88EDC724B}"/>
                </a:ext>
              </a:extLst>
            </p:cNvPr>
            <p:cNvSpPr>
              <a:spLocks noChangeShapeType="1"/>
            </p:cNvSpPr>
            <p:nvPr/>
          </p:nvSpPr>
          <p:spPr bwMode="auto">
            <a:xfrm flipV="1">
              <a:off x="1824" y="1536"/>
              <a:ext cx="0" cy="57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437" name="Line 37">
              <a:extLst>
                <a:ext uri="{FF2B5EF4-FFF2-40B4-BE49-F238E27FC236}">
                  <a16:creationId xmlns:a16="http://schemas.microsoft.com/office/drawing/2014/main" id="{F49A78D6-BCAA-4E20-988E-A49922C5142C}"/>
                </a:ext>
              </a:extLst>
            </p:cNvPr>
            <p:cNvSpPr>
              <a:spLocks noChangeShapeType="1"/>
            </p:cNvSpPr>
            <p:nvPr/>
          </p:nvSpPr>
          <p:spPr bwMode="auto">
            <a:xfrm flipV="1">
              <a:off x="2784" y="1536"/>
              <a:ext cx="0" cy="57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438" name="Line 38">
              <a:extLst>
                <a:ext uri="{FF2B5EF4-FFF2-40B4-BE49-F238E27FC236}">
                  <a16:creationId xmlns:a16="http://schemas.microsoft.com/office/drawing/2014/main" id="{7C8E400B-0A5F-4267-83D1-5EB3E9D0B6F6}"/>
                </a:ext>
              </a:extLst>
            </p:cNvPr>
            <p:cNvSpPr>
              <a:spLocks noChangeShapeType="1"/>
            </p:cNvSpPr>
            <p:nvPr/>
          </p:nvSpPr>
          <p:spPr bwMode="auto">
            <a:xfrm flipV="1">
              <a:off x="3408" y="1536"/>
              <a:ext cx="0" cy="57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439" name="Line 39">
              <a:extLst>
                <a:ext uri="{FF2B5EF4-FFF2-40B4-BE49-F238E27FC236}">
                  <a16:creationId xmlns:a16="http://schemas.microsoft.com/office/drawing/2014/main" id="{E3F83A3F-77B2-40F3-AAF9-F1C7F677E88B}"/>
                </a:ext>
              </a:extLst>
            </p:cNvPr>
            <p:cNvSpPr>
              <a:spLocks noChangeShapeType="1"/>
            </p:cNvSpPr>
            <p:nvPr/>
          </p:nvSpPr>
          <p:spPr bwMode="auto">
            <a:xfrm flipV="1">
              <a:off x="3984" y="1536"/>
              <a:ext cx="0" cy="57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440" name="Line 40">
              <a:extLst>
                <a:ext uri="{FF2B5EF4-FFF2-40B4-BE49-F238E27FC236}">
                  <a16:creationId xmlns:a16="http://schemas.microsoft.com/office/drawing/2014/main" id="{BB453002-484F-45DD-9B28-20AAD01B20A1}"/>
                </a:ext>
              </a:extLst>
            </p:cNvPr>
            <p:cNvSpPr>
              <a:spLocks noChangeShapeType="1"/>
            </p:cNvSpPr>
            <p:nvPr/>
          </p:nvSpPr>
          <p:spPr bwMode="auto">
            <a:xfrm flipV="1">
              <a:off x="4704" y="1536"/>
              <a:ext cx="0" cy="57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441" name="Line 41">
              <a:extLst>
                <a:ext uri="{FF2B5EF4-FFF2-40B4-BE49-F238E27FC236}">
                  <a16:creationId xmlns:a16="http://schemas.microsoft.com/office/drawing/2014/main" id="{C3273482-5BAC-403E-A139-42895A884DD4}"/>
                </a:ext>
              </a:extLst>
            </p:cNvPr>
            <p:cNvSpPr>
              <a:spLocks noChangeShapeType="1"/>
            </p:cNvSpPr>
            <p:nvPr/>
          </p:nvSpPr>
          <p:spPr bwMode="auto">
            <a:xfrm flipV="1">
              <a:off x="5184" y="1536"/>
              <a:ext cx="0" cy="57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442" name="Rectangle 42">
              <a:extLst>
                <a:ext uri="{FF2B5EF4-FFF2-40B4-BE49-F238E27FC236}">
                  <a16:creationId xmlns:a16="http://schemas.microsoft.com/office/drawing/2014/main" id="{28D11D03-B8F7-4526-8AB5-9A12F21CA08B}"/>
                </a:ext>
              </a:extLst>
            </p:cNvPr>
            <p:cNvSpPr>
              <a:spLocks noChangeArrowheads="1"/>
            </p:cNvSpPr>
            <p:nvPr/>
          </p:nvSpPr>
          <p:spPr bwMode="auto">
            <a:xfrm>
              <a:off x="662" y="1735"/>
              <a:ext cx="114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ALUop (Symbolic)</a:t>
              </a:r>
            </a:p>
          </p:txBody>
        </p:sp>
        <p:sp>
          <p:nvSpPr>
            <p:cNvPr id="58443" name="Rectangle 43">
              <a:extLst>
                <a:ext uri="{FF2B5EF4-FFF2-40B4-BE49-F238E27FC236}">
                  <a16:creationId xmlns:a16="http://schemas.microsoft.com/office/drawing/2014/main" id="{21A7A4AA-B0DD-4B74-AE1D-0A623BF7A6F1}"/>
                </a:ext>
              </a:extLst>
            </p:cNvPr>
            <p:cNvSpPr>
              <a:spLocks noChangeArrowheads="1"/>
            </p:cNvSpPr>
            <p:nvPr/>
          </p:nvSpPr>
          <p:spPr bwMode="auto">
            <a:xfrm>
              <a:off x="2033" y="1735"/>
              <a:ext cx="65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a:t>
              </a:r>
              <a:r>
                <a:rPr kumimoji="1" lang="en-US" altLang="zh-TW" sz="1200">
                  <a:latin typeface="Arial" panose="020B0604020202020204" pitchFamily="34" charset="0"/>
                  <a:ea typeface="新細明體" panose="02020500000000000000" pitchFamily="18" charset="-120"/>
                </a:rPr>
                <a:t>R-type”</a:t>
              </a:r>
            </a:p>
          </p:txBody>
        </p:sp>
        <p:sp>
          <p:nvSpPr>
            <p:cNvPr id="58444" name="Rectangle 44">
              <a:extLst>
                <a:ext uri="{FF2B5EF4-FFF2-40B4-BE49-F238E27FC236}">
                  <a16:creationId xmlns:a16="http://schemas.microsoft.com/office/drawing/2014/main" id="{76BA2DBD-4F53-4FF4-BB25-F1E891A43C22}"/>
                </a:ext>
              </a:extLst>
            </p:cNvPr>
            <p:cNvSpPr>
              <a:spLocks noChangeArrowheads="1"/>
            </p:cNvSpPr>
            <p:nvPr/>
          </p:nvSpPr>
          <p:spPr bwMode="auto">
            <a:xfrm>
              <a:off x="3014" y="1735"/>
              <a:ext cx="341"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Add</a:t>
              </a:r>
            </a:p>
          </p:txBody>
        </p:sp>
        <p:sp>
          <p:nvSpPr>
            <p:cNvPr id="58445" name="Rectangle 45">
              <a:extLst>
                <a:ext uri="{FF2B5EF4-FFF2-40B4-BE49-F238E27FC236}">
                  <a16:creationId xmlns:a16="http://schemas.microsoft.com/office/drawing/2014/main" id="{56A5D335-0C2B-4E60-8D1C-CBF6AD2FAB03}"/>
                </a:ext>
              </a:extLst>
            </p:cNvPr>
            <p:cNvSpPr>
              <a:spLocks noChangeArrowheads="1"/>
            </p:cNvSpPr>
            <p:nvPr/>
          </p:nvSpPr>
          <p:spPr bwMode="auto">
            <a:xfrm>
              <a:off x="3542" y="1735"/>
              <a:ext cx="341"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Add</a:t>
              </a:r>
            </a:p>
          </p:txBody>
        </p:sp>
        <p:sp>
          <p:nvSpPr>
            <p:cNvPr id="58446" name="Rectangle 46">
              <a:extLst>
                <a:ext uri="{FF2B5EF4-FFF2-40B4-BE49-F238E27FC236}">
                  <a16:creationId xmlns:a16="http://schemas.microsoft.com/office/drawing/2014/main" id="{6283AC70-62AA-4961-84CC-5D038FFF203F}"/>
                </a:ext>
              </a:extLst>
            </p:cNvPr>
            <p:cNvSpPr>
              <a:spLocks noChangeArrowheads="1"/>
            </p:cNvSpPr>
            <p:nvPr/>
          </p:nvSpPr>
          <p:spPr bwMode="auto">
            <a:xfrm>
              <a:off x="4065" y="1731"/>
              <a:ext cx="592"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Arial" panose="020B0604020202020204" pitchFamily="34" charset="0"/>
                  <a:ea typeface="新細明體" panose="02020500000000000000" pitchFamily="18" charset="-120"/>
                </a:rPr>
                <a:t>Subtract</a:t>
              </a:r>
            </a:p>
          </p:txBody>
        </p:sp>
        <p:sp>
          <p:nvSpPr>
            <p:cNvPr id="58447" name="Rectangle 47">
              <a:extLst>
                <a:ext uri="{FF2B5EF4-FFF2-40B4-BE49-F238E27FC236}">
                  <a16:creationId xmlns:a16="http://schemas.microsoft.com/office/drawing/2014/main" id="{113F4EF2-7941-493A-BE15-EA51FFDAFF86}"/>
                </a:ext>
              </a:extLst>
            </p:cNvPr>
            <p:cNvSpPr>
              <a:spLocks noChangeArrowheads="1"/>
            </p:cNvSpPr>
            <p:nvPr/>
          </p:nvSpPr>
          <p:spPr bwMode="auto">
            <a:xfrm>
              <a:off x="4790" y="1735"/>
              <a:ext cx="30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xxx</a:t>
              </a:r>
            </a:p>
          </p:txBody>
        </p:sp>
        <p:sp>
          <p:nvSpPr>
            <p:cNvPr id="58448" name="Rectangle 48">
              <a:extLst>
                <a:ext uri="{FF2B5EF4-FFF2-40B4-BE49-F238E27FC236}">
                  <a16:creationId xmlns:a16="http://schemas.microsoft.com/office/drawing/2014/main" id="{ABF87F13-7A8C-44D6-8AFA-85D248713EBA}"/>
                </a:ext>
              </a:extLst>
            </p:cNvPr>
            <p:cNvSpPr>
              <a:spLocks noChangeArrowheads="1"/>
            </p:cNvSpPr>
            <p:nvPr/>
          </p:nvSpPr>
          <p:spPr bwMode="auto">
            <a:xfrm>
              <a:off x="950" y="1927"/>
              <a:ext cx="81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ALUop&lt;1:0&gt;</a:t>
              </a:r>
            </a:p>
          </p:txBody>
        </p:sp>
        <p:sp>
          <p:nvSpPr>
            <p:cNvPr id="58449" name="Rectangle 49">
              <a:extLst>
                <a:ext uri="{FF2B5EF4-FFF2-40B4-BE49-F238E27FC236}">
                  <a16:creationId xmlns:a16="http://schemas.microsoft.com/office/drawing/2014/main" id="{646D0B2F-DFD7-49A6-B358-D6DFB938495B}"/>
                </a:ext>
              </a:extLst>
            </p:cNvPr>
            <p:cNvSpPr>
              <a:spLocks noChangeArrowheads="1"/>
            </p:cNvSpPr>
            <p:nvPr/>
          </p:nvSpPr>
          <p:spPr bwMode="auto">
            <a:xfrm>
              <a:off x="2129" y="1927"/>
              <a:ext cx="24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10</a:t>
              </a:r>
            </a:p>
          </p:txBody>
        </p:sp>
        <p:sp>
          <p:nvSpPr>
            <p:cNvPr id="58450" name="Rectangle 50">
              <a:extLst>
                <a:ext uri="{FF2B5EF4-FFF2-40B4-BE49-F238E27FC236}">
                  <a16:creationId xmlns:a16="http://schemas.microsoft.com/office/drawing/2014/main" id="{3BAAC2C6-471C-44AF-AB88-856C659C57E9}"/>
                </a:ext>
              </a:extLst>
            </p:cNvPr>
            <p:cNvSpPr>
              <a:spLocks noChangeArrowheads="1"/>
            </p:cNvSpPr>
            <p:nvPr/>
          </p:nvSpPr>
          <p:spPr bwMode="auto">
            <a:xfrm>
              <a:off x="3014" y="1927"/>
              <a:ext cx="24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00</a:t>
              </a:r>
            </a:p>
          </p:txBody>
        </p:sp>
        <p:sp>
          <p:nvSpPr>
            <p:cNvPr id="58451" name="Rectangle 51">
              <a:extLst>
                <a:ext uri="{FF2B5EF4-FFF2-40B4-BE49-F238E27FC236}">
                  <a16:creationId xmlns:a16="http://schemas.microsoft.com/office/drawing/2014/main" id="{796B5C45-91FF-4FC1-8B8A-B7299178A713}"/>
                </a:ext>
              </a:extLst>
            </p:cNvPr>
            <p:cNvSpPr>
              <a:spLocks noChangeArrowheads="1"/>
            </p:cNvSpPr>
            <p:nvPr/>
          </p:nvSpPr>
          <p:spPr bwMode="auto">
            <a:xfrm>
              <a:off x="3542" y="1927"/>
              <a:ext cx="24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00</a:t>
              </a:r>
            </a:p>
          </p:txBody>
        </p:sp>
        <p:sp>
          <p:nvSpPr>
            <p:cNvPr id="58452" name="Rectangle 52">
              <a:extLst>
                <a:ext uri="{FF2B5EF4-FFF2-40B4-BE49-F238E27FC236}">
                  <a16:creationId xmlns:a16="http://schemas.microsoft.com/office/drawing/2014/main" id="{0E517CD3-7103-438D-9237-72BC41CD036C}"/>
                </a:ext>
              </a:extLst>
            </p:cNvPr>
            <p:cNvSpPr>
              <a:spLocks noChangeArrowheads="1"/>
            </p:cNvSpPr>
            <p:nvPr/>
          </p:nvSpPr>
          <p:spPr bwMode="auto">
            <a:xfrm>
              <a:off x="4048" y="1937"/>
              <a:ext cx="27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 01</a:t>
              </a:r>
            </a:p>
          </p:txBody>
        </p:sp>
        <p:sp>
          <p:nvSpPr>
            <p:cNvPr id="58453" name="Rectangle 53">
              <a:extLst>
                <a:ext uri="{FF2B5EF4-FFF2-40B4-BE49-F238E27FC236}">
                  <a16:creationId xmlns:a16="http://schemas.microsoft.com/office/drawing/2014/main" id="{871818DD-8182-4022-ADB2-D3676008B689}"/>
                </a:ext>
              </a:extLst>
            </p:cNvPr>
            <p:cNvSpPr>
              <a:spLocks noChangeArrowheads="1"/>
            </p:cNvSpPr>
            <p:nvPr/>
          </p:nvSpPr>
          <p:spPr bwMode="auto">
            <a:xfrm>
              <a:off x="4790" y="1927"/>
              <a:ext cx="30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xxx</a:t>
              </a:r>
            </a:p>
          </p:txBody>
        </p:sp>
      </p:grpSp>
      <p:sp>
        <p:nvSpPr>
          <p:cNvPr id="58373" name="Rectangle 54">
            <a:extLst>
              <a:ext uri="{FF2B5EF4-FFF2-40B4-BE49-F238E27FC236}">
                <a16:creationId xmlns:a16="http://schemas.microsoft.com/office/drawing/2014/main" id="{4E5BD11E-5288-4866-8030-5688E472DA65}"/>
              </a:ext>
            </a:extLst>
          </p:cNvPr>
          <p:cNvSpPr>
            <a:spLocks noGrp="1" noChangeArrowheads="1"/>
          </p:cNvSpPr>
          <p:nvPr>
            <p:ph type="title"/>
          </p:nvPr>
        </p:nvSpPr>
        <p:spPr>
          <a:xfrm>
            <a:off x="922085" y="99892"/>
            <a:ext cx="6807454" cy="499463"/>
          </a:xfrm>
        </p:spPr>
        <p:txBody>
          <a:bodyPr/>
          <a:lstStyle/>
          <a:p>
            <a:r>
              <a:rPr lang="en-US" altLang="zh-TW" dirty="0"/>
              <a:t>Our Plan for the Controller</a:t>
            </a:r>
          </a:p>
        </p:txBody>
      </p:sp>
      <p:grpSp>
        <p:nvGrpSpPr>
          <p:cNvPr id="2" name="组合 1">
            <a:extLst>
              <a:ext uri="{FF2B5EF4-FFF2-40B4-BE49-F238E27FC236}">
                <a16:creationId xmlns:a16="http://schemas.microsoft.com/office/drawing/2014/main" id="{6AEAE48A-753B-4230-872B-102ADA9D7B45}"/>
              </a:ext>
            </a:extLst>
          </p:cNvPr>
          <p:cNvGrpSpPr/>
          <p:nvPr/>
        </p:nvGrpSpPr>
        <p:grpSpPr>
          <a:xfrm>
            <a:off x="1671325" y="1996554"/>
            <a:ext cx="6299399" cy="1659730"/>
            <a:chOff x="1358503" y="865586"/>
            <a:chExt cx="6299399" cy="1659730"/>
          </a:xfrm>
        </p:grpSpPr>
        <p:grpSp>
          <p:nvGrpSpPr>
            <p:cNvPr id="58371" name="Group 3">
              <a:extLst>
                <a:ext uri="{FF2B5EF4-FFF2-40B4-BE49-F238E27FC236}">
                  <a16:creationId xmlns:a16="http://schemas.microsoft.com/office/drawing/2014/main" id="{C27832FA-1BE8-41DE-A468-92A7C1FCEC34}"/>
                </a:ext>
              </a:extLst>
            </p:cNvPr>
            <p:cNvGrpSpPr>
              <a:grpSpLocks/>
            </p:cNvGrpSpPr>
            <p:nvPr/>
          </p:nvGrpSpPr>
          <p:grpSpPr bwMode="auto">
            <a:xfrm>
              <a:off x="2330054" y="865586"/>
              <a:ext cx="4656534" cy="883444"/>
              <a:chOff x="1142" y="727"/>
              <a:chExt cx="3610" cy="742"/>
            </a:xfrm>
          </p:grpSpPr>
          <p:sp>
            <p:nvSpPr>
              <p:cNvPr id="58454" name="Rectangle 4">
                <a:extLst>
                  <a:ext uri="{FF2B5EF4-FFF2-40B4-BE49-F238E27FC236}">
                    <a16:creationId xmlns:a16="http://schemas.microsoft.com/office/drawing/2014/main" id="{39582671-581C-4DC9-AA4B-AECD8AEE26E0}"/>
                  </a:ext>
                </a:extLst>
              </p:cNvPr>
              <p:cNvSpPr>
                <a:spLocks noChangeArrowheads="1"/>
              </p:cNvSpPr>
              <p:nvPr/>
            </p:nvSpPr>
            <p:spPr bwMode="auto">
              <a:xfrm>
                <a:off x="1784" y="824"/>
                <a:ext cx="608" cy="60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8455" name="Rectangle 5">
                <a:extLst>
                  <a:ext uri="{FF2B5EF4-FFF2-40B4-BE49-F238E27FC236}">
                    <a16:creationId xmlns:a16="http://schemas.microsoft.com/office/drawing/2014/main" id="{B2E46D7C-FA76-4FA3-80D6-033A69A0F478}"/>
                  </a:ext>
                </a:extLst>
              </p:cNvPr>
              <p:cNvSpPr>
                <a:spLocks noChangeArrowheads="1"/>
              </p:cNvSpPr>
              <p:nvPr/>
            </p:nvSpPr>
            <p:spPr bwMode="auto">
              <a:xfrm>
                <a:off x="1819" y="953"/>
                <a:ext cx="533"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Main</a:t>
                </a:r>
              </a:p>
              <a:p>
                <a:pPr algn="ct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Control</a:t>
                </a:r>
              </a:p>
            </p:txBody>
          </p:sp>
          <p:sp>
            <p:nvSpPr>
              <p:cNvPr id="58456" name="Line 6">
                <a:extLst>
                  <a:ext uri="{FF2B5EF4-FFF2-40B4-BE49-F238E27FC236}">
                    <a16:creationId xmlns:a16="http://schemas.microsoft.com/office/drawing/2014/main" id="{F83966AC-E1EF-463C-8B5A-60E106F557EB}"/>
                  </a:ext>
                </a:extLst>
              </p:cNvPr>
              <p:cNvSpPr>
                <a:spLocks noChangeShapeType="1"/>
              </p:cNvSpPr>
              <p:nvPr/>
            </p:nvSpPr>
            <p:spPr bwMode="auto">
              <a:xfrm>
                <a:off x="1200" y="1104"/>
                <a:ext cx="576"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457" name="Line 7">
                <a:extLst>
                  <a:ext uri="{FF2B5EF4-FFF2-40B4-BE49-F238E27FC236}">
                    <a16:creationId xmlns:a16="http://schemas.microsoft.com/office/drawing/2014/main" id="{D30BF194-A793-4D72-ADF0-62AC7689928C}"/>
                  </a:ext>
                </a:extLst>
              </p:cNvPr>
              <p:cNvSpPr>
                <a:spLocks noChangeShapeType="1"/>
              </p:cNvSpPr>
              <p:nvPr/>
            </p:nvSpPr>
            <p:spPr bwMode="auto">
              <a:xfrm flipH="1">
                <a:off x="1440" y="1008"/>
                <a:ext cx="96"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458" name="Rectangle 8">
                <a:extLst>
                  <a:ext uri="{FF2B5EF4-FFF2-40B4-BE49-F238E27FC236}">
                    <a16:creationId xmlns:a16="http://schemas.microsoft.com/office/drawing/2014/main" id="{CF3BAF03-2194-4D5A-AEAF-B0C181E6B5ED}"/>
                  </a:ext>
                </a:extLst>
              </p:cNvPr>
              <p:cNvSpPr>
                <a:spLocks noChangeArrowheads="1"/>
              </p:cNvSpPr>
              <p:nvPr/>
            </p:nvSpPr>
            <p:spPr bwMode="auto">
              <a:xfrm>
                <a:off x="1142" y="919"/>
                <a:ext cx="58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Op code</a:t>
                </a:r>
              </a:p>
            </p:txBody>
          </p:sp>
          <p:sp>
            <p:nvSpPr>
              <p:cNvPr id="58459" name="Rectangle 9">
                <a:extLst>
                  <a:ext uri="{FF2B5EF4-FFF2-40B4-BE49-F238E27FC236}">
                    <a16:creationId xmlns:a16="http://schemas.microsoft.com/office/drawing/2014/main" id="{E9071D51-0D29-4052-AAC2-F4A0264E9E18}"/>
                  </a:ext>
                </a:extLst>
              </p:cNvPr>
              <p:cNvSpPr>
                <a:spLocks noChangeArrowheads="1"/>
              </p:cNvSpPr>
              <p:nvPr/>
            </p:nvSpPr>
            <p:spPr bwMode="auto">
              <a:xfrm>
                <a:off x="1286" y="1111"/>
                <a:ext cx="1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6</a:t>
                </a:r>
              </a:p>
            </p:txBody>
          </p:sp>
          <p:grpSp>
            <p:nvGrpSpPr>
              <p:cNvPr id="58460" name="Group 10">
                <a:extLst>
                  <a:ext uri="{FF2B5EF4-FFF2-40B4-BE49-F238E27FC236}">
                    <a16:creationId xmlns:a16="http://schemas.microsoft.com/office/drawing/2014/main" id="{36D41950-90DC-4DAD-A939-F807ED974953}"/>
                  </a:ext>
                </a:extLst>
              </p:cNvPr>
              <p:cNvGrpSpPr>
                <a:grpSpLocks/>
              </p:cNvGrpSpPr>
              <p:nvPr/>
            </p:nvGrpSpPr>
            <p:grpSpPr bwMode="auto">
              <a:xfrm>
                <a:off x="3272" y="824"/>
                <a:ext cx="608" cy="571"/>
                <a:chOff x="3272" y="824"/>
                <a:chExt cx="608" cy="571"/>
              </a:xfrm>
            </p:grpSpPr>
            <p:sp>
              <p:nvSpPr>
                <p:cNvPr id="58473" name="Rectangle 11">
                  <a:extLst>
                    <a:ext uri="{FF2B5EF4-FFF2-40B4-BE49-F238E27FC236}">
                      <a16:creationId xmlns:a16="http://schemas.microsoft.com/office/drawing/2014/main" id="{73FE9951-923D-4B07-BC5B-F24608C114BF}"/>
                    </a:ext>
                  </a:extLst>
                </p:cNvPr>
                <p:cNvSpPr>
                  <a:spLocks noChangeArrowheads="1"/>
                </p:cNvSpPr>
                <p:nvPr/>
              </p:nvSpPr>
              <p:spPr bwMode="auto">
                <a:xfrm>
                  <a:off x="3272" y="824"/>
                  <a:ext cx="608" cy="56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8474" name="Rectangle 12">
                  <a:extLst>
                    <a:ext uri="{FF2B5EF4-FFF2-40B4-BE49-F238E27FC236}">
                      <a16:creationId xmlns:a16="http://schemas.microsoft.com/office/drawing/2014/main" id="{B024C028-C77A-43AB-9AE0-7925BE2203B5}"/>
                    </a:ext>
                  </a:extLst>
                </p:cNvPr>
                <p:cNvSpPr>
                  <a:spLocks noChangeArrowheads="1"/>
                </p:cNvSpPr>
                <p:nvPr/>
              </p:nvSpPr>
              <p:spPr bwMode="auto">
                <a:xfrm>
                  <a:off x="3307" y="871"/>
                  <a:ext cx="533"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ALU</a:t>
                  </a:r>
                </a:p>
                <a:p>
                  <a:pPr algn="ct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Control</a:t>
                  </a:r>
                </a:p>
                <a:p>
                  <a:pPr algn="ct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(Local)</a:t>
                  </a:r>
                </a:p>
              </p:txBody>
            </p:sp>
          </p:grpSp>
          <p:sp>
            <p:nvSpPr>
              <p:cNvPr id="58461" name="Line 13">
                <a:extLst>
                  <a:ext uri="{FF2B5EF4-FFF2-40B4-BE49-F238E27FC236}">
                    <a16:creationId xmlns:a16="http://schemas.microsoft.com/office/drawing/2014/main" id="{925A3B3E-3238-4B74-B988-EAB66A4CE250}"/>
                  </a:ext>
                </a:extLst>
              </p:cNvPr>
              <p:cNvSpPr>
                <a:spLocks noChangeShapeType="1"/>
              </p:cNvSpPr>
              <p:nvPr/>
            </p:nvSpPr>
            <p:spPr bwMode="auto">
              <a:xfrm>
                <a:off x="2400" y="1248"/>
                <a:ext cx="864"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462" name="Line 14">
                <a:extLst>
                  <a:ext uri="{FF2B5EF4-FFF2-40B4-BE49-F238E27FC236}">
                    <a16:creationId xmlns:a16="http://schemas.microsoft.com/office/drawing/2014/main" id="{11E5087B-EFFA-4CFB-8F7A-7BBF496E5A76}"/>
                  </a:ext>
                </a:extLst>
              </p:cNvPr>
              <p:cNvSpPr>
                <a:spLocks noChangeShapeType="1"/>
              </p:cNvSpPr>
              <p:nvPr/>
            </p:nvSpPr>
            <p:spPr bwMode="auto">
              <a:xfrm flipH="1">
                <a:off x="2928" y="1152"/>
                <a:ext cx="96"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463" name="Rectangle 15">
                <a:extLst>
                  <a:ext uri="{FF2B5EF4-FFF2-40B4-BE49-F238E27FC236}">
                    <a16:creationId xmlns:a16="http://schemas.microsoft.com/office/drawing/2014/main" id="{84B8C7DE-DC1B-4A91-A41F-AA07EDB2E06C}"/>
                  </a:ext>
                </a:extLst>
              </p:cNvPr>
              <p:cNvSpPr>
                <a:spLocks noChangeArrowheads="1"/>
              </p:cNvSpPr>
              <p:nvPr/>
            </p:nvSpPr>
            <p:spPr bwMode="auto">
              <a:xfrm>
                <a:off x="2630" y="727"/>
                <a:ext cx="36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func</a:t>
                </a:r>
              </a:p>
            </p:txBody>
          </p:sp>
          <p:sp>
            <p:nvSpPr>
              <p:cNvPr id="58464" name="Rectangle 16">
                <a:extLst>
                  <a:ext uri="{FF2B5EF4-FFF2-40B4-BE49-F238E27FC236}">
                    <a16:creationId xmlns:a16="http://schemas.microsoft.com/office/drawing/2014/main" id="{AFDB9E20-7D9D-4AEE-8942-72832BD14501}"/>
                  </a:ext>
                </a:extLst>
              </p:cNvPr>
              <p:cNvSpPr>
                <a:spLocks noChangeArrowheads="1"/>
              </p:cNvSpPr>
              <p:nvPr/>
            </p:nvSpPr>
            <p:spPr bwMode="auto">
              <a:xfrm>
                <a:off x="2774" y="1255"/>
                <a:ext cx="1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2</a:t>
                </a:r>
              </a:p>
            </p:txBody>
          </p:sp>
          <p:sp>
            <p:nvSpPr>
              <p:cNvPr id="58465" name="Line 17">
                <a:extLst>
                  <a:ext uri="{FF2B5EF4-FFF2-40B4-BE49-F238E27FC236}">
                    <a16:creationId xmlns:a16="http://schemas.microsoft.com/office/drawing/2014/main" id="{8DEE0500-DE83-42CF-A5FB-70FD9C63D52B}"/>
                  </a:ext>
                </a:extLst>
              </p:cNvPr>
              <p:cNvSpPr>
                <a:spLocks noChangeShapeType="1"/>
              </p:cNvSpPr>
              <p:nvPr/>
            </p:nvSpPr>
            <p:spPr bwMode="auto">
              <a:xfrm flipH="1">
                <a:off x="2928" y="816"/>
                <a:ext cx="96"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466" name="Rectangle 18">
                <a:extLst>
                  <a:ext uri="{FF2B5EF4-FFF2-40B4-BE49-F238E27FC236}">
                    <a16:creationId xmlns:a16="http://schemas.microsoft.com/office/drawing/2014/main" id="{674FFF4B-BE34-4973-9B96-85B9D951BA2F}"/>
                  </a:ext>
                </a:extLst>
              </p:cNvPr>
              <p:cNvSpPr>
                <a:spLocks noChangeArrowheads="1"/>
              </p:cNvSpPr>
              <p:nvPr/>
            </p:nvSpPr>
            <p:spPr bwMode="auto">
              <a:xfrm>
                <a:off x="2774" y="919"/>
                <a:ext cx="1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6</a:t>
                </a:r>
              </a:p>
            </p:txBody>
          </p:sp>
          <p:sp>
            <p:nvSpPr>
              <p:cNvPr id="58467" name="Rectangle 19">
                <a:extLst>
                  <a:ext uri="{FF2B5EF4-FFF2-40B4-BE49-F238E27FC236}">
                    <a16:creationId xmlns:a16="http://schemas.microsoft.com/office/drawing/2014/main" id="{57CB5259-C830-40EB-BF6B-6158018383F0}"/>
                  </a:ext>
                </a:extLst>
              </p:cNvPr>
              <p:cNvSpPr>
                <a:spLocks noChangeArrowheads="1"/>
              </p:cNvSpPr>
              <p:nvPr/>
            </p:nvSpPr>
            <p:spPr bwMode="auto">
              <a:xfrm>
                <a:off x="2438" y="1063"/>
                <a:ext cx="50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solidFill>
                      <a:srgbClr val="008000"/>
                    </a:solidFill>
                    <a:latin typeface="Arial" panose="020B0604020202020204" pitchFamily="34" charset="0"/>
                    <a:ea typeface="新細明體" panose="02020500000000000000" pitchFamily="18" charset="-120"/>
                  </a:rPr>
                  <a:t>ALUop</a:t>
                </a:r>
              </a:p>
            </p:txBody>
          </p:sp>
          <p:sp>
            <p:nvSpPr>
              <p:cNvPr id="58468" name="Line 20">
                <a:extLst>
                  <a:ext uri="{FF2B5EF4-FFF2-40B4-BE49-F238E27FC236}">
                    <a16:creationId xmlns:a16="http://schemas.microsoft.com/office/drawing/2014/main" id="{74152BEE-CA04-40A6-9F82-4966F82CD593}"/>
                  </a:ext>
                </a:extLst>
              </p:cNvPr>
              <p:cNvSpPr>
                <a:spLocks noChangeShapeType="1"/>
              </p:cNvSpPr>
              <p:nvPr/>
            </p:nvSpPr>
            <p:spPr bwMode="auto">
              <a:xfrm flipH="1">
                <a:off x="2640" y="912"/>
                <a:ext cx="624"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469" name="Rectangle 21">
                <a:extLst>
                  <a:ext uri="{FF2B5EF4-FFF2-40B4-BE49-F238E27FC236}">
                    <a16:creationId xmlns:a16="http://schemas.microsoft.com/office/drawing/2014/main" id="{7FB8602E-38C9-485C-8CF3-DB9422F1E33E}"/>
                  </a:ext>
                </a:extLst>
              </p:cNvPr>
              <p:cNvSpPr>
                <a:spLocks noChangeArrowheads="1"/>
              </p:cNvSpPr>
              <p:nvPr/>
            </p:nvSpPr>
            <p:spPr bwMode="auto">
              <a:xfrm>
                <a:off x="3878" y="919"/>
                <a:ext cx="505"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ALUctr</a:t>
                </a:r>
              </a:p>
            </p:txBody>
          </p:sp>
          <p:sp>
            <p:nvSpPr>
              <p:cNvPr id="58470" name="Line 22">
                <a:extLst>
                  <a:ext uri="{FF2B5EF4-FFF2-40B4-BE49-F238E27FC236}">
                    <a16:creationId xmlns:a16="http://schemas.microsoft.com/office/drawing/2014/main" id="{9E84001C-1FEF-46BF-95A8-72DE05ECB821}"/>
                  </a:ext>
                </a:extLst>
              </p:cNvPr>
              <p:cNvSpPr>
                <a:spLocks noChangeShapeType="1"/>
              </p:cNvSpPr>
              <p:nvPr/>
            </p:nvSpPr>
            <p:spPr bwMode="auto">
              <a:xfrm flipH="1">
                <a:off x="4320" y="1008"/>
                <a:ext cx="96"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471" name="Line 23">
                <a:extLst>
                  <a:ext uri="{FF2B5EF4-FFF2-40B4-BE49-F238E27FC236}">
                    <a16:creationId xmlns:a16="http://schemas.microsoft.com/office/drawing/2014/main" id="{0305B61E-34CC-4FBD-BEA9-F90DD76EC309}"/>
                  </a:ext>
                </a:extLst>
              </p:cNvPr>
              <p:cNvSpPr>
                <a:spLocks noChangeShapeType="1"/>
              </p:cNvSpPr>
              <p:nvPr/>
            </p:nvSpPr>
            <p:spPr bwMode="auto">
              <a:xfrm flipH="1">
                <a:off x="3888" y="1104"/>
                <a:ext cx="864"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472" name="Rectangle 24">
                <a:extLst>
                  <a:ext uri="{FF2B5EF4-FFF2-40B4-BE49-F238E27FC236}">
                    <a16:creationId xmlns:a16="http://schemas.microsoft.com/office/drawing/2014/main" id="{C5CF4438-3D37-4991-B891-E2C5CD20EC4C}"/>
                  </a:ext>
                </a:extLst>
              </p:cNvPr>
              <p:cNvSpPr>
                <a:spLocks noChangeArrowheads="1"/>
              </p:cNvSpPr>
              <p:nvPr/>
            </p:nvSpPr>
            <p:spPr bwMode="auto">
              <a:xfrm>
                <a:off x="4166" y="1111"/>
                <a:ext cx="1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4</a:t>
                </a:r>
              </a:p>
            </p:txBody>
          </p:sp>
        </p:grpSp>
        <p:grpSp>
          <p:nvGrpSpPr>
            <p:cNvPr id="58374" name="Group 55">
              <a:extLst>
                <a:ext uri="{FF2B5EF4-FFF2-40B4-BE49-F238E27FC236}">
                  <a16:creationId xmlns:a16="http://schemas.microsoft.com/office/drawing/2014/main" id="{3071D978-9F63-413F-9884-60F70C44FF83}"/>
                </a:ext>
              </a:extLst>
            </p:cNvPr>
            <p:cNvGrpSpPr>
              <a:grpSpLocks/>
            </p:cNvGrpSpPr>
            <p:nvPr/>
          </p:nvGrpSpPr>
          <p:grpSpPr bwMode="auto">
            <a:xfrm>
              <a:off x="1358503" y="1771654"/>
              <a:ext cx="5735140" cy="483395"/>
              <a:chOff x="566" y="2215"/>
              <a:chExt cx="4446" cy="406"/>
            </a:xfrm>
          </p:grpSpPr>
          <p:grpSp>
            <p:nvGrpSpPr>
              <p:cNvPr id="58396" name="Group 56">
                <a:extLst>
                  <a:ext uri="{FF2B5EF4-FFF2-40B4-BE49-F238E27FC236}">
                    <a16:creationId xmlns:a16="http://schemas.microsoft.com/office/drawing/2014/main" id="{F5AF4D47-EE4A-4B7C-AC63-3169E9B13A15}"/>
                  </a:ext>
                </a:extLst>
              </p:cNvPr>
              <p:cNvGrpSpPr>
                <a:grpSpLocks/>
              </p:cNvGrpSpPr>
              <p:nvPr/>
            </p:nvGrpSpPr>
            <p:grpSpPr bwMode="auto">
              <a:xfrm>
                <a:off x="1046" y="2215"/>
                <a:ext cx="3966" cy="406"/>
                <a:chOff x="1046" y="2215"/>
                <a:chExt cx="3966" cy="406"/>
              </a:xfrm>
            </p:grpSpPr>
            <p:grpSp>
              <p:nvGrpSpPr>
                <p:cNvPr id="58398" name="Group 57">
                  <a:extLst>
                    <a:ext uri="{FF2B5EF4-FFF2-40B4-BE49-F238E27FC236}">
                      <a16:creationId xmlns:a16="http://schemas.microsoft.com/office/drawing/2014/main" id="{EA1EB8E0-A65F-4C9B-8B8E-9AA9BFEFE0A6}"/>
                    </a:ext>
                  </a:extLst>
                </p:cNvPr>
                <p:cNvGrpSpPr>
                  <a:grpSpLocks/>
                </p:cNvGrpSpPr>
                <p:nvPr/>
              </p:nvGrpSpPr>
              <p:grpSpPr bwMode="auto">
                <a:xfrm>
                  <a:off x="1108" y="2404"/>
                  <a:ext cx="3832" cy="217"/>
                  <a:chOff x="1108" y="2404"/>
                  <a:chExt cx="3832" cy="217"/>
                </a:xfrm>
              </p:grpSpPr>
              <p:sp>
                <p:nvSpPr>
                  <p:cNvPr id="58406" name="Rectangle 58">
                    <a:extLst>
                      <a:ext uri="{FF2B5EF4-FFF2-40B4-BE49-F238E27FC236}">
                        <a16:creationId xmlns:a16="http://schemas.microsoft.com/office/drawing/2014/main" id="{B1286F57-0D5F-493A-BD65-D8CE46E02065}"/>
                      </a:ext>
                    </a:extLst>
                  </p:cNvPr>
                  <p:cNvSpPr>
                    <a:spLocks noChangeArrowheads="1"/>
                  </p:cNvSpPr>
                  <p:nvPr/>
                </p:nvSpPr>
                <p:spPr bwMode="auto">
                  <a:xfrm>
                    <a:off x="1112" y="2408"/>
                    <a:ext cx="3824" cy="17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grpSp>
                <p:nvGrpSpPr>
                  <p:cNvPr id="58407" name="Group 59">
                    <a:extLst>
                      <a:ext uri="{FF2B5EF4-FFF2-40B4-BE49-F238E27FC236}">
                        <a16:creationId xmlns:a16="http://schemas.microsoft.com/office/drawing/2014/main" id="{E9A88236-4EA6-4335-9836-426D7EBC6ACE}"/>
                      </a:ext>
                    </a:extLst>
                  </p:cNvPr>
                  <p:cNvGrpSpPr>
                    <a:grpSpLocks/>
                  </p:cNvGrpSpPr>
                  <p:nvPr/>
                </p:nvGrpSpPr>
                <p:grpSpPr bwMode="auto">
                  <a:xfrm>
                    <a:off x="1108" y="2404"/>
                    <a:ext cx="3832" cy="217"/>
                    <a:chOff x="1108" y="2404"/>
                    <a:chExt cx="3832" cy="217"/>
                  </a:xfrm>
                </p:grpSpPr>
                <p:grpSp>
                  <p:nvGrpSpPr>
                    <p:cNvPr id="58408" name="Group 60">
                      <a:extLst>
                        <a:ext uri="{FF2B5EF4-FFF2-40B4-BE49-F238E27FC236}">
                          <a16:creationId xmlns:a16="http://schemas.microsoft.com/office/drawing/2014/main" id="{EAAAD0B9-A77E-435D-A102-B2092EEF92ED}"/>
                        </a:ext>
                      </a:extLst>
                    </p:cNvPr>
                    <p:cNvGrpSpPr>
                      <a:grpSpLocks/>
                    </p:cNvGrpSpPr>
                    <p:nvPr/>
                  </p:nvGrpSpPr>
                  <p:grpSpPr bwMode="auto">
                    <a:xfrm>
                      <a:off x="1108" y="2404"/>
                      <a:ext cx="664" cy="217"/>
                      <a:chOff x="1108" y="2404"/>
                      <a:chExt cx="664" cy="217"/>
                    </a:xfrm>
                  </p:grpSpPr>
                  <p:sp>
                    <p:nvSpPr>
                      <p:cNvPr id="58424" name="Rectangle 61">
                        <a:extLst>
                          <a:ext uri="{FF2B5EF4-FFF2-40B4-BE49-F238E27FC236}">
                            <a16:creationId xmlns:a16="http://schemas.microsoft.com/office/drawing/2014/main" id="{19DA4F48-FF19-439D-A2C3-3F3094E9AD10}"/>
                          </a:ext>
                        </a:extLst>
                      </p:cNvPr>
                      <p:cNvSpPr>
                        <a:spLocks noChangeArrowheads="1"/>
                      </p:cNvSpPr>
                      <p:nvPr/>
                    </p:nvSpPr>
                    <p:spPr bwMode="auto">
                      <a:xfrm>
                        <a:off x="1108" y="2404"/>
                        <a:ext cx="664"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8425" name="Rectangle 62">
                        <a:extLst>
                          <a:ext uri="{FF2B5EF4-FFF2-40B4-BE49-F238E27FC236}">
                            <a16:creationId xmlns:a16="http://schemas.microsoft.com/office/drawing/2014/main" id="{8D81FC6D-B67E-468E-9DB3-AB551BD14758}"/>
                          </a:ext>
                        </a:extLst>
                      </p:cNvPr>
                      <p:cNvSpPr>
                        <a:spLocks noChangeArrowheads="1"/>
                      </p:cNvSpPr>
                      <p:nvPr/>
                    </p:nvSpPr>
                    <p:spPr bwMode="auto">
                      <a:xfrm>
                        <a:off x="1304" y="2407"/>
                        <a:ext cx="255"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op</a:t>
                        </a:r>
                      </a:p>
                    </p:txBody>
                  </p:sp>
                </p:grpSp>
                <p:grpSp>
                  <p:nvGrpSpPr>
                    <p:cNvPr id="58409" name="Group 63">
                      <a:extLst>
                        <a:ext uri="{FF2B5EF4-FFF2-40B4-BE49-F238E27FC236}">
                          <a16:creationId xmlns:a16="http://schemas.microsoft.com/office/drawing/2014/main" id="{FD61802B-3050-4691-9333-E41A92C13A8A}"/>
                        </a:ext>
                      </a:extLst>
                    </p:cNvPr>
                    <p:cNvGrpSpPr>
                      <a:grpSpLocks/>
                    </p:cNvGrpSpPr>
                    <p:nvPr/>
                  </p:nvGrpSpPr>
                  <p:grpSpPr bwMode="auto">
                    <a:xfrm>
                      <a:off x="1780" y="2404"/>
                      <a:ext cx="616" cy="217"/>
                      <a:chOff x="1780" y="2404"/>
                      <a:chExt cx="616" cy="217"/>
                    </a:xfrm>
                  </p:grpSpPr>
                  <p:sp>
                    <p:nvSpPr>
                      <p:cNvPr id="58422" name="Rectangle 64">
                        <a:extLst>
                          <a:ext uri="{FF2B5EF4-FFF2-40B4-BE49-F238E27FC236}">
                            <a16:creationId xmlns:a16="http://schemas.microsoft.com/office/drawing/2014/main" id="{8039F289-E395-4A85-913B-582C6BF7C88C}"/>
                          </a:ext>
                        </a:extLst>
                      </p:cNvPr>
                      <p:cNvSpPr>
                        <a:spLocks noChangeArrowheads="1"/>
                      </p:cNvSpPr>
                      <p:nvPr/>
                    </p:nvSpPr>
                    <p:spPr bwMode="auto">
                      <a:xfrm>
                        <a:off x="1780" y="2404"/>
                        <a:ext cx="616"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8423" name="Rectangle 65">
                        <a:extLst>
                          <a:ext uri="{FF2B5EF4-FFF2-40B4-BE49-F238E27FC236}">
                            <a16:creationId xmlns:a16="http://schemas.microsoft.com/office/drawing/2014/main" id="{7E4CD428-1E1C-4CE3-83F7-163987500C2B}"/>
                          </a:ext>
                        </a:extLst>
                      </p:cNvPr>
                      <p:cNvSpPr>
                        <a:spLocks noChangeArrowheads="1"/>
                      </p:cNvSpPr>
                      <p:nvPr/>
                    </p:nvSpPr>
                    <p:spPr bwMode="auto">
                      <a:xfrm>
                        <a:off x="1958" y="2407"/>
                        <a:ext cx="22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rs</a:t>
                        </a:r>
                      </a:p>
                    </p:txBody>
                  </p:sp>
                </p:grpSp>
                <p:grpSp>
                  <p:nvGrpSpPr>
                    <p:cNvPr id="58410" name="Group 66">
                      <a:extLst>
                        <a:ext uri="{FF2B5EF4-FFF2-40B4-BE49-F238E27FC236}">
                          <a16:creationId xmlns:a16="http://schemas.microsoft.com/office/drawing/2014/main" id="{B87CF101-87A4-438A-878A-72F2802820E0}"/>
                        </a:ext>
                      </a:extLst>
                    </p:cNvPr>
                    <p:cNvGrpSpPr>
                      <a:grpSpLocks/>
                    </p:cNvGrpSpPr>
                    <p:nvPr/>
                  </p:nvGrpSpPr>
                  <p:grpSpPr bwMode="auto">
                    <a:xfrm>
                      <a:off x="2404" y="2404"/>
                      <a:ext cx="616" cy="217"/>
                      <a:chOff x="2404" y="2404"/>
                      <a:chExt cx="616" cy="217"/>
                    </a:xfrm>
                  </p:grpSpPr>
                  <p:sp>
                    <p:nvSpPr>
                      <p:cNvPr id="58420" name="Rectangle 67">
                        <a:extLst>
                          <a:ext uri="{FF2B5EF4-FFF2-40B4-BE49-F238E27FC236}">
                            <a16:creationId xmlns:a16="http://schemas.microsoft.com/office/drawing/2014/main" id="{112017B4-02B0-41AD-BFB1-BF242B1B5FA5}"/>
                          </a:ext>
                        </a:extLst>
                      </p:cNvPr>
                      <p:cNvSpPr>
                        <a:spLocks noChangeArrowheads="1"/>
                      </p:cNvSpPr>
                      <p:nvPr/>
                    </p:nvSpPr>
                    <p:spPr bwMode="auto">
                      <a:xfrm>
                        <a:off x="2404" y="2404"/>
                        <a:ext cx="616"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8421" name="Rectangle 68">
                        <a:extLst>
                          <a:ext uri="{FF2B5EF4-FFF2-40B4-BE49-F238E27FC236}">
                            <a16:creationId xmlns:a16="http://schemas.microsoft.com/office/drawing/2014/main" id="{1C10CE2C-0F7E-4FCB-BAA8-0EE27FBDBE06}"/>
                          </a:ext>
                        </a:extLst>
                      </p:cNvPr>
                      <p:cNvSpPr>
                        <a:spLocks noChangeArrowheads="1"/>
                      </p:cNvSpPr>
                      <p:nvPr/>
                    </p:nvSpPr>
                    <p:spPr bwMode="auto">
                      <a:xfrm>
                        <a:off x="2582" y="2407"/>
                        <a:ext cx="19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rt</a:t>
                        </a:r>
                      </a:p>
                    </p:txBody>
                  </p:sp>
                </p:grpSp>
                <p:grpSp>
                  <p:nvGrpSpPr>
                    <p:cNvPr id="58411" name="Group 69">
                      <a:extLst>
                        <a:ext uri="{FF2B5EF4-FFF2-40B4-BE49-F238E27FC236}">
                          <a16:creationId xmlns:a16="http://schemas.microsoft.com/office/drawing/2014/main" id="{3E8D35E2-31AC-4FB1-BDCF-35EBADF39ECE}"/>
                        </a:ext>
                      </a:extLst>
                    </p:cNvPr>
                    <p:cNvGrpSpPr>
                      <a:grpSpLocks/>
                    </p:cNvGrpSpPr>
                    <p:nvPr/>
                  </p:nvGrpSpPr>
                  <p:grpSpPr bwMode="auto">
                    <a:xfrm>
                      <a:off x="3028" y="2404"/>
                      <a:ext cx="616" cy="217"/>
                      <a:chOff x="3028" y="2404"/>
                      <a:chExt cx="616" cy="217"/>
                    </a:xfrm>
                  </p:grpSpPr>
                  <p:sp>
                    <p:nvSpPr>
                      <p:cNvPr id="58418" name="Rectangle 70">
                        <a:extLst>
                          <a:ext uri="{FF2B5EF4-FFF2-40B4-BE49-F238E27FC236}">
                            <a16:creationId xmlns:a16="http://schemas.microsoft.com/office/drawing/2014/main" id="{119CF527-AA19-48C2-BFB8-E158F57ED315}"/>
                          </a:ext>
                        </a:extLst>
                      </p:cNvPr>
                      <p:cNvSpPr>
                        <a:spLocks noChangeArrowheads="1"/>
                      </p:cNvSpPr>
                      <p:nvPr/>
                    </p:nvSpPr>
                    <p:spPr bwMode="auto">
                      <a:xfrm>
                        <a:off x="3028" y="2404"/>
                        <a:ext cx="616"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8419" name="Rectangle 71">
                        <a:extLst>
                          <a:ext uri="{FF2B5EF4-FFF2-40B4-BE49-F238E27FC236}">
                            <a16:creationId xmlns:a16="http://schemas.microsoft.com/office/drawing/2014/main" id="{7EC82D05-6356-44BA-B275-0C002CE94AC3}"/>
                          </a:ext>
                        </a:extLst>
                      </p:cNvPr>
                      <p:cNvSpPr>
                        <a:spLocks noChangeArrowheads="1"/>
                      </p:cNvSpPr>
                      <p:nvPr/>
                    </p:nvSpPr>
                    <p:spPr bwMode="auto">
                      <a:xfrm>
                        <a:off x="3206" y="2407"/>
                        <a:ext cx="22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rd</a:t>
                        </a:r>
                      </a:p>
                    </p:txBody>
                  </p:sp>
                </p:grpSp>
                <p:grpSp>
                  <p:nvGrpSpPr>
                    <p:cNvPr id="58412" name="Group 72">
                      <a:extLst>
                        <a:ext uri="{FF2B5EF4-FFF2-40B4-BE49-F238E27FC236}">
                          <a16:creationId xmlns:a16="http://schemas.microsoft.com/office/drawing/2014/main" id="{49D2372C-F93B-4D67-8072-6330868E3377}"/>
                        </a:ext>
                      </a:extLst>
                    </p:cNvPr>
                    <p:cNvGrpSpPr>
                      <a:grpSpLocks/>
                    </p:cNvGrpSpPr>
                    <p:nvPr/>
                  </p:nvGrpSpPr>
                  <p:grpSpPr bwMode="auto">
                    <a:xfrm>
                      <a:off x="3652" y="2404"/>
                      <a:ext cx="616" cy="217"/>
                      <a:chOff x="3652" y="2404"/>
                      <a:chExt cx="616" cy="217"/>
                    </a:xfrm>
                  </p:grpSpPr>
                  <p:sp>
                    <p:nvSpPr>
                      <p:cNvPr id="58416" name="Rectangle 73">
                        <a:extLst>
                          <a:ext uri="{FF2B5EF4-FFF2-40B4-BE49-F238E27FC236}">
                            <a16:creationId xmlns:a16="http://schemas.microsoft.com/office/drawing/2014/main" id="{B2531224-1BAE-4C3C-888E-0BC5E4344F3A}"/>
                          </a:ext>
                        </a:extLst>
                      </p:cNvPr>
                      <p:cNvSpPr>
                        <a:spLocks noChangeArrowheads="1"/>
                      </p:cNvSpPr>
                      <p:nvPr/>
                    </p:nvSpPr>
                    <p:spPr bwMode="auto">
                      <a:xfrm>
                        <a:off x="3652" y="2404"/>
                        <a:ext cx="616"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8417" name="Rectangle 74">
                        <a:extLst>
                          <a:ext uri="{FF2B5EF4-FFF2-40B4-BE49-F238E27FC236}">
                            <a16:creationId xmlns:a16="http://schemas.microsoft.com/office/drawing/2014/main" id="{4AC82DF7-4F6B-4088-BA1C-FE210999AFA8}"/>
                          </a:ext>
                        </a:extLst>
                      </p:cNvPr>
                      <p:cNvSpPr>
                        <a:spLocks noChangeArrowheads="1"/>
                      </p:cNvSpPr>
                      <p:nvPr/>
                    </p:nvSpPr>
                    <p:spPr bwMode="auto">
                      <a:xfrm>
                        <a:off x="3734" y="2407"/>
                        <a:ext cx="45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err="1">
                            <a:latin typeface="Arial" panose="020B0604020202020204" pitchFamily="34" charset="0"/>
                            <a:ea typeface="新細明體" panose="02020500000000000000" pitchFamily="18" charset="-120"/>
                          </a:rPr>
                          <a:t>shamt</a:t>
                        </a:r>
                        <a:endParaRPr kumimoji="1" lang="en-US" altLang="zh-TW" sz="1200" dirty="0">
                          <a:latin typeface="Arial" panose="020B0604020202020204" pitchFamily="34" charset="0"/>
                          <a:ea typeface="新細明體" panose="02020500000000000000" pitchFamily="18" charset="-120"/>
                        </a:endParaRPr>
                      </a:p>
                    </p:txBody>
                  </p:sp>
                </p:grpSp>
                <p:grpSp>
                  <p:nvGrpSpPr>
                    <p:cNvPr id="58413" name="Group 75">
                      <a:extLst>
                        <a:ext uri="{FF2B5EF4-FFF2-40B4-BE49-F238E27FC236}">
                          <a16:creationId xmlns:a16="http://schemas.microsoft.com/office/drawing/2014/main" id="{70B77848-FB81-4450-9F4B-F9E7D4FFCE68}"/>
                        </a:ext>
                      </a:extLst>
                    </p:cNvPr>
                    <p:cNvGrpSpPr>
                      <a:grpSpLocks/>
                    </p:cNvGrpSpPr>
                    <p:nvPr/>
                  </p:nvGrpSpPr>
                  <p:grpSpPr bwMode="auto">
                    <a:xfrm>
                      <a:off x="4276" y="2404"/>
                      <a:ext cx="664" cy="217"/>
                      <a:chOff x="4276" y="2404"/>
                      <a:chExt cx="664" cy="217"/>
                    </a:xfrm>
                  </p:grpSpPr>
                  <p:sp>
                    <p:nvSpPr>
                      <p:cNvPr id="58414" name="Rectangle 76">
                        <a:extLst>
                          <a:ext uri="{FF2B5EF4-FFF2-40B4-BE49-F238E27FC236}">
                            <a16:creationId xmlns:a16="http://schemas.microsoft.com/office/drawing/2014/main" id="{B71C7F23-E335-4A49-A483-ED3EA862EEF5}"/>
                          </a:ext>
                        </a:extLst>
                      </p:cNvPr>
                      <p:cNvSpPr>
                        <a:spLocks noChangeArrowheads="1"/>
                      </p:cNvSpPr>
                      <p:nvPr/>
                    </p:nvSpPr>
                    <p:spPr bwMode="auto">
                      <a:xfrm>
                        <a:off x="4276" y="2404"/>
                        <a:ext cx="664"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8415" name="Rectangle 77">
                        <a:extLst>
                          <a:ext uri="{FF2B5EF4-FFF2-40B4-BE49-F238E27FC236}">
                            <a16:creationId xmlns:a16="http://schemas.microsoft.com/office/drawing/2014/main" id="{E69576DF-B28A-4657-ABEA-38B3498757C0}"/>
                          </a:ext>
                        </a:extLst>
                      </p:cNvPr>
                      <p:cNvSpPr>
                        <a:spLocks noChangeArrowheads="1"/>
                      </p:cNvSpPr>
                      <p:nvPr/>
                    </p:nvSpPr>
                    <p:spPr bwMode="auto">
                      <a:xfrm>
                        <a:off x="4472" y="2407"/>
                        <a:ext cx="40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funct</a:t>
                        </a:r>
                      </a:p>
                    </p:txBody>
                  </p:sp>
                </p:grpSp>
              </p:grpSp>
            </p:grpSp>
            <p:sp>
              <p:nvSpPr>
                <p:cNvPr id="58399" name="Rectangle 78">
                  <a:extLst>
                    <a:ext uri="{FF2B5EF4-FFF2-40B4-BE49-F238E27FC236}">
                      <a16:creationId xmlns:a16="http://schemas.microsoft.com/office/drawing/2014/main" id="{F6A781F2-0D87-4F65-B19E-11DAB9B242BC}"/>
                    </a:ext>
                  </a:extLst>
                </p:cNvPr>
                <p:cNvSpPr>
                  <a:spLocks noChangeArrowheads="1"/>
                </p:cNvSpPr>
                <p:nvPr/>
              </p:nvSpPr>
              <p:spPr bwMode="auto">
                <a:xfrm>
                  <a:off x="4838" y="2215"/>
                  <a:ext cx="1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0</a:t>
                  </a:r>
                </a:p>
              </p:txBody>
            </p:sp>
            <p:sp>
              <p:nvSpPr>
                <p:cNvPr id="58400" name="Rectangle 79">
                  <a:extLst>
                    <a:ext uri="{FF2B5EF4-FFF2-40B4-BE49-F238E27FC236}">
                      <a16:creationId xmlns:a16="http://schemas.microsoft.com/office/drawing/2014/main" id="{7B3FCC68-172A-478A-89B5-2CAF88F522A2}"/>
                    </a:ext>
                  </a:extLst>
                </p:cNvPr>
                <p:cNvSpPr>
                  <a:spLocks noChangeArrowheads="1"/>
                </p:cNvSpPr>
                <p:nvPr/>
              </p:nvSpPr>
              <p:spPr bwMode="auto">
                <a:xfrm>
                  <a:off x="4118" y="2215"/>
                  <a:ext cx="1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6</a:t>
                  </a:r>
                </a:p>
              </p:txBody>
            </p:sp>
            <p:sp>
              <p:nvSpPr>
                <p:cNvPr id="58401" name="Rectangle 80">
                  <a:extLst>
                    <a:ext uri="{FF2B5EF4-FFF2-40B4-BE49-F238E27FC236}">
                      <a16:creationId xmlns:a16="http://schemas.microsoft.com/office/drawing/2014/main" id="{5F2EDDC2-39B9-456C-B8E1-DC5772372AB4}"/>
                    </a:ext>
                  </a:extLst>
                </p:cNvPr>
                <p:cNvSpPr>
                  <a:spLocks noChangeArrowheads="1"/>
                </p:cNvSpPr>
                <p:nvPr/>
              </p:nvSpPr>
              <p:spPr bwMode="auto">
                <a:xfrm>
                  <a:off x="3446" y="2215"/>
                  <a:ext cx="23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11</a:t>
                  </a:r>
                </a:p>
              </p:txBody>
            </p:sp>
            <p:sp>
              <p:nvSpPr>
                <p:cNvPr id="58402" name="Rectangle 81">
                  <a:extLst>
                    <a:ext uri="{FF2B5EF4-FFF2-40B4-BE49-F238E27FC236}">
                      <a16:creationId xmlns:a16="http://schemas.microsoft.com/office/drawing/2014/main" id="{AF82B9AF-4B27-4A36-9BC5-53B4C14BE849}"/>
                    </a:ext>
                  </a:extLst>
                </p:cNvPr>
                <p:cNvSpPr>
                  <a:spLocks noChangeArrowheads="1"/>
                </p:cNvSpPr>
                <p:nvPr/>
              </p:nvSpPr>
              <p:spPr bwMode="auto">
                <a:xfrm>
                  <a:off x="2822" y="2215"/>
                  <a:ext cx="24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16</a:t>
                  </a:r>
                </a:p>
              </p:txBody>
            </p:sp>
            <p:sp>
              <p:nvSpPr>
                <p:cNvPr id="58403" name="Rectangle 82">
                  <a:extLst>
                    <a:ext uri="{FF2B5EF4-FFF2-40B4-BE49-F238E27FC236}">
                      <a16:creationId xmlns:a16="http://schemas.microsoft.com/office/drawing/2014/main" id="{D4D30815-CE69-4361-B0ED-ECF5AA30D1C1}"/>
                    </a:ext>
                  </a:extLst>
                </p:cNvPr>
                <p:cNvSpPr>
                  <a:spLocks noChangeArrowheads="1"/>
                </p:cNvSpPr>
                <p:nvPr/>
              </p:nvSpPr>
              <p:spPr bwMode="auto">
                <a:xfrm>
                  <a:off x="2198" y="2215"/>
                  <a:ext cx="24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21</a:t>
                  </a:r>
                </a:p>
              </p:txBody>
            </p:sp>
            <p:sp>
              <p:nvSpPr>
                <p:cNvPr id="58404" name="Rectangle 83">
                  <a:extLst>
                    <a:ext uri="{FF2B5EF4-FFF2-40B4-BE49-F238E27FC236}">
                      <a16:creationId xmlns:a16="http://schemas.microsoft.com/office/drawing/2014/main" id="{19AC94FD-0EBF-42A5-90CF-57B87F8FBEBC}"/>
                    </a:ext>
                  </a:extLst>
                </p:cNvPr>
                <p:cNvSpPr>
                  <a:spLocks noChangeArrowheads="1"/>
                </p:cNvSpPr>
                <p:nvPr/>
              </p:nvSpPr>
              <p:spPr bwMode="auto">
                <a:xfrm>
                  <a:off x="1574" y="2215"/>
                  <a:ext cx="24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26</a:t>
                  </a:r>
                </a:p>
              </p:txBody>
            </p:sp>
            <p:sp>
              <p:nvSpPr>
                <p:cNvPr id="58405" name="Rectangle 84">
                  <a:extLst>
                    <a:ext uri="{FF2B5EF4-FFF2-40B4-BE49-F238E27FC236}">
                      <a16:creationId xmlns:a16="http://schemas.microsoft.com/office/drawing/2014/main" id="{D0512E40-7CB2-425A-ADB0-0439FF705732}"/>
                    </a:ext>
                  </a:extLst>
                </p:cNvPr>
                <p:cNvSpPr>
                  <a:spLocks noChangeArrowheads="1"/>
                </p:cNvSpPr>
                <p:nvPr/>
              </p:nvSpPr>
              <p:spPr bwMode="auto">
                <a:xfrm>
                  <a:off x="1046" y="2215"/>
                  <a:ext cx="24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31</a:t>
                  </a:r>
                </a:p>
              </p:txBody>
            </p:sp>
          </p:grpSp>
          <p:sp>
            <p:nvSpPr>
              <p:cNvPr id="58397" name="Rectangle 85">
                <a:extLst>
                  <a:ext uri="{FF2B5EF4-FFF2-40B4-BE49-F238E27FC236}">
                    <a16:creationId xmlns:a16="http://schemas.microsoft.com/office/drawing/2014/main" id="{085D5168-49C3-4105-AF6F-04811D53EA04}"/>
                  </a:ext>
                </a:extLst>
              </p:cNvPr>
              <p:cNvSpPr>
                <a:spLocks noChangeArrowheads="1"/>
              </p:cNvSpPr>
              <p:nvPr/>
            </p:nvSpPr>
            <p:spPr bwMode="auto">
              <a:xfrm>
                <a:off x="566" y="2407"/>
                <a:ext cx="47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R-type</a:t>
                </a:r>
              </a:p>
            </p:txBody>
          </p:sp>
        </p:grpSp>
        <p:grpSp>
          <p:nvGrpSpPr>
            <p:cNvPr id="58375" name="Group 86">
              <a:extLst>
                <a:ext uri="{FF2B5EF4-FFF2-40B4-BE49-F238E27FC236}">
                  <a16:creationId xmlns:a16="http://schemas.microsoft.com/office/drawing/2014/main" id="{3ECB8609-A19D-43C7-BDFE-0EB556F8E7E3}"/>
                </a:ext>
              </a:extLst>
            </p:cNvPr>
            <p:cNvGrpSpPr>
              <a:grpSpLocks/>
            </p:cNvGrpSpPr>
            <p:nvPr/>
          </p:nvGrpSpPr>
          <p:grpSpPr bwMode="auto">
            <a:xfrm>
              <a:off x="7275910" y="1062038"/>
              <a:ext cx="371475" cy="819150"/>
              <a:chOff x="3072" y="3119"/>
              <a:chExt cx="288" cy="688"/>
            </a:xfrm>
          </p:grpSpPr>
          <p:sp>
            <p:nvSpPr>
              <p:cNvPr id="58388" name="Line 87">
                <a:extLst>
                  <a:ext uri="{FF2B5EF4-FFF2-40B4-BE49-F238E27FC236}">
                    <a16:creationId xmlns:a16="http://schemas.microsoft.com/office/drawing/2014/main" id="{3BF41E6E-D6AC-48EE-AB13-D3EA0C8D0846}"/>
                  </a:ext>
                </a:extLst>
              </p:cNvPr>
              <p:cNvSpPr>
                <a:spLocks noChangeShapeType="1"/>
              </p:cNvSpPr>
              <p:nvPr/>
            </p:nvSpPr>
            <p:spPr bwMode="auto">
              <a:xfrm>
                <a:off x="3072" y="3119"/>
                <a:ext cx="0" cy="17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389" name="Line 88">
                <a:extLst>
                  <a:ext uri="{FF2B5EF4-FFF2-40B4-BE49-F238E27FC236}">
                    <a16:creationId xmlns:a16="http://schemas.microsoft.com/office/drawing/2014/main" id="{44C16DF3-7A65-42CB-AF95-5EA589BB6E74}"/>
                  </a:ext>
                </a:extLst>
              </p:cNvPr>
              <p:cNvSpPr>
                <a:spLocks noChangeShapeType="1"/>
              </p:cNvSpPr>
              <p:nvPr/>
            </p:nvSpPr>
            <p:spPr bwMode="auto">
              <a:xfrm>
                <a:off x="3072" y="3119"/>
                <a:ext cx="288" cy="17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390" name="Line 89">
                <a:extLst>
                  <a:ext uri="{FF2B5EF4-FFF2-40B4-BE49-F238E27FC236}">
                    <a16:creationId xmlns:a16="http://schemas.microsoft.com/office/drawing/2014/main" id="{696045A0-4159-4BA9-874A-332E045747E4}"/>
                  </a:ext>
                </a:extLst>
              </p:cNvPr>
              <p:cNvSpPr>
                <a:spLocks noChangeShapeType="1"/>
              </p:cNvSpPr>
              <p:nvPr/>
            </p:nvSpPr>
            <p:spPr bwMode="auto">
              <a:xfrm>
                <a:off x="3072" y="3291"/>
                <a:ext cx="144" cy="8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391" name="Line 90">
                <a:extLst>
                  <a:ext uri="{FF2B5EF4-FFF2-40B4-BE49-F238E27FC236}">
                    <a16:creationId xmlns:a16="http://schemas.microsoft.com/office/drawing/2014/main" id="{7BF5138E-1478-40AD-8CB3-805854B2CC4D}"/>
                  </a:ext>
                </a:extLst>
              </p:cNvPr>
              <p:cNvSpPr>
                <a:spLocks noChangeShapeType="1"/>
              </p:cNvSpPr>
              <p:nvPr/>
            </p:nvSpPr>
            <p:spPr bwMode="auto">
              <a:xfrm>
                <a:off x="3216" y="3377"/>
                <a:ext cx="0" cy="17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392" name="Line 91">
                <a:extLst>
                  <a:ext uri="{FF2B5EF4-FFF2-40B4-BE49-F238E27FC236}">
                    <a16:creationId xmlns:a16="http://schemas.microsoft.com/office/drawing/2014/main" id="{CBF57B67-710C-4F30-89A8-338A04A2E15E}"/>
                  </a:ext>
                </a:extLst>
              </p:cNvPr>
              <p:cNvSpPr>
                <a:spLocks noChangeShapeType="1"/>
              </p:cNvSpPr>
              <p:nvPr/>
            </p:nvSpPr>
            <p:spPr bwMode="auto">
              <a:xfrm>
                <a:off x="3360" y="3291"/>
                <a:ext cx="0" cy="3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393" name="Line 92">
                <a:extLst>
                  <a:ext uri="{FF2B5EF4-FFF2-40B4-BE49-F238E27FC236}">
                    <a16:creationId xmlns:a16="http://schemas.microsoft.com/office/drawing/2014/main" id="{6BB5C439-402C-469E-8DD3-E1F4395A4EC7}"/>
                  </a:ext>
                </a:extLst>
              </p:cNvPr>
              <p:cNvSpPr>
                <a:spLocks noChangeShapeType="1"/>
              </p:cNvSpPr>
              <p:nvPr/>
            </p:nvSpPr>
            <p:spPr bwMode="auto">
              <a:xfrm flipV="1">
                <a:off x="3072" y="3549"/>
                <a:ext cx="144" cy="8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394" name="Line 93">
                <a:extLst>
                  <a:ext uri="{FF2B5EF4-FFF2-40B4-BE49-F238E27FC236}">
                    <a16:creationId xmlns:a16="http://schemas.microsoft.com/office/drawing/2014/main" id="{7FC79391-1E52-4468-A3A4-118FC7E9B35F}"/>
                  </a:ext>
                </a:extLst>
              </p:cNvPr>
              <p:cNvSpPr>
                <a:spLocks noChangeShapeType="1"/>
              </p:cNvSpPr>
              <p:nvPr/>
            </p:nvSpPr>
            <p:spPr bwMode="auto">
              <a:xfrm>
                <a:off x="3072" y="3635"/>
                <a:ext cx="0" cy="17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58395" name="Line 94">
                <a:extLst>
                  <a:ext uri="{FF2B5EF4-FFF2-40B4-BE49-F238E27FC236}">
                    <a16:creationId xmlns:a16="http://schemas.microsoft.com/office/drawing/2014/main" id="{0F5EAF94-9CA4-440D-B36E-D28F6381E6BF}"/>
                  </a:ext>
                </a:extLst>
              </p:cNvPr>
              <p:cNvSpPr>
                <a:spLocks noChangeShapeType="1"/>
              </p:cNvSpPr>
              <p:nvPr/>
            </p:nvSpPr>
            <p:spPr bwMode="auto">
              <a:xfrm flipV="1">
                <a:off x="3072" y="3635"/>
                <a:ext cx="288" cy="17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sp>
          <p:nvSpPr>
            <p:cNvPr id="58376" name="Rectangle 95">
              <a:extLst>
                <a:ext uri="{FF2B5EF4-FFF2-40B4-BE49-F238E27FC236}">
                  <a16:creationId xmlns:a16="http://schemas.microsoft.com/office/drawing/2014/main" id="{7BAC7880-0BA8-48F4-9E47-707EFA592B58}"/>
                </a:ext>
              </a:extLst>
            </p:cNvPr>
            <p:cNvSpPr>
              <a:spLocks noChangeArrowheads="1"/>
            </p:cNvSpPr>
            <p:nvPr/>
          </p:nvSpPr>
          <p:spPr bwMode="auto">
            <a:xfrm rot="5400000">
              <a:off x="7303076" y="1362274"/>
              <a:ext cx="45525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ALU</a:t>
              </a:r>
            </a:p>
          </p:txBody>
        </p:sp>
        <p:grpSp>
          <p:nvGrpSpPr>
            <p:cNvPr id="16" name="Group 96">
              <a:extLst>
                <a:ext uri="{FF2B5EF4-FFF2-40B4-BE49-F238E27FC236}">
                  <a16:creationId xmlns:a16="http://schemas.microsoft.com/office/drawing/2014/main" id="{F27B9061-332C-43A9-BCF3-B4E261FF5427}"/>
                </a:ext>
              </a:extLst>
            </p:cNvPr>
            <p:cNvGrpSpPr>
              <a:grpSpLocks/>
            </p:cNvGrpSpPr>
            <p:nvPr/>
          </p:nvGrpSpPr>
          <p:grpSpPr bwMode="auto">
            <a:xfrm>
              <a:off x="2249093" y="1348980"/>
              <a:ext cx="459582" cy="945357"/>
              <a:chOff x="1169" y="1133"/>
              <a:chExt cx="386" cy="794"/>
            </a:xfrm>
          </p:grpSpPr>
          <p:sp>
            <p:nvSpPr>
              <p:cNvPr id="58386" name="Oval 97">
                <a:extLst>
                  <a:ext uri="{FF2B5EF4-FFF2-40B4-BE49-F238E27FC236}">
                    <a16:creationId xmlns:a16="http://schemas.microsoft.com/office/drawing/2014/main" id="{E81E9B33-8C76-4F67-98CE-6B832517FA23}"/>
                  </a:ext>
                </a:extLst>
              </p:cNvPr>
              <p:cNvSpPr>
                <a:spLocks noChangeArrowheads="1"/>
              </p:cNvSpPr>
              <p:nvPr/>
            </p:nvSpPr>
            <p:spPr bwMode="auto">
              <a:xfrm>
                <a:off x="1169" y="1622"/>
                <a:ext cx="375" cy="305"/>
              </a:xfrm>
              <a:prstGeom prst="ellipse">
                <a:avLst/>
              </a:prstGeom>
              <a:noFill/>
              <a:ln w="5715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cxnSp>
            <p:nvCxnSpPr>
              <p:cNvPr id="58387" name="AutoShape 98">
                <a:extLst>
                  <a:ext uri="{FF2B5EF4-FFF2-40B4-BE49-F238E27FC236}">
                    <a16:creationId xmlns:a16="http://schemas.microsoft.com/office/drawing/2014/main" id="{39E7C327-18D6-4C2C-A83D-CE637A30659C}"/>
                  </a:ext>
                </a:extLst>
              </p:cNvPr>
              <p:cNvCxnSpPr>
                <a:cxnSpLocks noChangeShapeType="1"/>
                <a:stCxn id="58386" idx="0"/>
                <a:endCxn id="58458" idx="2"/>
              </p:cNvCxnSpPr>
              <p:nvPr/>
            </p:nvCxnSpPr>
            <p:spPr bwMode="auto">
              <a:xfrm flipV="1">
                <a:off x="1357" y="1133"/>
                <a:ext cx="198" cy="489"/>
              </a:xfrm>
              <a:prstGeom prst="straightConnector1">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cxnSp>
        </p:grpSp>
        <p:grpSp>
          <p:nvGrpSpPr>
            <p:cNvPr id="17" name="Group 99">
              <a:extLst>
                <a:ext uri="{FF2B5EF4-FFF2-40B4-BE49-F238E27FC236}">
                  <a16:creationId xmlns:a16="http://schemas.microsoft.com/office/drawing/2014/main" id="{2030A1AB-7C14-485A-943E-F43C387DDAAE}"/>
                </a:ext>
              </a:extLst>
            </p:cNvPr>
            <p:cNvGrpSpPr>
              <a:grpSpLocks/>
            </p:cNvGrpSpPr>
            <p:nvPr/>
          </p:nvGrpSpPr>
          <p:grpSpPr bwMode="auto">
            <a:xfrm>
              <a:off x="4481513" y="1120379"/>
              <a:ext cx="2483644" cy="1194197"/>
              <a:chOff x="3044" y="941"/>
              <a:chExt cx="2086" cy="1003"/>
            </a:xfrm>
          </p:grpSpPr>
          <p:sp>
            <p:nvSpPr>
              <p:cNvPr id="58384" name="Oval 100">
                <a:extLst>
                  <a:ext uri="{FF2B5EF4-FFF2-40B4-BE49-F238E27FC236}">
                    <a16:creationId xmlns:a16="http://schemas.microsoft.com/office/drawing/2014/main" id="{89F8C65F-98C9-4BE7-A034-7BCE91988531}"/>
                  </a:ext>
                </a:extLst>
              </p:cNvPr>
              <p:cNvSpPr>
                <a:spLocks noChangeArrowheads="1"/>
              </p:cNvSpPr>
              <p:nvPr/>
            </p:nvSpPr>
            <p:spPr bwMode="auto">
              <a:xfrm>
                <a:off x="4598" y="1639"/>
                <a:ext cx="532" cy="305"/>
              </a:xfrm>
              <a:prstGeom prst="ellipse">
                <a:avLst/>
              </a:prstGeom>
              <a:noFill/>
              <a:ln w="5715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cxnSp>
            <p:nvCxnSpPr>
              <p:cNvPr id="58385" name="AutoShape 101">
                <a:extLst>
                  <a:ext uri="{FF2B5EF4-FFF2-40B4-BE49-F238E27FC236}">
                    <a16:creationId xmlns:a16="http://schemas.microsoft.com/office/drawing/2014/main" id="{421F72AF-A65F-4007-A827-79C6A8FDBEBC}"/>
                  </a:ext>
                </a:extLst>
              </p:cNvPr>
              <p:cNvCxnSpPr>
                <a:cxnSpLocks noChangeShapeType="1"/>
                <a:stCxn id="58384" idx="0"/>
                <a:endCxn id="58463" idx="2"/>
              </p:cNvCxnSpPr>
              <p:nvPr/>
            </p:nvCxnSpPr>
            <p:spPr bwMode="auto">
              <a:xfrm flipH="1" flipV="1">
                <a:off x="3044" y="941"/>
                <a:ext cx="1820" cy="698"/>
              </a:xfrm>
              <a:prstGeom prst="straightConnector1">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cxnSp>
        </p:grpSp>
        <p:sp>
          <p:nvSpPr>
            <p:cNvPr id="454758" name="Line 102">
              <a:extLst>
                <a:ext uri="{FF2B5EF4-FFF2-40B4-BE49-F238E27FC236}">
                  <a16:creationId xmlns:a16="http://schemas.microsoft.com/office/drawing/2014/main" id="{B5A906F2-BE14-4A26-8D96-403DCF407F0A}"/>
                </a:ext>
              </a:extLst>
            </p:cNvPr>
            <p:cNvSpPr>
              <a:spLocks noChangeShapeType="1"/>
            </p:cNvSpPr>
            <p:nvPr/>
          </p:nvSpPr>
          <p:spPr bwMode="auto">
            <a:xfrm flipH="1">
              <a:off x="2125266" y="1538287"/>
              <a:ext cx="2233613" cy="987029"/>
            </a:xfrm>
            <a:prstGeom prst="line">
              <a:avLst/>
            </a:prstGeom>
            <a:noFill/>
            <a:ln w="38100">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58380" name="Line 108">
              <a:extLst>
                <a:ext uri="{FF2B5EF4-FFF2-40B4-BE49-F238E27FC236}">
                  <a16:creationId xmlns:a16="http://schemas.microsoft.com/office/drawing/2014/main" id="{CC84491E-3B97-4BA0-ABD4-884006F3DDEC}"/>
                </a:ext>
              </a:extLst>
            </p:cNvPr>
            <p:cNvSpPr>
              <a:spLocks noChangeShapeType="1"/>
            </p:cNvSpPr>
            <p:nvPr/>
          </p:nvSpPr>
          <p:spPr bwMode="auto">
            <a:xfrm>
              <a:off x="3930254" y="1232298"/>
              <a:ext cx="304800" cy="11906"/>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58381" name="Line 110">
              <a:extLst>
                <a:ext uri="{FF2B5EF4-FFF2-40B4-BE49-F238E27FC236}">
                  <a16:creationId xmlns:a16="http://schemas.microsoft.com/office/drawing/2014/main" id="{27F5E3E0-ECC9-4DF1-963F-AAF4083FF4E9}"/>
                </a:ext>
              </a:extLst>
            </p:cNvPr>
            <p:cNvSpPr>
              <a:spLocks noChangeShapeType="1"/>
            </p:cNvSpPr>
            <p:nvPr/>
          </p:nvSpPr>
          <p:spPr bwMode="auto">
            <a:xfrm flipH="1">
              <a:off x="3994547" y="1079897"/>
              <a:ext cx="11430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350"/>
            </a:p>
          </p:txBody>
        </p:sp>
        <p:sp>
          <p:nvSpPr>
            <p:cNvPr id="58382" name="Rectangle 111">
              <a:extLst>
                <a:ext uri="{FF2B5EF4-FFF2-40B4-BE49-F238E27FC236}">
                  <a16:creationId xmlns:a16="http://schemas.microsoft.com/office/drawing/2014/main" id="{46271E0B-AD17-4303-A8C4-E976C7FAF5FD}"/>
                </a:ext>
              </a:extLst>
            </p:cNvPr>
            <p:cNvSpPr>
              <a:spLocks noChangeArrowheads="1"/>
            </p:cNvSpPr>
            <p:nvPr/>
          </p:nvSpPr>
          <p:spPr bwMode="auto">
            <a:xfrm>
              <a:off x="3935016" y="914401"/>
              <a:ext cx="21431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7</a:t>
              </a:r>
            </a:p>
          </p:txBody>
        </p:sp>
      </p:grpSp>
      <p:sp>
        <p:nvSpPr>
          <p:cNvPr id="108" name="灯片编号占位符 5">
            <a:extLst>
              <a:ext uri="{FF2B5EF4-FFF2-40B4-BE49-F238E27FC236}">
                <a16:creationId xmlns:a16="http://schemas.microsoft.com/office/drawing/2014/main" id="{589CA097-96D6-487B-B077-E76E5BC212BC}"/>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51</a:t>
            </a:fld>
            <a:endParaRPr lang="zh-TW"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6FB3023D-6107-43EE-A296-D1AF76C29ADF}"/>
              </a:ext>
            </a:extLst>
          </p:cNvPr>
          <p:cNvSpPr>
            <a:spLocks noGrp="1" noChangeArrowheads="1"/>
          </p:cNvSpPr>
          <p:nvPr>
            <p:ph type="title"/>
          </p:nvPr>
        </p:nvSpPr>
        <p:spPr>
          <a:xfrm>
            <a:off x="922421" y="44054"/>
            <a:ext cx="6807117" cy="676275"/>
          </a:xfrm>
        </p:spPr>
        <p:txBody>
          <a:bodyPr/>
          <a:lstStyle/>
          <a:p>
            <a:r>
              <a:rPr lang="en-US" altLang="zh-TW" dirty="0"/>
              <a:t>ALU Control</a:t>
            </a:r>
            <a:endParaRPr lang="en-AU" altLang="zh-TW" dirty="0">
              <a:ea typeface="新細明體" panose="02020500000000000000" pitchFamily="18" charset="-120"/>
            </a:endParaRPr>
          </a:p>
        </p:txBody>
      </p:sp>
      <p:sp>
        <p:nvSpPr>
          <p:cNvPr id="59395" name="Rectangle 3">
            <a:extLst>
              <a:ext uri="{FF2B5EF4-FFF2-40B4-BE49-F238E27FC236}">
                <a16:creationId xmlns:a16="http://schemas.microsoft.com/office/drawing/2014/main" id="{529676F6-7701-4950-82B2-0A57939521C0}"/>
              </a:ext>
            </a:extLst>
          </p:cNvPr>
          <p:cNvSpPr>
            <a:spLocks noGrp="1" noChangeArrowheads="1"/>
          </p:cNvSpPr>
          <p:nvPr>
            <p:ph type="body" idx="1"/>
          </p:nvPr>
        </p:nvSpPr>
        <p:spPr>
          <a:xfrm>
            <a:off x="954505" y="747901"/>
            <a:ext cx="6705601" cy="687868"/>
          </a:xfrm>
        </p:spPr>
        <p:txBody>
          <a:bodyPr/>
          <a:lstStyle/>
          <a:p>
            <a:r>
              <a:rPr lang="en-US" altLang="zh-TW" sz="1800" dirty="0"/>
              <a:t>Assume 2-bit </a:t>
            </a:r>
            <a:r>
              <a:rPr lang="en-US" altLang="zh-TW" sz="1800" dirty="0" err="1"/>
              <a:t>ALUOp</a:t>
            </a:r>
            <a:r>
              <a:rPr lang="en-US" altLang="zh-TW" sz="1800" dirty="0"/>
              <a:t> derived from opcode</a:t>
            </a:r>
          </a:p>
          <a:p>
            <a:pPr lvl="1"/>
            <a:r>
              <a:rPr lang="en-US" altLang="zh-TW" sz="1600" dirty="0"/>
              <a:t>Combinational logic derives ALU control</a:t>
            </a:r>
            <a:endParaRPr lang="en-AU" altLang="zh-TW" sz="1600" dirty="0">
              <a:ea typeface="新細明體" panose="02020500000000000000" pitchFamily="18" charset="-120"/>
            </a:endParaRPr>
          </a:p>
        </p:txBody>
      </p:sp>
      <p:graphicFrame>
        <p:nvGraphicFramePr>
          <p:cNvPr id="477255" name="Group 71">
            <a:extLst>
              <a:ext uri="{FF2B5EF4-FFF2-40B4-BE49-F238E27FC236}">
                <a16:creationId xmlns:a16="http://schemas.microsoft.com/office/drawing/2014/main" id="{FE92CC4C-5B4F-472D-B893-0267B7A8ABBA}"/>
              </a:ext>
            </a:extLst>
          </p:cNvPr>
          <p:cNvGraphicFramePr>
            <a:graphicFrameLocks noGrp="1"/>
          </p:cNvGraphicFramePr>
          <p:nvPr>
            <p:extLst>
              <p:ext uri="{D42A27DB-BD31-4B8C-83A1-F6EECF244321}">
                <p14:modId xmlns:p14="http://schemas.microsoft.com/office/powerpoint/2010/main" val="48049971"/>
              </p:ext>
            </p:extLst>
          </p:nvPr>
        </p:nvGraphicFramePr>
        <p:xfrm>
          <a:off x="1528763" y="1421607"/>
          <a:ext cx="6554392" cy="3125391"/>
        </p:xfrm>
        <a:graphic>
          <a:graphicData uri="http://schemas.openxmlformats.org/drawingml/2006/table">
            <a:tbl>
              <a:tblPr/>
              <a:tblGrid>
                <a:gridCol w="998935">
                  <a:extLst>
                    <a:ext uri="{9D8B030D-6E8A-4147-A177-3AD203B41FA5}">
                      <a16:colId xmlns:a16="http://schemas.microsoft.com/office/drawing/2014/main" val="20000"/>
                    </a:ext>
                  </a:extLst>
                </a:gridCol>
                <a:gridCol w="750094">
                  <a:extLst>
                    <a:ext uri="{9D8B030D-6E8A-4147-A177-3AD203B41FA5}">
                      <a16:colId xmlns:a16="http://schemas.microsoft.com/office/drawing/2014/main" val="20001"/>
                    </a:ext>
                  </a:extLst>
                </a:gridCol>
                <a:gridCol w="1434703">
                  <a:extLst>
                    <a:ext uri="{9D8B030D-6E8A-4147-A177-3AD203B41FA5}">
                      <a16:colId xmlns:a16="http://schemas.microsoft.com/office/drawing/2014/main" val="20002"/>
                    </a:ext>
                  </a:extLst>
                </a:gridCol>
                <a:gridCol w="875110">
                  <a:extLst>
                    <a:ext uri="{9D8B030D-6E8A-4147-A177-3AD203B41FA5}">
                      <a16:colId xmlns:a16="http://schemas.microsoft.com/office/drawing/2014/main" val="20003"/>
                    </a:ext>
                  </a:extLst>
                </a:gridCol>
                <a:gridCol w="1434703">
                  <a:extLst>
                    <a:ext uri="{9D8B030D-6E8A-4147-A177-3AD203B41FA5}">
                      <a16:colId xmlns:a16="http://schemas.microsoft.com/office/drawing/2014/main" val="20004"/>
                    </a:ext>
                  </a:extLst>
                </a:gridCol>
                <a:gridCol w="1060847">
                  <a:extLst>
                    <a:ext uri="{9D8B030D-6E8A-4147-A177-3AD203B41FA5}">
                      <a16:colId xmlns:a16="http://schemas.microsoft.com/office/drawing/2014/main" val="20005"/>
                    </a:ext>
                  </a:extLst>
                </a:gridCol>
              </a:tblGrid>
              <a:tr h="517922">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opcode</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ALUOp</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Operation</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funct</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ALU function</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ALU control</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7656">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lw</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load word</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XXXXXX</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add</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0010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8847">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sw</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store word</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XXXXXX</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add</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Century Gothic" pitchFamily="34" charset="0"/>
                          <a:ea typeface="標楷體" pitchFamily="65" charset="-120"/>
                        </a:rPr>
                        <a:t>0010</a:t>
                      </a:r>
                      <a:endParaRPr kumimoji="0" lang="en-AU" altLang="zh-TW" sz="1400" b="1" i="0" u="none" strike="noStrike" cap="none" normalizeH="0" baseline="0" dirty="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8847">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beq</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01</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branch equal</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XXXXXX</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subtract</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0110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8847">
                <a:tc rowSpan="5">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R-type</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5">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add</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100000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add</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0010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8847">
                <a:tc vMerge="1">
                  <a:txBody>
                    <a:bodyPr/>
                    <a:lstStyle/>
                    <a:p>
                      <a:endParaRPr lang="zh-TW" altLang="en-US"/>
                    </a:p>
                  </a:txBody>
                  <a:tcPr/>
                </a:tc>
                <a:tc vMerge="1">
                  <a:txBody>
                    <a:bodyPr/>
                    <a:lstStyle/>
                    <a:p>
                      <a:endParaRPr lang="zh-TW" altLang="en-US"/>
                    </a:p>
                  </a:txBody>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subtract</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100010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subtract</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0110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8847">
                <a:tc vMerge="1">
                  <a:txBody>
                    <a:bodyPr/>
                    <a:lstStyle/>
                    <a:p>
                      <a:endParaRPr lang="zh-TW" altLang="en-US"/>
                    </a:p>
                  </a:txBody>
                  <a:tcPr/>
                </a:tc>
                <a:tc vMerge="1">
                  <a:txBody>
                    <a:bodyPr/>
                    <a:lstStyle/>
                    <a:p>
                      <a:endParaRPr lang="zh-TW" altLang="en-US"/>
                    </a:p>
                  </a:txBody>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AND</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100100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AND</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0000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97656">
                <a:tc vMerge="1">
                  <a:txBody>
                    <a:bodyPr/>
                    <a:lstStyle/>
                    <a:p>
                      <a:endParaRPr lang="zh-TW" altLang="en-US"/>
                    </a:p>
                  </a:txBody>
                  <a:tcPr/>
                </a:tc>
                <a:tc vMerge="1">
                  <a:txBody>
                    <a:bodyPr/>
                    <a:lstStyle/>
                    <a:p>
                      <a:endParaRPr lang="zh-TW" altLang="en-US"/>
                    </a:p>
                  </a:txBody>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OR</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100101</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OR</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0001</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7922">
                <a:tc vMerge="1">
                  <a:txBody>
                    <a:bodyPr/>
                    <a:lstStyle/>
                    <a:p>
                      <a:endParaRPr lang="zh-TW" altLang="en-US"/>
                    </a:p>
                  </a:txBody>
                  <a:tcPr/>
                </a:tc>
                <a:tc vMerge="1">
                  <a:txBody>
                    <a:bodyPr/>
                    <a:lstStyle/>
                    <a:p>
                      <a:endParaRPr lang="zh-TW" altLang="en-US"/>
                    </a:p>
                  </a:txBody>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set-on-less-than</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Century Gothic" pitchFamily="34" charset="0"/>
                          <a:ea typeface="標楷體" pitchFamily="65" charset="-120"/>
                        </a:rPr>
                        <a:t>101010</a:t>
                      </a:r>
                      <a:endParaRPr kumimoji="0" lang="en-AU" altLang="zh-TW" sz="1400" b="1" i="0" u="none" strike="noStrike" cap="none" normalizeH="0" baseline="0" dirty="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set-on-less-than</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Century Gothic" pitchFamily="34" charset="0"/>
                          <a:ea typeface="標楷體" pitchFamily="65" charset="-120"/>
                        </a:rPr>
                        <a:t>0111</a:t>
                      </a:r>
                      <a:endParaRPr kumimoji="0" lang="en-AU" altLang="zh-TW" sz="1400" b="1" i="0" u="none" strike="noStrike" cap="none" normalizeH="0" baseline="0" dirty="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9460" name="Rectangle 72">
            <a:extLst>
              <a:ext uri="{FF2B5EF4-FFF2-40B4-BE49-F238E27FC236}">
                <a16:creationId xmlns:a16="http://schemas.microsoft.com/office/drawing/2014/main" id="{C22EE2EC-EF93-4D86-80A7-28F320812FF4}"/>
              </a:ext>
            </a:extLst>
          </p:cNvPr>
          <p:cNvSpPr>
            <a:spLocks noChangeArrowheads="1"/>
          </p:cNvSpPr>
          <p:nvPr/>
        </p:nvSpPr>
        <p:spPr bwMode="auto">
          <a:xfrm>
            <a:off x="2483644" y="1454945"/>
            <a:ext cx="3082529" cy="3077766"/>
          </a:xfrm>
          <a:prstGeom prst="rect">
            <a:avLst/>
          </a:prstGeom>
          <a:noFill/>
          <a:ln w="762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59461" name="Rectangle 73">
            <a:extLst>
              <a:ext uri="{FF2B5EF4-FFF2-40B4-BE49-F238E27FC236}">
                <a16:creationId xmlns:a16="http://schemas.microsoft.com/office/drawing/2014/main" id="{5CC5AD44-EE0E-4303-AAE5-3946C969BF61}"/>
              </a:ext>
            </a:extLst>
          </p:cNvPr>
          <p:cNvSpPr>
            <a:spLocks noChangeArrowheads="1"/>
          </p:cNvSpPr>
          <p:nvPr/>
        </p:nvSpPr>
        <p:spPr bwMode="auto">
          <a:xfrm>
            <a:off x="6987779" y="1456136"/>
            <a:ext cx="1103709" cy="3128963"/>
          </a:xfrm>
          <a:prstGeom prst="rect">
            <a:avLst/>
          </a:prstGeom>
          <a:noFill/>
          <a:ln w="762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8" name="灯片编号占位符 5">
            <a:extLst>
              <a:ext uri="{FF2B5EF4-FFF2-40B4-BE49-F238E27FC236}">
                <a16:creationId xmlns:a16="http://schemas.microsoft.com/office/drawing/2014/main" id="{99BAC26E-2A6E-45F8-9209-4C5A428497C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52</a:t>
            </a:fld>
            <a:endParaRPr lang="zh-TW"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B523D832-497F-41E4-9495-E0BD332E534B}"/>
              </a:ext>
            </a:extLst>
          </p:cNvPr>
          <p:cNvSpPr>
            <a:spLocks noGrp="1" noChangeArrowheads="1"/>
          </p:cNvSpPr>
          <p:nvPr>
            <p:ph type="title"/>
          </p:nvPr>
        </p:nvSpPr>
        <p:spPr>
          <a:xfrm>
            <a:off x="937453" y="44054"/>
            <a:ext cx="6792086" cy="676275"/>
          </a:xfrm>
        </p:spPr>
        <p:txBody>
          <a:bodyPr/>
          <a:lstStyle/>
          <a:p>
            <a:r>
              <a:rPr lang="en-US" altLang="zh-TW" dirty="0"/>
              <a:t>Logic Equation for </a:t>
            </a:r>
            <a:r>
              <a:rPr lang="en-US" altLang="zh-TW" dirty="0" err="1"/>
              <a:t>ALUctr</a:t>
            </a:r>
            <a:endParaRPr lang="en-US" altLang="zh-TW" dirty="0"/>
          </a:p>
        </p:txBody>
      </p:sp>
      <p:sp>
        <p:nvSpPr>
          <p:cNvPr id="60429" name="Line 58">
            <a:extLst>
              <a:ext uri="{FF2B5EF4-FFF2-40B4-BE49-F238E27FC236}">
                <a16:creationId xmlns:a16="http://schemas.microsoft.com/office/drawing/2014/main" id="{76356A68-7F6D-4AE3-A512-EA69B67AFEB5}"/>
              </a:ext>
            </a:extLst>
          </p:cNvPr>
          <p:cNvSpPr>
            <a:spLocks noChangeShapeType="1"/>
          </p:cNvSpPr>
          <p:nvPr/>
        </p:nvSpPr>
        <p:spPr bwMode="auto">
          <a:xfrm>
            <a:off x="478911" y="1249580"/>
            <a:ext cx="825000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30" name="Line 59">
            <a:extLst>
              <a:ext uri="{FF2B5EF4-FFF2-40B4-BE49-F238E27FC236}">
                <a16:creationId xmlns:a16="http://schemas.microsoft.com/office/drawing/2014/main" id="{0C0F8413-28FB-450D-A7B2-A657E225EA9E}"/>
              </a:ext>
            </a:extLst>
          </p:cNvPr>
          <p:cNvSpPr>
            <a:spLocks noChangeShapeType="1"/>
          </p:cNvSpPr>
          <p:nvPr/>
        </p:nvSpPr>
        <p:spPr bwMode="auto">
          <a:xfrm>
            <a:off x="478911" y="1249580"/>
            <a:ext cx="0" cy="29249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19" name="Rectangle 187">
            <a:extLst>
              <a:ext uri="{FF2B5EF4-FFF2-40B4-BE49-F238E27FC236}">
                <a16:creationId xmlns:a16="http://schemas.microsoft.com/office/drawing/2014/main" id="{9FC6F819-895E-44C9-9232-27812FF3074D}"/>
              </a:ext>
            </a:extLst>
          </p:cNvPr>
          <p:cNvSpPr>
            <a:spLocks noChangeArrowheads="1"/>
          </p:cNvSpPr>
          <p:nvPr/>
        </p:nvSpPr>
        <p:spPr bwMode="auto">
          <a:xfrm>
            <a:off x="2134165" y="3863840"/>
            <a:ext cx="2462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a:p>
            <a:pPr>
              <a:lnSpc>
                <a:spcPct val="100000"/>
              </a:lnSpc>
              <a:spcBef>
                <a:spcPct val="0"/>
              </a:spcBef>
              <a:buClrTx/>
              <a:buSzTx/>
              <a:buFontTx/>
              <a:buNone/>
            </a:pPr>
            <a:endParaRPr kumimoji="1" lang="zh-TW" altLang="en-US" sz="1600" b="0">
              <a:latin typeface="Arial" panose="020B0604020202020204" pitchFamily="34" charset="0"/>
              <a:ea typeface="新細明體" panose="02020500000000000000" pitchFamily="18" charset="-120"/>
            </a:endParaRPr>
          </a:p>
        </p:txBody>
      </p:sp>
      <p:sp>
        <p:nvSpPr>
          <p:cNvPr id="60420" name="Rectangle 49">
            <a:extLst>
              <a:ext uri="{FF2B5EF4-FFF2-40B4-BE49-F238E27FC236}">
                <a16:creationId xmlns:a16="http://schemas.microsoft.com/office/drawing/2014/main" id="{5A294ADA-65DB-4BA4-8EB0-362CFBBDD8BB}"/>
              </a:ext>
            </a:extLst>
          </p:cNvPr>
          <p:cNvSpPr>
            <a:spLocks noChangeArrowheads="1"/>
          </p:cNvSpPr>
          <p:nvPr/>
        </p:nvSpPr>
        <p:spPr bwMode="auto">
          <a:xfrm>
            <a:off x="713314" y="1259879"/>
            <a:ext cx="726160"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400" dirty="0" err="1">
                <a:latin typeface="Arial" panose="020B0604020202020204" pitchFamily="34" charset="0"/>
                <a:ea typeface="新細明體" panose="02020500000000000000" pitchFamily="18" charset="-120"/>
              </a:rPr>
              <a:t>ALUop</a:t>
            </a:r>
            <a:endParaRPr kumimoji="1" lang="en-US" altLang="zh-TW" sz="1400" dirty="0">
              <a:latin typeface="Arial" panose="020B0604020202020204" pitchFamily="34" charset="0"/>
              <a:ea typeface="新細明體" panose="02020500000000000000" pitchFamily="18" charset="-120"/>
            </a:endParaRPr>
          </a:p>
        </p:txBody>
      </p:sp>
      <p:sp>
        <p:nvSpPr>
          <p:cNvPr id="60421" name="Rectangle 50">
            <a:extLst>
              <a:ext uri="{FF2B5EF4-FFF2-40B4-BE49-F238E27FC236}">
                <a16:creationId xmlns:a16="http://schemas.microsoft.com/office/drawing/2014/main" id="{88724D84-CAB2-4DB4-8CB8-E8446358E6D8}"/>
              </a:ext>
            </a:extLst>
          </p:cNvPr>
          <p:cNvSpPr>
            <a:spLocks noChangeArrowheads="1"/>
          </p:cNvSpPr>
          <p:nvPr/>
        </p:nvSpPr>
        <p:spPr bwMode="auto">
          <a:xfrm>
            <a:off x="3053541" y="1259879"/>
            <a:ext cx="516167"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func</a:t>
            </a:r>
          </a:p>
        </p:txBody>
      </p:sp>
      <p:sp>
        <p:nvSpPr>
          <p:cNvPr id="60422" name="Rectangle 51">
            <a:extLst>
              <a:ext uri="{FF2B5EF4-FFF2-40B4-BE49-F238E27FC236}">
                <a16:creationId xmlns:a16="http://schemas.microsoft.com/office/drawing/2014/main" id="{7844E79F-44C8-400D-8666-959C6ABFC7E3}"/>
              </a:ext>
            </a:extLst>
          </p:cNvPr>
          <p:cNvSpPr>
            <a:spLocks noChangeArrowheads="1"/>
          </p:cNvSpPr>
          <p:nvPr/>
        </p:nvSpPr>
        <p:spPr bwMode="auto">
          <a:xfrm>
            <a:off x="462121" y="1553405"/>
            <a:ext cx="665246"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dirty="0">
                <a:latin typeface="Arial" panose="020B0604020202020204" pitchFamily="34" charset="0"/>
                <a:ea typeface="新細明體" panose="02020500000000000000" pitchFamily="18" charset="-120"/>
              </a:rPr>
              <a:t>bit&lt;1&gt;</a:t>
            </a:r>
          </a:p>
        </p:txBody>
      </p:sp>
      <p:sp>
        <p:nvSpPr>
          <p:cNvPr id="60423" name="Rectangle 52">
            <a:extLst>
              <a:ext uri="{FF2B5EF4-FFF2-40B4-BE49-F238E27FC236}">
                <a16:creationId xmlns:a16="http://schemas.microsoft.com/office/drawing/2014/main" id="{130B11CB-75DE-4966-8817-EE42D17D610F}"/>
              </a:ext>
            </a:extLst>
          </p:cNvPr>
          <p:cNvSpPr>
            <a:spLocks noChangeArrowheads="1"/>
          </p:cNvSpPr>
          <p:nvPr/>
        </p:nvSpPr>
        <p:spPr bwMode="auto">
          <a:xfrm>
            <a:off x="1177141" y="1553405"/>
            <a:ext cx="665246"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dirty="0">
                <a:latin typeface="Arial" panose="020B0604020202020204" pitchFamily="34" charset="0"/>
                <a:ea typeface="新細明體" panose="02020500000000000000" pitchFamily="18" charset="-120"/>
              </a:rPr>
              <a:t>bit&lt;0&gt;</a:t>
            </a:r>
          </a:p>
        </p:txBody>
      </p:sp>
      <p:sp>
        <p:nvSpPr>
          <p:cNvPr id="60424" name="Rectangle 53">
            <a:extLst>
              <a:ext uri="{FF2B5EF4-FFF2-40B4-BE49-F238E27FC236}">
                <a16:creationId xmlns:a16="http://schemas.microsoft.com/office/drawing/2014/main" id="{3E65733D-4D5D-4987-9A66-992F5EB19BED}"/>
              </a:ext>
            </a:extLst>
          </p:cNvPr>
          <p:cNvSpPr>
            <a:spLocks noChangeArrowheads="1"/>
          </p:cNvSpPr>
          <p:nvPr/>
        </p:nvSpPr>
        <p:spPr bwMode="auto">
          <a:xfrm>
            <a:off x="3667569" y="1536626"/>
            <a:ext cx="665246"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dirty="0">
                <a:latin typeface="Arial" panose="020B0604020202020204" pitchFamily="34" charset="0"/>
                <a:ea typeface="新細明體" panose="02020500000000000000" pitchFamily="18" charset="-120"/>
              </a:rPr>
              <a:t>bit&lt;2&gt;</a:t>
            </a:r>
          </a:p>
        </p:txBody>
      </p:sp>
      <p:sp>
        <p:nvSpPr>
          <p:cNvPr id="60425" name="Rectangle 54">
            <a:extLst>
              <a:ext uri="{FF2B5EF4-FFF2-40B4-BE49-F238E27FC236}">
                <a16:creationId xmlns:a16="http://schemas.microsoft.com/office/drawing/2014/main" id="{645AC772-4D08-44DB-AEFA-76FEE3FAB033}"/>
              </a:ext>
            </a:extLst>
          </p:cNvPr>
          <p:cNvSpPr>
            <a:spLocks noChangeArrowheads="1"/>
          </p:cNvSpPr>
          <p:nvPr/>
        </p:nvSpPr>
        <p:spPr bwMode="auto">
          <a:xfrm>
            <a:off x="4299987" y="1528237"/>
            <a:ext cx="665246"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dirty="0">
                <a:latin typeface="Arial" panose="020B0604020202020204" pitchFamily="34" charset="0"/>
                <a:ea typeface="新細明體" panose="02020500000000000000" pitchFamily="18" charset="-120"/>
              </a:rPr>
              <a:t>bit&lt;1&gt;</a:t>
            </a:r>
          </a:p>
        </p:txBody>
      </p:sp>
      <p:sp>
        <p:nvSpPr>
          <p:cNvPr id="60426" name="Rectangle 55">
            <a:extLst>
              <a:ext uri="{FF2B5EF4-FFF2-40B4-BE49-F238E27FC236}">
                <a16:creationId xmlns:a16="http://schemas.microsoft.com/office/drawing/2014/main" id="{E37D44F5-0C98-458B-A87A-CAEC63D00465}"/>
              </a:ext>
            </a:extLst>
          </p:cNvPr>
          <p:cNvSpPr>
            <a:spLocks noChangeArrowheads="1"/>
          </p:cNvSpPr>
          <p:nvPr/>
        </p:nvSpPr>
        <p:spPr bwMode="auto">
          <a:xfrm>
            <a:off x="4939412" y="1528237"/>
            <a:ext cx="665246"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dirty="0">
                <a:latin typeface="Arial" panose="020B0604020202020204" pitchFamily="34" charset="0"/>
                <a:ea typeface="新細明體" panose="02020500000000000000" pitchFamily="18" charset="-120"/>
              </a:rPr>
              <a:t>bit&lt;0&gt;</a:t>
            </a:r>
          </a:p>
        </p:txBody>
      </p:sp>
      <p:sp>
        <p:nvSpPr>
          <p:cNvPr id="60427" name="Rectangle 56">
            <a:extLst>
              <a:ext uri="{FF2B5EF4-FFF2-40B4-BE49-F238E27FC236}">
                <a16:creationId xmlns:a16="http://schemas.microsoft.com/office/drawing/2014/main" id="{21F5EBC4-9BDA-480A-A492-CF844A750DBA}"/>
              </a:ext>
            </a:extLst>
          </p:cNvPr>
          <p:cNvSpPr>
            <a:spLocks noChangeArrowheads="1"/>
          </p:cNvSpPr>
          <p:nvPr/>
        </p:nvSpPr>
        <p:spPr bwMode="auto">
          <a:xfrm>
            <a:off x="3050565" y="1553405"/>
            <a:ext cx="665246"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dirty="0">
                <a:latin typeface="Arial" panose="020B0604020202020204" pitchFamily="34" charset="0"/>
                <a:ea typeface="新細明體" panose="02020500000000000000" pitchFamily="18" charset="-120"/>
              </a:rPr>
              <a:t>bit&lt;3&gt;</a:t>
            </a:r>
          </a:p>
        </p:txBody>
      </p:sp>
      <p:sp>
        <p:nvSpPr>
          <p:cNvPr id="60428" name="Line 57">
            <a:extLst>
              <a:ext uri="{FF2B5EF4-FFF2-40B4-BE49-F238E27FC236}">
                <a16:creationId xmlns:a16="http://schemas.microsoft.com/office/drawing/2014/main" id="{46B5F524-DBCF-4351-8216-86E613BDF99E}"/>
              </a:ext>
            </a:extLst>
          </p:cNvPr>
          <p:cNvSpPr>
            <a:spLocks noChangeShapeType="1"/>
          </p:cNvSpPr>
          <p:nvPr/>
        </p:nvSpPr>
        <p:spPr bwMode="auto">
          <a:xfrm>
            <a:off x="1890760" y="1249580"/>
            <a:ext cx="0" cy="29249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31" name="Line 60">
            <a:extLst>
              <a:ext uri="{FF2B5EF4-FFF2-40B4-BE49-F238E27FC236}">
                <a16:creationId xmlns:a16="http://schemas.microsoft.com/office/drawing/2014/main" id="{BEA1A554-F1CF-4766-BFDF-963CB55EA98F}"/>
              </a:ext>
            </a:extLst>
          </p:cNvPr>
          <p:cNvSpPr>
            <a:spLocks noChangeShapeType="1"/>
          </p:cNvSpPr>
          <p:nvPr/>
        </p:nvSpPr>
        <p:spPr bwMode="auto">
          <a:xfrm>
            <a:off x="5586193" y="1265029"/>
            <a:ext cx="0" cy="292495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32" name="Rectangle 61">
            <a:extLst>
              <a:ext uri="{FF2B5EF4-FFF2-40B4-BE49-F238E27FC236}">
                <a16:creationId xmlns:a16="http://schemas.microsoft.com/office/drawing/2014/main" id="{A0F8A2C0-E722-43C9-A51E-EE9CE4486332}"/>
              </a:ext>
            </a:extLst>
          </p:cNvPr>
          <p:cNvSpPr>
            <a:spLocks noChangeArrowheads="1"/>
          </p:cNvSpPr>
          <p:nvPr/>
        </p:nvSpPr>
        <p:spPr bwMode="auto">
          <a:xfrm>
            <a:off x="699994" y="1845213"/>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dirty="0">
                <a:latin typeface="Arial" panose="020B0604020202020204" pitchFamily="34" charset="0"/>
                <a:ea typeface="新細明體" panose="02020500000000000000" pitchFamily="18" charset="-120"/>
              </a:rPr>
              <a:t>0</a:t>
            </a:r>
          </a:p>
        </p:txBody>
      </p:sp>
      <p:sp>
        <p:nvSpPr>
          <p:cNvPr id="60433" name="Line 62">
            <a:extLst>
              <a:ext uri="{FF2B5EF4-FFF2-40B4-BE49-F238E27FC236}">
                <a16:creationId xmlns:a16="http://schemas.microsoft.com/office/drawing/2014/main" id="{6E3A4225-6CF0-44CB-9174-C7A50240B37F}"/>
              </a:ext>
            </a:extLst>
          </p:cNvPr>
          <p:cNvSpPr>
            <a:spLocks noChangeShapeType="1"/>
          </p:cNvSpPr>
          <p:nvPr/>
        </p:nvSpPr>
        <p:spPr bwMode="auto">
          <a:xfrm>
            <a:off x="478913" y="2212548"/>
            <a:ext cx="8213627"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34" name="Rectangle 63">
            <a:extLst>
              <a:ext uri="{FF2B5EF4-FFF2-40B4-BE49-F238E27FC236}">
                <a16:creationId xmlns:a16="http://schemas.microsoft.com/office/drawing/2014/main" id="{CC424C6E-B8D7-44B1-ACD0-811AFD14B74E}"/>
              </a:ext>
            </a:extLst>
          </p:cNvPr>
          <p:cNvSpPr>
            <a:spLocks noChangeArrowheads="1"/>
          </p:cNvSpPr>
          <p:nvPr/>
        </p:nvSpPr>
        <p:spPr bwMode="auto">
          <a:xfrm>
            <a:off x="1415014" y="1845213"/>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435" name="Rectangle 64">
            <a:extLst>
              <a:ext uri="{FF2B5EF4-FFF2-40B4-BE49-F238E27FC236}">
                <a16:creationId xmlns:a16="http://schemas.microsoft.com/office/drawing/2014/main" id="{79105099-F7EE-40B8-83F9-9207910ECFCF}"/>
              </a:ext>
            </a:extLst>
          </p:cNvPr>
          <p:cNvSpPr>
            <a:spLocks noChangeArrowheads="1"/>
          </p:cNvSpPr>
          <p:nvPr/>
        </p:nvSpPr>
        <p:spPr bwMode="auto">
          <a:xfrm>
            <a:off x="5118459" y="1878768"/>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436" name="Rectangle 65">
            <a:extLst>
              <a:ext uri="{FF2B5EF4-FFF2-40B4-BE49-F238E27FC236}">
                <a16:creationId xmlns:a16="http://schemas.microsoft.com/office/drawing/2014/main" id="{4A9AD339-C02D-40FA-B3AC-5D1F3C98E192}"/>
              </a:ext>
            </a:extLst>
          </p:cNvPr>
          <p:cNvSpPr>
            <a:spLocks noChangeArrowheads="1"/>
          </p:cNvSpPr>
          <p:nvPr/>
        </p:nvSpPr>
        <p:spPr bwMode="auto">
          <a:xfrm>
            <a:off x="7084796" y="1259879"/>
            <a:ext cx="737381"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ALUctr</a:t>
            </a:r>
          </a:p>
        </p:txBody>
      </p:sp>
      <p:sp>
        <p:nvSpPr>
          <p:cNvPr id="60437" name="Rectangle 68">
            <a:extLst>
              <a:ext uri="{FF2B5EF4-FFF2-40B4-BE49-F238E27FC236}">
                <a16:creationId xmlns:a16="http://schemas.microsoft.com/office/drawing/2014/main" id="{2427D4F7-BE27-4174-9DB0-2E2880B89228}"/>
              </a:ext>
            </a:extLst>
          </p:cNvPr>
          <p:cNvSpPr>
            <a:spLocks noChangeArrowheads="1"/>
          </p:cNvSpPr>
          <p:nvPr/>
        </p:nvSpPr>
        <p:spPr bwMode="auto">
          <a:xfrm>
            <a:off x="7458396" y="1829763"/>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1</a:t>
            </a:r>
          </a:p>
        </p:txBody>
      </p:sp>
      <p:sp>
        <p:nvSpPr>
          <p:cNvPr id="60438" name="Rectangle 69">
            <a:extLst>
              <a:ext uri="{FF2B5EF4-FFF2-40B4-BE49-F238E27FC236}">
                <a16:creationId xmlns:a16="http://schemas.microsoft.com/office/drawing/2014/main" id="{C44FD393-435A-4C91-80F9-7D71BB9C332D}"/>
              </a:ext>
            </a:extLst>
          </p:cNvPr>
          <p:cNvSpPr>
            <a:spLocks noChangeArrowheads="1"/>
          </p:cNvSpPr>
          <p:nvPr/>
        </p:nvSpPr>
        <p:spPr bwMode="auto">
          <a:xfrm>
            <a:off x="8171913" y="1820045"/>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dirty="0">
                <a:latin typeface="Arial" panose="020B0604020202020204" pitchFamily="34" charset="0"/>
                <a:ea typeface="新細明體" panose="02020500000000000000" pitchFamily="18" charset="-120"/>
              </a:rPr>
              <a:t>0</a:t>
            </a:r>
          </a:p>
        </p:txBody>
      </p:sp>
      <p:sp>
        <p:nvSpPr>
          <p:cNvPr id="60439" name="Rectangle 70">
            <a:extLst>
              <a:ext uri="{FF2B5EF4-FFF2-40B4-BE49-F238E27FC236}">
                <a16:creationId xmlns:a16="http://schemas.microsoft.com/office/drawing/2014/main" id="{0F77FE7C-2A06-4E3C-AF8F-C5DD7EE8D6C5}"/>
              </a:ext>
            </a:extLst>
          </p:cNvPr>
          <p:cNvSpPr>
            <a:spLocks noChangeArrowheads="1"/>
          </p:cNvSpPr>
          <p:nvPr/>
        </p:nvSpPr>
        <p:spPr bwMode="auto">
          <a:xfrm>
            <a:off x="6460937" y="1536240"/>
            <a:ext cx="665246"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dirty="0">
                <a:latin typeface="Arial" panose="020B0604020202020204" pitchFamily="34" charset="0"/>
                <a:ea typeface="新細明體" panose="02020500000000000000" pitchFamily="18" charset="-120"/>
              </a:rPr>
              <a:t>bit&lt;2&gt;</a:t>
            </a:r>
          </a:p>
        </p:txBody>
      </p:sp>
      <p:sp>
        <p:nvSpPr>
          <p:cNvPr id="60440" name="Rectangle 71">
            <a:extLst>
              <a:ext uri="{FF2B5EF4-FFF2-40B4-BE49-F238E27FC236}">
                <a16:creationId xmlns:a16="http://schemas.microsoft.com/office/drawing/2014/main" id="{2430F531-2A3C-43F3-AF42-FAADE39FE402}"/>
              </a:ext>
            </a:extLst>
          </p:cNvPr>
          <p:cNvSpPr>
            <a:spLocks noChangeArrowheads="1"/>
          </p:cNvSpPr>
          <p:nvPr/>
        </p:nvSpPr>
        <p:spPr bwMode="auto">
          <a:xfrm>
            <a:off x="7242970" y="1545015"/>
            <a:ext cx="665246"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dirty="0">
                <a:latin typeface="Arial" panose="020B0604020202020204" pitchFamily="34" charset="0"/>
                <a:ea typeface="新細明體" panose="02020500000000000000" pitchFamily="18" charset="-120"/>
              </a:rPr>
              <a:t>bit&lt;1&gt;</a:t>
            </a:r>
          </a:p>
        </p:txBody>
      </p:sp>
      <p:sp>
        <p:nvSpPr>
          <p:cNvPr id="60441" name="Rectangle 72">
            <a:extLst>
              <a:ext uri="{FF2B5EF4-FFF2-40B4-BE49-F238E27FC236}">
                <a16:creationId xmlns:a16="http://schemas.microsoft.com/office/drawing/2014/main" id="{697F4716-ED13-4413-9C00-9FFB2B439FC2}"/>
              </a:ext>
            </a:extLst>
          </p:cNvPr>
          <p:cNvSpPr>
            <a:spLocks noChangeArrowheads="1"/>
          </p:cNvSpPr>
          <p:nvPr/>
        </p:nvSpPr>
        <p:spPr bwMode="auto">
          <a:xfrm>
            <a:off x="7976121" y="1553405"/>
            <a:ext cx="665246"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bit&lt;0&gt;</a:t>
            </a:r>
          </a:p>
        </p:txBody>
      </p:sp>
      <p:sp>
        <p:nvSpPr>
          <p:cNvPr id="60442" name="Line 74">
            <a:extLst>
              <a:ext uri="{FF2B5EF4-FFF2-40B4-BE49-F238E27FC236}">
                <a16:creationId xmlns:a16="http://schemas.microsoft.com/office/drawing/2014/main" id="{E02734CB-B8E9-4E5C-B46B-BBD0B2EBCD8D}"/>
              </a:ext>
            </a:extLst>
          </p:cNvPr>
          <p:cNvSpPr>
            <a:spLocks noChangeShapeType="1"/>
          </p:cNvSpPr>
          <p:nvPr/>
        </p:nvSpPr>
        <p:spPr bwMode="auto">
          <a:xfrm>
            <a:off x="8689741" y="1249580"/>
            <a:ext cx="0" cy="29249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43" name="Rectangle 75">
            <a:extLst>
              <a:ext uri="{FF2B5EF4-FFF2-40B4-BE49-F238E27FC236}">
                <a16:creationId xmlns:a16="http://schemas.microsoft.com/office/drawing/2014/main" id="{F2B21BA3-D9AB-40A8-874B-4F829D645B20}"/>
              </a:ext>
            </a:extLst>
          </p:cNvPr>
          <p:cNvSpPr>
            <a:spLocks noChangeArrowheads="1"/>
          </p:cNvSpPr>
          <p:nvPr/>
        </p:nvSpPr>
        <p:spPr bwMode="auto">
          <a:xfrm>
            <a:off x="699994" y="2274342"/>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444" name="Rectangle 76">
            <a:extLst>
              <a:ext uri="{FF2B5EF4-FFF2-40B4-BE49-F238E27FC236}">
                <a16:creationId xmlns:a16="http://schemas.microsoft.com/office/drawing/2014/main" id="{25E2516F-E654-40EA-B1B5-70DE16F631B9}"/>
              </a:ext>
            </a:extLst>
          </p:cNvPr>
          <p:cNvSpPr>
            <a:spLocks noChangeArrowheads="1"/>
          </p:cNvSpPr>
          <p:nvPr/>
        </p:nvSpPr>
        <p:spPr bwMode="auto">
          <a:xfrm>
            <a:off x="1415014" y="2274342"/>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1</a:t>
            </a:r>
          </a:p>
        </p:txBody>
      </p:sp>
      <p:sp>
        <p:nvSpPr>
          <p:cNvPr id="60445" name="Rectangle 78">
            <a:extLst>
              <a:ext uri="{FF2B5EF4-FFF2-40B4-BE49-F238E27FC236}">
                <a16:creationId xmlns:a16="http://schemas.microsoft.com/office/drawing/2014/main" id="{091DFC16-ACDA-4DBD-A974-E2B531A5A94F}"/>
              </a:ext>
            </a:extLst>
          </p:cNvPr>
          <p:cNvSpPr>
            <a:spLocks noChangeArrowheads="1"/>
          </p:cNvSpPr>
          <p:nvPr/>
        </p:nvSpPr>
        <p:spPr bwMode="auto">
          <a:xfrm>
            <a:off x="8171913" y="2249174"/>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446" name="Line 80">
            <a:extLst>
              <a:ext uri="{FF2B5EF4-FFF2-40B4-BE49-F238E27FC236}">
                <a16:creationId xmlns:a16="http://schemas.microsoft.com/office/drawing/2014/main" id="{310D3569-3C87-4031-9F9B-009ED1CE01F2}"/>
              </a:ext>
            </a:extLst>
          </p:cNvPr>
          <p:cNvSpPr>
            <a:spLocks noChangeShapeType="1"/>
          </p:cNvSpPr>
          <p:nvPr/>
        </p:nvSpPr>
        <p:spPr bwMode="auto">
          <a:xfrm flipV="1">
            <a:off x="478911" y="1819464"/>
            <a:ext cx="8154859" cy="15449"/>
          </a:xfrm>
          <a:prstGeom prst="line">
            <a:avLst/>
          </a:prstGeom>
          <a:noFill/>
          <a:ln w="444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60447" name="Line 85">
            <a:extLst>
              <a:ext uri="{FF2B5EF4-FFF2-40B4-BE49-F238E27FC236}">
                <a16:creationId xmlns:a16="http://schemas.microsoft.com/office/drawing/2014/main" id="{F2CB5255-C73B-4DAB-A8E5-0174354ADD4E}"/>
              </a:ext>
            </a:extLst>
          </p:cNvPr>
          <p:cNvSpPr>
            <a:spLocks noChangeShapeType="1"/>
          </p:cNvSpPr>
          <p:nvPr/>
        </p:nvSpPr>
        <p:spPr bwMode="auto">
          <a:xfrm>
            <a:off x="478911" y="2618228"/>
            <a:ext cx="8194037" cy="17165"/>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48" name="Rectangle 86">
            <a:extLst>
              <a:ext uri="{FF2B5EF4-FFF2-40B4-BE49-F238E27FC236}">
                <a16:creationId xmlns:a16="http://schemas.microsoft.com/office/drawing/2014/main" id="{9A254BF0-97FA-4EDA-BBAD-FC7819468F42}"/>
              </a:ext>
            </a:extLst>
          </p:cNvPr>
          <p:cNvSpPr>
            <a:spLocks noChangeArrowheads="1"/>
          </p:cNvSpPr>
          <p:nvPr/>
        </p:nvSpPr>
        <p:spPr bwMode="auto">
          <a:xfrm>
            <a:off x="699994" y="2638464"/>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dirty="0">
                <a:latin typeface="Arial" panose="020B0604020202020204" pitchFamily="34" charset="0"/>
                <a:ea typeface="新細明體" panose="02020500000000000000" pitchFamily="18" charset="-120"/>
              </a:rPr>
              <a:t>1</a:t>
            </a:r>
          </a:p>
        </p:txBody>
      </p:sp>
      <p:sp>
        <p:nvSpPr>
          <p:cNvPr id="60449" name="Rectangle 87">
            <a:extLst>
              <a:ext uri="{FF2B5EF4-FFF2-40B4-BE49-F238E27FC236}">
                <a16:creationId xmlns:a16="http://schemas.microsoft.com/office/drawing/2014/main" id="{E12BA344-E9F2-4E04-95F4-9078A532DF6B}"/>
              </a:ext>
            </a:extLst>
          </p:cNvPr>
          <p:cNvSpPr>
            <a:spLocks noChangeArrowheads="1"/>
          </p:cNvSpPr>
          <p:nvPr/>
        </p:nvSpPr>
        <p:spPr bwMode="auto">
          <a:xfrm>
            <a:off x="1415014" y="2638464"/>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450" name="Rectangle 89">
            <a:extLst>
              <a:ext uri="{FF2B5EF4-FFF2-40B4-BE49-F238E27FC236}">
                <a16:creationId xmlns:a16="http://schemas.microsoft.com/office/drawing/2014/main" id="{B5362EB2-7533-49E6-974A-609177489BF5}"/>
              </a:ext>
            </a:extLst>
          </p:cNvPr>
          <p:cNvSpPr>
            <a:spLocks noChangeArrowheads="1"/>
          </p:cNvSpPr>
          <p:nvPr/>
        </p:nvSpPr>
        <p:spPr bwMode="auto">
          <a:xfrm>
            <a:off x="8171913" y="2697186"/>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451" name="Line 90">
            <a:extLst>
              <a:ext uri="{FF2B5EF4-FFF2-40B4-BE49-F238E27FC236}">
                <a16:creationId xmlns:a16="http://schemas.microsoft.com/office/drawing/2014/main" id="{8027F8B2-1168-4790-BEC4-03892114162D}"/>
              </a:ext>
            </a:extLst>
          </p:cNvPr>
          <p:cNvSpPr>
            <a:spLocks noChangeShapeType="1"/>
          </p:cNvSpPr>
          <p:nvPr/>
        </p:nvSpPr>
        <p:spPr bwMode="auto">
          <a:xfrm>
            <a:off x="464919" y="3003862"/>
            <a:ext cx="8240213" cy="15449"/>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2" name="Rectangle 91">
            <a:extLst>
              <a:ext uri="{FF2B5EF4-FFF2-40B4-BE49-F238E27FC236}">
                <a16:creationId xmlns:a16="http://schemas.microsoft.com/office/drawing/2014/main" id="{770D0DFB-77E9-4EA7-9850-100E8BDBB37B}"/>
              </a:ext>
            </a:extLst>
          </p:cNvPr>
          <p:cNvSpPr>
            <a:spLocks noChangeArrowheads="1"/>
          </p:cNvSpPr>
          <p:nvPr/>
        </p:nvSpPr>
        <p:spPr bwMode="auto">
          <a:xfrm>
            <a:off x="699994" y="3015879"/>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1</a:t>
            </a:r>
          </a:p>
        </p:txBody>
      </p:sp>
      <p:sp>
        <p:nvSpPr>
          <p:cNvPr id="60453" name="Rectangle 92">
            <a:extLst>
              <a:ext uri="{FF2B5EF4-FFF2-40B4-BE49-F238E27FC236}">
                <a16:creationId xmlns:a16="http://schemas.microsoft.com/office/drawing/2014/main" id="{BCBC5C8B-9895-474D-9A0F-7CA571F7F55A}"/>
              </a:ext>
            </a:extLst>
          </p:cNvPr>
          <p:cNvSpPr>
            <a:spLocks noChangeArrowheads="1"/>
          </p:cNvSpPr>
          <p:nvPr/>
        </p:nvSpPr>
        <p:spPr bwMode="auto">
          <a:xfrm>
            <a:off x="1415014" y="3015879"/>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454" name="Rectangle 94">
            <a:extLst>
              <a:ext uri="{FF2B5EF4-FFF2-40B4-BE49-F238E27FC236}">
                <a16:creationId xmlns:a16="http://schemas.microsoft.com/office/drawing/2014/main" id="{CB6F120C-A020-4421-B07C-1F608FD1B951}"/>
              </a:ext>
            </a:extLst>
          </p:cNvPr>
          <p:cNvSpPr>
            <a:spLocks noChangeArrowheads="1"/>
          </p:cNvSpPr>
          <p:nvPr/>
        </p:nvSpPr>
        <p:spPr bwMode="auto">
          <a:xfrm>
            <a:off x="8171913" y="3015879"/>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455" name="Line 95">
            <a:extLst>
              <a:ext uri="{FF2B5EF4-FFF2-40B4-BE49-F238E27FC236}">
                <a16:creationId xmlns:a16="http://schemas.microsoft.com/office/drawing/2014/main" id="{DB3CD484-AECE-4B6F-88D2-AAB3F28CB5D9}"/>
              </a:ext>
            </a:extLst>
          </p:cNvPr>
          <p:cNvSpPr>
            <a:spLocks noChangeShapeType="1"/>
          </p:cNvSpPr>
          <p:nvPr/>
        </p:nvSpPr>
        <p:spPr bwMode="auto">
          <a:xfrm>
            <a:off x="478913" y="3297389"/>
            <a:ext cx="8196836"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6" name="Rectangle 96">
            <a:extLst>
              <a:ext uri="{FF2B5EF4-FFF2-40B4-BE49-F238E27FC236}">
                <a16:creationId xmlns:a16="http://schemas.microsoft.com/office/drawing/2014/main" id="{8ADEF3BF-B8AC-41FB-8386-FA0DE1720069}"/>
              </a:ext>
            </a:extLst>
          </p:cNvPr>
          <p:cNvSpPr>
            <a:spLocks noChangeArrowheads="1"/>
          </p:cNvSpPr>
          <p:nvPr/>
        </p:nvSpPr>
        <p:spPr bwMode="auto">
          <a:xfrm>
            <a:off x="699994" y="3307688"/>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1</a:t>
            </a:r>
          </a:p>
        </p:txBody>
      </p:sp>
      <p:sp>
        <p:nvSpPr>
          <p:cNvPr id="60457" name="Rectangle 97">
            <a:extLst>
              <a:ext uri="{FF2B5EF4-FFF2-40B4-BE49-F238E27FC236}">
                <a16:creationId xmlns:a16="http://schemas.microsoft.com/office/drawing/2014/main" id="{542B17C6-5C7E-4407-8D65-FB2A9578AF83}"/>
              </a:ext>
            </a:extLst>
          </p:cNvPr>
          <p:cNvSpPr>
            <a:spLocks noChangeArrowheads="1"/>
          </p:cNvSpPr>
          <p:nvPr/>
        </p:nvSpPr>
        <p:spPr bwMode="auto">
          <a:xfrm>
            <a:off x="1415014" y="3307688"/>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458" name="Rectangle 99">
            <a:extLst>
              <a:ext uri="{FF2B5EF4-FFF2-40B4-BE49-F238E27FC236}">
                <a16:creationId xmlns:a16="http://schemas.microsoft.com/office/drawing/2014/main" id="{DC80DA1F-698C-46E4-9BFC-FBB0D1CA097F}"/>
              </a:ext>
            </a:extLst>
          </p:cNvPr>
          <p:cNvSpPr>
            <a:spLocks noChangeArrowheads="1"/>
          </p:cNvSpPr>
          <p:nvPr/>
        </p:nvSpPr>
        <p:spPr bwMode="auto">
          <a:xfrm>
            <a:off x="8171913" y="3307688"/>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459" name="Line 100">
            <a:extLst>
              <a:ext uri="{FF2B5EF4-FFF2-40B4-BE49-F238E27FC236}">
                <a16:creationId xmlns:a16="http://schemas.microsoft.com/office/drawing/2014/main" id="{3407CB0B-7BC1-41E3-ACCD-19028205C92C}"/>
              </a:ext>
            </a:extLst>
          </p:cNvPr>
          <p:cNvSpPr>
            <a:spLocks noChangeShapeType="1"/>
          </p:cNvSpPr>
          <p:nvPr/>
        </p:nvSpPr>
        <p:spPr bwMode="auto">
          <a:xfrm>
            <a:off x="478913" y="3589197"/>
            <a:ext cx="8226221"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0" name="Rectangle 101">
            <a:extLst>
              <a:ext uri="{FF2B5EF4-FFF2-40B4-BE49-F238E27FC236}">
                <a16:creationId xmlns:a16="http://schemas.microsoft.com/office/drawing/2014/main" id="{59EDA5C6-76FE-4CA4-977A-C45F292DE04A}"/>
              </a:ext>
            </a:extLst>
          </p:cNvPr>
          <p:cNvSpPr>
            <a:spLocks noChangeArrowheads="1"/>
          </p:cNvSpPr>
          <p:nvPr/>
        </p:nvSpPr>
        <p:spPr bwMode="auto">
          <a:xfrm>
            <a:off x="699994" y="3599496"/>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1</a:t>
            </a:r>
          </a:p>
        </p:txBody>
      </p:sp>
      <p:sp>
        <p:nvSpPr>
          <p:cNvPr id="60461" name="Rectangle 102">
            <a:extLst>
              <a:ext uri="{FF2B5EF4-FFF2-40B4-BE49-F238E27FC236}">
                <a16:creationId xmlns:a16="http://schemas.microsoft.com/office/drawing/2014/main" id="{C7B362AB-CF80-49B1-927B-6B71EBC5C874}"/>
              </a:ext>
            </a:extLst>
          </p:cNvPr>
          <p:cNvSpPr>
            <a:spLocks noChangeArrowheads="1"/>
          </p:cNvSpPr>
          <p:nvPr/>
        </p:nvSpPr>
        <p:spPr bwMode="auto">
          <a:xfrm>
            <a:off x="1415014" y="3599496"/>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462" name="Rectangle 104">
            <a:extLst>
              <a:ext uri="{FF2B5EF4-FFF2-40B4-BE49-F238E27FC236}">
                <a16:creationId xmlns:a16="http://schemas.microsoft.com/office/drawing/2014/main" id="{38FFA98F-51E9-4FE3-A94C-CF70A54A3D6C}"/>
              </a:ext>
            </a:extLst>
          </p:cNvPr>
          <p:cNvSpPr>
            <a:spLocks noChangeArrowheads="1"/>
          </p:cNvSpPr>
          <p:nvPr/>
        </p:nvSpPr>
        <p:spPr bwMode="auto">
          <a:xfrm>
            <a:off x="3260415" y="1878768"/>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dirty="0">
                <a:latin typeface="Arial" panose="020B0604020202020204" pitchFamily="34" charset="0"/>
                <a:ea typeface="新細明體" panose="02020500000000000000" pitchFamily="18" charset="-120"/>
              </a:rPr>
              <a:t>x</a:t>
            </a:r>
          </a:p>
        </p:txBody>
      </p:sp>
      <p:sp>
        <p:nvSpPr>
          <p:cNvPr id="60463" name="Rectangle 105">
            <a:extLst>
              <a:ext uri="{FF2B5EF4-FFF2-40B4-BE49-F238E27FC236}">
                <a16:creationId xmlns:a16="http://schemas.microsoft.com/office/drawing/2014/main" id="{22697ED7-E904-4C6C-8EDF-A11105B06729}"/>
              </a:ext>
            </a:extLst>
          </p:cNvPr>
          <p:cNvSpPr>
            <a:spLocks noChangeArrowheads="1"/>
          </p:cNvSpPr>
          <p:nvPr/>
        </p:nvSpPr>
        <p:spPr bwMode="auto">
          <a:xfrm>
            <a:off x="3260415" y="2274342"/>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464" name="Rectangle 107">
            <a:extLst>
              <a:ext uri="{FF2B5EF4-FFF2-40B4-BE49-F238E27FC236}">
                <a16:creationId xmlns:a16="http://schemas.microsoft.com/office/drawing/2014/main" id="{40046D4A-19FF-4F0F-81E4-169D677D7943}"/>
              </a:ext>
            </a:extLst>
          </p:cNvPr>
          <p:cNvSpPr>
            <a:spLocks noChangeArrowheads="1"/>
          </p:cNvSpPr>
          <p:nvPr/>
        </p:nvSpPr>
        <p:spPr bwMode="auto">
          <a:xfrm>
            <a:off x="3260415" y="2663631"/>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465" name="Rectangle 108">
            <a:extLst>
              <a:ext uri="{FF2B5EF4-FFF2-40B4-BE49-F238E27FC236}">
                <a16:creationId xmlns:a16="http://schemas.microsoft.com/office/drawing/2014/main" id="{F73DF749-9166-4F1F-83E0-7A4065C29B4A}"/>
              </a:ext>
            </a:extLst>
          </p:cNvPr>
          <p:cNvSpPr>
            <a:spLocks noChangeArrowheads="1"/>
          </p:cNvSpPr>
          <p:nvPr/>
        </p:nvSpPr>
        <p:spPr bwMode="auto">
          <a:xfrm>
            <a:off x="3260415" y="3015879"/>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466" name="Rectangle 109">
            <a:extLst>
              <a:ext uri="{FF2B5EF4-FFF2-40B4-BE49-F238E27FC236}">
                <a16:creationId xmlns:a16="http://schemas.microsoft.com/office/drawing/2014/main" id="{D717F740-B32C-4DC6-A853-19956234AE05}"/>
              </a:ext>
            </a:extLst>
          </p:cNvPr>
          <p:cNvSpPr>
            <a:spLocks noChangeArrowheads="1"/>
          </p:cNvSpPr>
          <p:nvPr/>
        </p:nvSpPr>
        <p:spPr bwMode="auto">
          <a:xfrm>
            <a:off x="3260415" y="3307688"/>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467" name="Rectangle 110">
            <a:extLst>
              <a:ext uri="{FF2B5EF4-FFF2-40B4-BE49-F238E27FC236}">
                <a16:creationId xmlns:a16="http://schemas.microsoft.com/office/drawing/2014/main" id="{775EC333-DA74-4B73-A065-6F5F49530A0F}"/>
              </a:ext>
            </a:extLst>
          </p:cNvPr>
          <p:cNvSpPr>
            <a:spLocks noChangeArrowheads="1"/>
          </p:cNvSpPr>
          <p:nvPr/>
        </p:nvSpPr>
        <p:spPr bwMode="auto">
          <a:xfrm>
            <a:off x="3260415" y="3599496"/>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468" name="Rectangle 112">
            <a:extLst>
              <a:ext uri="{FF2B5EF4-FFF2-40B4-BE49-F238E27FC236}">
                <a16:creationId xmlns:a16="http://schemas.microsoft.com/office/drawing/2014/main" id="{9AF9B5A2-78B9-45FC-8CCD-5D89F49B4953}"/>
              </a:ext>
            </a:extLst>
          </p:cNvPr>
          <p:cNvSpPr>
            <a:spLocks noChangeArrowheads="1"/>
          </p:cNvSpPr>
          <p:nvPr/>
        </p:nvSpPr>
        <p:spPr bwMode="auto">
          <a:xfrm>
            <a:off x="4525201" y="1878768"/>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dirty="0">
                <a:latin typeface="Arial" panose="020B0604020202020204" pitchFamily="34" charset="0"/>
                <a:ea typeface="新細明體" panose="02020500000000000000" pitchFamily="18" charset="-120"/>
              </a:rPr>
              <a:t>x</a:t>
            </a:r>
          </a:p>
        </p:txBody>
      </p:sp>
      <p:sp>
        <p:nvSpPr>
          <p:cNvPr id="60469" name="Rectangle 113">
            <a:extLst>
              <a:ext uri="{FF2B5EF4-FFF2-40B4-BE49-F238E27FC236}">
                <a16:creationId xmlns:a16="http://schemas.microsoft.com/office/drawing/2014/main" id="{2CB11995-06EA-459C-98BE-F987216274C6}"/>
              </a:ext>
            </a:extLst>
          </p:cNvPr>
          <p:cNvSpPr>
            <a:spLocks noChangeArrowheads="1"/>
          </p:cNvSpPr>
          <p:nvPr/>
        </p:nvSpPr>
        <p:spPr bwMode="auto">
          <a:xfrm>
            <a:off x="4525201" y="2274342"/>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470" name="Rectangle 115">
            <a:extLst>
              <a:ext uri="{FF2B5EF4-FFF2-40B4-BE49-F238E27FC236}">
                <a16:creationId xmlns:a16="http://schemas.microsoft.com/office/drawing/2014/main" id="{AB745D5F-3D92-4130-993B-39917F1CF00B}"/>
              </a:ext>
            </a:extLst>
          </p:cNvPr>
          <p:cNvSpPr>
            <a:spLocks noChangeArrowheads="1"/>
          </p:cNvSpPr>
          <p:nvPr/>
        </p:nvSpPr>
        <p:spPr bwMode="auto">
          <a:xfrm>
            <a:off x="4525201" y="2663631"/>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471" name="Rectangle 116">
            <a:extLst>
              <a:ext uri="{FF2B5EF4-FFF2-40B4-BE49-F238E27FC236}">
                <a16:creationId xmlns:a16="http://schemas.microsoft.com/office/drawing/2014/main" id="{660123CB-1EFF-4E77-AE89-ACD1C82AF2A8}"/>
              </a:ext>
            </a:extLst>
          </p:cNvPr>
          <p:cNvSpPr>
            <a:spLocks noChangeArrowheads="1"/>
          </p:cNvSpPr>
          <p:nvPr/>
        </p:nvSpPr>
        <p:spPr bwMode="auto">
          <a:xfrm>
            <a:off x="4525201" y="3015879"/>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1</a:t>
            </a:r>
          </a:p>
        </p:txBody>
      </p:sp>
      <p:sp>
        <p:nvSpPr>
          <p:cNvPr id="60472" name="Rectangle 117">
            <a:extLst>
              <a:ext uri="{FF2B5EF4-FFF2-40B4-BE49-F238E27FC236}">
                <a16:creationId xmlns:a16="http://schemas.microsoft.com/office/drawing/2014/main" id="{86DB5570-1182-44F5-A3DC-727D0CB9F8A3}"/>
              </a:ext>
            </a:extLst>
          </p:cNvPr>
          <p:cNvSpPr>
            <a:spLocks noChangeArrowheads="1"/>
          </p:cNvSpPr>
          <p:nvPr/>
        </p:nvSpPr>
        <p:spPr bwMode="auto">
          <a:xfrm>
            <a:off x="4525201" y="3307688"/>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473" name="Rectangle 118">
            <a:extLst>
              <a:ext uri="{FF2B5EF4-FFF2-40B4-BE49-F238E27FC236}">
                <a16:creationId xmlns:a16="http://schemas.microsoft.com/office/drawing/2014/main" id="{B136F341-89ED-4684-8DD5-E7E02C8C14E6}"/>
              </a:ext>
            </a:extLst>
          </p:cNvPr>
          <p:cNvSpPr>
            <a:spLocks noChangeArrowheads="1"/>
          </p:cNvSpPr>
          <p:nvPr/>
        </p:nvSpPr>
        <p:spPr bwMode="auto">
          <a:xfrm>
            <a:off x="4525201" y="3599496"/>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dirty="0">
                <a:latin typeface="Arial" panose="020B0604020202020204" pitchFamily="34" charset="0"/>
                <a:ea typeface="新細明體" panose="02020500000000000000" pitchFamily="18" charset="-120"/>
              </a:rPr>
              <a:t>0</a:t>
            </a:r>
          </a:p>
        </p:txBody>
      </p:sp>
      <p:sp>
        <p:nvSpPr>
          <p:cNvPr id="60474" name="Rectangle 119">
            <a:extLst>
              <a:ext uri="{FF2B5EF4-FFF2-40B4-BE49-F238E27FC236}">
                <a16:creationId xmlns:a16="http://schemas.microsoft.com/office/drawing/2014/main" id="{BA2127B6-D5A9-4C3A-8E47-D7A51C1D9E23}"/>
              </a:ext>
            </a:extLst>
          </p:cNvPr>
          <p:cNvSpPr>
            <a:spLocks noChangeArrowheads="1"/>
          </p:cNvSpPr>
          <p:nvPr/>
        </p:nvSpPr>
        <p:spPr bwMode="auto">
          <a:xfrm>
            <a:off x="5118459" y="2274342"/>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475" name="Rectangle 121">
            <a:extLst>
              <a:ext uri="{FF2B5EF4-FFF2-40B4-BE49-F238E27FC236}">
                <a16:creationId xmlns:a16="http://schemas.microsoft.com/office/drawing/2014/main" id="{FF752A53-FDB1-4E77-BA62-5A5B24348AFE}"/>
              </a:ext>
            </a:extLst>
          </p:cNvPr>
          <p:cNvSpPr>
            <a:spLocks noChangeArrowheads="1"/>
          </p:cNvSpPr>
          <p:nvPr/>
        </p:nvSpPr>
        <p:spPr bwMode="auto">
          <a:xfrm>
            <a:off x="5118459" y="2663631"/>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476" name="Rectangle 122">
            <a:extLst>
              <a:ext uri="{FF2B5EF4-FFF2-40B4-BE49-F238E27FC236}">
                <a16:creationId xmlns:a16="http://schemas.microsoft.com/office/drawing/2014/main" id="{EFB378BE-8B23-42CC-A5BD-DF54D73D7DB3}"/>
              </a:ext>
            </a:extLst>
          </p:cNvPr>
          <p:cNvSpPr>
            <a:spLocks noChangeArrowheads="1"/>
          </p:cNvSpPr>
          <p:nvPr/>
        </p:nvSpPr>
        <p:spPr bwMode="auto">
          <a:xfrm>
            <a:off x="5118459" y="3015879"/>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477" name="Rectangle 123">
            <a:extLst>
              <a:ext uri="{FF2B5EF4-FFF2-40B4-BE49-F238E27FC236}">
                <a16:creationId xmlns:a16="http://schemas.microsoft.com/office/drawing/2014/main" id="{6948927E-1B4F-4DCA-AC81-2EF76024BFB3}"/>
              </a:ext>
            </a:extLst>
          </p:cNvPr>
          <p:cNvSpPr>
            <a:spLocks noChangeArrowheads="1"/>
          </p:cNvSpPr>
          <p:nvPr/>
        </p:nvSpPr>
        <p:spPr bwMode="auto">
          <a:xfrm>
            <a:off x="5118464" y="3307688"/>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dirty="0">
                <a:latin typeface="Arial" panose="020B0604020202020204" pitchFamily="34" charset="0"/>
                <a:ea typeface="新細明體" panose="02020500000000000000" pitchFamily="18" charset="-120"/>
              </a:rPr>
              <a:t>0</a:t>
            </a:r>
          </a:p>
        </p:txBody>
      </p:sp>
      <p:sp>
        <p:nvSpPr>
          <p:cNvPr id="60478" name="Rectangle 124">
            <a:extLst>
              <a:ext uri="{FF2B5EF4-FFF2-40B4-BE49-F238E27FC236}">
                <a16:creationId xmlns:a16="http://schemas.microsoft.com/office/drawing/2014/main" id="{EE0234F0-B073-410B-8828-A9E019788DB1}"/>
              </a:ext>
            </a:extLst>
          </p:cNvPr>
          <p:cNvSpPr>
            <a:spLocks noChangeArrowheads="1"/>
          </p:cNvSpPr>
          <p:nvPr/>
        </p:nvSpPr>
        <p:spPr bwMode="auto">
          <a:xfrm>
            <a:off x="5118459" y="3599496"/>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1</a:t>
            </a:r>
          </a:p>
        </p:txBody>
      </p:sp>
      <p:sp>
        <p:nvSpPr>
          <p:cNvPr id="60479" name="Rectangle 127">
            <a:extLst>
              <a:ext uri="{FF2B5EF4-FFF2-40B4-BE49-F238E27FC236}">
                <a16:creationId xmlns:a16="http://schemas.microsoft.com/office/drawing/2014/main" id="{C06E46C1-C70A-454F-B852-2AD5DD4D4172}"/>
              </a:ext>
            </a:extLst>
          </p:cNvPr>
          <p:cNvSpPr>
            <a:spLocks noChangeArrowheads="1"/>
          </p:cNvSpPr>
          <p:nvPr/>
        </p:nvSpPr>
        <p:spPr bwMode="auto">
          <a:xfrm>
            <a:off x="6648476" y="1820045"/>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dirty="0">
                <a:latin typeface="Arial" panose="020B0604020202020204" pitchFamily="34" charset="0"/>
                <a:ea typeface="新細明體" panose="02020500000000000000" pitchFamily="18" charset="-120"/>
              </a:rPr>
              <a:t>0</a:t>
            </a:r>
          </a:p>
        </p:txBody>
      </p:sp>
      <p:sp>
        <p:nvSpPr>
          <p:cNvPr id="60480" name="Rectangle 128">
            <a:extLst>
              <a:ext uri="{FF2B5EF4-FFF2-40B4-BE49-F238E27FC236}">
                <a16:creationId xmlns:a16="http://schemas.microsoft.com/office/drawing/2014/main" id="{9750A366-7C09-41BA-AD7C-EA3FF5294222}"/>
              </a:ext>
            </a:extLst>
          </p:cNvPr>
          <p:cNvSpPr>
            <a:spLocks noChangeArrowheads="1"/>
          </p:cNvSpPr>
          <p:nvPr/>
        </p:nvSpPr>
        <p:spPr bwMode="auto">
          <a:xfrm>
            <a:off x="6648476" y="2249174"/>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1</a:t>
            </a:r>
          </a:p>
        </p:txBody>
      </p:sp>
      <p:sp>
        <p:nvSpPr>
          <p:cNvPr id="60481" name="Rectangle 130">
            <a:extLst>
              <a:ext uri="{FF2B5EF4-FFF2-40B4-BE49-F238E27FC236}">
                <a16:creationId xmlns:a16="http://schemas.microsoft.com/office/drawing/2014/main" id="{86981C2A-DC1A-47B6-B5CF-84D49B2B6110}"/>
              </a:ext>
            </a:extLst>
          </p:cNvPr>
          <p:cNvSpPr>
            <a:spLocks noChangeArrowheads="1"/>
          </p:cNvSpPr>
          <p:nvPr/>
        </p:nvSpPr>
        <p:spPr bwMode="auto">
          <a:xfrm>
            <a:off x="6648476" y="2688797"/>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dirty="0">
                <a:latin typeface="Arial" panose="020B0604020202020204" pitchFamily="34" charset="0"/>
                <a:ea typeface="新細明體" panose="02020500000000000000" pitchFamily="18" charset="-120"/>
              </a:rPr>
              <a:t>0</a:t>
            </a:r>
          </a:p>
        </p:txBody>
      </p:sp>
      <p:sp>
        <p:nvSpPr>
          <p:cNvPr id="60482" name="Rectangle 131">
            <a:extLst>
              <a:ext uri="{FF2B5EF4-FFF2-40B4-BE49-F238E27FC236}">
                <a16:creationId xmlns:a16="http://schemas.microsoft.com/office/drawing/2014/main" id="{23847063-A84A-42DF-973D-A679736703A1}"/>
              </a:ext>
            </a:extLst>
          </p:cNvPr>
          <p:cNvSpPr>
            <a:spLocks noChangeArrowheads="1"/>
          </p:cNvSpPr>
          <p:nvPr/>
        </p:nvSpPr>
        <p:spPr bwMode="auto">
          <a:xfrm>
            <a:off x="6648476" y="2990712"/>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1</a:t>
            </a:r>
          </a:p>
        </p:txBody>
      </p:sp>
      <p:sp>
        <p:nvSpPr>
          <p:cNvPr id="60483" name="Rectangle 132">
            <a:extLst>
              <a:ext uri="{FF2B5EF4-FFF2-40B4-BE49-F238E27FC236}">
                <a16:creationId xmlns:a16="http://schemas.microsoft.com/office/drawing/2014/main" id="{E429E9E0-D032-4A80-AB1E-FF7FC0D2503B}"/>
              </a:ext>
            </a:extLst>
          </p:cNvPr>
          <p:cNvSpPr>
            <a:spLocks noChangeArrowheads="1"/>
          </p:cNvSpPr>
          <p:nvPr/>
        </p:nvSpPr>
        <p:spPr bwMode="auto">
          <a:xfrm>
            <a:off x="6648476" y="3282522"/>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484" name="Rectangle 133">
            <a:extLst>
              <a:ext uri="{FF2B5EF4-FFF2-40B4-BE49-F238E27FC236}">
                <a16:creationId xmlns:a16="http://schemas.microsoft.com/office/drawing/2014/main" id="{24B64B63-1970-4CB5-B82F-7211986796C2}"/>
              </a:ext>
            </a:extLst>
          </p:cNvPr>
          <p:cNvSpPr>
            <a:spLocks noChangeArrowheads="1"/>
          </p:cNvSpPr>
          <p:nvPr/>
        </p:nvSpPr>
        <p:spPr bwMode="auto">
          <a:xfrm>
            <a:off x="6648476" y="3599496"/>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485" name="Rectangle 135">
            <a:extLst>
              <a:ext uri="{FF2B5EF4-FFF2-40B4-BE49-F238E27FC236}">
                <a16:creationId xmlns:a16="http://schemas.microsoft.com/office/drawing/2014/main" id="{4C218AA7-066B-4992-AB5D-084E0EB9E716}"/>
              </a:ext>
            </a:extLst>
          </p:cNvPr>
          <p:cNvSpPr>
            <a:spLocks noChangeArrowheads="1"/>
          </p:cNvSpPr>
          <p:nvPr/>
        </p:nvSpPr>
        <p:spPr bwMode="auto">
          <a:xfrm>
            <a:off x="7486381" y="2274342"/>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1</a:t>
            </a:r>
          </a:p>
        </p:txBody>
      </p:sp>
      <p:sp>
        <p:nvSpPr>
          <p:cNvPr id="60486" name="Rectangle 137">
            <a:extLst>
              <a:ext uri="{FF2B5EF4-FFF2-40B4-BE49-F238E27FC236}">
                <a16:creationId xmlns:a16="http://schemas.microsoft.com/office/drawing/2014/main" id="{76DDFC55-43ED-4067-AC06-B2E60CCD34AD}"/>
              </a:ext>
            </a:extLst>
          </p:cNvPr>
          <p:cNvSpPr>
            <a:spLocks noChangeArrowheads="1"/>
          </p:cNvSpPr>
          <p:nvPr/>
        </p:nvSpPr>
        <p:spPr bwMode="auto">
          <a:xfrm>
            <a:off x="7486381" y="2688798"/>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dirty="0">
                <a:latin typeface="Arial" panose="020B0604020202020204" pitchFamily="34" charset="0"/>
                <a:ea typeface="新細明體" panose="02020500000000000000" pitchFamily="18" charset="-120"/>
              </a:rPr>
              <a:t>1</a:t>
            </a:r>
          </a:p>
        </p:txBody>
      </p:sp>
      <p:sp>
        <p:nvSpPr>
          <p:cNvPr id="60487" name="Rectangle 138">
            <a:extLst>
              <a:ext uri="{FF2B5EF4-FFF2-40B4-BE49-F238E27FC236}">
                <a16:creationId xmlns:a16="http://schemas.microsoft.com/office/drawing/2014/main" id="{CED545B5-C8CA-49A8-95E2-46594E25CEE7}"/>
              </a:ext>
            </a:extLst>
          </p:cNvPr>
          <p:cNvSpPr>
            <a:spLocks noChangeArrowheads="1"/>
          </p:cNvSpPr>
          <p:nvPr/>
        </p:nvSpPr>
        <p:spPr bwMode="auto">
          <a:xfrm>
            <a:off x="7486381" y="3015879"/>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1</a:t>
            </a:r>
          </a:p>
        </p:txBody>
      </p:sp>
      <p:sp>
        <p:nvSpPr>
          <p:cNvPr id="60488" name="Rectangle 139">
            <a:extLst>
              <a:ext uri="{FF2B5EF4-FFF2-40B4-BE49-F238E27FC236}">
                <a16:creationId xmlns:a16="http://schemas.microsoft.com/office/drawing/2014/main" id="{460472B2-C3DC-4A5C-BDCF-8A0944FFB039}"/>
              </a:ext>
            </a:extLst>
          </p:cNvPr>
          <p:cNvSpPr>
            <a:spLocks noChangeArrowheads="1"/>
          </p:cNvSpPr>
          <p:nvPr/>
        </p:nvSpPr>
        <p:spPr bwMode="auto">
          <a:xfrm>
            <a:off x="7486381" y="3307688"/>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489" name="Rectangle 140">
            <a:extLst>
              <a:ext uri="{FF2B5EF4-FFF2-40B4-BE49-F238E27FC236}">
                <a16:creationId xmlns:a16="http://schemas.microsoft.com/office/drawing/2014/main" id="{5B148A2A-58EE-4C93-A72C-55FCC6B62CA1}"/>
              </a:ext>
            </a:extLst>
          </p:cNvPr>
          <p:cNvSpPr>
            <a:spLocks noChangeArrowheads="1"/>
          </p:cNvSpPr>
          <p:nvPr/>
        </p:nvSpPr>
        <p:spPr bwMode="auto">
          <a:xfrm>
            <a:off x="7486381" y="3599496"/>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490" name="Rectangle 141">
            <a:extLst>
              <a:ext uri="{FF2B5EF4-FFF2-40B4-BE49-F238E27FC236}">
                <a16:creationId xmlns:a16="http://schemas.microsoft.com/office/drawing/2014/main" id="{B0B80AC4-1481-4C7B-B44C-FC00B091153C}"/>
              </a:ext>
            </a:extLst>
          </p:cNvPr>
          <p:cNvSpPr>
            <a:spLocks noChangeArrowheads="1"/>
          </p:cNvSpPr>
          <p:nvPr/>
        </p:nvSpPr>
        <p:spPr bwMode="auto">
          <a:xfrm>
            <a:off x="8171913" y="3599496"/>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1</a:t>
            </a:r>
          </a:p>
        </p:txBody>
      </p:sp>
      <p:sp>
        <p:nvSpPr>
          <p:cNvPr id="60491" name="Line 142">
            <a:extLst>
              <a:ext uri="{FF2B5EF4-FFF2-40B4-BE49-F238E27FC236}">
                <a16:creationId xmlns:a16="http://schemas.microsoft.com/office/drawing/2014/main" id="{78B147D7-3BFA-4AD0-B9D0-FFFDB885053E}"/>
              </a:ext>
            </a:extLst>
          </p:cNvPr>
          <p:cNvSpPr>
            <a:spLocks noChangeShapeType="1"/>
          </p:cNvSpPr>
          <p:nvPr/>
        </p:nvSpPr>
        <p:spPr bwMode="auto">
          <a:xfrm>
            <a:off x="478911" y="3882720"/>
            <a:ext cx="819823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92" name="Rectangle 143">
            <a:extLst>
              <a:ext uri="{FF2B5EF4-FFF2-40B4-BE49-F238E27FC236}">
                <a16:creationId xmlns:a16="http://schemas.microsoft.com/office/drawing/2014/main" id="{7326D0E0-30E8-4FA7-9A18-B86459483221}"/>
              </a:ext>
            </a:extLst>
          </p:cNvPr>
          <p:cNvSpPr>
            <a:spLocks noChangeArrowheads="1"/>
          </p:cNvSpPr>
          <p:nvPr/>
        </p:nvSpPr>
        <p:spPr bwMode="auto">
          <a:xfrm>
            <a:off x="699994" y="3893020"/>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1</a:t>
            </a:r>
          </a:p>
        </p:txBody>
      </p:sp>
      <p:sp>
        <p:nvSpPr>
          <p:cNvPr id="60493" name="Rectangle 144">
            <a:extLst>
              <a:ext uri="{FF2B5EF4-FFF2-40B4-BE49-F238E27FC236}">
                <a16:creationId xmlns:a16="http://schemas.microsoft.com/office/drawing/2014/main" id="{2EDCDEF8-8E5D-489A-AD5C-9BBF97E0CF58}"/>
              </a:ext>
            </a:extLst>
          </p:cNvPr>
          <p:cNvSpPr>
            <a:spLocks noChangeArrowheads="1"/>
          </p:cNvSpPr>
          <p:nvPr/>
        </p:nvSpPr>
        <p:spPr bwMode="auto">
          <a:xfrm>
            <a:off x="1415014" y="3893020"/>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494" name="Rectangle 145">
            <a:extLst>
              <a:ext uri="{FF2B5EF4-FFF2-40B4-BE49-F238E27FC236}">
                <a16:creationId xmlns:a16="http://schemas.microsoft.com/office/drawing/2014/main" id="{2A34A7CD-2BA9-4032-8682-E64EE0ACB6D2}"/>
              </a:ext>
            </a:extLst>
          </p:cNvPr>
          <p:cNvSpPr>
            <a:spLocks noChangeArrowheads="1"/>
          </p:cNvSpPr>
          <p:nvPr/>
        </p:nvSpPr>
        <p:spPr bwMode="auto">
          <a:xfrm>
            <a:off x="3246423" y="3893020"/>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1</a:t>
            </a:r>
          </a:p>
        </p:txBody>
      </p:sp>
      <p:sp>
        <p:nvSpPr>
          <p:cNvPr id="60495" name="Rectangle 147">
            <a:extLst>
              <a:ext uri="{FF2B5EF4-FFF2-40B4-BE49-F238E27FC236}">
                <a16:creationId xmlns:a16="http://schemas.microsoft.com/office/drawing/2014/main" id="{43704466-6943-4072-B9CB-DCF8D4227D53}"/>
              </a:ext>
            </a:extLst>
          </p:cNvPr>
          <p:cNvSpPr>
            <a:spLocks noChangeArrowheads="1"/>
          </p:cNvSpPr>
          <p:nvPr/>
        </p:nvSpPr>
        <p:spPr bwMode="auto">
          <a:xfrm>
            <a:off x="3871819" y="1878768"/>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dirty="0">
                <a:latin typeface="Arial" panose="020B0604020202020204" pitchFamily="34" charset="0"/>
                <a:ea typeface="新細明體" panose="02020500000000000000" pitchFamily="18" charset="-120"/>
              </a:rPr>
              <a:t>x</a:t>
            </a:r>
          </a:p>
        </p:txBody>
      </p:sp>
      <p:sp>
        <p:nvSpPr>
          <p:cNvPr id="60496" name="Rectangle 148">
            <a:extLst>
              <a:ext uri="{FF2B5EF4-FFF2-40B4-BE49-F238E27FC236}">
                <a16:creationId xmlns:a16="http://schemas.microsoft.com/office/drawing/2014/main" id="{E31FF70B-0ADE-4085-863A-5AFDA728C5CA}"/>
              </a:ext>
            </a:extLst>
          </p:cNvPr>
          <p:cNvSpPr>
            <a:spLocks noChangeArrowheads="1"/>
          </p:cNvSpPr>
          <p:nvPr/>
        </p:nvSpPr>
        <p:spPr bwMode="auto">
          <a:xfrm>
            <a:off x="3871819" y="2274342"/>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497" name="Rectangle 150">
            <a:extLst>
              <a:ext uri="{FF2B5EF4-FFF2-40B4-BE49-F238E27FC236}">
                <a16:creationId xmlns:a16="http://schemas.microsoft.com/office/drawing/2014/main" id="{3E78A003-7E29-40CA-8172-21B179FE4932}"/>
              </a:ext>
            </a:extLst>
          </p:cNvPr>
          <p:cNvSpPr>
            <a:spLocks noChangeArrowheads="1"/>
          </p:cNvSpPr>
          <p:nvPr/>
        </p:nvSpPr>
        <p:spPr bwMode="auto">
          <a:xfrm>
            <a:off x="3871819" y="2663631"/>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498" name="Rectangle 151">
            <a:extLst>
              <a:ext uri="{FF2B5EF4-FFF2-40B4-BE49-F238E27FC236}">
                <a16:creationId xmlns:a16="http://schemas.microsoft.com/office/drawing/2014/main" id="{E0F1CCB5-30C5-45BB-B112-914D3BE98684}"/>
              </a:ext>
            </a:extLst>
          </p:cNvPr>
          <p:cNvSpPr>
            <a:spLocks noChangeArrowheads="1"/>
          </p:cNvSpPr>
          <p:nvPr/>
        </p:nvSpPr>
        <p:spPr bwMode="auto">
          <a:xfrm>
            <a:off x="3863435" y="3015879"/>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499" name="Rectangle 152">
            <a:extLst>
              <a:ext uri="{FF2B5EF4-FFF2-40B4-BE49-F238E27FC236}">
                <a16:creationId xmlns:a16="http://schemas.microsoft.com/office/drawing/2014/main" id="{DE57DD17-6965-4FE8-BDDE-043D1D84C9DA}"/>
              </a:ext>
            </a:extLst>
          </p:cNvPr>
          <p:cNvSpPr>
            <a:spLocks noChangeArrowheads="1"/>
          </p:cNvSpPr>
          <p:nvPr/>
        </p:nvSpPr>
        <p:spPr bwMode="auto">
          <a:xfrm>
            <a:off x="3871819" y="3307688"/>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1</a:t>
            </a:r>
          </a:p>
        </p:txBody>
      </p:sp>
      <p:sp>
        <p:nvSpPr>
          <p:cNvPr id="60500" name="Rectangle 153">
            <a:extLst>
              <a:ext uri="{FF2B5EF4-FFF2-40B4-BE49-F238E27FC236}">
                <a16:creationId xmlns:a16="http://schemas.microsoft.com/office/drawing/2014/main" id="{111F54CD-12F2-42BE-AA8F-8F95C3E65A56}"/>
              </a:ext>
            </a:extLst>
          </p:cNvPr>
          <p:cNvSpPr>
            <a:spLocks noChangeArrowheads="1"/>
          </p:cNvSpPr>
          <p:nvPr/>
        </p:nvSpPr>
        <p:spPr bwMode="auto">
          <a:xfrm>
            <a:off x="3871819" y="3599496"/>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1</a:t>
            </a:r>
          </a:p>
        </p:txBody>
      </p:sp>
      <p:sp>
        <p:nvSpPr>
          <p:cNvPr id="60501" name="Rectangle 154">
            <a:extLst>
              <a:ext uri="{FF2B5EF4-FFF2-40B4-BE49-F238E27FC236}">
                <a16:creationId xmlns:a16="http://schemas.microsoft.com/office/drawing/2014/main" id="{516B0AA6-0431-4613-A555-7A9FD15C167B}"/>
              </a:ext>
            </a:extLst>
          </p:cNvPr>
          <p:cNvSpPr>
            <a:spLocks noChangeArrowheads="1"/>
          </p:cNvSpPr>
          <p:nvPr/>
        </p:nvSpPr>
        <p:spPr bwMode="auto">
          <a:xfrm>
            <a:off x="3871819" y="3893020"/>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502" name="Rectangle 155">
            <a:extLst>
              <a:ext uri="{FF2B5EF4-FFF2-40B4-BE49-F238E27FC236}">
                <a16:creationId xmlns:a16="http://schemas.microsoft.com/office/drawing/2014/main" id="{24C7F589-C65D-4BE0-A18D-55A7502D3ED0}"/>
              </a:ext>
            </a:extLst>
          </p:cNvPr>
          <p:cNvSpPr>
            <a:spLocks noChangeArrowheads="1"/>
          </p:cNvSpPr>
          <p:nvPr/>
        </p:nvSpPr>
        <p:spPr bwMode="auto">
          <a:xfrm>
            <a:off x="4522384" y="3893020"/>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dirty="0">
                <a:latin typeface="Arial" panose="020B0604020202020204" pitchFamily="34" charset="0"/>
                <a:ea typeface="新細明體" panose="02020500000000000000" pitchFamily="18" charset="-120"/>
              </a:rPr>
              <a:t>1</a:t>
            </a:r>
          </a:p>
        </p:txBody>
      </p:sp>
      <p:sp>
        <p:nvSpPr>
          <p:cNvPr id="60503" name="Rectangle 156">
            <a:extLst>
              <a:ext uri="{FF2B5EF4-FFF2-40B4-BE49-F238E27FC236}">
                <a16:creationId xmlns:a16="http://schemas.microsoft.com/office/drawing/2014/main" id="{A6DFFF11-D294-4059-965D-5EBDB36090C3}"/>
              </a:ext>
            </a:extLst>
          </p:cNvPr>
          <p:cNvSpPr>
            <a:spLocks noChangeArrowheads="1"/>
          </p:cNvSpPr>
          <p:nvPr/>
        </p:nvSpPr>
        <p:spPr bwMode="auto">
          <a:xfrm>
            <a:off x="5118459" y="3893020"/>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504" name="Rectangle 158">
            <a:extLst>
              <a:ext uri="{FF2B5EF4-FFF2-40B4-BE49-F238E27FC236}">
                <a16:creationId xmlns:a16="http://schemas.microsoft.com/office/drawing/2014/main" id="{7F5A3B45-AB75-4C58-B47E-DF922F6B8B1F}"/>
              </a:ext>
            </a:extLst>
          </p:cNvPr>
          <p:cNvSpPr>
            <a:spLocks noChangeArrowheads="1"/>
          </p:cNvSpPr>
          <p:nvPr/>
        </p:nvSpPr>
        <p:spPr bwMode="auto">
          <a:xfrm>
            <a:off x="6620488" y="3875855"/>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1</a:t>
            </a:r>
          </a:p>
        </p:txBody>
      </p:sp>
      <p:sp>
        <p:nvSpPr>
          <p:cNvPr id="60505" name="Rectangle 159">
            <a:extLst>
              <a:ext uri="{FF2B5EF4-FFF2-40B4-BE49-F238E27FC236}">
                <a16:creationId xmlns:a16="http://schemas.microsoft.com/office/drawing/2014/main" id="{2CCBE737-0262-4373-A440-784AF1B770FE}"/>
              </a:ext>
            </a:extLst>
          </p:cNvPr>
          <p:cNvSpPr>
            <a:spLocks noChangeArrowheads="1"/>
          </p:cNvSpPr>
          <p:nvPr/>
        </p:nvSpPr>
        <p:spPr bwMode="auto">
          <a:xfrm>
            <a:off x="7486381" y="3893020"/>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1</a:t>
            </a:r>
          </a:p>
        </p:txBody>
      </p:sp>
      <p:sp>
        <p:nvSpPr>
          <p:cNvPr id="60506" name="Rectangle 160">
            <a:extLst>
              <a:ext uri="{FF2B5EF4-FFF2-40B4-BE49-F238E27FC236}">
                <a16:creationId xmlns:a16="http://schemas.microsoft.com/office/drawing/2014/main" id="{D7D9289F-8D83-4928-82A0-6DD66FE31624}"/>
              </a:ext>
            </a:extLst>
          </p:cNvPr>
          <p:cNvSpPr>
            <a:spLocks noChangeArrowheads="1"/>
          </p:cNvSpPr>
          <p:nvPr/>
        </p:nvSpPr>
        <p:spPr bwMode="auto">
          <a:xfrm>
            <a:off x="8171913" y="3893020"/>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1</a:t>
            </a:r>
          </a:p>
        </p:txBody>
      </p:sp>
      <p:sp>
        <p:nvSpPr>
          <p:cNvPr id="60507" name="Line 161">
            <a:extLst>
              <a:ext uri="{FF2B5EF4-FFF2-40B4-BE49-F238E27FC236}">
                <a16:creationId xmlns:a16="http://schemas.microsoft.com/office/drawing/2014/main" id="{A8C1B7F8-63D8-496D-9EC5-3AED8BFECE3E}"/>
              </a:ext>
            </a:extLst>
          </p:cNvPr>
          <p:cNvSpPr>
            <a:spLocks noChangeShapeType="1"/>
          </p:cNvSpPr>
          <p:nvPr/>
        </p:nvSpPr>
        <p:spPr bwMode="auto">
          <a:xfrm>
            <a:off x="478911" y="4174530"/>
            <a:ext cx="822762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508" name="Rectangle 171">
            <a:extLst>
              <a:ext uri="{FF2B5EF4-FFF2-40B4-BE49-F238E27FC236}">
                <a16:creationId xmlns:a16="http://schemas.microsoft.com/office/drawing/2014/main" id="{E792BCD3-5ABF-4F86-96F0-CBCA3F458F53}"/>
              </a:ext>
            </a:extLst>
          </p:cNvPr>
          <p:cNvSpPr>
            <a:spLocks noChangeArrowheads="1"/>
          </p:cNvSpPr>
          <p:nvPr/>
        </p:nvSpPr>
        <p:spPr bwMode="auto">
          <a:xfrm>
            <a:off x="2427985" y="1541776"/>
            <a:ext cx="710451" cy="3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dirty="0">
                <a:latin typeface="Arial" panose="020B0604020202020204" pitchFamily="34" charset="0"/>
                <a:ea typeface="新細明體" panose="02020500000000000000" pitchFamily="18" charset="-120"/>
              </a:rPr>
              <a:t>bit&lt;4&gt;</a:t>
            </a:r>
            <a:endParaRPr kumimoji="1" lang="zh-TW" altLang="en-US" sz="1400" dirty="0">
              <a:latin typeface="Arial" panose="020B0604020202020204" pitchFamily="34" charset="0"/>
              <a:ea typeface="新細明體" panose="02020500000000000000" pitchFamily="18" charset="-120"/>
            </a:endParaRPr>
          </a:p>
        </p:txBody>
      </p:sp>
      <p:sp>
        <p:nvSpPr>
          <p:cNvPr id="60509" name="Rectangle 172">
            <a:extLst>
              <a:ext uri="{FF2B5EF4-FFF2-40B4-BE49-F238E27FC236}">
                <a16:creationId xmlns:a16="http://schemas.microsoft.com/office/drawing/2014/main" id="{6F57237A-FCE9-440A-A3BE-F7ADC166427E}"/>
              </a:ext>
            </a:extLst>
          </p:cNvPr>
          <p:cNvSpPr>
            <a:spLocks noChangeArrowheads="1"/>
          </p:cNvSpPr>
          <p:nvPr/>
        </p:nvSpPr>
        <p:spPr bwMode="auto">
          <a:xfrm>
            <a:off x="1829156" y="1550551"/>
            <a:ext cx="710451" cy="3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dirty="0">
                <a:latin typeface="Arial" panose="020B0604020202020204" pitchFamily="34" charset="0"/>
                <a:ea typeface="新細明體" panose="02020500000000000000" pitchFamily="18" charset="-120"/>
              </a:rPr>
              <a:t>bit&lt;5&gt;</a:t>
            </a:r>
            <a:endParaRPr kumimoji="1" lang="zh-TW" altLang="en-US" sz="1400" dirty="0">
              <a:latin typeface="Arial" panose="020B0604020202020204" pitchFamily="34" charset="0"/>
              <a:ea typeface="新細明體" panose="02020500000000000000" pitchFamily="18" charset="-120"/>
            </a:endParaRPr>
          </a:p>
        </p:txBody>
      </p:sp>
      <p:sp>
        <p:nvSpPr>
          <p:cNvPr id="60510" name="Rectangle 173">
            <a:extLst>
              <a:ext uri="{FF2B5EF4-FFF2-40B4-BE49-F238E27FC236}">
                <a16:creationId xmlns:a16="http://schemas.microsoft.com/office/drawing/2014/main" id="{A1B3CE83-E129-406D-88FC-C6D43F4F564A}"/>
              </a:ext>
            </a:extLst>
          </p:cNvPr>
          <p:cNvSpPr>
            <a:spLocks noChangeArrowheads="1"/>
          </p:cNvSpPr>
          <p:nvPr/>
        </p:nvSpPr>
        <p:spPr bwMode="auto">
          <a:xfrm>
            <a:off x="2675652" y="1879521"/>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dirty="0">
                <a:latin typeface="Arial" panose="020B0604020202020204" pitchFamily="34" charset="0"/>
                <a:ea typeface="新細明體" panose="02020500000000000000" pitchFamily="18" charset="-120"/>
              </a:rPr>
              <a:t>x</a:t>
            </a:r>
          </a:p>
        </p:txBody>
      </p:sp>
      <p:sp>
        <p:nvSpPr>
          <p:cNvPr id="60511" name="Rectangle 174">
            <a:extLst>
              <a:ext uri="{FF2B5EF4-FFF2-40B4-BE49-F238E27FC236}">
                <a16:creationId xmlns:a16="http://schemas.microsoft.com/office/drawing/2014/main" id="{CE136F5D-D245-4153-9891-840ABD5BBD07}"/>
              </a:ext>
            </a:extLst>
          </p:cNvPr>
          <p:cNvSpPr>
            <a:spLocks noChangeArrowheads="1"/>
          </p:cNvSpPr>
          <p:nvPr/>
        </p:nvSpPr>
        <p:spPr bwMode="auto">
          <a:xfrm>
            <a:off x="2675652" y="2233146"/>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512" name="Rectangle 176">
            <a:extLst>
              <a:ext uri="{FF2B5EF4-FFF2-40B4-BE49-F238E27FC236}">
                <a16:creationId xmlns:a16="http://schemas.microsoft.com/office/drawing/2014/main" id="{A03C71F8-1F5C-407D-8FE0-9219905AA7DE}"/>
              </a:ext>
            </a:extLst>
          </p:cNvPr>
          <p:cNvSpPr>
            <a:spLocks noChangeArrowheads="1"/>
          </p:cNvSpPr>
          <p:nvPr/>
        </p:nvSpPr>
        <p:spPr bwMode="auto">
          <a:xfrm>
            <a:off x="2675652" y="2622434"/>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513" name="Rectangle 177">
            <a:extLst>
              <a:ext uri="{FF2B5EF4-FFF2-40B4-BE49-F238E27FC236}">
                <a16:creationId xmlns:a16="http://schemas.microsoft.com/office/drawing/2014/main" id="{7568C784-9DCF-404A-998B-2579876072D5}"/>
              </a:ext>
            </a:extLst>
          </p:cNvPr>
          <p:cNvSpPr>
            <a:spLocks noChangeArrowheads="1"/>
          </p:cNvSpPr>
          <p:nvPr/>
        </p:nvSpPr>
        <p:spPr bwMode="auto">
          <a:xfrm>
            <a:off x="2675652" y="2974682"/>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514" name="Rectangle 178">
            <a:extLst>
              <a:ext uri="{FF2B5EF4-FFF2-40B4-BE49-F238E27FC236}">
                <a16:creationId xmlns:a16="http://schemas.microsoft.com/office/drawing/2014/main" id="{A96106EE-9B78-4BFD-AEB5-37AF03F670AF}"/>
              </a:ext>
            </a:extLst>
          </p:cNvPr>
          <p:cNvSpPr>
            <a:spLocks noChangeArrowheads="1"/>
          </p:cNvSpPr>
          <p:nvPr/>
        </p:nvSpPr>
        <p:spPr bwMode="auto">
          <a:xfrm>
            <a:off x="2675652" y="3266492"/>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515" name="Rectangle 179">
            <a:extLst>
              <a:ext uri="{FF2B5EF4-FFF2-40B4-BE49-F238E27FC236}">
                <a16:creationId xmlns:a16="http://schemas.microsoft.com/office/drawing/2014/main" id="{62F55650-A32F-4D7F-A289-8F60C6F1E2F9}"/>
              </a:ext>
            </a:extLst>
          </p:cNvPr>
          <p:cNvSpPr>
            <a:spLocks noChangeArrowheads="1"/>
          </p:cNvSpPr>
          <p:nvPr/>
        </p:nvSpPr>
        <p:spPr bwMode="auto">
          <a:xfrm>
            <a:off x="2675652" y="3558300"/>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516" name="Rectangle 180">
            <a:extLst>
              <a:ext uri="{FF2B5EF4-FFF2-40B4-BE49-F238E27FC236}">
                <a16:creationId xmlns:a16="http://schemas.microsoft.com/office/drawing/2014/main" id="{9C3AB51A-00A0-477B-8009-9FCBCD8D383C}"/>
              </a:ext>
            </a:extLst>
          </p:cNvPr>
          <p:cNvSpPr>
            <a:spLocks noChangeArrowheads="1"/>
          </p:cNvSpPr>
          <p:nvPr/>
        </p:nvSpPr>
        <p:spPr bwMode="auto">
          <a:xfrm>
            <a:off x="2118774" y="1881429"/>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dirty="0">
                <a:latin typeface="Arial" panose="020B0604020202020204" pitchFamily="34" charset="0"/>
                <a:ea typeface="新細明體" panose="02020500000000000000" pitchFamily="18" charset="-120"/>
              </a:rPr>
              <a:t>x</a:t>
            </a:r>
          </a:p>
        </p:txBody>
      </p:sp>
      <p:sp>
        <p:nvSpPr>
          <p:cNvPr id="60517" name="Rectangle 181">
            <a:extLst>
              <a:ext uri="{FF2B5EF4-FFF2-40B4-BE49-F238E27FC236}">
                <a16:creationId xmlns:a16="http://schemas.microsoft.com/office/drawing/2014/main" id="{89A60831-7A27-49FF-8922-D5DC37129534}"/>
              </a:ext>
            </a:extLst>
          </p:cNvPr>
          <p:cNvSpPr>
            <a:spLocks noChangeArrowheads="1"/>
          </p:cNvSpPr>
          <p:nvPr/>
        </p:nvSpPr>
        <p:spPr bwMode="auto">
          <a:xfrm>
            <a:off x="2118774" y="2243445"/>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518" name="Rectangle 183">
            <a:extLst>
              <a:ext uri="{FF2B5EF4-FFF2-40B4-BE49-F238E27FC236}">
                <a16:creationId xmlns:a16="http://schemas.microsoft.com/office/drawing/2014/main" id="{7D3B9D08-9C86-4788-9169-0E218B2DB9B6}"/>
              </a:ext>
            </a:extLst>
          </p:cNvPr>
          <p:cNvSpPr>
            <a:spLocks noChangeArrowheads="1"/>
          </p:cNvSpPr>
          <p:nvPr/>
        </p:nvSpPr>
        <p:spPr bwMode="auto">
          <a:xfrm>
            <a:off x="2118774" y="2632734"/>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dirty="0">
                <a:latin typeface="Arial" panose="020B0604020202020204" pitchFamily="34" charset="0"/>
                <a:ea typeface="新細明體" panose="02020500000000000000" pitchFamily="18" charset="-120"/>
              </a:rPr>
              <a:t>x</a:t>
            </a:r>
          </a:p>
        </p:txBody>
      </p:sp>
      <p:sp>
        <p:nvSpPr>
          <p:cNvPr id="60519" name="Rectangle 184">
            <a:extLst>
              <a:ext uri="{FF2B5EF4-FFF2-40B4-BE49-F238E27FC236}">
                <a16:creationId xmlns:a16="http://schemas.microsoft.com/office/drawing/2014/main" id="{7AB54DED-B327-4F35-A305-CAEAB2B1E00F}"/>
              </a:ext>
            </a:extLst>
          </p:cNvPr>
          <p:cNvSpPr>
            <a:spLocks noChangeArrowheads="1"/>
          </p:cNvSpPr>
          <p:nvPr/>
        </p:nvSpPr>
        <p:spPr bwMode="auto">
          <a:xfrm>
            <a:off x="2118774" y="2984982"/>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520" name="Rectangle 185">
            <a:extLst>
              <a:ext uri="{FF2B5EF4-FFF2-40B4-BE49-F238E27FC236}">
                <a16:creationId xmlns:a16="http://schemas.microsoft.com/office/drawing/2014/main" id="{82FDB11E-B5CF-45CA-A8D2-127E30E77303}"/>
              </a:ext>
            </a:extLst>
          </p:cNvPr>
          <p:cNvSpPr>
            <a:spLocks noChangeArrowheads="1"/>
          </p:cNvSpPr>
          <p:nvPr/>
        </p:nvSpPr>
        <p:spPr bwMode="auto">
          <a:xfrm>
            <a:off x="2118774" y="3276790"/>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521" name="Rectangle 186">
            <a:extLst>
              <a:ext uri="{FF2B5EF4-FFF2-40B4-BE49-F238E27FC236}">
                <a16:creationId xmlns:a16="http://schemas.microsoft.com/office/drawing/2014/main" id="{9DC615D3-301C-4E16-B429-E89A709FD01B}"/>
              </a:ext>
            </a:extLst>
          </p:cNvPr>
          <p:cNvSpPr>
            <a:spLocks noChangeArrowheads="1"/>
          </p:cNvSpPr>
          <p:nvPr/>
        </p:nvSpPr>
        <p:spPr bwMode="auto">
          <a:xfrm>
            <a:off x="2118774" y="3568599"/>
            <a:ext cx="242053"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522" name="Rectangle 188">
            <a:extLst>
              <a:ext uri="{FF2B5EF4-FFF2-40B4-BE49-F238E27FC236}">
                <a16:creationId xmlns:a16="http://schemas.microsoft.com/office/drawing/2014/main" id="{7FCDB59A-02FB-44B6-B8C3-41CA0B33CDA3}"/>
              </a:ext>
            </a:extLst>
          </p:cNvPr>
          <p:cNvSpPr>
            <a:spLocks noChangeArrowheads="1"/>
          </p:cNvSpPr>
          <p:nvPr/>
        </p:nvSpPr>
        <p:spPr bwMode="auto">
          <a:xfrm>
            <a:off x="2657463" y="3875855"/>
            <a:ext cx="2872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600" b="0">
                <a:latin typeface="Arial" panose="020B0604020202020204" pitchFamily="34" charset="0"/>
                <a:ea typeface="新細明體" panose="02020500000000000000" pitchFamily="18" charset="-120"/>
              </a:rPr>
              <a:t>x</a:t>
            </a:r>
          </a:p>
        </p:txBody>
      </p:sp>
      <p:sp>
        <p:nvSpPr>
          <p:cNvPr id="60523" name="Rectangle 189">
            <a:extLst>
              <a:ext uri="{FF2B5EF4-FFF2-40B4-BE49-F238E27FC236}">
                <a16:creationId xmlns:a16="http://schemas.microsoft.com/office/drawing/2014/main" id="{1CC6EAEF-17D6-48C4-8BDE-FDB7C31D0214}"/>
              </a:ext>
            </a:extLst>
          </p:cNvPr>
          <p:cNvSpPr>
            <a:spLocks noChangeArrowheads="1"/>
          </p:cNvSpPr>
          <p:nvPr/>
        </p:nvSpPr>
        <p:spPr bwMode="auto">
          <a:xfrm>
            <a:off x="5727899" y="1524610"/>
            <a:ext cx="710451" cy="3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dirty="0">
                <a:latin typeface="Arial" panose="020B0604020202020204" pitchFamily="34" charset="0"/>
                <a:ea typeface="新細明體" panose="02020500000000000000" pitchFamily="18" charset="-120"/>
              </a:rPr>
              <a:t>bit&lt;3&gt;</a:t>
            </a:r>
            <a:endParaRPr kumimoji="1" lang="zh-TW" altLang="en-US" sz="1400" dirty="0">
              <a:latin typeface="Arial" panose="020B0604020202020204" pitchFamily="34" charset="0"/>
              <a:ea typeface="新細明體" panose="02020500000000000000" pitchFamily="18" charset="-120"/>
            </a:endParaRPr>
          </a:p>
        </p:txBody>
      </p:sp>
      <p:sp>
        <p:nvSpPr>
          <p:cNvPr id="60524" name="Rectangle 191">
            <a:extLst>
              <a:ext uri="{FF2B5EF4-FFF2-40B4-BE49-F238E27FC236}">
                <a16:creationId xmlns:a16="http://schemas.microsoft.com/office/drawing/2014/main" id="{C65103C7-51D6-4BF1-9AE2-E514B4DBB8B1}"/>
              </a:ext>
            </a:extLst>
          </p:cNvPr>
          <p:cNvSpPr>
            <a:spLocks noChangeArrowheads="1"/>
          </p:cNvSpPr>
          <p:nvPr/>
        </p:nvSpPr>
        <p:spPr bwMode="auto">
          <a:xfrm>
            <a:off x="5993750" y="2233146"/>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525" name="Rectangle 193">
            <a:extLst>
              <a:ext uri="{FF2B5EF4-FFF2-40B4-BE49-F238E27FC236}">
                <a16:creationId xmlns:a16="http://schemas.microsoft.com/office/drawing/2014/main" id="{D001C0A5-7629-46A6-B604-C9E32034EF35}"/>
              </a:ext>
            </a:extLst>
          </p:cNvPr>
          <p:cNvSpPr>
            <a:spLocks noChangeArrowheads="1"/>
          </p:cNvSpPr>
          <p:nvPr/>
        </p:nvSpPr>
        <p:spPr bwMode="auto">
          <a:xfrm>
            <a:off x="5993750" y="2681157"/>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526" name="Rectangle 194">
            <a:extLst>
              <a:ext uri="{FF2B5EF4-FFF2-40B4-BE49-F238E27FC236}">
                <a16:creationId xmlns:a16="http://schemas.microsoft.com/office/drawing/2014/main" id="{96788E1E-1C78-4FBA-846F-6711AEBEBB19}"/>
              </a:ext>
            </a:extLst>
          </p:cNvPr>
          <p:cNvSpPr>
            <a:spLocks noChangeArrowheads="1"/>
          </p:cNvSpPr>
          <p:nvPr/>
        </p:nvSpPr>
        <p:spPr bwMode="auto">
          <a:xfrm>
            <a:off x="5993750" y="2972965"/>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527" name="Rectangle 195">
            <a:extLst>
              <a:ext uri="{FF2B5EF4-FFF2-40B4-BE49-F238E27FC236}">
                <a16:creationId xmlns:a16="http://schemas.microsoft.com/office/drawing/2014/main" id="{2118F1F8-78B3-4F22-A69A-6B49098C5C0F}"/>
              </a:ext>
            </a:extLst>
          </p:cNvPr>
          <p:cNvSpPr>
            <a:spLocks noChangeArrowheads="1"/>
          </p:cNvSpPr>
          <p:nvPr/>
        </p:nvSpPr>
        <p:spPr bwMode="auto">
          <a:xfrm>
            <a:off x="5993750" y="3266492"/>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528" name="Rectangle 196">
            <a:extLst>
              <a:ext uri="{FF2B5EF4-FFF2-40B4-BE49-F238E27FC236}">
                <a16:creationId xmlns:a16="http://schemas.microsoft.com/office/drawing/2014/main" id="{CB690453-EABB-4D96-8462-EF991D5C4587}"/>
              </a:ext>
            </a:extLst>
          </p:cNvPr>
          <p:cNvSpPr>
            <a:spLocks noChangeArrowheads="1"/>
          </p:cNvSpPr>
          <p:nvPr/>
        </p:nvSpPr>
        <p:spPr bwMode="auto">
          <a:xfrm>
            <a:off x="5993750" y="3558300"/>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529" name="Rectangle 197">
            <a:extLst>
              <a:ext uri="{FF2B5EF4-FFF2-40B4-BE49-F238E27FC236}">
                <a16:creationId xmlns:a16="http://schemas.microsoft.com/office/drawing/2014/main" id="{0D30947B-FA3C-4119-91A8-4913D76ACEE8}"/>
              </a:ext>
            </a:extLst>
          </p:cNvPr>
          <p:cNvSpPr>
            <a:spLocks noChangeArrowheads="1"/>
          </p:cNvSpPr>
          <p:nvPr/>
        </p:nvSpPr>
        <p:spPr bwMode="auto">
          <a:xfrm>
            <a:off x="5993750" y="3850108"/>
            <a:ext cx="253274" cy="31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60530" name="Rectangle 198">
            <a:extLst>
              <a:ext uri="{FF2B5EF4-FFF2-40B4-BE49-F238E27FC236}">
                <a16:creationId xmlns:a16="http://schemas.microsoft.com/office/drawing/2014/main" id="{2B7156B1-8DB5-4772-9587-0BE89BAB13A5}"/>
              </a:ext>
            </a:extLst>
          </p:cNvPr>
          <p:cNvSpPr>
            <a:spLocks noChangeArrowheads="1"/>
          </p:cNvSpPr>
          <p:nvPr/>
        </p:nvSpPr>
        <p:spPr bwMode="auto">
          <a:xfrm>
            <a:off x="5965759" y="1798866"/>
            <a:ext cx="298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600" b="0">
                <a:latin typeface="Arial" panose="020B0604020202020204" pitchFamily="34" charset="0"/>
                <a:ea typeface="新細明體" panose="02020500000000000000" pitchFamily="18" charset="-120"/>
              </a:rPr>
              <a:t>0</a:t>
            </a:r>
          </a:p>
        </p:txBody>
      </p:sp>
      <p:sp>
        <p:nvSpPr>
          <p:cNvPr id="120" name="灯片编号占位符 5">
            <a:extLst>
              <a:ext uri="{FF2B5EF4-FFF2-40B4-BE49-F238E27FC236}">
                <a16:creationId xmlns:a16="http://schemas.microsoft.com/office/drawing/2014/main" id="{783B04CD-CF2B-47E5-BBB2-24D365B27C3C}"/>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53</a:t>
            </a:fld>
            <a:endParaRPr lang="zh-TW"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C7900D9E-977E-491A-968E-5D0737861DED}"/>
              </a:ext>
            </a:extLst>
          </p:cNvPr>
          <p:cNvSpPr>
            <a:spLocks noGrp="1" noChangeArrowheads="1"/>
          </p:cNvSpPr>
          <p:nvPr>
            <p:ph type="body" idx="1"/>
          </p:nvPr>
        </p:nvSpPr>
        <p:spPr>
          <a:xfrm>
            <a:off x="1590595" y="3008710"/>
            <a:ext cx="6483034" cy="1506140"/>
          </a:xfrm>
        </p:spPr>
        <p:txBody>
          <a:bodyPr/>
          <a:lstStyle/>
          <a:p>
            <a:pPr marL="214313" indent="-214313">
              <a:buNone/>
            </a:pPr>
            <a:endParaRPr lang="zh-TW" altLang="en-US" dirty="0"/>
          </a:p>
          <a:p>
            <a:pPr marL="214313" indent="-214313">
              <a:buNone/>
            </a:pPr>
            <a:r>
              <a:rPr lang="en-US" altLang="zh-TW" dirty="0"/>
              <a:t>ALUctr2  =  ALUop0 + ALUop1‧func2’‧func1‧func0’</a:t>
            </a:r>
          </a:p>
        </p:txBody>
      </p:sp>
      <p:sp>
        <p:nvSpPr>
          <p:cNvPr id="61443" name="Rectangle 3">
            <a:extLst>
              <a:ext uri="{FF2B5EF4-FFF2-40B4-BE49-F238E27FC236}">
                <a16:creationId xmlns:a16="http://schemas.microsoft.com/office/drawing/2014/main" id="{747E5CF2-FF85-4AAD-BCFA-7F86594A3BCC}"/>
              </a:ext>
            </a:extLst>
          </p:cNvPr>
          <p:cNvSpPr>
            <a:spLocks noChangeArrowheads="1"/>
          </p:cNvSpPr>
          <p:nvPr/>
        </p:nvSpPr>
        <p:spPr bwMode="auto">
          <a:xfrm>
            <a:off x="1919349" y="1215629"/>
            <a:ext cx="726160"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ALUop</a:t>
            </a:r>
          </a:p>
        </p:txBody>
      </p:sp>
      <p:sp>
        <p:nvSpPr>
          <p:cNvPr id="61444" name="Rectangle 4">
            <a:extLst>
              <a:ext uri="{FF2B5EF4-FFF2-40B4-BE49-F238E27FC236}">
                <a16:creationId xmlns:a16="http://schemas.microsoft.com/office/drawing/2014/main" id="{56F774E5-5BD2-4A9F-B031-F4080D398EC1}"/>
              </a:ext>
            </a:extLst>
          </p:cNvPr>
          <p:cNvSpPr>
            <a:spLocks noChangeArrowheads="1"/>
          </p:cNvSpPr>
          <p:nvPr/>
        </p:nvSpPr>
        <p:spPr bwMode="auto">
          <a:xfrm>
            <a:off x="4468416" y="1215629"/>
            <a:ext cx="516167"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func</a:t>
            </a:r>
          </a:p>
        </p:txBody>
      </p:sp>
      <p:sp>
        <p:nvSpPr>
          <p:cNvPr id="61445" name="Rectangle 5">
            <a:extLst>
              <a:ext uri="{FF2B5EF4-FFF2-40B4-BE49-F238E27FC236}">
                <a16:creationId xmlns:a16="http://schemas.microsoft.com/office/drawing/2014/main" id="{2AA8E2A8-8C6F-4282-971E-851D5FFAE8B6}"/>
              </a:ext>
            </a:extLst>
          </p:cNvPr>
          <p:cNvSpPr>
            <a:spLocks noChangeArrowheads="1"/>
          </p:cNvSpPr>
          <p:nvPr/>
        </p:nvSpPr>
        <p:spPr bwMode="auto">
          <a:xfrm>
            <a:off x="1656160" y="1444229"/>
            <a:ext cx="665246"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bit&lt;1&gt;</a:t>
            </a:r>
          </a:p>
        </p:txBody>
      </p:sp>
      <p:sp>
        <p:nvSpPr>
          <p:cNvPr id="61446" name="Rectangle 6">
            <a:extLst>
              <a:ext uri="{FF2B5EF4-FFF2-40B4-BE49-F238E27FC236}">
                <a16:creationId xmlns:a16="http://schemas.microsoft.com/office/drawing/2014/main" id="{0BC212FD-8FEE-44E9-B82F-FFC75915ECC9}"/>
              </a:ext>
            </a:extLst>
          </p:cNvPr>
          <p:cNvSpPr>
            <a:spLocks noChangeArrowheads="1"/>
          </p:cNvSpPr>
          <p:nvPr/>
        </p:nvSpPr>
        <p:spPr bwMode="auto">
          <a:xfrm>
            <a:off x="2299098" y="1444229"/>
            <a:ext cx="665246"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bit&lt;0&gt;</a:t>
            </a:r>
          </a:p>
        </p:txBody>
      </p:sp>
      <p:sp>
        <p:nvSpPr>
          <p:cNvPr id="61447" name="Line 7">
            <a:extLst>
              <a:ext uri="{FF2B5EF4-FFF2-40B4-BE49-F238E27FC236}">
                <a16:creationId xmlns:a16="http://schemas.microsoft.com/office/drawing/2014/main" id="{CC137A1B-C315-49C5-A2CB-6992E221FA38}"/>
              </a:ext>
            </a:extLst>
          </p:cNvPr>
          <p:cNvSpPr>
            <a:spLocks noChangeShapeType="1"/>
          </p:cNvSpPr>
          <p:nvPr/>
        </p:nvSpPr>
        <p:spPr bwMode="auto">
          <a:xfrm>
            <a:off x="2944416" y="1207294"/>
            <a:ext cx="0" cy="11430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61448" name="Line 8">
            <a:extLst>
              <a:ext uri="{FF2B5EF4-FFF2-40B4-BE49-F238E27FC236}">
                <a16:creationId xmlns:a16="http://schemas.microsoft.com/office/drawing/2014/main" id="{AEBDA80D-586C-4327-B96F-34D66E140F14}"/>
              </a:ext>
            </a:extLst>
          </p:cNvPr>
          <p:cNvSpPr>
            <a:spLocks noChangeShapeType="1"/>
          </p:cNvSpPr>
          <p:nvPr/>
        </p:nvSpPr>
        <p:spPr bwMode="auto">
          <a:xfrm>
            <a:off x="1671638" y="1207294"/>
            <a:ext cx="5926931"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61449" name="Line 9">
            <a:extLst>
              <a:ext uri="{FF2B5EF4-FFF2-40B4-BE49-F238E27FC236}">
                <a16:creationId xmlns:a16="http://schemas.microsoft.com/office/drawing/2014/main" id="{CB21C336-8C93-4572-914B-646F91169170}"/>
              </a:ext>
            </a:extLst>
          </p:cNvPr>
          <p:cNvSpPr>
            <a:spLocks noChangeShapeType="1"/>
          </p:cNvSpPr>
          <p:nvPr/>
        </p:nvSpPr>
        <p:spPr bwMode="auto">
          <a:xfrm>
            <a:off x="1671638" y="1207294"/>
            <a:ext cx="0" cy="11430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61450" name="Rectangle 10">
            <a:extLst>
              <a:ext uri="{FF2B5EF4-FFF2-40B4-BE49-F238E27FC236}">
                <a16:creationId xmlns:a16="http://schemas.microsoft.com/office/drawing/2014/main" id="{C927AEE1-2EEA-4E35-AB77-4994D81B1C10}"/>
              </a:ext>
            </a:extLst>
          </p:cNvPr>
          <p:cNvSpPr>
            <a:spLocks noChangeArrowheads="1"/>
          </p:cNvSpPr>
          <p:nvPr/>
        </p:nvSpPr>
        <p:spPr bwMode="auto">
          <a:xfrm>
            <a:off x="6441281" y="1444229"/>
            <a:ext cx="1045158"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ALUctr&lt;2&gt;</a:t>
            </a:r>
          </a:p>
        </p:txBody>
      </p:sp>
      <p:sp>
        <p:nvSpPr>
          <p:cNvPr id="61451" name="Rectangle 11">
            <a:extLst>
              <a:ext uri="{FF2B5EF4-FFF2-40B4-BE49-F238E27FC236}">
                <a16:creationId xmlns:a16="http://schemas.microsoft.com/office/drawing/2014/main" id="{B196353A-8BB3-4D7B-BF91-A5B5072FC061}"/>
              </a:ext>
            </a:extLst>
          </p:cNvPr>
          <p:cNvSpPr>
            <a:spLocks noChangeArrowheads="1"/>
          </p:cNvSpPr>
          <p:nvPr/>
        </p:nvSpPr>
        <p:spPr bwMode="auto">
          <a:xfrm>
            <a:off x="1870472" y="1672829"/>
            <a:ext cx="238847"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x</a:t>
            </a:r>
          </a:p>
        </p:txBody>
      </p:sp>
      <p:sp>
        <p:nvSpPr>
          <p:cNvPr id="61452" name="Rectangle 12">
            <a:extLst>
              <a:ext uri="{FF2B5EF4-FFF2-40B4-BE49-F238E27FC236}">
                <a16:creationId xmlns:a16="http://schemas.microsoft.com/office/drawing/2014/main" id="{8D6F85FE-DC47-4A47-9233-64A1E20B99A2}"/>
              </a:ext>
            </a:extLst>
          </p:cNvPr>
          <p:cNvSpPr>
            <a:spLocks noChangeArrowheads="1"/>
          </p:cNvSpPr>
          <p:nvPr/>
        </p:nvSpPr>
        <p:spPr bwMode="auto">
          <a:xfrm>
            <a:off x="2513410" y="1672829"/>
            <a:ext cx="238847"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400">
                <a:latin typeface="Arial" panose="020B0604020202020204" pitchFamily="34" charset="0"/>
                <a:ea typeface="新細明體" panose="02020500000000000000" pitchFamily="18" charset="-120"/>
              </a:rPr>
              <a:t>1</a:t>
            </a:r>
          </a:p>
        </p:txBody>
      </p:sp>
      <p:sp>
        <p:nvSpPr>
          <p:cNvPr id="61453" name="Rectangle 13">
            <a:extLst>
              <a:ext uri="{FF2B5EF4-FFF2-40B4-BE49-F238E27FC236}">
                <a16:creationId xmlns:a16="http://schemas.microsoft.com/office/drawing/2014/main" id="{7732E0AC-5D75-4DBF-8502-F34C7386C958}"/>
              </a:ext>
            </a:extLst>
          </p:cNvPr>
          <p:cNvSpPr>
            <a:spLocks noChangeArrowheads="1"/>
          </p:cNvSpPr>
          <p:nvPr/>
        </p:nvSpPr>
        <p:spPr bwMode="auto">
          <a:xfrm>
            <a:off x="6798469" y="1672829"/>
            <a:ext cx="238847"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400">
                <a:latin typeface="Arial" panose="020B0604020202020204" pitchFamily="34" charset="0"/>
                <a:ea typeface="新細明體" panose="02020500000000000000" pitchFamily="18" charset="-120"/>
              </a:rPr>
              <a:t>1</a:t>
            </a:r>
          </a:p>
        </p:txBody>
      </p:sp>
      <p:sp>
        <p:nvSpPr>
          <p:cNvPr id="61454" name="Line 14">
            <a:extLst>
              <a:ext uri="{FF2B5EF4-FFF2-40B4-BE49-F238E27FC236}">
                <a16:creationId xmlns:a16="http://schemas.microsoft.com/office/drawing/2014/main" id="{F660D8D6-27F6-4591-A035-309EE1A72124}"/>
              </a:ext>
            </a:extLst>
          </p:cNvPr>
          <p:cNvSpPr>
            <a:spLocks noChangeShapeType="1"/>
          </p:cNvSpPr>
          <p:nvPr/>
        </p:nvSpPr>
        <p:spPr bwMode="auto">
          <a:xfrm>
            <a:off x="1671638" y="1893094"/>
            <a:ext cx="5926931"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61455" name="Line 15">
            <a:extLst>
              <a:ext uri="{FF2B5EF4-FFF2-40B4-BE49-F238E27FC236}">
                <a16:creationId xmlns:a16="http://schemas.microsoft.com/office/drawing/2014/main" id="{1CAFDFB0-BE75-4797-A05A-CED70BDC0DD0}"/>
              </a:ext>
            </a:extLst>
          </p:cNvPr>
          <p:cNvSpPr>
            <a:spLocks noChangeShapeType="1"/>
          </p:cNvSpPr>
          <p:nvPr/>
        </p:nvSpPr>
        <p:spPr bwMode="auto">
          <a:xfrm>
            <a:off x="1671638" y="1664494"/>
            <a:ext cx="5926931"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61456" name="Rectangle 16">
            <a:extLst>
              <a:ext uri="{FF2B5EF4-FFF2-40B4-BE49-F238E27FC236}">
                <a16:creationId xmlns:a16="http://schemas.microsoft.com/office/drawing/2014/main" id="{DD1B2FFC-50F9-45EB-8229-C9C8F2132C77}"/>
              </a:ext>
            </a:extLst>
          </p:cNvPr>
          <p:cNvSpPr>
            <a:spLocks noChangeArrowheads="1"/>
          </p:cNvSpPr>
          <p:nvPr/>
        </p:nvSpPr>
        <p:spPr bwMode="auto">
          <a:xfrm>
            <a:off x="1870472" y="1901429"/>
            <a:ext cx="238847"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400">
                <a:latin typeface="Arial" panose="020B0604020202020204" pitchFamily="34" charset="0"/>
                <a:ea typeface="新細明體" panose="02020500000000000000" pitchFamily="18" charset="-120"/>
              </a:rPr>
              <a:t>1</a:t>
            </a:r>
          </a:p>
        </p:txBody>
      </p:sp>
      <p:sp>
        <p:nvSpPr>
          <p:cNvPr id="61457" name="Rectangle 17">
            <a:extLst>
              <a:ext uri="{FF2B5EF4-FFF2-40B4-BE49-F238E27FC236}">
                <a16:creationId xmlns:a16="http://schemas.microsoft.com/office/drawing/2014/main" id="{87B5316E-FEA4-4E4A-A96C-0F756A587D48}"/>
              </a:ext>
            </a:extLst>
          </p:cNvPr>
          <p:cNvSpPr>
            <a:spLocks noChangeArrowheads="1"/>
          </p:cNvSpPr>
          <p:nvPr/>
        </p:nvSpPr>
        <p:spPr bwMode="auto">
          <a:xfrm>
            <a:off x="2513410" y="1901429"/>
            <a:ext cx="238847"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x</a:t>
            </a:r>
          </a:p>
        </p:txBody>
      </p:sp>
      <p:sp>
        <p:nvSpPr>
          <p:cNvPr id="61458" name="Rectangle 18">
            <a:extLst>
              <a:ext uri="{FF2B5EF4-FFF2-40B4-BE49-F238E27FC236}">
                <a16:creationId xmlns:a16="http://schemas.microsoft.com/office/drawing/2014/main" id="{9FC96946-DE71-419C-BAB4-1658FB2050AC}"/>
              </a:ext>
            </a:extLst>
          </p:cNvPr>
          <p:cNvSpPr>
            <a:spLocks noChangeArrowheads="1"/>
          </p:cNvSpPr>
          <p:nvPr/>
        </p:nvSpPr>
        <p:spPr bwMode="auto">
          <a:xfrm>
            <a:off x="6798469" y="1901429"/>
            <a:ext cx="238847"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400">
                <a:latin typeface="Arial" panose="020B0604020202020204" pitchFamily="34" charset="0"/>
                <a:ea typeface="新細明體" panose="02020500000000000000" pitchFamily="18" charset="-120"/>
              </a:rPr>
              <a:t>1</a:t>
            </a:r>
          </a:p>
        </p:txBody>
      </p:sp>
      <p:sp>
        <p:nvSpPr>
          <p:cNvPr id="61459" name="Line 19">
            <a:extLst>
              <a:ext uri="{FF2B5EF4-FFF2-40B4-BE49-F238E27FC236}">
                <a16:creationId xmlns:a16="http://schemas.microsoft.com/office/drawing/2014/main" id="{D4D16B16-1B17-48E9-8CF9-51E110915813}"/>
              </a:ext>
            </a:extLst>
          </p:cNvPr>
          <p:cNvSpPr>
            <a:spLocks noChangeShapeType="1"/>
          </p:cNvSpPr>
          <p:nvPr/>
        </p:nvSpPr>
        <p:spPr bwMode="auto">
          <a:xfrm>
            <a:off x="1671638" y="2121694"/>
            <a:ext cx="5926931"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61460" name="Rectangle 20">
            <a:extLst>
              <a:ext uri="{FF2B5EF4-FFF2-40B4-BE49-F238E27FC236}">
                <a16:creationId xmlns:a16="http://schemas.microsoft.com/office/drawing/2014/main" id="{BAC922BD-D6BF-4F22-B771-DB59872C2281}"/>
              </a:ext>
            </a:extLst>
          </p:cNvPr>
          <p:cNvSpPr>
            <a:spLocks noChangeArrowheads="1"/>
          </p:cNvSpPr>
          <p:nvPr/>
        </p:nvSpPr>
        <p:spPr bwMode="auto">
          <a:xfrm>
            <a:off x="1870472" y="2130029"/>
            <a:ext cx="238847"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400">
                <a:latin typeface="Arial" panose="020B0604020202020204" pitchFamily="34" charset="0"/>
                <a:ea typeface="新細明體" panose="02020500000000000000" pitchFamily="18" charset="-120"/>
              </a:rPr>
              <a:t>1</a:t>
            </a:r>
          </a:p>
        </p:txBody>
      </p:sp>
      <p:sp>
        <p:nvSpPr>
          <p:cNvPr id="61461" name="Rectangle 21">
            <a:extLst>
              <a:ext uri="{FF2B5EF4-FFF2-40B4-BE49-F238E27FC236}">
                <a16:creationId xmlns:a16="http://schemas.microsoft.com/office/drawing/2014/main" id="{F19D0495-7E92-432D-9713-45A7E59B77D6}"/>
              </a:ext>
            </a:extLst>
          </p:cNvPr>
          <p:cNvSpPr>
            <a:spLocks noChangeArrowheads="1"/>
          </p:cNvSpPr>
          <p:nvPr/>
        </p:nvSpPr>
        <p:spPr bwMode="auto">
          <a:xfrm>
            <a:off x="2513410" y="2130029"/>
            <a:ext cx="238847"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x</a:t>
            </a:r>
          </a:p>
        </p:txBody>
      </p:sp>
      <p:grpSp>
        <p:nvGrpSpPr>
          <p:cNvPr id="61462" name="Group 22">
            <a:extLst>
              <a:ext uri="{FF2B5EF4-FFF2-40B4-BE49-F238E27FC236}">
                <a16:creationId xmlns:a16="http://schemas.microsoft.com/office/drawing/2014/main" id="{C15C98C0-E2E5-4EF6-BA3D-168FEF95A1D7}"/>
              </a:ext>
            </a:extLst>
          </p:cNvPr>
          <p:cNvGrpSpPr>
            <a:grpSpLocks/>
          </p:cNvGrpSpPr>
          <p:nvPr/>
        </p:nvGrpSpPr>
        <p:grpSpPr bwMode="auto">
          <a:xfrm>
            <a:off x="4512470" y="1444229"/>
            <a:ext cx="665559" cy="971550"/>
            <a:chOff x="2950" y="1213"/>
            <a:chExt cx="559" cy="816"/>
          </a:xfrm>
        </p:grpSpPr>
        <p:sp>
          <p:nvSpPr>
            <p:cNvPr id="61496" name="Rectangle 23">
              <a:extLst>
                <a:ext uri="{FF2B5EF4-FFF2-40B4-BE49-F238E27FC236}">
                  <a16:creationId xmlns:a16="http://schemas.microsoft.com/office/drawing/2014/main" id="{E014B4E2-88BB-421E-BC13-A8E1BE5610D8}"/>
                </a:ext>
              </a:extLst>
            </p:cNvPr>
            <p:cNvSpPr>
              <a:spLocks noChangeArrowheads="1"/>
            </p:cNvSpPr>
            <p:nvPr/>
          </p:nvSpPr>
          <p:spPr bwMode="auto">
            <a:xfrm>
              <a:off x="2950" y="1213"/>
              <a:ext cx="559"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bit&lt;2&gt;</a:t>
              </a:r>
            </a:p>
          </p:txBody>
        </p:sp>
        <p:sp>
          <p:nvSpPr>
            <p:cNvPr id="61497" name="Rectangle 24">
              <a:extLst>
                <a:ext uri="{FF2B5EF4-FFF2-40B4-BE49-F238E27FC236}">
                  <a16:creationId xmlns:a16="http://schemas.microsoft.com/office/drawing/2014/main" id="{18C8F781-B71D-4960-8324-3FC58CFE184A}"/>
                </a:ext>
              </a:extLst>
            </p:cNvPr>
            <p:cNvSpPr>
              <a:spLocks noChangeArrowheads="1"/>
            </p:cNvSpPr>
            <p:nvPr/>
          </p:nvSpPr>
          <p:spPr bwMode="auto">
            <a:xfrm>
              <a:off x="3130" y="1405"/>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x</a:t>
              </a:r>
            </a:p>
          </p:txBody>
        </p:sp>
        <p:sp>
          <p:nvSpPr>
            <p:cNvPr id="61498" name="Rectangle 25">
              <a:extLst>
                <a:ext uri="{FF2B5EF4-FFF2-40B4-BE49-F238E27FC236}">
                  <a16:creationId xmlns:a16="http://schemas.microsoft.com/office/drawing/2014/main" id="{34771F06-E761-45F7-8EBA-2687386CCE9D}"/>
                </a:ext>
              </a:extLst>
            </p:cNvPr>
            <p:cNvSpPr>
              <a:spLocks noChangeArrowheads="1"/>
            </p:cNvSpPr>
            <p:nvPr/>
          </p:nvSpPr>
          <p:spPr bwMode="auto">
            <a:xfrm>
              <a:off x="3130" y="1597"/>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400">
                  <a:latin typeface="Arial" panose="020B0604020202020204" pitchFamily="34" charset="0"/>
                  <a:ea typeface="新細明體" panose="02020500000000000000" pitchFamily="18" charset="-120"/>
                </a:rPr>
                <a:t>0</a:t>
              </a:r>
            </a:p>
          </p:txBody>
        </p:sp>
        <p:sp>
          <p:nvSpPr>
            <p:cNvPr id="61499" name="Rectangle 26">
              <a:extLst>
                <a:ext uri="{FF2B5EF4-FFF2-40B4-BE49-F238E27FC236}">
                  <a16:creationId xmlns:a16="http://schemas.microsoft.com/office/drawing/2014/main" id="{B07353FC-26D4-436C-AFD5-B6C510691D27}"/>
                </a:ext>
              </a:extLst>
            </p:cNvPr>
            <p:cNvSpPr>
              <a:spLocks noChangeArrowheads="1"/>
            </p:cNvSpPr>
            <p:nvPr/>
          </p:nvSpPr>
          <p:spPr bwMode="auto">
            <a:xfrm>
              <a:off x="3130" y="1789"/>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400">
                  <a:latin typeface="Arial" panose="020B0604020202020204" pitchFamily="34" charset="0"/>
                  <a:ea typeface="新細明體" panose="02020500000000000000" pitchFamily="18" charset="-120"/>
                </a:rPr>
                <a:t>0</a:t>
              </a:r>
            </a:p>
          </p:txBody>
        </p:sp>
      </p:grpSp>
      <p:grpSp>
        <p:nvGrpSpPr>
          <p:cNvPr id="61463" name="Group 27">
            <a:extLst>
              <a:ext uri="{FF2B5EF4-FFF2-40B4-BE49-F238E27FC236}">
                <a16:creationId xmlns:a16="http://schemas.microsoft.com/office/drawing/2014/main" id="{0BCE40B6-CB01-426A-A67E-AC12464361B4}"/>
              </a:ext>
            </a:extLst>
          </p:cNvPr>
          <p:cNvGrpSpPr>
            <a:grpSpLocks/>
          </p:cNvGrpSpPr>
          <p:nvPr/>
        </p:nvGrpSpPr>
        <p:grpSpPr bwMode="auto">
          <a:xfrm>
            <a:off x="5131593" y="1444229"/>
            <a:ext cx="665559" cy="971550"/>
            <a:chOff x="3490" y="1213"/>
            <a:chExt cx="559" cy="816"/>
          </a:xfrm>
        </p:grpSpPr>
        <p:sp>
          <p:nvSpPr>
            <p:cNvPr id="61492" name="Rectangle 28">
              <a:extLst>
                <a:ext uri="{FF2B5EF4-FFF2-40B4-BE49-F238E27FC236}">
                  <a16:creationId xmlns:a16="http://schemas.microsoft.com/office/drawing/2014/main" id="{FBCC9016-E0B8-4570-8D63-E6A33F80CD04}"/>
                </a:ext>
              </a:extLst>
            </p:cNvPr>
            <p:cNvSpPr>
              <a:spLocks noChangeArrowheads="1"/>
            </p:cNvSpPr>
            <p:nvPr/>
          </p:nvSpPr>
          <p:spPr bwMode="auto">
            <a:xfrm>
              <a:off x="3490" y="1213"/>
              <a:ext cx="559"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bit&lt;1&gt;</a:t>
              </a:r>
            </a:p>
          </p:txBody>
        </p:sp>
        <p:sp>
          <p:nvSpPr>
            <p:cNvPr id="61493" name="Rectangle 29">
              <a:extLst>
                <a:ext uri="{FF2B5EF4-FFF2-40B4-BE49-F238E27FC236}">
                  <a16:creationId xmlns:a16="http://schemas.microsoft.com/office/drawing/2014/main" id="{EDE161EA-5F5A-4E9F-8581-CB92ADABB770}"/>
                </a:ext>
              </a:extLst>
            </p:cNvPr>
            <p:cNvSpPr>
              <a:spLocks noChangeArrowheads="1"/>
            </p:cNvSpPr>
            <p:nvPr/>
          </p:nvSpPr>
          <p:spPr bwMode="auto">
            <a:xfrm>
              <a:off x="3670" y="1405"/>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x</a:t>
              </a:r>
            </a:p>
          </p:txBody>
        </p:sp>
        <p:sp>
          <p:nvSpPr>
            <p:cNvPr id="61494" name="Rectangle 30">
              <a:extLst>
                <a:ext uri="{FF2B5EF4-FFF2-40B4-BE49-F238E27FC236}">
                  <a16:creationId xmlns:a16="http://schemas.microsoft.com/office/drawing/2014/main" id="{2EFBE2D8-7248-4910-B438-4B7F4EB375FB}"/>
                </a:ext>
              </a:extLst>
            </p:cNvPr>
            <p:cNvSpPr>
              <a:spLocks noChangeArrowheads="1"/>
            </p:cNvSpPr>
            <p:nvPr/>
          </p:nvSpPr>
          <p:spPr bwMode="auto">
            <a:xfrm>
              <a:off x="3670" y="1597"/>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400">
                  <a:latin typeface="Arial" panose="020B0604020202020204" pitchFamily="34" charset="0"/>
                  <a:ea typeface="新細明體" panose="02020500000000000000" pitchFamily="18" charset="-120"/>
                </a:rPr>
                <a:t>1</a:t>
              </a:r>
            </a:p>
          </p:txBody>
        </p:sp>
        <p:sp>
          <p:nvSpPr>
            <p:cNvPr id="61495" name="Rectangle 31">
              <a:extLst>
                <a:ext uri="{FF2B5EF4-FFF2-40B4-BE49-F238E27FC236}">
                  <a16:creationId xmlns:a16="http://schemas.microsoft.com/office/drawing/2014/main" id="{5198F5AF-95C4-4EBF-8F79-EBC9BFCF3B53}"/>
                </a:ext>
              </a:extLst>
            </p:cNvPr>
            <p:cNvSpPr>
              <a:spLocks noChangeArrowheads="1"/>
            </p:cNvSpPr>
            <p:nvPr/>
          </p:nvSpPr>
          <p:spPr bwMode="auto">
            <a:xfrm>
              <a:off x="3670" y="1789"/>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400">
                  <a:latin typeface="Arial" panose="020B0604020202020204" pitchFamily="34" charset="0"/>
                  <a:ea typeface="新細明體" panose="02020500000000000000" pitchFamily="18" charset="-120"/>
                </a:rPr>
                <a:t>1</a:t>
              </a:r>
            </a:p>
          </p:txBody>
        </p:sp>
      </p:grpSp>
      <p:grpSp>
        <p:nvGrpSpPr>
          <p:cNvPr id="61464" name="Group 32">
            <a:extLst>
              <a:ext uri="{FF2B5EF4-FFF2-40B4-BE49-F238E27FC236}">
                <a16:creationId xmlns:a16="http://schemas.microsoft.com/office/drawing/2014/main" id="{5947855A-1D24-4E2F-A2D7-5E4B7332A4F2}"/>
              </a:ext>
            </a:extLst>
          </p:cNvPr>
          <p:cNvGrpSpPr>
            <a:grpSpLocks/>
          </p:cNvGrpSpPr>
          <p:nvPr/>
        </p:nvGrpSpPr>
        <p:grpSpPr bwMode="auto">
          <a:xfrm>
            <a:off x="5738813" y="1444229"/>
            <a:ext cx="665559" cy="971550"/>
            <a:chOff x="4030" y="1213"/>
            <a:chExt cx="559" cy="816"/>
          </a:xfrm>
        </p:grpSpPr>
        <p:sp>
          <p:nvSpPr>
            <p:cNvPr id="61488" name="Rectangle 33">
              <a:extLst>
                <a:ext uri="{FF2B5EF4-FFF2-40B4-BE49-F238E27FC236}">
                  <a16:creationId xmlns:a16="http://schemas.microsoft.com/office/drawing/2014/main" id="{07D9FE64-DFE2-48A9-B09F-0C6223859D55}"/>
                </a:ext>
              </a:extLst>
            </p:cNvPr>
            <p:cNvSpPr>
              <a:spLocks noChangeArrowheads="1"/>
            </p:cNvSpPr>
            <p:nvPr/>
          </p:nvSpPr>
          <p:spPr bwMode="auto">
            <a:xfrm>
              <a:off x="4030" y="1213"/>
              <a:ext cx="559"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bit&lt;0&gt;</a:t>
              </a:r>
            </a:p>
          </p:txBody>
        </p:sp>
        <p:sp>
          <p:nvSpPr>
            <p:cNvPr id="61489" name="Rectangle 34">
              <a:extLst>
                <a:ext uri="{FF2B5EF4-FFF2-40B4-BE49-F238E27FC236}">
                  <a16:creationId xmlns:a16="http://schemas.microsoft.com/office/drawing/2014/main" id="{C11A7107-7868-440D-894F-66BD9E97E28D}"/>
                </a:ext>
              </a:extLst>
            </p:cNvPr>
            <p:cNvSpPr>
              <a:spLocks noChangeArrowheads="1"/>
            </p:cNvSpPr>
            <p:nvPr/>
          </p:nvSpPr>
          <p:spPr bwMode="auto">
            <a:xfrm>
              <a:off x="4210" y="1405"/>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x</a:t>
              </a:r>
            </a:p>
          </p:txBody>
        </p:sp>
        <p:sp>
          <p:nvSpPr>
            <p:cNvPr id="61490" name="Rectangle 35">
              <a:extLst>
                <a:ext uri="{FF2B5EF4-FFF2-40B4-BE49-F238E27FC236}">
                  <a16:creationId xmlns:a16="http://schemas.microsoft.com/office/drawing/2014/main" id="{4E599902-1DA2-4431-A9BC-BF2BBD60CFEA}"/>
                </a:ext>
              </a:extLst>
            </p:cNvPr>
            <p:cNvSpPr>
              <a:spLocks noChangeArrowheads="1"/>
            </p:cNvSpPr>
            <p:nvPr/>
          </p:nvSpPr>
          <p:spPr bwMode="auto">
            <a:xfrm>
              <a:off x="4210" y="1597"/>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400">
                  <a:latin typeface="Arial" panose="020B0604020202020204" pitchFamily="34" charset="0"/>
                  <a:ea typeface="新細明體" panose="02020500000000000000" pitchFamily="18" charset="-120"/>
                </a:rPr>
                <a:t>0</a:t>
              </a:r>
            </a:p>
          </p:txBody>
        </p:sp>
        <p:sp>
          <p:nvSpPr>
            <p:cNvPr id="61491" name="Rectangle 36">
              <a:extLst>
                <a:ext uri="{FF2B5EF4-FFF2-40B4-BE49-F238E27FC236}">
                  <a16:creationId xmlns:a16="http://schemas.microsoft.com/office/drawing/2014/main" id="{4798E620-2C10-44BE-9811-6BD4918CFC32}"/>
                </a:ext>
              </a:extLst>
            </p:cNvPr>
            <p:cNvSpPr>
              <a:spLocks noChangeArrowheads="1"/>
            </p:cNvSpPr>
            <p:nvPr/>
          </p:nvSpPr>
          <p:spPr bwMode="auto">
            <a:xfrm>
              <a:off x="4210" y="1789"/>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400">
                  <a:latin typeface="Arial" panose="020B0604020202020204" pitchFamily="34" charset="0"/>
                  <a:ea typeface="新細明體" panose="02020500000000000000" pitchFamily="18" charset="-120"/>
                </a:rPr>
                <a:t>0</a:t>
              </a:r>
            </a:p>
          </p:txBody>
        </p:sp>
      </p:grpSp>
      <p:sp>
        <p:nvSpPr>
          <p:cNvPr id="61465" name="Rectangle 37">
            <a:extLst>
              <a:ext uri="{FF2B5EF4-FFF2-40B4-BE49-F238E27FC236}">
                <a16:creationId xmlns:a16="http://schemas.microsoft.com/office/drawing/2014/main" id="{E3DEFC24-76C2-4D88-8183-DB6859DB0D9A}"/>
              </a:ext>
            </a:extLst>
          </p:cNvPr>
          <p:cNvSpPr>
            <a:spLocks noChangeArrowheads="1"/>
          </p:cNvSpPr>
          <p:nvPr/>
        </p:nvSpPr>
        <p:spPr bwMode="auto">
          <a:xfrm>
            <a:off x="6798469" y="2130029"/>
            <a:ext cx="238847"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400">
                <a:latin typeface="Arial" panose="020B0604020202020204" pitchFamily="34" charset="0"/>
                <a:ea typeface="新細明體" panose="02020500000000000000" pitchFamily="18" charset="-120"/>
              </a:rPr>
              <a:t>1</a:t>
            </a:r>
          </a:p>
        </p:txBody>
      </p:sp>
      <p:sp>
        <p:nvSpPr>
          <p:cNvPr id="61466" name="Line 38">
            <a:extLst>
              <a:ext uri="{FF2B5EF4-FFF2-40B4-BE49-F238E27FC236}">
                <a16:creationId xmlns:a16="http://schemas.microsoft.com/office/drawing/2014/main" id="{7B0D161A-1AB8-4CCD-9255-2C383110A462}"/>
              </a:ext>
            </a:extLst>
          </p:cNvPr>
          <p:cNvSpPr>
            <a:spLocks noChangeShapeType="1"/>
          </p:cNvSpPr>
          <p:nvPr/>
        </p:nvSpPr>
        <p:spPr bwMode="auto">
          <a:xfrm>
            <a:off x="1671638" y="2350294"/>
            <a:ext cx="5926931"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61467" name="Line 39">
            <a:extLst>
              <a:ext uri="{FF2B5EF4-FFF2-40B4-BE49-F238E27FC236}">
                <a16:creationId xmlns:a16="http://schemas.microsoft.com/office/drawing/2014/main" id="{57416981-C239-4361-A9D4-CCF0A2C61E73}"/>
              </a:ext>
            </a:extLst>
          </p:cNvPr>
          <p:cNvSpPr>
            <a:spLocks noChangeShapeType="1"/>
          </p:cNvSpPr>
          <p:nvPr/>
        </p:nvSpPr>
        <p:spPr bwMode="auto">
          <a:xfrm>
            <a:off x="6384131" y="1207294"/>
            <a:ext cx="0" cy="11430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61468" name="Line 40">
            <a:extLst>
              <a:ext uri="{FF2B5EF4-FFF2-40B4-BE49-F238E27FC236}">
                <a16:creationId xmlns:a16="http://schemas.microsoft.com/office/drawing/2014/main" id="{8E004DD7-4C35-4EBB-8F16-B8733BC311EF}"/>
              </a:ext>
            </a:extLst>
          </p:cNvPr>
          <p:cNvSpPr>
            <a:spLocks noChangeShapeType="1"/>
          </p:cNvSpPr>
          <p:nvPr/>
        </p:nvSpPr>
        <p:spPr bwMode="auto">
          <a:xfrm>
            <a:off x="7598569" y="1207294"/>
            <a:ext cx="0" cy="11430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61469" name="Rectangle 41">
            <a:extLst>
              <a:ext uri="{FF2B5EF4-FFF2-40B4-BE49-F238E27FC236}">
                <a16:creationId xmlns:a16="http://schemas.microsoft.com/office/drawing/2014/main" id="{0148CA35-D5F0-4BEE-B38B-2FEB536595BD}"/>
              </a:ext>
            </a:extLst>
          </p:cNvPr>
          <p:cNvSpPr>
            <a:spLocks noChangeArrowheads="1"/>
          </p:cNvSpPr>
          <p:nvPr/>
        </p:nvSpPr>
        <p:spPr bwMode="auto">
          <a:xfrm>
            <a:off x="3929063" y="1444229"/>
            <a:ext cx="665246"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bit&lt;3&gt;</a:t>
            </a:r>
          </a:p>
        </p:txBody>
      </p:sp>
      <p:sp>
        <p:nvSpPr>
          <p:cNvPr id="61470" name="Rectangle 42">
            <a:extLst>
              <a:ext uri="{FF2B5EF4-FFF2-40B4-BE49-F238E27FC236}">
                <a16:creationId xmlns:a16="http://schemas.microsoft.com/office/drawing/2014/main" id="{0553BCE5-F79C-41D2-AB4C-0B3230860076}"/>
              </a:ext>
            </a:extLst>
          </p:cNvPr>
          <p:cNvSpPr>
            <a:spLocks noChangeArrowheads="1"/>
          </p:cNvSpPr>
          <p:nvPr/>
        </p:nvSpPr>
        <p:spPr bwMode="auto">
          <a:xfrm>
            <a:off x="4143375" y="1672829"/>
            <a:ext cx="238847"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x</a:t>
            </a:r>
          </a:p>
        </p:txBody>
      </p:sp>
      <p:sp>
        <p:nvSpPr>
          <p:cNvPr id="61471" name="Rectangle 43">
            <a:extLst>
              <a:ext uri="{FF2B5EF4-FFF2-40B4-BE49-F238E27FC236}">
                <a16:creationId xmlns:a16="http://schemas.microsoft.com/office/drawing/2014/main" id="{4EEDF480-1F33-48B8-ACDB-806FDB3573E9}"/>
              </a:ext>
            </a:extLst>
          </p:cNvPr>
          <p:cNvSpPr>
            <a:spLocks noChangeArrowheads="1"/>
          </p:cNvSpPr>
          <p:nvPr/>
        </p:nvSpPr>
        <p:spPr bwMode="auto">
          <a:xfrm>
            <a:off x="4143375" y="1901429"/>
            <a:ext cx="238847"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400">
                <a:latin typeface="Arial" panose="020B0604020202020204" pitchFamily="34" charset="0"/>
                <a:ea typeface="新細明體" panose="02020500000000000000" pitchFamily="18" charset="-120"/>
              </a:rPr>
              <a:t>0</a:t>
            </a:r>
          </a:p>
        </p:txBody>
      </p:sp>
      <p:sp>
        <p:nvSpPr>
          <p:cNvPr id="61472" name="Rectangle 44">
            <a:extLst>
              <a:ext uri="{FF2B5EF4-FFF2-40B4-BE49-F238E27FC236}">
                <a16:creationId xmlns:a16="http://schemas.microsoft.com/office/drawing/2014/main" id="{B52DE6CD-8C10-46CD-916A-63ED06C6910A}"/>
              </a:ext>
            </a:extLst>
          </p:cNvPr>
          <p:cNvSpPr>
            <a:spLocks noChangeArrowheads="1"/>
          </p:cNvSpPr>
          <p:nvPr/>
        </p:nvSpPr>
        <p:spPr bwMode="auto">
          <a:xfrm>
            <a:off x="4143375" y="2130029"/>
            <a:ext cx="238847"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400">
                <a:latin typeface="Arial" panose="020B0604020202020204" pitchFamily="34" charset="0"/>
                <a:ea typeface="新細明體" panose="02020500000000000000" pitchFamily="18" charset="-120"/>
              </a:rPr>
              <a:t>1</a:t>
            </a:r>
          </a:p>
        </p:txBody>
      </p:sp>
      <p:sp>
        <p:nvSpPr>
          <p:cNvPr id="61473" name="Oval 45">
            <a:extLst>
              <a:ext uri="{FF2B5EF4-FFF2-40B4-BE49-F238E27FC236}">
                <a16:creationId xmlns:a16="http://schemas.microsoft.com/office/drawing/2014/main" id="{5B221C97-F6F3-4B71-A12F-98FE81F0E246}"/>
              </a:ext>
            </a:extLst>
          </p:cNvPr>
          <p:cNvSpPr>
            <a:spLocks noChangeArrowheads="1"/>
          </p:cNvSpPr>
          <p:nvPr/>
        </p:nvSpPr>
        <p:spPr bwMode="auto">
          <a:xfrm>
            <a:off x="4093369" y="1897856"/>
            <a:ext cx="345281" cy="56197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400" b="0">
              <a:latin typeface="Times New Roman" panose="02020603050405020304" pitchFamily="18" charset="0"/>
              <a:ea typeface="新細明體" panose="02020500000000000000" pitchFamily="18" charset="-120"/>
            </a:endParaRPr>
          </a:p>
        </p:txBody>
      </p:sp>
      <p:sp>
        <p:nvSpPr>
          <p:cNvPr id="61474" name="Line 46">
            <a:extLst>
              <a:ext uri="{FF2B5EF4-FFF2-40B4-BE49-F238E27FC236}">
                <a16:creationId xmlns:a16="http://schemas.microsoft.com/office/drawing/2014/main" id="{F3FB9649-BF9C-48EC-B49A-EE9F8F7D5A67}"/>
              </a:ext>
            </a:extLst>
          </p:cNvPr>
          <p:cNvSpPr>
            <a:spLocks noChangeShapeType="1"/>
          </p:cNvSpPr>
          <p:nvPr/>
        </p:nvSpPr>
        <p:spPr bwMode="auto">
          <a:xfrm>
            <a:off x="4214812" y="2464594"/>
            <a:ext cx="557213" cy="183356"/>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61475" name="Rectangle 47">
            <a:extLst>
              <a:ext uri="{FF2B5EF4-FFF2-40B4-BE49-F238E27FC236}">
                <a16:creationId xmlns:a16="http://schemas.microsoft.com/office/drawing/2014/main" id="{838DEE92-06C3-4872-8E9E-CC498FB89843}"/>
              </a:ext>
            </a:extLst>
          </p:cNvPr>
          <p:cNvSpPr>
            <a:spLocks noChangeArrowheads="1"/>
          </p:cNvSpPr>
          <p:nvPr/>
        </p:nvSpPr>
        <p:spPr bwMode="auto">
          <a:xfrm>
            <a:off x="4711304" y="2476500"/>
            <a:ext cx="2901435" cy="285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This makes func&lt;3&gt; a don’t care</a:t>
            </a:r>
          </a:p>
        </p:txBody>
      </p:sp>
      <p:sp>
        <p:nvSpPr>
          <p:cNvPr id="61476" name="Rectangle 48">
            <a:extLst>
              <a:ext uri="{FF2B5EF4-FFF2-40B4-BE49-F238E27FC236}">
                <a16:creationId xmlns:a16="http://schemas.microsoft.com/office/drawing/2014/main" id="{E32EBE2C-2189-4B59-BE59-DE0FD06C3DB1}"/>
              </a:ext>
            </a:extLst>
          </p:cNvPr>
          <p:cNvSpPr>
            <a:spLocks noGrp="1" noChangeArrowheads="1"/>
          </p:cNvSpPr>
          <p:nvPr>
            <p:ph type="title"/>
          </p:nvPr>
        </p:nvSpPr>
        <p:spPr>
          <a:xfrm>
            <a:off x="1045029" y="84524"/>
            <a:ext cx="6684509" cy="499463"/>
          </a:xfrm>
        </p:spPr>
        <p:txBody>
          <a:bodyPr/>
          <a:lstStyle/>
          <a:p>
            <a:r>
              <a:rPr lang="en-US" altLang="zh-TW" dirty="0"/>
              <a:t>Logic Equation for ALUctr2</a:t>
            </a:r>
          </a:p>
        </p:txBody>
      </p:sp>
      <p:grpSp>
        <p:nvGrpSpPr>
          <p:cNvPr id="61477" name="Group 49">
            <a:extLst>
              <a:ext uri="{FF2B5EF4-FFF2-40B4-BE49-F238E27FC236}">
                <a16:creationId xmlns:a16="http://schemas.microsoft.com/office/drawing/2014/main" id="{3F9AEEAC-4ED0-4F40-A5C8-7A6B7009531C}"/>
              </a:ext>
            </a:extLst>
          </p:cNvPr>
          <p:cNvGrpSpPr>
            <a:grpSpLocks/>
          </p:cNvGrpSpPr>
          <p:nvPr/>
        </p:nvGrpSpPr>
        <p:grpSpPr bwMode="auto">
          <a:xfrm>
            <a:off x="3424239" y="1439466"/>
            <a:ext cx="665559" cy="971550"/>
            <a:chOff x="2950" y="1213"/>
            <a:chExt cx="559" cy="816"/>
          </a:xfrm>
        </p:grpSpPr>
        <p:sp>
          <p:nvSpPr>
            <p:cNvPr id="61484" name="Rectangle 50">
              <a:extLst>
                <a:ext uri="{FF2B5EF4-FFF2-40B4-BE49-F238E27FC236}">
                  <a16:creationId xmlns:a16="http://schemas.microsoft.com/office/drawing/2014/main" id="{17722B1C-8759-46F2-B436-7E20CA35B179}"/>
                </a:ext>
              </a:extLst>
            </p:cNvPr>
            <p:cNvSpPr>
              <a:spLocks noChangeArrowheads="1"/>
            </p:cNvSpPr>
            <p:nvPr/>
          </p:nvSpPr>
          <p:spPr bwMode="auto">
            <a:xfrm>
              <a:off x="2950" y="1213"/>
              <a:ext cx="559"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bit&lt;4&gt;</a:t>
              </a:r>
            </a:p>
          </p:txBody>
        </p:sp>
        <p:sp>
          <p:nvSpPr>
            <p:cNvPr id="61485" name="Rectangle 51">
              <a:extLst>
                <a:ext uri="{FF2B5EF4-FFF2-40B4-BE49-F238E27FC236}">
                  <a16:creationId xmlns:a16="http://schemas.microsoft.com/office/drawing/2014/main" id="{14618F2E-CD0D-4FE8-BA08-964D4C010A2D}"/>
                </a:ext>
              </a:extLst>
            </p:cNvPr>
            <p:cNvSpPr>
              <a:spLocks noChangeArrowheads="1"/>
            </p:cNvSpPr>
            <p:nvPr/>
          </p:nvSpPr>
          <p:spPr bwMode="auto">
            <a:xfrm>
              <a:off x="3130" y="1405"/>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x</a:t>
              </a:r>
            </a:p>
          </p:txBody>
        </p:sp>
        <p:sp>
          <p:nvSpPr>
            <p:cNvPr id="61486" name="Rectangle 52">
              <a:extLst>
                <a:ext uri="{FF2B5EF4-FFF2-40B4-BE49-F238E27FC236}">
                  <a16:creationId xmlns:a16="http://schemas.microsoft.com/office/drawing/2014/main" id="{40932632-08B3-4A67-BE1A-E93021A245B5}"/>
                </a:ext>
              </a:extLst>
            </p:cNvPr>
            <p:cNvSpPr>
              <a:spLocks noChangeArrowheads="1"/>
            </p:cNvSpPr>
            <p:nvPr/>
          </p:nvSpPr>
          <p:spPr bwMode="auto">
            <a:xfrm>
              <a:off x="3130" y="1597"/>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x</a:t>
              </a:r>
            </a:p>
          </p:txBody>
        </p:sp>
        <p:sp>
          <p:nvSpPr>
            <p:cNvPr id="61487" name="Rectangle 53">
              <a:extLst>
                <a:ext uri="{FF2B5EF4-FFF2-40B4-BE49-F238E27FC236}">
                  <a16:creationId xmlns:a16="http://schemas.microsoft.com/office/drawing/2014/main" id="{79D0C839-C666-4FDF-AF81-368B07F03F31}"/>
                </a:ext>
              </a:extLst>
            </p:cNvPr>
            <p:cNvSpPr>
              <a:spLocks noChangeArrowheads="1"/>
            </p:cNvSpPr>
            <p:nvPr/>
          </p:nvSpPr>
          <p:spPr bwMode="auto">
            <a:xfrm>
              <a:off x="3130" y="1789"/>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x</a:t>
              </a:r>
            </a:p>
          </p:txBody>
        </p:sp>
      </p:grpSp>
      <p:grpSp>
        <p:nvGrpSpPr>
          <p:cNvPr id="61478" name="Group 54">
            <a:extLst>
              <a:ext uri="{FF2B5EF4-FFF2-40B4-BE49-F238E27FC236}">
                <a16:creationId xmlns:a16="http://schemas.microsoft.com/office/drawing/2014/main" id="{D1B47982-06AC-4221-9D54-6DF6084A7D84}"/>
              </a:ext>
            </a:extLst>
          </p:cNvPr>
          <p:cNvGrpSpPr>
            <a:grpSpLocks/>
          </p:cNvGrpSpPr>
          <p:nvPr/>
        </p:nvGrpSpPr>
        <p:grpSpPr bwMode="auto">
          <a:xfrm>
            <a:off x="2936083" y="1427560"/>
            <a:ext cx="665559" cy="971550"/>
            <a:chOff x="2950" y="1213"/>
            <a:chExt cx="559" cy="816"/>
          </a:xfrm>
        </p:grpSpPr>
        <p:sp>
          <p:nvSpPr>
            <p:cNvPr id="61480" name="Rectangle 55">
              <a:extLst>
                <a:ext uri="{FF2B5EF4-FFF2-40B4-BE49-F238E27FC236}">
                  <a16:creationId xmlns:a16="http://schemas.microsoft.com/office/drawing/2014/main" id="{EC2215E6-4971-4B28-8DC0-3AAEDBB6C1B3}"/>
                </a:ext>
              </a:extLst>
            </p:cNvPr>
            <p:cNvSpPr>
              <a:spLocks noChangeArrowheads="1"/>
            </p:cNvSpPr>
            <p:nvPr/>
          </p:nvSpPr>
          <p:spPr bwMode="auto">
            <a:xfrm>
              <a:off x="2950" y="1213"/>
              <a:ext cx="559"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bit&lt;5&gt;</a:t>
              </a:r>
            </a:p>
          </p:txBody>
        </p:sp>
        <p:sp>
          <p:nvSpPr>
            <p:cNvPr id="61481" name="Rectangle 56">
              <a:extLst>
                <a:ext uri="{FF2B5EF4-FFF2-40B4-BE49-F238E27FC236}">
                  <a16:creationId xmlns:a16="http://schemas.microsoft.com/office/drawing/2014/main" id="{7B673E8E-A6DE-4E2D-BF2B-03B890A40457}"/>
                </a:ext>
              </a:extLst>
            </p:cNvPr>
            <p:cNvSpPr>
              <a:spLocks noChangeArrowheads="1"/>
            </p:cNvSpPr>
            <p:nvPr/>
          </p:nvSpPr>
          <p:spPr bwMode="auto">
            <a:xfrm>
              <a:off x="3130" y="1405"/>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x</a:t>
              </a:r>
            </a:p>
          </p:txBody>
        </p:sp>
        <p:sp>
          <p:nvSpPr>
            <p:cNvPr id="61482" name="Rectangle 57">
              <a:extLst>
                <a:ext uri="{FF2B5EF4-FFF2-40B4-BE49-F238E27FC236}">
                  <a16:creationId xmlns:a16="http://schemas.microsoft.com/office/drawing/2014/main" id="{8DCBBF28-3137-4A05-BC34-A9D4A617E109}"/>
                </a:ext>
              </a:extLst>
            </p:cNvPr>
            <p:cNvSpPr>
              <a:spLocks noChangeArrowheads="1"/>
            </p:cNvSpPr>
            <p:nvPr/>
          </p:nvSpPr>
          <p:spPr bwMode="auto">
            <a:xfrm>
              <a:off x="3130" y="1597"/>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x</a:t>
              </a:r>
            </a:p>
          </p:txBody>
        </p:sp>
        <p:sp>
          <p:nvSpPr>
            <p:cNvPr id="61483" name="Rectangle 58">
              <a:extLst>
                <a:ext uri="{FF2B5EF4-FFF2-40B4-BE49-F238E27FC236}">
                  <a16:creationId xmlns:a16="http://schemas.microsoft.com/office/drawing/2014/main" id="{E9728C27-6FB9-48C4-9642-1760ECF00AC0}"/>
                </a:ext>
              </a:extLst>
            </p:cNvPr>
            <p:cNvSpPr>
              <a:spLocks noChangeArrowheads="1"/>
            </p:cNvSpPr>
            <p:nvPr/>
          </p:nvSpPr>
          <p:spPr bwMode="auto">
            <a:xfrm>
              <a:off x="3130" y="1789"/>
              <a:ext cx="20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400">
                  <a:latin typeface="Arial" panose="020B0604020202020204" pitchFamily="34" charset="0"/>
                  <a:ea typeface="新細明體" panose="02020500000000000000" pitchFamily="18" charset="-120"/>
                </a:rPr>
                <a:t>x</a:t>
              </a:r>
            </a:p>
          </p:txBody>
        </p:sp>
      </p:grpSp>
      <p:sp>
        <p:nvSpPr>
          <p:cNvPr id="60" name="灯片编号占位符 5">
            <a:extLst>
              <a:ext uri="{FF2B5EF4-FFF2-40B4-BE49-F238E27FC236}">
                <a16:creationId xmlns:a16="http://schemas.microsoft.com/office/drawing/2014/main" id="{A205944C-8C76-4CF0-BD9A-8D3A1252FEC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54</a:t>
            </a:fld>
            <a:endParaRPr lang="zh-TW"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E3B75AD-E382-495B-BA44-DDC31A15E385}"/>
              </a:ext>
            </a:extLst>
          </p:cNvPr>
          <p:cNvSpPr>
            <a:spLocks noGrp="1" noChangeArrowheads="1"/>
          </p:cNvSpPr>
          <p:nvPr>
            <p:ph type="body" idx="1"/>
          </p:nvPr>
        </p:nvSpPr>
        <p:spPr>
          <a:xfrm>
            <a:off x="1485900" y="3459957"/>
            <a:ext cx="6315075" cy="597213"/>
          </a:xfrm>
        </p:spPr>
        <p:txBody>
          <a:bodyPr/>
          <a:lstStyle/>
          <a:p>
            <a:pPr>
              <a:buFont typeface="Wingdings" panose="05000000000000000000" pitchFamily="2" charset="2"/>
              <a:buNone/>
            </a:pPr>
            <a:r>
              <a:rPr lang="en-US" altLang="zh-TW" dirty="0"/>
              <a:t>ALUctr1  =  ALUop1’+ ALUop1‧func2’‧func0’</a:t>
            </a:r>
          </a:p>
        </p:txBody>
      </p:sp>
      <p:sp>
        <p:nvSpPr>
          <p:cNvPr id="62467" name="Rectangle 3">
            <a:extLst>
              <a:ext uri="{FF2B5EF4-FFF2-40B4-BE49-F238E27FC236}">
                <a16:creationId xmlns:a16="http://schemas.microsoft.com/office/drawing/2014/main" id="{18D43AC2-FB96-4A9D-931F-9C36E90CB046}"/>
              </a:ext>
            </a:extLst>
          </p:cNvPr>
          <p:cNvSpPr>
            <a:spLocks noChangeArrowheads="1"/>
          </p:cNvSpPr>
          <p:nvPr/>
        </p:nvSpPr>
        <p:spPr bwMode="auto">
          <a:xfrm>
            <a:off x="1801872" y="1094185"/>
            <a:ext cx="64440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ALUop</a:t>
            </a:r>
          </a:p>
        </p:txBody>
      </p:sp>
      <p:sp>
        <p:nvSpPr>
          <p:cNvPr id="62468" name="Rectangle 4">
            <a:extLst>
              <a:ext uri="{FF2B5EF4-FFF2-40B4-BE49-F238E27FC236}">
                <a16:creationId xmlns:a16="http://schemas.microsoft.com/office/drawing/2014/main" id="{E5E5AA3E-BB40-477E-A48A-6AE0BCA94E92}"/>
              </a:ext>
            </a:extLst>
          </p:cNvPr>
          <p:cNvSpPr>
            <a:spLocks noChangeArrowheads="1"/>
          </p:cNvSpPr>
          <p:nvPr/>
        </p:nvSpPr>
        <p:spPr bwMode="auto">
          <a:xfrm>
            <a:off x="4305300" y="1094185"/>
            <a:ext cx="46487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func</a:t>
            </a:r>
          </a:p>
        </p:txBody>
      </p:sp>
      <p:sp>
        <p:nvSpPr>
          <p:cNvPr id="62469" name="Rectangle 5">
            <a:extLst>
              <a:ext uri="{FF2B5EF4-FFF2-40B4-BE49-F238E27FC236}">
                <a16:creationId xmlns:a16="http://schemas.microsoft.com/office/drawing/2014/main" id="{BAD7275A-05C7-4014-92E0-E4B848CA231A}"/>
              </a:ext>
            </a:extLst>
          </p:cNvPr>
          <p:cNvSpPr>
            <a:spLocks noChangeArrowheads="1"/>
          </p:cNvSpPr>
          <p:nvPr/>
        </p:nvSpPr>
        <p:spPr bwMode="auto">
          <a:xfrm>
            <a:off x="1427560" y="1322785"/>
            <a:ext cx="59311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bit&lt;1&gt;</a:t>
            </a:r>
          </a:p>
        </p:txBody>
      </p:sp>
      <p:sp>
        <p:nvSpPr>
          <p:cNvPr id="62470" name="Rectangle 6">
            <a:extLst>
              <a:ext uri="{FF2B5EF4-FFF2-40B4-BE49-F238E27FC236}">
                <a16:creationId xmlns:a16="http://schemas.microsoft.com/office/drawing/2014/main" id="{8EC01B9C-05E9-4626-808D-5E4C6FCB738C}"/>
              </a:ext>
            </a:extLst>
          </p:cNvPr>
          <p:cNvSpPr>
            <a:spLocks noChangeArrowheads="1"/>
          </p:cNvSpPr>
          <p:nvPr/>
        </p:nvSpPr>
        <p:spPr bwMode="auto">
          <a:xfrm>
            <a:off x="2141935" y="1322785"/>
            <a:ext cx="59311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bit&lt;0&gt;</a:t>
            </a:r>
          </a:p>
        </p:txBody>
      </p:sp>
      <p:sp>
        <p:nvSpPr>
          <p:cNvPr id="62471" name="Line 12">
            <a:extLst>
              <a:ext uri="{FF2B5EF4-FFF2-40B4-BE49-F238E27FC236}">
                <a16:creationId xmlns:a16="http://schemas.microsoft.com/office/drawing/2014/main" id="{A12CABE4-9C8C-4993-882F-435D3D15B860}"/>
              </a:ext>
            </a:extLst>
          </p:cNvPr>
          <p:cNvSpPr>
            <a:spLocks noChangeShapeType="1"/>
          </p:cNvSpPr>
          <p:nvPr/>
        </p:nvSpPr>
        <p:spPr bwMode="auto">
          <a:xfrm>
            <a:off x="2953941" y="1085850"/>
            <a:ext cx="0" cy="16002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2472" name="Line 13">
            <a:extLst>
              <a:ext uri="{FF2B5EF4-FFF2-40B4-BE49-F238E27FC236}">
                <a16:creationId xmlns:a16="http://schemas.microsoft.com/office/drawing/2014/main" id="{AC24B0D2-21E0-42C4-BEC4-8D67075F39E2}"/>
              </a:ext>
            </a:extLst>
          </p:cNvPr>
          <p:cNvSpPr>
            <a:spLocks noChangeShapeType="1"/>
          </p:cNvSpPr>
          <p:nvPr/>
        </p:nvSpPr>
        <p:spPr bwMode="auto">
          <a:xfrm>
            <a:off x="1444228" y="1085850"/>
            <a:ext cx="64341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2473" name="Line 14">
            <a:extLst>
              <a:ext uri="{FF2B5EF4-FFF2-40B4-BE49-F238E27FC236}">
                <a16:creationId xmlns:a16="http://schemas.microsoft.com/office/drawing/2014/main" id="{F0E07FB7-E9D5-4117-AE92-35930D0B2EDF}"/>
              </a:ext>
            </a:extLst>
          </p:cNvPr>
          <p:cNvSpPr>
            <a:spLocks noChangeShapeType="1"/>
          </p:cNvSpPr>
          <p:nvPr/>
        </p:nvSpPr>
        <p:spPr bwMode="auto">
          <a:xfrm>
            <a:off x="1444229" y="1085850"/>
            <a:ext cx="0" cy="16002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2474" name="Line 15">
            <a:extLst>
              <a:ext uri="{FF2B5EF4-FFF2-40B4-BE49-F238E27FC236}">
                <a16:creationId xmlns:a16="http://schemas.microsoft.com/office/drawing/2014/main" id="{9DD226C3-5380-41EF-A9BD-B7DDC5739CCD}"/>
              </a:ext>
            </a:extLst>
          </p:cNvPr>
          <p:cNvSpPr>
            <a:spLocks noChangeShapeType="1"/>
          </p:cNvSpPr>
          <p:nvPr/>
        </p:nvSpPr>
        <p:spPr bwMode="auto">
          <a:xfrm>
            <a:off x="6686550" y="1085850"/>
            <a:ext cx="0" cy="16002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2475" name="Rectangle 16">
            <a:extLst>
              <a:ext uri="{FF2B5EF4-FFF2-40B4-BE49-F238E27FC236}">
                <a16:creationId xmlns:a16="http://schemas.microsoft.com/office/drawing/2014/main" id="{298E766E-8469-4AC6-A878-DD1567B5ED5F}"/>
              </a:ext>
            </a:extLst>
          </p:cNvPr>
          <p:cNvSpPr>
            <a:spLocks noChangeArrowheads="1"/>
          </p:cNvSpPr>
          <p:nvPr/>
        </p:nvSpPr>
        <p:spPr bwMode="auto">
          <a:xfrm>
            <a:off x="1665685" y="1551385"/>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0</a:t>
            </a:r>
          </a:p>
        </p:txBody>
      </p:sp>
      <p:sp>
        <p:nvSpPr>
          <p:cNvPr id="62476" name="Line 17">
            <a:extLst>
              <a:ext uri="{FF2B5EF4-FFF2-40B4-BE49-F238E27FC236}">
                <a16:creationId xmlns:a16="http://schemas.microsoft.com/office/drawing/2014/main" id="{DC712989-72D2-4BB5-BC95-96FA0F2E6184}"/>
              </a:ext>
            </a:extLst>
          </p:cNvPr>
          <p:cNvSpPr>
            <a:spLocks noChangeShapeType="1"/>
          </p:cNvSpPr>
          <p:nvPr/>
        </p:nvSpPr>
        <p:spPr bwMode="auto">
          <a:xfrm>
            <a:off x="1444228" y="1771650"/>
            <a:ext cx="64341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2477" name="Rectangle 18">
            <a:extLst>
              <a:ext uri="{FF2B5EF4-FFF2-40B4-BE49-F238E27FC236}">
                <a16:creationId xmlns:a16="http://schemas.microsoft.com/office/drawing/2014/main" id="{324A54A3-7369-4613-9660-08B8CA996F95}"/>
              </a:ext>
            </a:extLst>
          </p:cNvPr>
          <p:cNvSpPr>
            <a:spLocks noChangeArrowheads="1"/>
          </p:cNvSpPr>
          <p:nvPr/>
        </p:nvSpPr>
        <p:spPr bwMode="auto">
          <a:xfrm>
            <a:off x="2381250" y="1551385"/>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0</a:t>
            </a:r>
          </a:p>
        </p:txBody>
      </p:sp>
      <p:sp>
        <p:nvSpPr>
          <p:cNvPr id="62478" name="Rectangle 25">
            <a:extLst>
              <a:ext uri="{FF2B5EF4-FFF2-40B4-BE49-F238E27FC236}">
                <a16:creationId xmlns:a16="http://schemas.microsoft.com/office/drawing/2014/main" id="{D090AD38-2C6B-4BD7-A1B7-FED9A1EAF237}"/>
              </a:ext>
            </a:extLst>
          </p:cNvPr>
          <p:cNvSpPr>
            <a:spLocks noChangeArrowheads="1"/>
          </p:cNvSpPr>
          <p:nvPr/>
        </p:nvSpPr>
        <p:spPr bwMode="auto">
          <a:xfrm>
            <a:off x="6800850" y="1322785"/>
            <a:ext cx="915314"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ALUctr&lt;1&gt;</a:t>
            </a:r>
          </a:p>
        </p:txBody>
      </p:sp>
      <p:sp>
        <p:nvSpPr>
          <p:cNvPr id="62479" name="Line 26">
            <a:extLst>
              <a:ext uri="{FF2B5EF4-FFF2-40B4-BE49-F238E27FC236}">
                <a16:creationId xmlns:a16="http://schemas.microsoft.com/office/drawing/2014/main" id="{A77DF068-F4A2-4801-9A6D-950612AD29D1}"/>
              </a:ext>
            </a:extLst>
          </p:cNvPr>
          <p:cNvSpPr>
            <a:spLocks noChangeShapeType="1"/>
          </p:cNvSpPr>
          <p:nvPr/>
        </p:nvSpPr>
        <p:spPr bwMode="auto">
          <a:xfrm>
            <a:off x="7878366" y="1085850"/>
            <a:ext cx="0" cy="16002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2480" name="Rectangle 27">
            <a:extLst>
              <a:ext uri="{FF2B5EF4-FFF2-40B4-BE49-F238E27FC236}">
                <a16:creationId xmlns:a16="http://schemas.microsoft.com/office/drawing/2014/main" id="{AE07CDD2-C2FD-4586-AD46-3CA10B8EC341}"/>
              </a:ext>
            </a:extLst>
          </p:cNvPr>
          <p:cNvSpPr>
            <a:spLocks noChangeArrowheads="1"/>
          </p:cNvSpPr>
          <p:nvPr/>
        </p:nvSpPr>
        <p:spPr bwMode="auto">
          <a:xfrm>
            <a:off x="1665685" y="1779985"/>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2481" name="Rectangle 28">
            <a:extLst>
              <a:ext uri="{FF2B5EF4-FFF2-40B4-BE49-F238E27FC236}">
                <a16:creationId xmlns:a16="http://schemas.microsoft.com/office/drawing/2014/main" id="{F659B410-D5AE-495B-9071-E4E9E8E3FF58}"/>
              </a:ext>
            </a:extLst>
          </p:cNvPr>
          <p:cNvSpPr>
            <a:spLocks noChangeArrowheads="1"/>
          </p:cNvSpPr>
          <p:nvPr/>
        </p:nvSpPr>
        <p:spPr bwMode="auto">
          <a:xfrm>
            <a:off x="2381250" y="1779985"/>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a:t>
            </a:r>
          </a:p>
        </p:txBody>
      </p:sp>
      <p:sp>
        <p:nvSpPr>
          <p:cNvPr id="62482" name="Line 35">
            <a:extLst>
              <a:ext uri="{FF2B5EF4-FFF2-40B4-BE49-F238E27FC236}">
                <a16:creationId xmlns:a16="http://schemas.microsoft.com/office/drawing/2014/main" id="{94247B46-77E0-4D7E-BC00-5C9749BAFDB2}"/>
              </a:ext>
            </a:extLst>
          </p:cNvPr>
          <p:cNvSpPr>
            <a:spLocks noChangeShapeType="1"/>
          </p:cNvSpPr>
          <p:nvPr/>
        </p:nvSpPr>
        <p:spPr bwMode="auto">
          <a:xfrm>
            <a:off x="1444228" y="1543050"/>
            <a:ext cx="64341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2483" name="Rectangle 36">
            <a:extLst>
              <a:ext uri="{FF2B5EF4-FFF2-40B4-BE49-F238E27FC236}">
                <a16:creationId xmlns:a16="http://schemas.microsoft.com/office/drawing/2014/main" id="{1421C77F-9404-4EBE-A303-BAA84F708D2A}"/>
              </a:ext>
            </a:extLst>
          </p:cNvPr>
          <p:cNvSpPr>
            <a:spLocks noChangeArrowheads="1"/>
          </p:cNvSpPr>
          <p:nvPr/>
        </p:nvSpPr>
        <p:spPr bwMode="auto">
          <a:xfrm>
            <a:off x="1665685" y="2008585"/>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a:t>
            </a:r>
          </a:p>
        </p:txBody>
      </p:sp>
      <p:sp>
        <p:nvSpPr>
          <p:cNvPr id="62484" name="Rectangle 37">
            <a:extLst>
              <a:ext uri="{FF2B5EF4-FFF2-40B4-BE49-F238E27FC236}">
                <a16:creationId xmlns:a16="http://schemas.microsoft.com/office/drawing/2014/main" id="{C38B2217-DB16-4738-8948-7CBF912BE752}"/>
              </a:ext>
            </a:extLst>
          </p:cNvPr>
          <p:cNvSpPr>
            <a:spLocks noChangeArrowheads="1"/>
          </p:cNvSpPr>
          <p:nvPr/>
        </p:nvSpPr>
        <p:spPr bwMode="auto">
          <a:xfrm>
            <a:off x="2381250" y="2008585"/>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2485" name="Line 44">
            <a:extLst>
              <a:ext uri="{FF2B5EF4-FFF2-40B4-BE49-F238E27FC236}">
                <a16:creationId xmlns:a16="http://schemas.microsoft.com/office/drawing/2014/main" id="{74C4826E-02C8-4C90-8A5D-338DF17A0D92}"/>
              </a:ext>
            </a:extLst>
          </p:cNvPr>
          <p:cNvSpPr>
            <a:spLocks noChangeShapeType="1"/>
          </p:cNvSpPr>
          <p:nvPr/>
        </p:nvSpPr>
        <p:spPr bwMode="auto">
          <a:xfrm>
            <a:off x="1444228" y="2228850"/>
            <a:ext cx="64341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2486" name="Rectangle 45">
            <a:extLst>
              <a:ext uri="{FF2B5EF4-FFF2-40B4-BE49-F238E27FC236}">
                <a16:creationId xmlns:a16="http://schemas.microsoft.com/office/drawing/2014/main" id="{96014D24-71C4-48F5-A624-6753557928C9}"/>
              </a:ext>
            </a:extLst>
          </p:cNvPr>
          <p:cNvSpPr>
            <a:spLocks noChangeArrowheads="1"/>
          </p:cNvSpPr>
          <p:nvPr/>
        </p:nvSpPr>
        <p:spPr bwMode="auto">
          <a:xfrm>
            <a:off x="1665685" y="2237185"/>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a:t>
            </a:r>
          </a:p>
        </p:txBody>
      </p:sp>
      <p:sp>
        <p:nvSpPr>
          <p:cNvPr id="62487" name="Rectangle 46">
            <a:extLst>
              <a:ext uri="{FF2B5EF4-FFF2-40B4-BE49-F238E27FC236}">
                <a16:creationId xmlns:a16="http://schemas.microsoft.com/office/drawing/2014/main" id="{363B3946-5B3C-4275-A9B1-4A3189E25A3F}"/>
              </a:ext>
            </a:extLst>
          </p:cNvPr>
          <p:cNvSpPr>
            <a:spLocks noChangeArrowheads="1"/>
          </p:cNvSpPr>
          <p:nvPr/>
        </p:nvSpPr>
        <p:spPr bwMode="auto">
          <a:xfrm>
            <a:off x="2381250" y="2237185"/>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2488" name="Rectangle 53">
            <a:extLst>
              <a:ext uri="{FF2B5EF4-FFF2-40B4-BE49-F238E27FC236}">
                <a16:creationId xmlns:a16="http://schemas.microsoft.com/office/drawing/2014/main" id="{77E88E3E-3843-4756-8D3E-EDC546F13F80}"/>
              </a:ext>
            </a:extLst>
          </p:cNvPr>
          <p:cNvSpPr>
            <a:spLocks noChangeArrowheads="1"/>
          </p:cNvSpPr>
          <p:nvPr/>
        </p:nvSpPr>
        <p:spPr bwMode="auto">
          <a:xfrm>
            <a:off x="1665685" y="2465785"/>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a:t>
            </a:r>
          </a:p>
        </p:txBody>
      </p:sp>
      <p:sp>
        <p:nvSpPr>
          <p:cNvPr id="62489" name="Rectangle 54">
            <a:extLst>
              <a:ext uri="{FF2B5EF4-FFF2-40B4-BE49-F238E27FC236}">
                <a16:creationId xmlns:a16="http://schemas.microsoft.com/office/drawing/2014/main" id="{65CF6A32-D399-45B9-9D27-99304E8F8BFF}"/>
              </a:ext>
            </a:extLst>
          </p:cNvPr>
          <p:cNvSpPr>
            <a:spLocks noChangeArrowheads="1"/>
          </p:cNvSpPr>
          <p:nvPr/>
        </p:nvSpPr>
        <p:spPr bwMode="auto">
          <a:xfrm>
            <a:off x="2381250" y="2465785"/>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grpSp>
        <p:nvGrpSpPr>
          <p:cNvPr id="62490" name="Group 72">
            <a:extLst>
              <a:ext uri="{FF2B5EF4-FFF2-40B4-BE49-F238E27FC236}">
                <a16:creationId xmlns:a16="http://schemas.microsoft.com/office/drawing/2014/main" id="{C4006611-99DF-4F32-BABC-0FA38B9A5051}"/>
              </a:ext>
            </a:extLst>
          </p:cNvPr>
          <p:cNvGrpSpPr>
            <a:grpSpLocks/>
          </p:cNvGrpSpPr>
          <p:nvPr/>
        </p:nvGrpSpPr>
        <p:grpSpPr bwMode="auto">
          <a:xfrm>
            <a:off x="4557713" y="1322785"/>
            <a:ext cx="592931" cy="1397794"/>
            <a:chOff x="2818" y="1111"/>
            <a:chExt cx="498" cy="1174"/>
          </a:xfrm>
        </p:grpSpPr>
        <p:sp>
          <p:nvSpPr>
            <p:cNvPr id="62539" name="Rectangle 8">
              <a:extLst>
                <a:ext uri="{FF2B5EF4-FFF2-40B4-BE49-F238E27FC236}">
                  <a16:creationId xmlns:a16="http://schemas.microsoft.com/office/drawing/2014/main" id="{4570700E-9413-45C7-8B72-6E9FE6F99FE9}"/>
                </a:ext>
              </a:extLst>
            </p:cNvPr>
            <p:cNvSpPr>
              <a:spLocks noChangeArrowheads="1"/>
            </p:cNvSpPr>
            <p:nvPr/>
          </p:nvSpPr>
          <p:spPr bwMode="auto">
            <a:xfrm>
              <a:off x="2818" y="1111"/>
              <a:ext cx="49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bit&lt;2&gt;</a:t>
              </a:r>
            </a:p>
          </p:txBody>
        </p:sp>
        <p:sp>
          <p:nvSpPr>
            <p:cNvPr id="62540" name="Rectangle 21">
              <a:extLst>
                <a:ext uri="{FF2B5EF4-FFF2-40B4-BE49-F238E27FC236}">
                  <a16:creationId xmlns:a16="http://schemas.microsoft.com/office/drawing/2014/main" id="{E2977B90-F6F0-4BE2-8953-BFC429CFF074}"/>
                </a:ext>
              </a:extLst>
            </p:cNvPr>
            <p:cNvSpPr>
              <a:spLocks noChangeArrowheads="1"/>
            </p:cNvSpPr>
            <p:nvPr/>
          </p:nvSpPr>
          <p:spPr bwMode="auto">
            <a:xfrm>
              <a:off x="3018" y="1303"/>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2541" name="Rectangle 31">
              <a:extLst>
                <a:ext uri="{FF2B5EF4-FFF2-40B4-BE49-F238E27FC236}">
                  <a16:creationId xmlns:a16="http://schemas.microsoft.com/office/drawing/2014/main" id="{0157290A-7B2C-4308-8B6C-907750B9587E}"/>
                </a:ext>
              </a:extLst>
            </p:cNvPr>
            <p:cNvSpPr>
              <a:spLocks noChangeArrowheads="1"/>
            </p:cNvSpPr>
            <p:nvPr/>
          </p:nvSpPr>
          <p:spPr bwMode="auto">
            <a:xfrm>
              <a:off x="3018" y="1495"/>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2542" name="Rectangle 40">
              <a:extLst>
                <a:ext uri="{FF2B5EF4-FFF2-40B4-BE49-F238E27FC236}">
                  <a16:creationId xmlns:a16="http://schemas.microsoft.com/office/drawing/2014/main" id="{B07227A5-183B-4C8B-9235-5C147958280E}"/>
                </a:ext>
              </a:extLst>
            </p:cNvPr>
            <p:cNvSpPr>
              <a:spLocks noChangeArrowheads="1"/>
            </p:cNvSpPr>
            <p:nvPr/>
          </p:nvSpPr>
          <p:spPr bwMode="auto">
            <a:xfrm>
              <a:off x="3018" y="1687"/>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0</a:t>
              </a:r>
            </a:p>
          </p:txBody>
        </p:sp>
        <p:sp>
          <p:nvSpPr>
            <p:cNvPr id="62543" name="Rectangle 49">
              <a:extLst>
                <a:ext uri="{FF2B5EF4-FFF2-40B4-BE49-F238E27FC236}">
                  <a16:creationId xmlns:a16="http://schemas.microsoft.com/office/drawing/2014/main" id="{BBA61A32-60F0-459C-91B9-2C3DA60FCDDD}"/>
                </a:ext>
              </a:extLst>
            </p:cNvPr>
            <p:cNvSpPr>
              <a:spLocks noChangeArrowheads="1"/>
            </p:cNvSpPr>
            <p:nvPr/>
          </p:nvSpPr>
          <p:spPr bwMode="auto">
            <a:xfrm>
              <a:off x="3018" y="1879"/>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0</a:t>
              </a:r>
            </a:p>
          </p:txBody>
        </p:sp>
        <p:sp>
          <p:nvSpPr>
            <p:cNvPr id="62544" name="Rectangle 57">
              <a:extLst>
                <a:ext uri="{FF2B5EF4-FFF2-40B4-BE49-F238E27FC236}">
                  <a16:creationId xmlns:a16="http://schemas.microsoft.com/office/drawing/2014/main" id="{CB988C39-128A-4831-8F02-7D8854A6553F}"/>
                </a:ext>
              </a:extLst>
            </p:cNvPr>
            <p:cNvSpPr>
              <a:spLocks noChangeArrowheads="1"/>
            </p:cNvSpPr>
            <p:nvPr/>
          </p:nvSpPr>
          <p:spPr bwMode="auto">
            <a:xfrm>
              <a:off x="3018" y="2071"/>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0</a:t>
              </a:r>
            </a:p>
          </p:txBody>
        </p:sp>
      </p:grpSp>
      <p:grpSp>
        <p:nvGrpSpPr>
          <p:cNvPr id="62491" name="Group 70">
            <a:extLst>
              <a:ext uri="{FF2B5EF4-FFF2-40B4-BE49-F238E27FC236}">
                <a16:creationId xmlns:a16="http://schemas.microsoft.com/office/drawing/2014/main" id="{0314D2EC-6902-4E11-9259-3D3BD1699ADE}"/>
              </a:ext>
            </a:extLst>
          </p:cNvPr>
          <p:cNvGrpSpPr>
            <a:grpSpLocks/>
          </p:cNvGrpSpPr>
          <p:nvPr/>
        </p:nvGrpSpPr>
        <p:grpSpPr bwMode="auto">
          <a:xfrm>
            <a:off x="5868592" y="1322785"/>
            <a:ext cx="592931" cy="1397794"/>
            <a:chOff x="4019" y="1111"/>
            <a:chExt cx="498" cy="1174"/>
          </a:xfrm>
        </p:grpSpPr>
        <p:sp>
          <p:nvSpPr>
            <p:cNvPr id="62533" name="Rectangle 10">
              <a:extLst>
                <a:ext uri="{FF2B5EF4-FFF2-40B4-BE49-F238E27FC236}">
                  <a16:creationId xmlns:a16="http://schemas.microsoft.com/office/drawing/2014/main" id="{0B39F458-F3B0-48A5-A4CA-2D24C180B67D}"/>
                </a:ext>
              </a:extLst>
            </p:cNvPr>
            <p:cNvSpPr>
              <a:spLocks noChangeArrowheads="1"/>
            </p:cNvSpPr>
            <p:nvPr/>
          </p:nvSpPr>
          <p:spPr bwMode="auto">
            <a:xfrm>
              <a:off x="4019" y="1111"/>
              <a:ext cx="49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bit&lt;0&gt;</a:t>
              </a:r>
            </a:p>
          </p:txBody>
        </p:sp>
        <p:sp>
          <p:nvSpPr>
            <p:cNvPr id="62534" name="Rectangle 23">
              <a:extLst>
                <a:ext uri="{FF2B5EF4-FFF2-40B4-BE49-F238E27FC236}">
                  <a16:creationId xmlns:a16="http://schemas.microsoft.com/office/drawing/2014/main" id="{55D25E1C-106C-47F0-9FF8-A9CE4EC0CCB1}"/>
                </a:ext>
              </a:extLst>
            </p:cNvPr>
            <p:cNvSpPr>
              <a:spLocks noChangeArrowheads="1"/>
            </p:cNvSpPr>
            <p:nvPr/>
          </p:nvSpPr>
          <p:spPr bwMode="auto">
            <a:xfrm>
              <a:off x="4219" y="1303"/>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2535" name="Rectangle 33">
              <a:extLst>
                <a:ext uri="{FF2B5EF4-FFF2-40B4-BE49-F238E27FC236}">
                  <a16:creationId xmlns:a16="http://schemas.microsoft.com/office/drawing/2014/main" id="{5C9DF016-A79C-4EF1-8691-DAB5B0EAAB7B}"/>
                </a:ext>
              </a:extLst>
            </p:cNvPr>
            <p:cNvSpPr>
              <a:spLocks noChangeArrowheads="1"/>
            </p:cNvSpPr>
            <p:nvPr/>
          </p:nvSpPr>
          <p:spPr bwMode="auto">
            <a:xfrm>
              <a:off x="4219" y="1495"/>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2536" name="Rectangle 42">
              <a:extLst>
                <a:ext uri="{FF2B5EF4-FFF2-40B4-BE49-F238E27FC236}">
                  <a16:creationId xmlns:a16="http://schemas.microsoft.com/office/drawing/2014/main" id="{E3B3D030-F229-429D-BA1C-6FBAC6790EB1}"/>
                </a:ext>
              </a:extLst>
            </p:cNvPr>
            <p:cNvSpPr>
              <a:spLocks noChangeArrowheads="1"/>
            </p:cNvSpPr>
            <p:nvPr/>
          </p:nvSpPr>
          <p:spPr bwMode="auto">
            <a:xfrm>
              <a:off x="4219" y="1687"/>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0</a:t>
              </a:r>
            </a:p>
          </p:txBody>
        </p:sp>
        <p:sp>
          <p:nvSpPr>
            <p:cNvPr id="62537" name="Rectangle 51">
              <a:extLst>
                <a:ext uri="{FF2B5EF4-FFF2-40B4-BE49-F238E27FC236}">
                  <a16:creationId xmlns:a16="http://schemas.microsoft.com/office/drawing/2014/main" id="{5A15DBBB-CAF0-47E6-A838-DE43FF22E107}"/>
                </a:ext>
              </a:extLst>
            </p:cNvPr>
            <p:cNvSpPr>
              <a:spLocks noChangeArrowheads="1"/>
            </p:cNvSpPr>
            <p:nvPr/>
          </p:nvSpPr>
          <p:spPr bwMode="auto">
            <a:xfrm>
              <a:off x="4219" y="1879"/>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0</a:t>
              </a:r>
            </a:p>
          </p:txBody>
        </p:sp>
        <p:sp>
          <p:nvSpPr>
            <p:cNvPr id="62538" name="Rectangle 59">
              <a:extLst>
                <a:ext uri="{FF2B5EF4-FFF2-40B4-BE49-F238E27FC236}">
                  <a16:creationId xmlns:a16="http://schemas.microsoft.com/office/drawing/2014/main" id="{FE6704FE-255E-4051-8844-E3EAF98FF13B}"/>
                </a:ext>
              </a:extLst>
            </p:cNvPr>
            <p:cNvSpPr>
              <a:spLocks noChangeArrowheads="1"/>
            </p:cNvSpPr>
            <p:nvPr/>
          </p:nvSpPr>
          <p:spPr bwMode="auto">
            <a:xfrm>
              <a:off x="4219" y="2071"/>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0</a:t>
              </a:r>
            </a:p>
          </p:txBody>
        </p:sp>
      </p:grpSp>
      <p:grpSp>
        <p:nvGrpSpPr>
          <p:cNvPr id="62492" name="Group 69">
            <a:extLst>
              <a:ext uri="{FF2B5EF4-FFF2-40B4-BE49-F238E27FC236}">
                <a16:creationId xmlns:a16="http://schemas.microsoft.com/office/drawing/2014/main" id="{E591149E-FF7B-4DB0-A8E5-1CEBC06C3037}"/>
              </a:ext>
            </a:extLst>
          </p:cNvPr>
          <p:cNvGrpSpPr>
            <a:grpSpLocks/>
          </p:cNvGrpSpPr>
          <p:nvPr/>
        </p:nvGrpSpPr>
        <p:grpSpPr bwMode="auto">
          <a:xfrm>
            <a:off x="7174718" y="1551385"/>
            <a:ext cx="223838" cy="1169194"/>
            <a:chOff x="5216" y="1303"/>
            <a:chExt cx="188" cy="982"/>
          </a:xfrm>
        </p:grpSpPr>
        <p:sp>
          <p:nvSpPr>
            <p:cNvPr id="62528" name="Rectangle 24">
              <a:extLst>
                <a:ext uri="{FF2B5EF4-FFF2-40B4-BE49-F238E27FC236}">
                  <a16:creationId xmlns:a16="http://schemas.microsoft.com/office/drawing/2014/main" id="{31C33739-02BB-4BFF-92D4-F41A8DDFFBCE}"/>
                </a:ext>
              </a:extLst>
            </p:cNvPr>
            <p:cNvSpPr>
              <a:spLocks noChangeArrowheads="1"/>
            </p:cNvSpPr>
            <p:nvPr/>
          </p:nvSpPr>
          <p:spPr bwMode="auto">
            <a:xfrm>
              <a:off x="5216" y="1303"/>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a:t>
              </a:r>
            </a:p>
          </p:txBody>
        </p:sp>
        <p:sp>
          <p:nvSpPr>
            <p:cNvPr id="62529" name="Rectangle 34">
              <a:extLst>
                <a:ext uri="{FF2B5EF4-FFF2-40B4-BE49-F238E27FC236}">
                  <a16:creationId xmlns:a16="http://schemas.microsoft.com/office/drawing/2014/main" id="{92242B1E-040B-4CF4-9296-952D9A96E1FB}"/>
                </a:ext>
              </a:extLst>
            </p:cNvPr>
            <p:cNvSpPr>
              <a:spLocks noChangeArrowheads="1"/>
            </p:cNvSpPr>
            <p:nvPr/>
          </p:nvSpPr>
          <p:spPr bwMode="auto">
            <a:xfrm>
              <a:off x="5216" y="1495"/>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a:t>
              </a:r>
            </a:p>
          </p:txBody>
        </p:sp>
        <p:sp>
          <p:nvSpPr>
            <p:cNvPr id="62530" name="Rectangle 43">
              <a:extLst>
                <a:ext uri="{FF2B5EF4-FFF2-40B4-BE49-F238E27FC236}">
                  <a16:creationId xmlns:a16="http://schemas.microsoft.com/office/drawing/2014/main" id="{0E1BC50D-6394-4259-B971-4E2A3475E4BF}"/>
                </a:ext>
              </a:extLst>
            </p:cNvPr>
            <p:cNvSpPr>
              <a:spLocks noChangeArrowheads="1"/>
            </p:cNvSpPr>
            <p:nvPr/>
          </p:nvSpPr>
          <p:spPr bwMode="auto">
            <a:xfrm>
              <a:off x="5216" y="1687"/>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a:t>
              </a:r>
            </a:p>
          </p:txBody>
        </p:sp>
        <p:sp>
          <p:nvSpPr>
            <p:cNvPr id="62531" name="Rectangle 52">
              <a:extLst>
                <a:ext uri="{FF2B5EF4-FFF2-40B4-BE49-F238E27FC236}">
                  <a16:creationId xmlns:a16="http://schemas.microsoft.com/office/drawing/2014/main" id="{EA3C4BA3-5045-485A-8851-D5F7FEF2CF91}"/>
                </a:ext>
              </a:extLst>
            </p:cNvPr>
            <p:cNvSpPr>
              <a:spLocks noChangeArrowheads="1"/>
            </p:cNvSpPr>
            <p:nvPr/>
          </p:nvSpPr>
          <p:spPr bwMode="auto">
            <a:xfrm>
              <a:off x="5216" y="1879"/>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a:t>
              </a:r>
            </a:p>
          </p:txBody>
        </p:sp>
        <p:sp>
          <p:nvSpPr>
            <p:cNvPr id="62532" name="Rectangle 60">
              <a:extLst>
                <a:ext uri="{FF2B5EF4-FFF2-40B4-BE49-F238E27FC236}">
                  <a16:creationId xmlns:a16="http://schemas.microsoft.com/office/drawing/2014/main" id="{7C65488B-1D7E-44EF-BABF-60ED52D98CC0}"/>
                </a:ext>
              </a:extLst>
            </p:cNvPr>
            <p:cNvSpPr>
              <a:spLocks noChangeArrowheads="1"/>
            </p:cNvSpPr>
            <p:nvPr/>
          </p:nvSpPr>
          <p:spPr bwMode="auto">
            <a:xfrm>
              <a:off x="5216" y="2071"/>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a:t>
              </a:r>
            </a:p>
          </p:txBody>
        </p:sp>
      </p:grpSp>
      <p:sp>
        <p:nvSpPr>
          <p:cNvPr id="62493" name="Line 61">
            <a:extLst>
              <a:ext uri="{FF2B5EF4-FFF2-40B4-BE49-F238E27FC236}">
                <a16:creationId xmlns:a16="http://schemas.microsoft.com/office/drawing/2014/main" id="{E228C47B-D8AD-4673-B99F-B484F6229F2A}"/>
              </a:ext>
            </a:extLst>
          </p:cNvPr>
          <p:cNvSpPr>
            <a:spLocks noChangeShapeType="1"/>
          </p:cNvSpPr>
          <p:nvPr/>
        </p:nvSpPr>
        <p:spPr bwMode="auto">
          <a:xfrm>
            <a:off x="1444228" y="2686050"/>
            <a:ext cx="64341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2494" name="Line 62">
            <a:extLst>
              <a:ext uri="{FF2B5EF4-FFF2-40B4-BE49-F238E27FC236}">
                <a16:creationId xmlns:a16="http://schemas.microsoft.com/office/drawing/2014/main" id="{A5ACD0A7-AC9F-4B04-A035-297AC464FBE6}"/>
              </a:ext>
            </a:extLst>
          </p:cNvPr>
          <p:cNvSpPr>
            <a:spLocks noChangeShapeType="1"/>
          </p:cNvSpPr>
          <p:nvPr/>
        </p:nvSpPr>
        <p:spPr bwMode="auto">
          <a:xfrm>
            <a:off x="1444228" y="2000250"/>
            <a:ext cx="64341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2495" name="Oval 63">
            <a:extLst>
              <a:ext uri="{FF2B5EF4-FFF2-40B4-BE49-F238E27FC236}">
                <a16:creationId xmlns:a16="http://schemas.microsoft.com/office/drawing/2014/main" id="{EE95B777-F99E-49C9-9849-E0501C92A2C5}"/>
              </a:ext>
            </a:extLst>
          </p:cNvPr>
          <p:cNvSpPr>
            <a:spLocks noChangeArrowheads="1"/>
          </p:cNvSpPr>
          <p:nvPr/>
        </p:nvSpPr>
        <p:spPr bwMode="auto">
          <a:xfrm>
            <a:off x="2318148" y="1547813"/>
            <a:ext cx="383381" cy="50482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2496" name="Line 64">
            <a:extLst>
              <a:ext uri="{FF2B5EF4-FFF2-40B4-BE49-F238E27FC236}">
                <a16:creationId xmlns:a16="http://schemas.microsoft.com/office/drawing/2014/main" id="{F5066E9E-20E4-4613-A462-7A24CCA962F2}"/>
              </a:ext>
            </a:extLst>
          </p:cNvPr>
          <p:cNvSpPr>
            <a:spLocks noChangeShapeType="1"/>
          </p:cNvSpPr>
          <p:nvPr/>
        </p:nvSpPr>
        <p:spPr bwMode="auto">
          <a:xfrm>
            <a:off x="1444228" y="2457450"/>
            <a:ext cx="64341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grpSp>
        <p:nvGrpSpPr>
          <p:cNvPr id="62497" name="Group 73">
            <a:extLst>
              <a:ext uri="{FF2B5EF4-FFF2-40B4-BE49-F238E27FC236}">
                <a16:creationId xmlns:a16="http://schemas.microsoft.com/office/drawing/2014/main" id="{1BD82C35-A588-417A-9A4F-0602431365FC}"/>
              </a:ext>
            </a:extLst>
          </p:cNvPr>
          <p:cNvGrpSpPr>
            <a:grpSpLocks/>
          </p:cNvGrpSpPr>
          <p:nvPr/>
        </p:nvGrpSpPr>
        <p:grpSpPr bwMode="auto">
          <a:xfrm>
            <a:off x="4008836" y="1322785"/>
            <a:ext cx="592932" cy="1415653"/>
            <a:chOff x="2217" y="1111"/>
            <a:chExt cx="498" cy="1189"/>
          </a:xfrm>
        </p:grpSpPr>
        <p:sp>
          <p:nvSpPr>
            <p:cNvPr id="62521" name="Rectangle 11">
              <a:extLst>
                <a:ext uri="{FF2B5EF4-FFF2-40B4-BE49-F238E27FC236}">
                  <a16:creationId xmlns:a16="http://schemas.microsoft.com/office/drawing/2014/main" id="{4463E545-91C7-4B0B-A2CC-8543F0B3E9D9}"/>
                </a:ext>
              </a:extLst>
            </p:cNvPr>
            <p:cNvSpPr>
              <a:spLocks noChangeArrowheads="1"/>
            </p:cNvSpPr>
            <p:nvPr/>
          </p:nvSpPr>
          <p:spPr bwMode="auto">
            <a:xfrm>
              <a:off x="2217" y="1111"/>
              <a:ext cx="49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bit&lt;3&gt;</a:t>
              </a:r>
            </a:p>
          </p:txBody>
        </p:sp>
        <p:sp>
          <p:nvSpPr>
            <p:cNvPr id="62522" name="Rectangle 20">
              <a:extLst>
                <a:ext uri="{FF2B5EF4-FFF2-40B4-BE49-F238E27FC236}">
                  <a16:creationId xmlns:a16="http://schemas.microsoft.com/office/drawing/2014/main" id="{497862E3-443F-4D5C-B01E-C990C726257E}"/>
                </a:ext>
              </a:extLst>
            </p:cNvPr>
            <p:cNvSpPr>
              <a:spLocks noChangeArrowheads="1"/>
            </p:cNvSpPr>
            <p:nvPr/>
          </p:nvSpPr>
          <p:spPr bwMode="auto">
            <a:xfrm>
              <a:off x="2418" y="1303"/>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2523" name="Rectangle 30">
              <a:extLst>
                <a:ext uri="{FF2B5EF4-FFF2-40B4-BE49-F238E27FC236}">
                  <a16:creationId xmlns:a16="http://schemas.microsoft.com/office/drawing/2014/main" id="{ED520762-C5C6-42F6-BC67-62C788591D4B}"/>
                </a:ext>
              </a:extLst>
            </p:cNvPr>
            <p:cNvSpPr>
              <a:spLocks noChangeArrowheads="1"/>
            </p:cNvSpPr>
            <p:nvPr/>
          </p:nvSpPr>
          <p:spPr bwMode="auto">
            <a:xfrm>
              <a:off x="2418" y="1495"/>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2524" name="Rectangle 39">
              <a:extLst>
                <a:ext uri="{FF2B5EF4-FFF2-40B4-BE49-F238E27FC236}">
                  <a16:creationId xmlns:a16="http://schemas.microsoft.com/office/drawing/2014/main" id="{EE984B26-675C-4FD2-8A49-CF3F9520EF7D}"/>
                </a:ext>
              </a:extLst>
            </p:cNvPr>
            <p:cNvSpPr>
              <a:spLocks noChangeArrowheads="1"/>
            </p:cNvSpPr>
            <p:nvPr/>
          </p:nvSpPr>
          <p:spPr bwMode="auto">
            <a:xfrm>
              <a:off x="2418" y="1687"/>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0</a:t>
              </a:r>
            </a:p>
          </p:txBody>
        </p:sp>
        <p:sp>
          <p:nvSpPr>
            <p:cNvPr id="62525" name="Rectangle 48">
              <a:extLst>
                <a:ext uri="{FF2B5EF4-FFF2-40B4-BE49-F238E27FC236}">
                  <a16:creationId xmlns:a16="http://schemas.microsoft.com/office/drawing/2014/main" id="{2F164DF5-DD4F-4E83-AD20-DB3A9E15ABB5}"/>
                </a:ext>
              </a:extLst>
            </p:cNvPr>
            <p:cNvSpPr>
              <a:spLocks noChangeArrowheads="1"/>
            </p:cNvSpPr>
            <p:nvPr/>
          </p:nvSpPr>
          <p:spPr bwMode="auto">
            <a:xfrm>
              <a:off x="2418" y="1879"/>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0</a:t>
              </a:r>
            </a:p>
          </p:txBody>
        </p:sp>
        <p:sp>
          <p:nvSpPr>
            <p:cNvPr id="62526" name="Rectangle 56">
              <a:extLst>
                <a:ext uri="{FF2B5EF4-FFF2-40B4-BE49-F238E27FC236}">
                  <a16:creationId xmlns:a16="http://schemas.microsoft.com/office/drawing/2014/main" id="{F5DDC4A2-6330-49DF-A480-4A9844F7DB6F}"/>
                </a:ext>
              </a:extLst>
            </p:cNvPr>
            <p:cNvSpPr>
              <a:spLocks noChangeArrowheads="1"/>
            </p:cNvSpPr>
            <p:nvPr/>
          </p:nvSpPr>
          <p:spPr bwMode="auto">
            <a:xfrm>
              <a:off x="2418" y="2071"/>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a:t>
              </a:r>
            </a:p>
          </p:txBody>
        </p:sp>
        <p:sp>
          <p:nvSpPr>
            <p:cNvPr id="62527" name="Oval 65">
              <a:extLst>
                <a:ext uri="{FF2B5EF4-FFF2-40B4-BE49-F238E27FC236}">
                  <a16:creationId xmlns:a16="http://schemas.microsoft.com/office/drawing/2014/main" id="{B88596A7-C42D-4A44-96C2-A3D2844BD904}"/>
                </a:ext>
              </a:extLst>
            </p:cNvPr>
            <p:cNvSpPr>
              <a:spLocks noChangeArrowheads="1"/>
            </p:cNvSpPr>
            <p:nvPr/>
          </p:nvSpPr>
          <p:spPr bwMode="auto">
            <a:xfrm>
              <a:off x="2370" y="1684"/>
              <a:ext cx="323" cy="61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grpSp>
      <p:grpSp>
        <p:nvGrpSpPr>
          <p:cNvPr id="62498" name="Group 71">
            <a:extLst>
              <a:ext uri="{FF2B5EF4-FFF2-40B4-BE49-F238E27FC236}">
                <a16:creationId xmlns:a16="http://schemas.microsoft.com/office/drawing/2014/main" id="{5096354F-3AA7-4CC2-B7AD-2E96DD9B73F4}"/>
              </a:ext>
            </a:extLst>
          </p:cNvPr>
          <p:cNvGrpSpPr>
            <a:grpSpLocks/>
          </p:cNvGrpSpPr>
          <p:nvPr/>
        </p:nvGrpSpPr>
        <p:grpSpPr bwMode="auto">
          <a:xfrm>
            <a:off x="5176839" y="1322785"/>
            <a:ext cx="592932" cy="1415653"/>
            <a:chOff x="3418" y="1111"/>
            <a:chExt cx="498" cy="1189"/>
          </a:xfrm>
        </p:grpSpPr>
        <p:sp>
          <p:nvSpPr>
            <p:cNvPr id="62514" name="Rectangle 9">
              <a:extLst>
                <a:ext uri="{FF2B5EF4-FFF2-40B4-BE49-F238E27FC236}">
                  <a16:creationId xmlns:a16="http://schemas.microsoft.com/office/drawing/2014/main" id="{5C38C20D-893F-4B3E-A080-435AC8042AC3}"/>
                </a:ext>
              </a:extLst>
            </p:cNvPr>
            <p:cNvSpPr>
              <a:spLocks noChangeArrowheads="1"/>
            </p:cNvSpPr>
            <p:nvPr/>
          </p:nvSpPr>
          <p:spPr bwMode="auto">
            <a:xfrm>
              <a:off x="3418" y="1111"/>
              <a:ext cx="49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bit&lt;1&gt;</a:t>
              </a:r>
            </a:p>
          </p:txBody>
        </p:sp>
        <p:sp>
          <p:nvSpPr>
            <p:cNvPr id="62515" name="Rectangle 22">
              <a:extLst>
                <a:ext uri="{FF2B5EF4-FFF2-40B4-BE49-F238E27FC236}">
                  <a16:creationId xmlns:a16="http://schemas.microsoft.com/office/drawing/2014/main" id="{7641EFBF-D12B-4EB2-93DA-8BD013EA00AA}"/>
                </a:ext>
              </a:extLst>
            </p:cNvPr>
            <p:cNvSpPr>
              <a:spLocks noChangeArrowheads="1"/>
            </p:cNvSpPr>
            <p:nvPr/>
          </p:nvSpPr>
          <p:spPr bwMode="auto">
            <a:xfrm>
              <a:off x="3618" y="1303"/>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2516" name="Rectangle 32">
              <a:extLst>
                <a:ext uri="{FF2B5EF4-FFF2-40B4-BE49-F238E27FC236}">
                  <a16:creationId xmlns:a16="http://schemas.microsoft.com/office/drawing/2014/main" id="{8D4EDCF2-D14C-4722-AB10-AF1642D2175B}"/>
                </a:ext>
              </a:extLst>
            </p:cNvPr>
            <p:cNvSpPr>
              <a:spLocks noChangeArrowheads="1"/>
            </p:cNvSpPr>
            <p:nvPr/>
          </p:nvSpPr>
          <p:spPr bwMode="auto">
            <a:xfrm>
              <a:off x="3618" y="1495"/>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2517" name="Rectangle 41">
              <a:extLst>
                <a:ext uri="{FF2B5EF4-FFF2-40B4-BE49-F238E27FC236}">
                  <a16:creationId xmlns:a16="http://schemas.microsoft.com/office/drawing/2014/main" id="{62573C4D-8638-4DEA-8B42-D442D67326C5}"/>
                </a:ext>
              </a:extLst>
            </p:cNvPr>
            <p:cNvSpPr>
              <a:spLocks noChangeArrowheads="1"/>
            </p:cNvSpPr>
            <p:nvPr/>
          </p:nvSpPr>
          <p:spPr bwMode="auto">
            <a:xfrm>
              <a:off x="3618" y="1687"/>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0</a:t>
              </a:r>
            </a:p>
          </p:txBody>
        </p:sp>
        <p:sp>
          <p:nvSpPr>
            <p:cNvPr id="62518" name="Rectangle 50">
              <a:extLst>
                <a:ext uri="{FF2B5EF4-FFF2-40B4-BE49-F238E27FC236}">
                  <a16:creationId xmlns:a16="http://schemas.microsoft.com/office/drawing/2014/main" id="{A747722D-FA19-438D-9162-776417940184}"/>
                </a:ext>
              </a:extLst>
            </p:cNvPr>
            <p:cNvSpPr>
              <a:spLocks noChangeArrowheads="1"/>
            </p:cNvSpPr>
            <p:nvPr/>
          </p:nvSpPr>
          <p:spPr bwMode="auto">
            <a:xfrm>
              <a:off x="3618" y="1879"/>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a:t>
              </a:r>
            </a:p>
          </p:txBody>
        </p:sp>
        <p:sp>
          <p:nvSpPr>
            <p:cNvPr id="62519" name="Rectangle 58">
              <a:extLst>
                <a:ext uri="{FF2B5EF4-FFF2-40B4-BE49-F238E27FC236}">
                  <a16:creationId xmlns:a16="http://schemas.microsoft.com/office/drawing/2014/main" id="{3FC15402-81CB-49A9-ABB8-BECC4066C346}"/>
                </a:ext>
              </a:extLst>
            </p:cNvPr>
            <p:cNvSpPr>
              <a:spLocks noChangeArrowheads="1"/>
            </p:cNvSpPr>
            <p:nvPr/>
          </p:nvSpPr>
          <p:spPr bwMode="auto">
            <a:xfrm>
              <a:off x="3618" y="2071"/>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a:t>
              </a:r>
            </a:p>
          </p:txBody>
        </p:sp>
        <p:sp>
          <p:nvSpPr>
            <p:cNvPr id="62520" name="Oval 66">
              <a:extLst>
                <a:ext uri="{FF2B5EF4-FFF2-40B4-BE49-F238E27FC236}">
                  <a16:creationId xmlns:a16="http://schemas.microsoft.com/office/drawing/2014/main" id="{DE969180-6758-4C9B-8D9D-8C20C23E0543}"/>
                </a:ext>
              </a:extLst>
            </p:cNvPr>
            <p:cNvSpPr>
              <a:spLocks noChangeArrowheads="1"/>
            </p:cNvSpPr>
            <p:nvPr/>
          </p:nvSpPr>
          <p:spPr bwMode="auto">
            <a:xfrm>
              <a:off x="3571" y="1684"/>
              <a:ext cx="323" cy="61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grpSp>
      <p:sp>
        <p:nvSpPr>
          <p:cNvPr id="62499" name="Rectangle 67">
            <a:extLst>
              <a:ext uri="{FF2B5EF4-FFF2-40B4-BE49-F238E27FC236}">
                <a16:creationId xmlns:a16="http://schemas.microsoft.com/office/drawing/2014/main" id="{DE5EA545-F412-4B87-A415-FFE19A272D94}"/>
              </a:ext>
            </a:extLst>
          </p:cNvPr>
          <p:cNvSpPr>
            <a:spLocks noGrp="1" noChangeArrowheads="1"/>
          </p:cNvSpPr>
          <p:nvPr>
            <p:ph type="title"/>
          </p:nvPr>
        </p:nvSpPr>
        <p:spPr>
          <a:xfrm>
            <a:off x="960505" y="44054"/>
            <a:ext cx="6769034" cy="676275"/>
          </a:xfrm>
        </p:spPr>
        <p:txBody>
          <a:bodyPr/>
          <a:lstStyle/>
          <a:p>
            <a:r>
              <a:rPr lang="en-US" altLang="zh-TW" dirty="0"/>
              <a:t>Logic Equation for ALUctr1</a:t>
            </a:r>
          </a:p>
        </p:txBody>
      </p:sp>
      <p:sp>
        <p:nvSpPr>
          <p:cNvPr id="62500" name="Rectangle 75">
            <a:extLst>
              <a:ext uri="{FF2B5EF4-FFF2-40B4-BE49-F238E27FC236}">
                <a16:creationId xmlns:a16="http://schemas.microsoft.com/office/drawing/2014/main" id="{94099B16-A449-46CE-A03D-AEBD01D7187F}"/>
              </a:ext>
            </a:extLst>
          </p:cNvPr>
          <p:cNvSpPr>
            <a:spLocks noChangeArrowheads="1"/>
          </p:cNvSpPr>
          <p:nvPr/>
        </p:nvSpPr>
        <p:spPr bwMode="auto">
          <a:xfrm>
            <a:off x="3494485" y="1318023"/>
            <a:ext cx="59311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bit&lt;4&gt;</a:t>
            </a:r>
          </a:p>
        </p:txBody>
      </p:sp>
      <p:sp>
        <p:nvSpPr>
          <p:cNvPr id="62501" name="Rectangle 76">
            <a:extLst>
              <a:ext uri="{FF2B5EF4-FFF2-40B4-BE49-F238E27FC236}">
                <a16:creationId xmlns:a16="http://schemas.microsoft.com/office/drawing/2014/main" id="{99D80F2D-D68A-4FFE-9362-20C227F035C6}"/>
              </a:ext>
            </a:extLst>
          </p:cNvPr>
          <p:cNvSpPr>
            <a:spLocks noChangeArrowheads="1"/>
          </p:cNvSpPr>
          <p:nvPr/>
        </p:nvSpPr>
        <p:spPr bwMode="auto">
          <a:xfrm>
            <a:off x="3732610" y="1546623"/>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2502" name="Rectangle 77">
            <a:extLst>
              <a:ext uri="{FF2B5EF4-FFF2-40B4-BE49-F238E27FC236}">
                <a16:creationId xmlns:a16="http://schemas.microsoft.com/office/drawing/2014/main" id="{A4856C97-E2A8-45FA-93BC-DB9B8844CD7E}"/>
              </a:ext>
            </a:extLst>
          </p:cNvPr>
          <p:cNvSpPr>
            <a:spLocks noChangeArrowheads="1"/>
          </p:cNvSpPr>
          <p:nvPr/>
        </p:nvSpPr>
        <p:spPr bwMode="auto">
          <a:xfrm>
            <a:off x="3732610" y="1775223"/>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2503" name="Rectangle 78">
            <a:extLst>
              <a:ext uri="{FF2B5EF4-FFF2-40B4-BE49-F238E27FC236}">
                <a16:creationId xmlns:a16="http://schemas.microsoft.com/office/drawing/2014/main" id="{38926218-85A4-4C7D-997E-DBF2128E20B9}"/>
              </a:ext>
            </a:extLst>
          </p:cNvPr>
          <p:cNvSpPr>
            <a:spLocks noChangeArrowheads="1"/>
          </p:cNvSpPr>
          <p:nvPr/>
        </p:nvSpPr>
        <p:spPr bwMode="auto">
          <a:xfrm>
            <a:off x="3732610" y="2003823"/>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2504" name="Rectangle 79">
            <a:extLst>
              <a:ext uri="{FF2B5EF4-FFF2-40B4-BE49-F238E27FC236}">
                <a16:creationId xmlns:a16="http://schemas.microsoft.com/office/drawing/2014/main" id="{B814A1C2-C8D6-4749-B2AA-F0218C5101D2}"/>
              </a:ext>
            </a:extLst>
          </p:cNvPr>
          <p:cNvSpPr>
            <a:spLocks noChangeArrowheads="1"/>
          </p:cNvSpPr>
          <p:nvPr/>
        </p:nvSpPr>
        <p:spPr bwMode="auto">
          <a:xfrm>
            <a:off x="3732610" y="2232423"/>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2505" name="Rectangle 80">
            <a:extLst>
              <a:ext uri="{FF2B5EF4-FFF2-40B4-BE49-F238E27FC236}">
                <a16:creationId xmlns:a16="http://schemas.microsoft.com/office/drawing/2014/main" id="{46D9E331-9919-4CE8-B606-7270672D28F8}"/>
              </a:ext>
            </a:extLst>
          </p:cNvPr>
          <p:cNvSpPr>
            <a:spLocks noChangeArrowheads="1"/>
          </p:cNvSpPr>
          <p:nvPr/>
        </p:nvSpPr>
        <p:spPr bwMode="auto">
          <a:xfrm>
            <a:off x="3732610" y="2461023"/>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grpSp>
        <p:nvGrpSpPr>
          <p:cNvPr id="62506" name="Group 81">
            <a:extLst>
              <a:ext uri="{FF2B5EF4-FFF2-40B4-BE49-F238E27FC236}">
                <a16:creationId xmlns:a16="http://schemas.microsoft.com/office/drawing/2014/main" id="{75DBCA72-1B8F-4230-AC5A-A3F8FB86A943}"/>
              </a:ext>
            </a:extLst>
          </p:cNvPr>
          <p:cNvGrpSpPr>
            <a:grpSpLocks/>
          </p:cNvGrpSpPr>
          <p:nvPr/>
        </p:nvGrpSpPr>
        <p:grpSpPr bwMode="auto">
          <a:xfrm>
            <a:off x="2930130" y="1325166"/>
            <a:ext cx="592931" cy="1397794"/>
            <a:chOff x="4019" y="1111"/>
            <a:chExt cx="498" cy="1174"/>
          </a:xfrm>
        </p:grpSpPr>
        <p:sp>
          <p:nvSpPr>
            <p:cNvPr id="62508" name="Rectangle 82">
              <a:extLst>
                <a:ext uri="{FF2B5EF4-FFF2-40B4-BE49-F238E27FC236}">
                  <a16:creationId xmlns:a16="http://schemas.microsoft.com/office/drawing/2014/main" id="{C2F2B78D-0A6F-4E47-AC9E-EB255836F67F}"/>
                </a:ext>
              </a:extLst>
            </p:cNvPr>
            <p:cNvSpPr>
              <a:spLocks noChangeArrowheads="1"/>
            </p:cNvSpPr>
            <p:nvPr/>
          </p:nvSpPr>
          <p:spPr bwMode="auto">
            <a:xfrm>
              <a:off x="4019" y="1111"/>
              <a:ext cx="49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bit&lt;5&gt;</a:t>
              </a:r>
            </a:p>
          </p:txBody>
        </p:sp>
        <p:sp>
          <p:nvSpPr>
            <p:cNvPr id="62509" name="Rectangle 83">
              <a:extLst>
                <a:ext uri="{FF2B5EF4-FFF2-40B4-BE49-F238E27FC236}">
                  <a16:creationId xmlns:a16="http://schemas.microsoft.com/office/drawing/2014/main" id="{80F5E5FB-4EBF-4957-AF00-4DCCBC9E85AF}"/>
                </a:ext>
              </a:extLst>
            </p:cNvPr>
            <p:cNvSpPr>
              <a:spLocks noChangeArrowheads="1"/>
            </p:cNvSpPr>
            <p:nvPr/>
          </p:nvSpPr>
          <p:spPr bwMode="auto">
            <a:xfrm>
              <a:off x="4219" y="1303"/>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2510" name="Rectangle 84">
              <a:extLst>
                <a:ext uri="{FF2B5EF4-FFF2-40B4-BE49-F238E27FC236}">
                  <a16:creationId xmlns:a16="http://schemas.microsoft.com/office/drawing/2014/main" id="{DA03C1D2-092C-47C8-A8DA-04CB4CE154D4}"/>
                </a:ext>
              </a:extLst>
            </p:cNvPr>
            <p:cNvSpPr>
              <a:spLocks noChangeArrowheads="1"/>
            </p:cNvSpPr>
            <p:nvPr/>
          </p:nvSpPr>
          <p:spPr bwMode="auto">
            <a:xfrm>
              <a:off x="4219" y="1495"/>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2511" name="Rectangle 85">
              <a:extLst>
                <a:ext uri="{FF2B5EF4-FFF2-40B4-BE49-F238E27FC236}">
                  <a16:creationId xmlns:a16="http://schemas.microsoft.com/office/drawing/2014/main" id="{7C66DCEA-2A6E-4EFC-9030-47ACE62051D4}"/>
                </a:ext>
              </a:extLst>
            </p:cNvPr>
            <p:cNvSpPr>
              <a:spLocks noChangeArrowheads="1"/>
            </p:cNvSpPr>
            <p:nvPr/>
          </p:nvSpPr>
          <p:spPr bwMode="auto">
            <a:xfrm>
              <a:off x="4219" y="1687"/>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2512" name="Rectangle 86">
              <a:extLst>
                <a:ext uri="{FF2B5EF4-FFF2-40B4-BE49-F238E27FC236}">
                  <a16:creationId xmlns:a16="http://schemas.microsoft.com/office/drawing/2014/main" id="{B8D3BF4B-AD60-4720-99D0-215BDEA138C2}"/>
                </a:ext>
              </a:extLst>
            </p:cNvPr>
            <p:cNvSpPr>
              <a:spLocks noChangeArrowheads="1"/>
            </p:cNvSpPr>
            <p:nvPr/>
          </p:nvSpPr>
          <p:spPr bwMode="auto">
            <a:xfrm>
              <a:off x="4219" y="1879"/>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2513" name="Rectangle 87">
              <a:extLst>
                <a:ext uri="{FF2B5EF4-FFF2-40B4-BE49-F238E27FC236}">
                  <a16:creationId xmlns:a16="http://schemas.microsoft.com/office/drawing/2014/main" id="{2DF4583E-7968-4120-A0DE-97224BD9F071}"/>
                </a:ext>
              </a:extLst>
            </p:cNvPr>
            <p:cNvSpPr>
              <a:spLocks noChangeArrowheads="1"/>
            </p:cNvSpPr>
            <p:nvPr/>
          </p:nvSpPr>
          <p:spPr bwMode="auto">
            <a:xfrm>
              <a:off x="4219" y="2071"/>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grpSp>
      <p:sp>
        <p:nvSpPr>
          <p:cNvPr id="81" name="灯片编号占位符 5">
            <a:extLst>
              <a:ext uri="{FF2B5EF4-FFF2-40B4-BE49-F238E27FC236}">
                <a16:creationId xmlns:a16="http://schemas.microsoft.com/office/drawing/2014/main" id="{A3291EEB-BB42-442B-87CB-54A4807B3E51}"/>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55</a:t>
            </a:fld>
            <a:endParaRPr lang="zh-TW"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3B7AAE49-1275-4E71-B3F8-033B3146B448}"/>
              </a:ext>
            </a:extLst>
          </p:cNvPr>
          <p:cNvSpPr>
            <a:spLocks noGrp="1" noChangeArrowheads="1"/>
          </p:cNvSpPr>
          <p:nvPr>
            <p:ph type="body" idx="1"/>
          </p:nvPr>
        </p:nvSpPr>
        <p:spPr>
          <a:xfrm>
            <a:off x="1473994" y="2769394"/>
            <a:ext cx="6315075" cy="1026519"/>
          </a:xfrm>
        </p:spPr>
        <p:txBody>
          <a:bodyPr/>
          <a:lstStyle/>
          <a:p>
            <a:pPr marL="214313" indent="-214313">
              <a:buNone/>
            </a:pPr>
            <a:r>
              <a:rPr lang="en-US" altLang="zh-TW" dirty="0"/>
              <a:t>ALUctr0  =  </a:t>
            </a:r>
            <a:r>
              <a:rPr lang="en-US" altLang="zh-TW" sz="2100" dirty="0"/>
              <a:t>ALUop1‧func3’‧func2‧func1’‧func0</a:t>
            </a:r>
            <a:br>
              <a:rPr lang="en-US" altLang="zh-TW" sz="2100" dirty="0"/>
            </a:br>
            <a:r>
              <a:rPr lang="en-US" altLang="zh-TW" sz="2100" dirty="0"/>
              <a:t>+ ALUop1‧func3‧func2’‧func1‧func0’</a:t>
            </a:r>
          </a:p>
          <a:p>
            <a:pPr marL="214313" indent="-214313"/>
            <a:endParaRPr lang="en-US" altLang="zh-TW" dirty="0"/>
          </a:p>
        </p:txBody>
      </p:sp>
      <p:sp>
        <p:nvSpPr>
          <p:cNvPr id="63491" name="Rectangle 3">
            <a:extLst>
              <a:ext uri="{FF2B5EF4-FFF2-40B4-BE49-F238E27FC236}">
                <a16:creationId xmlns:a16="http://schemas.microsoft.com/office/drawing/2014/main" id="{6C1E90FD-9C62-4CCD-9E14-55F46A94CDE0}"/>
              </a:ext>
            </a:extLst>
          </p:cNvPr>
          <p:cNvSpPr>
            <a:spLocks noChangeArrowheads="1"/>
          </p:cNvSpPr>
          <p:nvPr/>
        </p:nvSpPr>
        <p:spPr bwMode="auto">
          <a:xfrm>
            <a:off x="2001897" y="1203723"/>
            <a:ext cx="644407"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ALUop</a:t>
            </a:r>
          </a:p>
        </p:txBody>
      </p:sp>
      <p:sp>
        <p:nvSpPr>
          <p:cNvPr id="63492" name="Rectangle 4">
            <a:extLst>
              <a:ext uri="{FF2B5EF4-FFF2-40B4-BE49-F238E27FC236}">
                <a16:creationId xmlns:a16="http://schemas.microsoft.com/office/drawing/2014/main" id="{26C79445-1787-415F-89F1-3B59D285D22C}"/>
              </a:ext>
            </a:extLst>
          </p:cNvPr>
          <p:cNvSpPr>
            <a:spLocks noChangeArrowheads="1"/>
          </p:cNvSpPr>
          <p:nvPr/>
        </p:nvSpPr>
        <p:spPr bwMode="auto">
          <a:xfrm>
            <a:off x="4439841" y="1203723"/>
            <a:ext cx="46487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func</a:t>
            </a:r>
          </a:p>
        </p:txBody>
      </p:sp>
      <p:sp>
        <p:nvSpPr>
          <p:cNvPr id="63493" name="Rectangle 5">
            <a:extLst>
              <a:ext uri="{FF2B5EF4-FFF2-40B4-BE49-F238E27FC236}">
                <a16:creationId xmlns:a16="http://schemas.microsoft.com/office/drawing/2014/main" id="{D47785B5-0CBD-4A3B-B58B-2C5D31BF71AF}"/>
              </a:ext>
            </a:extLst>
          </p:cNvPr>
          <p:cNvSpPr>
            <a:spLocks noChangeArrowheads="1"/>
          </p:cNvSpPr>
          <p:nvPr/>
        </p:nvSpPr>
        <p:spPr bwMode="auto">
          <a:xfrm>
            <a:off x="1559719" y="1432323"/>
            <a:ext cx="59311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bit&lt;1&gt;</a:t>
            </a:r>
          </a:p>
        </p:txBody>
      </p:sp>
      <p:sp>
        <p:nvSpPr>
          <p:cNvPr id="63494" name="Rectangle 6">
            <a:extLst>
              <a:ext uri="{FF2B5EF4-FFF2-40B4-BE49-F238E27FC236}">
                <a16:creationId xmlns:a16="http://schemas.microsoft.com/office/drawing/2014/main" id="{9352AE4E-0FF8-45EF-9E19-F1B0A8D083F2}"/>
              </a:ext>
            </a:extLst>
          </p:cNvPr>
          <p:cNvSpPr>
            <a:spLocks noChangeArrowheads="1"/>
          </p:cNvSpPr>
          <p:nvPr/>
        </p:nvSpPr>
        <p:spPr bwMode="auto">
          <a:xfrm>
            <a:off x="2264569" y="1432323"/>
            <a:ext cx="59311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bit&lt;0&gt;</a:t>
            </a:r>
          </a:p>
        </p:txBody>
      </p:sp>
      <p:sp>
        <p:nvSpPr>
          <p:cNvPr id="63495" name="Line 12">
            <a:extLst>
              <a:ext uri="{FF2B5EF4-FFF2-40B4-BE49-F238E27FC236}">
                <a16:creationId xmlns:a16="http://schemas.microsoft.com/office/drawing/2014/main" id="{AFFC1FD1-1AAE-4350-BA10-DE9CEA7D4424}"/>
              </a:ext>
            </a:extLst>
          </p:cNvPr>
          <p:cNvSpPr>
            <a:spLocks noChangeShapeType="1"/>
          </p:cNvSpPr>
          <p:nvPr/>
        </p:nvSpPr>
        <p:spPr bwMode="auto">
          <a:xfrm>
            <a:off x="2908697" y="1195388"/>
            <a:ext cx="0" cy="9144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3496" name="Line 13">
            <a:extLst>
              <a:ext uri="{FF2B5EF4-FFF2-40B4-BE49-F238E27FC236}">
                <a16:creationId xmlns:a16="http://schemas.microsoft.com/office/drawing/2014/main" id="{D17A6FF2-FC5D-4080-9131-FF966DAF71E5}"/>
              </a:ext>
            </a:extLst>
          </p:cNvPr>
          <p:cNvSpPr>
            <a:spLocks noChangeShapeType="1"/>
          </p:cNvSpPr>
          <p:nvPr/>
        </p:nvSpPr>
        <p:spPr bwMode="auto">
          <a:xfrm>
            <a:off x="1576387" y="1195388"/>
            <a:ext cx="6340079"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3497" name="Line 14">
            <a:extLst>
              <a:ext uri="{FF2B5EF4-FFF2-40B4-BE49-F238E27FC236}">
                <a16:creationId xmlns:a16="http://schemas.microsoft.com/office/drawing/2014/main" id="{ED959FFD-865C-4E08-8588-C2D935F2C3BE}"/>
              </a:ext>
            </a:extLst>
          </p:cNvPr>
          <p:cNvSpPr>
            <a:spLocks noChangeShapeType="1"/>
          </p:cNvSpPr>
          <p:nvPr/>
        </p:nvSpPr>
        <p:spPr bwMode="auto">
          <a:xfrm>
            <a:off x="1576388" y="1195388"/>
            <a:ext cx="0" cy="9144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3498" name="Line 15">
            <a:extLst>
              <a:ext uri="{FF2B5EF4-FFF2-40B4-BE49-F238E27FC236}">
                <a16:creationId xmlns:a16="http://schemas.microsoft.com/office/drawing/2014/main" id="{7EDD021B-1F9E-4888-AFAD-A969A295F388}"/>
              </a:ext>
            </a:extLst>
          </p:cNvPr>
          <p:cNvSpPr>
            <a:spLocks noChangeShapeType="1"/>
          </p:cNvSpPr>
          <p:nvPr/>
        </p:nvSpPr>
        <p:spPr bwMode="auto">
          <a:xfrm>
            <a:off x="6742510" y="1195388"/>
            <a:ext cx="0" cy="9144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3499" name="Rectangle 16">
            <a:extLst>
              <a:ext uri="{FF2B5EF4-FFF2-40B4-BE49-F238E27FC236}">
                <a16:creationId xmlns:a16="http://schemas.microsoft.com/office/drawing/2014/main" id="{55244546-F4D9-486E-993C-89C7A28A02B4}"/>
              </a:ext>
            </a:extLst>
          </p:cNvPr>
          <p:cNvSpPr>
            <a:spLocks noChangeArrowheads="1"/>
          </p:cNvSpPr>
          <p:nvPr/>
        </p:nvSpPr>
        <p:spPr bwMode="auto">
          <a:xfrm>
            <a:off x="6725841" y="1432323"/>
            <a:ext cx="915314"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ALUctr&lt;0&gt;</a:t>
            </a:r>
          </a:p>
        </p:txBody>
      </p:sp>
      <p:sp>
        <p:nvSpPr>
          <p:cNvPr id="63500" name="Line 17">
            <a:extLst>
              <a:ext uri="{FF2B5EF4-FFF2-40B4-BE49-F238E27FC236}">
                <a16:creationId xmlns:a16="http://schemas.microsoft.com/office/drawing/2014/main" id="{5B632D2B-D52B-4E82-BE38-A0A46EE6C949}"/>
              </a:ext>
            </a:extLst>
          </p:cNvPr>
          <p:cNvSpPr>
            <a:spLocks noChangeShapeType="1"/>
          </p:cNvSpPr>
          <p:nvPr/>
        </p:nvSpPr>
        <p:spPr bwMode="auto">
          <a:xfrm>
            <a:off x="7916466" y="1195388"/>
            <a:ext cx="0" cy="9144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3501" name="Line 18">
            <a:extLst>
              <a:ext uri="{FF2B5EF4-FFF2-40B4-BE49-F238E27FC236}">
                <a16:creationId xmlns:a16="http://schemas.microsoft.com/office/drawing/2014/main" id="{B65BA41F-A83D-413D-8A1C-6DBF6A3FA979}"/>
              </a:ext>
            </a:extLst>
          </p:cNvPr>
          <p:cNvSpPr>
            <a:spLocks noChangeShapeType="1"/>
          </p:cNvSpPr>
          <p:nvPr/>
        </p:nvSpPr>
        <p:spPr bwMode="auto">
          <a:xfrm>
            <a:off x="1576387" y="1881188"/>
            <a:ext cx="6340079"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3502" name="Rectangle 19">
            <a:extLst>
              <a:ext uri="{FF2B5EF4-FFF2-40B4-BE49-F238E27FC236}">
                <a16:creationId xmlns:a16="http://schemas.microsoft.com/office/drawing/2014/main" id="{328EBDF9-802B-49A0-A583-D575386E718A}"/>
              </a:ext>
            </a:extLst>
          </p:cNvPr>
          <p:cNvSpPr>
            <a:spLocks noChangeArrowheads="1"/>
          </p:cNvSpPr>
          <p:nvPr/>
        </p:nvSpPr>
        <p:spPr bwMode="auto">
          <a:xfrm>
            <a:off x="1794272" y="1628775"/>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a:t>
            </a:r>
          </a:p>
        </p:txBody>
      </p:sp>
      <p:sp>
        <p:nvSpPr>
          <p:cNvPr id="63503" name="Rectangle 20">
            <a:extLst>
              <a:ext uri="{FF2B5EF4-FFF2-40B4-BE49-F238E27FC236}">
                <a16:creationId xmlns:a16="http://schemas.microsoft.com/office/drawing/2014/main" id="{98930132-0BFA-4C2F-8048-2A912BBF5BE0}"/>
              </a:ext>
            </a:extLst>
          </p:cNvPr>
          <p:cNvSpPr>
            <a:spLocks noChangeArrowheads="1"/>
          </p:cNvSpPr>
          <p:nvPr/>
        </p:nvSpPr>
        <p:spPr bwMode="auto">
          <a:xfrm>
            <a:off x="2499122" y="1628775"/>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3504" name="Rectangle 26">
            <a:extLst>
              <a:ext uri="{FF2B5EF4-FFF2-40B4-BE49-F238E27FC236}">
                <a16:creationId xmlns:a16="http://schemas.microsoft.com/office/drawing/2014/main" id="{9E9F24FD-DBF2-4670-AA3E-1A5387A57262}"/>
              </a:ext>
            </a:extLst>
          </p:cNvPr>
          <p:cNvSpPr>
            <a:spLocks noChangeArrowheads="1"/>
          </p:cNvSpPr>
          <p:nvPr/>
        </p:nvSpPr>
        <p:spPr bwMode="auto">
          <a:xfrm>
            <a:off x="7117556" y="1628775"/>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a:t>
            </a:r>
          </a:p>
        </p:txBody>
      </p:sp>
      <p:sp>
        <p:nvSpPr>
          <p:cNvPr id="63505" name="Line 27">
            <a:extLst>
              <a:ext uri="{FF2B5EF4-FFF2-40B4-BE49-F238E27FC236}">
                <a16:creationId xmlns:a16="http://schemas.microsoft.com/office/drawing/2014/main" id="{EA67A8EF-FDBC-43F6-A03E-1696FF98818D}"/>
              </a:ext>
            </a:extLst>
          </p:cNvPr>
          <p:cNvSpPr>
            <a:spLocks noChangeShapeType="1"/>
          </p:cNvSpPr>
          <p:nvPr/>
        </p:nvSpPr>
        <p:spPr bwMode="auto">
          <a:xfrm>
            <a:off x="1576387" y="2109788"/>
            <a:ext cx="6340079"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3506" name="Rectangle 28">
            <a:extLst>
              <a:ext uri="{FF2B5EF4-FFF2-40B4-BE49-F238E27FC236}">
                <a16:creationId xmlns:a16="http://schemas.microsoft.com/office/drawing/2014/main" id="{8D8D3055-0334-49D5-8643-ADC15E3B537A}"/>
              </a:ext>
            </a:extLst>
          </p:cNvPr>
          <p:cNvSpPr>
            <a:spLocks noChangeArrowheads="1"/>
          </p:cNvSpPr>
          <p:nvPr/>
        </p:nvSpPr>
        <p:spPr bwMode="auto">
          <a:xfrm>
            <a:off x="1794272" y="1857375"/>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a:t>
            </a:r>
          </a:p>
        </p:txBody>
      </p:sp>
      <p:sp>
        <p:nvSpPr>
          <p:cNvPr id="63507" name="Rectangle 29">
            <a:extLst>
              <a:ext uri="{FF2B5EF4-FFF2-40B4-BE49-F238E27FC236}">
                <a16:creationId xmlns:a16="http://schemas.microsoft.com/office/drawing/2014/main" id="{C94BFEBD-2114-4E88-A059-A818B75E8188}"/>
              </a:ext>
            </a:extLst>
          </p:cNvPr>
          <p:cNvSpPr>
            <a:spLocks noChangeArrowheads="1"/>
          </p:cNvSpPr>
          <p:nvPr/>
        </p:nvSpPr>
        <p:spPr bwMode="auto">
          <a:xfrm>
            <a:off x="2499122" y="1857375"/>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grpSp>
        <p:nvGrpSpPr>
          <p:cNvPr id="63508" name="Group 43">
            <a:extLst>
              <a:ext uri="{FF2B5EF4-FFF2-40B4-BE49-F238E27FC236}">
                <a16:creationId xmlns:a16="http://schemas.microsoft.com/office/drawing/2014/main" id="{286F4FFF-1B6C-4A5C-8C1D-582248F04E26}"/>
              </a:ext>
            </a:extLst>
          </p:cNvPr>
          <p:cNvGrpSpPr>
            <a:grpSpLocks/>
          </p:cNvGrpSpPr>
          <p:nvPr/>
        </p:nvGrpSpPr>
        <p:grpSpPr bwMode="auto">
          <a:xfrm>
            <a:off x="4306488" y="1432322"/>
            <a:ext cx="592931" cy="679847"/>
            <a:chOff x="2337" y="1203"/>
            <a:chExt cx="498" cy="571"/>
          </a:xfrm>
        </p:grpSpPr>
        <p:sp>
          <p:nvSpPr>
            <p:cNvPr id="63533" name="Rectangle 11">
              <a:extLst>
                <a:ext uri="{FF2B5EF4-FFF2-40B4-BE49-F238E27FC236}">
                  <a16:creationId xmlns:a16="http://schemas.microsoft.com/office/drawing/2014/main" id="{4B7854F3-A034-4FD8-8D1C-5B021F1A79FB}"/>
                </a:ext>
              </a:extLst>
            </p:cNvPr>
            <p:cNvSpPr>
              <a:spLocks noChangeArrowheads="1"/>
            </p:cNvSpPr>
            <p:nvPr/>
          </p:nvSpPr>
          <p:spPr bwMode="auto">
            <a:xfrm>
              <a:off x="2337" y="1203"/>
              <a:ext cx="49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bit&lt;3&gt;</a:t>
              </a:r>
            </a:p>
          </p:txBody>
        </p:sp>
        <p:sp>
          <p:nvSpPr>
            <p:cNvPr id="63534" name="Rectangle 22">
              <a:extLst>
                <a:ext uri="{FF2B5EF4-FFF2-40B4-BE49-F238E27FC236}">
                  <a16:creationId xmlns:a16="http://schemas.microsoft.com/office/drawing/2014/main" id="{DD69F51F-CBCC-4634-846D-553FDE5ED72A}"/>
                </a:ext>
              </a:extLst>
            </p:cNvPr>
            <p:cNvSpPr>
              <a:spLocks noChangeArrowheads="1"/>
            </p:cNvSpPr>
            <p:nvPr/>
          </p:nvSpPr>
          <p:spPr bwMode="auto">
            <a:xfrm>
              <a:off x="2534" y="1368"/>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0</a:t>
              </a:r>
            </a:p>
          </p:txBody>
        </p:sp>
        <p:sp>
          <p:nvSpPr>
            <p:cNvPr id="63535" name="Rectangle 31">
              <a:extLst>
                <a:ext uri="{FF2B5EF4-FFF2-40B4-BE49-F238E27FC236}">
                  <a16:creationId xmlns:a16="http://schemas.microsoft.com/office/drawing/2014/main" id="{ED60FC89-2FED-49A7-80BB-9C47DF859B67}"/>
                </a:ext>
              </a:extLst>
            </p:cNvPr>
            <p:cNvSpPr>
              <a:spLocks noChangeArrowheads="1"/>
            </p:cNvSpPr>
            <p:nvPr/>
          </p:nvSpPr>
          <p:spPr bwMode="auto">
            <a:xfrm>
              <a:off x="2534" y="1560"/>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a:t>
              </a:r>
            </a:p>
          </p:txBody>
        </p:sp>
      </p:grpSp>
      <p:grpSp>
        <p:nvGrpSpPr>
          <p:cNvPr id="63509" name="Group 42">
            <a:extLst>
              <a:ext uri="{FF2B5EF4-FFF2-40B4-BE49-F238E27FC236}">
                <a16:creationId xmlns:a16="http://schemas.microsoft.com/office/drawing/2014/main" id="{0C175381-DE55-46BD-8D3E-152ECF6A5863}"/>
              </a:ext>
            </a:extLst>
          </p:cNvPr>
          <p:cNvGrpSpPr>
            <a:grpSpLocks/>
          </p:cNvGrpSpPr>
          <p:nvPr/>
        </p:nvGrpSpPr>
        <p:grpSpPr bwMode="auto">
          <a:xfrm>
            <a:off x="4892280" y="1432322"/>
            <a:ext cx="592931" cy="679847"/>
            <a:chOff x="2929" y="1203"/>
            <a:chExt cx="498" cy="571"/>
          </a:xfrm>
        </p:grpSpPr>
        <p:sp>
          <p:nvSpPr>
            <p:cNvPr id="63530" name="Rectangle 8">
              <a:extLst>
                <a:ext uri="{FF2B5EF4-FFF2-40B4-BE49-F238E27FC236}">
                  <a16:creationId xmlns:a16="http://schemas.microsoft.com/office/drawing/2014/main" id="{7295DC99-02E9-4851-9B67-01B8262AE75B}"/>
                </a:ext>
              </a:extLst>
            </p:cNvPr>
            <p:cNvSpPr>
              <a:spLocks noChangeArrowheads="1"/>
            </p:cNvSpPr>
            <p:nvPr/>
          </p:nvSpPr>
          <p:spPr bwMode="auto">
            <a:xfrm>
              <a:off x="2929" y="1203"/>
              <a:ext cx="49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bit&lt;2&gt;</a:t>
              </a:r>
            </a:p>
          </p:txBody>
        </p:sp>
        <p:sp>
          <p:nvSpPr>
            <p:cNvPr id="63531" name="Rectangle 23">
              <a:extLst>
                <a:ext uri="{FF2B5EF4-FFF2-40B4-BE49-F238E27FC236}">
                  <a16:creationId xmlns:a16="http://schemas.microsoft.com/office/drawing/2014/main" id="{9CA7B369-4CBB-429F-9C11-1699A5342A7B}"/>
                </a:ext>
              </a:extLst>
            </p:cNvPr>
            <p:cNvSpPr>
              <a:spLocks noChangeArrowheads="1"/>
            </p:cNvSpPr>
            <p:nvPr/>
          </p:nvSpPr>
          <p:spPr bwMode="auto">
            <a:xfrm>
              <a:off x="3126" y="1368"/>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a:t>
              </a:r>
            </a:p>
          </p:txBody>
        </p:sp>
        <p:sp>
          <p:nvSpPr>
            <p:cNvPr id="63532" name="Rectangle 32">
              <a:extLst>
                <a:ext uri="{FF2B5EF4-FFF2-40B4-BE49-F238E27FC236}">
                  <a16:creationId xmlns:a16="http://schemas.microsoft.com/office/drawing/2014/main" id="{5E4C9115-4C3A-4279-B672-7C7F34CC7473}"/>
                </a:ext>
              </a:extLst>
            </p:cNvPr>
            <p:cNvSpPr>
              <a:spLocks noChangeArrowheads="1"/>
            </p:cNvSpPr>
            <p:nvPr/>
          </p:nvSpPr>
          <p:spPr bwMode="auto">
            <a:xfrm>
              <a:off x="3126" y="1560"/>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0</a:t>
              </a:r>
            </a:p>
          </p:txBody>
        </p:sp>
      </p:grpSp>
      <p:grpSp>
        <p:nvGrpSpPr>
          <p:cNvPr id="63510" name="Group 41">
            <a:extLst>
              <a:ext uri="{FF2B5EF4-FFF2-40B4-BE49-F238E27FC236}">
                <a16:creationId xmlns:a16="http://schemas.microsoft.com/office/drawing/2014/main" id="{E9809B32-15B8-4E39-B4CB-CA4C49335571}"/>
              </a:ext>
            </a:extLst>
          </p:cNvPr>
          <p:cNvGrpSpPr>
            <a:grpSpLocks/>
          </p:cNvGrpSpPr>
          <p:nvPr/>
        </p:nvGrpSpPr>
        <p:grpSpPr bwMode="auto">
          <a:xfrm>
            <a:off x="5478067" y="1432322"/>
            <a:ext cx="592931" cy="679847"/>
            <a:chOff x="3521" y="1203"/>
            <a:chExt cx="498" cy="571"/>
          </a:xfrm>
        </p:grpSpPr>
        <p:sp>
          <p:nvSpPr>
            <p:cNvPr id="63527" name="Rectangle 9">
              <a:extLst>
                <a:ext uri="{FF2B5EF4-FFF2-40B4-BE49-F238E27FC236}">
                  <a16:creationId xmlns:a16="http://schemas.microsoft.com/office/drawing/2014/main" id="{8FD5FE11-8FFC-431E-BE3B-9FC78994507E}"/>
                </a:ext>
              </a:extLst>
            </p:cNvPr>
            <p:cNvSpPr>
              <a:spLocks noChangeArrowheads="1"/>
            </p:cNvSpPr>
            <p:nvPr/>
          </p:nvSpPr>
          <p:spPr bwMode="auto">
            <a:xfrm>
              <a:off x="3521" y="1203"/>
              <a:ext cx="49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bit&lt;1&gt;</a:t>
              </a:r>
            </a:p>
          </p:txBody>
        </p:sp>
        <p:sp>
          <p:nvSpPr>
            <p:cNvPr id="63528" name="Rectangle 24">
              <a:extLst>
                <a:ext uri="{FF2B5EF4-FFF2-40B4-BE49-F238E27FC236}">
                  <a16:creationId xmlns:a16="http://schemas.microsoft.com/office/drawing/2014/main" id="{8F4ABDAC-FA7F-4FAE-A496-B41DD89FDD30}"/>
                </a:ext>
              </a:extLst>
            </p:cNvPr>
            <p:cNvSpPr>
              <a:spLocks noChangeArrowheads="1"/>
            </p:cNvSpPr>
            <p:nvPr/>
          </p:nvSpPr>
          <p:spPr bwMode="auto">
            <a:xfrm>
              <a:off x="3718" y="1368"/>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0</a:t>
              </a:r>
            </a:p>
          </p:txBody>
        </p:sp>
        <p:sp>
          <p:nvSpPr>
            <p:cNvPr id="63529" name="Rectangle 33">
              <a:extLst>
                <a:ext uri="{FF2B5EF4-FFF2-40B4-BE49-F238E27FC236}">
                  <a16:creationId xmlns:a16="http://schemas.microsoft.com/office/drawing/2014/main" id="{8F3A52A0-2852-4A6D-BC1F-C159BF6F7DB9}"/>
                </a:ext>
              </a:extLst>
            </p:cNvPr>
            <p:cNvSpPr>
              <a:spLocks noChangeArrowheads="1"/>
            </p:cNvSpPr>
            <p:nvPr/>
          </p:nvSpPr>
          <p:spPr bwMode="auto">
            <a:xfrm>
              <a:off x="3718" y="1560"/>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a:t>
              </a:r>
            </a:p>
          </p:txBody>
        </p:sp>
      </p:grpSp>
      <p:grpSp>
        <p:nvGrpSpPr>
          <p:cNvPr id="63511" name="Group 40">
            <a:extLst>
              <a:ext uri="{FF2B5EF4-FFF2-40B4-BE49-F238E27FC236}">
                <a16:creationId xmlns:a16="http://schemas.microsoft.com/office/drawing/2014/main" id="{8D847985-ADD2-4251-9872-4D3C8D7039A5}"/>
              </a:ext>
            </a:extLst>
          </p:cNvPr>
          <p:cNvGrpSpPr>
            <a:grpSpLocks/>
          </p:cNvGrpSpPr>
          <p:nvPr/>
        </p:nvGrpSpPr>
        <p:grpSpPr bwMode="auto">
          <a:xfrm>
            <a:off x="6038848" y="1432322"/>
            <a:ext cx="592931" cy="679847"/>
            <a:chOff x="4112" y="1203"/>
            <a:chExt cx="498" cy="571"/>
          </a:xfrm>
        </p:grpSpPr>
        <p:sp>
          <p:nvSpPr>
            <p:cNvPr id="63524" name="Rectangle 10">
              <a:extLst>
                <a:ext uri="{FF2B5EF4-FFF2-40B4-BE49-F238E27FC236}">
                  <a16:creationId xmlns:a16="http://schemas.microsoft.com/office/drawing/2014/main" id="{A9E65D2A-111F-479C-A6F4-676C1E173402}"/>
                </a:ext>
              </a:extLst>
            </p:cNvPr>
            <p:cNvSpPr>
              <a:spLocks noChangeArrowheads="1"/>
            </p:cNvSpPr>
            <p:nvPr/>
          </p:nvSpPr>
          <p:spPr bwMode="auto">
            <a:xfrm>
              <a:off x="4112" y="1203"/>
              <a:ext cx="49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bit&lt;0&gt;</a:t>
              </a:r>
            </a:p>
          </p:txBody>
        </p:sp>
        <p:sp>
          <p:nvSpPr>
            <p:cNvPr id="63525" name="Rectangle 25">
              <a:extLst>
                <a:ext uri="{FF2B5EF4-FFF2-40B4-BE49-F238E27FC236}">
                  <a16:creationId xmlns:a16="http://schemas.microsoft.com/office/drawing/2014/main" id="{B7E1F30E-302B-4B90-B004-500537917B1E}"/>
                </a:ext>
              </a:extLst>
            </p:cNvPr>
            <p:cNvSpPr>
              <a:spLocks noChangeArrowheads="1"/>
            </p:cNvSpPr>
            <p:nvPr/>
          </p:nvSpPr>
          <p:spPr bwMode="auto">
            <a:xfrm>
              <a:off x="4309" y="1368"/>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a:t>
              </a:r>
            </a:p>
          </p:txBody>
        </p:sp>
        <p:sp>
          <p:nvSpPr>
            <p:cNvPr id="63526" name="Rectangle 34">
              <a:extLst>
                <a:ext uri="{FF2B5EF4-FFF2-40B4-BE49-F238E27FC236}">
                  <a16:creationId xmlns:a16="http://schemas.microsoft.com/office/drawing/2014/main" id="{8368CD5A-A63E-4C23-8A73-E4E98F9529A2}"/>
                </a:ext>
              </a:extLst>
            </p:cNvPr>
            <p:cNvSpPr>
              <a:spLocks noChangeArrowheads="1"/>
            </p:cNvSpPr>
            <p:nvPr/>
          </p:nvSpPr>
          <p:spPr bwMode="auto">
            <a:xfrm>
              <a:off x="4309" y="1560"/>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0</a:t>
              </a:r>
            </a:p>
          </p:txBody>
        </p:sp>
      </p:grpSp>
      <p:sp>
        <p:nvSpPr>
          <p:cNvPr id="63512" name="Rectangle 35">
            <a:extLst>
              <a:ext uri="{FF2B5EF4-FFF2-40B4-BE49-F238E27FC236}">
                <a16:creationId xmlns:a16="http://schemas.microsoft.com/office/drawing/2014/main" id="{6A852A47-B371-4564-B944-3094DCD6F144}"/>
              </a:ext>
            </a:extLst>
          </p:cNvPr>
          <p:cNvSpPr>
            <a:spLocks noChangeArrowheads="1"/>
          </p:cNvSpPr>
          <p:nvPr/>
        </p:nvSpPr>
        <p:spPr bwMode="auto">
          <a:xfrm>
            <a:off x="7117556" y="1857375"/>
            <a:ext cx="22442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1</a:t>
            </a:r>
          </a:p>
        </p:txBody>
      </p:sp>
      <p:sp>
        <p:nvSpPr>
          <p:cNvPr id="63513" name="Line 36">
            <a:extLst>
              <a:ext uri="{FF2B5EF4-FFF2-40B4-BE49-F238E27FC236}">
                <a16:creationId xmlns:a16="http://schemas.microsoft.com/office/drawing/2014/main" id="{541AC88C-2FFA-49DA-B22A-09BC8C4C5E63}"/>
              </a:ext>
            </a:extLst>
          </p:cNvPr>
          <p:cNvSpPr>
            <a:spLocks noChangeShapeType="1"/>
          </p:cNvSpPr>
          <p:nvPr/>
        </p:nvSpPr>
        <p:spPr bwMode="auto">
          <a:xfrm>
            <a:off x="1576387" y="1652588"/>
            <a:ext cx="6340079"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3514" name="Rectangle 37">
            <a:extLst>
              <a:ext uri="{FF2B5EF4-FFF2-40B4-BE49-F238E27FC236}">
                <a16:creationId xmlns:a16="http://schemas.microsoft.com/office/drawing/2014/main" id="{EBAB0BDA-6870-4FC2-AEE1-88FA07E89960}"/>
              </a:ext>
            </a:extLst>
          </p:cNvPr>
          <p:cNvSpPr>
            <a:spLocks noGrp="1" noChangeArrowheads="1"/>
          </p:cNvSpPr>
          <p:nvPr>
            <p:ph type="title"/>
          </p:nvPr>
        </p:nvSpPr>
        <p:spPr>
          <a:xfrm>
            <a:off x="906717" y="44054"/>
            <a:ext cx="6822822" cy="676275"/>
          </a:xfrm>
        </p:spPr>
        <p:txBody>
          <a:bodyPr/>
          <a:lstStyle/>
          <a:p>
            <a:r>
              <a:rPr lang="en-US" altLang="zh-TW" dirty="0"/>
              <a:t>Logic Equation for ALUctr0</a:t>
            </a:r>
          </a:p>
        </p:txBody>
      </p:sp>
      <p:grpSp>
        <p:nvGrpSpPr>
          <p:cNvPr id="63515" name="Group 44">
            <a:extLst>
              <a:ext uri="{FF2B5EF4-FFF2-40B4-BE49-F238E27FC236}">
                <a16:creationId xmlns:a16="http://schemas.microsoft.com/office/drawing/2014/main" id="{455A4B35-8023-4762-B685-5D899FC54880}"/>
              </a:ext>
            </a:extLst>
          </p:cNvPr>
          <p:cNvGrpSpPr>
            <a:grpSpLocks/>
          </p:cNvGrpSpPr>
          <p:nvPr/>
        </p:nvGrpSpPr>
        <p:grpSpPr bwMode="auto">
          <a:xfrm>
            <a:off x="3777854" y="1427559"/>
            <a:ext cx="592931" cy="679847"/>
            <a:chOff x="2337" y="1203"/>
            <a:chExt cx="498" cy="571"/>
          </a:xfrm>
        </p:grpSpPr>
        <p:sp>
          <p:nvSpPr>
            <p:cNvPr id="63521" name="Rectangle 45">
              <a:extLst>
                <a:ext uri="{FF2B5EF4-FFF2-40B4-BE49-F238E27FC236}">
                  <a16:creationId xmlns:a16="http://schemas.microsoft.com/office/drawing/2014/main" id="{A1F18515-701E-45F1-B23C-B76038DF795E}"/>
                </a:ext>
              </a:extLst>
            </p:cNvPr>
            <p:cNvSpPr>
              <a:spLocks noChangeArrowheads="1"/>
            </p:cNvSpPr>
            <p:nvPr/>
          </p:nvSpPr>
          <p:spPr bwMode="auto">
            <a:xfrm>
              <a:off x="2337" y="1203"/>
              <a:ext cx="49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bit&lt;4&gt;</a:t>
              </a:r>
            </a:p>
          </p:txBody>
        </p:sp>
        <p:sp>
          <p:nvSpPr>
            <p:cNvPr id="63522" name="Rectangle 46">
              <a:extLst>
                <a:ext uri="{FF2B5EF4-FFF2-40B4-BE49-F238E27FC236}">
                  <a16:creationId xmlns:a16="http://schemas.microsoft.com/office/drawing/2014/main" id="{359F78B3-9A8B-422F-B37D-196EEA12333F}"/>
                </a:ext>
              </a:extLst>
            </p:cNvPr>
            <p:cNvSpPr>
              <a:spLocks noChangeArrowheads="1"/>
            </p:cNvSpPr>
            <p:nvPr/>
          </p:nvSpPr>
          <p:spPr bwMode="auto">
            <a:xfrm>
              <a:off x="2534" y="1368"/>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3523" name="Rectangle 47">
              <a:extLst>
                <a:ext uri="{FF2B5EF4-FFF2-40B4-BE49-F238E27FC236}">
                  <a16:creationId xmlns:a16="http://schemas.microsoft.com/office/drawing/2014/main" id="{660AC6FD-3246-44FD-A149-19B7305DE84A}"/>
                </a:ext>
              </a:extLst>
            </p:cNvPr>
            <p:cNvSpPr>
              <a:spLocks noChangeArrowheads="1"/>
            </p:cNvSpPr>
            <p:nvPr/>
          </p:nvSpPr>
          <p:spPr bwMode="auto">
            <a:xfrm>
              <a:off x="2534" y="1560"/>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grpSp>
      <p:grpSp>
        <p:nvGrpSpPr>
          <p:cNvPr id="63516" name="Group 48">
            <a:extLst>
              <a:ext uri="{FF2B5EF4-FFF2-40B4-BE49-F238E27FC236}">
                <a16:creationId xmlns:a16="http://schemas.microsoft.com/office/drawing/2014/main" id="{7888C5F8-EB8E-41C5-A27B-3E8535E3105A}"/>
              </a:ext>
            </a:extLst>
          </p:cNvPr>
          <p:cNvGrpSpPr>
            <a:grpSpLocks/>
          </p:cNvGrpSpPr>
          <p:nvPr/>
        </p:nvGrpSpPr>
        <p:grpSpPr bwMode="auto">
          <a:xfrm>
            <a:off x="3153967" y="1434703"/>
            <a:ext cx="592931" cy="679847"/>
            <a:chOff x="2337" y="1203"/>
            <a:chExt cx="498" cy="571"/>
          </a:xfrm>
        </p:grpSpPr>
        <p:sp>
          <p:nvSpPr>
            <p:cNvPr id="63518" name="Rectangle 49">
              <a:extLst>
                <a:ext uri="{FF2B5EF4-FFF2-40B4-BE49-F238E27FC236}">
                  <a16:creationId xmlns:a16="http://schemas.microsoft.com/office/drawing/2014/main" id="{6A52C097-F5CB-4F66-AD7E-316D0E5C1729}"/>
                </a:ext>
              </a:extLst>
            </p:cNvPr>
            <p:cNvSpPr>
              <a:spLocks noChangeArrowheads="1"/>
            </p:cNvSpPr>
            <p:nvPr/>
          </p:nvSpPr>
          <p:spPr bwMode="auto">
            <a:xfrm>
              <a:off x="2337" y="1203"/>
              <a:ext cx="49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bit&lt;5&gt;</a:t>
              </a:r>
            </a:p>
          </p:txBody>
        </p:sp>
        <p:sp>
          <p:nvSpPr>
            <p:cNvPr id="63519" name="Rectangle 50">
              <a:extLst>
                <a:ext uri="{FF2B5EF4-FFF2-40B4-BE49-F238E27FC236}">
                  <a16:creationId xmlns:a16="http://schemas.microsoft.com/office/drawing/2014/main" id="{87F9EEA2-7408-42EF-9E06-A054827B4D5A}"/>
                </a:ext>
              </a:extLst>
            </p:cNvPr>
            <p:cNvSpPr>
              <a:spLocks noChangeArrowheads="1"/>
            </p:cNvSpPr>
            <p:nvPr/>
          </p:nvSpPr>
          <p:spPr bwMode="auto">
            <a:xfrm>
              <a:off x="2534" y="1368"/>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sp>
          <p:nvSpPr>
            <p:cNvPr id="63520" name="Rectangle 51">
              <a:extLst>
                <a:ext uri="{FF2B5EF4-FFF2-40B4-BE49-F238E27FC236}">
                  <a16:creationId xmlns:a16="http://schemas.microsoft.com/office/drawing/2014/main" id="{1C2F6A47-6A2A-4E85-903C-87DB512A4F4B}"/>
                </a:ext>
              </a:extLst>
            </p:cNvPr>
            <p:cNvSpPr>
              <a:spLocks noChangeArrowheads="1"/>
            </p:cNvSpPr>
            <p:nvPr/>
          </p:nvSpPr>
          <p:spPr bwMode="auto">
            <a:xfrm>
              <a:off x="2534" y="1560"/>
              <a:ext cx="1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x</a:t>
              </a:r>
            </a:p>
          </p:txBody>
        </p:sp>
      </p:grpSp>
      <p:sp>
        <p:nvSpPr>
          <p:cNvPr id="48" name="灯片编号占位符 5">
            <a:extLst>
              <a:ext uri="{FF2B5EF4-FFF2-40B4-BE49-F238E27FC236}">
                <a16:creationId xmlns:a16="http://schemas.microsoft.com/office/drawing/2014/main" id="{057832CF-B534-429B-88C7-FA42AEA1FE2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56</a:t>
            </a:fld>
            <a:endParaRPr lang="zh-TW"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9B04DDE9-B50A-4E66-B5AC-43D5FC538AEF}"/>
              </a:ext>
            </a:extLst>
          </p:cNvPr>
          <p:cNvSpPr>
            <a:spLocks noGrp="1" noChangeArrowheads="1"/>
          </p:cNvSpPr>
          <p:nvPr>
            <p:ph type="title"/>
          </p:nvPr>
        </p:nvSpPr>
        <p:spPr>
          <a:xfrm>
            <a:off x="906717" y="44054"/>
            <a:ext cx="6822822" cy="676275"/>
          </a:xfrm>
        </p:spPr>
        <p:txBody>
          <a:bodyPr/>
          <a:lstStyle/>
          <a:p>
            <a:r>
              <a:rPr lang="en-US" altLang="zh-TW" dirty="0"/>
              <a:t>The Resultant ALU Control Block</a:t>
            </a:r>
          </a:p>
        </p:txBody>
      </p:sp>
      <p:pic>
        <p:nvPicPr>
          <p:cNvPr id="64515" name="Picture 3" descr="C03">
            <a:extLst>
              <a:ext uri="{FF2B5EF4-FFF2-40B4-BE49-F238E27FC236}">
                <a16:creationId xmlns:a16="http://schemas.microsoft.com/office/drawing/2014/main" id="{4F4DC615-78DD-4945-8EE5-23B869EB40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1" y="1016794"/>
            <a:ext cx="6965156"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Line 8">
            <a:extLst>
              <a:ext uri="{FF2B5EF4-FFF2-40B4-BE49-F238E27FC236}">
                <a16:creationId xmlns:a16="http://schemas.microsoft.com/office/drawing/2014/main" id="{BF2442AD-D7D7-4459-A752-0B778140FF76}"/>
              </a:ext>
            </a:extLst>
          </p:cNvPr>
          <p:cNvSpPr>
            <a:spLocks noChangeShapeType="1"/>
          </p:cNvSpPr>
          <p:nvPr/>
        </p:nvSpPr>
        <p:spPr bwMode="auto">
          <a:xfrm>
            <a:off x="5258991" y="2228850"/>
            <a:ext cx="124539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64518" name="Line 9">
            <a:extLst>
              <a:ext uri="{FF2B5EF4-FFF2-40B4-BE49-F238E27FC236}">
                <a16:creationId xmlns:a16="http://schemas.microsoft.com/office/drawing/2014/main" id="{966AF6BE-3F32-48A4-BCB3-DA67CC798CAE}"/>
              </a:ext>
            </a:extLst>
          </p:cNvPr>
          <p:cNvSpPr>
            <a:spLocks noChangeShapeType="1"/>
          </p:cNvSpPr>
          <p:nvPr/>
        </p:nvSpPr>
        <p:spPr bwMode="auto">
          <a:xfrm flipH="1" flipV="1">
            <a:off x="6503194" y="2216944"/>
            <a:ext cx="0" cy="606029"/>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64519" name="Text Box 10">
            <a:extLst>
              <a:ext uri="{FF2B5EF4-FFF2-40B4-BE49-F238E27FC236}">
                <a16:creationId xmlns:a16="http://schemas.microsoft.com/office/drawing/2014/main" id="{AB64E31F-034F-4582-A585-14E07CE984A1}"/>
              </a:ext>
            </a:extLst>
          </p:cNvPr>
          <p:cNvSpPr txBox="1">
            <a:spLocks noChangeArrowheads="1"/>
          </p:cNvSpPr>
          <p:nvPr/>
        </p:nvSpPr>
        <p:spPr bwMode="auto">
          <a:xfrm>
            <a:off x="5029200" y="1996679"/>
            <a:ext cx="3000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800" b="0">
                <a:latin typeface="Times New Roman" panose="02020603050405020304" pitchFamily="18" charset="0"/>
                <a:ea typeface="新細明體" panose="02020500000000000000" pitchFamily="18" charset="-120"/>
              </a:rPr>
              <a:t>0</a:t>
            </a:r>
          </a:p>
        </p:txBody>
      </p:sp>
      <p:sp>
        <p:nvSpPr>
          <p:cNvPr id="64520" name="Text Box 11">
            <a:extLst>
              <a:ext uri="{FF2B5EF4-FFF2-40B4-BE49-F238E27FC236}">
                <a16:creationId xmlns:a16="http://schemas.microsoft.com/office/drawing/2014/main" id="{9CE965B8-4613-4034-ACC2-E42718699586}"/>
              </a:ext>
            </a:extLst>
          </p:cNvPr>
          <p:cNvSpPr txBox="1">
            <a:spLocks noChangeArrowheads="1"/>
          </p:cNvSpPr>
          <p:nvPr/>
        </p:nvSpPr>
        <p:spPr bwMode="auto">
          <a:xfrm>
            <a:off x="5322094" y="1894285"/>
            <a:ext cx="1138453"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500" b="0">
                <a:solidFill>
                  <a:srgbClr val="FF9933"/>
                </a:solidFill>
                <a:latin typeface="Arial" panose="020B0604020202020204" pitchFamily="34" charset="0"/>
                <a:ea typeface="新細明體" panose="02020500000000000000" pitchFamily="18" charset="-120"/>
              </a:rPr>
              <a:t>Operation3</a:t>
            </a:r>
          </a:p>
        </p:txBody>
      </p:sp>
      <p:sp>
        <p:nvSpPr>
          <p:cNvPr id="9" name="灯片编号占位符 5">
            <a:extLst>
              <a:ext uri="{FF2B5EF4-FFF2-40B4-BE49-F238E27FC236}">
                <a16:creationId xmlns:a16="http://schemas.microsoft.com/office/drawing/2014/main" id="{35D08033-A104-4B3C-89CB-405CADDD122F}"/>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57</a:t>
            </a:fld>
            <a:endParaRPr lang="zh-TW"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B141B6D6-F47F-4742-87B8-FEF2D973998A}"/>
              </a:ext>
            </a:extLst>
          </p:cNvPr>
          <p:cNvSpPr>
            <a:spLocks noGrp="1" noChangeArrowheads="1"/>
          </p:cNvSpPr>
          <p:nvPr>
            <p:ph type="title"/>
          </p:nvPr>
        </p:nvSpPr>
        <p:spPr>
          <a:xfrm>
            <a:off x="1014293" y="44054"/>
            <a:ext cx="6715246" cy="676275"/>
          </a:xfrm>
        </p:spPr>
        <p:txBody>
          <a:bodyPr/>
          <a:lstStyle/>
          <a:p>
            <a:r>
              <a:rPr lang="en-US" altLang="zh-TW" dirty="0"/>
              <a:t>Outline</a:t>
            </a:r>
          </a:p>
        </p:txBody>
      </p:sp>
      <p:sp>
        <p:nvSpPr>
          <p:cNvPr id="65539" name="Rectangle 3">
            <a:extLst>
              <a:ext uri="{FF2B5EF4-FFF2-40B4-BE49-F238E27FC236}">
                <a16:creationId xmlns:a16="http://schemas.microsoft.com/office/drawing/2014/main" id="{0BD9F8B1-9EA5-41B7-87C8-14F7106EF100}"/>
              </a:ext>
            </a:extLst>
          </p:cNvPr>
          <p:cNvSpPr>
            <a:spLocks noGrp="1" noChangeArrowheads="1"/>
          </p:cNvSpPr>
          <p:nvPr>
            <p:ph type="body" idx="1"/>
          </p:nvPr>
        </p:nvSpPr>
        <p:spPr>
          <a:xfrm>
            <a:off x="1029660" y="844153"/>
            <a:ext cx="7657139" cy="3671888"/>
          </a:xfrm>
          <a:noFill/>
        </p:spPr>
        <p:txBody>
          <a:bodyPr/>
          <a:lstStyle/>
          <a:p>
            <a:r>
              <a:rPr lang="en-US" altLang="zh-TW" sz="2000" dirty="0"/>
              <a:t>Introduction to design a processor</a:t>
            </a:r>
          </a:p>
          <a:p>
            <a:r>
              <a:rPr lang="en-US" altLang="zh-TW" sz="2000" dirty="0"/>
              <a:t>Analyze the instruction set</a:t>
            </a:r>
          </a:p>
          <a:p>
            <a:r>
              <a:rPr lang="en-US" altLang="zh-TW" sz="2000" dirty="0"/>
              <a:t>Build the </a:t>
            </a:r>
            <a:r>
              <a:rPr lang="en-US" altLang="zh-TW" sz="2000" dirty="0" err="1"/>
              <a:t>datapath</a:t>
            </a:r>
            <a:endParaRPr lang="en-US" altLang="zh-TW" sz="2000" dirty="0"/>
          </a:p>
          <a:p>
            <a:r>
              <a:rPr lang="en-US" altLang="zh-TW" sz="2000" dirty="0"/>
              <a:t>A single-cycle implementation</a:t>
            </a:r>
            <a:endParaRPr lang="en-US" altLang="zh-TW" sz="2000" dirty="0">
              <a:solidFill>
                <a:schemeClr val="accent2"/>
              </a:solidFill>
            </a:endParaRPr>
          </a:p>
          <a:p>
            <a:r>
              <a:rPr lang="en-US" altLang="zh-TW" sz="2000" dirty="0">
                <a:solidFill>
                  <a:srgbClr val="FF0000"/>
                </a:solidFill>
              </a:rPr>
              <a:t>Control for the single-cycle CPU</a:t>
            </a:r>
          </a:p>
          <a:p>
            <a:pPr lvl="1"/>
            <a:r>
              <a:rPr lang="en-US" altLang="zh-TW" sz="1800" dirty="0"/>
              <a:t>Control of CPU operations</a:t>
            </a:r>
          </a:p>
          <a:p>
            <a:pPr lvl="1"/>
            <a:r>
              <a:rPr lang="en-US" altLang="zh-TW" sz="1800" dirty="0"/>
              <a:t>ALU controller</a:t>
            </a:r>
            <a:endParaRPr lang="en-US" altLang="zh-TW" sz="1800" dirty="0">
              <a:solidFill>
                <a:schemeClr val="accent2"/>
              </a:solidFill>
            </a:endParaRPr>
          </a:p>
          <a:p>
            <a:pPr lvl="1"/>
            <a:r>
              <a:rPr lang="en-US" altLang="zh-TW" sz="1800" dirty="0">
                <a:solidFill>
                  <a:srgbClr val="FF0000"/>
                </a:solidFill>
              </a:rPr>
              <a:t>Main controller (step 5b)</a:t>
            </a:r>
          </a:p>
          <a:p>
            <a:r>
              <a:rPr lang="en-US" altLang="zh-TW" sz="2000" dirty="0"/>
              <a:t>Add jump instruction</a:t>
            </a:r>
          </a:p>
          <a:p>
            <a:endParaRPr lang="en-US" altLang="zh-TW" sz="2000" dirty="0">
              <a:solidFill>
                <a:schemeClr val="accent2"/>
              </a:solidFill>
            </a:endParaRPr>
          </a:p>
        </p:txBody>
      </p:sp>
      <p:sp>
        <p:nvSpPr>
          <p:cNvPr id="5" name="灯片编号占位符 5">
            <a:extLst>
              <a:ext uri="{FF2B5EF4-FFF2-40B4-BE49-F238E27FC236}">
                <a16:creationId xmlns:a16="http://schemas.microsoft.com/office/drawing/2014/main" id="{D6AE6890-AB05-4BE1-84FF-B9D9F9128DE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58</a:t>
            </a:fld>
            <a:endParaRPr lang="zh-TW"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29826A62-0AE4-4986-93EB-C4CDFEAF251A}"/>
              </a:ext>
            </a:extLst>
          </p:cNvPr>
          <p:cNvSpPr>
            <a:spLocks noGrp="1" noChangeArrowheads="1"/>
          </p:cNvSpPr>
          <p:nvPr>
            <p:ph type="title"/>
          </p:nvPr>
        </p:nvSpPr>
        <p:spPr>
          <a:xfrm>
            <a:off x="929769" y="44054"/>
            <a:ext cx="6799770" cy="676275"/>
          </a:xfrm>
        </p:spPr>
        <p:txBody>
          <a:bodyPr/>
          <a:lstStyle/>
          <a:p>
            <a:r>
              <a:rPr lang="en-US" altLang="zh-TW" dirty="0"/>
              <a:t>Step 5b - The Main Control Unit</a:t>
            </a:r>
            <a:endParaRPr lang="en-AU" altLang="zh-TW" dirty="0">
              <a:ea typeface="新細明體" panose="02020500000000000000" pitchFamily="18" charset="-120"/>
            </a:endParaRPr>
          </a:p>
        </p:txBody>
      </p:sp>
      <p:sp>
        <p:nvSpPr>
          <p:cNvPr id="67587" name="Rectangle 3">
            <a:extLst>
              <a:ext uri="{FF2B5EF4-FFF2-40B4-BE49-F238E27FC236}">
                <a16:creationId xmlns:a16="http://schemas.microsoft.com/office/drawing/2014/main" id="{804D59E9-8349-4C4B-BFAD-B8F4C094F9EA}"/>
              </a:ext>
            </a:extLst>
          </p:cNvPr>
          <p:cNvSpPr>
            <a:spLocks noGrp="1" noChangeArrowheads="1"/>
          </p:cNvSpPr>
          <p:nvPr>
            <p:ph type="body" idx="1"/>
          </p:nvPr>
        </p:nvSpPr>
        <p:spPr>
          <a:xfrm>
            <a:off x="999525" y="831717"/>
            <a:ext cx="6315075" cy="514350"/>
          </a:xfrm>
        </p:spPr>
        <p:txBody>
          <a:bodyPr/>
          <a:lstStyle/>
          <a:p>
            <a:r>
              <a:rPr lang="en-US" altLang="zh-TW" sz="2000" dirty="0"/>
              <a:t>Control signals derived from instruction</a:t>
            </a:r>
            <a:endParaRPr lang="en-AU" altLang="zh-TW" sz="2000" dirty="0">
              <a:ea typeface="新細明體" panose="02020500000000000000" pitchFamily="18" charset="-120"/>
            </a:endParaRPr>
          </a:p>
        </p:txBody>
      </p:sp>
      <p:grpSp>
        <p:nvGrpSpPr>
          <p:cNvPr id="67588" name="Group 4">
            <a:extLst>
              <a:ext uri="{FF2B5EF4-FFF2-40B4-BE49-F238E27FC236}">
                <a16:creationId xmlns:a16="http://schemas.microsoft.com/office/drawing/2014/main" id="{945E8857-D887-4F50-8B14-88041B2B8376}"/>
              </a:ext>
            </a:extLst>
          </p:cNvPr>
          <p:cNvGrpSpPr>
            <a:grpSpLocks/>
          </p:cNvGrpSpPr>
          <p:nvPr/>
        </p:nvGrpSpPr>
        <p:grpSpPr bwMode="auto">
          <a:xfrm>
            <a:off x="2172891" y="1545431"/>
            <a:ext cx="5617369" cy="604838"/>
            <a:chOff x="703" y="981"/>
            <a:chExt cx="4355" cy="508"/>
          </a:xfrm>
        </p:grpSpPr>
        <p:sp>
          <p:nvSpPr>
            <p:cNvPr id="67623" name="Text Box 5">
              <a:extLst>
                <a:ext uri="{FF2B5EF4-FFF2-40B4-BE49-F238E27FC236}">
                  <a16:creationId xmlns:a16="http://schemas.microsoft.com/office/drawing/2014/main" id="{BA57F8D2-DDA8-447E-AC6E-144EC16B4A4A}"/>
                </a:ext>
              </a:extLst>
            </p:cNvPr>
            <p:cNvSpPr txBox="1">
              <a:spLocks noChangeArrowheads="1"/>
            </p:cNvSpPr>
            <p:nvPr/>
          </p:nvSpPr>
          <p:spPr bwMode="auto">
            <a:xfrm>
              <a:off x="703" y="981"/>
              <a:ext cx="817" cy="2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500" b="0">
                  <a:latin typeface="Arial" panose="020B0604020202020204" pitchFamily="34" charset="0"/>
                  <a:ea typeface="新細明體" panose="02020500000000000000" pitchFamily="18" charset="-120"/>
                </a:rPr>
                <a:t>0</a:t>
              </a:r>
              <a:endParaRPr lang="en-AU" altLang="zh-TW" sz="1500" b="0">
                <a:latin typeface="Arial" panose="020B0604020202020204" pitchFamily="34" charset="0"/>
                <a:ea typeface="新細明體" panose="02020500000000000000" pitchFamily="18" charset="-120"/>
              </a:endParaRPr>
            </a:p>
          </p:txBody>
        </p:sp>
        <p:sp>
          <p:nvSpPr>
            <p:cNvPr id="67624" name="Text Box 6">
              <a:extLst>
                <a:ext uri="{FF2B5EF4-FFF2-40B4-BE49-F238E27FC236}">
                  <a16:creationId xmlns:a16="http://schemas.microsoft.com/office/drawing/2014/main" id="{BC384D98-3124-41BB-B65E-9E0B873865CE}"/>
                </a:ext>
              </a:extLst>
            </p:cNvPr>
            <p:cNvSpPr txBox="1">
              <a:spLocks noChangeArrowheads="1"/>
            </p:cNvSpPr>
            <p:nvPr/>
          </p:nvSpPr>
          <p:spPr bwMode="auto">
            <a:xfrm>
              <a:off x="1520" y="981"/>
              <a:ext cx="680" cy="2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500" b="0">
                  <a:latin typeface="Arial" panose="020B0604020202020204" pitchFamily="34" charset="0"/>
                  <a:ea typeface="新細明體" panose="02020500000000000000" pitchFamily="18" charset="-120"/>
                </a:rPr>
                <a:t>rs</a:t>
              </a:r>
              <a:endParaRPr lang="en-AU" altLang="zh-TW" sz="1500" b="0">
                <a:latin typeface="Arial" panose="020B0604020202020204" pitchFamily="34" charset="0"/>
                <a:ea typeface="新細明體" panose="02020500000000000000" pitchFamily="18" charset="-120"/>
              </a:endParaRPr>
            </a:p>
          </p:txBody>
        </p:sp>
        <p:sp>
          <p:nvSpPr>
            <p:cNvPr id="67625" name="Text Box 7">
              <a:extLst>
                <a:ext uri="{FF2B5EF4-FFF2-40B4-BE49-F238E27FC236}">
                  <a16:creationId xmlns:a16="http://schemas.microsoft.com/office/drawing/2014/main" id="{D2B79B36-C519-4200-8506-D54ED17307D3}"/>
                </a:ext>
              </a:extLst>
            </p:cNvPr>
            <p:cNvSpPr txBox="1">
              <a:spLocks noChangeArrowheads="1"/>
            </p:cNvSpPr>
            <p:nvPr/>
          </p:nvSpPr>
          <p:spPr bwMode="auto">
            <a:xfrm>
              <a:off x="2200" y="981"/>
              <a:ext cx="680" cy="2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500" b="0">
                  <a:latin typeface="Arial" panose="020B0604020202020204" pitchFamily="34" charset="0"/>
                  <a:ea typeface="新細明體" panose="02020500000000000000" pitchFamily="18" charset="-120"/>
                </a:rPr>
                <a:t>rt</a:t>
              </a:r>
              <a:endParaRPr lang="en-AU" altLang="zh-TW" sz="1500" b="0">
                <a:latin typeface="Arial" panose="020B0604020202020204" pitchFamily="34" charset="0"/>
                <a:ea typeface="新細明體" panose="02020500000000000000" pitchFamily="18" charset="-120"/>
              </a:endParaRPr>
            </a:p>
          </p:txBody>
        </p:sp>
        <p:sp>
          <p:nvSpPr>
            <p:cNvPr id="67626" name="Text Box 8">
              <a:extLst>
                <a:ext uri="{FF2B5EF4-FFF2-40B4-BE49-F238E27FC236}">
                  <a16:creationId xmlns:a16="http://schemas.microsoft.com/office/drawing/2014/main" id="{65EC9481-AC87-46AB-9063-F136A70B74B1}"/>
                </a:ext>
              </a:extLst>
            </p:cNvPr>
            <p:cNvSpPr txBox="1">
              <a:spLocks noChangeArrowheads="1"/>
            </p:cNvSpPr>
            <p:nvPr/>
          </p:nvSpPr>
          <p:spPr bwMode="auto">
            <a:xfrm>
              <a:off x="2880" y="981"/>
              <a:ext cx="680" cy="2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500" b="0">
                  <a:latin typeface="Arial" panose="020B0604020202020204" pitchFamily="34" charset="0"/>
                  <a:ea typeface="新細明體" panose="02020500000000000000" pitchFamily="18" charset="-120"/>
                </a:rPr>
                <a:t>rd</a:t>
              </a:r>
              <a:endParaRPr lang="en-AU" altLang="zh-TW" sz="1500" b="0">
                <a:latin typeface="Arial" panose="020B0604020202020204" pitchFamily="34" charset="0"/>
                <a:ea typeface="新細明體" panose="02020500000000000000" pitchFamily="18" charset="-120"/>
              </a:endParaRPr>
            </a:p>
          </p:txBody>
        </p:sp>
        <p:sp>
          <p:nvSpPr>
            <p:cNvPr id="67627" name="Text Box 9">
              <a:extLst>
                <a:ext uri="{FF2B5EF4-FFF2-40B4-BE49-F238E27FC236}">
                  <a16:creationId xmlns:a16="http://schemas.microsoft.com/office/drawing/2014/main" id="{3FFFBF05-F9E7-4C28-A954-2949A265C0FB}"/>
                </a:ext>
              </a:extLst>
            </p:cNvPr>
            <p:cNvSpPr txBox="1">
              <a:spLocks noChangeArrowheads="1"/>
            </p:cNvSpPr>
            <p:nvPr/>
          </p:nvSpPr>
          <p:spPr bwMode="auto">
            <a:xfrm>
              <a:off x="3561" y="981"/>
              <a:ext cx="680" cy="2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500" b="0">
                  <a:latin typeface="Arial" panose="020B0604020202020204" pitchFamily="34" charset="0"/>
                  <a:ea typeface="新細明體" panose="02020500000000000000" pitchFamily="18" charset="-120"/>
                </a:rPr>
                <a:t>shamt</a:t>
              </a:r>
              <a:endParaRPr lang="en-AU" altLang="zh-TW" sz="1500" b="0">
                <a:latin typeface="Arial" panose="020B0604020202020204" pitchFamily="34" charset="0"/>
                <a:ea typeface="新細明體" panose="02020500000000000000" pitchFamily="18" charset="-120"/>
              </a:endParaRPr>
            </a:p>
          </p:txBody>
        </p:sp>
        <p:sp>
          <p:nvSpPr>
            <p:cNvPr id="67628" name="Text Box 10">
              <a:extLst>
                <a:ext uri="{FF2B5EF4-FFF2-40B4-BE49-F238E27FC236}">
                  <a16:creationId xmlns:a16="http://schemas.microsoft.com/office/drawing/2014/main" id="{711A8807-063E-43C6-960C-420564E2FAAE}"/>
                </a:ext>
              </a:extLst>
            </p:cNvPr>
            <p:cNvSpPr txBox="1">
              <a:spLocks noChangeArrowheads="1"/>
            </p:cNvSpPr>
            <p:nvPr/>
          </p:nvSpPr>
          <p:spPr bwMode="auto">
            <a:xfrm>
              <a:off x="4241" y="981"/>
              <a:ext cx="817" cy="2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500" b="0">
                  <a:latin typeface="Arial" panose="020B0604020202020204" pitchFamily="34" charset="0"/>
                  <a:ea typeface="新細明體" panose="02020500000000000000" pitchFamily="18" charset="-120"/>
                </a:rPr>
                <a:t>funct</a:t>
              </a:r>
              <a:endParaRPr lang="en-AU" altLang="zh-TW" sz="1500" b="0">
                <a:latin typeface="Arial" panose="020B0604020202020204" pitchFamily="34" charset="0"/>
                <a:ea typeface="新細明體" panose="02020500000000000000" pitchFamily="18" charset="-120"/>
              </a:endParaRPr>
            </a:p>
          </p:txBody>
        </p:sp>
        <p:sp>
          <p:nvSpPr>
            <p:cNvPr id="67629" name="Text Box 11">
              <a:extLst>
                <a:ext uri="{FF2B5EF4-FFF2-40B4-BE49-F238E27FC236}">
                  <a16:creationId xmlns:a16="http://schemas.microsoft.com/office/drawing/2014/main" id="{88C5B70B-04B1-481A-9B2E-42EC38C8FE01}"/>
                </a:ext>
              </a:extLst>
            </p:cNvPr>
            <p:cNvSpPr txBox="1">
              <a:spLocks noChangeArrowheads="1"/>
            </p:cNvSpPr>
            <p:nvPr/>
          </p:nvSpPr>
          <p:spPr bwMode="auto">
            <a:xfrm>
              <a:off x="877" y="1256"/>
              <a:ext cx="4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31:26</a:t>
              </a:r>
              <a:endParaRPr lang="en-AU" altLang="zh-TW" sz="1200" b="0">
                <a:latin typeface="Arial" panose="020B0604020202020204" pitchFamily="34" charset="0"/>
                <a:ea typeface="新細明體" panose="02020500000000000000" pitchFamily="18" charset="-120"/>
              </a:endParaRPr>
            </a:p>
          </p:txBody>
        </p:sp>
        <p:sp>
          <p:nvSpPr>
            <p:cNvPr id="67630" name="Text Box 12">
              <a:extLst>
                <a:ext uri="{FF2B5EF4-FFF2-40B4-BE49-F238E27FC236}">
                  <a16:creationId xmlns:a16="http://schemas.microsoft.com/office/drawing/2014/main" id="{D91001A1-CEF5-4EF2-81C4-D85CCF694804}"/>
                </a:ext>
              </a:extLst>
            </p:cNvPr>
            <p:cNvSpPr txBox="1">
              <a:spLocks noChangeArrowheads="1"/>
            </p:cNvSpPr>
            <p:nvPr/>
          </p:nvSpPr>
          <p:spPr bwMode="auto">
            <a:xfrm>
              <a:off x="4480" y="1256"/>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5:0</a:t>
              </a:r>
              <a:endParaRPr lang="en-AU" altLang="zh-TW" sz="1200" b="0">
                <a:latin typeface="Arial" panose="020B0604020202020204" pitchFamily="34" charset="0"/>
                <a:ea typeface="新細明體" panose="02020500000000000000" pitchFamily="18" charset="-120"/>
              </a:endParaRPr>
            </a:p>
          </p:txBody>
        </p:sp>
        <p:sp>
          <p:nvSpPr>
            <p:cNvPr id="67631" name="Text Box 13">
              <a:extLst>
                <a:ext uri="{FF2B5EF4-FFF2-40B4-BE49-F238E27FC236}">
                  <a16:creationId xmlns:a16="http://schemas.microsoft.com/office/drawing/2014/main" id="{5A416F2F-5BCD-4BFE-9D5B-BABE888DD632}"/>
                </a:ext>
              </a:extLst>
            </p:cNvPr>
            <p:cNvSpPr txBox="1">
              <a:spLocks noChangeArrowheads="1"/>
            </p:cNvSpPr>
            <p:nvPr/>
          </p:nvSpPr>
          <p:spPr bwMode="auto">
            <a:xfrm>
              <a:off x="1648" y="1256"/>
              <a:ext cx="4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25:21</a:t>
              </a:r>
              <a:endParaRPr lang="en-AU" altLang="zh-TW" sz="1200" b="0">
                <a:latin typeface="Arial" panose="020B0604020202020204" pitchFamily="34" charset="0"/>
                <a:ea typeface="新細明體" panose="02020500000000000000" pitchFamily="18" charset="-120"/>
              </a:endParaRPr>
            </a:p>
          </p:txBody>
        </p:sp>
        <p:sp>
          <p:nvSpPr>
            <p:cNvPr id="67632" name="Text Box 14">
              <a:extLst>
                <a:ext uri="{FF2B5EF4-FFF2-40B4-BE49-F238E27FC236}">
                  <a16:creationId xmlns:a16="http://schemas.microsoft.com/office/drawing/2014/main" id="{7870C654-91C3-440D-ABA2-830F20172825}"/>
                </a:ext>
              </a:extLst>
            </p:cNvPr>
            <p:cNvSpPr txBox="1">
              <a:spLocks noChangeArrowheads="1"/>
            </p:cNvSpPr>
            <p:nvPr/>
          </p:nvSpPr>
          <p:spPr bwMode="auto">
            <a:xfrm>
              <a:off x="2329" y="1256"/>
              <a:ext cx="4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20:16</a:t>
              </a:r>
              <a:endParaRPr lang="en-AU" altLang="zh-TW" sz="1200" b="0">
                <a:latin typeface="Arial" panose="020B0604020202020204" pitchFamily="34" charset="0"/>
                <a:ea typeface="新細明體" panose="02020500000000000000" pitchFamily="18" charset="-120"/>
              </a:endParaRPr>
            </a:p>
          </p:txBody>
        </p:sp>
        <p:sp>
          <p:nvSpPr>
            <p:cNvPr id="67633" name="Text Box 15">
              <a:extLst>
                <a:ext uri="{FF2B5EF4-FFF2-40B4-BE49-F238E27FC236}">
                  <a16:creationId xmlns:a16="http://schemas.microsoft.com/office/drawing/2014/main" id="{A5FAC2FE-BE49-426C-BC5C-66C9917551ED}"/>
                </a:ext>
              </a:extLst>
            </p:cNvPr>
            <p:cNvSpPr txBox="1">
              <a:spLocks noChangeArrowheads="1"/>
            </p:cNvSpPr>
            <p:nvPr/>
          </p:nvSpPr>
          <p:spPr bwMode="auto">
            <a:xfrm>
              <a:off x="3013" y="1256"/>
              <a:ext cx="43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15:11</a:t>
              </a:r>
              <a:endParaRPr lang="en-AU" altLang="zh-TW" sz="1200" b="0">
                <a:latin typeface="Arial" panose="020B0604020202020204" pitchFamily="34" charset="0"/>
                <a:ea typeface="新細明體" panose="02020500000000000000" pitchFamily="18" charset="-120"/>
              </a:endParaRPr>
            </a:p>
          </p:txBody>
        </p:sp>
        <p:sp>
          <p:nvSpPr>
            <p:cNvPr id="67634" name="Text Box 16">
              <a:extLst>
                <a:ext uri="{FF2B5EF4-FFF2-40B4-BE49-F238E27FC236}">
                  <a16:creationId xmlns:a16="http://schemas.microsoft.com/office/drawing/2014/main" id="{D17BDBF1-2BA7-4A19-A581-C11FEC8400C5}"/>
                </a:ext>
              </a:extLst>
            </p:cNvPr>
            <p:cNvSpPr txBox="1">
              <a:spLocks noChangeArrowheads="1"/>
            </p:cNvSpPr>
            <p:nvPr/>
          </p:nvSpPr>
          <p:spPr bwMode="auto">
            <a:xfrm>
              <a:off x="3722" y="1256"/>
              <a:ext cx="37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10:6</a:t>
              </a:r>
              <a:endParaRPr lang="en-AU" altLang="zh-TW" sz="1200" b="0">
                <a:latin typeface="Arial" panose="020B0604020202020204" pitchFamily="34" charset="0"/>
                <a:ea typeface="新細明體" panose="02020500000000000000" pitchFamily="18" charset="-120"/>
              </a:endParaRPr>
            </a:p>
          </p:txBody>
        </p:sp>
      </p:grpSp>
      <p:grpSp>
        <p:nvGrpSpPr>
          <p:cNvPr id="67589" name="Group 17">
            <a:extLst>
              <a:ext uri="{FF2B5EF4-FFF2-40B4-BE49-F238E27FC236}">
                <a16:creationId xmlns:a16="http://schemas.microsoft.com/office/drawing/2014/main" id="{70624C37-89CE-4F64-BFA5-53EC679D62FB}"/>
              </a:ext>
            </a:extLst>
          </p:cNvPr>
          <p:cNvGrpSpPr>
            <a:grpSpLocks/>
          </p:cNvGrpSpPr>
          <p:nvPr/>
        </p:nvGrpSpPr>
        <p:grpSpPr bwMode="auto">
          <a:xfrm>
            <a:off x="2172891" y="2301479"/>
            <a:ext cx="5617369" cy="604837"/>
            <a:chOff x="884" y="981"/>
            <a:chExt cx="4355" cy="508"/>
          </a:xfrm>
        </p:grpSpPr>
        <p:sp>
          <p:nvSpPr>
            <p:cNvPr id="67615" name="Text Box 18">
              <a:extLst>
                <a:ext uri="{FF2B5EF4-FFF2-40B4-BE49-F238E27FC236}">
                  <a16:creationId xmlns:a16="http://schemas.microsoft.com/office/drawing/2014/main" id="{FF24C44B-7553-4E64-8981-3E1659B816A9}"/>
                </a:ext>
              </a:extLst>
            </p:cNvPr>
            <p:cNvSpPr txBox="1">
              <a:spLocks noChangeArrowheads="1"/>
            </p:cNvSpPr>
            <p:nvPr/>
          </p:nvSpPr>
          <p:spPr bwMode="auto">
            <a:xfrm>
              <a:off x="884" y="981"/>
              <a:ext cx="817" cy="2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500" b="0">
                  <a:latin typeface="Arial" panose="020B0604020202020204" pitchFamily="34" charset="0"/>
                  <a:ea typeface="新細明體" panose="02020500000000000000" pitchFamily="18" charset="-120"/>
                </a:rPr>
                <a:t>35 or 43</a:t>
              </a:r>
              <a:endParaRPr lang="en-AU" altLang="zh-TW" sz="1500" b="0">
                <a:latin typeface="Arial" panose="020B0604020202020204" pitchFamily="34" charset="0"/>
                <a:ea typeface="新細明體" panose="02020500000000000000" pitchFamily="18" charset="-120"/>
              </a:endParaRPr>
            </a:p>
          </p:txBody>
        </p:sp>
        <p:sp>
          <p:nvSpPr>
            <p:cNvPr id="67616" name="Text Box 19">
              <a:extLst>
                <a:ext uri="{FF2B5EF4-FFF2-40B4-BE49-F238E27FC236}">
                  <a16:creationId xmlns:a16="http://schemas.microsoft.com/office/drawing/2014/main" id="{B926B16B-B983-4800-BA92-D6B7087C797E}"/>
                </a:ext>
              </a:extLst>
            </p:cNvPr>
            <p:cNvSpPr txBox="1">
              <a:spLocks noChangeArrowheads="1"/>
            </p:cNvSpPr>
            <p:nvPr/>
          </p:nvSpPr>
          <p:spPr bwMode="auto">
            <a:xfrm>
              <a:off x="1701" y="981"/>
              <a:ext cx="680" cy="2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500" b="0">
                  <a:latin typeface="Arial" panose="020B0604020202020204" pitchFamily="34" charset="0"/>
                  <a:ea typeface="新細明體" panose="02020500000000000000" pitchFamily="18" charset="-120"/>
                </a:rPr>
                <a:t>rs</a:t>
              </a:r>
              <a:endParaRPr lang="en-AU" altLang="zh-TW" sz="1500" b="0">
                <a:latin typeface="Arial" panose="020B0604020202020204" pitchFamily="34" charset="0"/>
                <a:ea typeface="新細明體" panose="02020500000000000000" pitchFamily="18" charset="-120"/>
              </a:endParaRPr>
            </a:p>
          </p:txBody>
        </p:sp>
        <p:sp>
          <p:nvSpPr>
            <p:cNvPr id="67617" name="Text Box 20">
              <a:extLst>
                <a:ext uri="{FF2B5EF4-FFF2-40B4-BE49-F238E27FC236}">
                  <a16:creationId xmlns:a16="http://schemas.microsoft.com/office/drawing/2014/main" id="{FC7F124A-030A-4CE2-ADDB-3AC700AC08B8}"/>
                </a:ext>
              </a:extLst>
            </p:cNvPr>
            <p:cNvSpPr txBox="1">
              <a:spLocks noChangeArrowheads="1"/>
            </p:cNvSpPr>
            <p:nvPr/>
          </p:nvSpPr>
          <p:spPr bwMode="auto">
            <a:xfrm>
              <a:off x="2381" y="981"/>
              <a:ext cx="680" cy="2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500" b="0">
                  <a:latin typeface="Arial" panose="020B0604020202020204" pitchFamily="34" charset="0"/>
                  <a:ea typeface="新細明體" panose="02020500000000000000" pitchFamily="18" charset="-120"/>
                </a:rPr>
                <a:t>rt</a:t>
              </a:r>
              <a:endParaRPr lang="en-AU" altLang="zh-TW" sz="1500" b="0">
                <a:latin typeface="Arial" panose="020B0604020202020204" pitchFamily="34" charset="0"/>
                <a:ea typeface="新細明體" panose="02020500000000000000" pitchFamily="18" charset="-120"/>
              </a:endParaRPr>
            </a:p>
          </p:txBody>
        </p:sp>
        <p:sp>
          <p:nvSpPr>
            <p:cNvPr id="67618" name="Text Box 21">
              <a:extLst>
                <a:ext uri="{FF2B5EF4-FFF2-40B4-BE49-F238E27FC236}">
                  <a16:creationId xmlns:a16="http://schemas.microsoft.com/office/drawing/2014/main" id="{458096EF-0542-4D6A-A80C-A117EDA6F5B8}"/>
                </a:ext>
              </a:extLst>
            </p:cNvPr>
            <p:cNvSpPr txBox="1">
              <a:spLocks noChangeArrowheads="1"/>
            </p:cNvSpPr>
            <p:nvPr/>
          </p:nvSpPr>
          <p:spPr bwMode="auto">
            <a:xfrm>
              <a:off x="3061" y="981"/>
              <a:ext cx="2178" cy="2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500" b="0">
                  <a:latin typeface="Arial" panose="020B0604020202020204" pitchFamily="34" charset="0"/>
                  <a:ea typeface="新細明體" panose="02020500000000000000" pitchFamily="18" charset="-120"/>
                </a:rPr>
                <a:t>address</a:t>
              </a:r>
              <a:endParaRPr lang="en-AU" altLang="zh-TW" sz="1500" b="0">
                <a:latin typeface="Arial" panose="020B0604020202020204" pitchFamily="34" charset="0"/>
                <a:ea typeface="新細明體" panose="02020500000000000000" pitchFamily="18" charset="-120"/>
              </a:endParaRPr>
            </a:p>
          </p:txBody>
        </p:sp>
        <p:sp>
          <p:nvSpPr>
            <p:cNvPr id="67619" name="Text Box 22">
              <a:extLst>
                <a:ext uri="{FF2B5EF4-FFF2-40B4-BE49-F238E27FC236}">
                  <a16:creationId xmlns:a16="http://schemas.microsoft.com/office/drawing/2014/main" id="{DC1394A9-B95D-4F88-ABA6-BF01C25DF27F}"/>
                </a:ext>
              </a:extLst>
            </p:cNvPr>
            <p:cNvSpPr txBox="1">
              <a:spLocks noChangeArrowheads="1"/>
            </p:cNvSpPr>
            <p:nvPr/>
          </p:nvSpPr>
          <p:spPr bwMode="auto">
            <a:xfrm>
              <a:off x="1058" y="1256"/>
              <a:ext cx="4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31:26</a:t>
              </a:r>
              <a:endParaRPr lang="en-AU" altLang="zh-TW" sz="1200" b="0">
                <a:latin typeface="Arial" panose="020B0604020202020204" pitchFamily="34" charset="0"/>
                <a:ea typeface="新細明體" panose="02020500000000000000" pitchFamily="18" charset="-120"/>
              </a:endParaRPr>
            </a:p>
          </p:txBody>
        </p:sp>
        <p:sp>
          <p:nvSpPr>
            <p:cNvPr id="67620" name="Text Box 23">
              <a:extLst>
                <a:ext uri="{FF2B5EF4-FFF2-40B4-BE49-F238E27FC236}">
                  <a16:creationId xmlns:a16="http://schemas.microsoft.com/office/drawing/2014/main" id="{0F2B08D6-A337-4966-8632-BF88F05B46F0}"/>
                </a:ext>
              </a:extLst>
            </p:cNvPr>
            <p:cNvSpPr txBox="1">
              <a:spLocks noChangeArrowheads="1"/>
            </p:cNvSpPr>
            <p:nvPr/>
          </p:nvSpPr>
          <p:spPr bwMode="auto">
            <a:xfrm>
              <a:off x="1829" y="1256"/>
              <a:ext cx="4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25:21</a:t>
              </a:r>
              <a:endParaRPr lang="en-AU" altLang="zh-TW" sz="1200" b="0">
                <a:latin typeface="Arial" panose="020B0604020202020204" pitchFamily="34" charset="0"/>
                <a:ea typeface="新細明體" panose="02020500000000000000" pitchFamily="18" charset="-120"/>
              </a:endParaRPr>
            </a:p>
          </p:txBody>
        </p:sp>
        <p:sp>
          <p:nvSpPr>
            <p:cNvPr id="67621" name="Text Box 24">
              <a:extLst>
                <a:ext uri="{FF2B5EF4-FFF2-40B4-BE49-F238E27FC236}">
                  <a16:creationId xmlns:a16="http://schemas.microsoft.com/office/drawing/2014/main" id="{261236AF-CF96-4A98-82A4-795DC08CDFF8}"/>
                </a:ext>
              </a:extLst>
            </p:cNvPr>
            <p:cNvSpPr txBox="1">
              <a:spLocks noChangeArrowheads="1"/>
            </p:cNvSpPr>
            <p:nvPr/>
          </p:nvSpPr>
          <p:spPr bwMode="auto">
            <a:xfrm>
              <a:off x="2510" y="1256"/>
              <a:ext cx="4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20:16</a:t>
              </a:r>
              <a:endParaRPr lang="en-AU" altLang="zh-TW" sz="1200" b="0">
                <a:latin typeface="Arial" panose="020B0604020202020204" pitchFamily="34" charset="0"/>
                <a:ea typeface="新細明體" panose="02020500000000000000" pitchFamily="18" charset="-120"/>
              </a:endParaRPr>
            </a:p>
          </p:txBody>
        </p:sp>
        <p:sp>
          <p:nvSpPr>
            <p:cNvPr id="67622" name="Text Box 25">
              <a:extLst>
                <a:ext uri="{FF2B5EF4-FFF2-40B4-BE49-F238E27FC236}">
                  <a16:creationId xmlns:a16="http://schemas.microsoft.com/office/drawing/2014/main" id="{3F58346F-CDDB-45E6-9DB1-577FFF8A5EB1}"/>
                </a:ext>
              </a:extLst>
            </p:cNvPr>
            <p:cNvSpPr txBox="1">
              <a:spLocks noChangeArrowheads="1"/>
            </p:cNvSpPr>
            <p:nvPr/>
          </p:nvSpPr>
          <p:spPr bwMode="auto">
            <a:xfrm>
              <a:off x="3995" y="1256"/>
              <a:ext cx="37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15:0</a:t>
              </a:r>
              <a:endParaRPr lang="en-AU" altLang="zh-TW" sz="1200" b="0">
                <a:latin typeface="Arial" panose="020B0604020202020204" pitchFamily="34" charset="0"/>
                <a:ea typeface="新細明體" panose="02020500000000000000" pitchFamily="18" charset="-120"/>
              </a:endParaRPr>
            </a:p>
          </p:txBody>
        </p:sp>
      </p:grpSp>
      <p:grpSp>
        <p:nvGrpSpPr>
          <p:cNvPr id="67590" name="Group 26">
            <a:extLst>
              <a:ext uri="{FF2B5EF4-FFF2-40B4-BE49-F238E27FC236}">
                <a16:creationId xmlns:a16="http://schemas.microsoft.com/office/drawing/2014/main" id="{B37A6DCB-0DBC-4D12-AAC5-3EA63121A2F9}"/>
              </a:ext>
            </a:extLst>
          </p:cNvPr>
          <p:cNvGrpSpPr>
            <a:grpSpLocks/>
          </p:cNvGrpSpPr>
          <p:nvPr/>
        </p:nvGrpSpPr>
        <p:grpSpPr bwMode="auto">
          <a:xfrm>
            <a:off x="2172891" y="3039667"/>
            <a:ext cx="5617369" cy="604837"/>
            <a:chOff x="884" y="981"/>
            <a:chExt cx="4355" cy="508"/>
          </a:xfrm>
        </p:grpSpPr>
        <p:sp>
          <p:nvSpPr>
            <p:cNvPr id="67607" name="Text Box 27">
              <a:extLst>
                <a:ext uri="{FF2B5EF4-FFF2-40B4-BE49-F238E27FC236}">
                  <a16:creationId xmlns:a16="http://schemas.microsoft.com/office/drawing/2014/main" id="{7F1F83B3-A6FE-4EFA-AE4E-19E1F889AF0D}"/>
                </a:ext>
              </a:extLst>
            </p:cNvPr>
            <p:cNvSpPr txBox="1">
              <a:spLocks noChangeArrowheads="1"/>
            </p:cNvSpPr>
            <p:nvPr/>
          </p:nvSpPr>
          <p:spPr bwMode="auto">
            <a:xfrm>
              <a:off x="884" y="981"/>
              <a:ext cx="817" cy="2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500" b="0">
                  <a:latin typeface="Arial" panose="020B0604020202020204" pitchFamily="34" charset="0"/>
                  <a:ea typeface="新細明體" panose="02020500000000000000" pitchFamily="18" charset="-120"/>
                </a:rPr>
                <a:t>4</a:t>
              </a:r>
              <a:endParaRPr lang="en-AU" altLang="zh-TW" sz="1500" b="0">
                <a:latin typeface="Arial" panose="020B0604020202020204" pitchFamily="34" charset="0"/>
                <a:ea typeface="新細明體" panose="02020500000000000000" pitchFamily="18" charset="-120"/>
              </a:endParaRPr>
            </a:p>
          </p:txBody>
        </p:sp>
        <p:sp>
          <p:nvSpPr>
            <p:cNvPr id="67608" name="Text Box 28">
              <a:extLst>
                <a:ext uri="{FF2B5EF4-FFF2-40B4-BE49-F238E27FC236}">
                  <a16:creationId xmlns:a16="http://schemas.microsoft.com/office/drawing/2014/main" id="{AA0169BF-EB8C-4108-90A1-23D480537497}"/>
                </a:ext>
              </a:extLst>
            </p:cNvPr>
            <p:cNvSpPr txBox="1">
              <a:spLocks noChangeArrowheads="1"/>
            </p:cNvSpPr>
            <p:nvPr/>
          </p:nvSpPr>
          <p:spPr bwMode="auto">
            <a:xfrm>
              <a:off x="1701" y="981"/>
              <a:ext cx="680" cy="2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500" b="0">
                  <a:latin typeface="Arial" panose="020B0604020202020204" pitchFamily="34" charset="0"/>
                  <a:ea typeface="新細明體" panose="02020500000000000000" pitchFamily="18" charset="-120"/>
                </a:rPr>
                <a:t>rs</a:t>
              </a:r>
              <a:endParaRPr lang="en-AU" altLang="zh-TW" sz="1500" b="0">
                <a:latin typeface="Arial" panose="020B0604020202020204" pitchFamily="34" charset="0"/>
                <a:ea typeface="新細明體" panose="02020500000000000000" pitchFamily="18" charset="-120"/>
              </a:endParaRPr>
            </a:p>
          </p:txBody>
        </p:sp>
        <p:sp>
          <p:nvSpPr>
            <p:cNvPr id="67609" name="Text Box 29">
              <a:extLst>
                <a:ext uri="{FF2B5EF4-FFF2-40B4-BE49-F238E27FC236}">
                  <a16:creationId xmlns:a16="http://schemas.microsoft.com/office/drawing/2014/main" id="{355129DC-6378-4819-BF8D-0F996E39AD20}"/>
                </a:ext>
              </a:extLst>
            </p:cNvPr>
            <p:cNvSpPr txBox="1">
              <a:spLocks noChangeArrowheads="1"/>
            </p:cNvSpPr>
            <p:nvPr/>
          </p:nvSpPr>
          <p:spPr bwMode="auto">
            <a:xfrm>
              <a:off x="2381" y="981"/>
              <a:ext cx="680" cy="2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500" b="0">
                  <a:latin typeface="Arial" panose="020B0604020202020204" pitchFamily="34" charset="0"/>
                  <a:ea typeface="新細明體" panose="02020500000000000000" pitchFamily="18" charset="-120"/>
                </a:rPr>
                <a:t>rt</a:t>
              </a:r>
              <a:endParaRPr lang="en-AU" altLang="zh-TW" sz="1500" b="0">
                <a:latin typeface="Arial" panose="020B0604020202020204" pitchFamily="34" charset="0"/>
                <a:ea typeface="新細明體" panose="02020500000000000000" pitchFamily="18" charset="-120"/>
              </a:endParaRPr>
            </a:p>
          </p:txBody>
        </p:sp>
        <p:sp>
          <p:nvSpPr>
            <p:cNvPr id="67610" name="Text Box 30">
              <a:extLst>
                <a:ext uri="{FF2B5EF4-FFF2-40B4-BE49-F238E27FC236}">
                  <a16:creationId xmlns:a16="http://schemas.microsoft.com/office/drawing/2014/main" id="{734A7318-CBB2-4BEA-A33C-19F781458160}"/>
                </a:ext>
              </a:extLst>
            </p:cNvPr>
            <p:cNvSpPr txBox="1">
              <a:spLocks noChangeArrowheads="1"/>
            </p:cNvSpPr>
            <p:nvPr/>
          </p:nvSpPr>
          <p:spPr bwMode="auto">
            <a:xfrm>
              <a:off x="3061" y="981"/>
              <a:ext cx="2178" cy="2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500" b="0">
                  <a:latin typeface="Arial" panose="020B0604020202020204" pitchFamily="34" charset="0"/>
                  <a:ea typeface="新細明體" panose="02020500000000000000" pitchFamily="18" charset="-120"/>
                </a:rPr>
                <a:t>address</a:t>
              </a:r>
              <a:endParaRPr lang="en-AU" altLang="zh-TW" sz="1500" b="0">
                <a:latin typeface="Arial" panose="020B0604020202020204" pitchFamily="34" charset="0"/>
                <a:ea typeface="新細明體" panose="02020500000000000000" pitchFamily="18" charset="-120"/>
              </a:endParaRPr>
            </a:p>
          </p:txBody>
        </p:sp>
        <p:sp>
          <p:nvSpPr>
            <p:cNvPr id="67611" name="Text Box 31">
              <a:extLst>
                <a:ext uri="{FF2B5EF4-FFF2-40B4-BE49-F238E27FC236}">
                  <a16:creationId xmlns:a16="http://schemas.microsoft.com/office/drawing/2014/main" id="{BF0C2027-D45A-4A08-AEAE-14CF18FDB5AE}"/>
                </a:ext>
              </a:extLst>
            </p:cNvPr>
            <p:cNvSpPr txBox="1">
              <a:spLocks noChangeArrowheads="1"/>
            </p:cNvSpPr>
            <p:nvPr/>
          </p:nvSpPr>
          <p:spPr bwMode="auto">
            <a:xfrm>
              <a:off x="1058" y="1256"/>
              <a:ext cx="4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31:26</a:t>
              </a:r>
              <a:endParaRPr lang="en-AU" altLang="zh-TW" sz="1200" b="0">
                <a:latin typeface="Arial" panose="020B0604020202020204" pitchFamily="34" charset="0"/>
                <a:ea typeface="新細明體" panose="02020500000000000000" pitchFamily="18" charset="-120"/>
              </a:endParaRPr>
            </a:p>
          </p:txBody>
        </p:sp>
        <p:sp>
          <p:nvSpPr>
            <p:cNvPr id="67612" name="Text Box 32">
              <a:extLst>
                <a:ext uri="{FF2B5EF4-FFF2-40B4-BE49-F238E27FC236}">
                  <a16:creationId xmlns:a16="http://schemas.microsoft.com/office/drawing/2014/main" id="{7B5E53C5-DB7D-4342-BED7-44F9B34A7EA6}"/>
                </a:ext>
              </a:extLst>
            </p:cNvPr>
            <p:cNvSpPr txBox="1">
              <a:spLocks noChangeArrowheads="1"/>
            </p:cNvSpPr>
            <p:nvPr/>
          </p:nvSpPr>
          <p:spPr bwMode="auto">
            <a:xfrm>
              <a:off x="1829" y="1256"/>
              <a:ext cx="4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25:21</a:t>
              </a:r>
              <a:endParaRPr lang="en-AU" altLang="zh-TW" sz="1200" b="0">
                <a:latin typeface="Arial" panose="020B0604020202020204" pitchFamily="34" charset="0"/>
                <a:ea typeface="新細明體" panose="02020500000000000000" pitchFamily="18" charset="-120"/>
              </a:endParaRPr>
            </a:p>
          </p:txBody>
        </p:sp>
        <p:sp>
          <p:nvSpPr>
            <p:cNvPr id="67613" name="Text Box 33">
              <a:extLst>
                <a:ext uri="{FF2B5EF4-FFF2-40B4-BE49-F238E27FC236}">
                  <a16:creationId xmlns:a16="http://schemas.microsoft.com/office/drawing/2014/main" id="{86F4795E-D4E7-4EB2-A782-11BBCA457E29}"/>
                </a:ext>
              </a:extLst>
            </p:cNvPr>
            <p:cNvSpPr txBox="1">
              <a:spLocks noChangeArrowheads="1"/>
            </p:cNvSpPr>
            <p:nvPr/>
          </p:nvSpPr>
          <p:spPr bwMode="auto">
            <a:xfrm>
              <a:off x="2510" y="1256"/>
              <a:ext cx="4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20:16</a:t>
              </a:r>
              <a:endParaRPr lang="en-AU" altLang="zh-TW" sz="1200" b="0">
                <a:latin typeface="Arial" panose="020B0604020202020204" pitchFamily="34" charset="0"/>
                <a:ea typeface="新細明體" panose="02020500000000000000" pitchFamily="18" charset="-120"/>
              </a:endParaRPr>
            </a:p>
          </p:txBody>
        </p:sp>
        <p:sp>
          <p:nvSpPr>
            <p:cNvPr id="67614" name="Text Box 34">
              <a:extLst>
                <a:ext uri="{FF2B5EF4-FFF2-40B4-BE49-F238E27FC236}">
                  <a16:creationId xmlns:a16="http://schemas.microsoft.com/office/drawing/2014/main" id="{537E9680-C551-461C-98DA-96333F6949B4}"/>
                </a:ext>
              </a:extLst>
            </p:cNvPr>
            <p:cNvSpPr txBox="1">
              <a:spLocks noChangeArrowheads="1"/>
            </p:cNvSpPr>
            <p:nvPr/>
          </p:nvSpPr>
          <p:spPr bwMode="auto">
            <a:xfrm>
              <a:off x="3995" y="1256"/>
              <a:ext cx="37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15:0</a:t>
              </a:r>
              <a:endParaRPr lang="en-AU" altLang="zh-TW" sz="1200" b="0">
                <a:latin typeface="Arial" panose="020B0604020202020204" pitchFamily="34" charset="0"/>
                <a:ea typeface="新細明體" panose="02020500000000000000" pitchFamily="18" charset="-120"/>
              </a:endParaRPr>
            </a:p>
          </p:txBody>
        </p:sp>
      </p:grpSp>
      <p:sp>
        <p:nvSpPr>
          <p:cNvPr id="67591" name="Text Box 35">
            <a:extLst>
              <a:ext uri="{FF2B5EF4-FFF2-40B4-BE49-F238E27FC236}">
                <a16:creationId xmlns:a16="http://schemas.microsoft.com/office/drawing/2014/main" id="{57107F2F-700C-4E68-8E7C-1CABFB55215D}"/>
              </a:ext>
            </a:extLst>
          </p:cNvPr>
          <p:cNvSpPr txBox="1">
            <a:spLocks noChangeArrowheads="1"/>
          </p:cNvSpPr>
          <p:nvPr/>
        </p:nvSpPr>
        <p:spPr bwMode="auto">
          <a:xfrm>
            <a:off x="1340644" y="1584722"/>
            <a:ext cx="69442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350" b="0">
                <a:latin typeface="Arial" panose="020B0604020202020204" pitchFamily="34" charset="0"/>
                <a:ea typeface="新細明體" panose="02020500000000000000" pitchFamily="18" charset="-120"/>
              </a:rPr>
              <a:t>R-type</a:t>
            </a:r>
            <a:endParaRPr lang="en-AU" altLang="zh-TW" sz="1350" b="0">
              <a:latin typeface="Arial" panose="020B0604020202020204" pitchFamily="34" charset="0"/>
              <a:ea typeface="新細明體" panose="02020500000000000000" pitchFamily="18" charset="-120"/>
            </a:endParaRPr>
          </a:p>
        </p:txBody>
      </p:sp>
      <p:sp>
        <p:nvSpPr>
          <p:cNvPr id="67592" name="Text Box 36">
            <a:extLst>
              <a:ext uri="{FF2B5EF4-FFF2-40B4-BE49-F238E27FC236}">
                <a16:creationId xmlns:a16="http://schemas.microsoft.com/office/drawing/2014/main" id="{51D87575-B94B-4527-8931-52D7A28AAD55}"/>
              </a:ext>
            </a:extLst>
          </p:cNvPr>
          <p:cNvSpPr txBox="1">
            <a:spLocks noChangeArrowheads="1"/>
          </p:cNvSpPr>
          <p:nvPr/>
        </p:nvSpPr>
        <p:spPr bwMode="auto">
          <a:xfrm>
            <a:off x="1340644" y="2233613"/>
            <a:ext cx="61747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350" b="0">
                <a:latin typeface="Arial" panose="020B0604020202020204" pitchFamily="34" charset="0"/>
                <a:ea typeface="新細明體" panose="02020500000000000000" pitchFamily="18" charset="-120"/>
              </a:rPr>
              <a:t>Load/</a:t>
            </a:r>
            <a:br>
              <a:rPr lang="en-US" altLang="zh-TW" sz="1350" b="0">
                <a:latin typeface="Arial" panose="020B0604020202020204" pitchFamily="34" charset="0"/>
                <a:ea typeface="新細明體" panose="02020500000000000000" pitchFamily="18" charset="-120"/>
              </a:rPr>
            </a:br>
            <a:r>
              <a:rPr lang="en-US" altLang="zh-TW" sz="1350" b="0">
                <a:latin typeface="Arial" panose="020B0604020202020204" pitchFamily="34" charset="0"/>
                <a:ea typeface="新細明體" panose="02020500000000000000" pitchFamily="18" charset="-120"/>
              </a:rPr>
              <a:t>Store</a:t>
            </a:r>
            <a:endParaRPr lang="en-AU" altLang="zh-TW" sz="1350" b="0">
              <a:latin typeface="Arial" panose="020B0604020202020204" pitchFamily="34" charset="0"/>
              <a:ea typeface="新細明體" panose="02020500000000000000" pitchFamily="18" charset="-120"/>
            </a:endParaRPr>
          </a:p>
        </p:txBody>
      </p:sp>
      <p:sp>
        <p:nvSpPr>
          <p:cNvPr id="67593" name="Text Box 37">
            <a:extLst>
              <a:ext uri="{FF2B5EF4-FFF2-40B4-BE49-F238E27FC236}">
                <a16:creationId xmlns:a16="http://schemas.microsoft.com/office/drawing/2014/main" id="{FA783E1F-F6B3-4973-8E84-D6A6DAD187DE}"/>
              </a:ext>
            </a:extLst>
          </p:cNvPr>
          <p:cNvSpPr txBox="1">
            <a:spLocks noChangeArrowheads="1"/>
          </p:cNvSpPr>
          <p:nvPr/>
        </p:nvSpPr>
        <p:spPr bwMode="auto">
          <a:xfrm>
            <a:off x="1340644" y="3096816"/>
            <a:ext cx="73289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350" b="0">
                <a:latin typeface="Arial" panose="020B0604020202020204" pitchFamily="34" charset="0"/>
                <a:ea typeface="新細明體" panose="02020500000000000000" pitchFamily="18" charset="-120"/>
              </a:rPr>
              <a:t>Branch</a:t>
            </a:r>
            <a:endParaRPr lang="en-AU" altLang="zh-TW" sz="1350" b="0">
              <a:latin typeface="Arial" panose="020B0604020202020204" pitchFamily="34" charset="0"/>
              <a:ea typeface="新細明體" panose="02020500000000000000" pitchFamily="18" charset="-120"/>
            </a:endParaRPr>
          </a:p>
        </p:txBody>
      </p:sp>
      <p:sp>
        <p:nvSpPr>
          <p:cNvPr id="67594" name="AutoShape 38">
            <a:extLst>
              <a:ext uri="{FF2B5EF4-FFF2-40B4-BE49-F238E27FC236}">
                <a16:creationId xmlns:a16="http://schemas.microsoft.com/office/drawing/2014/main" id="{63A18DBC-F079-4095-85E2-833F0D9D63F1}"/>
              </a:ext>
            </a:extLst>
          </p:cNvPr>
          <p:cNvSpPr>
            <a:spLocks/>
          </p:cNvSpPr>
          <p:nvPr/>
        </p:nvSpPr>
        <p:spPr bwMode="auto">
          <a:xfrm rot="16200000">
            <a:off x="2646165" y="3328393"/>
            <a:ext cx="108347" cy="935831"/>
          </a:xfrm>
          <a:prstGeom prst="leftBrace">
            <a:avLst>
              <a:gd name="adj1" fmla="val 7197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595" name="AutoShape 39">
            <a:extLst>
              <a:ext uri="{FF2B5EF4-FFF2-40B4-BE49-F238E27FC236}">
                <a16:creationId xmlns:a16="http://schemas.microsoft.com/office/drawing/2014/main" id="{AC103C59-DC62-4A0E-85D0-03ECDF77F05E}"/>
              </a:ext>
            </a:extLst>
          </p:cNvPr>
          <p:cNvSpPr>
            <a:spLocks/>
          </p:cNvSpPr>
          <p:nvPr/>
        </p:nvSpPr>
        <p:spPr bwMode="auto">
          <a:xfrm rot="16200000">
            <a:off x="3611761" y="3416499"/>
            <a:ext cx="108347" cy="759619"/>
          </a:xfrm>
          <a:prstGeom prst="leftBrace">
            <a:avLst>
              <a:gd name="adj1" fmla="val 58425"/>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596" name="AutoShape 40">
            <a:extLst>
              <a:ext uri="{FF2B5EF4-FFF2-40B4-BE49-F238E27FC236}">
                <a16:creationId xmlns:a16="http://schemas.microsoft.com/office/drawing/2014/main" id="{7BC0DEC9-FFA8-45CB-B994-C04E6FC330A4}"/>
              </a:ext>
            </a:extLst>
          </p:cNvPr>
          <p:cNvSpPr>
            <a:spLocks/>
          </p:cNvSpPr>
          <p:nvPr/>
        </p:nvSpPr>
        <p:spPr bwMode="auto">
          <a:xfrm rot="16200000">
            <a:off x="4489252" y="3416499"/>
            <a:ext cx="108347" cy="759619"/>
          </a:xfrm>
          <a:prstGeom prst="leftBrace">
            <a:avLst>
              <a:gd name="adj1" fmla="val 58425"/>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7597" name="Text Box 41">
            <a:extLst>
              <a:ext uri="{FF2B5EF4-FFF2-40B4-BE49-F238E27FC236}">
                <a16:creationId xmlns:a16="http://schemas.microsoft.com/office/drawing/2014/main" id="{9EB80C35-99B8-47F4-8315-487A8E8E71EB}"/>
              </a:ext>
            </a:extLst>
          </p:cNvPr>
          <p:cNvSpPr txBox="1">
            <a:spLocks noChangeArrowheads="1"/>
          </p:cNvSpPr>
          <p:nvPr/>
        </p:nvSpPr>
        <p:spPr bwMode="auto">
          <a:xfrm>
            <a:off x="2291954" y="3904060"/>
            <a:ext cx="819150" cy="300082"/>
          </a:xfrm>
          <a:prstGeom prst="rect">
            <a:avLst/>
          </a:prstGeom>
          <a:solidFill>
            <a:srgbClr val="FFFF99"/>
          </a:solidFill>
          <a:ln w="9525">
            <a:solidFill>
              <a:schemeClr val="tx1"/>
            </a:solidFill>
            <a:miter lim="800000"/>
            <a:headEnd/>
            <a:tailEnd/>
          </a:ln>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350">
                <a:latin typeface="Arial" panose="020B0604020202020204" pitchFamily="34" charset="0"/>
                <a:ea typeface="新細明體" panose="02020500000000000000" pitchFamily="18" charset="-120"/>
              </a:rPr>
              <a:t>opcode</a:t>
            </a:r>
            <a:endParaRPr lang="en-AU" altLang="zh-TW" sz="1350">
              <a:latin typeface="Arial" panose="020B0604020202020204" pitchFamily="34" charset="0"/>
              <a:ea typeface="新細明體" panose="02020500000000000000" pitchFamily="18" charset="-120"/>
            </a:endParaRPr>
          </a:p>
        </p:txBody>
      </p:sp>
      <p:sp>
        <p:nvSpPr>
          <p:cNvPr id="67598" name="Text Box 42">
            <a:extLst>
              <a:ext uri="{FF2B5EF4-FFF2-40B4-BE49-F238E27FC236}">
                <a16:creationId xmlns:a16="http://schemas.microsoft.com/office/drawing/2014/main" id="{E21B4141-1E27-45DF-B1D4-B2E4C4C1D378}"/>
              </a:ext>
            </a:extLst>
          </p:cNvPr>
          <p:cNvSpPr txBox="1">
            <a:spLocks noChangeArrowheads="1"/>
          </p:cNvSpPr>
          <p:nvPr/>
        </p:nvSpPr>
        <p:spPr bwMode="auto">
          <a:xfrm>
            <a:off x="3226594" y="3904060"/>
            <a:ext cx="819150" cy="507831"/>
          </a:xfrm>
          <a:prstGeom prst="rect">
            <a:avLst/>
          </a:prstGeom>
          <a:solidFill>
            <a:srgbClr val="FFFF99"/>
          </a:solidFill>
          <a:ln w="9525">
            <a:solidFill>
              <a:schemeClr val="tx1"/>
            </a:solidFill>
            <a:miter lim="800000"/>
            <a:headEnd/>
            <a:tailEnd/>
          </a:ln>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350">
                <a:latin typeface="Arial" panose="020B0604020202020204" pitchFamily="34" charset="0"/>
                <a:ea typeface="新細明體" panose="02020500000000000000" pitchFamily="18" charset="-120"/>
              </a:rPr>
              <a:t>always read</a:t>
            </a:r>
            <a:endParaRPr lang="en-AU" altLang="zh-TW" sz="1350">
              <a:latin typeface="Arial" panose="020B0604020202020204" pitchFamily="34" charset="0"/>
              <a:ea typeface="新細明體" panose="02020500000000000000" pitchFamily="18" charset="-120"/>
            </a:endParaRPr>
          </a:p>
        </p:txBody>
      </p:sp>
      <p:sp>
        <p:nvSpPr>
          <p:cNvPr id="67599" name="Text Box 43">
            <a:extLst>
              <a:ext uri="{FF2B5EF4-FFF2-40B4-BE49-F238E27FC236}">
                <a16:creationId xmlns:a16="http://schemas.microsoft.com/office/drawing/2014/main" id="{064C1C00-82DC-4518-A4A9-B749B5448A76}"/>
              </a:ext>
            </a:extLst>
          </p:cNvPr>
          <p:cNvSpPr txBox="1">
            <a:spLocks noChangeArrowheads="1"/>
          </p:cNvSpPr>
          <p:nvPr/>
        </p:nvSpPr>
        <p:spPr bwMode="auto">
          <a:xfrm>
            <a:off x="4163616" y="3904060"/>
            <a:ext cx="819150" cy="715581"/>
          </a:xfrm>
          <a:prstGeom prst="rect">
            <a:avLst/>
          </a:prstGeom>
          <a:solidFill>
            <a:srgbClr val="FFFF99"/>
          </a:solidFill>
          <a:ln w="9525">
            <a:solidFill>
              <a:schemeClr val="tx1"/>
            </a:solidFill>
            <a:miter lim="800000"/>
            <a:headEnd/>
            <a:tailEnd/>
          </a:ln>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350">
                <a:latin typeface="Arial" panose="020B0604020202020204" pitchFamily="34" charset="0"/>
                <a:ea typeface="新細明體" panose="02020500000000000000" pitchFamily="18" charset="-120"/>
              </a:rPr>
              <a:t>read, except for load</a:t>
            </a:r>
            <a:endParaRPr lang="en-AU" altLang="zh-TW" sz="1350">
              <a:latin typeface="Arial" panose="020B0604020202020204" pitchFamily="34" charset="0"/>
              <a:ea typeface="新細明體" panose="02020500000000000000" pitchFamily="18" charset="-120"/>
            </a:endParaRPr>
          </a:p>
        </p:txBody>
      </p:sp>
      <p:sp>
        <p:nvSpPr>
          <p:cNvPr id="67600" name="Text Box 44">
            <a:extLst>
              <a:ext uri="{FF2B5EF4-FFF2-40B4-BE49-F238E27FC236}">
                <a16:creationId xmlns:a16="http://schemas.microsoft.com/office/drawing/2014/main" id="{4055B1C4-E153-4E16-8C23-CBE567E6BC39}"/>
              </a:ext>
            </a:extLst>
          </p:cNvPr>
          <p:cNvSpPr txBox="1">
            <a:spLocks noChangeArrowheads="1"/>
          </p:cNvSpPr>
          <p:nvPr/>
        </p:nvSpPr>
        <p:spPr bwMode="auto">
          <a:xfrm>
            <a:off x="5392341" y="3904060"/>
            <a:ext cx="994172" cy="715581"/>
          </a:xfrm>
          <a:prstGeom prst="rect">
            <a:avLst/>
          </a:prstGeom>
          <a:solidFill>
            <a:srgbClr val="FFFF99"/>
          </a:solidFill>
          <a:ln w="9525">
            <a:solidFill>
              <a:schemeClr val="tx1"/>
            </a:solidFill>
            <a:miter lim="800000"/>
            <a:headEnd/>
            <a:tailEnd/>
          </a:ln>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350">
                <a:latin typeface="Arial" panose="020B0604020202020204" pitchFamily="34" charset="0"/>
                <a:ea typeface="新細明體" panose="02020500000000000000" pitchFamily="18" charset="-120"/>
              </a:rPr>
              <a:t>write for R-type and load</a:t>
            </a:r>
            <a:endParaRPr lang="en-AU" altLang="zh-TW" sz="1350">
              <a:latin typeface="Arial" panose="020B0604020202020204" pitchFamily="34" charset="0"/>
              <a:ea typeface="新細明體" panose="02020500000000000000" pitchFamily="18" charset="-120"/>
            </a:endParaRPr>
          </a:p>
        </p:txBody>
      </p:sp>
      <p:sp>
        <p:nvSpPr>
          <p:cNvPr id="67601" name="Line 45">
            <a:extLst>
              <a:ext uri="{FF2B5EF4-FFF2-40B4-BE49-F238E27FC236}">
                <a16:creationId xmlns:a16="http://schemas.microsoft.com/office/drawing/2014/main" id="{1B84F85B-A6EC-4FAB-BA78-D96BDE3C5B80}"/>
              </a:ext>
            </a:extLst>
          </p:cNvPr>
          <p:cNvSpPr>
            <a:spLocks noChangeShapeType="1"/>
          </p:cNvSpPr>
          <p:nvPr/>
        </p:nvSpPr>
        <p:spPr bwMode="auto">
          <a:xfrm flipH="1" flipV="1">
            <a:off x="4924425" y="2661048"/>
            <a:ext cx="467916" cy="11882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67602" name="Line 46">
            <a:extLst>
              <a:ext uri="{FF2B5EF4-FFF2-40B4-BE49-F238E27FC236}">
                <a16:creationId xmlns:a16="http://schemas.microsoft.com/office/drawing/2014/main" id="{98671E2B-6DAC-4F11-BF94-1D954A45594E}"/>
              </a:ext>
            </a:extLst>
          </p:cNvPr>
          <p:cNvSpPr>
            <a:spLocks noChangeShapeType="1"/>
          </p:cNvSpPr>
          <p:nvPr/>
        </p:nvSpPr>
        <p:spPr bwMode="auto">
          <a:xfrm flipH="1" flipV="1">
            <a:off x="5157788" y="1905000"/>
            <a:ext cx="292894" cy="194429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67603" name="Text Box 47">
            <a:extLst>
              <a:ext uri="{FF2B5EF4-FFF2-40B4-BE49-F238E27FC236}">
                <a16:creationId xmlns:a16="http://schemas.microsoft.com/office/drawing/2014/main" id="{7839534F-B7C0-4E70-9BBD-E8FBFBD12E90}"/>
              </a:ext>
            </a:extLst>
          </p:cNvPr>
          <p:cNvSpPr txBox="1">
            <a:spLocks noChangeArrowheads="1"/>
          </p:cNvSpPr>
          <p:nvPr/>
        </p:nvSpPr>
        <p:spPr bwMode="auto">
          <a:xfrm>
            <a:off x="6796088" y="3904060"/>
            <a:ext cx="1169194" cy="507831"/>
          </a:xfrm>
          <a:prstGeom prst="rect">
            <a:avLst/>
          </a:prstGeom>
          <a:solidFill>
            <a:srgbClr val="FFFF99"/>
          </a:solidFill>
          <a:ln w="9525">
            <a:solidFill>
              <a:schemeClr val="tx1"/>
            </a:solidFill>
            <a:miter lim="800000"/>
            <a:headEnd/>
            <a:tailEnd/>
          </a:ln>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350">
                <a:latin typeface="Arial" panose="020B0604020202020204" pitchFamily="34" charset="0"/>
                <a:ea typeface="新細明體" panose="02020500000000000000" pitchFamily="18" charset="-120"/>
              </a:rPr>
              <a:t>sign-extend and add</a:t>
            </a:r>
            <a:endParaRPr lang="en-AU" altLang="zh-TW" sz="1350">
              <a:latin typeface="Arial" panose="020B0604020202020204" pitchFamily="34" charset="0"/>
              <a:ea typeface="新細明體" panose="02020500000000000000" pitchFamily="18" charset="-120"/>
            </a:endParaRPr>
          </a:p>
        </p:txBody>
      </p:sp>
      <p:sp>
        <p:nvSpPr>
          <p:cNvPr id="67604" name="Line 48">
            <a:extLst>
              <a:ext uri="{FF2B5EF4-FFF2-40B4-BE49-F238E27FC236}">
                <a16:creationId xmlns:a16="http://schemas.microsoft.com/office/drawing/2014/main" id="{CD5840C7-7970-429D-809D-1496CF2CF629}"/>
              </a:ext>
            </a:extLst>
          </p:cNvPr>
          <p:cNvSpPr>
            <a:spLocks noChangeShapeType="1"/>
          </p:cNvSpPr>
          <p:nvPr/>
        </p:nvSpPr>
        <p:spPr bwMode="auto">
          <a:xfrm flipH="1" flipV="1">
            <a:off x="6912769" y="3417094"/>
            <a:ext cx="58341" cy="43219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67605" name="Line 49">
            <a:extLst>
              <a:ext uri="{FF2B5EF4-FFF2-40B4-BE49-F238E27FC236}">
                <a16:creationId xmlns:a16="http://schemas.microsoft.com/office/drawing/2014/main" id="{81115BE1-858C-433A-AE9A-99A81EB08BE5}"/>
              </a:ext>
            </a:extLst>
          </p:cNvPr>
          <p:cNvSpPr>
            <a:spLocks noChangeShapeType="1"/>
          </p:cNvSpPr>
          <p:nvPr/>
        </p:nvSpPr>
        <p:spPr bwMode="auto">
          <a:xfrm flipV="1">
            <a:off x="7030641" y="2661048"/>
            <a:ext cx="0" cy="11882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51" name="灯片编号占位符 5">
            <a:extLst>
              <a:ext uri="{FF2B5EF4-FFF2-40B4-BE49-F238E27FC236}">
                <a16:creationId xmlns:a16="http://schemas.microsoft.com/office/drawing/2014/main" id="{6867D63E-622F-46CE-8715-9F0847F5D149}"/>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59</a:t>
            </a:fld>
            <a:endParaRPr lang="zh-TW"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D359478A-9619-4D54-9753-0BCD9A64D6A1}"/>
              </a:ext>
            </a:extLst>
          </p:cNvPr>
          <p:cNvSpPr>
            <a:spLocks noChangeArrowheads="1"/>
          </p:cNvSpPr>
          <p:nvPr/>
        </p:nvSpPr>
        <p:spPr bwMode="auto">
          <a:xfrm>
            <a:off x="3258742" y="1258082"/>
            <a:ext cx="38632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add</a:t>
            </a:r>
          </a:p>
        </p:txBody>
      </p:sp>
      <p:sp>
        <p:nvSpPr>
          <p:cNvPr id="68611" name="Rectangle 3">
            <a:extLst>
              <a:ext uri="{FF2B5EF4-FFF2-40B4-BE49-F238E27FC236}">
                <a16:creationId xmlns:a16="http://schemas.microsoft.com/office/drawing/2014/main" id="{B20A1CB0-3CF9-431F-B8CD-C804BCDBD1F8}"/>
              </a:ext>
            </a:extLst>
          </p:cNvPr>
          <p:cNvSpPr>
            <a:spLocks noChangeArrowheads="1"/>
          </p:cNvSpPr>
          <p:nvPr/>
        </p:nvSpPr>
        <p:spPr bwMode="auto">
          <a:xfrm>
            <a:off x="3988594" y="1258082"/>
            <a:ext cx="36869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sub</a:t>
            </a:r>
          </a:p>
        </p:txBody>
      </p:sp>
      <p:sp>
        <p:nvSpPr>
          <p:cNvPr id="68612" name="Rectangle 4">
            <a:extLst>
              <a:ext uri="{FF2B5EF4-FFF2-40B4-BE49-F238E27FC236}">
                <a16:creationId xmlns:a16="http://schemas.microsoft.com/office/drawing/2014/main" id="{9FD4D1B4-6F21-41AF-82A4-8BF43BCB1263}"/>
              </a:ext>
            </a:extLst>
          </p:cNvPr>
          <p:cNvSpPr>
            <a:spLocks noChangeArrowheads="1"/>
          </p:cNvSpPr>
          <p:nvPr/>
        </p:nvSpPr>
        <p:spPr bwMode="auto">
          <a:xfrm>
            <a:off x="4819650" y="1258082"/>
            <a:ext cx="29334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lw</a:t>
            </a:r>
          </a:p>
        </p:txBody>
      </p:sp>
      <p:sp>
        <p:nvSpPr>
          <p:cNvPr id="68613" name="Rectangle 5">
            <a:extLst>
              <a:ext uri="{FF2B5EF4-FFF2-40B4-BE49-F238E27FC236}">
                <a16:creationId xmlns:a16="http://schemas.microsoft.com/office/drawing/2014/main" id="{6A863633-D197-421B-86AB-9B63E78FCC48}"/>
              </a:ext>
            </a:extLst>
          </p:cNvPr>
          <p:cNvSpPr>
            <a:spLocks noChangeArrowheads="1"/>
          </p:cNvSpPr>
          <p:nvPr/>
        </p:nvSpPr>
        <p:spPr bwMode="auto">
          <a:xfrm>
            <a:off x="5611417" y="1258082"/>
            <a:ext cx="3093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sw</a:t>
            </a:r>
          </a:p>
        </p:txBody>
      </p:sp>
      <p:sp>
        <p:nvSpPr>
          <p:cNvPr id="68614" name="Rectangle 6">
            <a:extLst>
              <a:ext uri="{FF2B5EF4-FFF2-40B4-BE49-F238E27FC236}">
                <a16:creationId xmlns:a16="http://schemas.microsoft.com/office/drawing/2014/main" id="{410517FC-9E89-4C10-B64D-3EFEEEC729E7}"/>
              </a:ext>
            </a:extLst>
          </p:cNvPr>
          <p:cNvSpPr>
            <a:spLocks noChangeArrowheads="1"/>
          </p:cNvSpPr>
          <p:nvPr/>
        </p:nvSpPr>
        <p:spPr bwMode="auto">
          <a:xfrm>
            <a:off x="6354366" y="1258082"/>
            <a:ext cx="37830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err="1">
                <a:latin typeface="Times New Roman" panose="02020603050405020304" pitchFamily="18" charset="0"/>
                <a:ea typeface="新細明體" panose="02020500000000000000" pitchFamily="18" charset="-120"/>
              </a:rPr>
              <a:t>beq</a:t>
            </a:r>
            <a:endParaRPr kumimoji="1" lang="en-US" altLang="zh-TW" sz="1200" dirty="0">
              <a:latin typeface="Times New Roman" panose="02020603050405020304" pitchFamily="18" charset="0"/>
              <a:ea typeface="新細明體" panose="02020500000000000000" pitchFamily="18" charset="-120"/>
            </a:endParaRPr>
          </a:p>
        </p:txBody>
      </p:sp>
      <p:sp>
        <p:nvSpPr>
          <p:cNvPr id="68615" name="Rectangle 7">
            <a:extLst>
              <a:ext uri="{FF2B5EF4-FFF2-40B4-BE49-F238E27FC236}">
                <a16:creationId xmlns:a16="http://schemas.microsoft.com/office/drawing/2014/main" id="{9148FAAF-7C7F-4056-8928-A9022DE5ED3E}"/>
              </a:ext>
            </a:extLst>
          </p:cNvPr>
          <p:cNvSpPr>
            <a:spLocks noChangeArrowheads="1"/>
          </p:cNvSpPr>
          <p:nvPr/>
        </p:nvSpPr>
        <p:spPr bwMode="auto">
          <a:xfrm>
            <a:off x="2020492" y="1486682"/>
            <a:ext cx="617156"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RegDst</a:t>
            </a:r>
          </a:p>
        </p:txBody>
      </p:sp>
      <p:sp>
        <p:nvSpPr>
          <p:cNvPr id="68616" name="Rectangle 8">
            <a:extLst>
              <a:ext uri="{FF2B5EF4-FFF2-40B4-BE49-F238E27FC236}">
                <a16:creationId xmlns:a16="http://schemas.microsoft.com/office/drawing/2014/main" id="{9E45FAAF-C598-4754-A59E-7B0CE1A36168}"/>
              </a:ext>
            </a:extLst>
          </p:cNvPr>
          <p:cNvSpPr>
            <a:spLocks noChangeArrowheads="1"/>
          </p:cNvSpPr>
          <p:nvPr/>
        </p:nvSpPr>
        <p:spPr bwMode="auto">
          <a:xfrm>
            <a:off x="2020492" y="1715282"/>
            <a:ext cx="68332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ALUSrc</a:t>
            </a:r>
          </a:p>
        </p:txBody>
      </p:sp>
      <p:sp>
        <p:nvSpPr>
          <p:cNvPr id="68617" name="Rectangle 9">
            <a:extLst>
              <a:ext uri="{FF2B5EF4-FFF2-40B4-BE49-F238E27FC236}">
                <a16:creationId xmlns:a16="http://schemas.microsoft.com/office/drawing/2014/main" id="{78C14F7B-522A-4191-81FA-5F904ED10DFA}"/>
              </a:ext>
            </a:extLst>
          </p:cNvPr>
          <p:cNvSpPr>
            <a:spLocks noChangeArrowheads="1"/>
          </p:cNvSpPr>
          <p:nvPr/>
        </p:nvSpPr>
        <p:spPr bwMode="auto">
          <a:xfrm>
            <a:off x="2020491" y="1943882"/>
            <a:ext cx="867224"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MemtoReg</a:t>
            </a:r>
          </a:p>
        </p:txBody>
      </p:sp>
      <p:sp>
        <p:nvSpPr>
          <p:cNvPr id="68618" name="Rectangle 10">
            <a:extLst>
              <a:ext uri="{FF2B5EF4-FFF2-40B4-BE49-F238E27FC236}">
                <a16:creationId xmlns:a16="http://schemas.microsoft.com/office/drawing/2014/main" id="{350AB5A8-299C-47C6-B932-4E03434B91AF}"/>
              </a:ext>
            </a:extLst>
          </p:cNvPr>
          <p:cNvSpPr>
            <a:spLocks noChangeArrowheads="1"/>
          </p:cNvSpPr>
          <p:nvPr/>
        </p:nvSpPr>
        <p:spPr bwMode="auto">
          <a:xfrm>
            <a:off x="2020492" y="2172482"/>
            <a:ext cx="77950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RegWrite</a:t>
            </a:r>
          </a:p>
        </p:txBody>
      </p:sp>
      <p:sp>
        <p:nvSpPr>
          <p:cNvPr id="68619" name="Rectangle 11">
            <a:extLst>
              <a:ext uri="{FF2B5EF4-FFF2-40B4-BE49-F238E27FC236}">
                <a16:creationId xmlns:a16="http://schemas.microsoft.com/office/drawing/2014/main" id="{4DF81422-5237-47C7-B6C3-0E1636AD161D}"/>
              </a:ext>
            </a:extLst>
          </p:cNvPr>
          <p:cNvSpPr>
            <a:spLocks noChangeArrowheads="1"/>
          </p:cNvSpPr>
          <p:nvPr/>
        </p:nvSpPr>
        <p:spPr bwMode="auto">
          <a:xfrm>
            <a:off x="2020491" y="2597535"/>
            <a:ext cx="866070"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MemWrite</a:t>
            </a:r>
          </a:p>
        </p:txBody>
      </p:sp>
      <p:sp>
        <p:nvSpPr>
          <p:cNvPr id="68620" name="Rectangle 12">
            <a:extLst>
              <a:ext uri="{FF2B5EF4-FFF2-40B4-BE49-F238E27FC236}">
                <a16:creationId xmlns:a16="http://schemas.microsoft.com/office/drawing/2014/main" id="{522F28F5-6782-4DBF-9103-B5117FBBF4D8}"/>
              </a:ext>
            </a:extLst>
          </p:cNvPr>
          <p:cNvSpPr>
            <a:spLocks noChangeArrowheads="1"/>
          </p:cNvSpPr>
          <p:nvPr/>
        </p:nvSpPr>
        <p:spPr bwMode="auto">
          <a:xfrm>
            <a:off x="2020491" y="2826135"/>
            <a:ext cx="626774"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Branch</a:t>
            </a:r>
          </a:p>
        </p:txBody>
      </p:sp>
      <p:sp>
        <p:nvSpPr>
          <p:cNvPr id="68621" name="Rectangle 13">
            <a:extLst>
              <a:ext uri="{FF2B5EF4-FFF2-40B4-BE49-F238E27FC236}">
                <a16:creationId xmlns:a16="http://schemas.microsoft.com/office/drawing/2014/main" id="{513EDEBE-3BF7-4137-99D2-02ECBB665E67}"/>
              </a:ext>
            </a:extLst>
          </p:cNvPr>
          <p:cNvSpPr>
            <a:spLocks noChangeArrowheads="1"/>
          </p:cNvSpPr>
          <p:nvPr/>
        </p:nvSpPr>
        <p:spPr bwMode="auto">
          <a:xfrm>
            <a:off x="2020492" y="3054735"/>
            <a:ext cx="70211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ALUop1</a:t>
            </a:r>
          </a:p>
        </p:txBody>
      </p:sp>
      <p:sp>
        <p:nvSpPr>
          <p:cNvPr id="68622" name="Rectangle 14">
            <a:extLst>
              <a:ext uri="{FF2B5EF4-FFF2-40B4-BE49-F238E27FC236}">
                <a16:creationId xmlns:a16="http://schemas.microsoft.com/office/drawing/2014/main" id="{89F45B2F-9818-4ED4-AD1C-B99152350E0F}"/>
              </a:ext>
            </a:extLst>
          </p:cNvPr>
          <p:cNvSpPr>
            <a:spLocks noChangeArrowheads="1"/>
          </p:cNvSpPr>
          <p:nvPr/>
        </p:nvSpPr>
        <p:spPr bwMode="auto">
          <a:xfrm>
            <a:off x="2020492" y="3315482"/>
            <a:ext cx="70211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ALUop0</a:t>
            </a:r>
          </a:p>
        </p:txBody>
      </p:sp>
      <p:sp>
        <p:nvSpPr>
          <p:cNvPr id="68623" name="Line 15">
            <a:extLst>
              <a:ext uri="{FF2B5EF4-FFF2-40B4-BE49-F238E27FC236}">
                <a16:creationId xmlns:a16="http://schemas.microsoft.com/office/drawing/2014/main" id="{8A113863-7450-489D-B523-D2429D1055D9}"/>
              </a:ext>
            </a:extLst>
          </p:cNvPr>
          <p:cNvSpPr>
            <a:spLocks noChangeShapeType="1"/>
          </p:cNvSpPr>
          <p:nvPr/>
        </p:nvSpPr>
        <p:spPr bwMode="auto">
          <a:xfrm flipV="1">
            <a:off x="1909762" y="1693851"/>
            <a:ext cx="5014913" cy="13097"/>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24" name="Line 16">
            <a:extLst>
              <a:ext uri="{FF2B5EF4-FFF2-40B4-BE49-F238E27FC236}">
                <a16:creationId xmlns:a16="http://schemas.microsoft.com/office/drawing/2014/main" id="{75501C98-1F31-4207-BA38-A9DA15786775}"/>
              </a:ext>
            </a:extLst>
          </p:cNvPr>
          <p:cNvSpPr>
            <a:spLocks noChangeShapeType="1"/>
          </p:cNvSpPr>
          <p:nvPr/>
        </p:nvSpPr>
        <p:spPr bwMode="auto">
          <a:xfrm flipV="1">
            <a:off x="1909762" y="1922451"/>
            <a:ext cx="5014913" cy="13097"/>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25" name="Line 17">
            <a:extLst>
              <a:ext uri="{FF2B5EF4-FFF2-40B4-BE49-F238E27FC236}">
                <a16:creationId xmlns:a16="http://schemas.microsoft.com/office/drawing/2014/main" id="{17A8ACCC-0E71-4B7D-9E95-109232B05888}"/>
              </a:ext>
            </a:extLst>
          </p:cNvPr>
          <p:cNvSpPr>
            <a:spLocks noChangeShapeType="1"/>
          </p:cNvSpPr>
          <p:nvPr/>
        </p:nvSpPr>
        <p:spPr bwMode="auto">
          <a:xfrm flipV="1">
            <a:off x="1909762" y="2151051"/>
            <a:ext cx="5014913" cy="13097"/>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26" name="Line 18">
            <a:extLst>
              <a:ext uri="{FF2B5EF4-FFF2-40B4-BE49-F238E27FC236}">
                <a16:creationId xmlns:a16="http://schemas.microsoft.com/office/drawing/2014/main" id="{90F2A316-CCF0-40E5-98A5-12F1F13EB341}"/>
              </a:ext>
            </a:extLst>
          </p:cNvPr>
          <p:cNvSpPr>
            <a:spLocks noChangeShapeType="1"/>
          </p:cNvSpPr>
          <p:nvPr/>
        </p:nvSpPr>
        <p:spPr bwMode="auto">
          <a:xfrm flipV="1">
            <a:off x="1909762" y="2379651"/>
            <a:ext cx="5014913" cy="13097"/>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27" name="Line 19">
            <a:extLst>
              <a:ext uri="{FF2B5EF4-FFF2-40B4-BE49-F238E27FC236}">
                <a16:creationId xmlns:a16="http://schemas.microsoft.com/office/drawing/2014/main" id="{1939CDAB-CAA6-4562-90D2-DC96BD0C714D}"/>
              </a:ext>
            </a:extLst>
          </p:cNvPr>
          <p:cNvSpPr>
            <a:spLocks noChangeShapeType="1"/>
          </p:cNvSpPr>
          <p:nvPr/>
        </p:nvSpPr>
        <p:spPr bwMode="auto">
          <a:xfrm flipV="1">
            <a:off x="1909762" y="2608251"/>
            <a:ext cx="5014913" cy="13097"/>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28" name="Line 20">
            <a:extLst>
              <a:ext uri="{FF2B5EF4-FFF2-40B4-BE49-F238E27FC236}">
                <a16:creationId xmlns:a16="http://schemas.microsoft.com/office/drawing/2014/main" id="{6F94644B-38CC-40A2-B39A-0142171E50A0}"/>
              </a:ext>
            </a:extLst>
          </p:cNvPr>
          <p:cNvSpPr>
            <a:spLocks noChangeShapeType="1"/>
          </p:cNvSpPr>
          <p:nvPr/>
        </p:nvSpPr>
        <p:spPr bwMode="auto">
          <a:xfrm flipV="1">
            <a:off x="1909762" y="2836851"/>
            <a:ext cx="5014913" cy="13097"/>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29" name="Line 21">
            <a:extLst>
              <a:ext uri="{FF2B5EF4-FFF2-40B4-BE49-F238E27FC236}">
                <a16:creationId xmlns:a16="http://schemas.microsoft.com/office/drawing/2014/main" id="{6A5E7912-AD47-4F28-AD75-41B91C6DE7BC}"/>
              </a:ext>
            </a:extLst>
          </p:cNvPr>
          <p:cNvSpPr>
            <a:spLocks noChangeShapeType="1"/>
          </p:cNvSpPr>
          <p:nvPr/>
        </p:nvSpPr>
        <p:spPr bwMode="auto">
          <a:xfrm flipV="1">
            <a:off x="1909762" y="3065451"/>
            <a:ext cx="5014913" cy="13097"/>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30" name="Line 22">
            <a:extLst>
              <a:ext uri="{FF2B5EF4-FFF2-40B4-BE49-F238E27FC236}">
                <a16:creationId xmlns:a16="http://schemas.microsoft.com/office/drawing/2014/main" id="{BCEA0AD3-4D73-4BCB-A75E-5DCD1EA0CA93}"/>
              </a:ext>
            </a:extLst>
          </p:cNvPr>
          <p:cNvSpPr>
            <a:spLocks noChangeShapeType="1"/>
          </p:cNvSpPr>
          <p:nvPr/>
        </p:nvSpPr>
        <p:spPr bwMode="auto">
          <a:xfrm flipV="1">
            <a:off x="1909762" y="3294051"/>
            <a:ext cx="5014913" cy="13097"/>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31" name="Line 23">
            <a:extLst>
              <a:ext uri="{FF2B5EF4-FFF2-40B4-BE49-F238E27FC236}">
                <a16:creationId xmlns:a16="http://schemas.microsoft.com/office/drawing/2014/main" id="{082CD7A5-F993-4667-860B-87E22643C6B0}"/>
              </a:ext>
            </a:extLst>
          </p:cNvPr>
          <p:cNvSpPr>
            <a:spLocks noChangeShapeType="1"/>
          </p:cNvSpPr>
          <p:nvPr/>
        </p:nvSpPr>
        <p:spPr bwMode="auto">
          <a:xfrm flipV="1">
            <a:off x="1909762" y="1465251"/>
            <a:ext cx="5014913" cy="13097"/>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32" name="Line 24">
            <a:extLst>
              <a:ext uri="{FF2B5EF4-FFF2-40B4-BE49-F238E27FC236}">
                <a16:creationId xmlns:a16="http://schemas.microsoft.com/office/drawing/2014/main" id="{EFF077A9-B1EF-408A-849D-96C88C5A4B0C}"/>
              </a:ext>
            </a:extLst>
          </p:cNvPr>
          <p:cNvSpPr>
            <a:spLocks noChangeShapeType="1"/>
          </p:cNvSpPr>
          <p:nvPr/>
        </p:nvSpPr>
        <p:spPr bwMode="auto">
          <a:xfrm flipV="1">
            <a:off x="1909762" y="3522651"/>
            <a:ext cx="5014913" cy="13097"/>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33" name="Line 25">
            <a:extLst>
              <a:ext uri="{FF2B5EF4-FFF2-40B4-BE49-F238E27FC236}">
                <a16:creationId xmlns:a16="http://schemas.microsoft.com/office/drawing/2014/main" id="{7E9F1DFC-3EFC-4E68-91D0-4B76F07B46E1}"/>
              </a:ext>
            </a:extLst>
          </p:cNvPr>
          <p:cNvSpPr>
            <a:spLocks noChangeShapeType="1"/>
          </p:cNvSpPr>
          <p:nvPr/>
        </p:nvSpPr>
        <p:spPr bwMode="auto">
          <a:xfrm flipV="1">
            <a:off x="3148013" y="1249747"/>
            <a:ext cx="0" cy="22860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34" name="Line 26">
            <a:extLst>
              <a:ext uri="{FF2B5EF4-FFF2-40B4-BE49-F238E27FC236}">
                <a16:creationId xmlns:a16="http://schemas.microsoft.com/office/drawing/2014/main" id="{B31B2CB1-3172-440D-8D7B-9FBBB2ED13EA}"/>
              </a:ext>
            </a:extLst>
          </p:cNvPr>
          <p:cNvSpPr>
            <a:spLocks noChangeShapeType="1"/>
          </p:cNvSpPr>
          <p:nvPr/>
        </p:nvSpPr>
        <p:spPr bwMode="auto">
          <a:xfrm flipV="1">
            <a:off x="1909762" y="1236651"/>
            <a:ext cx="5014913" cy="13097"/>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35" name="Line 27">
            <a:extLst>
              <a:ext uri="{FF2B5EF4-FFF2-40B4-BE49-F238E27FC236}">
                <a16:creationId xmlns:a16="http://schemas.microsoft.com/office/drawing/2014/main" id="{721D771D-8906-494E-964A-AD234E9D2FF5}"/>
              </a:ext>
            </a:extLst>
          </p:cNvPr>
          <p:cNvSpPr>
            <a:spLocks noChangeShapeType="1"/>
          </p:cNvSpPr>
          <p:nvPr/>
        </p:nvSpPr>
        <p:spPr bwMode="auto">
          <a:xfrm flipV="1">
            <a:off x="3829050" y="1249747"/>
            <a:ext cx="0" cy="22860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36" name="Line 28">
            <a:extLst>
              <a:ext uri="{FF2B5EF4-FFF2-40B4-BE49-F238E27FC236}">
                <a16:creationId xmlns:a16="http://schemas.microsoft.com/office/drawing/2014/main" id="{7478B4C6-1D2B-4C61-AA92-C49F44BFACBB}"/>
              </a:ext>
            </a:extLst>
          </p:cNvPr>
          <p:cNvSpPr>
            <a:spLocks noChangeShapeType="1"/>
          </p:cNvSpPr>
          <p:nvPr/>
        </p:nvSpPr>
        <p:spPr bwMode="auto">
          <a:xfrm flipV="1">
            <a:off x="4572000" y="1249747"/>
            <a:ext cx="0" cy="22860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37" name="Line 29">
            <a:extLst>
              <a:ext uri="{FF2B5EF4-FFF2-40B4-BE49-F238E27FC236}">
                <a16:creationId xmlns:a16="http://schemas.microsoft.com/office/drawing/2014/main" id="{93D07234-19A2-4F2C-99A0-4CA28E742AED}"/>
              </a:ext>
            </a:extLst>
          </p:cNvPr>
          <p:cNvSpPr>
            <a:spLocks noChangeShapeType="1"/>
          </p:cNvSpPr>
          <p:nvPr/>
        </p:nvSpPr>
        <p:spPr bwMode="auto">
          <a:xfrm flipV="1">
            <a:off x="5376863" y="1249747"/>
            <a:ext cx="0" cy="22860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38" name="Line 30">
            <a:extLst>
              <a:ext uri="{FF2B5EF4-FFF2-40B4-BE49-F238E27FC236}">
                <a16:creationId xmlns:a16="http://schemas.microsoft.com/office/drawing/2014/main" id="{D7C04A1C-C31F-4552-B380-38BA2A4BBB84}"/>
              </a:ext>
            </a:extLst>
          </p:cNvPr>
          <p:cNvSpPr>
            <a:spLocks noChangeShapeType="1"/>
          </p:cNvSpPr>
          <p:nvPr/>
        </p:nvSpPr>
        <p:spPr bwMode="auto">
          <a:xfrm flipV="1">
            <a:off x="6119813" y="1249747"/>
            <a:ext cx="0" cy="22860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39" name="Line 31">
            <a:extLst>
              <a:ext uri="{FF2B5EF4-FFF2-40B4-BE49-F238E27FC236}">
                <a16:creationId xmlns:a16="http://schemas.microsoft.com/office/drawing/2014/main" id="{3D408E47-AC5D-4EF2-92C7-38D8F77C3121}"/>
              </a:ext>
            </a:extLst>
          </p:cNvPr>
          <p:cNvSpPr>
            <a:spLocks noChangeShapeType="1"/>
          </p:cNvSpPr>
          <p:nvPr/>
        </p:nvSpPr>
        <p:spPr bwMode="auto">
          <a:xfrm flipV="1">
            <a:off x="6924675" y="1249747"/>
            <a:ext cx="0" cy="22860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40" name="Line 32">
            <a:extLst>
              <a:ext uri="{FF2B5EF4-FFF2-40B4-BE49-F238E27FC236}">
                <a16:creationId xmlns:a16="http://schemas.microsoft.com/office/drawing/2014/main" id="{C6737014-9515-445D-8235-F0575F7EC80A}"/>
              </a:ext>
            </a:extLst>
          </p:cNvPr>
          <p:cNvSpPr>
            <a:spLocks noChangeShapeType="1"/>
          </p:cNvSpPr>
          <p:nvPr/>
        </p:nvSpPr>
        <p:spPr bwMode="auto">
          <a:xfrm flipV="1">
            <a:off x="1909763" y="1249747"/>
            <a:ext cx="0" cy="22860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41" name="Rectangle 33">
            <a:extLst>
              <a:ext uri="{FF2B5EF4-FFF2-40B4-BE49-F238E27FC236}">
                <a16:creationId xmlns:a16="http://schemas.microsoft.com/office/drawing/2014/main" id="{A09F6B95-EA85-4519-A98E-67A2B2F9938C}"/>
              </a:ext>
            </a:extLst>
          </p:cNvPr>
          <p:cNvSpPr>
            <a:spLocks noChangeArrowheads="1"/>
          </p:cNvSpPr>
          <p:nvPr/>
        </p:nvSpPr>
        <p:spPr bwMode="auto">
          <a:xfrm>
            <a:off x="3320654" y="14866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a:t>
            </a:r>
          </a:p>
        </p:txBody>
      </p:sp>
      <p:sp>
        <p:nvSpPr>
          <p:cNvPr id="68642" name="Rectangle 34">
            <a:extLst>
              <a:ext uri="{FF2B5EF4-FFF2-40B4-BE49-F238E27FC236}">
                <a16:creationId xmlns:a16="http://schemas.microsoft.com/office/drawing/2014/main" id="{E2DDD1A2-A1C2-44B8-AB94-DD13B5FCE539}"/>
              </a:ext>
            </a:extLst>
          </p:cNvPr>
          <p:cNvSpPr>
            <a:spLocks noChangeArrowheads="1"/>
          </p:cNvSpPr>
          <p:nvPr/>
        </p:nvSpPr>
        <p:spPr bwMode="auto">
          <a:xfrm>
            <a:off x="3320654" y="17152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43" name="Rectangle 35">
            <a:extLst>
              <a:ext uri="{FF2B5EF4-FFF2-40B4-BE49-F238E27FC236}">
                <a16:creationId xmlns:a16="http://schemas.microsoft.com/office/drawing/2014/main" id="{329A4E47-D183-4766-ACDF-1D6092640782}"/>
              </a:ext>
            </a:extLst>
          </p:cNvPr>
          <p:cNvSpPr>
            <a:spLocks noChangeArrowheads="1"/>
          </p:cNvSpPr>
          <p:nvPr/>
        </p:nvSpPr>
        <p:spPr bwMode="auto">
          <a:xfrm>
            <a:off x="3320654" y="19438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44" name="Rectangle 36">
            <a:extLst>
              <a:ext uri="{FF2B5EF4-FFF2-40B4-BE49-F238E27FC236}">
                <a16:creationId xmlns:a16="http://schemas.microsoft.com/office/drawing/2014/main" id="{1F79CDCF-6C22-4A8F-872E-90A0B7A72F32}"/>
              </a:ext>
            </a:extLst>
          </p:cNvPr>
          <p:cNvSpPr>
            <a:spLocks noChangeArrowheads="1"/>
          </p:cNvSpPr>
          <p:nvPr/>
        </p:nvSpPr>
        <p:spPr bwMode="auto">
          <a:xfrm>
            <a:off x="3320654" y="21724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a:t>
            </a:r>
          </a:p>
        </p:txBody>
      </p:sp>
      <p:sp>
        <p:nvSpPr>
          <p:cNvPr id="68645" name="Rectangle 37">
            <a:extLst>
              <a:ext uri="{FF2B5EF4-FFF2-40B4-BE49-F238E27FC236}">
                <a16:creationId xmlns:a16="http://schemas.microsoft.com/office/drawing/2014/main" id="{E6E19326-BF0F-45A6-8816-997AC9F81E1D}"/>
              </a:ext>
            </a:extLst>
          </p:cNvPr>
          <p:cNvSpPr>
            <a:spLocks noChangeArrowheads="1"/>
          </p:cNvSpPr>
          <p:nvPr/>
        </p:nvSpPr>
        <p:spPr bwMode="auto">
          <a:xfrm>
            <a:off x="3320654" y="2597535"/>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46" name="Rectangle 38">
            <a:extLst>
              <a:ext uri="{FF2B5EF4-FFF2-40B4-BE49-F238E27FC236}">
                <a16:creationId xmlns:a16="http://schemas.microsoft.com/office/drawing/2014/main" id="{A18E9B5B-B3FD-4A4E-A402-F7BDB6A6BB9A}"/>
              </a:ext>
            </a:extLst>
          </p:cNvPr>
          <p:cNvSpPr>
            <a:spLocks noChangeArrowheads="1"/>
          </p:cNvSpPr>
          <p:nvPr/>
        </p:nvSpPr>
        <p:spPr bwMode="auto">
          <a:xfrm>
            <a:off x="3320654" y="2826135"/>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47" name="Rectangle 39">
            <a:extLst>
              <a:ext uri="{FF2B5EF4-FFF2-40B4-BE49-F238E27FC236}">
                <a16:creationId xmlns:a16="http://schemas.microsoft.com/office/drawing/2014/main" id="{4180E709-A3C4-45CC-90C6-3155B41B04ED}"/>
              </a:ext>
            </a:extLst>
          </p:cNvPr>
          <p:cNvSpPr>
            <a:spLocks noChangeArrowheads="1"/>
          </p:cNvSpPr>
          <p:nvPr/>
        </p:nvSpPr>
        <p:spPr bwMode="auto">
          <a:xfrm>
            <a:off x="3320654" y="3054735"/>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a:t>
            </a:r>
          </a:p>
        </p:txBody>
      </p:sp>
      <p:sp>
        <p:nvSpPr>
          <p:cNvPr id="68648" name="Rectangle 40">
            <a:extLst>
              <a:ext uri="{FF2B5EF4-FFF2-40B4-BE49-F238E27FC236}">
                <a16:creationId xmlns:a16="http://schemas.microsoft.com/office/drawing/2014/main" id="{F1FE613D-C0C2-4D4D-AE69-D94BAF0F3365}"/>
              </a:ext>
            </a:extLst>
          </p:cNvPr>
          <p:cNvSpPr>
            <a:spLocks noChangeArrowheads="1"/>
          </p:cNvSpPr>
          <p:nvPr/>
        </p:nvSpPr>
        <p:spPr bwMode="auto">
          <a:xfrm>
            <a:off x="3333750" y="33154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49" name="Rectangle 41">
            <a:extLst>
              <a:ext uri="{FF2B5EF4-FFF2-40B4-BE49-F238E27FC236}">
                <a16:creationId xmlns:a16="http://schemas.microsoft.com/office/drawing/2014/main" id="{B485B7AB-B2B9-4AEB-AA14-96451753A161}"/>
              </a:ext>
            </a:extLst>
          </p:cNvPr>
          <p:cNvSpPr>
            <a:spLocks noChangeArrowheads="1"/>
          </p:cNvSpPr>
          <p:nvPr/>
        </p:nvSpPr>
        <p:spPr bwMode="auto">
          <a:xfrm>
            <a:off x="4050506" y="14866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a:t>
            </a:r>
          </a:p>
        </p:txBody>
      </p:sp>
      <p:sp>
        <p:nvSpPr>
          <p:cNvPr id="68650" name="Rectangle 42">
            <a:extLst>
              <a:ext uri="{FF2B5EF4-FFF2-40B4-BE49-F238E27FC236}">
                <a16:creationId xmlns:a16="http://schemas.microsoft.com/office/drawing/2014/main" id="{8D22FE64-353B-4E7C-A6DA-1AC1A0A7E4F4}"/>
              </a:ext>
            </a:extLst>
          </p:cNvPr>
          <p:cNvSpPr>
            <a:spLocks noChangeArrowheads="1"/>
          </p:cNvSpPr>
          <p:nvPr/>
        </p:nvSpPr>
        <p:spPr bwMode="auto">
          <a:xfrm>
            <a:off x="4050506" y="17152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51" name="Rectangle 43">
            <a:extLst>
              <a:ext uri="{FF2B5EF4-FFF2-40B4-BE49-F238E27FC236}">
                <a16:creationId xmlns:a16="http://schemas.microsoft.com/office/drawing/2014/main" id="{9455A91D-3E7E-4DA3-86FF-914B4A4A1C13}"/>
              </a:ext>
            </a:extLst>
          </p:cNvPr>
          <p:cNvSpPr>
            <a:spLocks noChangeArrowheads="1"/>
          </p:cNvSpPr>
          <p:nvPr/>
        </p:nvSpPr>
        <p:spPr bwMode="auto">
          <a:xfrm>
            <a:off x="4050506" y="19438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52" name="Rectangle 44">
            <a:extLst>
              <a:ext uri="{FF2B5EF4-FFF2-40B4-BE49-F238E27FC236}">
                <a16:creationId xmlns:a16="http://schemas.microsoft.com/office/drawing/2014/main" id="{D356E725-20BB-4793-B0A6-65401138941B}"/>
              </a:ext>
            </a:extLst>
          </p:cNvPr>
          <p:cNvSpPr>
            <a:spLocks noChangeArrowheads="1"/>
          </p:cNvSpPr>
          <p:nvPr/>
        </p:nvSpPr>
        <p:spPr bwMode="auto">
          <a:xfrm>
            <a:off x="4050506" y="21724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a:t>
            </a:r>
          </a:p>
        </p:txBody>
      </p:sp>
      <p:sp>
        <p:nvSpPr>
          <p:cNvPr id="68653" name="Rectangle 45">
            <a:extLst>
              <a:ext uri="{FF2B5EF4-FFF2-40B4-BE49-F238E27FC236}">
                <a16:creationId xmlns:a16="http://schemas.microsoft.com/office/drawing/2014/main" id="{B3AF0714-D5FC-4600-B501-5384E9EB4719}"/>
              </a:ext>
            </a:extLst>
          </p:cNvPr>
          <p:cNvSpPr>
            <a:spLocks noChangeArrowheads="1"/>
          </p:cNvSpPr>
          <p:nvPr/>
        </p:nvSpPr>
        <p:spPr bwMode="auto">
          <a:xfrm>
            <a:off x="4050506" y="2597535"/>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54" name="Rectangle 46">
            <a:extLst>
              <a:ext uri="{FF2B5EF4-FFF2-40B4-BE49-F238E27FC236}">
                <a16:creationId xmlns:a16="http://schemas.microsoft.com/office/drawing/2014/main" id="{16DB7E32-CB46-4C12-9938-19AA73C57460}"/>
              </a:ext>
            </a:extLst>
          </p:cNvPr>
          <p:cNvSpPr>
            <a:spLocks noChangeArrowheads="1"/>
          </p:cNvSpPr>
          <p:nvPr/>
        </p:nvSpPr>
        <p:spPr bwMode="auto">
          <a:xfrm>
            <a:off x="4050506" y="2826135"/>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55" name="Rectangle 47">
            <a:extLst>
              <a:ext uri="{FF2B5EF4-FFF2-40B4-BE49-F238E27FC236}">
                <a16:creationId xmlns:a16="http://schemas.microsoft.com/office/drawing/2014/main" id="{1C191FD3-2B36-4F7F-9AFB-9B6B7B2A0D89}"/>
              </a:ext>
            </a:extLst>
          </p:cNvPr>
          <p:cNvSpPr>
            <a:spLocks noChangeArrowheads="1"/>
          </p:cNvSpPr>
          <p:nvPr/>
        </p:nvSpPr>
        <p:spPr bwMode="auto">
          <a:xfrm>
            <a:off x="4050506" y="3054735"/>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a:t>
            </a:r>
          </a:p>
        </p:txBody>
      </p:sp>
      <p:sp>
        <p:nvSpPr>
          <p:cNvPr id="68656" name="Rectangle 48">
            <a:extLst>
              <a:ext uri="{FF2B5EF4-FFF2-40B4-BE49-F238E27FC236}">
                <a16:creationId xmlns:a16="http://schemas.microsoft.com/office/drawing/2014/main" id="{0ABAA420-B81D-4754-8987-3BA78B98CAA4}"/>
              </a:ext>
            </a:extLst>
          </p:cNvPr>
          <p:cNvSpPr>
            <a:spLocks noChangeArrowheads="1"/>
          </p:cNvSpPr>
          <p:nvPr/>
        </p:nvSpPr>
        <p:spPr bwMode="auto">
          <a:xfrm>
            <a:off x="4030266" y="33154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57" name="Rectangle 49">
            <a:extLst>
              <a:ext uri="{FF2B5EF4-FFF2-40B4-BE49-F238E27FC236}">
                <a16:creationId xmlns:a16="http://schemas.microsoft.com/office/drawing/2014/main" id="{6DE19324-7E2F-4DDC-8874-00E5157109DC}"/>
              </a:ext>
            </a:extLst>
          </p:cNvPr>
          <p:cNvSpPr>
            <a:spLocks noChangeArrowheads="1"/>
          </p:cNvSpPr>
          <p:nvPr/>
        </p:nvSpPr>
        <p:spPr bwMode="auto">
          <a:xfrm>
            <a:off x="4881563" y="14866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58" name="Rectangle 50">
            <a:extLst>
              <a:ext uri="{FF2B5EF4-FFF2-40B4-BE49-F238E27FC236}">
                <a16:creationId xmlns:a16="http://schemas.microsoft.com/office/drawing/2014/main" id="{0EF2BA18-5F09-4A44-9EE6-EFF6F0C3C44F}"/>
              </a:ext>
            </a:extLst>
          </p:cNvPr>
          <p:cNvSpPr>
            <a:spLocks noChangeArrowheads="1"/>
          </p:cNvSpPr>
          <p:nvPr/>
        </p:nvSpPr>
        <p:spPr bwMode="auto">
          <a:xfrm>
            <a:off x="4881563" y="17152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a:t>
            </a:r>
          </a:p>
        </p:txBody>
      </p:sp>
      <p:sp>
        <p:nvSpPr>
          <p:cNvPr id="68659" name="Rectangle 51">
            <a:extLst>
              <a:ext uri="{FF2B5EF4-FFF2-40B4-BE49-F238E27FC236}">
                <a16:creationId xmlns:a16="http://schemas.microsoft.com/office/drawing/2014/main" id="{2F32FC9D-BFA0-48E9-96C1-8CEFB8635235}"/>
              </a:ext>
            </a:extLst>
          </p:cNvPr>
          <p:cNvSpPr>
            <a:spLocks noChangeArrowheads="1"/>
          </p:cNvSpPr>
          <p:nvPr/>
        </p:nvSpPr>
        <p:spPr bwMode="auto">
          <a:xfrm>
            <a:off x="4881563" y="19438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a:t>
            </a:r>
          </a:p>
        </p:txBody>
      </p:sp>
      <p:sp>
        <p:nvSpPr>
          <p:cNvPr id="68660" name="Rectangle 52">
            <a:extLst>
              <a:ext uri="{FF2B5EF4-FFF2-40B4-BE49-F238E27FC236}">
                <a16:creationId xmlns:a16="http://schemas.microsoft.com/office/drawing/2014/main" id="{980459CB-4E17-49F6-873F-27B32415C281}"/>
              </a:ext>
            </a:extLst>
          </p:cNvPr>
          <p:cNvSpPr>
            <a:spLocks noChangeArrowheads="1"/>
          </p:cNvSpPr>
          <p:nvPr/>
        </p:nvSpPr>
        <p:spPr bwMode="auto">
          <a:xfrm>
            <a:off x="4881563" y="21724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a:t>
            </a:r>
          </a:p>
        </p:txBody>
      </p:sp>
      <p:sp>
        <p:nvSpPr>
          <p:cNvPr id="68661" name="Rectangle 53">
            <a:extLst>
              <a:ext uri="{FF2B5EF4-FFF2-40B4-BE49-F238E27FC236}">
                <a16:creationId xmlns:a16="http://schemas.microsoft.com/office/drawing/2014/main" id="{806EC0E1-1531-4DC3-85B9-A0EDEC7E35F0}"/>
              </a:ext>
            </a:extLst>
          </p:cNvPr>
          <p:cNvSpPr>
            <a:spLocks noChangeArrowheads="1"/>
          </p:cNvSpPr>
          <p:nvPr/>
        </p:nvSpPr>
        <p:spPr bwMode="auto">
          <a:xfrm>
            <a:off x="4881563" y="2597535"/>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62" name="Rectangle 54">
            <a:extLst>
              <a:ext uri="{FF2B5EF4-FFF2-40B4-BE49-F238E27FC236}">
                <a16:creationId xmlns:a16="http://schemas.microsoft.com/office/drawing/2014/main" id="{24873365-38F9-40BE-B559-E1C02FFB0492}"/>
              </a:ext>
            </a:extLst>
          </p:cNvPr>
          <p:cNvSpPr>
            <a:spLocks noChangeArrowheads="1"/>
          </p:cNvSpPr>
          <p:nvPr/>
        </p:nvSpPr>
        <p:spPr bwMode="auto">
          <a:xfrm>
            <a:off x="4881563" y="2826135"/>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63" name="Rectangle 55">
            <a:extLst>
              <a:ext uri="{FF2B5EF4-FFF2-40B4-BE49-F238E27FC236}">
                <a16:creationId xmlns:a16="http://schemas.microsoft.com/office/drawing/2014/main" id="{E923296D-3313-4CEA-9363-146E0A6F9522}"/>
              </a:ext>
            </a:extLst>
          </p:cNvPr>
          <p:cNvSpPr>
            <a:spLocks noChangeArrowheads="1"/>
          </p:cNvSpPr>
          <p:nvPr/>
        </p:nvSpPr>
        <p:spPr bwMode="auto">
          <a:xfrm>
            <a:off x="4881563" y="3054735"/>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64" name="Rectangle 56">
            <a:extLst>
              <a:ext uri="{FF2B5EF4-FFF2-40B4-BE49-F238E27FC236}">
                <a16:creationId xmlns:a16="http://schemas.microsoft.com/office/drawing/2014/main" id="{52C46060-1EA1-4219-B7F8-2DF332616E40}"/>
              </a:ext>
            </a:extLst>
          </p:cNvPr>
          <p:cNvSpPr>
            <a:spLocks noChangeArrowheads="1"/>
          </p:cNvSpPr>
          <p:nvPr/>
        </p:nvSpPr>
        <p:spPr bwMode="auto">
          <a:xfrm>
            <a:off x="4897041" y="33154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65" name="Rectangle 57">
            <a:extLst>
              <a:ext uri="{FF2B5EF4-FFF2-40B4-BE49-F238E27FC236}">
                <a16:creationId xmlns:a16="http://schemas.microsoft.com/office/drawing/2014/main" id="{726AA50F-C9C4-4BFE-8F90-60FD32161122}"/>
              </a:ext>
            </a:extLst>
          </p:cNvPr>
          <p:cNvSpPr>
            <a:spLocks noChangeArrowheads="1"/>
          </p:cNvSpPr>
          <p:nvPr/>
        </p:nvSpPr>
        <p:spPr bwMode="auto">
          <a:xfrm>
            <a:off x="5673329" y="14866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a:latin typeface="Times New Roman" panose="02020603050405020304" pitchFamily="18" charset="0"/>
                <a:ea typeface="新細明體" panose="02020500000000000000" pitchFamily="18" charset="-120"/>
              </a:rPr>
              <a:t>x</a:t>
            </a:r>
          </a:p>
        </p:txBody>
      </p:sp>
      <p:sp>
        <p:nvSpPr>
          <p:cNvPr id="68666" name="Rectangle 58">
            <a:extLst>
              <a:ext uri="{FF2B5EF4-FFF2-40B4-BE49-F238E27FC236}">
                <a16:creationId xmlns:a16="http://schemas.microsoft.com/office/drawing/2014/main" id="{B4456AC6-900C-4F43-BAE9-7F0A48E29951}"/>
              </a:ext>
            </a:extLst>
          </p:cNvPr>
          <p:cNvSpPr>
            <a:spLocks noChangeArrowheads="1"/>
          </p:cNvSpPr>
          <p:nvPr/>
        </p:nvSpPr>
        <p:spPr bwMode="auto">
          <a:xfrm>
            <a:off x="5673329" y="17152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a:t>
            </a:r>
          </a:p>
        </p:txBody>
      </p:sp>
      <p:sp>
        <p:nvSpPr>
          <p:cNvPr id="68667" name="Rectangle 59">
            <a:extLst>
              <a:ext uri="{FF2B5EF4-FFF2-40B4-BE49-F238E27FC236}">
                <a16:creationId xmlns:a16="http://schemas.microsoft.com/office/drawing/2014/main" id="{69C55B31-B915-4F71-BC4D-7F45007A9BFE}"/>
              </a:ext>
            </a:extLst>
          </p:cNvPr>
          <p:cNvSpPr>
            <a:spLocks noChangeArrowheads="1"/>
          </p:cNvSpPr>
          <p:nvPr/>
        </p:nvSpPr>
        <p:spPr bwMode="auto">
          <a:xfrm>
            <a:off x="5673329" y="19438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a:latin typeface="Times New Roman" panose="02020603050405020304" pitchFamily="18" charset="0"/>
                <a:ea typeface="新細明體" panose="02020500000000000000" pitchFamily="18" charset="-120"/>
              </a:rPr>
              <a:t>x</a:t>
            </a:r>
          </a:p>
        </p:txBody>
      </p:sp>
      <p:sp>
        <p:nvSpPr>
          <p:cNvPr id="68668" name="Rectangle 60">
            <a:extLst>
              <a:ext uri="{FF2B5EF4-FFF2-40B4-BE49-F238E27FC236}">
                <a16:creationId xmlns:a16="http://schemas.microsoft.com/office/drawing/2014/main" id="{DF6A733C-2ACC-40B3-899B-981D0B465070}"/>
              </a:ext>
            </a:extLst>
          </p:cNvPr>
          <p:cNvSpPr>
            <a:spLocks noChangeArrowheads="1"/>
          </p:cNvSpPr>
          <p:nvPr/>
        </p:nvSpPr>
        <p:spPr bwMode="auto">
          <a:xfrm>
            <a:off x="5673329" y="21724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69" name="Rectangle 61">
            <a:extLst>
              <a:ext uri="{FF2B5EF4-FFF2-40B4-BE49-F238E27FC236}">
                <a16:creationId xmlns:a16="http://schemas.microsoft.com/office/drawing/2014/main" id="{B1899C7C-F80A-4B3A-B2AA-CF4C8B6287CD}"/>
              </a:ext>
            </a:extLst>
          </p:cNvPr>
          <p:cNvSpPr>
            <a:spLocks noChangeArrowheads="1"/>
          </p:cNvSpPr>
          <p:nvPr/>
        </p:nvSpPr>
        <p:spPr bwMode="auto">
          <a:xfrm>
            <a:off x="5673329" y="2597535"/>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a:t>
            </a:r>
          </a:p>
        </p:txBody>
      </p:sp>
      <p:sp>
        <p:nvSpPr>
          <p:cNvPr id="68670" name="Rectangle 62">
            <a:extLst>
              <a:ext uri="{FF2B5EF4-FFF2-40B4-BE49-F238E27FC236}">
                <a16:creationId xmlns:a16="http://schemas.microsoft.com/office/drawing/2014/main" id="{D113AE5D-5318-43E5-AEA9-DE3E0433B5B1}"/>
              </a:ext>
            </a:extLst>
          </p:cNvPr>
          <p:cNvSpPr>
            <a:spLocks noChangeArrowheads="1"/>
          </p:cNvSpPr>
          <p:nvPr/>
        </p:nvSpPr>
        <p:spPr bwMode="auto">
          <a:xfrm>
            <a:off x="5673329" y="2826135"/>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71" name="Rectangle 63">
            <a:extLst>
              <a:ext uri="{FF2B5EF4-FFF2-40B4-BE49-F238E27FC236}">
                <a16:creationId xmlns:a16="http://schemas.microsoft.com/office/drawing/2014/main" id="{F2A62260-786B-4608-9D93-6EBF32B36E00}"/>
              </a:ext>
            </a:extLst>
          </p:cNvPr>
          <p:cNvSpPr>
            <a:spLocks noChangeArrowheads="1"/>
          </p:cNvSpPr>
          <p:nvPr/>
        </p:nvSpPr>
        <p:spPr bwMode="auto">
          <a:xfrm>
            <a:off x="5673329" y="3054735"/>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72" name="Rectangle 64">
            <a:extLst>
              <a:ext uri="{FF2B5EF4-FFF2-40B4-BE49-F238E27FC236}">
                <a16:creationId xmlns:a16="http://schemas.microsoft.com/office/drawing/2014/main" id="{043BC34D-BED7-4EC3-96C5-F51E4BD99348}"/>
              </a:ext>
            </a:extLst>
          </p:cNvPr>
          <p:cNvSpPr>
            <a:spLocks noChangeArrowheads="1"/>
          </p:cNvSpPr>
          <p:nvPr/>
        </p:nvSpPr>
        <p:spPr bwMode="auto">
          <a:xfrm>
            <a:off x="5686425" y="33154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73" name="Rectangle 65">
            <a:extLst>
              <a:ext uri="{FF2B5EF4-FFF2-40B4-BE49-F238E27FC236}">
                <a16:creationId xmlns:a16="http://schemas.microsoft.com/office/drawing/2014/main" id="{17099140-9EF6-4FF4-8B35-9AD5BF80BA4F}"/>
              </a:ext>
            </a:extLst>
          </p:cNvPr>
          <p:cNvSpPr>
            <a:spLocks noChangeArrowheads="1"/>
          </p:cNvSpPr>
          <p:nvPr/>
        </p:nvSpPr>
        <p:spPr bwMode="auto">
          <a:xfrm>
            <a:off x="6416279" y="14866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a:latin typeface="Times New Roman" panose="02020603050405020304" pitchFamily="18" charset="0"/>
                <a:ea typeface="新細明體" panose="02020500000000000000" pitchFamily="18" charset="-120"/>
              </a:rPr>
              <a:t>x</a:t>
            </a:r>
          </a:p>
        </p:txBody>
      </p:sp>
      <p:sp>
        <p:nvSpPr>
          <p:cNvPr id="68674" name="Rectangle 66">
            <a:extLst>
              <a:ext uri="{FF2B5EF4-FFF2-40B4-BE49-F238E27FC236}">
                <a16:creationId xmlns:a16="http://schemas.microsoft.com/office/drawing/2014/main" id="{E94F9E8D-E3E9-47D6-A07F-B23D402B5B82}"/>
              </a:ext>
            </a:extLst>
          </p:cNvPr>
          <p:cNvSpPr>
            <a:spLocks noChangeArrowheads="1"/>
          </p:cNvSpPr>
          <p:nvPr/>
        </p:nvSpPr>
        <p:spPr bwMode="auto">
          <a:xfrm>
            <a:off x="6416279" y="17152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75" name="Rectangle 67">
            <a:extLst>
              <a:ext uri="{FF2B5EF4-FFF2-40B4-BE49-F238E27FC236}">
                <a16:creationId xmlns:a16="http://schemas.microsoft.com/office/drawing/2014/main" id="{AD7F5EDE-5344-4278-A44C-02537E9E42E5}"/>
              </a:ext>
            </a:extLst>
          </p:cNvPr>
          <p:cNvSpPr>
            <a:spLocks noChangeArrowheads="1"/>
          </p:cNvSpPr>
          <p:nvPr/>
        </p:nvSpPr>
        <p:spPr bwMode="auto">
          <a:xfrm>
            <a:off x="6416279" y="19438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b="0">
                <a:latin typeface="Times New Roman" panose="02020603050405020304" pitchFamily="18" charset="0"/>
                <a:ea typeface="新細明體" panose="02020500000000000000" pitchFamily="18" charset="-120"/>
              </a:rPr>
              <a:t>x</a:t>
            </a:r>
          </a:p>
        </p:txBody>
      </p:sp>
      <p:sp>
        <p:nvSpPr>
          <p:cNvPr id="68676" name="Rectangle 68">
            <a:extLst>
              <a:ext uri="{FF2B5EF4-FFF2-40B4-BE49-F238E27FC236}">
                <a16:creationId xmlns:a16="http://schemas.microsoft.com/office/drawing/2014/main" id="{C26A1B0A-269F-43E8-8A35-8EC551B18573}"/>
              </a:ext>
            </a:extLst>
          </p:cNvPr>
          <p:cNvSpPr>
            <a:spLocks noChangeArrowheads="1"/>
          </p:cNvSpPr>
          <p:nvPr/>
        </p:nvSpPr>
        <p:spPr bwMode="auto">
          <a:xfrm>
            <a:off x="6416279" y="2172482"/>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77" name="Rectangle 69">
            <a:extLst>
              <a:ext uri="{FF2B5EF4-FFF2-40B4-BE49-F238E27FC236}">
                <a16:creationId xmlns:a16="http://schemas.microsoft.com/office/drawing/2014/main" id="{9D6E792B-3742-4A2B-817A-788F408FD991}"/>
              </a:ext>
            </a:extLst>
          </p:cNvPr>
          <p:cNvSpPr>
            <a:spLocks noChangeArrowheads="1"/>
          </p:cNvSpPr>
          <p:nvPr/>
        </p:nvSpPr>
        <p:spPr bwMode="auto">
          <a:xfrm>
            <a:off x="6416279" y="2597535"/>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78" name="Rectangle 70">
            <a:extLst>
              <a:ext uri="{FF2B5EF4-FFF2-40B4-BE49-F238E27FC236}">
                <a16:creationId xmlns:a16="http://schemas.microsoft.com/office/drawing/2014/main" id="{CB7DDE51-BB19-4867-8E1C-B942410EA18D}"/>
              </a:ext>
            </a:extLst>
          </p:cNvPr>
          <p:cNvSpPr>
            <a:spLocks noChangeArrowheads="1"/>
          </p:cNvSpPr>
          <p:nvPr/>
        </p:nvSpPr>
        <p:spPr bwMode="auto">
          <a:xfrm>
            <a:off x="6416279" y="2826135"/>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a:t>
            </a:r>
          </a:p>
        </p:txBody>
      </p:sp>
      <p:sp>
        <p:nvSpPr>
          <p:cNvPr id="68679" name="Rectangle 71">
            <a:extLst>
              <a:ext uri="{FF2B5EF4-FFF2-40B4-BE49-F238E27FC236}">
                <a16:creationId xmlns:a16="http://schemas.microsoft.com/office/drawing/2014/main" id="{CBFCDD7A-76DA-4D5E-AEDF-5DCAF4ACB664}"/>
              </a:ext>
            </a:extLst>
          </p:cNvPr>
          <p:cNvSpPr>
            <a:spLocks noChangeArrowheads="1"/>
          </p:cNvSpPr>
          <p:nvPr/>
        </p:nvSpPr>
        <p:spPr bwMode="auto">
          <a:xfrm>
            <a:off x="6416279" y="3054735"/>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680" name="Rectangle 72">
            <a:extLst>
              <a:ext uri="{FF2B5EF4-FFF2-40B4-BE49-F238E27FC236}">
                <a16:creationId xmlns:a16="http://schemas.microsoft.com/office/drawing/2014/main" id="{3D1F9313-0173-4261-AED3-B5D02516BA84}"/>
              </a:ext>
            </a:extLst>
          </p:cNvPr>
          <p:cNvSpPr>
            <a:spLocks noChangeArrowheads="1"/>
          </p:cNvSpPr>
          <p:nvPr/>
        </p:nvSpPr>
        <p:spPr bwMode="auto">
          <a:xfrm>
            <a:off x="6444854" y="3327388"/>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a:t>
            </a:r>
          </a:p>
        </p:txBody>
      </p:sp>
      <p:sp>
        <p:nvSpPr>
          <p:cNvPr id="68681" name="Line 73">
            <a:extLst>
              <a:ext uri="{FF2B5EF4-FFF2-40B4-BE49-F238E27FC236}">
                <a16:creationId xmlns:a16="http://schemas.microsoft.com/office/drawing/2014/main" id="{6DB59458-30AF-4273-9D6C-91F316A7435B}"/>
              </a:ext>
            </a:extLst>
          </p:cNvPr>
          <p:cNvSpPr>
            <a:spLocks noChangeShapeType="1"/>
          </p:cNvSpPr>
          <p:nvPr/>
        </p:nvSpPr>
        <p:spPr bwMode="auto">
          <a:xfrm flipV="1">
            <a:off x="3148012" y="1008051"/>
            <a:ext cx="3776663" cy="13097"/>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82" name="Rectangle 74">
            <a:extLst>
              <a:ext uri="{FF2B5EF4-FFF2-40B4-BE49-F238E27FC236}">
                <a16:creationId xmlns:a16="http://schemas.microsoft.com/office/drawing/2014/main" id="{037519F0-A42A-4F79-88F0-780836242B9B}"/>
              </a:ext>
            </a:extLst>
          </p:cNvPr>
          <p:cNvSpPr>
            <a:spLocks noChangeArrowheads="1"/>
          </p:cNvSpPr>
          <p:nvPr/>
        </p:nvSpPr>
        <p:spPr bwMode="auto">
          <a:xfrm>
            <a:off x="2701529" y="800882"/>
            <a:ext cx="4296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func</a:t>
            </a:r>
          </a:p>
        </p:txBody>
      </p:sp>
      <p:sp>
        <p:nvSpPr>
          <p:cNvPr id="68683" name="Rectangle 75">
            <a:extLst>
              <a:ext uri="{FF2B5EF4-FFF2-40B4-BE49-F238E27FC236}">
                <a16:creationId xmlns:a16="http://schemas.microsoft.com/office/drawing/2014/main" id="{D3298962-10DB-4206-BAF2-EA9FE7744BB2}"/>
              </a:ext>
            </a:extLst>
          </p:cNvPr>
          <p:cNvSpPr>
            <a:spLocks noChangeArrowheads="1"/>
          </p:cNvSpPr>
          <p:nvPr/>
        </p:nvSpPr>
        <p:spPr bwMode="auto">
          <a:xfrm>
            <a:off x="2825354" y="1029482"/>
            <a:ext cx="30136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op</a:t>
            </a:r>
          </a:p>
        </p:txBody>
      </p:sp>
      <p:sp>
        <p:nvSpPr>
          <p:cNvPr id="68684" name="Rectangle 76">
            <a:extLst>
              <a:ext uri="{FF2B5EF4-FFF2-40B4-BE49-F238E27FC236}">
                <a16:creationId xmlns:a16="http://schemas.microsoft.com/office/drawing/2014/main" id="{3082411F-B333-418E-8800-67FD4C472106}"/>
              </a:ext>
            </a:extLst>
          </p:cNvPr>
          <p:cNvSpPr>
            <a:spLocks noChangeArrowheads="1"/>
          </p:cNvSpPr>
          <p:nvPr/>
        </p:nvSpPr>
        <p:spPr bwMode="auto">
          <a:xfrm>
            <a:off x="3143250" y="1029482"/>
            <a:ext cx="63959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00 0000</a:t>
            </a:r>
          </a:p>
        </p:txBody>
      </p:sp>
      <p:sp>
        <p:nvSpPr>
          <p:cNvPr id="68685" name="Rectangle 77">
            <a:extLst>
              <a:ext uri="{FF2B5EF4-FFF2-40B4-BE49-F238E27FC236}">
                <a16:creationId xmlns:a16="http://schemas.microsoft.com/office/drawing/2014/main" id="{ED8FB4F8-D34A-47EA-B7B9-2D8C562D788A}"/>
              </a:ext>
            </a:extLst>
          </p:cNvPr>
          <p:cNvSpPr>
            <a:spLocks noChangeArrowheads="1"/>
          </p:cNvSpPr>
          <p:nvPr/>
        </p:nvSpPr>
        <p:spPr bwMode="auto">
          <a:xfrm>
            <a:off x="3824288" y="1029482"/>
            <a:ext cx="63959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00 0000</a:t>
            </a:r>
          </a:p>
        </p:txBody>
      </p:sp>
      <p:sp>
        <p:nvSpPr>
          <p:cNvPr id="68686" name="Rectangle 78">
            <a:extLst>
              <a:ext uri="{FF2B5EF4-FFF2-40B4-BE49-F238E27FC236}">
                <a16:creationId xmlns:a16="http://schemas.microsoft.com/office/drawing/2014/main" id="{3C30DC36-958B-4FCA-882F-CC4985CBA2F4}"/>
              </a:ext>
            </a:extLst>
          </p:cNvPr>
          <p:cNvSpPr>
            <a:spLocks noChangeArrowheads="1"/>
          </p:cNvSpPr>
          <p:nvPr/>
        </p:nvSpPr>
        <p:spPr bwMode="auto">
          <a:xfrm>
            <a:off x="4633913" y="1029482"/>
            <a:ext cx="63389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10 0011</a:t>
            </a:r>
          </a:p>
        </p:txBody>
      </p:sp>
      <p:sp>
        <p:nvSpPr>
          <p:cNvPr id="68687" name="Rectangle 79">
            <a:extLst>
              <a:ext uri="{FF2B5EF4-FFF2-40B4-BE49-F238E27FC236}">
                <a16:creationId xmlns:a16="http://schemas.microsoft.com/office/drawing/2014/main" id="{11FBB730-FAA8-4264-83F4-2464CC5A55FA}"/>
              </a:ext>
            </a:extLst>
          </p:cNvPr>
          <p:cNvSpPr>
            <a:spLocks noChangeArrowheads="1"/>
          </p:cNvSpPr>
          <p:nvPr/>
        </p:nvSpPr>
        <p:spPr bwMode="auto">
          <a:xfrm>
            <a:off x="5438776" y="1029482"/>
            <a:ext cx="633891"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10 1011</a:t>
            </a:r>
          </a:p>
        </p:txBody>
      </p:sp>
      <p:sp>
        <p:nvSpPr>
          <p:cNvPr id="68688" name="Rectangle 80">
            <a:extLst>
              <a:ext uri="{FF2B5EF4-FFF2-40B4-BE49-F238E27FC236}">
                <a16:creationId xmlns:a16="http://schemas.microsoft.com/office/drawing/2014/main" id="{2D53323D-CD0E-4017-A471-9EC230AA7464}"/>
              </a:ext>
            </a:extLst>
          </p:cNvPr>
          <p:cNvSpPr>
            <a:spLocks noChangeArrowheads="1"/>
          </p:cNvSpPr>
          <p:nvPr/>
        </p:nvSpPr>
        <p:spPr bwMode="auto">
          <a:xfrm>
            <a:off x="6230541" y="1029482"/>
            <a:ext cx="63959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00 0100</a:t>
            </a:r>
          </a:p>
        </p:txBody>
      </p:sp>
      <p:sp>
        <p:nvSpPr>
          <p:cNvPr id="68689" name="Line 81">
            <a:extLst>
              <a:ext uri="{FF2B5EF4-FFF2-40B4-BE49-F238E27FC236}">
                <a16:creationId xmlns:a16="http://schemas.microsoft.com/office/drawing/2014/main" id="{88DB88B8-130E-418C-899D-B7CFDDB9610A}"/>
              </a:ext>
            </a:extLst>
          </p:cNvPr>
          <p:cNvSpPr>
            <a:spLocks noChangeShapeType="1"/>
          </p:cNvSpPr>
          <p:nvPr/>
        </p:nvSpPr>
        <p:spPr bwMode="auto">
          <a:xfrm flipV="1">
            <a:off x="3148013" y="792547"/>
            <a:ext cx="0" cy="4572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90" name="Line 82">
            <a:extLst>
              <a:ext uri="{FF2B5EF4-FFF2-40B4-BE49-F238E27FC236}">
                <a16:creationId xmlns:a16="http://schemas.microsoft.com/office/drawing/2014/main" id="{9DB806CC-F769-45E1-9869-2A94CAC1C9D4}"/>
              </a:ext>
            </a:extLst>
          </p:cNvPr>
          <p:cNvSpPr>
            <a:spLocks noChangeShapeType="1"/>
          </p:cNvSpPr>
          <p:nvPr/>
        </p:nvSpPr>
        <p:spPr bwMode="auto">
          <a:xfrm flipV="1">
            <a:off x="3148012" y="779451"/>
            <a:ext cx="3776663" cy="13097"/>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91" name="Line 83">
            <a:extLst>
              <a:ext uri="{FF2B5EF4-FFF2-40B4-BE49-F238E27FC236}">
                <a16:creationId xmlns:a16="http://schemas.microsoft.com/office/drawing/2014/main" id="{A01DBC9C-0115-4D08-B7F9-C3123AE4E987}"/>
              </a:ext>
            </a:extLst>
          </p:cNvPr>
          <p:cNvSpPr>
            <a:spLocks noChangeShapeType="1"/>
          </p:cNvSpPr>
          <p:nvPr/>
        </p:nvSpPr>
        <p:spPr bwMode="auto">
          <a:xfrm flipV="1">
            <a:off x="3829050" y="792547"/>
            <a:ext cx="0" cy="4572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92" name="Line 84">
            <a:extLst>
              <a:ext uri="{FF2B5EF4-FFF2-40B4-BE49-F238E27FC236}">
                <a16:creationId xmlns:a16="http://schemas.microsoft.com/office/drawing/2014/main" id="{CC294AF2-6157-4ABB-812F-EF3F0E6C803D}"/>
              </a:ext>
            </a:extLst>
          </p:cNvPr>
          <p:cNvSpPr>
            <a:spLocks noChangeShapeType="1"/>
          </p:cNvSpPr>
          <p:nvPr/>
        </p:nvSpPr>
        <p:spPr bwMode="auto">
          <a:xfrm flipV="1">
            <a:off x="4572000" y="792547"/>
            <a:ext cx="0" cy="4572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93" name="Line 85">
            <a:extLst>
              <a:ext uri="{FF2B5EF4-FFF2-40B4-BE49-F238E27FC236}">
                <a16:creationId xmlns:a16="http://schemas.microsoft.com/office/drawing/2014/main" id="{4FA0E6A9-7230-4D37-9E63-90A76A1DDBCC}"/>
              </a:ext>
            </a:extLst>
          </p:cNvPr>
          <p:cNvSpPr>
            <a:spLocks noChangeShapeType="1"/>
          </p:cNvSpPr>
          <p:nvPr/>
        </p:nvSpPr>
        <p:spPr bwMode="auto">
          <a:xfrm flipV="1">
            <a:off x="5376863" y="1021147"/>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94" name="Line 86">
            <a:extLst>
              <a:ext uri="{FF2B5EF4-FFF2-40B4-BE49-F238E27FC236}">
                <a16:creationId xmlns:a16="http://schemas.microsoft.com/office/drawing/2014/main" id="{B7BE562F-1699-4E32-BB58-EEAF671C088C}"/>
              </a:ext>
            </a:extLst>
          </p:cNvPr>
          <p:cNvSpPr>
            <a:spLocks noChangeShapeType="1"/>
          </p:cNvSpPr>
          <p:nvPr/>
        </p:nvSpPr>
        <p:spPr bwMode="auto">
          <a:xfrm flipV="1">
            <a:off x="6119813" y="1021147"/>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95" name="Line 87">
            <a:extLst>
              <a:ext uri="{FF2B5EF4-FFF2-40B4-BE49-F238E27FC236}">
                <a16:creationId xmlns:a16="http://schemas.microsoft.com/office/drawing/2014/main" id="{4DBAFDC1-EB92-44CF-913F-A0E932DE3BA4}"/>
              </a:ext>
            </a:extLst>
          </p:cNvPr>
          <p:cNvSpPr>
            <a:spLocks noChangeShapeType="1"/>
          </p:cNvSpPr>
          <p:nvPr/>
        </p:nvSpPr>
        <p:spPr bwMode="auto">
          <a:xfrm flipV="1">
            <a:off x="6924675" y="792547"/>
            <a:ext cx="0" cy="4572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96" name="Rectangle 88">
            <a:extLst>
              <a:ext uri="{FF2B5EF4-FFF2-40B4-BE49-F238E27FC236}">
                <a16:creationId xmlns:a16="http://schemas.microsoft.com/office/drawing/2014/main" id="{5F21E3F0-91AB-47C5-B625-429A28187BDF}"/>
              </a:ext>
            </a:extLst>
          </p:cNvPr>
          <p:cNvSpPr>
            <a:spLocks noChangeArrowheads="1"/>
          </p:cNvSpPr>
          <p:nvPr/>
        </p:nvSpPr>
        <p:spPr bwMode="auto">
          <a:xfrm>
            <a:off x="1252238" y="972332"/>
            <a:ext cx="88761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200" b="0">
                <a:latin typeface="Times New Roman" panose="02020603050405020304" pitchFamily="18" charset="0"/>
                <a:ea typeface="新細明體" panose="02020500000000000000" pitchFamily="18" charset="-120"/>
              </a:rPr>
              <a:t>Appendix A</a:t>
            </a:r>
          </a:p>
        </p:txBody>
      </p:sp>
      <p:sp>
        <p:nvSpPr>
          <p:cNvPr id="68697" name="Line 89">
            <a:extLst>
              <a:ext uri="{FF2B5EF4-FFF2-40B4-BE49-F238E27FC236}">
                <a16:creationId xmlns:a16="http://schemas.microsoft.com/office/drawing/2014/main" id="{B58AC383-4A00-4524-BAC8-2889944A3FEB}"/>
              </a:ext>
            </a:extLst>
          </p:cNvPr>
          <p:cNvSpPr>
            <a:spLocks noChangeShapeType="1"/>
          </p:cNvSpPr>
          <p:nvPr/>
        </p:nvSpPr>
        <p:spPr bwMode="auto">
          <a:xfrm>
            <a:off x="1971675" y="906847"/>
            <a:ext cx="74295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698" name="Rectangle 90">
            <a:extLst>
              <a:ext uri="{FF2B5EF4-FFF2-40B4-BE49-F238E27FC236}">
                <a16:creationId xmlns:a16="http://schemas.microsoft.com/office/drawing/2014/main" id="{3609D3D8-13AF-4936-9AC6-2B185ED36A6E}"/>
              </a:ext>
            </a:extLst>
          </p:cNvPr>
          <p:cNvSpPr>
            <a:spLocks noChangeArrowheads="1"/>
          </p:cNvSpPr>
          <p:nvPr/>
        </p:nvSpPr>
        <p:spPr bwMode="auto">
          <a:xfrm>
            <a:off x="3143250" y="800882"/>
            <a:ext cx="63959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10 0000</a:t>
            </a:r>
          </a:p>
        </p:txBody>
      </p:sp>
      <p:sp>
        <p:nvSpPr>
          <p:cNvPr id="68699" name="Rectangle 91">
            <a:extLst>
              <a:ext uri="{FF2B5EF4-FFF2-40B4-BE49-F238E27FC236}">
                <a16:creationId xmlns:a16="http://schemas.microsoft.com/office/drawing/2014/main" id="{A9884C11-C314-437C-B0B5-FFD597FDECD4}"/>
              </a:ext>
            </a:extLst>
          </p:cNvPr>
          <p:cNvSpPr>
            <a:spLocks noChangeArrowheads="1"/>
          </p:cNvSpPr>
          <p:nvPr/>
        </p:nvSpPr>
        <p:spPr bwMode="auto">
          <a:xfrm>
            <a:off x="1639327" y="800882"/>
            <a:ext cx="3622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200" b="0">
                <a:latin typeface="Times New Roman" panose="02020603050405020304" pitchFamily="18" charset="0"/>
                <a:ea typeface="新細明體" panose="02020500000000000000" pitchFamily="18" charset="-120"/>
              </a:rPr>
              <a:t>See</a:t>
            </a:r>
          </a:p>
        </p:txBody>
      </p:sp>
      <p:sp>
        <p:nvSpPr>
          <p:cNvPr id="68700" name="Line 92">
            <a:extLst>
              <a:ext uri="{FF2B5EF4-FFF2-40B4-BE49-F238E27FC236}">
                <a16:creationId xmlns:a16="http://schemas.microsoft.com/office/drawing/2014/main" id="{F2FFF9DF-6EAF-4B8F-A5FE-F30FA1B161FE}"/>
              </a:ext>
            </a:extLst>
          </p:cNvPr>
          <p:cNvSpPr>
            <a:spLocks noChangeShapeType="1"/>
          </p:cNvSpPr>
          <p:nvPr/>
        </p:nvSpPr>
        <p:spPr bwMode="auto">
          <a:xfrm>
            <a:off x="2281238" y="906847"/>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701" name="Line 93">
            <a:extLst>
              <a:ext uri="{FF2B5EF4-FFF2-40B4-BE49-F238E27FC236}">
                <a16:creationId xmlns:a16="http://schemas.microsoft.com/office/drawing/2014/main" id="{E4EF93D2-378C-4030-B75C-240522B12BD4}"/>
              </a:ext>
            </a:extLst>
          </p:cNvPr>
          <p:cNvSpPr>
            <a:spLocks noChangeShapeType="1"/>
          </p:cNvSpPr>
          <p:nvPr/>
        </p:nvSpPr>
        <p:spPr bwMode="auto">
          <a:xfrm>
            <a:off x="2281237" y="1135447"/>
            <a:ext cx="557213"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702" name="Rectangle 94">
            <a:extLst>
              <a:ext uri="{FF2B5EF4-FFF2-40B4-BE49-F238E27FC236}">
                <a16:creationId xmlns:a16="http://schemas.microsoft.com/office/drawing/2014/main" id="{0C088146-9994-4748-8561-D348343DCC24}"/>
              </a:ext>
            </a:extLst>
          </p:cNvPr>
          <p:cNvSpPr>
            <a:spLocks noChangeArrowheads="1"/>
          </p:cNvSpPr>
          <p:nvPr/>
        </p:nvSpPr>
        <p:spPr bwMode="auto">
          <a:xfrm>
            <a:off x="3824288" y="800882"/>
            <a:ext cx="63959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10 0010</a:t>
            </a:r>
          </a:p>
        </p:txBody>
      </p:sp>
      <p:sp>
        <p:nvSpPr>
          <p:cNvPr id="68703" name="Rectangle 95">
            <a:extLst>
              <a:ext uri="{FF2B5EF4-FFF2-40B4-BE49-F238E27FC236}">
                <a16:creationId xmlns:a16="http://schemas.microsoft.com/office/drawing/2014/main" id="{0B972601-CC6B-44C4-A660-56C4E1793462}"/>
              </a:ext>
            </a:extLst>
          </p:cNvPr>
          <p:cNvSpPr>
            <a:spLocks noChangeArrowheads="1"/>
          </p:cNvSpPr>
          <p:nvPr/>
        </p:nvSpPr>
        <p:spPr bwMode="auto">
          <a:xfrm>
            <a:off x="5231818" y="791917"/>
            <a:ext cx="87568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a:latin typeface="Times New Roman" panose="02020603050405020304" pitchFamily="18" charset="0"/>
                <a:ea typeface="新細明體" panose="02020500000000000000" pitchFamily="18" charset="-120"/>
              </a:rPr>
              <a:t>Don’t Care</a:t>
            </a:r>
          </a:p>
        </p:txBody>
      </p:sp>
      <p:sp>
        <p:nvSpPr>
          <p:cNvPr id="68704" name="Rectangle 96">
            <a:extLst>
              <a:ext uri="{FF2B5EF4-FFF2-40B4-BE49-F238E27FC236}">
                <a16:creationId xmlns:a16="http://schemas.microsoft.com/office/drawing/2014/main" id="{E061DF5D-341E-423B-B7CA-F472D1922696}"/>
              </a:ext>
            </a:extLst>
          </p:cNvPr>
          <p:cNvSpPr>
            <a:spLocks noGrp="1" noChangeArrowheads="1"/>
          </p:cNvSpPr>
          <p:nvPr>
            <p:ph type="title"/>
          </p:nvPr>
        </p:nvSpPr>
        <p:spPr>
          <a:xfrm>
            <a:off x="914400" y="44054"/>
            <a:ext cx="8229599" cy="676275"/>
          </a:xfrm>
        </p:spPr>
        <p:txBody>
          <a:bodyPr/>
          <a:lstStyle/>
          <a:p>
            <a:r>
              <a:rPr lang="en-US" altLang="zh-TW" sz="2800" dirty="0"/>
              <a:t>Truth Table of Control Signals (6 inputs and 9 outputs)</a:t>
            </a:r>
          </a:p>
        </p:txBody>
      </p:sp>
      <p:sp>
        <p:nvSpPr>
          <p:cNvPr id="68705" name="Rectangle 97">
            <a:extLst>
              <a:ext uri="{FF2B5EF4-FFF2-40B4-BE49-F238E27FC236}">
                <a16:creationId xmlns:a16="http://schemas.microsoft.com/office/drawing/2014/main" id="{59F2DDAD-86E7-4579-9116-07575A52509D}"/>
              </a:ext>
            </a:extLst>
          </p:cNvPr>
          <p:cNvSpPr>
            <a:spLocks noChangeArrowheads="1"/>
          </p:cNvSpPr>
          <p:nvPr/>
        </p:nvSpPr>
        <p:spPr bwMode="auto">
          <a:xfrm>
            <a:off x="2020492" y="2392748"/>
            <a:ext cx="823944"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MemRead</a:t>
            </a:r>
          </a:p>
        </p:txBody>
      </p:sp>
      <p:sp>
        <p:nvSpPr>
          <p:cNvPr id="68706" name="Rectangle 98">
            <a:extLst>
              <a:ext uri="{FF2B5EF4-FFF2-40B4-BE49-F238E27FC236}">
                <a16:creationId xmlns:a16="http://schemas.microsoft.com/office/drawing/2014/main" id="{9CE1BB1C-EDF1-4A4B-9F95-9C342C6765B7}"/>
              </a:ext>
            </a:extLst>
          </p:cNvPr>
          <p:cNvSpPr>
            <a:spLocks noChangeArrowheads="1"/>
          </p:cNvSpPr>
          <p:nvPr/>
        </p:nvSpPr>
        <p:spPr bwMode="auto">
          <a:xfrm>
            <a:off x="3320654" y="2392748"/>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707" name="Rectangle 99">
            <a:extLst>
              <a:ext uri="{FF2B5EF4-FFF2-40B4-BE49-F238E27FC236}">
                <a16:creationId xmlns:a16="http://schemas.microsoft.com/office/drawing/2014/main" id="{CA714599-00F3-42F1-8FAF-E5EB33038AC8}"/>
              </a:ext>
            </a:extLst>
          </p:cNvPr>
          <p:cNvSpPr>
            <a:spLocks noChangeArrowheads="1"/>
          </p:cNvSpPr>
          <p:nvPr/>
        </p:nvSpPr>
        <p:spPr bwMode="auto">
          <a:xfrm>
            <a:off x="4050506" y="2392748"/>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708" name="Rectangle 100">
            <a:extLst>
              <a:ext uri="{FF2B5EF4-FFF2-40B4-BE49-F238E27FC236}">
                <a16:creationId xmlns:a16="http://schemas.microsoft.com/office/drawing/2014/main" id="{D8043D4F-9F3C-462F-8EBC-95D413303359}"/>
              </a:ext>
            </a:extLst>
          </p:cNvPr>
          <p:cNvSpPr>
            <a:spLocks noChangeArrowheads="1"/>
          </p:cNvSpPr>
          <p:nvPr/>
        </p:nvSpPr>
        <p:spPr bwMode="auto">
          <a:xfrm>
            <a:off x="4881563" y="2392748"/>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1</a:t>
            </a:r>
          </a:p>
        </p:txBody>
      </p:sp>
      <p:sp>
        <p:nvSpPr>
          <p:cNvPr id="68709" name="Rectangle 101">
            <a:extLst>
              <a:ext uri="{FF2B5EF4-FFF2-40B4-BE49-F238E27FC236}">
                <a16:creationId xmlns:a16="http://schemas.microsoft.com/office/drawing/2014/main" id="{8C881976-BE6D-4123-A304-97E5C1E20FD7}"/>
              </a:ext>
            </a:extLst>
          </p:cNvPr>
          <p:cNvSpPr>
            <a:spLocks noChangeArrowheads="1"/>
          </p:cNvSpPr>
          <p:nvPr/>
        </p:nvSpPr>
        <p:spPr bwMode="auto">
          <a:xfrm>
            <a:off x="5673329" y="2392748"/>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sp>
        <p:nvSpPr>
          <p:cNvPr id="68710" name="Rectangle 102">
            <a:extLst>
              <a:ext uri="{FF2B5EF4-FFF2-40B4-BE49-F238E27FC236}">
                <a16:creationId xmlns:a16="http://schemas.microsoft.com/office/drawing/2014/main" id="{307D6F62-AA0D-49F2-B2E7-5E35626FAC31}"/>
              </a:ext>
            </a:extLst>
          </p:cNvPr>
          <p:cNvSpPr>
            <a:spLocks noChangeArrowheads="1"/>
          </p:cNvSpPr>
          <p:nvPr/>
        </p:nvSpPr>
        <p:spPr bwMode="auto">
          <a:xfrm>
            <a:off x="6416279" y="2392748"/>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b="0">
                <a:latin typeface="Times New Roman" panose="02020603050405020304" pitchFamily="18" charset="0"/>
                <a:ea typeface="新細明體" panose="02020500000000000000" pitchFamily="18" charset="-120"/>
              </a:rPr>
              <a:t>0</a:t>
            </a:r>
          </a:p>
        </p:txBody>
      </p:sp>
      <p:grpSp>
        <p:nvGrpSpPr>
          <p:cNvPr id="68711" name="Group 104">
            <a:extLst>
              <a:ext uri="{FF2B5EF4-FFF2-40B4-BE49-F238E27FC236}">
                <a16:creationId xmlns:a16="http://schemas.microsoft.com/office/drawing/2014/main" id="{86E808C1-A6AA-4BF2-B394-AE815CDD5B8F}"/>
              </a:ext>
            </a:extLst>
          </p:cNvPr>
          <p:cNvGrpSpPr>
            <a:grpSpLocks/>
          </p:cNvGrpSpPr>
          <p:nvPr/>
        </p:nvGrpSpPr>
        <p:grpSpPr bwMode="auto">
          <a:xfrm>
            <a:off x="1525191" y="3588135"/>
            <a:ext cx="6266259" cy="1112044"/>
            <a:chOff x="518" y="487"/>
            <a:chExt cx="4858" cy="934"/>
          </a:xfrm>
        </p:grpSpPr>
        <p:sp>
          <p:nvSpPr>
            <p:cNvPr id="68713" name="Rectangle 105">
              <a:extLst>
                <a:ext uri="{FF2B5EF4-FFF2-40B4-BE49-F238E27FC236}">
                  <a16:creationId xmlns:a16="http://schemas.microsoft.com/office/drawing/2014/main" id="{E3538CCA-9021-41E2-96B1-ED52F5AF9915}"/>
                </a:ext>
              </a:extLst>
            </p:cNvPr>
            <p:cNvSpPr>
              <a:spLocks noChangeArrowheads="1"/>
            </p:cNvSpPr>
            <p:nvPr/>
          </p:nvSpPr>
          <p:spPr bwMode="auto">
            <a:xfrm>
              <a:off x="1160" y="536"/>
              <a:ext cx="608" cy="8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8714" name="Rectangle 106">
              <a:extLst>
                <a:ext uri="{FF2B5EF4-FFF2-40B4-BE49-F238E27FC236}">
                  <a16:creationId xmlns:a16="http://schemas.microsoft.com/office/drawing/2014/main" id="{E5860553-2308-45B1-B35B-1E90647DA47C}"/>
                </a:ext>
              </a:extLst>
            </p:cNvPr>
            <p:cNvSpPr>
              <a:spLocks noChangeArrowheads="1"/>
            </p:cNvSpPr>
            <p:nvPr/>
          </p:nvSpPr>
          <p:spPr bwMode="auto">
            <a:xfrm>
              <a:off x="1195" y="809"/>
              <a:ext cx="533"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Main</a:t>
              </a:r>
            </a:p>
            <a:p>
              <a:pPr algn="ct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Control</a:t>
              </a:r>
            </a:p>
          </p:txBody>
        </p:sp>
        <p:sp>
          <p:nvSpPr>
            <p:cNvPr id="68715" name="Line 107">
              <a:extLst>
                <a:ext uri="{FF2B5EF4-FFF2-40B4-BE49-F238E27FC236}">
                  <a16:creationId xmlns:a16="http://schemas.microsoft.com/office/drawing/2014/main" id="{DA8FA6F5-0275-4DF7-AF9D-82AE4B5478BA}"/>
                </a:ext>
              </a:extLst>
            </p:cNvPr>
            <p:cNvSpPr>
              <a:spLocks noChangeShapeType="1"/>
            </p:cNvSpPr>
            <p:nvPr/>
          </p:nvSpPr>
          <p:spPr bwMode="auto">
            <a:xfrm>
              <a:off x="576" y="960"/>
              <a:ext cx="576"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716" name="Line 108">
              <a:extLst>
                <a:ext uri="{FF2B5EF4-FFF2-40B4-BE49-F238E27FC236}">
                  <a16:creationId xmlns:a16="http://schemas.microsoft.com/office/drawing/2014/main" id="{54978027-EDD2-411E-80C8-5DB7511D05A7}"/>
                </a:ext>
              </a:extLst>
            </p:cNvPr>
            <p:cNvSpPr>
              <a:spLocks noChangeShapeType="1"/>
            </p:cNvSpPr>
            <p:nvPr/>
          </p:nvSpPr>
          <p:spPr bwMode="auto">
            <a:xfrm flipH="1">
              <a:off x="816" y="864"/>
              <a:ext cx="96"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717" name="Rectangle 109">
              <a:extLst>
                <a:ext uri="{FF2B5EF4-FFF2-40B4-BE49-F238E27FC236}">
                  <a16:creationId xmlns:a16="http://schemas.microsoft.com/office/drawing/2014/main" id="{2814D2FE-03AE-416A-80EB-81530FF00F73}"/>
                </a:ext>
              </a:extLst>
            </p:cNvPr>
            <p:cNvSpPr>
              <a:spLocks noChangeArrowheads="1"/>
            </p:cNvSpPr>
            <p:nvPr/>
          </p:nvSpPr>
          <p:spPr bwMode="auto">
            <a:xfrm>
              <a:off x="518" y="775"/>
              <a:ext cx="58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Op code</a:t>
              </a:r>
            </a:p>
          </p:txBody>
        </p:sp>
        <p:sp>
          <p:nvSpPr>
            <p:cNvPr id="68718" name="Rectangle 110">
              <a:extLst>
                <a:ext uri="{FF2B5EF4-FFF2-40B4-BE49-F238E27FC236}">
                  <a16:creationId xmlns:a16="http://schemas.microsoft.com/office/drawing/2014/main" id="{8A1751F5-68B4-4C1E-9BB9-D60A9F70B1EA}"/>
                </a:ext>
              </a:extLst>
            </p:cNvPr>
            <p:cNvSpPr>
              <a:spLocks noChangeArrowheads="1"/>
            </p:cNvSpPr>
            <p:nvPr/>
          </p:nvSpPr>
          <p:spPr bwMode="auto">
            <a:xfrm>
              <a:off x="662" y="967"/>
              <a:ext cx="1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6</a:t>
              </a:r>
            </a:p>
          </p:txBody>
        </p:sp>
        <p:grpSp>
          <p:nvGrpSpPr>
            <p:cNvPr id="68719" name="Group 111">
              <a:extLst>
                <a:ext uri="{FF2B5EF4-FFF2-40B4-BE49-F238E27FC236}">
                  <a16:creationId xmlns:a16="http://schemas.microsoft.com/office/drawing/2014/main" id="{7E3B22D5-DDDC-4DA6-951C-77362CA17F54}"/>
                </a:ext>
              </a:extLst>
            </p:cNvPr>
            <p:cNvGrpSpPr>
              <a:grpSpLocks/>
            </p:cNvGrpSpPr>
            <p:nvPr/>
          </p:nvGrpSpPr>
          <p:grpSpPr bwMode="auto">
            <a:xfrm>
              <a:off x="4040" y="680"/>
              <a:ext cx="608" cy="656"/>
              <a:chOff x="4040" y="680"/>
              <a:chExt cx="608" cy="656"/>
            </a:xfrm>
          </p:grpSpPr>
          <p:sp>
            <p:nvSpPr>
              <p:cNvPr id="68737" name="Rectangle 112">
                <a:extLst>
                  <a:ext uri="{FF2B5EF4-FFF2-40B4-BE49-F238E27FC236}">
                    <a16:creationId xmlns:a16="http://schemas.microsoft.com/office/drawing/2014/main" id="{35DB84B1-CACA-4D5A-BE0D-70C80D3C6A15}"/>
                  </a:ext>
                </a:extLst>
              </p:cNvPr>
              <p:cNvSpPr>
                <a:spLocks noChangeArrowheads="1"/>
              </p:cNvSpPr>
              <p:nvPr/>
            </p:nvSpPr>
            <p:spPr bwMode="auto">
              <a:xfrm>
                <a:off x="4040" y="680"/>
                <a:ext cx="608" cy="65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8738" name="Rectangle 113">
                <a:extLst>
                  <a:ext uri="{FF2B5EF4-FFF2-40B4-BE49-F238E27FC236}">
                    <a16:creationId xmlns:a16="http://schemas.microsoft.com/office/drawing/2014/main" id="{6F2732D4-6EBB-42D1-90B7-52535518A8C0}"/>
                  </a:ext>
                </a:extLst>
              </p:cNvPr>
              <p:cNvSpPr>
                <a:spLocks noChangeArrowheads="1"/>
              </p:cNvSpPr>
              <p:nvPr/>
            </p:nvSpPr>
            <p:spPr bwMode="auto">
              <a:xfrm>
                <a:off x="4075" y="740"/>
                <a:ext cx="533"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ALU</a:t>
                </a:r>
              </a:p>
              <a:p>
                <a:pPr algn="ct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Control</a:t>
                </a:r>
              </a:p>
              <a:p>
                <a:pPr algn="ct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(Local)</a:t>
                </a:r>
              </a:p>
            </p:txBody>
          </p:sp>
        </p:grpSp>
        <p:sp>
          <p:nvSpPr>
            <p:cNvPr id="68720" name="Line 114">
              <a:extLst>
                <a:ext uri="{FF2B5EF4-FFF2-40B4-BE49-F238E27FC236}">
                  <a16:creationId xmlns:a16="http://schemas.microsoft.com/office/drawing/2014/main" id="{265D575D-8CC9-4121-9A9E-4FBB4178B4F0}"/>
                </a:ext>
              </a:extLst>
            </p:cNvPr>
            <p:cNvSpPr>
              <a:spLocks noChangeShapeType="1"/>
            </p:cNvSpPr>
            <p:nvPr/>
          </p:nvSpPr>
          <p:spPr bwMode="auto">
            <a:xfrm>
              <a:off x="1776" y="1200"/>
              <a:ext cx="2256"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721" name="Line 115">
              <a:extLst>
                <a:ext uri="{FF2B5EF4-FFF2-40B4-BE49-F238E27FC236}">
                  <a16:creationId xmlns:a16="http://schemas.microsoft.com/office/drawing/2014/main" id="{C9B2EDFC-729D-4F56-BDF5-6909CF4BC80B}"/>
                </a:ext>
              </a:extLst>
            </p:cNvPr>
            <p:cNvSpPr>
              <a:spLocks noChangeShapeType="1"/>
            </p:cNvSpPr>
            <p:nvPr/>
          </p:nvSpPr>
          <p:spPr bwMode="auto">
            <a:xfrm flipH="1">
              <a:off x="2304" y="1104"/>
              <a:ext cx="96"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722" name="Rectangle 116">
              <a:extLst>
                <a:ext uri="{FF2B5EF4-FFF2-40B4-BE49-F238E27FC236}">
                  <a16:creationId xmlns:a16="http://schemas.microsoft.com/office/drawing/2014/main" id="{5B59C081-3935-483C-939A-A91595EFD61A}"/>
                </a:ext>
              </a:extLst>
            </p:cNvPr>
            <p:cNvSpPr>
              <a:spLocks noChangeArrowheads="1"/>
            </p:cNvSpPr>
            <p:nvPr/>
          </p:nvSpPr>
          <p:spPr bwMode="auto">
            <a:xfrm>
              <a:off x="3398" y="583"/>
              <a:ext cx="36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func</a:t>
              </a:r>
            </a:p>
          </p:txBody>
        </p:sp>
        <p:sp>
          <p:nvSpPr>
            <p:cNvPr id="68723" name="Rectangle 117">
              <a:extLst>
                <a:ext uri="{FF2B5EF4-FFF2-40B4-BE49-F238E27FC236}">
                  <a16:creationId xmlns:a16="http://schemas.microsoft.com/office/drawing/2014/main" id="{10427808-867D-4C60-9921-6D408B282EC9}"/>
                </a:ext>
              </a:extLst>
            </p:cNvPr>
            <p:cNvSpPr>
              <a:spLocks noChangeArrowheads="1"/>
            </p:cNvSpPr>
            <p:nvPr/>
          </p:nvSpPr>
          <p:spPr bwMode="auto">
            <a:xfrm>
              <a:off x="2150" y="1207"/>
              <a:ext cx="1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2</a:t>
              </a:r>
            </a:p>
          </p:txBody>
        </p:sp>
        <p:sp>
          <p:nvSpPr>
            <p:cNvPr id="68724" name="Line 118">
              <a:extLst>
                <a:ext uri="{FF2B5EF4-FFF2-40B4-BE49-F238E27FC236}">
                  <a16:creationId xmlns:a16="http://schemas.microsoft.com/office/drawing/2014/main" id="{6EEBA8DF-B58C-4736-B313-0B01F0C20DE9}"/>
                </a:ext>
              </a:extLst>
            </p:cNvPr>
            <p:cNvSpPr>
              <a:spLocks noChangeShapeType="1"/>
            </p:cNvSpPr>
            <p:nvPr/>
          </p:nvSpPr>
          <p:spPr bwMode="auto">
            <a:xfrm flipH="1">
              <a:off x="3696" y="672"/>
              <a:ext cx="96"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725" name="Rectangle 119">
              <a:extLst>
                <a:ext uri="{FF2B5EF4-FFF2-40B4-BE49-F238E27FC236}">
                  <a16:creationId xmlns:a16="http://schemas.microsoft.com/office/drawing/2014/main" id="{C8A014C8-48BF-4969-917A-9F56DEBAC203}"/>
                </a:ext>
              </a:extLst>
            </p:cNvPr>
            <p:cNvSpPr>
              <a:spLocks noChangeArrowheads="1"/>
            </p:cNvSpPr>
            <p:nvPr/>
          </p:nvSpPr>
          <p:spPr bwMode="auto">
            <a:xfrm>
              <a:off x="3542" y="775"/>
              <a:ext cx="1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6</a:t>
              </a:r>
            </a:p>
          </p:txBody>
        </p:sp>
        <p:sp>
          <p:nvSpPr>
            <p:cNvPr id="68726" name="Rectangle 120">
              <a:extLst>
                <a:ext uri="{FF2B5EF4-FFF2-40B4-BE49-F238E27FC236}">
                  <a16:creationId xmlns:a16="http://schemas.microsoft.com/office/drawing/2014/main" id="{966B24BC-EFD6-40D7-8912-9B1C95C82C44}"/>
                </a:ext>
              </a:extLst>
            </p:cNvPr>
            <p:cNvSpPr>
              <a:spLocks noChangeArrowheads="1"/>
            </p:cNvSpPr>
            <p:nvPr/>
          </p:nvSpPr>
          <p:spPr bwMode="auto">
            <a:xfrm>
              <a:off x="1814" y="1015"/>
              <a:ext cx="50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dirty="0" err="1">
                  <a:latin typeface="Arial" panose="020B0604020202020204" pitchFamily="34" charset="0"/>
                  <a:ea typeface="新細明體" panose="02020500000000000000" pitchFamily="18" charset="-120"/>
                </a:rPr>
                <a:t>ALUop</a:t>
              </a:r>
              <a:endParaRPr kumimoji="1" lang="en-US" altLang="zh-TW" sz="1200" dirty="0">
                <a:latin typeface="Arial" panose="020B0604020202020204" pitchFamily="34" charset="0"/>
                <a:ea typeface="新細明體" panose="02020500000000000000" pitchFamily="18" charset="-120"/>
              </a:endParaRPr>
            </a:p>
          </p:txBody>
        </p:sp>
        <p:sp>
          <p:nvSpPr>
            <p:cNvPr id="68727" name="Line 121">
              <a:extLst>
                <a:ext uri="{FF2B5EF4-FFF2-40B4-BE49-F238E27FC236}">
                  <a16:creationId xmlns:a16="http://schemas.microsoft.com/office/drawing/2014/main" id="{95AFF52B-57CA-454A-B3A8-23F340F9FD35}"/>
                </a:ext>
              </a:extLst>
            </p:cNvPr>
            <p:cNvSpPr>
              <a:spLocks noChangeShapeType="1"/>
            </p:cNvSpPr>
            <p:nvPr/>
          </p:nvSpPr>
          <p:spPr bwMode="auto">
            <a:xfrm flipH="1">
              <a:off x="3408" y="768"/>
              <a:ext cx="624"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728" name="Rectangle 122">
              <a:extLst>
                <a:ext uri="{FF2B5EF4-FFF2-40B4-BE49-F238E27FC236}">
                  <a16:creationId xmlns:a16="http://schemas.microsoft.com/office/drawing/2014/main" id="{D4D54C59-59EF-4AE1-BB6E-BE3C2F870F2C}"/>
                </a:ext>
              </a:extLst>
            </p:cNvPr>
            <p:cNvSpPr>
              <a:spLocks noChangeArrowheads="1"/>
            </p:cNvSpPr>
            <p:nvPr/>
          </p:nvSpPr>
          <p:spPr bwMode="auto">
            <a:xfrm>
              <a:off x="4646" y="679"/>
              <a:ext cx="505"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ALUctr</a:t>
              </a:r>
            </a:p>
          </p:txBody>
        </p:sp>
        <p:sp>
          <p:nvSpPr>
            <p:cNvPr id="68729" name="Line 123">
              <a:extLst>
                <a:ext uri="{FF2B5EF4-FFF2-40B4-BE49-F238E27FC236}">
                  <a16:creationId xmlns:a16="http://schemas.microsoft.com/office/drawing/2014/main" id="{F5E6C5EE-FF39-43F0-BCA7-03C1E1EF079A}"/>
                </a:ext>
              </a:extLst>
            </p:cNvPr>
            <p:cNvSpPr>
              <a:spLocks noChangeShapeType="1"/>
            </p:cNvSpPr>
            <p:nvPr/>
          </p:nvSpPr>
          <p:spPr bwMode="auto">
            <a:xfrm flipH="1">
              <a:off x="5088" y="768"/>
              <a:ext cx="96" cy="19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730" name="Line 124">
              <a:extLst>
                <a:ext uri="{FF2B5EF4-FFF2-40B4-BE49-F238E27FC236}">
                  <a16:creationId xmlns:a16="http://schemas.microsoft.com/office/drawing/2014/main" id="{5B9B4F36-FC99-469A-A7F4-210FA4D805DC}"/>
                </a:ext>
              </a:extLst>
            </p:cNvPr>
            <p:cNvSpPr>
              <a:spLocks noChangeShapeType="1"/>
            </p:cNvSpPr>
            <p:nvPr/>
          </p:nvSpPr>
          <p:spPr bwMode="auto">
            <a:xfrm flipH="1">
              <a:off x="4656" y="864"/>
              <a:ext cx="72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731" name="Rectangle 125">
              <a:extLst>
                <a:ext uri="{FF2B5EF4-FFF2-40B4-BE49-F238E27FC236}">
                  <a16:creationId xmlns:a16="http://schemas.microsoft.com/office/drawing/2014/main" id="{93BB6C6C-B760-4943-86FF-9E8081779CFB}"/>
                </a:ext>
              </a:extLst>
            </p:cNvPr>
            <p:cNvSpPr>
              <a:spLocks noChangeArrowheads="1"/>
            </p:cNvSpPr>
            <p:nvPr/>
          </p:nvSpPr>
          <p:spPr bwMode="auto">
            <a:xfrm>
              <a:off x="4934" y="871"/>
              <a:ext cx="17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Arial" panose="020B0604020202020204" pitchFamily="34" charset="0"/>
                  <a:ea typeface="新細明體" panose="02020500000000000000" pitchFamily="18" charset="-120"/>
                </a:rPr>
                <a:t>4</a:t>
              </a:r>
            </a:p>
          </p:txBody>
        </p:sp>
        <p:sp>
          <p:nvSpPr>
            <p:cNvPr id="68732" name="Line 126">
              <a:extLst>
                <a:ext uri="{FF2B5EF4-FFF2-40B4-BE49-F238E27FC236}">
                  <a16:creationId xmlns:a16="http://schemas.microsoft.com/office/drawing/2014/main" id="{2109ABDE-6B96-4FDA-AB4E-F635A5D36BC4}"/>
                </a:ext>
              </a:extLst>
            </p:cNvPr>
            <p:cNvSpPr>
              <a:spLocks noChangeShapeType="1"/>
            </p:cNvSpPr>
            <p:nvPr/>
          </p:nvSpPr>
          <p:spPr bwMode="auto">
            <a:xfrm>
              <a:off x="1776" y="672"/>
              <a:ext cx="816"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733" name="Rectangle 127">
              <a:extLst>
                <a:ext uri="{FF2B5EF4-FFF2-40B4-BE49-F238E27FC236}">
                  <a16:creationId xmlns:a16="http://schemas.microsoft.com/office/drawing/2014/main" id="{6ACBABCB-12A8-4301-86DB-857AEBE15BB2}"/>
                </a:ext>
              </a:extLst>
            </p:cNvPr>
            <p:cNvSpPr>
              <a:spLocks noChangeArrowheads="1"/>
            </p:cNvSpPr>
            <p:nvPr/>
          </p:nvSpPr>
          <p:spPr bwMode="auto">
            <a:xfrm>
              <a:off x="1814" y="487"/>
              <a:ext cx="52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RegDst</a:t>
              </a:r>
            </a:p>
          </p:txBody>
        </p:sp>
        <p:sp>
          <p:nvSpPr>
            <p:cNvPr id="68734" name="Line 128">
              <a:extLst>
                <a:ext uri="{FF2B5EF4-FFF2-40B4-BE49-F238E27FC236}">
                  <a16:creationId xmlns:a16="http://schemas.microsoft.com/office/drawing/2014/main" id="{5171C784-6A8D-4EA8-9265-6411577536ED}"/>
                </a:ext>
              </a:extLst>
            </p:cNvPr>
            <p:cNvSpPr>
              <a:spLocks noChangeShapeType="1"/>
            </p:cNvSpPr>
            <p:nvPr/>
          </p:nvSpPr>
          <p:spPr bwMode="auto">
            <a:xfrm>
              <a:off x="1776" y="864"/>
              <a:ext cx="816"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8735" name="Rectangle 129">
              <a:extLst>
                <a:ext uri="{FF2B5EF4-FFF2-40B4-BE49-F238E27FC236}">
                  <a16:creationId xmlns:a16="http://schemas.microsoft.com/office/drawing/2014/main" id="{982F273B-623A-46AB-9EEF-8275F7E48A50}"/>
                </a:ext>
              </a:extLst>
            </p:cNvPr>
            <p:cNvSpPr>
              <a:spLocks noChangeArrowheads="1"/>
            </p:cNvSpPr>
            <p:nvPr/>
          </p:nvSpPr>
          <p:spPr bwMode="auto">
            <a:xfrm>
              <a:off x="1814" y="679"/>
              <a:ext cx="544"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Arial" panose="020B0604020202020204" pitchFamily="34" charset="0"/>
                  <a:ea typeface="新細明體" panose="02020500000000000000" pitchFamily="18" charset="-120"/>
                </a:rPr>
                <a:t>ALUSrc</a:t>
              </a:r>
            </a:p>
          </p:txBody>
        </p:sp>
        <p:sp>
          <p:nvSpPr>
            <p:cNvPr id="68736" name="Rectangle 130">
              <a:extLst>
                <a:ext uri="{FF2B5EF4-FFF2-40B4-BE49-F238E27FC236}">
                  <a16:creationId xmlns:a16="http://schemas.microsoft.com/office/drawing/2014/main" id="{648A5A5A-483E-4C3B-8EFC-CE6B35C293EF}"/>
                </a:ext>
              </a:extLst>
            </p:cNvPr>
            <p:cNvSpPr>
              <a:spLocks noChangeArrowheads="1"/>
            </p:cNvSpPr>
            <p:nvPr/>
          </p:nvSpPr>
          <p:spPr bwMode="auto">
            <a:xfrm>
              <a:off x="2006" y="818"/>
              <a:ext cx="1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800">
                  <a:latin typeface="Arial" panose="020B0604020202020204" pitchFamily="34" charset="0"/>
                  <a:ea typeface="新細明體" panose="02020500000000000000" pitchFamily="18" charset="-120"/>
                </a:rPr>
                <a:t>:</a:t>
              </a:r>
            </a:p>
          </p:txBody>
        </p:sp>
      </p:grpSp>
      <p:sp>
        <p:nvSpPr>
          <p:cNvPr id="131" name="灯片编号占位符 5">
            <a:extLst>
              <a:ext uri="{FF2B5EF4-FFF2-40B4-BE49-F238E27FC236}">
                <a16:creationId xmlns:a16="http://schemas.microsoft.com/office/drawing/2014/main" id="{DD6EA256-07AE-419B-A5CE-D0A89B1736D2}"/>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60</a:t>
            </a:fld>
            <a:endParaRPr lang="zh-TW"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5E30CF53-9037-4089-91BA-78ED06CD2D3A}"/>
              </a:ext>
            </a:extLst>
          </p:cNvPr>
          <p:cNvSpPr>
            <a:spLocks noChangeArrowheads="1"/>
          </p:cNvSpPr>
          <p:nvPr/>
        </p:nvSpPr>
        <p:spPr bwMode="auto">
          <a:xfrm>
            <a:off x="3320654" y="1037486"/>
            <a:ext cx="58349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R-type</a:t>
            </a:r>
          </a:p>
        </p:txBody>
      </p:sp>
      <p:sp>
        <p:nvSpPr>
          <p:cNvPr id="69635" name="Rectangle 3">
            <a:extLst>
              <a:ext uri="{FF2B5EF4-FFF2-40B4-BE49-F238E27FC236}">
                <a16:creationId xmlns:a16="http://schemas.microsoft.com/office/drawing/2014/main" id="{61E9F290-4EDA-43E8-A373-74AE8A489E95}"/>
              </a:ext>
            </a:extLst>
          </p:cNvPr>
          <p:cNvSpPr>
            <a:spLocks noChangeArrowheads="1"/>
          </p:cNvSpPr>
          <p:nvPr/>
        </p:nvSpPr>
        <p:spPr bwMode="auto">
          <a:xfrm>
            <a:off x="4324350" y="1037486"/>
            <a:ext cx="29334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lw</a:t>
            </a:r>
          </a:p>
        </p:txBody>
      </p:sp>
      <p:sp>
        <p:nvSpPr>
          <p:cNvPr id="69636" name="Rectangle 4">
            <a:extLst>
              <a:ext uri="{FF2B5EF4-FFF2-40B4-BE49-F238E27FC236}">
                <a16:creationId xmlns:a16="http://schemas.microsoft.com/office/drawing/2014/main" id="{AA56BDF8-D2C8-41E3-A0FA-B6BD0441BE55}"/>
              </a:ext>
            </a:extLst>
          </p:cNvPr>
          <p:cNvSpPr>
            <a:spLocks noChangeArrowheads="1"/>
          </p:cNvSpPr>
          <p:nvPr/>
        </p:nvSpPr>
        <p:spPr bwMode="auto">
          <a:xfrm>
            <a:off x="4943476" y="1037486"/>
            <a:ext cx="3093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sw</a:t>
            </a:r>
          </a:p>
        </p:txBody>
      </p:sp>
      <p:sp>
        <p:nvSpPr>
          <p:cNvPr id="69637" name="Rectangle 5">
            <a:extLst>
              <a:ext uri="{FF2B5EF4-FFF2-40B4-BE49-F238E27FC236}">
                <a16:creationId xmlns:a16="http://schemas.microsoft.com/office/drawing/2014/main" id="{57A0473F-B0D3-496B-A553-802857B8E6E4}"/>
              </a:ext>
            </a:extLst>
          </p:cNvPr>
          <p:cNvSpPr>
            <a:spLocks noChangeArrowheads="1"/>
          </p:cNvSpPr>
          <p:nvPr/>
        </p:nvSpPr>
        <p:spPr bwMode="auto">
          <a:xfrm>
            <a:off x="5562600" y="1037486"/>
            <a:ext cx="37830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beq</a:t>
            </a:r>
          </a:p>
        </p:txBody>
      </p:sp>
      <p:sp>
        <p:nvSpPr>
          <p:cNvPr id="69638" name="Rectangle 6">
            <a:extLst>
              <a:ext uri="{FF2B5EF4-FFF2-40B4-BE49-F238E27FC236}">
                <a16:creationId xmlns:a16="http://schemas.microsoft.com/office/drawing/2014/main" id="{95B91F04-9EB0-4654-9BB4-02C21A3A6988}"/>
              </a:ext>
            </a:extLst>
          </p:cNvPr>
          <p:cNvSpPr>
            <a:spLocks noChangeArrowheads="1"/>
          </p:cNvSpPr>
          <p:nvPr/>
        </p:nvSpPr>
        <p:spPr bwMode="auto">
          <a:xfrm>
            <a:off x="1587104" y="1266086"/>
            <a:ext cx="77950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RegWrite</a:t>
            </a:r>
          </a:p>
        </p:txBody>
      </p:sp>
      <p:sp>
        <p:nvSpPr>
          <p:cNvPr id="69639" name="Line 7">
            <a:extLst>
              <a:ext uri="{FF2B5EF4-FFF2-40B4-BE49-F238E27FC236}">
                <a16:creationId xmlns:a16="http://schemas.microsoft.com/office/drawing/2014/main" id="{8CEFEDEA-60C4-49F9-98E5-D09E36A39968}"/>
              </a:ext>
            </a:extLst>
          </p:cNvPr>
          <p:cNvSpPr>
            <a:spLocks noChangeShapeType="1"/>
          </p:cNvSpPr>
          <p:nvPr/>
        </p:nvSpPr>
        <p:spPr bwMode="auto">
          <a:xfrm>
            <a:off x="1600200" y="1486351"/>
            <a:ext cx="45196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40" name="Line 8">
            <a:extLst>
              <a:ext uri="{FF2B5EF4-FFF2-40B4-BE49-F238E27FC236}">
                <a16:creationId xmlns:a16="http://schemas.microsoft.com/office/drawing/2014/main" id="{D2DBE0F0-2DEE-4203-87A7-C7ADF38CD37D}"/>
              </a:ext>
            </a:extLst>
          </p:cNvPr>
          <p:cNvSpPr>
            <a:spLocks noChangeShapeType="1"/>
          </p:cNvSpPr>
          <p:nvPr/>
        </p:nvSpPr>
        <p:spPr bwMode="auto">
          <a:xfrm>
            <a:off x="1600200" y="1257751"/>
            <a:ext cx="45196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41" name="Line 9">
            <a:extLst>
              <a:ext uri="{FF2B5EF4-FFF2-40B4-BE49-F238E27FC236}">
                <a16:creationId xmlns:a16="http://schemas.microsoft.com/office/drawing/2014/main" id="{16C768EE-D8E9-46CD-8776-051ADE4E8A37}"/>
              </a:ext>
            </a:extLst>
          </p:cNvPr>
          <p:cNvSpPr>
            <a:spLocks noChangeShapeType="1"/>
          </p:cNvSpPr>
          <p:nvPr/>
        </p:nvSpPr>
        <p:spPr bwMode="auto">
          <a:xfrm>
            <a:off x="1600200" y="1029151"/>
            <a:ext cx="45196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42" name="Rectangle 10">
            <a:extLst>
              <a:ext uri="{FF2B5EF4-FFF2-40B4-BE49-F238E27FC236}">
                <a16:creationId xmlns:a16="http://schemas.microsoft.com/office/drawing/2014/main" id="{60D8C603-32D0-48AC-88BD-2343FBA86C5A}"/>
              </a:ext>
            </a:extLst>
          </p:cNvPr>
          <p:cNvSpPr>
            <a:spLocks noChangeArrowheads="1"/>
          </p:cNvSpPr>
          <p:nvPr/>
        </p:nvSpPr>
        <p:spPr bwMode="auto">
          <a:xfrm>
            <a:off x="3506391" y="1266086"/>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Times New Roman" panose="02020603050405020304" pitchFamily="18" charset="0"/>
                <a:ea typeface="新細明體" panose="02020500000000000000" pitchFamily="18" charset="-120"/>
              </a:rPr>
              <a:t>1</a:t>
            </a:r>
          </a:p>
        </p:txBody>
      </p:sp>
      <p:sp>
        <p:nvSpPr>
          <p:cNvPr id="69643" name="Rectangle 11">
            <a:extLst>
              <a:ext uri="{FF2B5EF4-FFF2-40B4-BE49-F238E27FC236}">
                <a16:creationId xmlns:a16="http://schemas.microsoft.com/office/drawing/2014/main" id="{054205DD-1B67-4EAC-85A2-4A82F15E8930}"/>
              </a:ext>
            </a:extLst>
          </p:cNvPr>
          <p:cNvSpPr>
            <a:spLocks noChangeArrowheads="1"/>
          </p:cNvSpPr>
          <p:nvPr/>
        </p:nvSpPr>
        <p:spPr bwMode="auto">
          <a:xfrm>
            <a:off x="4386263" y="1266086"/>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Times New Roman" panose="02020603050405020304" pitchFamily="18" charset="0"/>
                <a:ea typeface="新細明體" panose="02020500000000000000" pitchFamily="18" charset="-120"/>
              </a:rPr>
              <a:t>1</a:t>
            </a:r>
          </a:p>
        </p:txBody>
      </p:sp>
      <p:sp>
        <p:nvSpPr>
          <p:cNvPr id="69644" name="Rectangle 12">
            <a:extLst>
              <a:ext uri="{FF2B5EF4-FFF2-40B4-BE49-F238E27FC236}">
                <a16:creationId xmlns:a16="http://schemas.microsoft.com/office/drawing/2014/main" id="{95BD3B6E-2A3D-4B7F-A221-656E82EB9D54}"/>
              </a:ext>
            </a:extLst>
          </p:cNvPr>
          <p:cNvSpPr>
            <a:spLocks noChangeArrowheads="1"/>
          </p:cNvSpPr>
          <p:nvPr/>
        </p:nvSpPr>
        <p:spPr bwMode="auto">
          <a:xfrm>
            <a:off x="5005388" y="1266086"/>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Times New Roman" panose="02020603050405020304" pitchFamily="18" charset="0"/>
                <a:ea typeface="新細明體" panose="02020500000000000000" pitchFamily="18" charset="-120"/>
              </a:rPr>
              <a:t>0</a:t>
            </a:r>
          </a:p>
        </p:txBody>
      </p:sp>
      <p:sp>
        <p:nvSpPr>
          <p:cNvPr id="69645" name="Rectangle 13">
            <a:extLst>
              <a:ext uri="{FF2B5EF4-FFF2-40B4-BE49-F238E27FC236}">
                <a16:creationId xmlns:a16="http://schemas.microsoft.com/office/drawing/2014/main" id="{33A77E8D-92B7-4ED1-B9BE-5B4FE1A80D75}"/>
              </a:ext>
            </a:extLst>
          </p:cNvPr>
          <p:cNvSpPr>
            <a:spLocks noChangeArrowheads="1"/>
          </p:cNvSpPr>
          <p:nvPr/>
        </p:nvSpPr>
        <p:spPr bwMode="auto">
          <a:xfrm>
            <a:off x="5624513" y="1266086"/>
            <a:ext cx="21640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Times New Roman" panose="02020603050405020304" pitchFamily="18" charset="0"/>
                <a:ea typeface="新細明體" panose="02020500000000000000" pitchFamily="18" charset="-120"/>
              </a:rPr>
              <a:t>0</a:t>
            </a:r>
          </a:p>
        </p:txBody>
      </p:sp>
      <p:sp>
        <p:nvSpPr>
          <p:cNvPr id="69646" name="Line 14">
            <a:extLst>
              <a:ext uri="{FF2B5EF4-FFF2-40B4-BE49-F238E27FC236}">
                <a16:creationId xmlns:a16="http://schemas.microsoft.com/office/drawing/2014/main" id="{2F56C64B-3569-4D22-914F-818E589CB568}"/>
              </a:ext>
            </a:extLst>
          </p:cNvPr>
          <p:cNvSpPr>
            <a:spLocks noChangeShapeType="1"/>
          </p:cNvSpPr>
          <p:nvPr/>
        </p:nvSpPr>
        <p:spPr bwMode="auto">
          <a:xfrm>
            <a:off x="3024188" y="800551"/>
            <a:ext cx="309562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47" name="Rectangle 15">
            <a:extLst>
              <a:ext uri="{FF2B5EF4-FFF2-40B4-BE49-F238E27FC236}">
                <a16:creationId xmlns:a16="http://schemas.microsoft.com/office/drawing/2014/main" id="{C1B5AD9A-9F3D-4459-8184-CEA850BA5BFF}"/>
              </a:ext>
            </a:extLst>
          </p:cNvPr>
          <p:cNvSpPr>
            <a:spLocks noChangeArrowheads="1"/>
          </p:cNvSpPr>
          <p:nvPr/>
        </p:nvSpPr>
        <p:spPr bwMode="auto">
          <a:xfrm>
            <a:off x="1785938" y="808886"/>
            <a:ext cx="6828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Op code</a:t>
            </a:r>
          </a:p>
        </p:txBody>
      </p:sp>
      <p:sp>
        <p:nvSpPr>
          <p:cNvPr id="69648" name="Rectangle 16">
            <a:extLst>
              <a:ext uri="{FF2B5EF4-FFF2-40B4-BE49-F238E27FC236}">
                <a16:creationId xmlns:a16="http://schemas.microsoft.com/office/drawing/2014/main" id="{D4C9BA3C-F03F-406D-8250-C133ECCBE913}"/>
              </a:ext>
            </a:extLst>
          </p:cNvPr>
          <p:cNvSpPr>
            <a:spLocks noChangeArrowheads="1"/>
          </p:cNvSpPr>
          <p:nvPr/>
        </p:nvSpPr>
        <p:spPr bwMode="auto">
          <a:xfrm>
            <a:off x="3320654" y="808886"/>
            <a:ext cx="63959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a:latin typeface="Times New Roman" panose="02020603050405020304" pitchFamily="18" charset="0"/>
                <a:ea typeface="新細明體" panose="02020500000000000000" pitchFamily="18" charset="-120"/>
              </a:rPr>
              <a:t>00 0000</a:t>
            </a:r>
          </a:p>
        </p:txBody>
      </p:sp>
      <p:sp>
        <p:nvSpPr>
          <p:cNvPr id="69649" name="Rectangle 17">
            <a:extLst>
              <a:ext uri="{FF2B5EF4-FFF2-40B4-BE49-F238E27FC236}">
                <a16:creationId xmlns:a16="http://schemas.microsoft.com/office/drawing/2014/main" id="{4F10FA0D-4F8B-4E0A-8C56-7E7D7E5C942B}"/>
              </a:ext>
            </a:extLst>
          </p:cNvPr>
          <p:cNvSpPr>
            <a:spLocks noChangeArrowheads="1"/>
          </p:cNvSpPr>
          <p:nvPr/>
        </p:nvSpPr>
        <p:spPr bwMode="auto">
          <a:xfrm>
            <a:off x="4239437" y="808886"/>
            <a:ext cx="631134"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dirty="0">
                <a:latin typeface="Times New Roman" panose="02020603050405020304" pitchFamily="18" charset="0"/>
                <a:ea typeface="新細明體" panose="02020500000000000000" pitchFamily="18" charset="-120"/>
              </a:rPr>
              <a:t>10 0011</a:t>
            </a:r>
          </a:p>
        </p:txBody>
      </p:sp>
      <p:sp>
        <p:nvSpPr>
          <p:cNvPr id="69650" name="Rectangle 18">
            <a:extLst>
              <a:ext uri="{FF2B5EF4-FFF2-40B4-BE49-F238E27FC236}">
                <a16:creationId xmlns:a16="http://schemas.microsoft.com/office/drawing/2014/main" id="{80528E82-E079-4F6E-A08B-FBFD4087B16C}"/>
              </a:ext>
            </a:extLst>
          </p:cNvPr>
          <p:cNvSpPr>
            <a:spLocks noChangeArrowheads="1"/>
          </p:cNvSpPr>
          <p:nvPr/>
        </p:nvSpPr>
        <p:spPr bwMode="auto">
          <a:xfrm>
            <a:off x="4887746" y="808886"/>
            <a:ext cx="631134"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dirty="0">
                <a:latin typeface="Times New Roman" panose="02020603050405020304" pitchFamily="18" charset="0"/>
                <a:ea typeface="新細明體" panose="02020500000000000000" pitchFamily="18" charset="-120"/>
              </a:rPr>
              <a:t>10 1011</a:t>
            </a:r>
          </a:p>
        </p:txBody>
      </p:sp>
      <p:sp>
        <p:nvSpPr>
          <p:cNvPr id="69651" name="Rectangle 19">
            <a:extLst>
              <a:ext uri="{FF2B5EF4-FFF2-40B4-BE49-F238E27FC236}">
                <a16:creationId xmlns:a16="http://schemas.microsoft.com/office/drawing/2014/main" id="{770E1C84-4ACC-470F-9D76-64E22F4909D5}"/>
              </a:ext>
            </a:extLst>
          </p:cNvPr>
          <p:cNvSpPr>
            <a:spLocks noChangeArrowheads="1"/>
          </p:cNvSpPr>
          <p:nvPr/>
        </p:nvSpPr>
        <p:spPr bwMode="auto">
          <a:xfrm>
            <a:off x="5487415" y="808886"/>
            <a:ext cx="63959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200" dirty="0">
                <a:latin typeface="Times New Roman" panose="02020603050405020304" pitchFamily="18" charset="0"/>
                <a:ea typeface="新細明體" panose="02020500000000000000" pitchFamily="18" charset="-120"/>
              </a:rPr>
              <a:t>00 0100</a:t>
            </a:r>
          </a:p>
        </p:txBody>
      </p:sp>
      <p:sp>
        <p:nvSpPr>
          <p:cNvPr id="69652" name="Line 20">
            <a:extLst>
              <a:ext uri="{FF2B5EF4-FFF2-40B4-BE49-F238E27FC236}">
                <a16:creationId xmlns:a16="http://schemas.microsoft.com/office/drawing/2014/main" id="{F348A931-E63D-42E3-832C-E283C745C8A0}"/>
              </a:ext>
            </a:extLst>
          </p:cNvPr>
          <p:cNvSpPr>
            <a:spLocks noChangeShapeType="1"/>
          </p:cNvSpPr>
          <p:nvPr/>
        </p:nvSpPr>
        <p:spPr bwMode="auto">
          <a:xfrm flipV="1">
            <a:off x="4881563" y="800551"/>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53" name="Line 21">
            <a:extLst>
              <a:ext uri="{FF2B5EF4-FFF2-40B4-BE49-F238E27FC236}">
                <a16:creationId xmlns:a16="http://schemas.microsoft.com/office/drawing/2014/main" id="{CC04AD40-A092-4F9A-B266-AC8BF0AF3722}"/>
              </a:ext>
            </a:extLst>
          </p:cNvPr>
          <p:cNvSpPr>
            <a:spLocks noChangeShapeType="1"/>
          </p:cNvSpPr>
          <p:nvPr/>
        </p:nvSpPr>
        <p:spPr bwMode="auto">
          <a:xfrm flipV="1">
            <a:off x="5500688" y="800551"/>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54" name="Line 22">
            <a:extLst>
              <a:ext uri="{FF2B5EF4-FFF2-40B4-BE49-F238E27FC236}">
                <a16:creationId xmlns:a16="http://schemas.microsoft.com/office/drawing/2014/main" id="{219A0515-B255-4FB8-B62F-D0F29D1AA856}"/>
              </a:ext>
            </a:extLst>
          </p:cNvPr>
          <p:cNvSpPr>
            <a:spLocks noChangeShapeType="1"/>
          </p:cNvSpPr>
          <p:nvPr/>
        </p:nvSpPr>
        <p:spPr bwMode="auto">
          <a:xfrm flipV="1">
            <a:off x="6119813" y="800551"/>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55" name="Line 23">
            <a:extLst>
              <a:ext uri="{FF2B5EF4-FFF2-40B4-BE49-F238E27FC236}">
                <a16:creationId xmlns:a16="http://schemas.microsoft.com/office/drawing/2014/main" id="{3C12F5BA-C0C0-40B9-B0AD-CB9593B2131C}"/>
              </a:ext>
            </a:extLst>
          </p:cNvPr>
          <p:cNvSpPr>
            <a:spLocks noChangeShapeType="1"/>
          </p:cNvSpPr>
          <p:nvPr/>
        </p:nvSpPr>
        <p:spPr bwMode="auto">
          <a:xfrm flipV="1">
            <a:off x="3024188" y="800551"/>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56" name="Line 24">
            <a:extLst>
              <a:ext uri="{FF2B5EF4-FFF2-40B4-BE49-F238E27FC236}">
                <a16:creationId xmlns:a16="http://schemas.microsoft.com/office/drawing/2014/main" id="{AB358FC2-FC93-4425-93E4-C66920971A3F}"/>
              </a:ext>
            </a:extLst>
          </p:cNvPr>
          <p:cNvSpPr>
            <a:spLocks noChangeShapeType="1"/>
          </p:cNvSpPr>
          <p:nvPr/>
        </p:nvSpPr>
        <p:spPr bwMode="auto">
          <a:xfrm flipV="1">
            <a:off x="4262438" y="800551"/>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57" name="Line 25">
            <a:extLst>
              <a:ext uri="{FF2B5EF4-FFF2-40B4-BE49-F238E27FC236}">
                <a16:creationId xmlns:a16="http://schemas.microsoft.com/office/drawing/2014/main" id="{F1134D93-7638-49EE-AA88-D046E4A96808}"/>
              </a:ext>
            </a:extLst>
          </p:cNvPr>
          <p:cNvSpPr>
            <a:spLocks noChangeShapeType="1"/>
          </p:cNvSpPr>
          <p:nvPr/>
        </p:nvSpPr>
        <p:spPr bwMode="auto">
          <a:xfrm flipV="1">
            <a:off x="1600200" y="1029151"/>
            <a:ext cx="0" cy="4572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58" name="Line 26">
            <a:extLst>
              <a:ext uri="{FF2B5EF4-FFF2-40B4-BE49-F238E27FC236}">
                <a16:creationId xmlns:a16="http://schemas.microsoft.com/office/drawing/2014/main" id="{706C5BD4-FBA6-4DF6-90CE-DF12D77F5951}"/>
              </a:ext>
            </a:extLst>
          </p:cNvPr>
          <p:cNvSpPr>
            <a:spLocks noChangeShapeType="1"/>
          </p:cNvSpPr>
          <p:nvPr/>
        </p:nvSpPr>
        <p:spPr bwMode="auto">
          <a:xfrm flipV="1">
            <a:off x="3024188" y="1029151"/>
            <a:ext cx="0" cy="4572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59" name="Line 27">
            <a:extLst>
              <a:ext uri="{FF2B5EF4-FFF2-40B4-BE49-F238E27FC236}">
                <a16:creationId xmlns:a16="http://schemas.microsoft.com/office/drawing/2014/main" id="{7463352E-E5A8-4240-83E9-82E4D0ED103E}"/>
              </a:ext>
            </a:extLst>
          </p:cNvPr>
          <p:cNvSpPr>
            <a:spLocks noChangeShapeType="1"/>
          </p:cNvSpPr>
          <p:nvPr/>
        </p:nvSpPr>
        <p:spPr bwMode="auto">
          <a:xfrm flipV="1">
            <a:off x="4262438" y="1029151"/>
            <a:ext cx="0" cy="4572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60" name="Line 28">
            <a:extLst>
              <a:ext uri="{FF2B5EF4-FFF2-40B4-BE49-F238E27FC236}">
                <a16:creationId xmlns:a16="http://schemas.microsoft.com/office/drawing/2014/main" id="{0152440F-7628-4A73-990B-121E55B9BCFC}"/>
              </a:ext>
            </a:extLst>
          </p:cNvPr>
          <p:cNvSpPr>
            <a:spLocks noChangeShapeType="1"/>
          </p:cNvSpPr>
          <p:nvPr/>
        </p:nvSpPr>
        <p:spPr bwMode="auto">
          <a:xfrm flipV="1">
            <a:off x="4881563" y="1029151"/>
            <a:ext cx="0" cy="4572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61" name="Line 29">
            <a:extLst>
              <a:ext uri="{FF2B5EF4-FFF2-40B4-BE49-F238E27FC236}">
                <a16:creationId xmlns:a16="http://schemas.microsoft.com/office/drawing/2014/main" id="{A5A105E5-C93D-47FA-BDAD-14098FB65D2D}"/>
              </a:ext>
            </a:extLst>
          </p:cNvPr>
          <p:cNvSpPr>
            <a:spLocks noChangeShapeType="1"/>
          </p:cNvSpPr>
          <p:nvPr/>
        </p:nvSpPr>
        <p:spPr bwMode="auto">
          <a:xfrm flipV="1">
            <a:off x="5500688" y="1029151"/>
            <a:ext cx="0" cy="4572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62" name="Line 30">
            <a:extLst>
              <a:ext uri="{FF2B5EF4-FFF2-40B4-BE49-F238E27FC236}">
                <a16:creationId xmlns:a16="http://schemas.microsoft.com/office/drawing/2014/main" id="{21F6BACF-CCDA-4136-9CF3-84C05162AD47}"/>
              </a:ext>
            </a:extLst>
          </p:cNvPr>
          <p:cNvSpPr>
            <a:spLocks noChangeShapeType="1"/>
          </p:cNvSpPr>
          <p:nvPr/>
        </p:nvSpPr>
        <p:spPr bwMode="auto">
          <a:xfrm flipV="1">
            <a:off x="6119813" y="1029151"/>
            <a:ext cx="0" cy="4572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63" name="Rectangle 31">
            <a:extLst>
              <a:ext uri="{FF2B5EF4-FFF2-40B4-BE49-F238E27FC236}">
                <a16:creationId xmlns:a16="http://schemas.microsoft.com/office/drawing/2014/main" id="{535196FF-7B4A-4C3A-816D-F1E2BEE62FE6}"/>
              </a:ext>
            </a:extLst>
          </p:cNvPr>
          <p:cNvSpPr>
            <a:spLocks noGrp="1" noChangeArrowheads="1"/>
          </p:cNvSpPr>
          <p:nvPr>
            <p:ph type="body" idx="1"/>
          </p:nvPr>
        </p:nvSpPr>
        <p:spPr>
          <a:xfrm>
            <a:off x="1136728" y="1529124"/>
            <a:ext cx="6949678" cy="1143000"/>
          </a:xfrm>
          <a:noFill/>
        </p:spPr>
        <p:txBody>
          <a:bodyPr vert="horz" wrap="square" lIns="69056" tIns="34529" rIns="69056" bIns="34529" numCol="1" anchor="t" anchorCtr="0" compatLnSpc="1">
            <a:prstTxWarp prst="textNoShape">
              <a:avLst/>
            </a:prstTxWarp>
          </a:bodyPr>
          <a:lstStyle/>
          <a:p>
            <a:pPr marL="152400" indent="-152400">
              <a:buNone/>
            </a:pPr>
            <a:r>
              <a:rPr lang="en-US" altLang="zh-TW" sz="2000" dirty="0" err="1"/>
              <a:t>RegWrite</a:t>
            </a:r>
            <a:r>
              <a:rPr lang="en-US" altLang="zh-TW" sz="2000" dirty="0"/>
              <a:t>  =  R-type  +  </a:t>
            </a:r>
            <a:r>
              <a:rPr lang="en-US" altLang="zh-TW" sz="2000" dirty="0" err="1"/>
              <a:t>lw</a:t>
            </a:r>
            <a:endParaRPr lang="en-US" altLang="zh-TW" sz="2000" dirty="0"/>
          </a:p>
          <a:p>
            <a:pPr marL="514350" lvl="1" indent="-142875">
              <a:buNone/>
            </a:pPr>
            <a:r>
              <a:rPr lang="en-US" altLang="zh-TW" dirty="0"/>
              <a:t>= op5’‧op4’‧op3’‧op2’‧op1’‧op0’	(R-type)</a:t>
            </a:r>
          </a:p>
          <a:p>
            <a:pPr marL="514350" lvl="1" indent="-142875">
              <a:buNone/>
            </a:pPr>
            <a:r>
              <a:rPr lang="en-US" altLang="zh-TW" dirty="0"/>
              <a:t>+ op5‧op4’‧op3’‧op2’‧op1‧ op0	(</a:t>
            </a:r>
            <a:r>
              <a:rPr lang="en-US" altLang="zh-TW" dirty="0" err="1"/>
              <a:t>lw</a:t>
            </a:r>
            <a:r>
              <a:rPr lang="en-US" altLang="zh-TW" dirty="0"/>
              <a:t>)</a:t>
            </a:r>
          </a:p>
          <a:p>
            <a:pPr marL="152400" indent="-152400">
              <a:buNone/>
            </a:pPr>
            <a:endParaRPr lang="zh-TW" altLang="en-US" sz="1350" dirty="0"/>
          </a:p>
        </p:txBody>
      </p:sp>
      <p:sp>
        <p:nvSpPr>
          <p:cNvPr id="69664" name="Oval 32">
            <a:extLst>
              <a:ext uri="{FF2B5EF4-FFF2-40B4-BE49-F238E27FC236}">
                <a16:creationId xmlns:a16="http://schemas.microsoft.com/office/drawing/2014/main" id="{F8849E0D-3940-42C2-9D72-E8699C0DA579}"/>
              </a:ext>
            </a:extLst>
          </p:cNvPr>
          <p:cNvSpPr>
            <a:spLocks noChangeArrowheads="1"/>
          </p:cNvSpPr>
          <p:nvPr/>
        </p:nvSpPr>
        <p:spPr bwMode="auto">
          <a:xfrm>
            <a:off x="2243138"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665" name="Line 33">
            <a:extLst>
              <a:ext uri="{FF2B5EF4-FFF2-40B4-BE49-F238E27FC236}">
                <a16:creationId xmlns:a16="http://schemas.microsoft.com/office/drawing/2014/main" id="{92678014-B81E-4DA4-A653-2E6E7C1177AD}"/>
              </a:ext>
            </a:extLst>
          </p:cNvPr>
          <p:cNvSpPr>
            <a:spLocks noChangeShapeType="1"/>
          </p:cNvSpPr>
          <p:nvPr/>
        </p:nvSpPr>
        <p:spPr bwMode="auto">
          <a:xfrm flipV="1">
            <a:off x="2294335" y="2855570"/>
            <a:ext cx="0" cy="4000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66" name="Oval 34">
            <a:extLst>
              <a:ext uri="{FF2B5EF4-FFF2-40B4-BE49-F238E27FC236}">
                <a16:creationId xmlns:a16="http://schemas.microsoft.com/office/drawing/2014/main" id="{7E5AD056-318D-46D8-A7DC-CCBE6965FB5A}"/>
              </a:ext>
            </a:extLst>
          </p:cNvPr>
          <p:cNvSpPr>
            <a:spLocks noChangeArrowheads="1"/>
          </p:cNvSpPr>
          <p:nvPr/>
        </p:nvSpPr>
        <p:spPr bwMode="auto">
          <a:xfrm>
            <a:off x="2366963"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667" name="Line 35">
            <a:extLst>
              <a:ext uri="{FF2B5EF4-FFF2-40B4-BE49-F238E27FC236}">
                <a16:creationId xmlns:a16="http://schemas.microsoft.com/office/drawing/2014/main" id="{798C65DA-E68E-4173-A410-208A2B5EFD5E}"/>
              </a:ext>
            </a:extLst>
          </p:cNvPr>
          <p:cNvSpPr>
            <a:spLocks noChangeShapeType="1"/>
          </p:cNvSpPr>
          <p:nvPr/>
        </p:nvSpPr>
        <p:spPr bwMode="auto">
          <a:xfrm flipV="1">
            <a:off x="2418160" y="2912720"/>
            <a:ext cx="0" cy="3429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68" name="Oval 36">
            <a:extLst>
              <a:ext uri="{FF2B5EF4-FFF2-40B4-BE49-F238E27FC236}">
                <a16:creationId xmlns:a16="http://schemas.microsoft.com/office/drawing/2014/main" id="{1815595D-3B32-4719-B1A2-BD2E704F5926}"/>
              </a:ext>
            </a:extLst>
          </p:cNvPr>
          <p:cNvSpPr>
            <a:spLocks noChangeArrowheads="1"/>
          </p:cNvSpPr>
          <p:nvPr/>
        </p:nvSpPr>
        <p:spPr bwMode="auto">
          <a:xfrm>
            <a:off x="2490788"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669" name="Line 37">
            <a:extLst>
              <a:ext uri="{FF2B5EF4-FFF2-40B4-BE49-F238E27FC236}">
                <a16:creationId xmlns:a16="http://schemas.microsoft.com/office/drawing/2014/main" id="{7E76B03B-2805-4A07-A0A2-D1D548DDD9F9}"/>
              </a:ext>
            </a:extLst>
          </p:cNvPr>
          <p:cNvSpPr>
            <a:spLocks noChangeShapeType="1"/>
          </p:cNvSpPr>
          <p:nvPr/>
        </p:nvSpPr>
        <p:spPr bwMode="auto">
          <a:xfrm flipV="1">
            <a:off x="2541985" y="2969870"/>
            <a:ext cx="0" cy="2857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70" name="Oval 38">
            <a:extLst>
              <a:ext uri="{FF2B5EF4-FFF2-40B4-BE49-F238E27FC236}">
                <a16:creationId xmlns:a16="http://schemas.microsoft.com/office/drawing/2014/main" id="{2594DE24-A758-437E-8DED-2C513102607E}"/>
              </a:ext>
            </a:extLst>
          </p:cNvPr>
          <p:cNvSpPr>
            <a:spLocks noChangeArrowheads="1"/>
          </p:cNvSpPr>
          <p:nvPr/>
        </p:nvSpPr>
        <p:spPr bwMode="auto">
          <a:xfrm>
            <a:off x="2614613"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671" name="Line 39">
            <a:extLst>
              <a:ext uri="{FF2B5EF4-FFF2-40B4-BE49-F238E27FC236}">
                <a16:creationId xmlns:a16="http://schemas.microsoft.com/office/drawing/2014/main" id="{D0EA2BF0-B1C7-44B2-B097-2BF23646BA74}"/>
              </a:ext>
            </a:extLst>
          </p:cNvPr>
          <p:cNvSpPr>
            <a:spLocks noChangeShapeType="1"/>
          </p:cNvSpPr>
          <p:nvPr/>
        </p:nvSpPr>
        <p:spPr bwMode="auto">
          <a:xfrm flipV="1">
            <a:off x="2665810" y="3027020"/>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72" name="Oval 40">
            <a:extLst>
              <a:ext uri="{FF2B5EF4-FFF2-40B4-BE49-F238E27FC236}">
                <a16:creationId xmlns:a16="http://schemas.microsoft.com/office/drawing/2014/main" id="{61F96A4B-53A6-4631-9BDB-64BE49036CE4}"/>
              </a:ext>
            </a:extLst>
          </p:cNvPr>
          <p:cNvSpPr>
            <a:spLocks noChangeArrowheads="1"/>
          </p:cNvSpPr>
          <p:nvPr/>
        </p:nvSpPr>
        <p:spPr bwMode="auto">
          <a:xfrm>
            <a:off x="2738438"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673" name="Line 41">
            <a:extLst>
              <a:ext uri="{FF2B5EF4-FFF2-40B4-BE49-F238E27FC236}">
                <a16:creationId xmlns:a16="http://schemas.microsoft.com/office/drawing/2014/main" id="{62266EBF-1113-4893-A3C1-71FA5CDFC03F}"/>
              </a:ext>
            </a:extLst>
          </p:cNvPr>
          <p:cNvSpPr>
            <a:spLocks noChangeShapeType="1"/>
          </p:cNvSpPr>
          <p:nvPr/>
        </p:nvSpPr>
        <p:spPr bwMode="auto">
          <a:xfrm flipV="1">
            <a:off x="2789635" y="3084170"/>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74" name="Oval 42">
            <a:extLst>
              <a:ext uri="{FF2B5EF4-FFF2-40B4-BE49-F238E27FC236}">
                <a16:creationId xmlns:a16="http://schemas.microsoft.com/office/drawing/2014/main" id="{FD275902-E723-4FE8-8B3D-56A53029D66B}"/>
              </a:ext>
            </a:extLst>
          </p:cNvPr>
          <p:cNvSpPr>
            <a:spLocks noChangeArrowheads="1"/>
          </p:cNvSpPr>
          <p:nvPr/>
        </p:nvSpPr>
        <p:spPr bwMode="auto">
          <a:xfrm>
            <a:off x="2862263"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675" name="Line 43">
            <a:extLst>
              <a:ext uri="{FF2B5EF4-FFF2-40B4-BE49-F238E27FC236}">
                <a16:creationId xmlns:a16="http://schemas.microsoft.com/office/drawing/2014/main" id="{4C872590-6064-44E3-9546-B664F2256EEC}"/>
              </a:ext>
            </a:extLst>
          </p:cNvPr>
          <p:cNvSpPr>
            <a:spLocks noChangeShapeType="1"/>
          </p:cNvSpPr>
          <p:nvPr/>
        </p:nvSpPr>
        <p:spPr bwMode="auto">
          <a:xfrm flipV="1">
            <a:off x="2913460" y="3141320"/>
            <a:ext cx="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76" name="Line 44">
            <a:extLst>
              <a:ext uri="{FF2B5EF4-FFF2-40B4-BE49-F238E27FC236}">
                <a16:creationId xmlns:a16="http://schemas.microsoft.com/office/drawing/2014/main" id="{91697474-F136-464A-AB07-0A69989ACBFA}"/>
              </a:ext>
            </a:extLst>
          </p:cNvPr>
          <p:cNvSpPr>
            <a:spLocks noChangeShapeType="1"/>
          </p:cNvSpPr>
          <p:nvPr/>
        </p:nvSpPr>
        <p:spPr bwMode="auto">
          <a:xfrm>
            <a:off x="2232422" y="3369920"/>
            <a:ext cx="74295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77" name="Line 45">
            <a:extLst>
              <a:ext uri="{FF2B5EF4-FFF2-40B4-BE49-F238E27FC236}">
                <a16:creationId xmlns:a16="http://schemas.microsoft.com/office/drawing/2014/main" id="{789B2836-485E-45CD-AD39-8F85F1060B17}"/>
              </a:ext>
            </a:extLst>
          </p:cNvPr>
          <p:cNvSpPr>
            <a:spLocks noChangeShapeType="1"/>
          </p:cNvSpPr>
          <p:nvPr/>
        </p:nvSpPr>
        <p:spPr bwMode="auto">
          <a:xfrm>
            <a:off x="2232422" y="3369920"/>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78" name="Line 46">
            <a:extLst>
              <a:ext uri="{FF2B5EF4-FFF2-40B4-BE49-F238E27FC236}">
                <a16:creationId xmlns:a16="http://schemas.microsoft.com/office/drawing/2014/main" id="{428A6767-21C5-42D0-AD1B-7786F3518828}"/>
              </a:ext>
            </a:extLst>
          </p:cNvPr>
          <p:cNvSpPr>
            <a:spLocks noChangeShapeType="1"/>
          </p:cNvSpPr>
          <p:nvPr/>
        </p:nvSpPr>
        <p:spPr bwMode="auto">
          <a:xfrm>
            <a:off x="2975372" y="3369920"/>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79" name="Arc 47">
            <a:extLst>
              <a:ext uri="{FF2B5EF4-FFF2-40B4-BE49-F238E27FC236}">
                <a16:creationId xmlns:a16="http://schemas.microsoft.com/office/drawing/2014/main" id="{10045869-D030-42DF-B810-71621A9F790D}"/>
              </a:ext>
            </a:extLst>
          </p:cNvPr>
          <p:cNvSpPr>
            <a:spLocks/>
          </p:cNvSpPr>
          <p:nvPr/>
        </p:nvSpPr>
        <p:spPr bwMode="auto">
          <a:xfrm>
            <a:off x="2603897" y="3598520"/>
            <a:ext cx="371475" cy="285750"/>
          </a:xfrm>
          <a:custGeom>
            <a:avLst/>
            <a:gdLst>
              <a:gd name="T0" fmla="*/ 2147483647 w 21600"/>
              <a:gd name="T1" fmla="*/ 0 h 21600"/>
              <a:gd name="T2" fmla="*/ 0 w 21600"/>
              <a:gd name="T3" fmla="*/ 2147483647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69680" name="Arc 48">
            <a:extLst>
              <a:ext uri="{FF2B5EF4-FFF2-40B4-BE49-F238E27FC236}">
                <a16:creationId xmlns:a16="http://schemas.microsoft.com/office/drawing/2014/main" id="{AEDB71BE-945C-4043-904B-8829DD51B676}"/>
              </a:ext>
            </a:extLst>
          </p:cNvPr>
          <p:cNvSpPr>
            <a:spLocks/>
          </p:cNvSpPr>
          <p:nvPr/>
        </p:nvSpPr>
        <p:spPr bwMode="auto">
          <a:xfrm>
            <a:off x="2233613" y="3598520"/>
            <a:ext cx="371475" cy="285750"/>
          </a:xfrm>
          <a:custGeom>
            <a:avLst/>
            <a:gdLst>
              <a:gd name="T0" fmla="*/ 2147483647 w 21600"/>
              <a:gd name="T1" fmla="*/ 2147483647 h 21600"/>
              <a:gd name="T2" fmla="*/ 0 w 21600"/>
              <a:gd name="T3" fmla="*/ 0 h 21600"/>
              <a:gd name="T4" fmla="*/ 2147483647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69681" name="Line 49">
            <a:extLst>
              <a:ext uri="{FF2B5EF4-FFF2-40B4-BE49-F238E27FC236}">
                <a16:creationId xmlns:a16="http://schemas.microsoft.com/office/drawing/2014/main" id="{09761837-3CF7-421C-A72F-0ECEC5F42BBF}"/>
              </a:ext>
            </a:extLst>
          </p:cNvPr>
          <p:cNvSpPr>
            <a:spLocks noChangeShapeType="1"/>
          </p:cNvSpPr>
          <p:nvPr/>
        </p:nvSpPr>
        <p:spPr bwMode="auto">
          <a:xfrm flipV="1">
            <a:off x="2603897" y="3884270"/>
            <a:ext cx="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82" name="Line 50">
            <a:extLst>
              <a:ext uri="{FF2B5EF4-FFF2-40B4-BE49-F238E27FC236}">
                <a16:creationId xmlns:a16="http://schemas.microsoft.com/office/drawing/2014/main" id="{3EA8FB8A-7FB1-4037-8266-2C19AC9DCC13}"/>
              </a:ext>
            </a:extLst>
          </p:cNvPr>
          <p:cNvSpPr>
            <a:spLocks noChangeShapeType="1"/>
          </p:cNvSpPr>
          <p:nvPr/>
        </p:nvSpPr>
        <p:spPr bwMode="auto">
          <a:xfrm flipV="1">
            <a:off x="3148013" y="2855570"/>
            <a:ext cx="0" cy="5143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83" name="Oval 51">
            <a:extLst>
              <a:ext uri="{FF2B5EF4-FFF2-40B4-BE49-F238E27FC236}">
                <a16:creationId xmlns:a16="http://schemas.microsoft.com/office/drawing/2014/main" id="{58345280-28D3-49F1-B97D-8C995212B4D0}"/>
              </a:ext>
            </a:extLst>
          </p:cNvPr>
          <p:cNvSpPr>
            <a:spLocks noChangeArrowheads="1"/>
          </p:cNvSpPr>
          <p:nvPr/>
        </p:nvSpPr>
        <p:spPr bwMode="auto">
          <a:xfrm>
            <a:off x="3220641"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684" name="Line 52">
            <a:extLst>
              <a:ext uri="{FF2B5EF4-FFF2-40B4-BE49-F238E27FC236}">
                <a16:creationId xmlns:a16="http://schemas.microsoft.com/office/drawing/2014/main" id="{0065C038-34BA-431F-98C1-AD497313F41E}"/>
              </a:ext>
            </a:extLst>
          </p:cNvPr>
          <p:cNvSpPr>
            <a:spLocks noChangeShapeType="1"/>
          </p:cNvSpPr>
          <p:nvPr/>
        </p:nvSpPr>
        <p:spPr bwMode="auto">
          <a:xfrm flipV="1">
            <a:off x="3271838" y="2912720"/>
            <a:ext cx="0" cy="3429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85" name="Oval 53">
            <a:extLst>
              <a:ext uri="{FF2B5EF4-FFF2-40B4-BE49-F238E27FC236}">
                <a16:creationId xmlns:a16="http://schemas.microsoft.com/office/drawing/2014/main" id="{D84F62C7-A553-4E77-97E3-6DABEBE388CB}"/>
              </a:ext>
            </a:extLst>
          </p:cNvPr>
          <p:cNvSpPr>
            <a:spLocks noChangeArrowheads="1"/>
          </p:cNvSpPr>
          <p:nvPr/>
        </p:nvSpPr>
        <p:spPr bwMode="auto">
          <a:xfrm>
            <a:off x="3344466"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686" name="Line 54">
            <a:extLst>
              <a:ext uri="{FF2B5EF4-FFF2-40B4-BE49-F238E27FC236}">
                <a16:creationId xmlns:a16="http://schemas.microsoft.com/office/drawing/2014/main" id="{9237509A-EA38-463B-9B1C-5FF5DDD005D8}"/>
              </a:ext>
            </a:extLst>
          </p:cNvPr>
          <p:cNvSpPr>
            <a:spLocks noChangeShapeType="1"/>
          </p:cNvSpPr>
          <p:nvPr/>
        </p:nvSpPr>
        <p:spPr bwMode="auto">
          <a:xfrm flipV="1">
            <a:off x="3395663" y="2969870"/>
            <a:ext cx="0" cy="2857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87" name="Oval 55">
            <a:extLst>
              <a:ext uri="{FF2B5EF4-FFF2-40B4-BE49-F238E27FC236}">
                <a16:creationId xmlns:a16="http://schemas.microsoft.com/office/drawing/2014/main" id="{DEB444AF-A82D-42B9-ACFD-913088C3DBD6}"/>
              </a:ext>
            </a:extLst>
          </p:cNvPr>
          <p:cNvSpPr>
            <a:spLocks noChangeArrowheads="1"/>
          </p:cNvSpPr>
          <p:nvPr/>
        </p:nvSpPr>
        <p:spPr bwMode="auto">
          <a:xfrm>
            <a:off x="3468291"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688" name="Line 56">
            <a:extLst>
              <a:ext uri="{FF2B5EF4-FFF2-40B4-BE49-F238E27FC236}">
                <a16:creationId xmlns:a16="http://schemas.microsoft.com/office/drawing/2014/main" id="{15BA90CE-11ED-48C7-9C37-CC8651815627}"/>
              </a:ext>
            </a:extLst>
          </p:cNvPr>
          <p:cNvSpPr>
            <a:spLocks noChangeShapeType="1"/>
          </p:cNvSpPr>
          <p:nvPr/>
        </p:nvSpPr>
        <p:spPr bwMode="auto">
          <a:xfrm flipV="1">
            <a:off x="3519488" y="3027020"/>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89" name="Line 57">
            <a:extLst>
              <a:ext uri="{FF2B5EF4-FFF2-40B4-BE49-F238E27FC236}">
                <a16:creationId xmlns:a16="http://schemas.microsoft.com/office/drawing/2014/main" id="{F3BD61DF-F4DD-418D-83F4-447C254EA512}"/>
              </a:ext>
            </a:extLst>
          </p:cNvPr>
          <p:cNvSpPr>
            <a:spLocks noChangeShapeType="1"/>
          </p:cNvSpPr>
          <p:nvPr/>
        </p:nvSpPr>
        <p:spPr bwMode="auto">
          <a:xfrm flipV="1">
            <a:off x="3643313" y="3084170"/>
            <a:ext cx="0" cy="2857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90" name="Line 58">
            <a:extLst>
              <a:ext uri="{FF2B5EF4-FFF2-40B4-BE49-F238E27FC236}">
                <a16:creationId xmlns:a16="http://schemas.microsoft.com/office/drawing/2014/main" id="{86C335AD-9F90-4D5C-92A0-1C7E10EF0276}"/>
              </a:ext>
            </a:extLst>
          </p:cNvPr>
          <p:cNvSpPr>
            <a:spLocks noChangeShapeType="1"/>
          </p:cNvSpPr>
          <p:nvPr/>
        </p:nvSpPr>
        <p:spPr bwMode="auto">
          <a:xfrm flipV="1">
            <a:off x="3767138" y="3141320"/>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91" name="Line 59">
            <a:extLst>
              <a:ext uri="{FF2B5EF4-FFF2-40B4-BE49-F238E27FC236}">
                <a16:creationId xmlns:a16="http://schemas.microsoft.com/office/drawing/2014/main" id="{2E85E77E-6D9C-4684-8CA4-34F484AD631F}"/>
              </a:ext>
            </a:extLst>
          </p:cNvPr>
          <p:cNvSpPr>
            <a:spLocks noChangeShapeType="1"/>
          </p:cNvSpPr>
          <p:nvPr/>
        </p:nvSpPr>
        <p:spPr bwMode="auto">
          <a:xfrm>
            <a:off x="3086100" y="3369920"/>
            <a:ext cx="74295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92" name="Line 60">
            <a:extLst>
              <a:ext uri="{FF2B5EF4-FFF2-40B4-BE49-F238E27FC236}">
                <a16:creationId xmlns:a16="http://schemas.microsoft.com/office/drawing/2014/main" id="{FBFDF8B1-E057-4918-819F-8EABC85E3B28}"/>
              </a:ext>
            </a:extLst>
          </p:cNvPr>
          <p:cNvSpPr>
            <a:spLocks noChangeShapeType="1"/>
          </p:cNvSpPr>
          <p:nvPr/>
        </p:nvSpPr>
        <p:spPr bwMode="auto">
          <a:xfrm>
            <a:off x="3086100" y="3369920"/>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93" name="Line 61">
            <a:extLst>
              <a:ext uri="{FF2B5EF4-FFF2-40B4-BE49-F238E27FC236}">
                <a16:creationId xmlns:a16="http://schemas.microsoft.com/office/drawing/2014/main" id="{391CE806-C11F-4B65-B693-1F0A5F2A285E}"/>
              </a:ext>
            </a:extLst>
          </p:cNvPr>
          <p:cNvSpPr>
            <a:spLocks noChangeShapeType="1"/>
          </p:cNvSpPr>
          <p:nvPr/>
        </p:nvSpPr>
        <p:spPr bwMode="auto">
          <a:xfrm>
            <a:off x="3829050" y="3369920"/>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94" name="Arc 62">
            <a:extLst>
              <a:ext uri="{FF2B5EF4-FFF2-40B4-BE49-F238E27FC236}">
                <a16:creationId xmlns:a16="http://schemas.microsoft.com/office/drawing/2014/main" id="{BC234AEE-CFA1-4285-A53E-B2570C7D6334}"/>
              </a:ext>
            </a:extLst>
          </p:cNvPr>
          <p:cNvSpPr>
            <a:spLocks/>
          </p:cNvSpPr>
          <p:nvPr/>
        </p:nvSpPr>
        <p:spPr bwMode="auto">
          <a:xfrm>
            <a:off x="3457575" y="3598520"/>
            <a:ext cx="371475" cy="285750"/>
          </a:xfrm>
          <a:custGeom>
            <a:avLst/>
            <a:gdLst>
              <a:gd name="T0" fmla="*/ 2147483647 w 21600"/>
              <a:gd name="T1" fmla="*/ 0 h 21600"/>
              <a:gd name="T2" fmla="*/ 0 w 21600"/>
              <a:gd name="T3" fmla="*/ 2147483647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69695" name="Arc 63">
            <a:extLst>
              <a:ext uri="{FF2B5EF4-FFF2-40B4-BE49-F238E27FC236}">
                <a16:creationId xmlns:a16="http://schemas.microsoft.com/office/drawing/2014/main" id="{BF21C49B-5ABC-4FDF-A7B3-29F4DCBCFA63}"/>
              </a:ext>
            </a:extLst>
          </p:cNvPr>
          <p:cNvSpPr>
            <a:spLocks/>
          </p:cNvSpPr>
          <p:nvPr/>
        </p:nvSpPr>
        <p:spPr bwMode="auto">
          <a:xfrm>
            <a:off x="3087291" y="3598520"/>
            <a:ext cx="371475" cy="285750"/>
          </a:xfrm>
          <a:custGeom>
            <a:avLst/>
            <a:gdLst>
              <a:gd name="T0" fmla="*/ 2147483647 w 21600"/>
              <a:gd name="T1" fmla="*/ 2147483647 h 21600"/>
              <a:gd name="T2" fmla="*/ 0 w 21600"/>
              <a:gd name="T3" fmla="*/ 0 h 21600"/>
              <a:gd name="T4" fmla="*/ 2147483647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69696" name="Line 64">
            <a:extLst>
              <a:ext uri="{FF2B5EF4-FFF2-40B4-BE49-F238E27FC236}">
                <a16:creationId xmlns:a16="http://schemas.microsoft.com/office/drawing/2014/main" id="{2EEC5D51-47C7-4D50-A971-8611FDD59B28}"/>
              </a:ext>
            </a:extLst>
          </p:cNvPr>
          <p:cNvSpPr>
            <a:spLocks noChangeShapeType="1"/>
          </p:cNvSpPr>
          <p:nvPr/>
        </p:nvSpPr>
        <p:spPr bwMode="auto">
          <a:xfrm flipV="1">
            <a:off x="3457575" y="3884270"/>
            <a:ext cx="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97" name="Line 65">
            <a:extLst>
              <a:ext uri="{FF2B5EF4-FFF2-40B4-BE49-F238E27FC236}">
                <a16:creationId xmlns:a16="http://schemas.microsoft.com/office/drawing/2014/main" id="{D5B5F94A-B0CD-4828-A091-FC08E70230A6}"/>
              </a:ext>
            </a:extLst>
          </p:cNvPr>
          <p:cNvSpPr>
            <a:spLocks noChangeShapeType="1"/>
          </p:cNvSpPr>
          <p:nvPr/>
        </p:nvSpPr>
        <p:spPr bwMode="auto">
          <a:xfrm flipV="1">
            <a:off x="4014788" y="2855570"/>
            <a:ext cx="0" cy="5143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698" name="Oval 66">
            <a:extLst>
              <a:ext uri="{FF2B5EF4-FFF2-40B4-BE49-F238E27FC236}">
                <a16:creationId xmlns:a16="http://schemas.microsoft.com/office/drawing/2014/main" id="{036F0D12-F436-4282-A665-7D391C80094D}"/>
              </a:ext>
            </a:extLst>
          </p:cNvPr>
          <p:cNvSpPr>
            <a:spLocks noChangeArrowheads="1"/>
          </p:cNvSpPr>
          <p:nvPr/>
        </p:nvSpPr>
        <p:spPr bwMode="auto">
          <a:xfrm>
            <a:off x="4087416"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699" name="Line 67">
            <a:extLst>
              <a:ext uri="{FF2B5EF4-FFF2-40B4-BE49-F238E27FC236}">
                <a16:creationId xmlns:a16="http://schemas.microsoft.com/office/drawing/2014/main" id="{54B0DC6E-A0F4-45E9-883F-24AD79C7B96A}"/>
              </a:ext>
            </a:extLst>
          </p:cNvPr>
          <p:cNvSpPr>
            <a:spLocks noChangeShapeType="1"/>
          </p:cNvSpPr>
          <p:nvPr/>
        </p:nvSpPr>
        <p:spPr bwMode="auto">
          <a:xfrm flipV="1">
            <a:off x="4138613" y="2912720"/>
            <a:ext cx="0" cy="3429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00" name="Line 68">
            <a:extLst>
              <a:ext uri="{FF2B5EF4-FFF2-40B4-BE49-F238E27FC236}">
                <a16:creationId xmlns:a16="http://schemas.microsoft.com/office/drawing/2014/main" id="{480B0F02-7036-409D-9D23-E309547E42F3}"/>
              </a:ext>
            </a:extLst>
          </p:cNvPr>
          <p:cNvSpPr>
            <a:spLocks noChangeShapeType="1"/>
          </p:cNvSpPr>
          <p:nvPr/>
        </p:nvSpPr>
        <p:spPr bwMode="auto">
          <a:xfrm flipV="1">
            <a:off x="4262438" y="2969870"/>
            <a:ext cx="0" cy="4000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01" name="Oval 69">
            <a:extLst>
              <a:ext uri="{FF2B5EF4-FFF2-40B4-BE49-F238E27FC236}">
                <a16:creationId xmlns:a16="http://schemas.microsoft.com/office/drawing/2014/main" id="{4834EDAE-4358-4051-8A4F-2B4134B86100}"/>
              </a:ext>
            </a:extLst>
          </p:cNvPr>
          <p:cNvSpPr>
            <a:spLocks noChangeArrowheads="1"/>
          </p:cNvSpPr>
          <p:nvPr/>
        </p:nvSpPr>
        <p:spPr bwMode="auto">
          <a:xfrm>
            <a:off x="4335066"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702" name="Line 70">
            <a:extLst>
              <a:ext uri="{FF2B5EF4-FFF2-40B4-BE49-F238E27FC236}">
                <a16:creationId xmlns:a16="http://schemas.microsoft.com/office/drawing/2014/main" id="{3E78EA56-948E-41DA-9D75-F2EC41A07C24}"/>
              </a:ext>
            </a:extLst>
          </p:cNvPr>
          <p:cNvSpPr>
            <a:spLocks noChangeShapeType="1"/>
          </p:cNvSpPr>
          <p:nvPr/>
        </p:nvSpPr>
        <p:spPr bwMode="auto">
          <a:xfrm flipV="1">
            <a:off x="4386263" y="3027020"/>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03" name="Line 71">
            <a:extLst>
              <a:ext uri="{FF2B5EF4-FFF2-40B4-BE49-F238E27FC236}">
                <a16:creationId xmlns:a16="http://schemas.microsoft.com/office/drawing/2014/main" id="{24D8B702-59F3-4467-BD03-49DDD5EAA358}"/>
              </a:ext>
            </a:extLst>
          </p:cNvPr>
          <p:cNvSpPr>
            <a:spLocks noChangeShapeType="1"/>
          </p:cNvSpPr>
          <p:nvPr/>
        </p:nvSpPr>
        <p:spPr bwMode="auto">
          <a:xfrm flipV="1">
            <a:off x="4510088" y="3084170"/>
            <a:ext cx="0" cy="2857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04" name="Line 72">
            <a:extLst>
              <a:ext uri="{FF2B5EF4-FFF2-40B4-BE49-F238E27FC236}">
                <a16:creationId xmlns:a16="http://schemas.microsoft.com/office/drawing/2014/main" id="{C34B1345-6BDB-4480-BAE6-6DEA0A8D286A}"/>
              </a:ext>
            </a:extLst>
          </p:cNvPr>
          <p:cNvSpPr>
            <a:spLocks noChangeShapeType="1"/>
          </p:cNvSpPr>
          <p:nvPr/>
        </p:nvSpPr>
        <p:spPr bwMode="auto">
          <a:xfrm flipV="1">
            <a:off x="4633913" y="3141320"/>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05" name="Line 73">
            <a:extLst>
              <a:ext uri="{FF2B5EF4-FFF2-40B4-BE49-F238E27FC236}">
                <a16:creationId xmlns:a16="http://schemas.microsoft.com/office/drawing/2014/main" id="{935531D4-9A21-467F-B7CD-0DA89A2C6EFA}"/>
              </a:ext>
            </a:extLst>
          </p:cNvPr>
          <p:cNvSpPr>
            <a:spLocks noChangeShapeType="1"/>
          </p:cNvSpPr>
          <p:nvPr/>
        </p:nvSpPr>
        <p:spPr bwMode="auto">
          <a:xfrm>
            <a:off x="3952875" y="3369920"/>
            <a:ext cx="74295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06" name="Line 74">
            <a:extLst>
              <a:ext uri="{FF2B5EF4-FFF2-40B4-BE49-F238E27FC236}">
                <a16:creationId xmlns:a16="http://schemas.microsoft.com/office/drawing/2014/main" id="{4ABE4F54-62A1-4C05-B9FD-E2DCE285F926}"/>
              </a:ext>
            </a:extLst>
          </p:cNvPr>
          <p:cNvSpPr>
            <a:spLocks noChangeShapeType="1"/>
          </p:cNvSpPr>
          <p:nvPr/>
        </p:nvSpPr>
        <p:spPr bwMode="auto">
          <a:xfrm>
            <a:off x="3952875" y="3369920"/>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07" name="Line 75">
            <a:extLst>
              <a:ext uri="{FF2B5EF4-FFF2-40B4-BE49-F238E27FC236}">
                <a16:creationId xmlns:a16="http://schemas.microsoft.com/office/drawing/2014/main" id="{EB894842-8AB3-464A-82BA-18B4FA32AFA9}"/>
              </a:ext>
            </a:extLst>
          </p:cNvPr>
          <p:cNvSpPr>
            <a:spLocks noChangeShapeType="1"/>
          </p:cNvSpPr>
          <p:nvPr/>
        </p:nvSpPr>
        <p:spPr bwMode="auto">
          <a:xfrm>
            <a:off x="4695825" y="3369920"/>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08" name="Arc 76">
            <a:extLst>
              <a:ext uri="{FF2B5EF4-FFF2-40B4-BE49-F238E27FC236}">
                <a16:creationId xmlns:a16="http://schemas.microsoft.com/office/drawing/2014/main" id="{B133EAF8-E447-49C9-8A3F-B45091D335B9}"/>
              </a:ext>
            </a:extLst>
          </p:cNvPr>
          <p:cNvSpPr>
            <a:spLocks/>
          </p:cNvSpPr>
          <p:nvPr/>
        </p:nvSpPr>
        <p:spPr bwMode="auto">
          <a:xfrm>
            <a:off x="4324350" y="3598520"/>
            <a:ext cx="371475" cy="285750"/>
          </a:xfrm>
          <a:custGeom>
            <a:avLst/>
            <a:gdLst>
              <a:gd name="T0" fmla="*/ 2147483647 w 21600"/>
              <a:gd name="T1" fmla="*/ 0 h 21600"/>
              <a:gd name="T2" fmla="*/ 0 w 21600"/>
              <a:gd name="T3" fmla="*/ 2147483647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69709" name="Arc 77">
            <a:extLst>
              <a:ext uri="{FF2B5EF4-FFF2-40B4-BE49-F238E27FC236}">
                <a16:creationId xmlns:a16="http://schemas.microsoft.com/office/drawing/2014/main" id="{E0A3959B-8CF5-4D9E-9AF7-6FF121A9F2F2}"/>
              </a:ext>
            </a:extLst>
          </p:cNvPr>
          <p:cNvSpPr>
            <a:spLocks/>
          </p:cNvSpPr>
          <p:nvPr/>
        </p:nvSpPr>
        <p:spPr bwMode="auto">
          <a:xfrm>
            <a:off x="3954066" y="3598520"/>
            <a:ext cx="371475" cy="285750"/>
          </a:xfrm>
          <a:custGeom>
            <a:avLst/>
            <a:gdLst>
              <a:gd name="T0" fmla="*/ 2147483647 w 21600"/>
              <a:gd name="T1" fmla="*/ 2147483647 h 21600"/>
              <a:gd name="T2" fmla="*/ 0 w 21600"/>
              <a:gd name="T3" fmla="*/ 0 h 21600"/>
              <a:gd name="T4" fmla="*/ 2147483647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69710" name="Line 78">
            <a:extLst>
              <a:ext uri="{FF2B5EF4-FFF2-40B4-BE49-F238E27FC236}">
                <a16:creationId xmlns:a16="http://schemas.microsoft.com/office/drawing/2014/main" id="{B2E72C81-8E4F-4C4D-847E-95274B7BA75B}"/>
              </a:ext>
            </a:extLst>
          </p:cNvPr>
          <p:cNvSpPr>
            <a:spLocks noChangeShapeType="1"/>
          </p:cNvSpPr>
          <p:nvPr/>
        </p:nvSpPr>
        <p:spPr bwMode="auto">
          <a:xfrm flipV="1">
            <a:off x="4324350" y="3884270"/>
            <a:ext cx="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11" name="Oval 79">
            <a:extLst>
              <a:ext uri="{FF2B5EF4-FFF2-40B4-BE49-F238E27FC236}">
                <a16:creationId xmlns:a16="http://schemas.microsoft.com/office/drawing/2014/main" id="{990D08ED-000E-4014-BE64-7BA20645C169}"/>
              </a:ext>
            </a:extLst>
          </p:cNvPr>
          <p:cNvSpPr>
            <a:spLocks noChangeArrowheads="1"/>
          </p:cNvSpPr>
          <p:nvPr/>
        </p:nvSpPr>
        <p:spPr bwMode="auto">
          <a:xfrm>
            <a:off x="4830366"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712" name="Line 80">
            <a:extLst>
              <a:ext uri="{FF2B5EF4-FFF2-40B4-BE49-F238E27FC236}">
                <a16:creationId xmlns:a16="http://schemas.microsoft.com/office/drawing/2014/main" id="{234CF286-38D6-48BF-B1FE-E8D052E85C4C}"/>
              </a:ext>
            </a:extLst>
          </p:cNvPr>
          <p:cNvSpPr>
            <a:spLocks noChangeShapeType="1"/>
          </p:cNvSpPr>
          <p:nvPr/>
        </p:nvSpPr>
        <p:spPr bwMode="auto">
          <a:xfrm flipV="1">
            <a:off x="4881563" y="2855570"/>
            <a:ext cx="0" cy="4000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13" name="Oval 81">
            <a:extLst>
              <a:ext uri="{FF2B5EF4-FFF2-40B4-BE49-F238E27FC236}">
                <a16:creationId xmlns:a16="http://schemas.microsoft.com/office/drawing/2014/main" id="{142BB787-BC0C-4183-92DA-CF0CA40D965D}"/>
              </a:ext>
            </a:extLst>
          </p:cNvPr>
          <p:cNvSpPr>
            <a:spLocks noChangeArrowheads="1"/>
          </p:cNvSpPr>
          <p:nvPr/>
        </p:nvSpPr>
        <p:spPr bwMode="auto">
          <a:xfrm>
            <a:off x="4954191"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714" name="Line 82">
            <a:extLst>
              <a:ext uri="{FF2B5EF4-FFF2-40B4-BE49-F238E27FC236}">
                <a16:creationId xmlns:a16="http://schemas.microsoft.com/office/drawing/2014/main" id="{BFCEE345-4D55-4D57-8753-887C8A1A9B25}"/>
              </a:ext>
            </a:extLst>
          </p:cNvPr>
          <p:cNvSpPr>
            <a:spLocks noChangeShapeType="1"/>
          </p:cNvSpPr>
          <p:nvPr/>
        </p:nvSpPr>
        <p:spPr bwMode="auto">
          <a:xfrm flipV="1">
            <a:off x="5005388" y="2912720"/>
            <a:ext cx="0" cy="3429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15" name="Oval 83">
            <a:extLst>
              <a:ext uri="{FF2B5EF4-FFF2-40B4-BE49-F238E27FC236}">
                <a16:creationId xmlns:a16="http://schemas.microsoft.com/office/drawing/2014/main" id="{17ED4569-7FC9-4CDC-8284-6D1958B821EE}"/>
              </a:ext>
            </a:extLst>
          </p:cNvPr>
          <p:cNvSpPr>
            <a:spLocks noChangeArrowheads="1"/>
          </p:cNvSpPr>
          <p:nvPr/>
        </p:nvSpPr>
        <p:spPr bwMode="auto">
          <a:xfrm>
            <a:off x="5078016"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716" name="Line 84">
            <a:extLst>
              <a:ext uri="{FF2B5EF4-FFF2-40B4-BE49-F238E27FC236}">
                <a16:creationId xmlns:a16="http://schemas.microsoft.com/office/drawing/2014/main" id="{EF689ACB-6DE4-4388-BE17-ACE07E3AB2DA}"/>
              </a:ext>
            </a:extLst>
          </p:cNvPr>
          <p:cNvSpPr>
            <a:spLocks noChangeShapeType="1"/>
          </p:cNvSpPr>
          <p:nvPr/>
        </p:nvSpPr>
        <p:spPr bwMode="auto">
          <a:xfrm flipV="1">
            <a:off x="5129213" y="2969870"/>
            <a:ext cx="0" cy="2857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17" name="Line 85">
            <a:extLst>
              <a:ext uri="{FF2B5EF4-FFF2-40B4-BE49-F238E27FC236}">
                <a16:creationId xmlns:a16="http://schemas.microsoft.com/office/drawing/2014/main" id="{BE2BA794-846C-420D-9337-65C6FBE99C5F}"/>
              </a:ext>
            </a:extLst>
          </p:cNvPr>
          <p:cNvSpPr>
            <a:spLocks noChangeShapeType="1"/>
          </p:cNvSpPr>
          <p:nvPr/>
        </p:nvSpPr>
        <p:spPr bwMode="auto">
          <a:xfrm flipV="1">
            <a:off x="5253038" y="3027020"/>
            <a:ext cx="0" cy="3429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18" name="Oval 86">
            <a:extLst>
              <a:ext uri="{FF2B5EF4-FFF2-40B4-BE49-F238E27FC236}">
                <a16:creationId xmlns:a16="http://schemas.microsoft.com/office/drawing/2014/main" id="{DD8C8FC0-4029-407D-B54A-7D16E2005BDB}"/>
              </a:ext>
            </a:extLst>
          </p:cNvPr>
          <p:cNvSpPr>
            <a:spLocks noChangeArrowheads="1"/>
          </p:cNvSpPr>
          <p:nvPr/>
        </p:nvSpPr>
        <p:spPr bwMode="auto">
          <a:xfrm>
            <a:off x="5325666"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719" name="Line 87">
            <a:extLst>
              <a:ext uri="{FF2B5EF4-FFF2-40B4-BE49-F238E27FC236}">
                <a16:creationId xmlns:a16="http://schemas.microsoft.com/office/drawing/2014/main" id="{77F6A4C5-F3F2-4119-97F3-ECD1669FA8E6}"/>
              </a:ext>
            </a:extLst>
          </p:cNvPr>
          <p:cNvSpPr>
            <a:spLocks noChangeShapeType="1"/>
          </p:cNvSpPr>
          <p:nvPr/>
        </p:nvSpPr>
        <p:spPr bwMode="auto">
          <a:xfrm flipV="1">
            <a:off x="5376863" y="3084170"/>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20" name="Oval 88">
            <a:extLst>
              <a:ext uri="{FF2B5EF4-FFF2-40B4-BE49-F238E27FC236}">
                <a16:creationId xmlns:a16="http://schemas.microsoft.com/office/drawing/2014/main" id="{2EA5FB7B-9A8A-4826-A416-E6AD1E856240}"/>
              </a:ext>
            </a:extLst>
          </p:cNvPr>
          <p:cNvSpPr>
            <a:spLocks noChangeArrowheads="1"/>
          </p:cNvSpPr>
          <p:nvPr/>
        </p:nvSpPr>
        <p:spPr bwMode="auto">
          <a:xfrm>
            <a:off x="5449491"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721" name="Line 89">
            <a:extLst>
              <a:ext uri="{FF2B5EF4-FFF2-40B4-BE49-F238E27FC236}">
                <a16:creationId xmlns:a16="http://schemas.microsoft.com/office/drawing/2014/main" id="{CB15A20A-B972-47FF-ACB6-D4FB0C43274C}"/>
              </a:ext>
            </a:extLst>
          </p:cNvPr>
          <p:cNvSpPr>
            <a:spLocks noChangeShapeType="1"/>
          </p:cNvSpPr>
          <p:nvPr/>
        </p:nvSpPr>
        <p:spPr bwMode="auto">
          <a:xfrm flipV="1">
            <a:off x="5500688" y="3141320"/>
            <a:ext cx="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22" name="Line 90">
            <a:extLst>
              <a:ext uri="{FF2B5EF4-FFF2-40B4-BE49-F238E27FC236}">
                <a16:creationId xmlns:a16="http://schemas.microsoft.com/office/drawing/2014/main" id="{40412B62-991D-45D7-8E83-58A3D813AD1B}"/>
              </a:ext>
            </a:extLst>
          </p:cNvPr>
          <p:cNvSpPr>
            <a:spLocks noChangeShapeType="1"/>
          </p:cNvSpPr>
          <p:nvPr/>
        </p:nvSpPr>
        <p:spPr bwMode="auto">
          <a:xfrm>
            <a:off x="4819650" y="3369920"/>
            <a:ext cx="74295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23" name="Line 91">
            <a:extLst>
              <a:ext uri="{FF2B5EF4-FFF2-40B4-BE49-F238E27FC236}">
                <a16:creationId xmlns:a16="http://schemas.microsoft.com/office/drawing/2014/main" id="{7C4DC9FB-110D-4C72-8EC7-C6A63733DFD5}"/>
              </a:ext>
            </a:extLst>
          </p:cNvPr>
          <p:cNvSpPr>
            <a:spLocks noChangeShapeType="1"/>
          </p:cNvSpPr>
          <p:nvPr/>
        </p:nvSpPr>
        <p:spPr bwMode="auto">
          <a:xfrm>
            <a:off x="4819650" y="3369920"/>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24" name="Line 92">
            <a:extLst>
              <a:ext uri="{FF2B5EF4-FFF2-40B4-BE49-F238E27FC236}">
                <a16:creationId xmlns:a16="http://schemas.microsoft.com/office/drawing/2014/main" id="{F16AA634-8E07-419C-9FB7-C20C1769952A}"/>
              </a:ext>
            </a:extLst>
          </p:cNvPr>
          <p:cNvSpPr>
            <a:spLocks noChangeShapeType="1"/>
          </p:cNvSpPr>
          <p:nvPr/>
        </p:nvSpPr>
        <p:spPr bwMode="auto">
          <a:xfrm>
            <a:off x="5562600" y="3369920"/>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25" name="Arc 93">
            <a:extLst>
              <a:ext uri="{FF2B5EF4-FFF2-40B4-BE49-F238E27FC236}">
                <a16:creationId xmlns:a16="http://schemas.microsoft.com/office/drawing/2014/main" id="{E1E6A5D0-2F61-4A8A-B50C-D052F02EB22C}"/>
              </a:ext>
            </a:extLst>
          </p:cNvPr>
          <p:cNvSpPr>
            <a:spLocks/>
          </p:cNvSpPr>
          <p:nvPr/>
        </p:nvSpPr>
        <p:spPr bwMode="auto">
          <a:xfrm>
            <a:off x="5191125" y="3598520"/>
            <a:ext cx="371475" cy="285750"/>
          </a:xfrm>
          <a:custGeom>
            <a:avLst/>
            <a:gdLst>
              <a:gd name="T0" fmla="*/ 2147483647 w 21600"/>
              <a:gd name="T1" fmla="*/ 0 h 21600"/>
              <a:gd name="T2" fmla="*/ 0 w 21600"/>
              <a:gd name="T3" fmla="*/ 2147483647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69726" name="Arc 94">
            <a:extLst>
              <a:ext uri="{FF2B5EF4-FFF2-40B4-BE49-F238E27FC236}">
                <a16:creationId xmlns:a16="http://schemas.microsoft.com/office/drawing/2014/main" id="{4945093F-8F99-4A3D-824B-259689C17AD4}"/>
              </a:ext>
            </a:extLst>
          </p:cNvPr>
          <p:cNvSpPr>
            <a:spLocks/>
          </p:cNvSpPr>
          <p:nvPr/>
        </p:nvSpPr>
        <p:spPr bwMode="auto">
          <a:xfrm>
            <a:off x="4820841" y="3598520"/>
            <a:ext cx="371475" cy="285750"/>
          </a:xfrm>
          <a:custGeom>
            <a:avLst/>
            <a:gdLst>
              <a:gd name="T0" fmla="*/ 2147483647 w 21600"/>
              <a:gd name="T1" fmla="*/ 2147483647 h 21600"/>
              <a:gd name="T2" fmla="*/ 0 w 21600"/>
              <a:gd name="T3" fmla="*/ 0 h 21600"/>
              <a:gd name="T4" fmla="*/ 2147483647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69727" name="Line 95">
            <a:extLst>
              <a:ext uri="{FF2B5EF4-FFF2-40B4-BE49-F238E27FC236}">
                <a16:creationId xmlns:a16="http://schemas.microsoft.com/office/drawing/2014/main" id="{9A5B1B40-D77F-4AE9-B180-3EF7C4191EE4}"/>
              </a:ext>
            </a:extLst>
          </p:cNvPr>
          <p:cNvSpPr>
            <a:spLocks noChangeShapeType="1"/>
          </p:cNvSpPr>
          <p:nvPr/>
        </p:nvSpPr>
        <p:spPr bwMode="auto">
          <a:xfrm flipV="1">
            <a:off x="5191125" y="3884270"/>
            <a:ext cx="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28" name="Oval 96">
            <a:extLst>
              <a:ext uri="{FF2B5EF4-FFF2-40B4-BE49-F238E27FC236}">
                <a16:creationId xmlns:a16="http://schemas.microsoft.com/office/drawing/2014/main" id="{AE382CA5-5103-457F-ABE1-B50CF6B205C2}"/>
              </a:ext>
            </a:extLst>
          </p:cNvPr>
          <p:cNvSpPr>
            <a:spLocks noChangeArrowheads="1"/>
          </p:cNvSpPr>
          <p:nvPr/>
        </p:nvSpPr>
        <p:spPr bwMode="auto">
          <a:xfrm>
            <a:off x="5697141"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729" name="Line 97">
            <a:extLst>
              <a:ext uri="{FF2B5EF4-FFF2-40B4-BE49-F238E27FC236}">
                <a16:creationId xmlns:a16="http://schemas.microsoft.com/office/drawing/2014/main" id="{D2C25102-062E-44F3-A756-AD075257E2E3}"/>
              </a:ext>
            </a:extLst>
          </p:cNvPr>
          <p:cNvSpPr>
            <a:spLocks noChangeShapeType="1"/>
          </p:cNvSpPr>
          <p:nvPr/>
        </p:nvSpPr>
        <p:spPr bwMode="auto">
          <a:xfrm flipV="1">
            <a:off x="5748338" y="2855570"/>
            <a:ext cx="0" cy="4000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30" name="Oval 98">
            <a:extLst>
              <a:ext uri="{FF2B5EF4-FFF2-40B4-BE49-F238E27FC236}">
                <a16:creationId xmlns:a16="http://schemas.microsoft.com/office/drawing/2014/main" id="{D6C1F776-BCF4-4B66-94B3-5E1AF078C9DE}"/>
              </a:ext>
            </a:extLst>
          </p:cNvPr>
          <p:cNvSpPr>
            <a:spLocks noChangeArrowheads="1"/>
          </p:cNvSpPr>
          <p:nvPr/>
        </p:nvSpPr>
        <p:spPr bwMode="auto">
          <a:xfrm>
            <a:off x="5820966"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731" name="Line 99">
            <a:extLst>
              <a:ext uri="{FF2B5EF4-FFF2-40B4-BE49-F238E27FC236}">
                <a16:creationId xmlns:a16="http://schemas.microsoft.com/office/drawing/2014/main" id="{B4C6B743-CF6D-4AC9-9100-543331E701AB}"/>
              </a:ext>
            </a:extLst>
          </p:cNvPr>
          <p:cNvSpPr>
            <a:spLocks noChangeShapeType="1"/>
          </p:cNvSpPr>
          <p:nvPr/>
        </p:nvSpPr>
        <p:spPr bwMode="auto">
          <a:xfrm flipV="1">
            <a:off x="5872163" y="2912720"/>
            <a:ext cx="0" cy="3429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32" name="Oval 100">
            <a:extLst>
              <a:ext uri="{FF2B5EF4-FFF2-40B4-BE49-F238E27FC236}">
                <a16:creationId xmlns:a16="http://schemas.microsoft.com/office/drawing/2014/main" id="{50EA7DDA-F186-4E6B-8C29-72DAE0E5F2E3}"/>
              </a:ext>
            </a:extLst>
          </p:cNvPr>
          <p:cNvSpPr>
            <a:spLocks noChangeArrowheads="1"/>
          </p:cNvSpPr>
          <p:nvPr/>
        </p:nvSpPr>
        <p:spPr bwMode="auto">
          <a:xfrm>
            <a:off x="5944791"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733" name="Line 101">
            <a:extLst>
              <a:ext uri="{FF2B5EF4-FFF2-40B4-BE49-F238E27FC236}">
                <a16:creationId xmlns:a16="http://schemas.microsoft.com/office/drawing/2014/main" id="{340F6A73-191A-4D6E-901A-AEBBCEF66E13}"/>
              </a:ext>
            </a:extLst>
          </p:cNvPr>
          <p:cNvSpPr>
            <a:spLocks noChangeShapeType="1"/>
          </p:cNvSpPr>
          <p:nvPr/>
        </p:nvSpPr>
        <p:spPr bwMode="auto">
          <a:xfrm flipV="1">
            <a:off x="5995988" y="2969870"/>
            <a:ext cx="0" cy="2857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34" name="Oval 102">
            <a:extLst>
              <a:ext uri="{FF2B5EF4-FFF2-40B4-BE49-F238E27FC236}">
                <a16:creationId xmlns:a16="http://schemas.microsoft.com/office/drawing/2014/main" id="{71E82A57-5A74-4E2F-8AE8-B58FFAF259BE}"/>
              </a:ext>
            </a:extLst>
          </p:cNvPr>
          <p:cNvSpPr>
            <a:spLocks noChangeArrowheads="1"/>
          </p:cNvSpPr>
          <p:nvPr/>
        </p:nvSpPr>
        <p:spPr bwMode="auto">
          <a:xfrm>
            <a:off x="6068616"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735" name="Line 103">
            <a:extLst>
              <a:ext uri="{FF2B5EF4-FFF2-40B4-BE49-F238E27FC236}">
                <a16:creationId xmlns:a16="http://schemas.microsoft.com/office/drawing/2014/main" id="{435F18A1-BB16-41AD-B553-D16EF0DD3479}"/>
              </a:ext>
            </a:extLst>
          </p:cNvPr>
          <p:cNvSpPr>
            <a:spLocks noChangeShapeType="1"/>
          </p:cNvSpPr>
          <p:nvPr/>
        </p:nvSpPr>
        <p:spPr bwMode="auto">
          <a:xfrm flipV="1">
            <a:off x="6119813" y="3027020"/>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36" name="Line 104">
            <a:extLst>
              <a:ext uri="{FF2B5EF4-FFF2-40B4-BE49-F238E27FC236}">
                <a16:creationId xmlns:a16="http://schemas.microsoft.com/office/drawing/2014/main" id="{D1274DCE-B5EE-4BBB-BD89-0C0820E51813}"/>
              </a:ext>
            </a:extLst>
          </p:cNvPr>
          <p:cNvSpPr>
            <a:spLocks noChangeShapeType="1"/>
          </p:cNvSpPr>
          <p:nvPr/>
        </p:nvSpPr>
        <p:spPr bwMode="auto">
          <a:xfrm flipV="1">
            <a:off x="6243638" y="3084170"/>
            <a:ext cx="0" cy="2857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37" name="Oval 105">
            <a:extLst>
              <a:ext uri="{FF2B5EF4-FFF2-40B4-BE49-F238E27FC236}">
                <a16:creationId xmlns:a16="http://schemas.microsoft.com/office/drawing/2014/main" id="{8A492A28-115A-4059-902E-9EFDC0828CD8}"/>
              </a:ext>
            </a:extLst>
          </p:cNvPr>
          <p:cNvSpPr>
            <a:spLocks noChangeArrowheads="1"/>
          </p:cNvSpPr>
          <p:nvPr/>
        </p:nvSpPr>
        <p:spPr bwMode="auto">
          <a:xfrm>
            <a:off x="6316266" y="3265145"/>
            <a:ext cx="102394" cy="952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738" name="Line 106">
            <a:extLst>
              <a:ext uri="{FF2B5EF4-FFF2-40B4-BE49-F238E27FC236}">
                <a16:creationId xmlns:a16="http://schemas.microsoft.com/office/drawing/2014/main" id="{42F94A0C-0FAF-438B-831E-BDA3E59E17C4}"/>
              </a:ext>
            </a:extLst>
          </p:cNvPr>
          <p:cNvSpPr>
            <a:spLocks noChangeShapeType="1"/>
          </p:cNvSpPr>
          <p:nvPr/>
        </p:nvSpPr>
        <p:spPr bwMode="auto">
          <a:xfrm flipV="1">
            <a:off x="6367463" y="3141320"/>
            <a:ext cx="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39" name="Line 107">
            <a:extLst>
              <a:ext uri="{FF2B5EF4-FFF2-40B4-BE49-F238E27FC236}">
                <a16:creationId xmlns:a16="http://schemas.microsoft.com/office/drawing/2014/main" id="{E8240382-5DAF-45C9-97A2-85DE58CA1627}"/>
              </a:ext>
            </a:extLst>
          </p:cNvPr>
          <p:cNvSpPr>
            <a:spLocks noChangeShapeType="1"/>
          </p:cNvSpPr>
          <p:nvPr/>
        </p:nvSpPr>
        <p:spPr bwMode="auto">
          <a:xfrm>
            <a:off x="5686425" y="3369920"/>
            <a:ext cx="74295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40" name="Line 108">
            <a:extLst>
              <a:ext uri="{FF2B5EF4-FFF2-40B4-BE49-F238E27FC236}">
                <a16:creationId xmlns:a16="http://schemas.microsoft.com/office/drawing/2014/main" id="{2ECE1964-377A-4E59-9E9F-CF558275A500}"/>
              </a:ext>
            </a:extLst>
          </p:cNvPr>
          <p:cNvSpPr>
            <a:spLocks noChangeShapeType="1"/>
          </p:cNvSpPr>
          <p:nvPr/>
        </p:nvSpPr>
        <p:spPr bwMode="auto">
          <a:xfrm>
            <a:off x="5686425" y="3369920"/>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41" name="Line 109">
            <a:extLst>
              <a:ext uri="{FF2B5EF4-FFF2-40B4-BE49-F238E27FC236}">
                <a16:creationId xmlns:a16="http://schemas.microsoft.com/office/drawing/2014/main" id="{8C74A05A-F7AE-4161-B654-F624F92DDC15}"/>
              </a:ext>
            </a:extLst>
          </p:cNvPr>
          <p:cNvSpPr>
            <a:spLocks noChangeShapeType="1"/>
          </p:cNvSpPr>
          <p:nvPr/>
        </p:nvSpPr>
        <p:spPr bwMode="auto">
          <a:xfrm>
            <a:off x="6429375" y="3369920"/>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42" name="Arc 110">
            <a:extLst>
              <a:ext uri="{FF2B5EF4-FFF2-40B4-BE49-F238E27FC236}">
                <a16:creationId xmlns:a16="http://schemas.microsoft.com/office/drawing/2014/main" id="{3E0D1DA7-F6C6-48B7-9640-9702593D52EA}"/>
              </a:ext>
            </a:extLst>
          </p:cNvPr>
          <p:cNvSpPr>
            <a:spLocks/>
          </p:cNvSpPr>
          <p:nvPr/>
        </p:nvSpPr>
        <p:spPr bwMode="auto">
          <a:xfrm>
            <a:off x="6057900" y="3598520"/>
            <a:ext cx="371475" cy="285750"/>
          </a:xfrm>
          <a:custGeom>
            <a:avLst/>
            <a:gdLst>
              <a:gd name="T0" fmla="*/ 2147483647 w 21600"/>
              <a:gd name="T1" fmla="*/ 0 h 21600"/>
              <a:gd name="T2" fmla="*/ 0 w 21600"/>
              <a:gd name="T3" fmla="*/ 2147483647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69743" name="Arc 111">
            <a:extLst>
              <a:ext uri="{FF2B5EF4-FFF2-40B4-BE49-F238E27FC236}">
                <a16:creationId xmlns:a16="http://schemas.microsoft.com/office/drawing/2014/main" id="{0383442A-4128-469B-89DB-967C7A012FE5}"/>
              </a:ext>
            </a:extLst>
          </p:cNvPr>
          <p:cNvSpPr>
            <a:spLocks/>
          </p:cNvSpPr>
          <p:nvPr/>
        </p:nvSpPr>
        <p:spPr bwMode="auto">
          <a:xfrm>
            <a:off x="5687616" y="3598520"/>
            <a:ext cx="371475" cy="285750"/>
          </a:xfrm>
          <a:custGeom>
            <a:avLst/>
            <a:gdLst>
              <a:gd name="T0" fmla="*/ 2147483647 w 21600"/>
              <a:gd name="T1" fmla="*/ 2147483647 h 21600"/>
              <a:gd name="T2" fmla="*/ 0 w 21600"/>
              <a:gd name="T3" fmla="*/ 0 h 21600"/>
              <a:gd name="T4" fmla="*/ 2147483647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69744" name="Line 112">
            <a:extLst>
              <a:ext uri="{FF2B5EF4-FFF2-40B4-BE49-F238E27FC236}">
                <a16:creationId xmlns:a16="http://schemas.microsoft.com/office/drawing/2014/main" id="{AB01E14D-445D-4014-8365-0C761B3743A0}"/>
              </a:ext>
            </a:extLst>
          </p:cNvPr>
          <p:cNvSpPr>
            <a:spLocks noChangeShapeType="1"/>
          </p:cNvSpPr>
          <p:nvPr/>
        </p:nvSpPr>
        <p:spPr bwMode="auto">
          <a:xfrm flipV="1">
            <a:off x="6057900" y="3884270"/>
            <a:ext cx="0" cy="1143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45" name="Rectangle 113">
            <a:extLst>
              <a:ext uri="{FF2B5EF4-FFF2-40B4-BE49-F238E27FC236}">
                <a16:creationId xmlns:a16="http://schemas.microsoft.com/office/drawing/2014/main" id="{F9706AC0-8D8B-46DD-82CF-44735C53761D}"/>
              </a:ext>
            </a:extLst>
          </p:cNvPr>
          <p:cNvSpPr>
            <a:spLocks noChangeArrowheads="1"/>
          </p:cNvSpPr>
          <p:nvPr/>
        </p:nvSpPr>
        <p:spPr bwMode="auto">
          <a:xfrm>
            <a:off x="6230541" y="2921054"/>
            <a:ext cx="607538"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350">
                <a:latin typeface="Times New Roman" panose="02020603050405020304" pitchFamily="18" charset="0"/>
                <a:ea typeface="新細明體" panose="02020500000000000000" pitchFamily="18" charset="-120"/>
              </a:rPr>
              <a:t>op&lt;0&gt;</a:t>
            </a:r>
          </a:p>
        </p:txBody>
      </p:sp>
      <p:sp>
        <p:nvSpPr>
          <p:cNvPr id="69746" name="Rectangle 114">
            <a:extLst>
              <a:ext uri="{FF2B5EF4-FFF2-40B4-BE49-F238E27FC236}">
                <a16:creationId xmlns:a16="http://schemas.microsoft.com/office/drawing/2014/main" id="{CDFCFE8F-255A-4367-8D6B-07E1E1989B75}"/>
              </a:ext>
            </a:extLst>
          </p:cNvPr>
          <p:cNvSpPr>
            <a:spLocks noChangeArrowheads="1"/>
          </p:cNvSpPr>
          <p:nvPr/>
        </p:nvSpPr>
        <p:spPr bwMode="auto">
          <a:xfrm>
            <a:off x="5611416" y="2635304"/>
            <a:ext cx="607538"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350">
                <a:latin typeface="Times New Roman" panose="02020603050405020304" pitchFamily="18" charset="0"/>
                <a:ea typeface="新細明體" panose="02020500000000000000" pitchFamily="18" charset="-120"/>
              </a:rPr>
              <a:t>op&lt;5&gt;</a:t>
            </a:r>
          </a:p>
        </p:txBody>
      </p:sp>
      <p:sp>
        <p:nvSpPr>
          <p:cNvPr id="69747" name="Rectangle 115">
            <a:extLst>
              <a:ext uri="{FF2B5EF4-FFF2-40B4-BE49-F238E27FC236}">
                <a16:creationId xmlns:a16="http://schemas.microsoft.com/office/drawing/2014/main" id="{AB8B4AA9-F8E8-4D2A-B7E4-FBA7EB720696}"/>
              </a:ext>
            </a:extLst>
          </p:cNvPr>
          <p:cNvSpPr>
            <a:spLocks noChangeArrowheads="1"/>
          </p:cNvSpPr>
          <p:nvPr/>
        </p:nvSpPr>
        <p:spPr bwMode="auto">
          <a:xfrm>
            <a:off x="6044803" y="2597204"/>
            <a:ext cx="18274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Times New Roman" panose="02020603050405020304" pitchFamily="18" charset="0"/>
                <a:ea typeface="新細明體" panose="02020500000000000000" pitchFamily="18" charset="-120"/>
              </a:rPr>
              <a:t>.</a:t>
            </a:r>
          </a:p>
        </p:txBody>
      </p:sp>
      <p:sp>
        <p:nvSpPr>
          <p:cNvPr id="69748" name="Rectangle 116">
            <a:extLst>
              <a:ext uri="{FF2B5EF4-FFF2-40B4-BE49-F238E27FC236}">
                <a16:creationId xmlns:a16="http://schemas.microsoft.com/office/drawing/2014/main" id="{DFB54324-6D10-42A6-A2FD-A27B67DB9D4B}"/>
              </a:ext>
            </a:extLst>
          </p:cNvPr>
          <p:cNvSpPr>
            <a:spLocks noChangeArrowheads="1"/>
          </p:cNvSpPr>
          <p:nvPr/>
        </p:nvSpPr>
        <p:spPr bwMode="auto">
          <a:xfrm>
            <a:off x="6168628" y="2654354"/>
            <a:ext cx="18274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Times New Roman" panose="02020603050405020304" pitchFamily="18" charset="0"/>
                <a:ea typeface="新細明體" panose="02020500000000000000" pitchFamily="18" charset="-120"/>
              </a:rPr>
              <a:t>.</a:t>
            </a:r>
          </a:p>
        </p:txBody>
      </p:sp>
      <p:sp>
        <p:nvSpPr>
          <p:cNvPr id="69749" name="Rectangle 117">
            <a:extLst>
              <a:ext uri="{FF2B5EF4-FFF2-40B4-BE49-F238E27FC236}">
                <a16:creationId xmlns:a16="http://schemas.microsoft.com/office/drawing/2014/main" id="{E29D1395-C237-419A-B4AD-C27F97E538DD}"/>
              </a:ext>
            </a:extLst>
          </p:cNvPr>
          <p:cNvSpPr>
            <a:spLocks noChangeArrowheads="1"/>
          </p:cNvSpPr>
          <p:nvPr/>
        </p:nvSpPr>
        <p:spPr bwMode="auto">
          <a:xfrm>
            <a:off x="2095500" y="2635304"/>
            <a:ext cx="607538"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350">
                <a:latin typeface="Times New Roman" panose="02020603050405020304" pitchFamily="18" charset="0"/>
                <a:ea typeface="新細明體" panose="02020500000000000000" pitchFamily="18" charset="-120"/>
              </a:rPr>
              <a:t>op&lt;5&gt;</a:t>
            </a:r>
          </a:p>
        </p:txBody>
      </p:sp>
      <p:sp>
        <p:nvSpPr>
          <p:cNvPr id="69750" name="Rectangle 118">
            <a:extLst>
              <a:ext uri="{FF2B5EF4-FFF2-40B4-BE49-F238E27FC236}">
                <a16:creationId xmlns:a16="http://schemas.microsoft.com/office/drawing/2014/main" id="{88730AAD-DB8F-4FAD-A643-F1622E00A9FE}"/>
              </a:ext>
            </a:extLst>
          </p:cNvPr>
          <p:cNvSpPr>
            <a:spLocks noChangeArrowheads="1"/>
          </p:cNvSpPr>
          <p:nvPr/>
        </p:nvSpPr>
        <p:spPr bwMode="auto">
          <a:xfrm>
            <a:off x="2528887" y="2597204"/>
            <a:ext cx="18274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Times New Roman" panose="02020603050405020304" pitchFamily="18" charset="0"/>
                <a:ea typeface="新細明體" panose="02020500000000000000" pitchFamily="18" charset="-120"/>
              </a:rPr>
              <a:t>.</a:t>
            </a:r>
          </a:p>
        </p:txBody>
      </p:sp>
      <p:sp>
        <p:nvSpPr>
          <p:cNvPr id="69751" name="Rectangle 119">
            <a:extLst>
              <a:ext uri="{FF2B5EF4-FFF2-40B4-BE49-F238E27FC236}">
                <a16:creationId xmlns:a16="http://schemas.microsoft.com/office/drawing/2014/main" id="{A147E0C0-5F39-400C-A1E7-782C76CF6A68}"/>
              </a:ext>
            </a:extLst>
          </p:cNvPr>
          <p:cNvSpPr>
            <a:spLocks noChangeArrowheads="1"/>
          </p:cNvSpPr>
          <p:nvPr/>
        </p:nvSpPr>
        <p:spPr bwMode="auto">
          <a:xfrm>
            <a:off x="2652712" y="2654354"/>
            <a:ext cx="18274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Times New Roman" panose="02020603050405020304" pitchFamily="18" charset="0"/>
                <a:ea typeface="新細明體" panose="02020500000000000000" pitchFamily="18" charset="-120"/>
              </a:rPr>
              <a:t>.</a:t>
            </a:r>
          </a:p>
        </p:txBody>
      </p:sp>
      <p:sp>
        <p:nvSpPr>
          <p:cNvPr id="69752" name="Rectangle 120">
            <a:extLst>
              <a:ext uri="{FF2B5EF4-FFF2-40B4-BE49-F238E27FC236}">
                <a16:creationId xmlns:a16="http://schemas.microsoft.com/office/drawing/2014/main" id="{655E716F-EB83-4A67-85EC-04B060309EA2}"/>
              </a:ext>
            </a:extLst>
          </p:cNvPr>
          <p:cNvSpPr>
            <a:spLocks noChangeArrowheads="1"/>
          </p:cNvSpPr>
          <p:nvPr/>
        </p:nvSpPr>
        <p:spPr bwMode="auto">
          <a:xfrm>
            <a:off x="2714626" y="2921054"/>
            <a:ext cx="424795"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Times New Roman" panose="02020603050405020304" pitchFamily="18" charset="0"/>
                <a:ea typeface="新細明體" panose="02020500000000000000" pitchFamily="18" charset="-120"/>
              </a:rPr>
              <a:t>&lt;0&gt;</a:t>
            </a:r>
          </a:p>
        </p:txBody>
      </p:sp>
      <p:sp>
        <p:nvSpPr>
          <p:cNvPr id="69753" name="Rectangle 121">
            <a:extLst>
              <a:ext uri="{FF2B5EF4-FFF2-40B4-BE49-F238E27FC236}">
                <a16:creationId xmlns:a16="http://schemas.microsoft.com/office/drawing/2014/main" id="{4D2DAF84-2E60-436B-82F8-85CC4A0B3528}"/>
              </a:ext>
            </a:extLst>
          </p:cNvPr>
          <p:cNvSpPr>
            <a:spLocks noChangeArrowheads="1"/>
          </p:cNvSpPr>
          <p:nvPr/>
        </p:nvSpPr>
        <p:spPr bwMode="auto">
          <a:xfrm>
            <a:off x="2949179" y="2635304"/>
            <a:ext cx="607538"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350">
                <a:latin typeface="Times New Roman" panose="02020603050405020304" pitchFamily="18" charset="0"/>
                <a:ea typeface="新細明體" panose="02020500000000000000" pitchFamily="18" charset="-120"/>
              </a:rPr>
              <a:t>op&lt;5&gt;</a:t>
            </a:r>
          </a:p>
        </p:txBody>
      </p:sp>
      <p:sp>
        <p:nvSpPr>
          <p:cNvPr id="69754" name="Rectangle 122">
            <a:extLst>
              <a:ext uri="{FF2B5EF4-FFF2-40B4-BE49-F238E27FC236}">
                <a16:creationId xmlns:a16="http://schemas.microsoft.com/office/drawing/2014/main" id="{999D759B-E50A-4D25-8309-BEF51A1B558B}"/>
              </a:ext>
            </a:extLst>
          </p:cNvPr>
          <p:cNvSpPr>
            <a:spLocks noChangeArrowheads="1"/>
          </p:cNvSpPr>
          <p:nvPr/>
        </p:nvSpPr>
        <p:spPr bwMode="auto">
          <a:xfrm>
            <a:off x="3382566" y="2597204"/>
            <a:ext cx="18274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Times New Roman" panose="02020603050405020304" pitchFamily="18" charset="0"/>
                <a:ea typeface="新細明體" panose="02020500000000000000" pitchFamily="18" charset="-120"/>
              </a:rPr>
              <a:t>.</a:t>
            </a:r>
          </a:p>
        </p:txBody>
      </p:sp>
      <p:sp>
        <p:nvSpPr>
          <p:cNvPr id="69755" name="Rectangle 123">
            <a:extLst>
              <a:ext uri="{FF2B5EF4-FFF2-40B4-BE49-F238E27FC236}">
                <a16:creationId xmlns:a16="http://schemas.microsoft.com/office/drawing/2014/main" id="{CB262205-7987-4960-9861-D70ED7DD16A7}"/>
              </a:ext>
            </a:extLst>
          </p:cNvPr>
          <p:cNvSpPr>
            <a:spLocks noChangeArrowheads="1"/>
          </p:cNvSpPr>
          <p:nvPr/>
        </p:nvSpPr>
        <p:spPr bwMode="auto">
          <a:xfrm>
            <a:off x="3506391" y="2654354"/>
            <a:ext cx="18274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Times New Roman" panose="02020603050405020304" pitchFamily="18" charset="0"/>
                <a:ea typeface="新細明體" panose="02020500000000000000" pitchFamily="18" charset="-120"/>
              </a:rPr>
              <a:t>.</a:t>
            </a:r>
          </a:p>
        </p:txBody>
      </p:sp>
      <p:sp>
        <p:nvSpPr>
          <p:cNvPr id="69756" name="Rectangle 124">
            <a:extLst>
              <a:ext uri="{FF2B5EF4-FFF2-40B4-BE49-F238E27FC236}">
                <a16:creationId xmlns:a16="http://schemas.microsoft.com/office/drawing/2014/main" id="{A6FF1813-1392-46FA-996E-62C3A0CA97E1}"/>
              </a:ext>
            </a:extLst>
          </p:cNvPr>
          <p:cNvSpPr>
            <a:spLocks noChangeArrowheads="1"/>
          </p:cNvSpPr>
          <p:nvPr/>
        </p:nvSpPr>
        <p:spPr bwMode="auto">
          <a:xfrm>
            <a:off x="3568304" y="2921054"/>
            <a:ext cx="424795"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Times New Roman" panose="02020603050405020304" pitchFamily="18" charset="0"/>
                <a:ea typeface="新細明體" panose="02020500000000000000" pitchFamily="18" charset="-120"/>
              </a:rPr>
              <a:t>&lt;0&gt;</a:t>
            </a:r>
          </a:p>
        </p:txBody>
      </p:sp>
      <p:sp>
        <p:nvSpPr>
          <p:cNvPr id="69757" name="Rectangle 125">
            <a:extLst>
              <a:ext uri="{FF2B5EF4-FFF2-40B4-BE49-F238E27FC236}">
                <a16:creationId xmlns:a16="http://schemas.microsoft.com/office/drawing/2014/main" id="{92F9D014-F599-4F09-BA3F-845BAE48ABF6}"/>
              </a:ext>
            </a:extLst>
          </p:cNvPr>
          <p:cNvSpPr>
            <a:spLocks noChangeArrowheads="1"/>
          </p:cNvSpPr>
          <p:nvPr/>
        </p:nvSpPr>
        <p:spPr bwMode="auto">
          <a:xfrm>
            <a:off x="3815954" y="2635304"/>
            <a:ext cx="607538"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350">
                <a:latin typeface="Times New Roman" panose="02020603050405020304" pitchFamily="18" charset="0"/>
                <a:ea typeface="新細明體" panose="02020500000000000000" pitchFamily="18" charset="-120"/>
              </a:rPr>
              <a:t>op&lt;5&gt;</a:t>
            </a:r>
          </a:p>
        </p:txBody>
      </p:sp>
      <p:sp>
        <p:nvSpPr>
          <p:cNvPr id="69758" name="Rectangle 126">
            <a:extLst>
              <a:ext uri="{FF2B5EF4-FFF2-40B4-BE49-F238E27FC236}">
                <a16:creationId xmlns:a16="http://schemas.microsoft.com/office/drawing/2014/main" id="{B186C367-D82C-4971-83D7-147AAF9D57C9}"/>
              </a:ext>
            </a:extLst>
          </p:cNvPr>
          <p:cNvSpPr>
            <a:spLocks noChangeArrowheads="1"/>
          </p:cNvSpPr>
          <p:nvPr/>
        </p:nvSpPr>
        <p:spPr bwMode="auto">
          <a:xfrm>
            <a:off x="4249341" y="2597204"/>
            <a:ext cx="18274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Times New Roman" panose="02020603050405020304" pitchFamily="18" charset="0"/>
                <a:ea typeface="新細明體" panose="02020500000000000000" pitchFamily="18" charset="-120"/>
              </a:rPr>
              <a:t>.</a:t>
            </a:r>
          </a:p>
        </p:txBody>
      </p:sp>
      <p:sp>
        <p:nvSpPr>
          <p:cNvPr id="69759" name="Rectangle 127">
            <a:extLst>
              <a:ext uri="{FF2B5EF4-FFF2-40B4-BE49-F238E27FC236}">
                <a16:creationId xmlns:a16="http://schemas.microsoft.com/office/drawing/2014/main" id="{EC22C8C6-7346-4560-8747-C642AEDF2A6A}"/>
              </a:ext>
            </a:extLst>
          </p:cNvPr>
          <p:cNvSpPr>
            <a:spLocks noChangeArrowheads="1"/>
          </p:cNvSpPr>
          <p:nvPr/>
        </p:nvSpPr>
        <p:spPr bwMode="auto">
          <a:xfrm>
            <a:off x="4373166" y="2654354"/>
            <a:ext cx="18274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Times New Roman" panose="02020603050405020304" pitchFamily="18" charset="0"/>
                <a:ea typeface="新細明體" panose="02020500000000000000" pitchFamily="18" charset="-120"/>
              </a:rPr>
              <a:t>.</a:t>
            </a:r>
          </a:p>
        </p:txBody>
      </p:sp>
      <p:sp>
        <p:nvSpPr>
          <p:cNvPr id="69760" name="Rectangle 128">
            <a:extLst>
              <a:ext uri="{FF2B5EF4-FFF2-40B4-BE49-F238E27FC236}">
                <a16:creationId xmlns:a16="http://schemas.microsoft.com/office/drawing/2014/main" id="{791DC7CC-24A2-434D-B48F-61FE14DE9548}"/>
              </a:ext>
            </a:extLst>
          </p:cNvPr>
          <p:cNvSpPr>
            <a:spLocks noChangeArrowheads="1"/>
          </p:cNvSpPr>
          <p:nvPr/>
        </p:nvSpPr>
        <p:spPr bwMode="auto">
          <a:xfrm>
            <a:off x="4435079" y="2921054"/>
            <a:ext cx="424795"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Times New Roman" panose="02020603050405020304" pitchFamily="18" charset="0"/>
                <a:ea typeface="新細明體" panose="02020500000000000000" pitchFamily="18" charset="-120"/>
              </a:rPr>
              <a:t>&lt;0&gt;</a:t>
            </a:r>
          </a:p>
        </p:txBody>
      </p:sp>
      <p:sp>
        <p:nvSpPr>
          <p:cNvPr id="69761" name="Rectangle 129">
            <a:extLst>
              <a:ext uri="{FF2B5EF4-FFF2-40B4-BE49-F238E27FC236}">
                <a16:creationId xmlns:a16="http://schemas.microsoft.com/office/drawing/2014/main" id="{649A18BA-25DD-4730-B42D-2A5309456D1A}"/>
              </a:ext>
            </a:extLst>
          </p:cNvPr>
          <p:cNvSpPr>
            <a:spLocks noChangeArrowheads="1"/>
          </p:cNvSpPr>
          <p:nvPr/>
        </p:nvSpPr>
        <p:spPr bwMode="auto">
          <a:xfrm>
            <a:off x="4682729" y="2635304"/>
            <a:ext cx="607538"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350">
                <a:latin typeface="Times New Roman" panose="02020603050405020304" pitchFamily="18" charset="0"/>
                <a:ea typeface="新細明體" panose="02020500000000000000" pitchFamily="18" charset="-120"/>
              </a:rPr>
              <a:t>op&lt;5&gt;</a:t>
            </a:r>
          </a:p>
        </p:txBody>
      </p:sp>
      <p:sp>
        <p:nvSpPr>
          <p:cNvPr id="69762" name="Rectangle 130">
            <a:extLst>
              <a:ext uri="{FF2B5EF4-FFF2-40B4-BE49-F238E27FC236}">
                <a16:creationId xmlns:a16="http://schemas.microsoft.com/office/drawing/2014/main" id="{51A25F6D-7C2F-44BD-814F-8E62B89F69FA}"/>
              </a:ext>
            </a:extLst>
          </p:cNvPr>
          <p:cNvSpPr>
            <a:spLocks noChangeArrowheads="1"/>
          </p:cNvSpPr>
          <p:nvPr/>
        </p:nvSpPr>
        <p:spPr bwMode="auto">
          <a:xfrm>
            <a:off x="5116116" y="2597204"/>
            <a:ext cx="18274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Times New Roman" panose="02020603050405020304" pitchFamily="18" charset="0"/>
                <a:ea typeface="新細明體" panose="02020500000000000000" pitchFamily="18" charset="-120"/>
              </a:rPr>
              <a:t>.</a:t>
            </a:r>
          </a:p>
        </p:txBody>
      </p:sp>
      <p:sp>
        <p:nvSpPr>
          <p:cNvPr id="69763" name="Rectangle 131">
            <a:extLst>
              <a:ext uri="{FF2B5EF4-FFF2-40B4-BE49-F238E27FC236}">
                <a16:creationId xmlns:a16="http://schemas.microsoft.com/office/drawing/2014/main" id="{EB7FF774-BC20-4AF9-8010-F2DE60826D9C}"/>
              </a:ext>
            </a:extLst>
          </p:cNvPr>
          <p:cNvSpPr>
            <a:spLocks noChangeArrowheads="1"/>
          </p:cNvSpPr>
          <p:nvPr/>
        </p:nvSpPr>
        <p:spPr bwMode="auto">
          <a:xfrm>
            <a:off x="5239941" y="2654354"/>
            <a:ext cx="182742"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Times New Roman" panose="02020603050405020304" pitchFamily="18" charset="0"/>
                <a:ea typeface="新細明體" panose="02020500000000000000" pitchFamily="18" charset="-120"/>
              </a:rPr>
              <a:t>.</a:t>
            </a:r>
          </a:p>
        </p:txBody>
      </p:sp>
      <p:sp>
        <p:nvSpPr>
          <p:cNvPr id="69764" name="Rectangle 132">
            <a:extLst>
              <a:ext uri="{FF2B5EF4-FFF2-40B4-BE49-F238E27FC236}">
                <a16:creationId xmlns:a16="http://schemas.microsoft.com/office/drawing/2014/main" id="{C60840DA-20AA-4258-A79C-48B503565C04}"/>
              </a:ext>
            </a:extLst>
          </p:cNvPr>
          <p:cNvSpPr>
            <a:spLocks noChangeArrowheads="1"/>
          </p:cNvSpPr>
          <p:nvPr/>
        </p:nvSpPr>
        <p:spPr bwMode="auto">
          <a:xfrm>
            <a:off x="5301854" y="2921054"/>
            <a:ext cx="424795" cy="277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zh-TW" altLang="en-US" sz="1350">
                <a:latin typeface="Times New Roman" panose="02020603050405020304" pitchFamily="18" charset="0"/>
                <a:ea typeface="新細明體" panose="02020500000000000000" pitchFamily="18" charset="-120"/>
              </a:rPr>
              <a:t>&lt;0&gt;</a:t>
            </a:r>
          </a:p>
        </p:txBody>
      </p:sp>
      <p:sp>
        <p:nvSpPr>
          <p:cNvPr id="69765" name="Rectangle 133">
            <a:extLst>
              <a:ext uri="{FF2B5EF4-FFF2-40B4-BE49-F238E27FC236}">
                <a16:creationId xmlns:a16="http://schemas.microsoft.com/office/drawing/2014/main" id="{553E8791-D723-4F1F-9A6C-F0AD7070C526}"/>
              </a:ext>
            </a:extLst>
          </p:cNvPr>
          <p:cNvSpPr>
            <a:spLocks noChangeArrowheads="1"/>
          </p:cNvSpPr>
          <p:nvPr/>
        </p:nvSpPr>
        <p:spPr bwMode="auto">
          <a:xfrm>
            <a:off x="1971675" y="3892604"/>
            <a:ext cx="583493"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R-type</a:t>
            </a:r>
          </a:p>
        </p:txBody>
      </p:sp>
      <p:sp>
        <p:nvSpPr>
          <p:cNvPr id="69766" name="Rectangle 134">
            <a:extLst>
              <a:ext uri="{FF2B5EF4-FFF2-40B4-BE49-F238E27FC236}">
                <a16:creationId xmlns:a16="http://schemas.microsoft.com/office/drawing/2014/main" id="{0FB20EA3-FCBA-4C1E-B7A7-74D98A7BD753}"/>
              </a:ext>
            </a:extLst>
          </p:cNvPr>
          <p:cNvSpPr>
            <a:spLocks noChangeArrowheads="1"/>
          </p:cNvSpPr>
          <p:nvPr/>
        </p:nvSpPr>
        <p:spPr bwMode="auto">
          <a:xfrm>
            <a:off x="3196829" y="3892604"/>
            <a:ext cx="29334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lw</a:t>
            </a:r>
          </a:p>
        </p:txBody>
      </p:sp>
      <p:sp>
        <p:nvSpPr>
          <p:cNvPr id="69767" name="Rectangle 135">
            <a:extLst>
              <a:ext uri="{FF2B5EF4-FFF2-40B4-BE49-F238E27FC236}">
                <a16:creationId xmlns:a16="http://schemas.microsoft.com/office/drawing/2014/main" id="{A083B357-208B-4957-9DE2-59B4530A77AB}"/>
              </a:ext>
            </a:extLst>
          </p:cNvPr>
          <p:cNvSpPr>
            <a:spLocks noChangeArrowheads="1"/>
          </p:cNvSpPr>
          <p:nvPr/>
        </p:nvSpPr>
        <p:spPr bwMode="auto">
          <a:xfrm>
            <a:off x="4001692" y="3892604"/>
            <a:ext cx="30937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sw</a:t>
            </a:r>
          </a:p>
        </p:txBody>
      </p:sp>
      <p:sp>
        <p:nvSpPr>
          <p:cNvPr id="69768" name="Rectangle 136">
            <a:extLst>
              <a:ext uri="{FF2B5EF4-FFF2-40B4-BE49-F238E27FC236}">
                <a16:creationId xmlns:a16="http://schemas.microsoft.com/office/drawing/2014/main" id="{005E7833-D9C8-4B14-80A9-CADBA4F3A32F}"/>
              </a:ext>
            </a:extLst>
          </p:cNvPr>
          <p:cNvSpPr>
            <a:spLocks noChangeArrowheads="1"/>
          </p:cNvSpPr>
          <p:nvPr/>
        </p:nvSpPr>
        <p:spPr bwMode="auto">
          <a:xfrm>
            <a:off x="4806554" y="3892604"/>
            <a:ext cx="378309"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beq</a:t>
            </a:r>
          </a:p>
        </p:txBody>
      </p:sp>
      <p:sp>
        <p:nvSpPr>
          <p:cNvPr id="69769" name="Rectangle 137">
            <a:extLst>
              <a:ext uri="{FF2B5EF4-FFF2-40B4-BE49-F238E27FC236}">
                <a16:creationId xmlns:a16="http://schemas.microsoft.com/office/drawing/2014/main" id="{9E02F260-BA0C-4D30-8F66-A42BB5A2B359}"/>
              </a:ext>
            </a:extLst>
          </p:cNvPr>
          <p:cNvSpPr>
            <a:spLocks noChangeArrowheads="1"/>
          </p:cNvSpPr>
          <p:nvPr/>
        </p:nvSpPr>
        <p:spPr bwMode="auto">
          <a:xfrm>
            <a:off x="5549504" y="3892604"/>
            <a:ext cx="488915"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jump</a:t>
            </a:r>
          </a:p>
        </p:txBody>
      </p:sp>
      <p:sp>
        <p:nvSpPr>
          <p:cNvPr id="69770" name="Arc 138">
            <a:extLst>
              <a:ext uri="{FF2B5EF4-FFF2-40B4-BE49-F238E27FC236}">
                <a16:creationId xmlns:a16="http://schemas.microsoft.com/office/drawing/2014/main" id="{F3618FE5-800D-4A3A-AE89-630D8B6BDA55}"/>
              </a:ext>
            </a:extLst>
          </p:cNvPr>
          <p:cNvSpPr>
            <a:spLocks/>
          </p:cNvSpPr>
          <p:nvPr/>
        </p:nvSpPr>
        <p:spPr bwMode="auto">
          <a:xfrm>
            <a:off x="6367463" y="4114060"/>
            <a:ext cx="619125" cy="2286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69771" name="Arc 139">
            <a:extLst>
              <a:ext uri="{FF2B5EF4-FFF2-40B4-BE49-F238E27FC236}">
                <a16:creationId xmlns:a16="http://schemas.microsoft.com/office/drawing/2014/main" id="{0F4BAB5A-CAF5-4FB7-B76B-73357743B091}"/>
              </a:ext>
            </a:extLst>
          </p:cNvPr>
          <p:cNvSpPr>
            <a:spLocks/>
          </p:cNvSpPr>
          <p:nvPr/>
        </p:nvSpPr>
        <p:spPr bwMode="auto">
          <a:xfrm>
            <a:off x="6367463" y="4341470"/>
            <a:ext cx="619125" cy="228600"/>
          </a:xfrm>
          <a:custGeom>
            <a:avLst/>
            <a:gdLst>
              <a:gd name="T0" fmla="*/ 2147483647 w 21600"/>
              <a:gd name="T1" fmla="*/ 0 h 21600"/>
              <a:gd name="T2" fmla="*/ 0 w 21600"/>
              <a:gd name="T3" fmla="*/ 2147483647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69772" name="Arc 140">
            <a:extLst>
              <a:ext uri="{FF2B5EF4-FFF2-40B4-BE49-F238E27FC236}">
                <a16:creationId xmlns:a16="http://schemas.microsoft.com/office/drawing/2014/main" id="{C25DAD50-3364-488B-BB50-65FF1F0E6168}"/>
              </a:ext>
            </a:extLst>
          </p:cNvPr>
          <p:cNvSpPr>
            <a:spLocks/>
          </p:cNvSpPr>
          <p:nvPr/>
        </p:nvSpPr>
        <p:spPr bwMode="auto">
          <a:xfrm>
            <a:off x="6367462" y="4114060"/>
            <a:ext cx="185738" cy="2286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69773" name="Arc 141">
            <a:extLst>
              <a:ext uri="{FF2B5EF4-FFF2-40B4-BE49-F238E27FC236}">
                <a16:creationId xmlns:a16="http://schemas.microsoft.com/office/drawing/2014/main" id="{A459BAE6-8078-4379-B0C2-AD8C77640E91}"/>
              </a:ext>
            </a:extLst>
          </p:cNvPr>
          <p:cNvSpPr>
            <a:spLocks/>
          </p:cNvSpPr>
          <p:nvPr/>
        </p:nvSpPr>
        <p:spPr bwMode="auto">
          <a:xfrm>
            <a:off x="6367462" y="4341470"/>
            <a:ext cx="185738" cy="228600"/>
          </a:xfrm>
          <a:custGeom>
            <a:avLst/>
            <a:gdLst>
              <a:gd name="T0" fmla="*/ 2147483647 w 21600"/>
              <a:gd name="T1" fmla="*/ 0 h 21600"/>
              <a:gd name="T2" fmla="*/ 0 w 21600"/>
              <a:gd name="T3" fmla="*/ 2147483647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p>
        </p:txBody>
      </p:sp>
      <p:sp>
        <p:nvSpPr>
          <p:cNvPr id="69774" name="Line 142">
            <a:extLst>
              <a:ext uri="{FF2B5EF4-FFF2-40B4-BE49-F238E27FC236}">
                <a16:creationId xmlns:a16="http://schemas.microsoft.com/office/drawing/2014/main" id="{23A9809C-0E22-4B25-B262-4EF678B1BB36}"/>
              </a:ext>
            </a:extLst>
          </p:cNvPr>
          <p:cNvSpPr>
            <a:spLocks noChangeShapeType="1"/>
          </p:cNvSpPr>
          <p:nvPr/>
        </p:nvSpPr>
        <p:spPr bwMode="auto">
          <a:xfrm flipH="1">
            <a:off x="6181725" y="4341470"/>
            <a:ext cx="37147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75" name="Line 143">
            <a:extLst>
              <a:ext uri="{FF2B5EF4-FFF2-40B4-BE49-F238E27FC236}">
                <a16:creationId xmlns:a16="http://schemas.microsoft.com/office/drawing/2014/main" id="{9003288B-1D7E-4357-8B5C-54833A4E2051}"/>
              </a:ext>
            </a:extLst>
          </p:cNvPr>
          <p:cNvSpPr>
            <a:spLocks noChangeShapeType="1"/>
          </p:cNvSpPr>
          <p:nvPr/>
        </p:nvSpPr>
        <p:spPr bwMode="auto">
          <a:xfrm flipH="1">
            <a:off x="6181725" y="4512920"/>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76" name="Line 144">
            <a:extLst>
              <a:ext uri="{FF2B5EF4-FFF2-40B4-BE49-F238E27FC236}">
                <a16:creationId xmlns:a16="http://schemas.microsoft.com/office/drawing/2014/main" id="{DC65D60B-9A6B-46F9-AB6B-9A95F3A3C261}"/>
              </a:ext>
            </a:extLst>
          </p:cNvPr>
          <p:cNvSpPr>
            <a:spLocks noChangeShapeType="1"/>
          </p:cNvSpPr>
          <p:nvPr/>
        </p:nvSpPr>
        <p:spPr bwMode="auto">
          <a:xfrm>
            <a:off x="6986587" y="4341470"/>
            <a:ext cx="185738"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77" name="Line 145">
            <a:extLst>
              <a:ext uri="{FF2B5EF4-FFF2-40B4-BE49-F238E27FC236}">
                <a16:creationId xmlns:a16="http://schemas.microsoft.com/office/drawing/2014/main" id="{8204E95E-9CC7-428A-8CF2-016DBFB87DCA}"/>
              </a:ext>
            </a:extLst>
          </p:cNvPr>
          <p:cNvSpPr>
            <a:spLocks noChangeShapeType="1"/>
          </p:cNvSpPr>
          <p:nvPr/>
        </p:nvSpPr>
        <p:spPr bwMode="auto">
          <a:xfrm>
            <a:off x="6057900" y="3998570"/>
            <a:ext cx="0" cy="6286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78" name="Line 146">
            <a:extLst>
              <a:ext uri="{FF2B5EF4-FFF2-40B4-BE49-F238E27FC236}">
                <a16:creationId xmlns:a16="http://schemas.microsoft.com/office/drawing/2014/main" id="{D679921D-AAB8-4D0D-93AC-D450B4623CD7}"/>
              </a:ext>
            </a:extLst>
          </p:cNvPr>
          <p:cNvSpPr>
            <a:spLocks noChangeShapeType="1"/>
          </p:cNvSpPr>
          <p:nvPr/>
        </p:nvSpPr>
        <p:spPr bwMode="auto">
          <a:xfrm>
            <a:off x="5191125" y="3998570"/>
            <a:ext cx="0" cy="6286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79" name="Line 147">
            <a:extLst>
              <a:ext uri="{FF2B5EF4-FFF2-40B4-BE49-F238E27FC236}">
                <a16:creationId xmlns:a16="http://schemas.microsoft.com/office/drawing/2014/main" id="{32F786DC-18FC-48BA-A5B4-A6D34A08AA1D}"/>
              </a:ext>
            </a:extLst>
          </p:cNvPr>
          <p:cNvSpPr>
            <a:spLocks noChangeShapeType="1"/>
          </p:cNvSpPr>
          <p:nvPr/>
        </p:nvSpPr>
        <p:spPr bwMode="auto">
          <a:xfrm>
            <a:off x="4324350" y="3998570"/>
            <a:ext cx="0" cy="6286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80" name="Line 148">
            <a:extLst>
              <a:ext uri="{FF2B5EF4-FFF2-40B4-BE49-F238E27FC236}">
                <a16:creationId xmlns:a16="http://schemas.microsoft.com/office/drawing/2014/main" id="{E9E021EE-DF3A-44F8-BCCF-9EA35540D0CA}"/>
              </a:ext>
            </a:extLst>
          </p:cNvPr>
          <p:cNvSpPr>
            <a:spLocks noChangeShapeType="1"/>
          </p:cNvSpPr>
          <p:nvPr/>
        </p:nvSpPr>
        <p:spPr bwMode="auto">
          <a:xfrm>
            <a:off x="3457575" y="3998570"/>
            <a:ext cx="0" cy="6286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81" name="Line 149">
            <a:extLst>
              <a:ext uri="{FF2B5EF4-FFF2-40B4-BE49-F238E27FC236}">
                <a16:creationId xmlns:a16="http://schemas.microsoft.com/office/drawing/2014/main" id="{D33ECC38-EF90-49FE-9DCE-201132A56EC0}"/>
              </a:ext>
            </a:extLst>
          </p:cNvPr>
          <p:cNvSpPr>
            <a:spLocks noChangeShapeType="1"/>
          </p:cNvSpPr>
          <p:nvPr/>
        </p:nvSpPr>
        <p:spPr bwMode="auto">
          <a:xfrm>
            <a:off x="2603897" y="3998570"/>
            <a:ext cx="0" cy="6286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82" name="Line 150">
            <a:extLst>
              <a:ext uri="{FF2B5EF4-FFF2-40B4-BE49-F238E27FC236}">
                <a16:creationId xmlns:a16="http://schemas.microsoft.com/office/drawing/2014/main" id="{3962690D-6C17-48AC-A930-5BBCA1B20211}"/>
              </a:ext>
            </a:extLst>
          </p:cNvPr>
          <p:cNvSpPr>
            <a:spLocks noChangeShapeType="1"/>
          </p:cNvSpPr>
          <p:nvPr/>
        </p:nvSpPr>
        <p:spPr bwMode="auto">
          <a:xfrm flipH="1">
            <a:off x="2590800" y="4170020"/>
            <a:ext cx="359092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83" name="Line 151">
            <a:extLst>
              <a:ext uri="{FF2B5EF4-FFF2-40B4-BE49-F238E27FC236}">
                <a16:creationId xmlns:a16="http://schemas.microsoft.com/office/drawing/2014/main" id="{AE7D7BCE-031C-412B-A35D-2A6CF289BA5F}"/>
              </a:ext>
            </a:extLst>
          </p:cNvPr>
          <p:cNvSpPr>
            <a:spLocks noChangeShapeType="1"/>
          </p:cNvSpPr>
          <p:nvPr/>
        </p:nvSpPr>
        <p:spPr bwMode="auto">
          <a:xfrm flipH="1">
            <a:off x="3457575" y="4341470"/>
            <a:ext cx="272415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84" name="Line 152">
            <a:extLst>
              <a:ext uri="{FF2B5EF4-FFF2-40B4-BE49-F238E27FC236}">
                <a16:creationId xmlns:a16="http://schemas.microsoft.com/office/drawing/2014/main" id="{414DD0CC-0652-4F0B-B433-F3F922DDA65F}"/>
              </a:ext>
            </a:extLst>
          </p:cNvPr>
          <p:cNvSpPr>
            <a:spLocks noChangeShapeType="1"/>
          </p:cNvSpPr>
          <p:nvPr/>
        </p:nvSpPr>
        <p:spPr bwMode="auto">
          <a:xfrm flipH="1">
            <a:off x="4324350" y="4512920"/>
            <a:ext cx="185737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85" name="Line 153">
            <a:extLst>
              <a:ext uri="{FF2B5EF4-FFF2-40B4-BE49-F238E27FC236}">
                <a16:creationId xmlns:a16="http://schemas.microsoft.com/office/drawing/2014/main" id="{3FFE63E5-B830-4C6B-808C-5013F17CB15A}"/>
              </a:ext>
            </a:extLst>
          </p:cNvPr>
          <p:cNvSpPr>
            <a:spLocks noChangeShapeType="1"/>
          </p:cNvSpPr>
          <p:nvPr/>
        </p:nvSpPr>
        <p:spPr bwMode="auto">
          <a:xfrm flipH="1">
            <a:off x="6181725" y="4170020"/>
            <a:ext cx="30956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86" name="Line 154">
            <a:extLst>
              <a:ext uri="{FF2B5EF4-FFF2-40B4-BE49-F238E27FC236}">
                <a16:creationId xmlns:a16="http://schemas.microsoft.com/office/drawing/2014/main" id="{E38C3B07-C2CC-4E36-8641-110B6817C54B}"/>
              </a:ext>
            </a:extLst>
          </p:cNvPr>
          <p:cNvSpPr>
            <a:spLocks noChangeShapeType="1"/>
          </p:cNvSpPr>
          <p:nvPr/>
        </p:nvSpPr>
        <p:spPr bwMode="auto">
          <a:xfrm>
            <a:off x="7172325" y="4341470"/>
            <a:ext cx="804863"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69787" name="Rectangle 155">
            <a:extLst>
              <a:ext uri="{FF2B5EF4-FFF2-40B4-BE49-F238E27FC236}">
                <a16:creationId xmlns:a16="http://schemas.microsoft.com/office/drawing/2014/main" id="{777ABADA-736D-4FD4-901F-A6973234AD14}"/>
              </a:ext>
            </a:extLst>
          </p:cNvPr>
          <p:cNvSpPr>
            <a:spLocks noChangeArrowheads="1"/>
          </p:cNvSpPr>
          <p:nvPr/>
        </p:nvSpPr>
        <p:spPr bwMode="auto">
          <a:xfrm>
            <a:off x="6973492" y="4121204"/>
            <a:ext cx="779508" cy="25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kumimoji="1" lang="en-US" altLang="zh-TW" sz="1200">
                <a:latin typeface="Times New Roman" panose="02020603050405020304" pitchFamily="18" charset="0"/>
                <a:ea typeface="新細明體" panose="02020500000000000000" pitchFamily="18" charset="-120"/>
              </a:rPr>
              <a:t>RegWrite</a:t>
            </a:r>
          </a:p>
        </p:txBody>
      </p:sp>
      <p:sp>
        <p:nvSpPr>
          <p:cNvPr id="69788" name="Oval 156">
            <a:extLst>
              <a:ext uri="{FF2B5EF4-FFF2-40B4-BE49-F238E27FC236}">
                <a16:creationId xmlns:a16="http://schemas.microsoft.com/office/drawing/2014/main" id="{342D008D-A404-4539-95EA-1D1E6F550087}"/>
              </a:ext>
            </a:extLst>
          </p:cNvPr>
          <p:cNvSpPr>
            <a:spLocks noChangeArrowheads="1"/>
          </p:cNvSpPr>
          <p:nvPr/>
        </p:nvSpPr>
        <p:spPr bwMode="auto">
          <a:xfrm>
            <a:off x="2546747" y="4117633"/>
            <a:ext cx="114300" cy="104775"/>
          </a:xfrm>
          <a:prstGeom prst="ellipse">
            <a:avLst/>
          </a:prstGeom>
          <a:solidFill>
            <a:schemeClr val="tx1"/>
          </a:solidFill>
          <a:ln w="12700">
            <a:solidFill>
              <a:schemeClr val="tx1"/>
            </a:solidFill>
            <a:round/>
            <a:headEnd/>
            <a:tailEnd/>
          </a:ln>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789" name="Oval 157">
            <a:extLst>
              <a:ext uri="{FF2B5EF4-FFF2-40B4-BE49-F238E27FC236}">
                <a16:creationId xmlns:a16="http://schemas.microsoft.com/office/drawing/2014/main" id="{350A1571-0C96-4527-9CBE-54073BDDEB66}"/>
              </a:ext>
            </a:extLst>
          </p:cNvPr>
          <p:cNvSpPr>
            <a:spLocks noChangeArrowheads="1"/>
          </p:cNvSpPr>
          <p:nvPr/>
        </p:nvSpPr>
        <p:spPr bwMode="auto">
          <a:xfrm>
            <a:off x="3395663" y="4284320"/>
            <a:ext cx="113110" cy="104775"/>
          </a:xfrm>
          <a:prstGeom prst="ellipse">
            <a:avLst/>
          </a:prstGeom>
          <a:solidFill>
            <a:schemeClr val="tx1"/>
          </a:solidFill>
          <a:ln w="12700">
            <a:solidFill>
              <a:schemeClr val="tx1"/>
            </a:solidFill>
            <a:round/>
            <a:headEnd/>
            <a:tailEnd/>
          </a:ln>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790" name="Oval 158">
            <a:extLst>
              <a:ext uri="{FF2B5EF4-FFF2-40B4-BE49-F238E27FC236}">
                <a16:creationId xmlns:a16="http://schemas.microsoft.com/office/drawing/2014/main" id="{C6E3D27C-25A9-45E5-95E7-41086B46C6C4}"/>
              </a:ext>
            </a:extLst>
          </p:cNvPr>
          <p:cNvSpPr>
            <a:spLocks noChangeArrowheads="1"/>
          </p:cNvSpPr>
          <p:nvPr/>
        </p:nvSpPr>
        <p:spPr bwMode="auto">
          <a:xfrm>
            <a:off x="4262438" y="4455770"/>
            <a:ext cx="113110" cy="104775"/>
          </a:xfrm>
          <a:prstGeom prst="ellipse">
            <a:avLst/>
          </a:prstGeom>
          <a:solidFill>
            <a:schemeClr val="tx1"/>
          </a:solidFill>
          <a:ln w="12700">
            <a:solidFill>
              <a:schemeClr val="tx1"/>
            </a:solidFill>
            <a:round/>
            <a:headEnd/>
            <a:tailEnd/>
          </a:ln>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endParaRPr lang="zh-TW" altLang="en-US" sz="1800" b="0">
              <a:latin typeface="Times New Roman" panose="02020603050405020304" pitchFamily="18" charset="0"/>
              <a:ea typeface="新細明體" panose="02020500000000000000" pitchFamily="18" charset="-120"/>
            </a:endParaRPr>
          </a:p>
        </p:txBody>
      </p:sp>
      <p:sp>
        <p:nvSpPr>
          <p:cNvPr id="69791" name="Rectangle 159">
            <a:extLst>
              <a:ext uri="{FF2B5EF4-FFF2-40B4-BE49-F238E27FC236}">
                <a16:creationId xmlns:a16="http://schemas.microsoft.com/office/drawing/2014/main" id="{B25B3D18-2815-489B-A0D1-23E975CD9C98}"/>
              </a:ext>
            </a:extLst>
          </p:cNvPr>
          <p:cNvSpPr>
            <a:spLocks noGrp="1" noChangeArrowheads="1"/>
          </p:cNvSpPr>
          <p:nvPr>
            <p:ph type="title"/>
          </p:nvPr>
        </p:nvSpPr>
        <p:spPr>
          <a:xfrm>
            <a:off x="960505" y="44054"/>
            <a:ext cx="6769034" cy="676275"/>
          </a:xfrm>
        </p:spPr>
        <p:txBody>
          <a:bodyPr/>
          <a:lstStyle/>
          <a:p>
            <a:r>
              <a:rPr lang="en-US" altLang="zh-TW" dirty="0"/>
              <a:t>Truth Table for </a:t>
            </a:r>
            <a:r>
              <a:rPr lang="en-US" altLang="zh-TW" dirty="0" err="1"/>
              <a:t>RegWrite</a:t>
            </a:r>
            <a:endParaRPr lang="en-US" altLang="zh-TW" dirty="0"/>
          </a:p>
        </p:txBody>
      </p:sp>
      <p:sp>
        <p:nvSpPr>
          <p:cNvPr id="69792" name="Text Box 160">
            <a:extLst>
              <a:ext uri="{FF2B5EF4-FFF2-40B4-BE49-F238E27FC236}">
                <a16:creationId xmlns:a16="http://schemas.microsoft.com/office/drawing/2014/main" id="{117425D8-C222-40CC-87CC-E14A3A888535}"/>
              </a:ext>
            </a:extLst>
          </p:cNvPr>
          <p:cNvSpPr txBox="1">
            <a:spLocks noChangeArrowheads="1"/>
          </p:cNvSpPr>
          <p:nvPr/>
        </p:nvSpPr>
        <p:spPr bwMode="auto">
          <a:xfrm>
            <a:off x="4156472" y="4327183"/>
            <a:ext cx="3433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800">
                <a:solidFill>
                  <a:schemeClr val="accent1"/>
                </a:solidFill>
                <a:latin typeface="Tahoma" panose="020B0604030504040204" pitchFamily="34" charset="0"/>
                <a:ea typeface="新細明體" panose="02020500000000000000" pitchFamily="18" charset="-120"/>
              </a:rPr>
              <a:t>X</a:t>
            </a:r>
          </a:p>
        </p:txBody>
      </p:sp>
      <p:sp>
        <p:nvSpPr>
          <p:cNvPr id="162" name="灯片编号占位符 5">
            <a:extLst>
              <a:ext uri="{FF2B5EF4-FFF2-40B4-BE49-F238E27FC236}">
                <a16:creationId xmlns:a16="http://schemas.microsoft.com/office/drawing/2014/main" id="{93E2CB6D-5926-4D6F-B68C-F6ABDFE342A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61</a:t>
            </a:fld>
            <a:endParaRPr lang="zh-TW"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3E1805AB-84ED-479A-8F0E-B1A787B52E7D}"/>
              </a:ext>
            </a:extLst>
          </p:cNvPr>
          <p:cNvSpPr>
            <a:spLocks noGrp="1" noChangeArrowheads="1"/>
          </p:cNvSpPr>
          <p:nvPr>
            <p:ph type="title"/>
          </p:nvPr>
        </p:nvSpPr>
        <p:spPr>
          <a:xfrm>
            <a:off x="929769" y="44054"/>
            <a:ext cx="7902946" cy="676275"/>
          </a:xfrm>
        </p:spPr>
        <p:txBody>
          <a:bodyPr/>
          <a:lstStyle/>
          <a:p>
            <a:r>
              <a:rPr lang="en-US" altLang="zh-TW" sz="2400" dirty="0"/>
              <a:t>Programmable Logic Array Implement</a:t>
            </a:r>
            <a:r>
              <a:rPr lang="en-US" altLang="zh-CN" sz="2400" dirty="0"/>
              <a:t>ation of</a:t>
            </a:r>
            <a:r>
              <a:rPr lang="en-US" altLang="zh-TW" sz="2400" dirty="0"/>
              <a:t> Main Control</a:t>
            </a:r>
          </a:p>
        </p:txBody>
      </p:sp>
      <p:pic>
        <p:nvPicPr>
          <p:cNvPr id="70659" name="Picture 3" descr="C05">
            <a:extLst>
              <a:ext uri="{FF2B5EF4-FFF2-40B4-BE49-F238E27FC236}">
                <a16:creationId xmlns:a16="http://schemas.microsoft.com/office/drawing/2014/main" id="{9E448571-B11B-46A2-AE93-29C66093A3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89734" y="807253"/>
            <a:ext cx="3884606" cy="3783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5">
            <a:extLst>
              <a:ext uri="{FF2B5EF4-FFF2-40B4-BE49-F238E27FC236}">
                <a16:creationId xmlns:a16="http://schemas.microsoft.com/office/drawing/2014/main" id="{BAD8ED56-7F3D-4EF3-847D-C4220923E2C9}"/>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62</a:t>
            </a:fld>
            <a:endParaRPr lang="zh-TW"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63FA6AAC-D5B6-4E4B-BB63-EC8803B88952}"/>
              </a:ext>
            </a:extLst>
          </p:cNvPr>
          <p:cNvSpPr>
            <a:spLocks noGrp="1" noChangeArrowheads="1"/>
          </p:cNvSpPr>
          <p:nvPr>
            <p:ph type="title"/>
          </p:nvPr>
        </p:nvSpPr>
        <p:spPr>
          <a:xfrm>
            <a:off x="906717" y="44054"/>
            <a:ext cx="6822822" cy="676275"/>
          </a:xfrm>
        </p:spPr>
        <p:txBody>
          <a:bodyPr/>
          <a:lstStyle/>
          <a:p>
            <a:r>
              <a:rPr lang="en-US" altLang="zh-TW" dirty="0"/>
              <a:t>Outline</a:t>
            </a:r>
          </a:p>
        </p:txBody>
      </p:sp>
      <p:sp>
        <p:nvSpPr>
          <p:cNvPr id="71683" name="Rectangle 3">
            <a:extLst>
              <a:ext uri="{FF2B5EF4-FFF2-40B4-BE49-F238E27FC236}">
                <a16:creationId xmlns:a16="http://schemas.microsoft.com/office/drawing/2014/main" id="{F3ABD25B-DAF1-4F25-B4AB-79BE64B215CD}"/>
              </a:ext>
            </a:extLst>
          </p:cNvPr>
          <p:cNvSpPr>
            <a:spLocks noGrp="1" noChangeArrowheads="1"/>
          </p:cNvSpPr>
          <p:nvPr>
            <p:ph type="body" idx="1"/>
          </p:nvPr>
        </p:nvSpPr>
        <p:spPr>
          <a:xfrm>
            <a:off x="922084" y="844153"/>
            <a:ext cx="7764716" cy="3228385"/>
          </a:xfrm>
        </p:spPr>
        <p:txBody>
          <a:bodyPr/>
          <a:lstStyle/>
          <a:p>
            <a:r>
              <a:rPr lang="en-US" altLang="zh-TW" sz="2000" dirty="0"/>
              <a:t>Introduction to design a processor</a:t>
            </a:r>
          </a:p>
          <a:p>
            <a:r>
              <a:rPr lang="en-US" altLang="zh-TW" sz="2000" dirty="0"/>
              <a:t>Analyze the instruction set (step 1)</a:t>
            </a:r>
          </a:p>
          <a:p>
            <a:r>
              <a:rPr lang="en-US" altLang="zh-TW" sz="2000" dirty="0">
                <a:solidFill>
                  <a:schemeClr val="tx2"/>
                </a:solidFill>
              </a:rPr>
              <a:t>Build the </a:t>
            </a:r>
            <a:r>
              <a:rPr lang="en-US" altLang="zh-TW" sz="2000" dirty="0" err="1">
                <a:solidFill>
                  <a:schemeClr val="tx2"/>
                </a:solidFill>
              </a:rPr>
              <a:t>datapath</a:t>
            </a:r>
            <a:r>
              <a:rPr lang="en-US" altLang="zh-TW" sz="2000" dirty="0">
                <a:solidFill>
                  <a:schemeClr val="tx2"/>
                </a:solidFill>
              </a:rPr>
              <a:t> (steps 2, 3)</a:t>
            </a:r>
          </a:p>
          <a:p>
            <a:r>
              <a:rPr lang="en-US" altLang="zh-TW" sz="2000" dirty="0"/>
              <a:t>A single-cycle implementation</a:t>
            </a:r>
          </a:p>
          <a:p>
            <a:r>
              <a:rPr lang="en-US" altLang="zh-TW" sz="2000" dirty="0"/>
              <a:t>Control for the single-cycle CPU</a:t>
            </a:r>
          </a:p>
          <a:p>
            <a:pPr lvl="1"/>
            <a:r>
              <a:rPr lang="en-US" altLang="zh-TW" sz="1800" dirty="0"/>
              <a:t>Control of CPU operations</a:t>
            </a:r>
          </a:p>
          <a:p>
            <a:pPr lvl="1"/>
            <a:r>
              <a:rPr lang="en-US" altLang="zh-TW" sz="1800" dirty="0"/>
              <a:t>ALU controller</a:t>
            </a:r>
          </a:p>
          <a:p>
            <a:pPr lvl="1"/>
            <a:r>
              <a:rPr lang="en-US" altLang="zh-TW" sz="1800" dirty="0"/>
              <a:t>Main controller</a:t>
            </a:r>
          </a:p>
          <a:p>
            <a:r>
              <a:rPr lang="en-US" altLang="zh-TW" sz="2000" dirty="0">
                <a:solidFill>
                  <a:srgbClr val="FF0000"/>
                </a:solidFill>
              </a:rPr>
              <a:t>Add jump instruction</a:t>
            </a:r>
          </a:p>
          <a:p>
            <a:pPr lvl="1"/>
            <a:endParaRPr lang="en-US" altLang="zh-TW" dirty="0"/>
          </a:p>
        </p:txBody>
      </p:sp>
      <p:sp>
        <p:nvSpPr>
          <p:cNvPr id="5" name="灯片编号占位符 5">
            <a:extLst>
              <a:ext uri="{FF2B5EF4-FFF2-40B4-BE49-F238E27FC236}">
                <a16:creationId xmlns:a16="http://schemas.microsoft.com/office/drawing/2014/main" id="{84FAE830-9B04-4B6E-884E-218FB95A562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63</a:t>
            </a:fld>
            <a:endParaRPr lang="zh-TW"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A8F4EDCC-EBFA-4521-BB3B-1AB811C0AE01}"/>
              </a:ext>
            </a:extLst>
          </p:cNvPr>
          <p:cNvSpPr>
            <a:spLocks noGrp="1" noChangeArrowheads="1"/>
          </p:cNvSpPr>
          <p:nvPr>
            <p:ph type="title"/>
          </p:nvPr>
        </p:nvSpPr>
        <p:spPr>
          <a:xfrm>
            <a:off x="929769" y="44054"/>
            <a:ext cx="6799770" cy="676275"/>
          </a:xfrm>
        </p:spPr>
        <p:txBody>
          <a:bodyPr/>
          <a:lstStyle/>
          <a:p>
            <a:r>
              <a:rPr lang="en-AU" altLang="zh-TW" dirty="0">
                <a:ea typeface="新細明體" panose="02020500000000000000" pitchFamily="18" charset="-120"/>
              </a:rPr>
              <a:t>Implement Jump</a:t>
            </a:r>
          </a:p>
        </p:txBody>
      </p:sp>
      <p:sp>
        <p:nvSpPr>
          <p:cNvPr id="72707" name="Rectangle 3">
            <a:extLst>
              <a:ext uri="{FF2B5EF4-FFF2-40B4-BE49-F238E27FC236}">
                <a16:creationId xmlns:a16="http://schemas.microsoft.com/office/drawing/2014/main" id="{BB1C3E9A-4BA1-462C-A799-C384E308EE36}"/>
              </a:ext>
            </a:extLst>
          </p:cNvPr>
          <p:cNvSpPr>
            <a:spLocks noGrp="1" noChangeArrowheads="1"/>
          </p:cNvSpPr>
          <p:nvPr>
            <p:ph type="body" idx="1"/>
          </p:nvPr>
        </p:nvSpPr>
        <p:spPr>
          <a:xfrm>
            <a:off x="1099417" y="844705"/>
            <a:ext cx="6315075" cy="2259646"/>
          </a:xfrm>
        </p:spPr>
        <p:txBody>
          <a:bodyPr/>
          <a:lstStyle/>
          <a:p>
            <a:r>
              <a:rPr lang="en-AU" altLang="zh-TW" sz="2000" dirty="0">
                <a:ea typeface="新細明體" panose="02020500000000000000" pitchFamily="18" charset="-120"/>
              </a:rPr>
              <a:t>Jump uses word address</a:t>
            </a:r>
          </a:p>
          <a:p>
            <a:r>
              <a:rPr lang="en-AU" altLang="zh-TW" sz="2000" dirty="0">
                <a:ea typeface="新細明體" panose="02020500000000000000" pitchFamily="18" charset="-120"/>
              </a:rPr>
              <a:t>Update PC with concatenation of</a:t>
            </a:r>
          </a:p>
          <a:p>
            <a:pPr lvl="1"/>
            <a:r>
              <a:rPr lang="en-AU" altLang="zh-TW" sz="1800" dirty="0">
                <a:ea typeface="新細明體" panose="02020500000000000000" pitchFamily="18" charset="-120"/>
              </a:rPr>
              <a:t>Top 4 bits of old PC</a:t>
            </a:r>
          </a:p>
          <a:p>
            <a:pPr lvl="1"/>
            <a:r>
              <a:rPr lang="en-AU" altLang="zh-TW" sz="1800" dirty="0">
                <a:ea typeface="新細明體" panose="02020500000000000000" pitchFamily="18" charset="-120"/>
              </a:rPr>
              <a:t>26-bit jump address</a:t>
            </a:r>
          </a:p>
          <a:p>
            <a:pPr lvl="1"/>
            <a:r>
              <a:rPr lang="en-AU" altLang="zh-TW" sz="1800" dirty="0">
                <a:ea typeface="新細明體" panose="02020500000000000000" pitchFamily="18" charset="-120"/>
              </a:rPr>
              <a:t>00</a:t>
            </a:r>
          </a:p>
          <a:p>
            <a:r>
              <a:rPr lang="en-AU" altLang="zh-TW" sz="2000" dirty="0">
                <a:ea typeface="新細明體" panose="02020500000000000000" pitchFamily="18" charset="-120"/>
              </a:rPr>
              <a:t>Need an extra control signal decoded from opcode</a:t>
            </a:r>
          </a:p>
        </p:txBody>
      </p:sp>
      <p:grpSp>
        <p:nvGrpSpPr>
          <p:cNvPr id="2" name="组合 1">
            <a:extLst>
              <a:ext uri="{FF2B5EF4-FFF2-40B4-BE49-F238E27FC236}">
                <a16:creationId xmlns:a16="http://schemas.microsoft.com/office/drawing/2014/main" id="{777EA30B-1A95-483C-BAEE-9E56C927D782}"/>
              </a:ext>
            </a:extLst>
          </p:cNvPr>
          <p:cNvGrpSpPr/>
          <p:nvPr/>
        </p:nvGrpSpPr>
        <p:grpSpPr>
          <a:xfrm>
            <a:off x="1486121" y="3618439"/>
            <a:ext cx="6448425" cy="604838"/>
            <a:chOff x="1516857" y="1059656"/>
            <a:chExt cx="6448425" cy="604838"/>
          </a:xfrm>
        </p:grpSpPr>
        <p:grpSp>
          <p:nvGrpSpPr>
            <p:cNvPr id="72708" name="Group 4">
              <a:extLst>
                <a:ext uri="{FF2B5EF4-FFF2-40B4-BE49-F238E27FC236}">
                  <a16:creationId xmlns:a16="http://schemas.microsoft.com/office/drawing/2014/main" id="{0A3879FA-B8BE-4C14-B62E-710992E12FF8}"/>
                </a:ext>
              </a:extLst>
            </p:cNvPr>
            <p:cNvGrpSpPr>
              <a:grpSpLocks/>
            </p:cNvGrpSpPr>
            <p:nvPr/>
          </p:nvGrpSpPr>
          <p:grpSpPr bwMode="auto">
            <a:xfrm>
              <a:off x="2347913" y="1059656"/>
              <a:ext cx="5617369" cy="604838"/>
              <a:chOff x="1156" y="890"/>
              <a:chExt cx="4355" cy="508"/>
            </a:xfrm>
          </p:grpSpPr>
          <p:sp>
            <p:nvSpPr>
              <p:cNvPr id="72711" name="Text Box 5">
                <a:extLst>
                  <a:ext uri="{FF2B5EF4-FFF2-40B4-BE49-F238E27FC236}">
                    <a16:creationId xmlns:a16="http://schemas.microsoft.com/office/drawing/2014/main" id="{A086B970-A725-42B8-9D75-017367C0B1BA}"/>
                  </a:ext>
                </a:extLst>
              </p:cNvPr>
              <p:cNvSpPr txBox="1">
                <a:spLocks noChangeArrowheads="1"/>
              </p:cNvSpPr>
              <p:nvPr/>
            </p:nvSpPr>
            <p:spPr bwMode="auto">
              <a:xfrm>
                <a:off x="1156" y="890"/>
                <a:ext cx="817" cy="2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500" b="0" dirty="0">
                    <a:latin typeface="Arial" panose="020B0604020202020204" pitchFamily="34" charset="0"/>
                    <a:ea typeface="新細明體" panose="02020500000000000000" pitchFamily="18" charset="-120"/>
                  </a:rPr>
                  <a:t>000010</a:t>
                </a:r>
                <a:endParaRPr lang="en-AU" altLang="zh-TW" sz="1500" b="0" dirty="0">
                  <a:latin typeface="Arial" panose="020B0604020202020204" pitchFamily="34" charset="0"/>
                  <a:ea typeface="新細明體" panose="02020500000000000000" pitchFamily="18" charset="-120"/>
                </a:endParaRPr>
              </a:p>
            </p:txBody>
          </p:sp>
          <p:sp>
            <p:nvSpPr>
              <p:cNvPr id="72712" name="Text Box 6">
                <a:extLst>
                  <a:ext uri="{FF2B5EF4-FFF2-40B4-BE49-F238E27FC236}">
                    <a16:creationId xmlns:a16="http://schemas.microsoft.com/office/drawing/2014/main" id="{BE34BECD-A4DA-4A0E-8DE8-FBD50BBCB0C6}"/>
                  </a:ext>
                </a:extLst>
              </p:cNvPr>
              <p:cNvSpPr txBox="1">
                <a:spLocks noChangeArrowheads="1"/>
              </p:cNvSpPr>
              <p:nvPr/>
            </p:nvSpPr>
            <p:spPr bwMode="auto">
              <a:xfrm>
                <a:off x="1973" y="890"/>
                <a:ext cx="3538" cy="2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500" b="0" dirty="0">
                    <a:latin typeface="Arial" panose="020B0604020202020204" pitchFamily="34" charset="0"/>
                    <a:ea typeface="新細明體" panose="02020500000000000000" pitchFamily="18" charset="-120"/>
                  </a:rPr>
                  <a:t>address</a:t>
                </a:r>
                <a:endParaRPr lang="en-AU" altLang="zh-TW" sz="1500" b="0" dirty="0">
                  <a:latin typeface="Arial" panose="020B0604020202020204" pitchFamily="34" charset="0"/>
                  <a:ea typeface="新細明體" panose="02020500000000000000" pitchFamily="18" charset="-120"/>
                </a:endParaRPr>
              </a:p>
            </p:txBody>
          </p:sp>
          <p:sp>
            <p:nvSpPr>
              <p:cNvPr id="72713" name="Text Box 7">
                <a:extLst>
                  <a:ext uri="{FF2B5EF4-FFF2-40B4-BE49-F238E27FC236}">
                    <a16:creationId xmlns:a16="http://schemas.microsoft.com/office/drawing/2014/main" id="{DAD918AB-FDF3-427C-B3BE-EC0DA9969162}"/>
                  </a:ext>
                </a:extLst>
              </p:cNvPr>
              <p:cNvSpPr txBox="1">
                <a:spLocks noChangeArrowheads="1"/>
              </p:cNvSpPr>
              <p:nvPr/>
            </p:nvSpPr>
            <p:spPr bwMode="auto">
              <a:xfrm>
                <a:off x="1330" y="1165"/>
                <a:ext cx="4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31:26</a:t>
                </a:r>
                <a:endParaRPr lang="en-AU" altLang="zh-TW" sz="1200" b="0">
                  <a:latin typeface="Arial" panose="020B0604020202020204" pitchFamily="34" charset="0"/>
                  <a:ea typeface="新細明體" panose="02020500000000000000" pitchFamily="18" charset="-120"/>
                </a:endParaRPr>
              </a:p>
            </p:txBody>
          </p:sp>
          <p:sp>
            <p:nvSpPr>
              <p:cNvPr id="72714" name="Text Box 8">
                <a:extLst>
                  <a:ext uri="{FF2B5EF4-FFF2-40B4-BE49-F238E27FC236}">
                    <a16:creationId xmlns:a16="http://schemas.microsoft.com/office/drawing/2014/main" id="{13F704A6-D1C7-4203-97CF-6A55A3B5286F}"/>
                  </a:ext>
                </a:extLst>
              </p:cNvPr>
              <p:cNvSpPr txBox="1">
                <a:spLocks noChangeArrowheads="1"/>
              </p:cNvSpPr>
              <p:nvPr/>
            </p:nvSpPr>
            <p:spPr bwMode="auto">
              <a:xfrm>
                <a:off x="3560" y="1165"/>
                <a:ext cx="41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gn="ctr">
                  <a:lnSpc>
                    <a:spcPct val="100000"/>
                  </a:lnSpc>
                  <a:spcBef>
                    <a:spcPct val="0"/>
                  </a:spcBef>
                  <a:buClrTx/>
                  <a:buSzTx/>
                  <a:buFontTx/>
                  <a:buNone/>
                </a:pPr>
                <a:r>
                  <a:rPr lang="en-US" altLang="zh-TW" sz="1200" b="0">
                    <a:latin typeface="Arial" panose="020B0604020202020204" pitchFamily="34" charset="0"/>
                    <a:ea typeface="新細明體" panose="02020500000000000000" pitchFamily="18" charset="-120"/>
                  </a:rPr>
                  <a:t>25:0</a:t>
                </a:r>
                <a:endParaRPr lang="en-AU" altLang="zh-TW" sz="1200" b="0">
                  <a:latin typeface="Arial" panose="020B0604020202020204" pitchFamily="34" charset="0"/>
                  <a:ea typeface="新細明體" panose="02020500000000000000" pitchFamily="18" charset="-120"/>
                </a:endParaRPr>
              </a:p>
            </p:txBody>
          </p:sp>
        </p:grpSp>
        <p:sp>
          <p:nvSpPr>
            <p:cNvPr id="72709" name="Text Box 9">
              <a:extLst>
                <a:ext uri="{FF2B5EF4-FFF2-40B4-BE49-F238E27FC236}">
                  <a16:creationId xmlns:a16="http://schemas.microsoft.com/office/drawing/2014/main" id="{57DBB86F-E076-4E79-8538-E36EB9E21756}"/>
                </a:ext>
              </a:extLst>
            </p:cNvPr>
            <p:cNvSpPr txBox="1">
              <a:spLocks noChangeArrowheads="1"/>
            </p:cNvSpPr>
            <p:nvPr/>
          </p:nvSpPr>
          <p:spPr bwMode="auto">
            <a:xfrm>
              <a:off x="1516857" y="1116806"/>
              <a:ext cx="64633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itchFamily="65" charset="-128"/>
                </a:defRPr>
              </a:lvl9pPr>
            </a:lstStyle>
            <a:p>
              <a:pPr>
                <a:lnSpc>
                  <a:spcPct val="100000"/>
                </a:lnSpc>
                <a:spcBef>
                  <a:spcPct val="0"/>
                </a:spcBef>
                <a:buClrTx/>
                <a:buSzTx/>
                <a:buFontTx/>
                <a:buNone/>
              </a:pPr>
              <a:r>
                <a:rPr lang="en-US" altLang="zh-TW" sz="1350" dirty="0">
                  <a:latin typeface="Arial" panose="020B0604020202020204" pitchFamily="34" charset="0"/>
                  <a:ea typeface="新細明體" panose="02020500000000000000" pitchFamily="18" charset="-120"/>
                </a:rPr>
                <a:t>Jump</a:t>
              </a:r>
              <a:endParaRPr lang="en-AU" altLang="zh-TW" sz="1350" dirty="0">
                <a:latin typeface="Arial" panose="020B0604020202020204" pitchFamily="34" charset="0"/>
                <a:ea typeface="新細明體" panose="02020500000000000000" pitchFamily="18" charset="-120"/>
              </a:endParaRPr>
            </a:p>
          </p:txBody>
        </p:sp>
      </p:grpSp>
      <p:sp>
        <p:nvSpPr>
          <p:cNvPr id="12" name="灯片编号占位符 5">
            <a:extLst>
              <a:ext uri="{FF2B5EF4-FFF2-40B4-BE49-F238E27FC236}">
                <a16:creationId xmlns:a16="http://schemas.microsoft.com/office/drawing/2014/main" id="{CBA6049F-966D-481B-9469-2F64F10762A1}"/>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64</a:t>
            </a:fld>
            <a:endParaRPr lang="zh-TW"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5E70F453-4A36-4217-95F2-6CB3AE4E8701}"/>
              </a:ext>
            </a:extLst>
          </p:cNvPr>
          <p:cNvSpPr>
            <a:spLocks noGrp="1" noChangeArrowheads="1"/>
          </p:cNvSpPr>
          <p:nvPr>
            <p:ph type="title"/>
          </p:nvPr>
        </p:nvSpPr>
        <p:spPr>
          <a:xfrm>
            <a:off x="968188" y="44054"/>
            <a:ext cx="7822345" cy="676275"/>
          </a:xfrm>
        </p:spPr>
        <p:txBody>
          <a:bodyPr/>
          <a:lstStyle/>
          <a:p>
            <a:r>
              <a:rPr lang="en-US" altLang="zh-TW" dirty="0"/>
              <a:t>Put it Altogether (+ jump instruction)</a:t>
            </a:r>
          </a:p>
        </p:txBody>
      </p:sp>
      <p:pic>
        <p:nvPicPr>
          <p:cNvPr id="73731" name="Picture 3" descr="F0529">
            <a:extLst>
              <a:ext uri="{FF2B5EF4-FFF2-40B4-BE49-F238E27FC236}">
                <a16:creationId xmlns:a16="http://schemas.microsoft.com/office/drawing/2014/main" id="{425DA343-3224-42F0-BA0D-7190769E43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1777" y="879342"/>
            <a:ext cx="6624638" cy="3637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5">
            <a:extLst>
              <a:ext uri="{FF2B5EF4-FFF2-40B4-BE49-F238E27FC236}">
                <a16:creationId xmlns:a16="http://schemas.microsoft.com/office/drawing/2014/main" id="{E033E1D6-8B7A-4355-AFA2-E9AA074F1252}"/>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65</a:t>
            </a:fld>
            <a:endParaRPr lang="zh-TW"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AFF58D52-3CC0-4873-AB25-3E71FB8473EF}"/>
              </a:ext>
            </a:extLst>
          </p:cNvPr>
          <p:cNvSpPr>
            <a:spLocks noGrp="1" noChangeArrowheads="1"/>
          </p:cNvSpPr>
          <p:nvPr>
            <p:ph type="title"/>
          </p:nvPr>
        </p:nvSpPr>
        <p:spPr>
          <a:xfrm>
            <a:off x="960505" y="44054"/>
            <a:ext cx="6769034" cy="676275"/>
          </a:xfrm>
        </p:spPr>
        <p:txBody>
          <a:bodyPr/>
          <a:lstStyle/>
          <a:p>
            <a:r>
              <a:rPr lang="en-US" altLang="zh-TW" dirty="0"/>
              <a:t>Drawback of Single-Cycle Design</a:t>
            </a:r>
          </a:p>
        </p:txBody>
      </p:sp>
      <p:sp>
        <p:nvSpPr>
          <p:cNvPr id="75779" name="Rectangle 3">
            <a:extLst>
              <a:ext uri="{FF2B5EF4-FFF2-40B4-BE49-F238E27FC236}">
                <a16:creationId xmlns:a16="http://schemas.microsoft.com/office/drawing/2014/main" id="{CAEC2410-7C5D-4191-8CD1-29C008E98F58}"/>
              </a:ext>
            </a:extLst>
          </p:cNvPr>
          <p:cNvSpPr>
            <a:spLocks noGrp="1" noChangeArrowheads="1"/>
          </p:cNvSpPr>
          <p:nvPr>
            <p:ph type="body" idx="1"/>
          </p:nvPr>
        </p:nvSpPr>
        <p:spPr>
          <a:xfrm>
            <a:off x="1029660" y="844153"/>
            <a:ext cx="7657139" cy="3671888"/>
          </a:xfrm>
        </p:spPr>
        <p:txBody>
          <a:bodyPr/>
          <a:lstStyle/>
          <a:p>
            <a:r>
              <a:rPr lang="en-US" altLang="zh-TW" sz="2000" dirty="0"/>
              <a:t>Long cycle time</a:t>
            </a:r>
          </a:p>
          <a:p>
            <a:pPr lvl="1"/>
            <a:r>
              <a:rPr lang="en-US" altLang="zh-TW" sz="1800" dirty="0"/>
              <a:t>Cycle time must be long enough for the load instruction</a:t>
            </a:r>
          </a:p>
          <a:p>
            <a:pPr lvl="2">
              <a:buFont typeface="Wingdings" panose="05000000000000000000" pitchFamily="2" charset="2"/>
              <a:buNone/>
            </a:pPr>
            <a:r>
              <a:rPr lang="en-US" altLang="zh-TW" sz="1600" dirty="0"/>
              <a:t>PC’s Clock-to-Q  +</a:t>
            </a:r>
          </a:p>
          <a:p>
            <a:pPr lvl="2">
              <a:buFont typeface="Wingdings" panose="05000000000000000000" pitchFamily="2" charset="2"/>
              <a:buNone/>
            </a:pPr>
            <a:r>
              <a:rPr lang="en-US" altLang="zh-TW" sz="1600" dirty="0"/>
              <a:t>Instruction Memory Access Time +</a:t>
            </a:r>
          </a:p>
          <a:p>
            <a:pPr lvl="2">
              <a:buFont typeface="Wingdings" panose="05000000000000000000" pitchFamily="2" charset="2"/>
              <a:buNone/>
            </a:pPr>
            <a:r>
              <a:rPr lang="en-US" altLang="zh-TW" sz="1600" dirty="0"/>
              <a:t>Register File Access Time  +</a:t>
            </a:r>
          </a:p>
          <a:p>
            <a:pPr lvl="2">
              <a:buFont typeface="Wingdings" panose="05000000000000000000" pitchFamily="2" charset="2"/>
              <a:buNone/>
            </a:pPr>
            <a:r>
              <a:rPr lang="en-US" altLang="zh-TW" sz="1600" dirty="0"/>
              <a:t>ALU Delay (address calculation)  +</a:t>
            </a:r>
          </a:p>
          <a:p>
            <a:pPr lvl="2">
              <a:buFont typeface="Wingdings" panose="05000000000000000000" pitchFamily="2" charset="2"/>
              <a:buNone/>
            </a:pPr>
            <a:r>
              <a:rPr lang="en-US" altLang="zh-TW" sz="1600" dirty="0"/>
              <a:t>Data Memory Access Time  +</a:t>
            </a:r>
          </a:p>
          <a:p>
            <a:pPr lvl="2">
              <a:buFont typeface="Wingdings" panose="05000000000000000000" pitchFamily="2" charset="2"/>
              <a:buNone/>
            </a:pPr>
            <a:r>
              <a:rPr lang="en-US" altLang="zh-TW" sz="1600" dirty="0"/>
              <a:t>Register File Setup Time  +</a:t>
            </a:r>
          </a:p>
          <a:p>
            <a:pPr lvl="2">
              <a:buFont typeface="Wingdings" panose="05000000000000000000" pitchFamily="2" charset="2"/>
              <a:buNone/>
            </a:pPr>
            <a:r>
              <a:rPr lang="en-US" altLang="zh-TW" sz="1600" dirty="0"/>
              <a:t>Clock Skew</a:t>
            </a:r>
          </a:p>
          <a:p>
            <a:r>
              <a:rPr lang="en-US" altLang="zh-TW" sz="2000" dirty="0"/>
              <a:t>Cycle time for load is much longer than needed for all other instructions</a:t>
            </a:r>
          </a:p>
        </p:txBody>
      </p:sp>
      <p:sp>
        <p:nvSpPr>
          <p:cNvPr id="5" name="灯片编号占位符 5">
            <a:extLst>
              <a:ext uri="{FF2B5EF4-FFF2-40B4-BE49-F238E27FC236}">
                <a16:creationId xmlns:a16="http://schemas.microsoft.com/office/drawing/2014/main" id="{51395BA6-01B5-4D7D-9F08-9BC4EF02E63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66</a:t>
            </a:fld>
            <a:endParaRPr lang="zh-TW"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5FC9193C-7E30-4409-85FE-0BDA5CBDAB27}"/>
              </a:ext>
            </a:extLst>
          </p:cNvPr>
          <p:cNvSpPr>
            <a:spLocks noGrp="1" noChangeArrowheads="1"/>
          </p:cNvSpPr>
          <p:nvPr>
            <p:ph type="title"/>
          </p:nvPr>
        </p:nvSpPr>
        <p:spPr>
          <a:xfrm>
            <a:off x="945137" y="44054"/>
            <a:ext cx="6784402" cy="676275"/>
          </a:xfrm>
        </p:spPr>
        <p:txBody>
          <a:bodyPr/>
          <a:lstStyle/>
          <a:p>
            <a:r>
              <a:rPr lang="en-US" altLang="zh-TW" dirty="0"/>
              <a:t>Summary</a:t>
            </a:r>
          </a:p>
        </p:txBody>
      </p:sp>
      <p:sp>
        <p:nvSpPr>
          <p:cNvPr id="76803" name="Rectangle 3">
            <a:extLst>
              <a:ext uri="{FF2B5EF4-FFF2-40B4-BE49-F238E27FC236}">
                <a16:creationId xmlns:a16="http://schemas.microsoft.com/office/drawing/2014/main" id="{2871AB9E-D6E9-4D5E-B265-D472C4E077CB}"/>
              </a:ext>
            </a:extLst>
          </p:cNvPr>
          <p:cNvSpPr>
            <a:spLocks noGrp="1" noChangeArrowheads="1"/>
          </p:cNvSpPr>
          <p:nvPr>
            <p:ph type="body" idx="1"/>
          </p:nvPr>
        </p:nvSpPr>
        <p:spPr>
          <a:xfrm>
            <a:off x="991240" y="844154"/>
            <a:ext cx="6915631" cy="2060412"/>
          </a:xfrm>
          <a:noFill/>
        </p:spPr>
        <p:txBody>
          <a:bodyPr vert="horz" wrap="square" lIns="69056" tIns="34529" rIns="69056" bIns="34529" numCol="1" anchor="t" anchorCtr="0" compatLnSpc="1">
            <a:prstTxWarp prst="textNoShape">
              <a:avLst/>
            </a:prstTxWarp>
          </a:bodyPr>
          <a:lstStyle/>
          <a:p>
            <a:r>
              <a:rPr lang="en-US" altLang="zh-TW" sz="2000" dirty="0"/>
              <a:t>Single cycle </a:t>
            </a:r>
            <a:r>
              <a:rPr lang="en-US" altLang="zh-TW" sz="2000" dirty="0" err="1"/>
              <a:t>datapath</a:t>
            </a:r>
            <a:r>
              <a:rPr lang="en-US" altLang="zh-TW" sz="2000" dirty="0"/>
              <a:t> =&gt; CPI=1, Clock cycle time long</a:t>
            </a:r>
          </a:p>
          <a:p>
            <a:r>
              <a:rPr lang="en-US" altLang="zh-TW" sz="2000" dirty="0"/>
              <a:t>MIPS makes control easier</a:t>
            </a:r>
          </a:p>
          <a:p>
            <a:pPr lvl="1">
              <a:spcBef>
                <a:spcPct val="10000"/>
              </a:spcBef>
              <a:buSzPct val="85000"/>
              <a:buFont typeface="Calibri" panose="020F0502020204030204" pitchFamily="34" charset="0"/>
              <a:buChar char="₋"/>
            </a:pPr>
            <a:r>
              <a:rPr lang="en-US" altLang="zh-TW" sz="1800" dirty="0"/>
              <a:t>Instructions same size</a:t>
            </a:r>
          </a:p>
          <a:p>
            <a:pPr lvl="1">
              <a:spcBef>
                <a:spcPct val="10000"/>
              </a:spcBef>
              <a:buSzPct val="85000"/>
              <a:buFont typeface="Calibri" panose="020F0502020204030204" pitchFamily="34" charset="0"/>
              <a:buChar char="₋"/>
            </a:pPr>
            <a:r>
              <a:rPr lang="en-US" altLang="zh-TW" sz="1800" dirty="0"/>
              <a:t>Source registers always in same place</a:t>
            </a:r>
          </a:p>
          <a:p>
            <a:pPr lvl="1">
              <a:spcBef>
                <a:spcPct val="10000"/>
              </a:spcBef>
              <a:buSzPct val="85000"/>
              <a:buFont typeface="Calibri" panose="020F0502020204030204" pitchFamily="34" charset="0"/>
              <a:buChar char="₋"/>
            </a:pPr>
            <a:r>
              <a:rPr lang="en-US" altLang="zh-TW" sz="1800" dirty="0" err="1"/>
              <a:t>Immediates</a:t>
            </a:r>
            <a:r>
              <a:rPr lang="en-US" altLang="zh-TW" sz="1800" dirty="0"/>
              <a:t> same size, location</a:t>
            </a:r>
          </a:p>
          <a:p>
            <a:pPr lvl="1">
              <a:spcBef>
                <a:spcPct val="10000"/>
              </a:spcBef>
              <a:buSzPct val="85000"/>
              <a:buFont typeface="Calibri" panose="020F0502020204030204" pitchFamily="34" charset="0"/>
              <a:buChar char="₋"/>
            </a:pPr>
            <a:r>
              <a:rPr lang="en-US" altLang="zh-TW" sz="1800" dirty="0"/>
              <a:t>Operations always on registers/</a:t>
            </a:r>
            <a:r>
              <a:rPr lang="en-US" altLang="zh-TW" sz="1800" dirty="0" err="1"/>
              <a:t>immediates</a:t>
            </a:r>
            <a:endParaRPr lang="en-US" altLang="zh-TW" sz="1800" dirty="0"/>
          </a:p>
        </p:txBody>
      </p:sp>
      <p:sp>
        <p:nvSpPr>
          <p:cNvPr id="5" name="灯片编号占位符 5">
            <a:extLst>
              <a:ext uri="{FF2B5EF4-FFF2-40B4-BE49-F238E27FC236}">
                <a16:creationId xmlns:a16="http://schemas.microsoft.com/office/drawing/2014/main" id="{4AB93449-5670-4B18-9542-EF0E45008BA9}"/>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67</a:t>
            </a:fld>
            <a:endParaRPr lang="zh-TW" altLang="en-US"/>
          </a:p>
        </p:txBody>
      </p:sp>
    </p:spTree>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2899</TotalTime>
  <Words>7023</Words>
  <Application>Microsoft Office PowerPoint</Application>
  <PresentationFormat>全屏显示(16:9)</PresentationFormat>
  <Paragraphs>1657</Paragraphs>
  <Slides>67</Slides>
  <Notes>48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67</vt:i4>
      </vt:variant>
    </vt:vector>
  </HeadingPairs>
  <TitlesOfParts>
    <vt:vector size="76" baseType="lpstr">
      <vt:lpstr>MS Sans Serif</vt:lpstr>
      <vt:lpstr>Arial</vt:lpstr>
      <vt:lpstr>Calibri</vt:lpstr>
      <vt:lpstr>Century Gothic</vt:lpstr>
      <vt:lpstr>Courier New</vt:lpstr>
      <vt:lpstr>Tahoma</vt:lpstr>
      <vt:lpstr>Times New Roman</vt:lpstr>
      <vt:lpstr>Wingdings</vt:lpstr>
      <vt:lpstr>NTHU UniCloud</vt:lpstr>
      <vt:lpstr>CSC3050 – Computer Architecture</vt:lpstr>
      <vt:lpstr>Outline</vt:lpstr>
      <vt:lpstr>Introduction</vt:lpstr>
      <vt:lpstr>Instruction Execution</vt:lpstr>
      <vt:lpstr>CPU Overview</vt:lpstr>
      <vt:lpstr>Multiplexers</vt:lpstr>
      <vt:lpstr>Control</vt:lpstr>
      <vt:lpstr>Logic Design Basics</vt:lpstr>
      <vt:lpstr>Combinational Elements</vt:lpstr>
      <vt:lpstr>Sequential Elements（1）</vt:lpstr>
      <vt:lpstr>Sequential Elements（2）</vt:lpstr>
      <vt:lpstr>Clocking Methodology</vt:lpstr>
      <vt:lpstr>How to Design a Processor</vt:lpstr>
      <vt:lpstr>Outline</vt:lpstr>
      <vt:lpstr>Step 1 - Analyze Instruction Set</vt:lpstr>
      <vt:lpstr>Our Example: A MIPS Subset</vt:lpstr>
      <vt:lpstr>Logical Register Transfer</vt:lpstr>
      <vt:lpstr>Requirements of Instruction Set</vt:lpstr>
      <vt:lpstr>Outline</vt:lpstr>
      <vt:lpstr>Step 2a - Combinational Components for Datapath</vt:lpstr>
      <vt:lpstr>Step 2b - Sequential Components for Datapath</vt:lpstr>
      <vt:lpstr>Storage Element - Register File</vt:lpstr>
      <vt:lpstr>Storage Element - Memory</vt:lpstr>
      <vt:lpstr>Step 3a - Datapath Assembly</vt:lpstr>
      <vt:lpstr>Step 3b - Add and Subtract</vt:lpstr>
      <vt:lpstr>Step 3c - Load/Store Operations</vt:lpstr>
      <vt:lpstr>R-Type/Load/Store Datapath</vt:lpstr>
      <vt:lpstr>Step 3d - Branch Operations</vt:lpstr>
      <vt:lpstr>Datapath for Branch Operations</vt:lpstr>
      <vt:lpstr>Outline</vt:lpstr>
      <vt:lpstr>A Single Cycle Datapath</vt:lpstr>
      <vt:lpstr>Data Flow during add</vt:lpstr>
      <vt:lpstr>Clocking Methodology</vt:lpstr>
      <vt:lpstr>Clocking Methodology</vt:lpstr>
      <vt:lpstr>Register-Register Timing</vt:lpstr>
      <vt:lpstr>The Critical Path</vt:lpstr>
      <vt:lpstr>Worst Case Timing (Load)</vt:lpstr>
      <vt:lpstr>Outline</vt:lpstr>
      <vt:lpstr>Step 4 - Control Points and Signals</vt:lpstr>
      <vt:lpstr>Datapath with Mux and Control</vt:lpstr>
      <vt:lpstr>Design Main Control</vt:lpstr>
      <vt:lpstr>Datapath with Control Unit</vt:lpstr>
      <vt:lpstr>Instruction Fetch at Start of Add</vt:lpstr>
      <vt:lpstr>Instruction Decode of Add</vt:lpstr>
      <vt:lpstr>ALU Operation during Add</vt:lpstr>
      <vt:lpstr>Write Back at the End of Add</vt:lpstr>
      <vt:lpstr>Datapath Operation for lw</vt:lpstr>
      <vt:lpstr>Datapath Operation for beq</vt:lpstr>
      <vt:lpstr>Outline</vt:lpstr>
      <vt:lpstr>Step 5a - ALU Control</vt:lpstr>
      <vt:lpstr>Our Plan for the Controller</vt:lpstr>
      <vt:lpstr>ALU Control</vt:lpstr>
      <vt:lpstr>Logic Equation for ALUctr</vt:lpstr>
      <vt:lpstr>Logic Equation for ALUctr2</vt:lpstr>
      <vt:lpstr>Logic Equation for ALUctr1</vt:lpstr>
      <vt:lpstr>Logic Equation for ALUctr0</vt:lpstr>
      <vt:lpstr>The Resultant ALU Control Block</vt:lpstr>
      <vt:lpstr>Outline</vt:lpstr>
      <vt:lpstr>Step 5b - The Main Control Unit</vt:lpstr>
      <vt:lpstr>Truth Table of Control Signals (6 inputs and 9 outputs)</vt:lpstr>
      <vt:lpstr>Truth Table for RegWrite</vt:lpstr>
      <vt:lpstr>Programmable Logic Array Implementation of Main Control</vt:lpstr>
      <vt:lpstr>Outline</vt:lpstr>
      <vt:lpstr>Implement Jump</vt:lpstr>
      <vt:lpstr>Put it Altogether (+ jump instruction)</vt:lpstr>
      <vt:lpstr>Drawback of Single-Cycle Design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 鍾葉青）</cp:lastModifiedBy>
  <cp:revision>316</cp:revision>
  <dcterms:created xsi:type="dcterms:W3CDTF">2015-06-05T07:23:35Z</dcterms:created>
  <dcterms:modified xsi:type="dcterms:W3CDTF">2019-04-01T00:34:18Z</dcterms:modified>
</cp:coreProperties>
</file>