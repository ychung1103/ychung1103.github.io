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6" r:id="rId2"/>
    <p:sldId id="426" r:id="rId3"/>
    <p:sldId id="384" r:id="rId4"/>
    <p:sldId id="428" r:id="rId5"/>
    <p:sldId id="431" r:id="rId6"/>
    <p:sldId id="385" r:id="rId7"/>
    <p:sldId id="429" r:id="rId8"/>
    <p:sldId id="387" r:id="rId9"/>
    <p:sldId id="469" r:id="rId10"/>
    <p:sldId id="390" r:id="rId11"/>
    <p:sldId id="427" r:id="rId12"/>
    <p:sldId id="470" r:id="rId13"/>
    <p:sldId id="481" r:id="rId14"/>
    <p:sldId id="480" r:id="rId15"/>
    <p:sldId id="476" r:id="rId16"/>
    <p:sldId id="482" r:id="rId17"/>
    <p:sldId id="490" r:id="rId18"/>
    <p:sldId id="483" r:id="rId19"/>
    <p:sldId id="484" r:id="rId20"/>
    <p:sldId id="485" r:id="rId21"/>
    <p:sldId id="486" r:id="rId22"/>
    <p:sldId id="487" r:id="rId23"/>
    <p:sldId id="497" r:id="rId24"/>
    <p:sldId id="491" r:id="rId25"/>
    <p:sldId id="492" r:id="rId26"/>
    <p:sldId id="493" r:id="rId27"/>
    <p:sldId id="494" r:id="rId28"/>
    <p:sldId id="495" r:id="rId29"/>
    <p:sldId id="496" r:id="rId3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446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2020/7/2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2020/7/2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0A925AE-175A-452B-ACC9-F7BEBE8C1A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2488" y="744538"/>
            <a:ext cx="4965700" cy="3724275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BF582FC-7829-45DD-9B76-0AF502876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7175" cy="4468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75EF162-1CE8-41B7-9EFE-0F01E1E1FA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2488" y="744538"/>
            <a:ext cx="4965700" cy="3724275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1B2EEA4-66CD-4443-9D2D-B701C3EE1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7175" cy="4468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418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–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 Construction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AA2553-CC9A-4A1A-97CE-5C98CA00B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4CB52C95-35E5-4CC1-B11B-E3DF55543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011" y="108349"/>
            <a:ext cx="7769679" cy="519113"/>
          </a:xfrm>
        </p:spPr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Outline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F169E911-7A47-44F8-AEC0-44331E29B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2560" y="822122"/>
            <a:ext cx="7693129" cy="2013358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 Overview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3.2 Regular Expression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3.3 Finite Automata and Scanners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3.5 Practical Considerations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3.6 Translating Regular Expressions into Finite Automata</a:t>
            </a:r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9420F436-9140-4634-AE53-A8251A0DA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91" y="3107598"/>
            <a:ext cx="4313557" cy="784830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i="1">
                <a:solidFill>
                  <a:srgbClr val="FF0000"/>
                </a:solidFill>
                <a:latin typeface="Times New Roman" panose="02020603050405020304" pitchFamily="18" charset="0"/>
              </a:rPr>
              <a:t>3.4 Using a Scanner Generator---LEX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i="1">
                <a:solidFill>
                  <a:srgbClr val="FF0000"/>
                </a:solidFill>
                <a:latin typeface="Times New Roman" panose="02020603050405020304" pitchFamily="18" charset="0"/>
              </a:rPr>
              <a:t>Introduce in TA course: LEX introduction</a:t>
            </a:r>
            <a:endParaRPr lang="zh-TW" altLang="en-US" sz="1800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EDB70314-E74B-4963-A99F-EB4E42EE17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BF8B7ADD-C470-4D9A-8C99-E37040351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173" y="115488"/>
            <a:ext cx="5829300" cy="505297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Overview(1)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B0C1047-AF3D-4399-AAE4-DE9A790BC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4205" y="835753"/>
            <a:ext cx="7075589" cy="36004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Formal notations for specifying the precise structure of tokens are necessary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Quoted string in Pascal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Can a string split across a line?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Is a null string allowed?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Is .1 or 10. ok?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the 1..10 problem</a:t>
            </a:r>
          </a:p>
          <a:p>
            <a:pPr>
              <a:lnSpc>
                <a:spcPct val="90000"/>
              </a:lnSpc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Scanner generators 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tables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Programs</a:t>
            </a:r>
          </a:p>
          <a:p>
            <a:pPr>
              <a:lnSpc>
                <a:spcPct val="90000"/>
              </a:lnSpc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What formal notations to use?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47E6571C-C059-4472-9B28-070A788718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7E371894-657F-494A-B31E-0A09DCE8D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38" y="108349"/>
            <a:ext cx="7751852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Overview (2)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347F6FA-3427-4ED6-9110-63EB88EF0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611" y="822092"/>
            <a:ext cx="7156597" cy="1749658"/>
          </a:xfrm>
        </p:spPr>
        <p:txBody>
          <a:bodyPr/>
          <a:lstStyle/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Lexical analyzer role</a:t>
            </a:r>
          </a:p>
          <a:p>
            <a:pPr lvl="1"/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Produce a sequence of (</a:t>
            </a:r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tokens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) for parser</a:t>
            </a:r>
          </a:p>
          <a:p>
            <a:pPr lvl="1"/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Stripe out </a:t>
            </a:r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whitespaces</a:t>
            </a:r>
          </a:p>
          <a:p>
            <a:pPr lvl="1"/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Associate a </a:t>
            </a:r>
            <a:r>
              <a:rPr lang="en-US" altLang="zh-TW" sz="1800" dirty="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number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 with each error message</a:t>
            </a:r>
          </a:p>
          <a:p>
            <a:pPr lvl="1"/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Expand </a:t>
            </a:r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macros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6FF62CF-995A-46DA-847D-29EA4805DB2A}"/>
              </a:ext>
            </a:extLst>
          </p:cNvPr>
          <p:cNvGrpSpPr/>
          <p:nvPr/>
        </p:nvGrpSpPr>
        <p:grpSpPr>
          <a:xfrm>
            <a:off x="1848802" y="2695261"/>
            <a:ext cx="5901923" cy="1890712"/>
            <a:chOff x="1602582" y="1221582"/>
            <a:chExt cx="5901923" cy="1890712"/>
          </a:xfrm>
        </p:grpSpPr>
        <p:sp>
          <p:nvSpPr>
            <p:cNvPr id="15365" name="Rectangle 4">
              <a:extLst>
                <a:ext uri="{FF2B5EF4-FFF2-40B4-BE49-F238E27FC236}">
                  <a16:creationId xmlns:a16="http://schemas.microsoft.com/office/drawing/2014/main" id="{EFF1825C-8A48-495C-9A00-537A6F308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1288" y="1221582"/>
              <a:ext cx="917972" cy="70246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500">
                  <a:solidFill>
                    <a:srgbClr val="3333FF"/>
                  </a:solidFill>
                  <a:latin typeface="Trebuchet MS" panose="020B0603020202020204" pitchFamily="34" charset="0"/>
                  <a:ea typeface="標楷體" panose="03000509000000000000" pitchFamily="65" charset="-120"/>
                </a:rPr>
                <a:t>Lexical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500">
                  <a:solidFill>
                    <a:srgbClr val="3333FF"/>
                  </a:solidFill>
                  <a:latin typeface="Trebuchet MS" panose="020B0603020202020204" pitchFamily="34" charset="0"/>
                  <a:ea typeface="標楷體" panose="03000509000000000000" pitchFamily="65" charset="-120"/>
                </a:rPr>
                <a:t>Analyzer</a:t>
              </a:r>
            </a:p>
          </p:txBody>
        </p:sp>
        <p:sp>
          <p:nvSpPr>
            <p:cNvPr id="15366" name="Rectangle 5">
              <a:extLst>
                <a:ext uri="{FF2B5EF4-FFF2-40B4-BE49-F238E27FC236}">
                  <a16:creationId xmlns:a16="http://schemas.microsoft.com/office/drawing/2014/main" id="{5F6953BB-CEE5-45AE-81EE-D500332B4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544" y="1221582"/>
              <a:ext cx="917972" cy="70246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500">
                  <a:solidFill>
                    <a:srgbClr val="3333FF"/>
                  </a:solidFill>
                  <a:latin typeface="Trebuchet MS" panose="020B0603020202020204" pitchFamily="34" charset="0"/>
                  <a:ea typeface="標楷體" panose="03000509000000000000" pitchFamily="65" charset="-120"/>
                </a:rPr>
                <a:t>Parser</a:t>
              </a:r>
            </a:p>
          </p:txBody>
        </p:sp>
        <p:sp>
          <p:nvSpPr>
            <p:cNvPr id="15367" name="Rectangle 6">
              <a:extLst>
                <a:ext uri="{FF2B5EF4-FFF2-40B4-BE49-F238E27FC236}">
                  <a16:creationId xmlns:a16="http://schemas.microsoft.com/office/drawing/2014/main" id="{7DCB78EB-7289-42A3-97EB-186A430FB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1" y="2409825"/>
              <a:ext cx="917972" cy="70246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500">
                  <a:solidFill>
                    <a:srgbClr val="3333FF"/>
                  </a:solidFill>
                  <a:latin typeface="Trebuchet MS" panose="020B0603020202020204" pitchFamily="34" charset="0"/>
                  <a:ea typeface="標楷體" panose="03000509000000000000" pitchFamily="65" charset="-120"/>
                </a:rPr>
                <a:t>Symbol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500">
                  <a:solidFill>
                    <a:srgbClr val="3333FF"/>
                  </a:solidFill>
                  <a:latin typeface="Trebuchet MS" panose="020B0603020202020204" pitchFamily="34" charset="0"/>
                  <a:ea typeface="標楷體" panose="03000509000000000000" pitchFamily="65" charset="-120"/>
                </a:rPr>
                <a:t>Table</a:t>
              </a:r>
            </a:p>
          </p:txBody>
        </p:sp>
        <p:sp>
          <p:nvSpPr>
            <p:cNvPr id="15368" name="Text Box 7">
              <a:extLst>
                <a:ext uri="{FF2B5EF4-FFF2-40B4-BE49-F238E27FC236}">
                  <a16:creationId xmlns:a16="http://schemas.microsoft.com/office/drawing/2014/main" id="{7408D86C-74F5-49B6-B8ED-25A23ED71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2582" y="1240631"/>
              <a:ext cx="902811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500">
                  <a:solidFill>
                    <a:srgbClr val="3333FF"/>
                  </a:solidFill>
                  <a:latin typeface="Trebuchet MS" panose="020B0603020202020204" pitchFamily="34" charset="0"/>
                  <a:ea typeface="標楷體" panose="03000509000000000000" pitchFamily="65" charset="-120"/>
                </a:rPr>
                <a:t>source</a:t>
              </a:r>
            </a:p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500">
                  <a:solidFill>
                    <a:srgbClr val="3333FF"/>
                  </a:solidFill>
                  <a:latin typeface="Trebuchet MS" panose="020B0603020202020204" pitchFamily="34" charset="0"/>
                  <a:ea typeface="標楷體" panose="03000509000000000000" pitchFamily="65" charset="-120"/>
                </a:rPr>
                <a:t>program</a:t>
              </a:r>
            </a:p>
          </p:txBody>
        </p:sp>
        <p:sp>
          <p:nvSpPr>
            <p:cNvPr id="15369" name="Text Box 8">
              <a:extLst>
                <a:ext uri="{FF2B5EF4-FFF2-40B4-BE49-F238E27FC236}">
                  <a16:creationId xmlns:a16="http://schemas.microsoft.com/office/drawing/2014/main" id="{64C233A3-ED82-4769-B4A7-77994F102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6741" y="1238250"/>
              <a:ext cx="1197764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500">
                  <a:solidFill>
                    <a:srgbClr val="3333FF"/>
                  </a:solidFill>
                  <a:latin typeface="Trebuchet MS" panose="020B0603020202020204" pitchFamily="34" charset="0"/>
                  <a:ea typeface="標楷體" panose="03000509000000000000" pitchFamily="65" charset="-120"/>
                </a:rPr>
                <a:t>to semantic</a:t>
              </a:r>
            </a:p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500">
                  <a:solidFill>
                    <a:srgbClr val="3333FF"/>
                  </a:solidFill>
                  <a:latin typeface="Trebuchet MS" panose="020B0603020202020204" pitchFamily="34" charset="0"/>
                  <a:ea typeface="標楷體" panose="03000509000000000000" pitchFamily="65" charset="-120"/>
                </a:rPr>
                <a:t>analysis</a:t>
              </a:r>
            </a:p>
          </p:txBody>
        </p:sp>
        <p:sp>
          <p:nvSpPr>
            <p:cNvPr id="15370" name="Text Box 9">
              <a:extLst>
                <a:ext uri="{FF2B5EF4-FFF2-40B4-BE49-F238E27FC236}">
                  <a16:creationId xmlns:a16="http://schemas.microsoft.com/office/drawing/2014/main" id="{B687073E-2124-457F-BFA6-A75E365D7E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3357" y="1239442"/>
              <a:ext cx="57259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200">
                  <a:solidFill>
                    <a:srgbClr val="3333FF"/>
                  </a:solidFill>
                  <a:latin typeface="Trebuchet MS" panose="020B0603020202020204" pitchFamily="34" charset="0"/>
                  <a:ea typeface="標楷體" panose="03000509000000000000" pitchFamily="65" charset="-120"/>
                </a:rPr>
                <a:t>token</a:t>
              </a:r>
            </a:p>
          </p:txBody>
        </p:sp>
        <p:sp>
          <p:nvSpPr>
            <p:cNvPr id="15371" name="Text Box 10">
              <a:extLst>
                <a:ext uri="{FF2B5EF4-FFF2-40B4-BE49-F238E27FC236}">
                  <a16:creationId xmlns:a16="http://schemas.microsoft.com/office/drawing/2014/main" id="{5DC04CE7-2372-4D6E-80D4-9EDF02811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5238" y="1708548"/>
              <a:ext cx="112248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200">
                  <a:solidFill>
                    <a:srgbClr val="3333FF"/>
                  </a:solidFill>
                  <a:latin typeface="Trebuchet MS" panose="020B0603020202020204" pitchFamily="34" charset="0"/>
                  <a:ea typeface="標楷體" panose="03000509000000000000" pitchFamily="65" charset="-120"/>
                </a:rPr>
                <a:t>getNextToken</a:t>
              </a:r>
            </a:p>
          </p:txBody>
        </p:sp>
        <p:sp>
          <p:nvSpPr>
            <p:cNvPr id="15372" name="Line 11">
              <a:extLst>
                <a:ext uri="{FF2B5EF4-FFF2-40B4-BE49-F238E27FC236}">
                  <a16:creationId xmlns:a16="http://schemas.microsoft.com/office/drawing/2014/main" id="{D1C8727C-9C2B-45A2-A31B-83C5C82DBF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404" y="1491854"/>
              <a:ext cx="1512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73" name="Line 12">
              <a:extLst>
                <a:ext uri="{FF2B5EF4-FFF2-40B4-BE49-F238E27FC236}">
                  <a16:creationId xmlns:a16="http://schemas.microsoft.com/office/drawing/2014/main" id="{FA29BF86-EFC4-4494-A902-89EE3D56AF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450" y="1708547"/>
              <a:ext cx="1512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74" name="Line 13">
              <a:extLst>
                <a:ext uri="{FF2B5EF4-FFF2-40B4-BE49-F238E27FC236}">
                  <a16:creationId xmlns:a16="http://schemas.microsoft.com/office/drawing/2014/main" id="{D38A96AC-38EC-468F-9EFA-984F1B978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860" y="1546622"/>
              <a:ext cx="377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75" name="Line 14">
              <a:extLst>
                <a:ext uri="{FF2B5EF4-FFF2-40B4-BE49-F238E27FC236}">
                  <a16:creationId xmlns:a16="http://schemas.microsoft.com/office/drawing/2014/main" id="{299EC856-3C4F-4BE4-A59F-AF0AC6544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0516" y="1546622"/>
              <a:ext cx="377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76" name="Line 15">
              <a:extLst>
                <a:ext uri="{FF2B5EF4-FFF2-40B4-BE49-F238E27FC236}">
                  <a16:creationId xmlns:a16="http://schemas.microsoft.com/office/drawing/2014/main" id="{74222F3A-67EE-4326-B7D1-CF2BB5E496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3485" y="1924050"/>
              <a:ext cx="810815" cy="485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77" name="Line 16">
              <a:extLst>
                <a:ext uri="{FF2B5EF4-FFF2-40B4-BE49-F238E27FC236}">
                  <a16:creationId xmlns:a16="http://schemas.microsoft.com/office/drawing/2014/main" id="{834B2E6A-3A34-4E6F-A678-42075CBB58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2273" y="1924050"/>
              <a:ext cx="701278" cy="485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8" name="灯片编号占位符 3">
            <a:extLst>
              <a:ext uri="{FF2B5EF4-FFF2-40B4-BE49-F238E27FC236}">
                <a16:creationId xmlns:a16="http://schemas.microsoft.com/office/drawing/2014/main" id="{8E50BCBA-DA8D-4FBE-BA9A-C10E63FFF9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BC30DEDB-ADFE-46CC-B66A-23627903D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89" y="108349"/>
            <a:ext cx="7752901" cy="519113"/>
          </a:xfrm>
        </p:spPr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Outline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03787281-5E1A-45E4-A1F2-47AC4A020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901" y="813732"/>
            <a:ext cx="7013196" cy="2055303"/>
          </a:xfrm>
        </p:spPr>
        <p:txBody>
          <a:bodyPr/>
          <a:lstStyle/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3.1 Over View</a:t>
            </a:r>
          </a:p>
          <a:p>
            <a:r>
              <a:rPr lang="en-US" altLang="zh-TW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3.2 Regular Expression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3.3 Finite Automata and Scanners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3.5 Practical Considerations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3.6 Translating Regular Expressions into Finite Automata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35521BD2-C9B3-4CD2-A694-225732D305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DE18AB0C-5C61-469D-9B30-140E718A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17" y="83890"/>
            <a:ext cx="5829300" cy="545284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Regular Expressions (1) 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8554E652-63C1-4E1D-87F0-8E57F59B4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17" y="805452"/>
            <a:ext cx="7470353" cy="2830775"/>
          </a:xfr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Tokens are built from symbols of a</a:t>
            </a:r>
            <a:r>
              <a:rPr lang="en-US" altLang="zh-TW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finite</a:t>
            </a: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 vocabulary.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We use regular expressions to </a:t>
            </a:r>
            <a:r>
              <a:rPr lang="en-US" altLang="zh-TW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structures of tokens</a:t>
            </a: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The sets of strings defined by regular expressions are termed </a:t>
            </a:r>
            <a:r>
              <a:rPr lang="en-US" altLang="zh-TW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 sets</a:t>
            </a:r>
            <a:endParaRPr lang="en-US" altLang="zh-TW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ct val="51000"/>
              </a:spcAft>
            </a:pPr>
            <a:r>
              <a:rPr lang="en-US" altLang="zh-TW" sz="18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 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is a regular expression denoting the </a:t>
            </a:r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empty set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ct val="51000"/>
              </a:spcAft>
            </a:pPr>
            <a:r>
              <a:rPr lang="en-US" altLang="zh-TW" sz="18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  or ε</a:t>
            </a:r>
            <a:r>
              <a:rPr lang="en-US" altLang="zh-TW" sz="1800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is a regular expression denoting the set that contains only the </a:t>
            </a:r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empty string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ct val="51000"/>
              </a:spcAft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string </a:t>
            </a:r>
            <a:r>
              <a:rPr lang="en-US" altLang="zh-TW" sz="18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is a regular expression denoting a set containing </a:t>
            </a:r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only </a:t>
            </a:r>
            <a:r>
              <a:rPr lang="en-US" altLang="zh-TW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endParaRPr lang="en-US" altLang="zh-TW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E8AA7FC-9718-409A-9854-CE3F9E74A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A2BE7EF7-753A-483E-8070-1AF75F546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011" y="108349"/>
            <a:ext cx="7769679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Regular Expressions (2)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7E54A631-CFCE-4F4D-9E2A-06915C1A7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814256"/>
            <a:ext cx="7390702" cy="3648687"/>
          </a:xfrm>
          <a:noFill/>
        </p:spPr>
        <p:txBody>
          <a:bodyPr/>
          <a:lstStyle/>
          <a:p>
            <a:pPr>
              <a:lnSpc>
                <a:spcPct val="101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If A and B are regular expressions, so are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| B (alternation)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ts val="0"/>
              </a:spcAft>
              <a:buFont typeface="Wingdings 3" panose="05040102010807070707" pitchFamily="18" charset="2"/>
              <a:buNone/>
            </a:pP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A regular expression formed by A or B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AB or A•B (concatenation)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ts val="0"/>
              </a:spcAft>
              <a:buFont typeface="Wingdings 3" panose="05040102010807070707" pitchFamily="18" charset="2"/>
              <a:buNone/>
            </a:pP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	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A regular expression formed by A followed by B</a:t>
            </a:r>
            <a:endParaRPr lang="en-US" altLang="zh-TW" sz="16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A* (Kleene closure) 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ts val="0"/>
              </a:spcAft>
              <a:buFont typeface="Wingdings 3" panose="05040102010807070707" pitchFamily="18" charset="2"/>
              <a:buNone/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		A regular expression formed by zero or more repetitions of A</a:t>
            </a:r>
          </a:p>
          <a:p>
            <a:pPr>
              <a:lnSpc>
                <a:spcPct val="101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Let the set M= {a} ,N ={b, c}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M|N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 = {a, b, c}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None/>
            </a:pPr>
            <a:r>
              <a:rPr lang="en-US" altLang="zh-TW" sz="1600" dirty="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(M|N)(M|N) 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= {aa, ab, ac,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, bb,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, ca,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, cc}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M*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 = {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ε, a, aa,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aaa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…}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None/>
            </a:pPr>
            <a:r>
              <a:rPr lang="en-US" altLang="zh-TW" sz="1600" dirty="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</a:t>
            </a: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(M|N)* 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 ε, a, b, aa, ab, ac,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ba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bb,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bc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ca,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cb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cc …}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</a:t>
            </a: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M|M*N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{a, b, ab, ac,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aab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aac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aaab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aaac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,…}</a:t>
            </a:r>
            <a:endParaRPr lang="zh-TW" altLang="en-US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53E1679-CD91-4B22-830A-22647C98A5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9FD7FCDF-42FD-46D4-9865-555739AF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94" y="60125"/>
            <a:ext cx="5829300" cy="594122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Regular</a:t>
            </a:r>
            <a:r>
              <a:rPr lang="en-US" altLang="zh-TW" dirty="0">
                <a:ea typeface="新細明體" panose="02020500000000000000" pitchFamily="18" charset="-120"/>
              </a:rPr>
              <a:t> Expressions (3)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AC43A850-AC44-4A5E-9DA6-DFEDA3C4C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494" y="797979"/>
            <a:ext cx="6942661" cy="3722376"/>
          </a:xfrm>
        </p:spPr>
        <p:txBody>
          <a:bodyPr/>
          <a:lstStyle/>
          <a:p>
            <a:pPr marL="314325" indent="-314325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000" dirty="0">
                <a:cs typeface="Calibri" panose="020F0502020204030204" pitchFamily="34" charset="0"/>
              </a:rPr>
              <a:t>Some notational convenience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rgbClr val="FF0000"/>
                </a:solidFill>
                <a:cs typeface="Calibri" panose="020F0502020204030204" pitchFamily="34" charset="0"/>
              </a:rPr>
              <a:t>	</a:t>
            </a:r>
            <a:r>
              <a:rPr lang="en-US" altLang="zh-TW" sz="1800" dirty="0">
                <a:solidFill>
                  <a:srgbClr val="FF0000"/>
                </a:solidFill>
                <a:cs typeface="Calibri" panose="020F0502020204030204" pitchFamily="34" charset="0"/>
              </a:rPr>
              <a:t>P+   == PP* (at least one)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rgbClr val="FF0000"/>
                </a:solidFill>
                <a:cs typeface="Calibri" panose="020F0502020204030204" pitchFamily="34" charset="0"/>
              </a:rPr>
              <a:t>	Not(A)   == V - A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rgbClr val="FF0000"/>
                </a:solidFill>
                <a:cs typeface="Calibri" panose="020F0502020204030204" pitchFamily="34" charset="0"/>
              </a:rPr>
              <a:t>	Not(S)   ==  V* - S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rgbClr val="FF0000"/>
                </a:solidFill>
                <a:cs typeface="Calibri" panose="020F0502020204030204" pitchFamily="34" charset="0"/>
              </a:rPr>
              <a:t>	A</a:t>
            </a:r>
            <a:r>
              <a:rPr lang="en-US" altLang="zh-TW" sz="1800" baseline="30000" dirty="0">
                <a:solidFill>
                  <a:srgbClr val="FF0000"/>
                </a:solidFill>
                <a:cs typeface="Calibri" panose="020F0502020204030204" pitchFamily="34" charset="0"/>
              </a:rPr>
              <a:t>K</a:t>
            </a:r>
            <a:r>
              <a:rPr lang="en-US" altLang="zh-TW" sz="1800" dirty="0">
                <a:solidFill>
                  <a:srgbClr val="FF0000"/>
                </a:solidFill>
                <a:cs typeface="Calibri" panose="020F0502020204030204" pitchFamily="34" charset="0"/>
              </a:rPr>
              <a:t>          ==  AA …A (k copies)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rgbClr val="FF0000"/>
                </a:solidFill>
                <a:cs typeface="Calibri" panose="020F0502020204030204" pitchFamily="34" charset="0"/>
              </a:rPr>
              <a:t>	A?          ==  Optional, zero or one occurrence of A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1575" b="1" dirty="0">
              <a:solidFill>
                <a:srgbClr val="FF0000"/>
              </a:solidFill>
              <a:cs typeface="Calibri" panose="020F0502020204030204" pitchFamily="34" charset="0"/>
            </a:endParaRPr>
          </a:p>
          <a:p>
            <a:pPr marL="314325" indent="-314325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000" dirty="0">
                <a:cs typeface="Calibri" panose="020F0502020204030204" pitchFamily="34" charset="0"/>
              </a:rPr>
              <a:t>More examples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cs typeface="Calibri" panose="020F0502020204030204" pitchFamily="34" charset="0"/>
              </a:rPr>
              <a:t>   Let D = (0 | 1 | 2 | 3 | 4 | ... | 9 )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cs typeface="Calibri" panose="020F0502020204030204" pitchFamily="34" charset="0"/>
              </a:rPr>
              <a:t>          L = (A | B | ... | Z | a | b |... | z)</a:t>
            </a:r>
            <a:endParaRPr lang="en-US" altLang="zh-TW" sz="1800" dirty="0">
              <a:solidFill>
                <a:schemeClr val="accent2"/>
              </a:solidFill>
              <a:cs typeface="Calibri" panose="020F0502020204030204" pitchFamily="34" charset="0"/>
            </a:endParaRP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rgbClr val="0366A9"/>
                </a:solidFill>
                <a:cs typeface="Calibri" panose="020F0502020204030204" pitchFamily="34" charset="0"/>
              </a:rPr>
              <a:t>comment =  -- not(EOL)* EOL	</a:t>
            </a:r>
            <a:r>
              <a:rPr lang="en-US" altLang="zh-TW" sz="1800" dirty="0">
                <a:solidFill>
                  <a:schemeClr val="folHlink"/>
                </a:solidFill>
                <a:cs typeface="Calibri" panose="020F0502020204030204" pitchFamily="34" charset="0"/>
              </a:rPr>
              <a:t>ex: </a:t>
            </a:r>
            <a:r>
              <a:rPr lang="en-US" altLang="zh-TW" sz="1800" dirty="0">
                <a:solidFill>
                  <a:srgbClr val="047016"/>
                </a:solidFill>
                <a:cs typeface="Calibri" panose="020F0502020204030204" pitchFamily="34" charset="0"/>
              </a:rPr>
              <a:t>--</a:t>
            </a:r>
            <a:r>
              <a:rPr lang="en-US" altLang="zh-TW" sz="1800" dirty="0">
                <a:solidFill>
                  <a:schemeClr val="folHlink"/>
                </a:solidFill>
                <a:cs typeface="Calibri" panose="020F0502020204030204" pitchFamily="34" charset="0"/>
              </a:rPr>
              <a:t>hello12_34   </a:t>
            </a:r>
            <a:r>
              <a:rPr lang="en-US" altLang="zh-TW" sz="1800" dirty="0">
                <a:solidFill>
                  <a:srgbClr val="047016"/>
                </a:solidFill>
                <a:cs typeface="Calibri" panose="020F0502020204030204" pitchFamily="34" charset="0"/>
              </a:rPr>
              <a:t>\n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rgbClr val="0366A9"/>
                </a:solidFill>
                <a:cs typeface="Calibri" panose="020F0502020204030204" pitchFamily="34" charset="0"/>
              </a:rPr>
              <a:t>decimal = D+ </a:t>
            </a:r>
            <a:r>
              <a:rPr lang="en-US" altLang="zh-TW" sz="1800" b="1" dirty="0">
                <a:solidFill>
                  <a:srgbClr val="0366A9"/>
                </a:solidFill>
                <a:cs typeface="Calibri" panose="020F0502020204030204" pitchFamily="34" charset="0"/>
              </a:rPr>
              <a:t>·</a:t>
            </a:r>
            <a:r>
              <a:rPr lang="en-US" altLang="zh-TW" sz="1800" dirty="0">
                <a:solidFill>
                  <a:srgbClr val="0366A9"/>
                </a:solidFill>
                <a:cs typeface="Calibri" panose="020F0502020204030204" pitchFamily="34" charset="0"/>
              </a:rPr>
              <a:t> D+		</a:t>
            </a:r>
            <a:r>
              <a:rPr lang="en-US" altLang="zh-TW" sz="1800" dirty="0">
                <a:solidFill>
                  <a:schemeClr val="folHlink"/>
                </a:solidFill>
                <a:cs typeface="Calibri" panose="020F0502020204030204" pitchFamily="34" charset="0"/>
              </a:rPr>
              <a:t>ex: 123</a:t>
            </a:r>
            <a:r>
              <a:rPr lang="en-US" altLang="zh-TW" sz="1800" dirty="0">
                <a:solidFill>
                  <a:srgbClr val="047016"/>
                </a:solidFill>
                <a:cs typeface="Calibri" panose="020F0502020204030204" pitchFamily="34" charset="0"/>
              </a:rPr>
              <a:t>.</a:t>
            </a:r>
            <a:r>
              <a:rPr lang="en-US" altLang="zh-TW" sz="1800" dirty="0">
                <a:solidFill>
                  <a:schemeClr val="folHlink"/>
                </a:solidFill>
                <a:cs typeface="Calibri" panose="020F0502020204030204" pitchFamily="34" charset="0"/>
              </a:rPr>
              <a:t>456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rgbClr val="0366A9"/>
                </a:solidFill>
                <a:cs typeface="Calibri" panose="020F0502020204030204" pitchFamily="34" charset="0"/>
              </a:rPr>
              <a:t>ident = L (L | D | _)* 		</a:t>
            </a:r>
            <a:r>
              <a:rPr lang="en-US" altLang="zh-TW" sz="1800" dirty="0">
                <a:solidFill>
                  <a:schemeClr val="folHlink"/>
                </a:solidFill>
                <a:cs typeface="Calibri" panose="020F0502020204030204" pitchFamily="34" charset="0"/>
              </a:rPr>
              <a:t>ex:  A1a5_6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rgbClr val="0366A9"/>
                </a:solidFill>
                <a:cs typeface="Calibri" panose="020F0502020204030204" pitchFamily="34" charset="0"/>
              </a:rPr>
              <a:t>comments = ##((#| l )not(#))* ##	</a:t>
            </a:r>
            <a:r>
              <a:rPr lang="en-US" altLang="zh-TW" sz="1800" dirty="0">
                <a:solidFill>
                  <a:schemeClr val="folHlink"/>
                </a:solidFill>
                <a:cs typeface="Calibri" panose="020F0502020204030204" pitchFamily="34" charset="0"/>
              </a:rPr>
              <a:t>ex:</a:t>
            </a:r>
            <a:r>
              <a:rPr lang="en-US" altLang="zh-TW" sz="1800" dirty="0">
                <a:solidFill>
                  <a:srgbClr val="047016"/>
                </a:solidFill>
                <a:cs typeface="Calibri" panose="020F0502020204030204" pitchFamily="34" charset="0"/>
              </a:rPr>
              <a:t>##</a:t>
            </a:r>
            <a:r>
              <a:rPr lang="en-US" altLang="zh-TW" sz="1800" dirty="0">
                <a:solidFill>
                  <a:schemeClr val="folHlink"/>
                </a:solidFill>
                <a:cs typeface="Calibri" panose="020F0502020204030204" pitchFamily="34" charset="0"/>
              </a:rPr>
              <a:t>#A435#3</a:t>
            </a:r>
            <a:r>
              <a:rPr lang="en-US" altLang="zh-TW" sz="1800" dirty="0">
                <a:solidFill>
                  <a:srgbClr val="047016"/>
                </a:solidFill>
                <a:cs typeface="Calibri" panose="020F0502020204030204" pitchFamily="34" charset="0"/>
              </a:rPr>
              <a:t>##</a:t>
            </a:r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8A1CE8FC-EA84-44C3-8705-3F1160B29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4881" y="2373296"/>
            <a:ext cx="2268140" cy="369332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folHlink"/>
                </a:solidFill>
                <a:latin typeface="Times New Roman" panose="02020603050405020304" pitchFamily="18" charset="0"/>
              </a:rPr>
              <a:t>EOL==End Of Line</a:t>
            </a:r>
          </a:p>
        </p:txBody>
      </p:sp>
      <p:sp>
        <p:nvSpPr>
          <p:cNvPr id="21510" name="Text Box 5">
            <a:extLst>
              <a:ext uri="{FF2B5EF4-FFF2-40B4-BE49-F238E27FC236}">
                <a16:creationId xmlns:a16="http://schemas.microsoft.com/office/drawing/2014/main" id="{EB6BFBBB-D271-4302-9700-157C8F6AA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491" y="2761014"/>
            <a:ext cx="10798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Not EOL</a:t>
            </a:r>
          </a:p>
        </p:txBody>
      </p:sp>
      <p:sp>
        <p:nvSpPr>
          <p:cNvPr id="21511" name="Text Box 6">
            <a:extLst>
              <a:ext uri="{FF2B5EF4-FFF2-40B4-BE49-F238E27FC236}">
                <a16:creationId xmlns:a16="http://schemas.microsoft.com/office/drawing/2014/main" id="{BA36F843-DE6F-4B0B-AEB0-295DF32F4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2903" y="2770301"/>
            <a:ext cx="6488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0366A9"/>
                </a:solidFill>
                <a:latin typeface="Times New Roman" panose="02020603050405020304" pitchFamily="18" charset="0"/>
              </a:rPr>
              <a:t>EOL</a:t>
            </a:r>
          </a:p>
        </p:txBody>
      </p:sp>
      <p:sp>
        <p:nvSpPr>
          <p:cNvPr id="21512" name="Line 7">
            <a:extLst>
              <a:ext uri="{FF2B5EF4-FFF2-40B4-BE49-F238E27FC236}">
                <a16:creationId xmlns:a16="http://schemas.microsoft.com/office/drawing/2014/main" id="{1D61A6FB-9881-4E71-A606-F55F57B2F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2228" y="3567048"/>
            <a:ext cx="1026319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513" name="Line 8">
            <a:extLst>
              <a:ext uri="{FF2B5EF4-FFF2-40B4-BE49-F238E27FC236}">
                <a16:creationId xmlns:a16="http://schemas.microsoft.com/office/drawing/2014/main" id="{8220E5A3-E2EA-4E3C-8A9B-80CF3A63D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7160" y="3570502"/>
            <a:ext cx="216694" cy="0"/>
          </a:xfrm>
          <a:prstGeom prst="line">
            <a:avLst/>
          </a:prstGeom>
          <a:noFill/>
          <a:ln w="22225">
            <a:solidFill>
              <a:srgbClr val="0366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514" name="Line 9">
            <a:extLst>
              <a:ext uri="{FF2B5EF4-FFF2-40B4-BE49-F238E27FC236}">
                <a16:creationId xmlns:a16="http://schemas.microsoft.com/office/drawing/2014/main" id="{28E269D7-4250-4250-B873-82AC42198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6428" y="3097274"/>
            <a:ext cx="0" cy="270272"/>
          </a:xfrm>
          <a:prstGeom prst="line">
            <a:avLst/>
          </a:prstGeom>
          <a:noFill/>
          <a:ln w="222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515" name="Line 10">
            <a:extLst>
              <a:ext uri="{FF2B5EF4-FFF2-40B4-BE49-F238E27FC236}">
                <a16:creationId xmlns:a16="http://schemas.microsoft.com/office/drawing/2014/main" id="{C6C179F5-60AB-4D55-B0AE-F7C21007F6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752" y="3097274"/>
            <a:ext cx="0" cy="270272"/>
          </a:xfrm>
          <a:prstGeom prst="line">
            <a:avLst/>
          </a:prstGeom>
          <a:noFill/>
          <a:ln w="22225">
            <a:solidFill>
              <a:srgbClr val="0366A9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516" name="Line 11">
            <a:extLst>
              <a:ext uri="{FF2B5EF4-FFF2-40B4-BE49-F238E27FC236}">
                <a16:creationId xmlns:a16="http://schemas.microsoft.com/office/drawing/2014/main" id="{DB66BE41-7A16-481E-B3F8-7B6DBE37A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2978" y="4345520"/>
            <a:ext cx="1079897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517" name="Line 12">
            <a:extLst>
              <a:ext uri="{FF2B5EF4-FFF2-40B4-BE49-F238E27FC236}">
                <a16:creationId xmlns:a16="http://schemas.microsoft.com/office/drawing/2014/main" id="{B37C3A2F-E980-4FAA-9ECE-3FCC603809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365" y="4345520"/>
            <a:ext cx="756047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49FFDC8F-ED10-47D7-BDCF-7B7D282A9C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8E4760DB-221E-4EA2-9221-21DB9D99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4" y="108349"/>
            <a:ext cx="7794846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Outline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7D8083AF-EBC7-488A-87D4-DD86CAFDE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901" y="805344"/>
            <a:ext cx="6971251" cy="2063691"/>
          </a:xfrm>
        </p:spPr>
        <p:txBody>
          <a:bodyPr/>
          <a:lstStyle/>
          <a:p>
            <a:r>
              <a:rPr lang="en-US" altLang="zh-TW" sz="2000" dirty="0"/>
              <a:t>3.1 Over View</a:t>
            </a:r>
          </a:p>
          <a:p>
            <a:r>
              <a:rPr lang="en-US" altLang="zh-TW" sz="2000" dirty="0"/>
              <a:t>3.2 Regular Expression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3.3 Finite Automata and Scanners</a:t>
            </a:r>
          </a:p>
          <a:p>
            <a:r>
              <a:rPr lang="en-US" altLang="zh-TW" sz="2000" dirty="0"/>
              <a:t>3.5 Practical Considerations</a:t>
            </a:r>
          </a:p>
          <a:p>
            <a:r>
              <a:rPr lang="en-US" altLang="zh-TW" sz="2000" dirty="0"/>
              <a:t>3.6 Translating Regular Expressions into Finite Automata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3B812775-CB35-4782-BD0E-0890BCB33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8F71D7E0-B3CF-477D-9E61-9CA0A4C60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67" y="108349"/>
            <a:ext cx="7756723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Finite Automata and Scanners (1)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172CD699-C4FB-4C9A-A146-94A977048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967" y="790723"/>
            <a:ext cx="7655318" cy="378395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zh-TW" sz="2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finite automaton (FA)</a:t>
            </a: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 can be used to recognize the tokens specified by a </a:t>
            </a:r>
            <a:r>
              <a:rPr lang="en-US" altLang="zh-TW" sz="2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 expression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A FA consists of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finite set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 of states </a:t>
            </a:r>
            <a:r>
              <a:rPr lang="en-US" altLang="zh-TW" sz="1800" i="1" dirty="0">
                <a:solidFill>
                  <a:srgbClr val="0066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US" altLang="zh-TW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A set of input symbols </a:t>
            </a:r>
            <a:r>
              <a:rPr lang="en-US" altLang="zh-TW" sz="1800" dirty="0">
                <a:solidFill>
                  <a:srgbClr val="0066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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  (the input symbol alphabet)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A set of </a:t>
            </a:r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transitions (or moves) from one state to another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, labeled with characters in </a:t>
            </a:r>
            <a:r>
              <a:rPr lang="en-US" altLang="zh-TW" sz="1800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A special </a:t>
            </a:r>
            <a:r>
              <a:rPr lang="en-US" altLang="zh-TW" sz="18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state </a:t>
            </a:r>
            <a:r>
              <a:rPr lang="en-US" altLang="zh-TW" sz="1800" dirty="0">
                <a:solidFill>
                  <a:srgbClr val="0066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TW" sz="1800" baseline="-25000" dirty="0">
                <a:solidFill>
                  <a:srgbClr val="0066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n-US" altLang="zh-TW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A set of </a:t>
            </a:r>
            <a:r>
              <a:rPr lang="en-US" altLang="zh-TW" sz="18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US" altLang="zh-TW" sz="18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accepting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, states </a:t>
            </a:r>
            <a:r>
              <a:rPr lang="en-US" altLang="zh-TW" sz="1800" i="1" dirty="0">
                <a:solidFill>
                  <a:srgbClr val="0066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endParaRPr lang="en-US" altLang="zh-TW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Two kinds of FA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Deterministic:  next transition is </a:t>
            </a:r>
            <a:r>
              <a:rPr lang="en-US" altLang="zh-TW" sz="18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Non-deterministic:  otherwise</a:t>
            </a:r>
          </a:p>
        </p:txBody>
      </p:sp>
      <p:sp>
        <p:nvSpPr>
          <p:cNvPr id="35" name="灯片编号占位符 3">
            <a:extLst>
              <a:ext uri="{FF2B5EF4-FFF2-40B4-BE49-F238E27FC236}">
                <a16:creationId xmlns:a16="http://schemas.microsoft.com/office/drawing/2014/main" id="{392AA67C-533C-44CE-AA39-08683D193C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2" name="Text Box 51">
            <a:extLst>
              <a:ext uri="{FF2B5EF4-FFF2-40B4-BE49-F238E27FC236}">
                <a16:creationId xmlns:a16="http://schemas.microsoft.com/office/drawing/2014/main" id="{535BE54F-8119-4F7D-B4D8-D8C505C78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1338" y="1175439"/>
            <a:ext cx="2616200" cy="369332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b="0" dirty="0">
                <a:latin typeface="Arial" panose="020B0604020202020204" pitchFamily="34" charset="0"/>
              </a:rPr>
              <a:t>FA = {</a:t>
            </a:r>
            <a:r>
              <a:rPr kumimoji="0" lang="en-US" altLang="zh-TW" sz="1800" b="0" i="1" dirty="0">
                <a:solidFill>
                  <a:srgbClr val="0066CC"/>
                </a:solidFill>
                <a:latin typeface="Arial" panose="020B0604020202020204" pitchFamily="34" charset="0"/>
              </a:rPr>
              <a:t>S</a:t>
            </a:r>
            <a:r>
              <a:rPr kumimoji="0" lang="en-US" altLang="zh-TW" sz="1800" b="0" dirty="0">
                <a:latin typeface="Arial" panose="020B0604020202020204" pitchFamily="34" charset="0"/>
              </a:rPr>
              <a:t>, </a:t>
            </a:r>
            <a:r>
              <a:rPr kumimoji="0" lang="en-US" altLang="zh-TW" sz="1800" b="0" dirty="0">
                <a:solidFill>
                  <a:srgbClr val="0066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</a:t>
            </a:r>
            <a:r>
              <a:rPr kumimoji="0" lang="en-US" altLang="zh-TW" sz="1800" b="0" dirty="0">
                <a:latin typeface="Arial" panose="020B0604020202020204" pitchFamily="34" charset="0"/>
              </a:rPr>
              <a:t>, </a:t>
            </a:r>
            <a:r>
              <a:rPr kumimoji="0" lang="en-US" altLang="zh-TW" sz="1800" b="0" dirty="0">
                <a:solidFill>
                  <a:srgbClr val="0066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kumimoji="0" lang="en-US" altLang="zh-TW" sz="1800" b="0" baseline="-25000" dirty="0">
                <a:solidFill>
                  <a:srgbClr val="0066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en-US" altLang="zh-TW" sz="1800" b="0" dirty="0">
                <a:latin typeface="Arial" panose="020B0604020202020204" pitchFamily="34" charset="0"/>
              </a:rPr>
              <a:t>, </a:t>
            </a:r>
            <a:r>
              <a:rPr kumimoji="0" lang="en-US" altLang="zh-TW" sz="1800" b="0" i="1" dirty="0">
                <a:solidFill>
                  <a:srgbClr val="0066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kumimoji="0" lang="en-US" altLang="zh-TW" sz="1800" b="0" dirty="0">
                <a:latin typeface="Arial" panose="020B0604020202020204" pitchFamily="34" charset="0"/>
              </a:rPr>
              <a:t>, </a:t>
            </a:r>
            <a:r>
              <a:rPr kumimoji="0" lang="en-US" altLang="zh-TW" sz="1800" b="0" i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move</a:t>
            </a:r>
            <a:r>
              <a:rPr kumimoji="0" lang="en-US" altLang="zh-TW" sz="1800" b="0" dirty="0">
                <a:latin typeface="Arial" panose="020B0604020202020204" pitchFamily="34" charset="0"/>
              </a:rPr>
              <a:t> }</a:t>
            </a:r>
            <a:endParaRPr lang="zh-TW" altLang="en-US" sz="1800" dirty="0">
              <a:latin typeface="Times New Roman" panose="020206030504050203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3508F80-AD52-4C50-8A10-1F9D6C6D165A}"/>
              </a:ext>
            </a:extLst>
          </p:cNvPr>
          <p:cNvGrpSpPr/>
          <p:nvPr/>
        </p:nvGrpSpPr>
        <p:grpSpPr>
          <a:xfrm>
            <a:off x="3672979" y="2762995"/>
            <a:ext cx="1630261" cy="214597"/>
            <a:chOff x="4529822" y="2642531"/>
            <a:chExt cx="1630261" cy="214597"/>
          </a:xfrm>
        </p:grpSpPr>
        <p:sp>
          <p:nvSpPr>
            <p:cNvPr id="3" name="Line 4">
              <a:extLst>
                <a:ext uri="{FF2B5EF4-FFF2-40B4-BE49-F238E27FC236}">
                  <a16:creationId xmlns:a16="http://schemas.microsoft.com/office/drawing/2014/main" id="{53FEA150-E7B9-4272-9574-E2EE8E4D3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0461" y="2758180"/>
              <a:ext cx="994038" cy="0"/>
            </a:xfrm>
            <a:prstGeom prst="line">
              <a:avLst/>
            </a:prstGeom>
            <a:noFill/>
            <a:ln w="47625">
              <a:solidFill>
                <a:srgbClr val="0366A9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" name="Oval 23">
              <a:extLst>
                <a:ext uri="{FF2B5EF4-FFF2-40B4-BE49-F238E27FC236}">
                  <a16:creationId xmlns:a16="http://schemas.microsoft.com/office/drawing/2014/main" id="{CB45F978-CF46-4542-BD4F-EDC1F66F2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822" y="2642531"/>
              <a:ext cx="231079" cy="21459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600" dirty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" name="Oval 24">
              <a:extLst>
                <a:ext uri="{FF2B5EF4-FFF2-40B4-BE49-F238E27FC236}">
                  <a16:creationId xmlns:a16="http://schemas.microsoft.com/office/drawing/2014/main" id="{7319EFAF-8B6C-4CF2-A609-EE830F339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9004" y="2642531"/>
              <a:ext cx="231079" cy="21459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9E229E8F-4F90-462F-9381-194D54AA83BA}"/>
              </a:ext>
            </a:extLst>
          </p:cNvPr>
          <p:cNvGrpSpPr/>
          <p:nvPr/>
        </p:nvGrpSpPr>
        <p:grpSpPr>
          <a:xfrm>
            <a:off x="5787387" y="3939929"/>
            <a:ext cx="2579537" cy="632675"/>
            <a:chOff x="1524000" y="5876925"/>
            <a:chExt cx="4060530" cy="901700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811782D-160B-43F1-9F5F-BEACF774E790}"/>
                </a:ext>
              </a:extLst>
            </p:cNvPr>
            <p:cNvGrpSpPr/>
            <p:nvPr/>
          </p:nvGrpSpPr>
          <p:grpSpPr>
            <a:xfrm>
              <a:off x="2424113" y="5876925"/>
              <a:ext cx="3160417" cy="901700"/>
              <a:chOff x="2424113" y="5876925"/>
              <a:chExt cx="3160417" cy="901700"/>
            </a:xfrm>
          </p:grpSpPr>
          <p:sp>
            <p:nvSpPr>
              <p:cNvPr id="71" name="Oval 26">
                <a:extLst>
                  <a:ext uri="{FF2B5EF4-FFF2-40B4-BE49-F238E27FC236}">
                    <a16:creationId xmlns:a16="http://schemas.microsoft.com/office/drawing/2014/main" id="{99C7AF2D-BA96-41DB-B1F3-F813FBE84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375" y="6092825"/>
                <a:ext cx="215900" cy="2159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" name="Oval 27">
                <a:extLst>
                  <a:ext uri="{FF2B5EF4-FFF2-40B4-BE49-F238E27FC236}">
                    <a16:creationId xmlns:a16="http://schemas.microsoft.com/office/drawing/2014/main" id="{3F39934B-1675-421F-9145-E444EDBDBE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8625" y="6562725"/>
                <a:ext cx="215900" cy="2159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Oval 28">
                <a:extLst>
                  <a:ext uri="{FF2B5EF4-FFF2-40B4-BE49-F238E27FC236}">
                    <a16:creationId xmlns:a16="http://schemas.microsoft.com/office/drawing/2014/main" id="{CBB76F8A-06AA-4FA6-ACB0-B5989ED074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338" y="6092825"/>
                <a:ext cx="215900" cy="2159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" name="Line 29">
                <a:extLst>
                  <a:ext uri="{FF2B5EF4-FFF2-40B4-BE49-F238E27FC236}">
                    <a16:creationId xmlns:a16="http://schemas.microsoft.com/office/drawing/2014/main" id="{E3DEA8AD-24F7-4350-A068-20FF3CDFF7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4113" y="6165850"/>
                <a:ext cx="533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75" name="Line 30">
                <a:extLst>
                  <a:ext uri="{FF2B5EF4-FFF2-40B4-BE49-F238E27FC236}">
                    <a16:creationId xmlns:a16="http://schemas.microsoft.com/office/drawing/2014/main" id="{A18BD18E-33F5-46C2-96E0-4B15D2F074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275" y="6165850"/>
                <a:ext cx="9906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76" name="Line 31">
                <a:extLst>
                  <a:ext uri="{FF2B5EF4-FFF2-40B4-BE49-F238E27FC236}">
                    <a16:creationId xmlns:a16="http://schemas.microsoft.com/office/drawing/2014/main" id="{2A41B439-E38C-4B0D-95B4-66A8A36C5A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1675" y="6327775"/>
                <a:ext cx="990600" cy="304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77" name="Line 32">
                <a:extLst>
                  <a:ext uri="{FF2B5EF4-FFF2-40B4-BE49-F238E27FC236}">
                    <a16:creationId xmlns:a16="http://schemas.microsoft.com/office/drawing/2014/main" id="{97976100-2DC6-4FE0-9720-ABB77BF11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0238" y="6165850"/>
                <a:ext cx="79216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78" name="Line 33">
                <a:extLst>
                  <a:ext uri="{FF2B5EF4-FFF2-40B4-BE49-F238E27FC236}">
                    <a16:creationId xmlns:a16="http://schemas.microsoft.com/office/drawing/2014/main" id="{415F7692-625F-4D17-BA62-98F79C4254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0875" y="6632575"/>
                <a:ext cx="685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39DA018D-5908-40CC-AD7A-BFAEC1C0C4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1450" y="5935663"/>
                <a:ext cx="333080" cy="296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47625" tIns="19050" rIns="47625" bIns="19050">
                <a:spAutoFit/>
              </a:bodyPr>
              <a:lstStyle>
                <a:lvl1pPr defTabSz="762000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 defTabSz="76200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 defTabSz="7620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 defTabSz="7620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 defTabSz="7620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TW" altLang="en-US" sz="1100">
                    <a:latin typeface="Helvetica" panose="020B0604020202020204" pitchFamily="34" charset="0"/>
                  </a:rPr>
                  <a:t>...</a:t>
                </a:r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794A6D9B-D466-4164-9EA9-44CF6ACE4F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2400" y="6381750"/>
                <a:ext cx="333080" cy="296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47625" tIns="19050" rIns="47625" bIns="19050">
                <a:spAutoFit/>
              </a:bodyPr>
              <a:lstStyle>
                <a:lvl1pPr defTabSz="762000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 defTabSz="76200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 defTabSz="7620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 defTabSz="7620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 defTabSz="7620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TW" altLang="en-US" sz="1100">
                    <a:latin typeface="Helvetica" panose="020B0604020202020204" pitchFamily="34" charset="0"/>
                  </a:rPr>
                  <a:t>...</a:t>
                </a:r>
              </a:p>
            </p:txBody>
          </p:sp>
          <p:sp>
            <p:nvSpPr>
              <p:cNvPr id="81" name="Rectangle 37">
                <a:extLst>
                  <a:ext uri="{FF2B5EF4-FFF2-40B4-BE49-F238E27FC236}">
                    <a16:creationId xmlns:a16="http://schemas.microsoft.com/office/drawing/2014/main" id="{2469E50F-92EE-418A-8FA0-72D957310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3613" y="5876925"/>
                <a:ext cx="275045" cy="296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47625" tIns="19050" rIns="47625" bIns="19050">
                <a:spAutoFit/>
              </a:bodyPr>
              <a:lstStyle>
                <a:lvl1pPr defTabSz="762000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 defTabSz="76200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 defTabSz="7620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 defTabSz="7620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 defTabSz="7620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Helvetica" panose="020B0604020202020204" pitchFamily="34" charset="0"/>
                  </a:rPr>
                  <a:t>a</a:t>
                </a:r>
              </a:p>
            </p:txBody>
          </p:sp>
          <p:sp>
            <p:nvSpPr>
              <p:cNvPr id="82" name="Rectangle 38">
                <a:extLst>
                  <a:ext uri="{FF2B5EF4-FFF2-40B4-BE49-F238E27FC236}">
                    <a16:creationId xmlns:a16="http://schemas.microsoft.com/office/drawing/2014/main" id="{DD783734-3CB3-414E-8667-9087FBBBB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3613" y="6381750"/>
                <a:ext cx="275045" cy="296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47625" tIns="19050" rIns="47625" bIns="19050">
                <a:spAutoFit/>
              </a:bodyPr>
              <a:lstStyle>
                <a:lvl1pPr defTabSz="762000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 defTabSz="76200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 defTabSz="7620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 defTabSz="7620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 defTabSz="7620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Helvetica" panose="020B0604020202020204" pitchFamily="34" charset="0"/>
                  </a:rPr>
                  <a:t>a</a:t>
                </a:r>
              </a:p>
            </p:txBody>
          </p:sp>
        </p:grpSp>
        <p:sp>
          <p:nvSpPr>
            <p:cNvPr id="70" name="Text Box 52">
              <a:extLst>
                <a:ext uri="{FF2B5EF4-FFF2-40B4-BE49-F238E27FC236}">
                  <a16:creationId xmlns:a16="http://schemas.microsoft.com/office/drawing/2014/main" id="{61687417-AA4E-4E18-B623-941FA3651D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5876925"/>
              <a:ext cx="863600" cy="372851"/>
            </a:xfrm>
            <a:prstGeom prst="rect">
              <a:avLst/>
            </a:prstGeom>
            <a:noFill/>
            <a:ln w="2222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1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NFA</a:t>
              </a: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A4D0D410-77AE-4CE6-A4CC-8D6D804748EC}"/>
              </a:ext>
            </a:extLst>
          </p:cNvPr>
          <p:cNvGrpSpPr/>
          <p:nvPr/>
        </p:nvGrpSpPr>
        <p:grpSpPr>
          <a:xfrm>
            <a:off x="5787387" y="3511018"/>
            <a:ext cx="3091157" cy="306469"/>
            <a:chOff x="5800234" y="5805488"/>
            <a:chExt cx="4099416" cy="488045"/>
          </a:xfrm>
        </p:grpSpPr>
        <p:sp>
          <p:nvSpPr>
            <p:cNvPr id="84" name="Line 47">
              <a:extLst>
                <a:ext uri="{FF2B5EF4-FFF2-40B4-BE49-F238E27FC236}">
                  <a16:creationId xmlns:a16="http://schemas.microsoft.com/office/drawing/2014/main" id="{CFD6CDAD-28CB-42EB-B4B5-2E175D84C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2038" y="6096000"/>
              <a:ext cx="990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100"/>
            </a:p>
          </p:txBody>
        </p:sp>
        <p:sp>
          <p:nvSpPr>
            <p:cNvPr id="85" name="Oval 40">
              <a:extLst>
                <a:ext uri="{FF2B5EF4-FFF2-40B4-BE49-F238E27FC236}">
                  <a16:creationId xmlns:a16="http://schemas.microsoft.com/office/drawing/2014/main" id="{58903C5C-5340-434B-8AC5-9ECF6DBFE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3750" y="5992813"/>
              <a:ext cx="215900" cy="2159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100">
                <a:latin typeface="Times New Roman" panose="02020603050405020304" pitchFamily="18" charset="0"/>
              </a:endParaRPr>
            </a:p>
          </p:txBody>
        </p:sp>
        <p:sp>
          <p:nvSpPr>
            <p:cNvPr id="86" name="Line 41">
              <a:extLst>
                <a:ext uri="{FF2B5EF4-FFF2-40B4-BE49-F238E27FC236}">
                  <a16:creationId xmlns:a16="http://schemas.microsoft.com/office/drawing/2014/main" id="{10495029-B388-4892-86CE-04B203D2A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9238" y="6092825"/>
              <a:ext cx="533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100"/>
            </a:p>
          </p:txBody>
        </p:sp>
        <p:sp>
          <p:nvSpPr>
            <p:cNvPr id="87" name="Line 42">
              <a:extLst>
                <a:ext uri="{FF2B5EF4-FFF2-40B4-BE49-F238E27FC236}">
                  <a16:creationId xmlns:a16="http://schemas.microsoft.com/office/drawing/2014/main" id="{A39E0DB6-ECDC-4D96-9213-D800FB4EA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7438" y="6092825"/>
              <a:ext cx="990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100"/>
            </a:p>
          </p:txBody>
        </p:sp>
        <p:sp>
          <p:nvSpPr>
            <p:cNvPr id="88" name="Rectangle 45">
              <a:extLst>
                <a:ext uri="{FF2B5EF4-FFF2-40B4-BE49-F238E27FC236}">
                  <a16:creationId xmlns:a16="http://schemas.microsoft.com/office/drawing/2014/main" id="{C0C2F06A-565B-4984-AE59-9C1EBB539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1763" y="5805488"/>
              <a:ext cx="231720" cy="330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Helvetica" panose="020B0604020202020204" pitchFamily="34" charset="0"/>
                </a:rPr>
                <a:t>a</a:t>
              </a:r>
            </a:p>
          </p:txBody>
        </p:sp>
        <p:sp>
          <p:nvSpPr>
            <p:cNvPr id="89" name="Oval 46">
              <a:extLst>
                <a:ext uri="{FF2B5EF4-FFF2-40B4-BE49-F238E27FC236}">
                  <a16:creationId xmlns:a16="http://schemas.microsoft.com/office/drawing/2014/main" id="{B159C838-3CBA-462D-82F5-7AC3D3023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9150" y="5992813"/>
              <a:ext cx="215900" cy="2159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100">
                <a:latin typeface="Times New Roman" panose="02020603050405020304" pitchFamily="18" charset="0"/>
              </a:endParaRPr>
            </a:p>
          </p:txBody>
        </p:sp>
        <p:sp>
          <p:nvSpPr>
            <p:cNvPr id="90" name="Rectangle 48">
              <a:extLst>
                <a:ext uri="{FF2B5EF4-FFF2-40B4-BE49-F238E27FC236}">
                  <a16:creationId xmlns:a16="http://schemas.microsoft.com/office/drawing/2014/main" id="{1B4DC50F-3C3E-4C86-BC34-888A3FFD8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5725" y="5805488"/>
              <a:ext cx="231720" cy="330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Helvetica" panose="020B0604020202020204" pitchFamily="34" charset="0"/>
                </a:rPr>
                <a:t>b</a:t>
              </a:r>
            </a:p>
          </p:txBody>
        </p:sp>
        <p:sp>
          <p:nvSpPr>
            <p:cNvPr id="91" name="Oval 49">
              <a:extLst>
                <a:ext uri="{FF2B5EF4-FFF2-40B4-BE49-F238E27FC236}">
                  <a16:creationId xmlns:a16="http://schemas.microsoft.com/office/drawing/2014/main" id="{6B5418D4-94BD-4EC9-8908-573FC7497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3750" y="5995988"/>
              <a:ext cx="215900" cy="2159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100">
                <a:latin typeface="Times New Roman" panose="02020603050405020304" pitchFamily="18" charset="0"/>
              </a:endParaRPr>
            </a:p>
          </p:txBody>
        </p:sp>
        <p:sp>
          <p:nvSpPr>
            <p:cNvPr id="92" name="Text Box 50">
              <a:extLst>
                <a:ext uri="{FF2B5EF4-FFF2-40B4-BE49-F238E27FC236}">
                  <a16:creationId xmlns:a16="http://schemas.microsoft.com/office/drawing/2014/main" id="{B005BE21-52D4-4DD4-886F-7E924DB37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0234" y="5876925"/>
              <a:ext cx="727566" cy="416608"/>
            </a:xfrm>
            <a:prstGeom prst="rect">
              <a:avLst/>
            </a:prstGeom>
            <a:noFill/>
            <a:ln w="2222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1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DFA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6CA7EE7D-90FC-49A4-A526-231EB9786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621" y="108349"/>
            <a:ext cx="7778069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Finite Automata and Scanners (2)</a:t>
            </a:r>
            <a:endParaRPr lang="zh-TW" altLang="en-US" sz="3200" dirty="0">
              <a:ea typeface="新細明體" panose="02020500000000000000" pitchFamily="18" charset="-120"/>
            </a:endParaRPr>
          </a:p>
        </p:txBody>
      </p:sp>
      <p:sp>
        <p:nvSpPr>
          <p:cNvPr id="18" name="灯片编号占位符 3">
            <a:extLst>
              <a:ext uri="{FF2B5EF4-FFF2-40B4-BE49-F238E27FC236}">
                <a16:creationId xmlns:a16="http://schemas.microsoft.com/office/drawing/2014/main" id="{E2860363-B46B-4A6F-AFC9-529FEF603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812BB407-4FB6-4C72-9B2B-D10BACD75FFE}"/>
              </a:ext>
            </a:extLst>
          </p:cNvPr>
          <p:cNvSpPr txBox="1">
            <a:spLocks/>
          </p:cNvSpPr>
          <p:nvPr/>
        </p:nvSpPr>
        <p:spPr bwMode="auto">
          <a:xfrm>
            <a:off x="956345" y="844465"/>
            <a:ext cx="6744749" cy="1047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2000" kern="0" dirty="0">
                <a:latin typeface="Arial" panose="020B0604020202020204" pitchFamily="34" charset="0"/>
                <a:cs typeface="Arial" panose="020B0604020202020204" pitchFamily="34" charset="0"/>
              </a:rPr>
              <a:t>A transition diagram</a:t>
            </a:r>
          </a:p>
          <a:p>
            <a:pPr lvl="1"/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This machine accepts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</a:rPr>
              <a:t>abccabc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, but it rejects 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</a:rPr>
              <a:t>abcab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This machine accepts (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lang="en-US" altLang="zh-TW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TW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" name="Picture 4" descr="01">
            <a:extLst>
              <a:ext uri="{FF2B5EF4-FFF2-40B4-BE49-F238E27FC236}">
                <a16:creationId xmlns:a16="http://schemas.microsoft.com/office/drawing/2014/main" id="{26E5CFEB-D454-4C82-B6C5-301F9F4A94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b="-212"/>
          <a:stretch/>
        </p:blipFill>
        <p:spPr bwMode="auto">
          <a:xfrm>
            <a:off x="3089708" y="1786427"/>
            <a:ext cx="2478022" cy="277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E606E1CD-BD46-4CE4-8973-4B03803D2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44" y="108349"/>
            <a:ext cx="7792246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Finite Automata and Scanners (3)</a:t>
            </a:r>
            <a:endParaRPr lang="zh-TW" altLang="en-US" sz="3200" dirty="0">
              <a:ea typeface="新細明體" panose="02020500000000000000" pitchFamily="18" charset="-120"/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16803994-D48B-414E-84AC-90DC04CE6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44" y="787598"/>
            <a:ext cx="6172200" cy="537567"/>
          </a:xfrm>
        </p:spPr>
        <p:txBody>
          <a:bodyPr/>
          <a:lstStyle/>
          <a:p>
            <a:r>
              <a:rPr lang="en-US" altLang="zh-TW" dirty="0"/>
              <a:t>Some Examples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7DFD098-CB26-4458-BE5F-57E37A5C8495}"/>
              </a:ext>
            </a:extLst>
          </p:cNvPr>
          <p:cNvGrpSpPr/>
          <p:nvPr/>
        </p:nvGrpSpPr>
        <p:grpSpPr>
          <a:xfrm>
            <a:off x="4682618" y="1907563"/>
            <a:ext cx="3161841" cy="2181850"/>
            <a:chOff x="5351353" y="1973841"/>
            <a:chExt cx="3161841" cy="2181850"/>
          </a:xfrm>
        </p:grpSpPr>
        <p:sp>
          <p:nvSpPr>
            <p:cNvPr id="25622" name="Text Box 23">
              <a:extLst>
                <a:ext uri="{FF2B5EF4-FFF2-40B4-BE49-F238E27FC236}">
                  <a16:creationId xmlns:a16="http://schemas.microsoft.com/office/drawing/2014/main" id="{9BC0A4DC-E8F2-458C-8807-5A05D7EDD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0582" y="1973841"/>
              <a:ext cx="215979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 dirty="0">
                  <a:latin typeface="Helvetica" panose="020B0604020202020204" pitchFamily="34" charset="0"/>
                </a:rPr>
                <a:t>ID  =  L(L|D)*(_(L|D)</a:t>
              </a:r>
              <a:r>
                <a:rPr lang="en-US" altLang="zh-TW" sz="1500" baseline="30000" dirty="0">
                  <a:latin typeface="Helvetica" panose="020B0604020202020204" pitchFamily="34" charset="0"/>
                </a:rPr>
                <a:t>+</a:t>
              </a:r>
              <a:r>
                <a:rPr lang="en-US" altLang="zh-TW" sz="1500" dirty="0">
                  <a:latin typeface="Helvetica" panose="020B0604020202020204" pitchFamily="34" charset="0"/>
                </a:rPr>
                <a:t>)*</a:t>
              </a:r>
              <a:endParaRPr lang="zh-TW" altLang="en-US" sz="1500" dirty="0">
                <a:latin typeface="Helvetica" panose="020B0604020202020204" pitchFamily="34" charset="0"/>
              </a:endParaRPr>
            </a:p>
          </p:txBody>
        </p:sp>
        <p:pic>
          <p:nvPicPr>
            <p:cNvPr id="25623" name="Picture 24" descr="06">
              <a:extLst>
                <a:ext uri="{FF2B5EF4-FFF2-40B4-BE49-F238E27FC236}">
                  <a16:creationId xmlns:a16="http://schemas.microsoft.com/office/drawing/2014/main" id="{FBB4D16D-B94B-40FD-A2DE-C4FB8BCD62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7" r="12666"/>
            <a:stretch/>
          </p:blipFill>
          <p:spPr bwMode="auto">
            <a:xfrm>
              <a:off x="5351353" y="2363800"/>
              <a:ext cx="3161841" cy="1791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B9D90A4-6C9E-485E-B0CB-6ED859F7B2FE}"/>
              </a:ext>
            </a:extLst>
          </p:cNvPr>
          <p:cNvGrpSpPr/>
          <p:nvPr/>
        </p:nvGrpSpPr>
        <p:grpSpPr>
          <a:xfrm>
            <a:off x="883444" y="1811760"/>
            <a:ext cx="3163829" cy="2006576"/>
            <a:chOff x="1292254" y="1964758"/>
            <a:chExt cx="3163829" cy="2006576"/>
          </a:xfrm>
        </p:grpSpPr>
        <p:sp>
          <p:nvSpPr>
            <p:cNvPr id="25605" name="Text Box 4">
              <a:extLst>
                <a:ext uri="{FF2B5EF4-FFF2-40B4-BE49-F238E27FC236}">
                  <a16:creationId xmlns:a16="http://schemas.microsoft.com/office/drawing/2014/main" id="{91E8EDCD-E238-4C04-9FFF-9C6E56AE5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2379" y="1964758"/>
              <a:ext cx="1574946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 typeface="Wingdings 3" panose="05040102010807070707" pitchFamily="18" charset="2"/>
                <a:buNone/>
              </a:pPr>
              <a:r>
                <a:rPr lang="zh-TW" altLang="en-US" sz="1500" dirty="0">
                  <a:latin typeface="Helvetica" panose="020B0604020202020204" pitchFamily="34" charset="0"/>
                </a:rPr>
                <a:t>(0|1)*0(0|1)(0|1)</a:t>
              </a:r>
              <a:endParaRPr lang="zh-TW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5606" name="Oval 5">
              <a:extLst>
                <a:ext uri="{FF2B5EF4-FFF2-40B4-BE49-F238E27FC236}">
                  <a16:creationId xmlns:a16="http://schemas.microsoft.com/office/drawing/2014/main" id="{A0D20AC7-F144-4847-980F-1A7706502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4217" y="2408536"/>
              <a:ext cx="276225" cy="27622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7866" tIns="33338" rIns="67866" bIns="33338" anchor="ctr"/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35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5607" name="Line 6">
              <a:extLst>
                <a:ext uri="{FF2B5EF4-FFF2-40B4-BE49-F238E27FC236}">
                  <a16:creationId xmlns:a16="http://schemas.microsoft.com/office/drawing/2014/main" id="{908C8BDB-1B0E-42A4-8242-1F37D4334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254" y="2575224"/>
              <a:ext cx="457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608" name="Line 7">
              <a:extLst>
                <a:ext uri="{FF2B5EF4-FFF2-40B4-BE49-F238E27FC236}">
                  <a16:creationId xmlns:a16="http://schemas.microsoft.com/office/drawing/2014/main" id="{07652395-B399-479C-8BA7-2F2E69BF3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2354" y="2575224"/>
              <a:ext cx="457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609" name="Oval 8">
              <a:extLst>
                <a:ext uri="{FF2B5EF4-FFF2-40B4-BE49-F238E27FC236}">
                  <a16:creationId xmlns:a16="http://schemas.microsoft.com/office/drawing/2014/main" id="{6AE435C8-C4ED-444F-AB75-557F23A49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317" y="2408536"/>
              <a:ext cx="276225" cy="27622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7866" tIns="33338" rIns="67866" bIns="33338" anchor="ctr"/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35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5610" name="Line 9">
              <a:extLst>
                <a:ext uri="{FF2B5EF4-FFF2-40B4-BE49-F238E27FC236}">
                  <a16:creationId xmlns:a16="http://schemas.microsoft.com/office/drawing/2014/main" id="{44B30128-DDDC-4670-A5D9-3146993BB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2454" y="2575224"/>
              <a:ext cx="457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611" name="Oval 10">
              <a:extLst>
                <a:ext uri="{FF2B5EF4-FFF2-40B4-BE49-F238E27FC236}">
                  <a16:creationId xmlns:a16="http://schemas.microsoft.com/office/drawing/2014/main" id="{F02FA470-385C-4044-AA17-9ECBF25F7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4417" y="2408536"/>
              <a:ext cx="276225" cy="27622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7866" tIns="33338" rIns="67866" bIns="33338" anchor="ctr"/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35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25613" name="Oval 12">
              <a:extLst>
                <a:ext uri="{FF2B5EF4-FFF2-40B4-BE49-F238E27FC236}">
                  <a16:creationId xmlns:a16="http://schemas.microsoft.com/office/drawing/2014/main" id="{40E25624-78DE-46F4-ABEA-AAB8CE5CF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267" y="3151486"/>
              <a:ext cx="276225" cy="27622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7866" tIns="33338" rIns="67866" bIns="33338" anchor="ctr"/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35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25615" name="Line 16">
              <a:extLst>
                <a:ext uri="{FF2B5EF4-FFF2-40B4-BE49-F238E27FC236}">
                  <a16:creationId xmlns:a16="http://schemas.microsoft.com/office/drawing/2014/main" id="{635C95B0-7470-4695-A1AC-855AAE08EB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78054" y="2689524"/>
              <a:ext cx="228600" cy="514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616" name="Line 17">
              <a:extLst>
                <a:ext uri="{FF2B5EF4-FFF2-40B4-BE49-F238E27FC236}">
                  <a16:creationId xmlns:a16="http://schemas.microsoft.com/office/drawing/2014/main" id="{1D306E56-DB65-428C-8116-532189A5E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8104" y="2689524"/>
              <a:ext cx="285750" cy="514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617" name="Line 18">
              <a:extLst>
                <a:ext uri="{FF2B5EF4-FFF2-40B4-BE49-F238E27FC236}">
                  <a16:creationId xmlns:a16="http://schemas.microsoft.com/office/drawing/2014/main" id="{42DC1153-26CC-4B55-8BAC-B44DC3FDE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5254" y="3318174"/>
              <a:ext cx="285750" cy="2857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618" name="Line 19">
              <a:extLst>
                <a:ext uri="{FF2B5EF4-FFF2-40B4-BE49-F238E27FC236}">
                  <a16:creationId xmlns:a16="http://schemas.microsoft.com/office/drawing/2014/main" id="{B8F4A20E-2754-4AF9-9F8D-ACF4F14431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8104" y="3603924"/>
              <a:ext cx="342900" cy="171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619" name="Line 20">
              <a:extLst>
                <a:ext uri="{FF2B5EF4-FFF2-40B4-BE49-F238E27FC236}">
                  <a16:creationId xmlns:a16="http://schemas.microsoft.com/office/drawing/2014/main" id="{CDA7FF4F-3429-48F9-BC14-C08F54BB19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20954" y="3432474"/>
              <a:ext cx="57150" cy="34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620" name="Rectangle 21">
              <a:extLst>
                <a:ext uri="{FF2B5EF4-FFF2-40B4-BE49-F238E27FC236}">
                  <a16:creationId xmlns:a16="http://schemas.microsoft.com/office/drawing/2014/main" id="{EE67FA2E-EF70-4064-9006-C15CF6BF3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1589" y="2916933"/>
              <a:ext cx="1050769" cy="254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350">
                  <a:latin typeface="Arial" panose="020B0604020202020204" pitchFamily="34" charset="0"/>
                </a:rPr>
                <a:t>0,1            0</a:t>
              </a:r>
            </a:p>
          </p:txBody>
        </p:sp>
        <p:sp>
          <p:nvSpPr>
            <p:cNvPr id="25621" name="Rectangle 22">
              <a:extLst>
                <a:ext uri="{FF2B5EF4-FFF2-40B4-BE49-F238E27FC236}">
                  <a16:creationId xmlns:a16="http://schemas.microsoft.com/office/drawing/2014/main" id="{5DD83246-8EE9-4919-9F6E-4F47AD5E3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8839" y="3717033"/>
              <a:ext cx="377508" cy="254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350">
                  <a:latin typeface="Arial" panose="020B0604020202020204" pitchFamily="34" charset="0"/>
                </a:rPr>
                <a:t>0,1</a:t>
              </a:r>
            </a:p>
          </p:txBody>
        </p:sp>
        <p:sp>
          <p:nvSpPr>
            <p:cNvPr id="203801" name="Oval 25">
              <a:extLst>
                <a:ext uri="{FF2B5EF4-FFF2-40B4-BE49-F238E27FC236}">
                  <a16:creationId xmlns:a16="http://schemas.microsoft.com/office/drawing/2014/main" id="{013AACD3-3D0D-449D-82A8-8D9A50A34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233" y="2387699"/>
              <a:ext cx="323850" cy="317897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9056" tIns="34529" rIns="69056" bIns="34529" anchor="ctr" anchorCtr="1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25625" name="Line 26">
              <a:extLst>
                <a:ext uri="{FF2B5EF4-FFF2-40B4-BE49-F238E27FC236}">
                  <a16:creationId xmlns:a16="http://schemas.microsoft.com/office/drawing/2014/main" id="{938D423D-045B-4607-AFBA-CE8C9BD02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4929" y="2570461"/>
              <a:ext cx="457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28" name="灯片编号占位符 3">
            <a:extLst>
              <a:ext uri="{FF2B5EF4-FFF2-40B4-BE49-F238E27FC236}">
                <a16:creationId xmlns:a16="http://schemas.microsoft.com/office/drawing/2014/main" id="{F6ED0DFC-6475-4D66-8889-9C2243C8E6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9708D85A-AD95-4959-833A-7FE2A6FC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Finite Automata and Scanners(4)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E2256829-7EA4-4720-81D0-5E4FA04EC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988" y="798452"/>
            <a:ext cx="6172200" cy="467183"/>
          </a:xfrm>
        </p:spPr>
        <p:txBody>
          <a:bodyPr/>
          <a:lstStyle/>
          <a:p>
            <a:r>
              <a:rPr lang="en-US" altLang="zh-TW" sz="2400" dirty="0"/>
              <a:t>Some Examples</a:t>
            </a:r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A8575678-9442-4635-9F89-452A55437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142" y="1529887"/>
            <a:ext cx="209118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500" dirty="0">
                <a:solidFill>
                  <a:srgbClr val="0366A9"/>
                </a:solidFill>
                <a:latin typeface="Helvetica" panose="020B0604020202020204" pitchFamily="34" charset="0"/>
              </a:rPr>
              <a:t>(0|1)*</a:t>
            </a:r>
            <a:r>
              <a:rPr lang="zh-TW" altLang="en-US" sz="1500" dirty="0">
                <a:latin typeface="Helvetica" panose="020B0604020202020204" pitchFamily="34" charset="0"/>
              </a:rPr>
              <a:t> </a:t>
            </a:r>
            <a:r>
              <a:rPr lang="zh-TW" altLang="en-US" sz="1500" dirty="0">
                <a:solidFill>
                  <a:schemeClr val="folHlink"/>
                </a:solidFill>
                <a:latin typeface="Helvetica" panose="020B0604020202020204" pitchFamily="34" charset="0"/>
              </a:rPr>
              <a:t>0</a:t>
            </a:r>
            <a:r>
              <a:rPr lang="zh-TW" altLang="en-US" sz="1500" dirty="0">
                <a:latin typeface="Helvetica" panose="020B0604020202020204" pitchFamily="34" charset="0"/>
              </a:rPr>
              <a:t> </a:t>
            </a:r>
            <a:r>
              <a:rPr lang="zh-TW" altLang="en-US" sz="1500" dirty="0">
                <a:solidFill>
                  <a:srgbClr val="047016"/>
                </a:solidFill>
                <a:latin typeface="Helvetica" panose="020B0604020202020204" pitchFamily="34" charset="0"/>
              </a:rPr>
              <a:t>(0|1)</a:t>
            </a:r>
            <a:r>
              <a:rPr lang="zh-TW" altLang="en-US" sz="1500" dirty="0">
                <a:latin typeface="Helvetica" panose="020B0604020202020204" pitchFamily="34" charset="0"/>
              </a:rPr>
              <a:t> </a:t>
            </a:r>
            <a:r>
              <a:rPr lang="zh-TW" altLang="en-US" sz="1500" dirty="0">
                <a:solidFill>
                  <a:srgbClr val="FF0000"/>
                </a:solidFill>
                <a:latin typeface="Helvetica" panose="020B0604020202020204" pitchFamily="34" charset="0"/>
              </a:rPr>
              <a:t>(0|1)</a:t>
            </a:r>
            <a:endParaRPr lang="zh-TW" altLang="en-US" sz="1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0" name="Oval 5">
            <a:extLst>
              <a:ext uri="{FF2B5EF4-FFF2-40B4-BE49-F238E27FC236}">
                <a16:creationId xmlns:a16="http://schemas.microsoft.com/office/drawing/2014/main" id="{4CE77AAF-AA61-4314-A27F-896462CE0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815" y="2119123"/>
            <a:ext cx="276225" cy="276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7866" tIns="33338" rIns="67866" bIns="33338" anchor="ctr"/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35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631" name="Line 6">
            <a:extLst>
              <a:ext uri="{FF2B5EF4-FFF2-40B4-BE49-F238E27FC236}">
                <a16:creationId xmlns:a16="http://schemas.microsoft.com/office/drawing/2014/main" id="{08A489BA-5463-4904-976B-05DB01596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852" y="2285811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632" name="Line 7">
            <a:extLst>
              <a:ext uri="{FF2B5EF4-FFF2-40B4-BE49-F238E27FC236}">
                <a16:creationId xmlns:a16="http://schemas.microsoft.com/office/drawing/2014/main" id="{9EFB7987-EB55-4658-B4CB-54DF2FF94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952" y="2285811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633" name="Oval 8">
            <a:extLst>
              <a:ext uri="{FF2B5EF4-FFF2-40B4-BE49-F238E27FC236}">
                <a16:creationId xmlns:a16="http://schemas.microsoft.com/office/drawing/2014/main" id="{DFBE9362-8763-4827-8121-D27B1CB54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915" y="2119123"/>
            <a:ext cx="276225" cy="276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7866" tIns="33338" rIns="67866" bIns="33338" anchor="ctr"/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35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6634" name="Line 9">
            <a:extLst>
              <a:ext uri="{FF2B5EF4-FFF2-40B4-BE49-F238E27FC236}">
                <a16:creationId xmlns:a16="http://schemas.microsoft.com/office/drawing/2014/main" id="{6602A686-D48C-4245-820E-0347CCB8D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5052" y="2285811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635" name="Oval 10">
            <a:extLst>
              <a:ext uri="{FF2B5EF4-FFF2-40B4-BE49-F238E27FC236}">
                <a16:creationId xmlns:a16="http://schemas.microsoft.com/office/drawing/2014/main" id="{5143A48E-1A34-40A0-9E1E-1CE3B18CE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7015" y="2119123"/>
            <a:ext cx="276225" cy="276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7866" tIns="33338" rIns="67866" bIns="33338" anchor="ctr"/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35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6636" name="Oval 11">
            <a:extLst>
              <a:ext uri="{FF2B5EF4-FFF2-40B4-BE49-F238E27FC236}">
                <a16:creationId xmlns:a16="http://schemas.microsoft.com/office/drawing/2014/main" id="{48DEDEEA-85C2-4793-8EA5-884491016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7115" y="2119123"/>
            <a:ext cx="276225" cy="276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6637" name="Oval 12">
            <a:extLst>
              <a:ext uri="{FF2B5EF4-FFF2-40B4-BE49-F238E27FC236}">
                <a16:creationId xmlns:a16="http://schemas.microsoft.com/office/drawing/2014/main" id="{0E840CA9-6D21-4E2E-8FFB-EB8FA5584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865" y="2862073"/>
            <a:ext cx="276225" cy="276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7866" tIns="33338" rIns="67866" bIns="33338" anchor="ctr"/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35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6638" name="Oval 13">
            <a:extLst>
              <a:ext uri="{FF2B5EF4-FFF2-40B4-BE49-F238E27FC236}">
                <a16:creationId xmlns:a16="http://schemas.microsoft.com/office/drawing/2014/main" id="{142BF1DF-0C98-43B7-B958-09815E422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4265" y="2176273"/>
            <a:ext cx="161925" cy="1619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7866" tIns="33338" rIns="67866" bIns="33338" anchor="ctr"/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350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035F336B-D686-4077-8F93-8114BA1A7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434" y="2010776"/>
            <a:ext cx="1916391" cy="254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350" dirty="0">
                <a:latin typeface="Arial" panose="020B0604020202020204" pitchFamily="34" charset="0"/>
              </a:rPr>
              <a:t> 0             0,1           0,1</a:t>
            </a:r>
          </a:p>
        </p:txBody>
      </p:sp>
      <p:sp>
        <p:nvSpPr>
          <p:cNvPr id="26640" name="Line 16">
            <a:extLst>
              <a:ext uri="{FF2B5EF4-FFF2-40B4-BE49-F238E27FC236}">
                <a16:creationId xmlns:a16="http://schemas.microsoft.com/office/drawing/2014/main" id="{E4C8A8E0-20C6-47E1-97BE-51E9AC68786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00652" y="2400111"/>
            <a:ext cx="228600" cy="514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641" name="Line 17">
            <a:extLst>
              <a:ext uri="{FF2B5EF4-FFF2-40B4-BE49-F238E27FC236}">
                <a16:creationId xmlns:a16="http://schemas.microsoft.com/office/drawing/2014/main" id="{94D4B580-BE36-4EE3-8BFC-E7DC53D2C4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0702" y="2400111"/>
            <a:ext cx="285750" cy="514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642" name="Line 18">
            <a:extLst>
              <a:ext uri="{FF2B5EF4-FFF2-40B4-BE49-F238E27FC236}">
                <a16:creationId xmlns:a16="http://schemas.microsoft.com/office/drawing/2014/main" id="{A50AF6A1-A5C3-4C74-9D6B-6A70CB70A6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852" y="3028761"/>
            <a:ext cx="285750" cy="285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643" name="Line 19">
            <a:extLst>
              <a:ext uri="{FF2B5EF4-FFF2-40B4-BE49-F238E27FC236}">
                <a16:creationId xmlns:a16="http://schemas.microsoft.com/office/drawing/2014/main" id="{2721CCB4-F226-4916-B551-E3E9B91164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00702" y="3314511"/>
            <a:ext cx="342900" cy="171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644" name="Line 20">
            <a:extLst>
              <a:ext uri="{FF2B5EF4-FFF2-40B4-BE49-F238E27FC236}">
                <a16:creationId xmlns:a16="http://schemas.microsoft.com/office/drawing/2014/main" id="{114659FE-3DE4-4EF6-8D1A-7D27E35F19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43552" y="3143061"/>
            <a:ext cx="5715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645" name="Rectangle 21">
            <a:extLst>
              <a:ext uri="{FF2B5EF4-FFF2-40B4-BE49-F238E27FC236}">
                <a16:creationId xmlns:a16="http://schemas.microsoft.com/office/drawing/2014/main" id="{E455576D-0958-451D-B684-738289C0F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187" y="2627520"/>
            <a:ext cx="1050769" cy="254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350">
                <a:latin typeface="Arial" panose="020B0604020202020204" pitchFamily="34" charset="0"/>
              </a:rPr>
              <a:t>0,1            0</a:t>
            </a:r>
          </a:p>
        </p:txBody>
      </p:sp>
      <p:sp>
        <p:nvSpPr>
          <p:cNvPr id="26646" name="Rectangle 22">
            <a:extLst>
              <a:ext uri="{FF2B5EF4-FFF2-40B4-BE49-F238E27FC236}">
                <a16:creationId xmlns:a16="http://schemas.microsoft.com/office/drawing/2014/main" id="{94DB97DB-BD77-4AAB-9E37-45345162E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1437" y="3427620"/>
            <a:ext cx="377508" cy="254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350">
                <a:latin typeface="Arial" panose="020B0604020202020204" pitchFamily="34" charset="0"/>
              </a:rPr>
              <a:t>0,1</a:t>
            </a:r>
          </a:p>
        </p:txBody>
      </p:sp>
      <p:sp>
        <p:nvSpPr>
          <p:cNvPr id="26647" name="Text Box 23">
            <a:extLst>
              <a:ext uri="{FF2B5EF4-FFF2-40B4-BE49-F238E27FC236}">
                <a16:creationId xmlns:a16="http://schemas.microsoft.com/office/drawing/2014/main" id="{061DB5E6-8286-4B6E-A67B-1CC2672CF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1333" y="1518492"/>
            <a:ext cx="226814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 dirty="0">
                <a:latin typeface="Helvetica" panose="020B0604020202020204" pitchFamily="34" charset="0"/>
              </a:rPr>
              <a:t>ID  =  </a:t>
            </a:r>
            <a:r>
              <a:rPr lang="en-US" altLang="zh-TW" sz="1500" dirty="0">
                <a:solidFill>
                  <a:srgbClr val="0366A9"/>
                </a:solidFill>
                <a:latin typeface="Helvetica" panose="020B0604020202020204" pitchFamily="34" charset="0"/>
              </a:rPr>
              <a:t>L </a:t>
            </a:r>
            <a:r>
              <a:rPr lang="en-US" altLang="zh-TW" sz="1500" dirty="0">
                <a:solidFill>
                  <a:schemeClr val="folHlink"/>
                </a:solidFill>
                <a:latin typeface="Helvetica" panose="020B0604020202020204" pitchFamily="34" charset="0"/>
              </a:rPr>
              <a:t>(L|D)*</a:t>
            </a:r>
            <a:r>
              <a:rPr lang="en-US" altLang="zh-TW" sz="1500" dirty="0">
                <a:latin typeface="Helvetica" panose="020B0604020202020204" pitchFamily="34" charset="0"/>
              </a:rPr>
              <a:t> </a:t>
            </a:r>
            <a:r>
              <a:rPr lang="en-US" altLang="zh-TW" sz="1500" dirty="0">
                <a:solidFill>
                  <a:srgbClr val="047016"/>
                </a:solidFill>
                <a:latin typeface="Helvetica" panose="020B0604020202020204" pitchFamily="34" charset="0"/>
              </a:rPr>
              <a:t>(_(L|D)</a:t>
            </a:r>
            <a:r>
              <a:rPr lang="en-US" altLang="zh-TW" sz="1500" baseline="30000" dirty="0">
                <a:solidFill>
                  <a:srgbClr val="047016"/>
                </a:solidFill>
                <a:latin typeface="Helvetica" panose="020B0604020202020204" pitchFamily="34" charset="0"/>
              </a:rPr>
              <a:t>+</a:t>
            </a:r>
            <a:r>
              <a:rPr lang="en-US" altLang="zh-TW" sz="1500" dirty="0">
                <a:solidFill>
                  <a:srgbClr val="047016"/>
                </a:solidFill>
                <a:latin typeface="Helvetica" panose="020B0604020202020204" pitchFamily="34" charset="0"/>
              </a:rPr>
              <a:t>)*</a:t>
            </a:r>
            <a:endParaRPr lang="zh-TW" altLang="en-US" sz="1500" dirty="0">
              <a:solidFill>
                <a:srgbClr val="047016"/>
              </a:solidFill>
              <a:latin typeface="Helvetica" panose="020B0604020202020204" pitchFamily="34" charset="0"/>
            </a:endParaRPr>
          </a:p>
        </p:txBody>
      </p:sp>
      <p:pic>
        <p:nvPicPr>
          <p:cNvPr id="26648" name="Picture 24" descr="06">
            <a:extLst>
              <a:ext uri="{FF2B5EF4-FFF2-40B4-BE49-F238E27FC236}">
                <a16:creationId xmlns:a16="http://schemas.microsoft.com/office/drawing/2014/main" id="{B533F9BC-1B5C-4EC6-BC0B-1C1293B9D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622" y="2193131"/>
            <a:ext cx="3914775" cy="1791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65" name="Rectangle 25">
            <a:extLst>
              <a:ext uri="{FF2B5EF4-FFF2-40B4-BE49-F238E27FC236}">
                <a16:creationId xmlns:a16="http://schemas.microsoft.com/office/drawing/2014/main" id="{9AC4696B-1821-4CFC-8554-23A6137AF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595" y="2733675"/>
            <a:ext cx="1458515" cy="485775"/>
          </a:xfrm>
          <a:prstGeom prst="rect">
            <a:avLst/>
          </a:prstGeom>
          <a:noFill/>
          <a:ln w="22225">
            <a:solidFill>
              <a:srgbClr val="0366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15066" name="Rectangle 26">
            <a:extLst>
              <a:ext uri="{FF2B5EF4-FFF2-40B4-BE49-F238E27FC236}">
                <a16:creationId xmlns:a16="http://schemas.microsoft.com/office/drawing/2014/main" id="{3E8EC4A5-F4BA-4ADA-A0B4-B165C9655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913" y="2193132"/>
            <a:ext cx="432197" cy="1026319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15067" name="Rectangle 27">
            <a:extLst>
              <a:ext uri="{FF2B5EF4-FFF2-40B4-BE49-F238E27FC236}">
                <a16:creationId xmlns:a16="http://schemas.microsoft.com/office/drawing/2014/main" id="{1778BA22-AB7D-4B0F-8B30-6BDD374A6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44" y="2031207"/>
            <a:ext cx="1566863" cy="1837135"/>
          </a:xfrm>
          <a:prstGeom prst="rect">
            <a:avLst/>
          </a:prstGeom>
          <a:noFill/>
          <a:ln w="22225">
            <a:solidFill>
              <a:srgbClr val="04701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15070" name="AutoShape 30">
            <a:extLst>
              <a:ext uri="{FF2B5EF4-FFF2-40B4-BE49-F238E27FC236}">
                <a16:creationId xmlns:a16="http://schemas.microsoft.com/office/drawing/2014/main" id="{8DC9B000-0469-4243-8BE9-4D553536542B}"/>
              </a:ext>
            </a:extLst>
          </p:cNvPr>
          <p:cNvSpPr>
            <a:spLocks noChangeArrowheads="1"/>
          </p:cNvSpPr>
          <p:nvPr/>
        </p:nvSpPr>
        <p:spPr bwMode="auto">
          <a:xfrm rot="18987921">
            <a:off x="1323237" y="1992917"/>
            <a:ext cx="1019175" cy="1909763"/>
          </a:xfrm>
          <a:prstGeom prst="parallelogram">
            <a:avLst>
              <a:gd name="adj" fmla="val 31972"/>
            </a:avLst>
          </a:prstGeom>
          <a:noFill/>
          <a:ln w="22225">
            <a:solidFill>
              <a:srgbClr val="0366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15071" name="Rectangle 31">
            <a:extLst>
              <a:ext uri="{FF2B5EF4-FFF2-40B4-BE49-F238E27FC236}">
                <a16:creationId xmlns:a16="http://schemas.microsoft.com/office/drawing/2014/main" id="{D08111C6-A63F-47E1-AD11-1FF5AC9A4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468" y="2010776"/>
            <a:ext cx="1243013" cy="432197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15072" name="AutoShape 32">
            <a:extLst>
              <a:ext uri="{FF2B5EF4-FFF2-40B4-BE49-F238E27FC236}">
                <a16:creationId xmlns:a16="http://schemas.microsoft.com/office/drawing/2014/main" id="{38BB6A55-CF18-406C-9295-7E8553A69D63}"/>
              </a:ext>
            </a:extLst>
          </p:cNvPr>
          <p:cNvSpPr>
            <a:spLocks noChangeArrowheads="1"/>
          </p:cNvSpPr>
          <p:nvPr/>
        </p:nvSpPr>
        <p:spPr bwMode="auto">
          <a:xfrm rot="11461458">
            <a:off x="1809012" y="2010777"/>
            <a:ext cx="648890" cy="1134665"/>
          </a:xfrm>
          <a:prstGeom prst="parallelogram">
            <a:avLst>
              <a:gd name="adj" fmla="val 31972"/>
            </a:avLst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15073" name="Rectangle 33">
            <a:extLst>
              <a:ext uri="{FF2B5EF4-FFF2-40B4-BE49-F238E27FC236}">
                <a16:creationId xmlns:a16="http://schemas.microsoft.com/office/drawing/2014/main" id="{FA9A054C-77B9-4553-B07A-067ABE5C1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6439" y="2010776"/>
            <a:ext cx="1081088" cy="432197"/>
          </a:xfrm>
          <a:prstGeom prst="rect">
            <a:avLst/>
          </a:prstGeom>
          <a:noFill/>
          <a:ln w="22225">
            <a:solidFill>
              <a:srgbClr val="04701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6657" name="Line 35">
            <a:extLst>
              <a:ext uri="{FF2B5EF4-FFF2-40B4-BE49-F238E27FC236}">
                <a16:creationId xmlns:a16="http://schemas.microsoft.com/office/drawing/2014/main" id="{999F782D-E5C7-4C19-9F78-5E4457C51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527" y="2281048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5076" name="Rectangle 36">
            <a:extLst>
              <a:ext uri="{FF2B5EF4-FFF2-40B4-BE49-F238E27FC236}">
                <a16:creationId xmlns:a16="http://schemas.microsoft.com/office/drawing/2014/main" id="{A5CDCA58-3367-4AD6-9C4F-90EF9D92F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487" y="2010776"/>
            <a:ext cx="1134665" cy="432197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37" name="灯片编号占位符 3">
            <a:extLst>
              <a:ext uri="{FF2B5EF4-FFF2-40B4-BE49-F238E27FC236}">
                <a16:creationId xmlns:a16="http://schemas.microsoft.com/office/drawing/2014/main" id="{F9650701-6CB5-4D71-BC9B-DF845A35B9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21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1000"/>
                                        <p:tgtEl>
                                          <p:spTgt spid="21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5" dur="1000"/>
                                        <p:tgtEl>
                                          <p:spTgt spid="21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0" dur="1000"/>
                                        <p:tgtEl>
                                          <p:spTgt spid="21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5" dur="1000"/>
                                        <p:tgtEl>
                                          <p:spTgt spid="21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0" dur="1000"/>
                                        <p:tgtEl>
                                          <p:spTgt spid="21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5" dur="1000"/>
                                        <p:tgtEl>
                                          <p:spTgt spid="21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0" dur="1000"/>
                                        <p:tgtEl>
                                          <p:spTgt spid="21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5" grpId="0" animBg="1"/>
      <p:bldP spid="215066" grpId="0" animBg="1"/>
      <p:bldP spid="215067" grpId="0" animBg="1"/>
      <p:bldP spid="215070" grpId="0" animBg="1"/>
      <p:bldP spid="215071" grpId="0" animBg="1"/>
      <p:bldP spid="215072" grpId="0" animBg="1"/>
      <p:bldP spid="215073" grpId="0" animBg="1"/>
      <p:bldP spid="21507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A8E55FA0-DDB0-4C64-B293-0AB224A9C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732" y="108349"/>
            <a:ext cx="7861958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Finite Automata and Scanners (5)</a:t>
            </a:r>
            <a:endParaRPr lang="zh-TW" altLang="en-US" sz="3200" dirty="0">
              <a:ea typeface="新細明體" panose="02020500000000000000" pitchFamily="18" charset="-120"/>
            </a:endParaRPr>
          </a:p>
        </p:txBody>
      </p:sp>
      <p:sp>
        <p:nvSpPr>
          <p:cNvPr id="27653" name="Oval 5">
            <a:extLst>
              <a:ext uri="{FF2B5EF4-FFF2-40B4-BE49-F238E27FC236}">
                <a16:creationId xmlns:a16="http://schemas.microsoft.com/office/drawing/2014/main" id="{67B02842-566E-4972-8395-2D62DA619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973" y="1619250"/>
            <a:ext cx="283369" cy="34171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9056" tIns="34529" rIns="69056" bIns="34529" anchor="ctr" anchorCtr="1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14022" name="Oval 6">
            <a:extLst>
              <a:ext uri="{FF2B5EF4-FFF2-40B4-BE49-F238E27FC236}">
                <a16:creationId xmlns:a16="http://schemas.microsoft.com/office/drawing/2014/main" id="{A2A267F0-5E2E-44BE-BE2F-2F89A6467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441" y="1619250"/>
            <a:ext cx="283369" cy="34171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9056" tIns="34529" rIns="69056" bIns="34529" anchor="ctr" anchorCtr="1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14023" name="Oval 7">
            <a:extLst>
              <a:ext uri="{FF2B5EF4-FFF2-40B4-BE49-F238E27FC236}">
                <a16:creationId xmlns:a16="http://schemas.microsoft.com/office/drawing/2014/main" id="{140FB9FD-A318-485F-BBA4-23AB5EEF5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910" y="1619250"/>
            <a:ext cx="282178" cy="34171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9056" tIns="34529" rIns="69056" bIns="34529" anchor="ctr" anchorCtr="1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14024" name="Oval 8">
            <a:extLst>
              <a:ext uri="{FF2B5EF4-FFF2-40B4-BE49-F238E27FC236}">
                <a16:creationId xmlns:a16="http://schemas.microsoft.com/office/drawing/2014/main" id="{12E9B58D-54D3-411B-9536-307A01B8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0904" y="1631157"/>
            <a:ext cx="263128" cy="317897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9056" tIns="34529" rIns="69056" bIns="34529" anchor="ctr" anchorCtr="1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14025" name="Line 9">
            <a:extLst>
              <a:ext uri="{FF2B5EF4-FFF2-40B4-BE49-F238E27FC236}">
                <a16:creationId xmlns:a16="http://schemas.microsoft.com/office/drawing/2014/main" id="{0E7CBDCD-4A31-4F77-A0F9-2E28E2FB1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104" y="1789510"/>
            <a:ext cx="409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7658" name="Line 10">
            <a:extLst>
              <a:ext uri="{FF2B5EF4-FFF2-40B4-BE49-F238E27FC236}">
                <a16:creationId xmlns:a16="http://schemas.microsoft.com/office/drawing/2014/main" id="{8EBB10B4-B2F8-4C76-BBEC-4C32ADD88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9635" y="1789510"/>
            <a:ext cx="409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4027" name="Line 11">
            <a:extLst>
              <a:ext uri="{FF2B5EF4-FFF2-40B4-BE49-F238E27FC236}">
                <a16:creationId xmlns:a16="http://schemas.microsoft.com/office/drawing/2014/main" id="{528C2318-CC2E-4014-85F5-A1EE122E4B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4572" y="1789510"/>
            <a:ext cx="409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4028" name="Line 12">
            <a:extLst>
              <a:ext uri="{FF2B5EF4-FFF2-40B4-BE49-F238E27FC236}">
                <a16:creationId xmlns:a16="http://schemas.microsoft.com/office/drawing/2014/main" id="{3FB6B4BC-BEC5-4EDD-8EE4-FD5F8504CB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5850" y="1789510"/>
            <a:ext cx="41076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4029" name="Line 13">
            <a:extLst>
              <a:ext uri="{FF2B5EF4-FFF2-40B4-BE49-F238E27FC236}">
                <a16:creationId xmlns:a16="http://schemas.microsoft.com/office/drawing/2014/main" id="{D15F8220-CD87-439A-AA19-A2AC51E8D2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7510" y="1931194"/>
            <a:ext cx="4763" cy="15478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4030" name="Line 14">
            <a:extLst>
              <a:ext uri="{FF2B5EF4-FFF2-40B4-BE49-F238E27FC236}">
                <a16:creationId xmlns:a16="http://schemas.microsoft.com/office/drawing/2014/main" id="{F06372FD-5A21-45AB-B6DC-74F64B5F46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2488" y="1931194"/>
            <a:ext cx="0" cy="14168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4031" name="Arc 15">
            <a:extLst>
              <a:ext uri="{FF2B5EF4-FFF2-40B4-BE49-F238E27FC236}">
                <a16:creationId xmlns:a16="http://schemas.microsoft.com/office/drawing/2014/main" id="{4B7F299F-3585-4AAB-9995-352F4275A2E5}"/>
              </a:ext>
            </a:extLst>
          </p:cNvPr>
          <p:cNvSpPr>
            <a:spLocks/>
          </p:cNvSpPr>
          <p:nvPr/>
        </p:nvSpPr>
        <p:spPr bwMode="auto">
          <a:xfrm>
            <a:off x="4662488" y="2072879"/>
            <a:ext cx="175022" cy="140494"/>
          </a:xfrm>
          <a:custGeom>
            <a:avLst/>
            <a:gdLst>
              <a:gd name="T0" fmla="*/ 1261865 w 43157"/>
              <a:gd name="T1" fmla="*/ 102743 h 21600"/>
              <a:gd name="T2" fmla="*/ 0 w 43157"/>
              <a:gd name="T3" fmla="*/ 0 h 21600"/>
              <a:gd name="T4" fmla="*/ 631562 w 43157"/>
              <a:gd name="T5" fmla="*/ 0 h 21600"/>
              <a:gd name="T6" fmla="*/ 0 60000 65536"/>
              <a:gd name="T7" fmla="*/ 0 60000 65536"/>
              <a:gd name="T8" fmla="*/ 0 60000 65536"/>
              <a:gd name="T9" fmla="*/ 0 w 43157"/>
              <a:gd name="T10" fmla="*/ 0 h 21600"/>
              <a:gd name="T11" fmla="*/ 43157 w 4315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57" h="21600" fill="none" extrusionOk="0">
                <a:moveTo>
                  <a:pt x="43156" y="1365"/>
                </a:moveTo>
                <a:cubicBezTo>
                  <a:pt x="42435" y="12742"/>
                  <a:pt x="32998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</a:path>
              <a:path w="43157" h="21600" stroke="0" extrusionOk="0">
                <a:moveTo>
                  <a:pt x="43156" y="1365"/>
                </a:moveTo>
                <a:cubicBezTo>
                  <a:pt x="42435" y="12742"/>
                  <a:pt x="32998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43156" y="1365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4032" name="Rectangle 16">
            <a:extLst>
              <a:ext uri="{FF2B5EF4-FFF2-40B4-BE49-F238E27FC236}">
                <a16:creationId xmlns:a16="http://schemas.microsoft.com/office/drawing/2014/main" id="{DD1A7601-ABC4-4A10-8050-7C00E3165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1437085"/>
            <a:ext cx="216405" cy="346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214033" name="Rectangle 17">
            <a:extLst>
              <a:ext uri="{FF2B5EF4-FFF2-40B4-BE49-F238E27FC236}">
                <a16:creationId xmlns:a16="http://schemas.microsoft.com/office/drawing/2014/main" id="{A0E97E3F-CFC1-4A13-924A-CBBD72758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0056" y="1437085"/>
            <a:ext cx="216405" cy="346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214034" name="Rectangle 18">
            <a:extLst>
              <a:ext uri="{FF2B5EF4-FFF2-40B4-BE49-F238E27FC236}">
                <a16:creationId xmlns:a16="http://schemas.microsoft.com/office/drawing/2014/main" id="{09B85D34-6B4C-4A29-BE7B-8734B3932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498" y="2247900"/>
            <a:ext cx="846386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Arial" panose="020B0604020202020204" pitchFamily="34" charset="0"/>
              </a:rPr>
              <a:t>Not(Eol)</a:t>
            </a:r>
          </a:p>
        </p:txBody>
      </p:sp>
      <p:sp>
        <p:nvSpPr>
          <p:cNvPr id="214035" name="Rectangle 19">
            <a:extLst>
              <a:ext uri="{FF2B5EF4-FFF2-40B4-BE49-F238E27FC236}">
                <a16:creationId xmlns:a16="http://schemas.microsoft.com/office/drawing/2014/main" id="{0851EE68-7865-42A4-80C7-AFC5D31E9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273" y="1383506"/>
            <a:ext cx="418383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Arial" panose="020B0604020202020204" pitchFamily="34" charset="0"/>
              </a:rPr>
              <a:t>Eol</a:t>
            </a:r>
          </a:p>
        </p:txBody>
      </p:sp>
      <p:sp>
        <p:nvSpPr>
          <p:cNvPr id="214037" name="AutoShape 21">
            <a:extLst>
              <a:ext uri="{FF2B5EF4-FFF2-40B4-BE49-F238E27FC236}">
                <a16:creationId xmlns:a16="http://schemas.microsoft.com/office/drawing/2014/main" id="{1C2412F4-8183-4D73-82BF-9FF625AD21A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519363" y="2787253"/>
            <a:ext cx="3546872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69" name="Rectangle 23">
            <a:extLst>
              <a:ext uri="{FF2B5EF4-FFF2-40B4-BE49-F238E27FC236}">
                <a16:creationId xmlns:a16="http://schemas.microsoft.com/office/drawing/2014/main" id="{91537F61-6906-426C-909A-8EE4259B5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394" y="2803922"/>
            <a:ext cx="41678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state</a:t>
            </a:r>
            <a:endParaRPr lang="en-US" altLang="zh-TW" sz="1500">
              <a:solidFill>
                <a:schemeClr val="accent2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7670" name="Rectangle 24">
            <a:extLst>
              <a:ext uri="{FF2B5EF4-FFF2-40B4-BE49-F238E27FC236}">
                <a16:creationId xmlns:a16="http://schemas.microsoft.com/office/drawing/2014/main" id="{E0CC7018-6C7E-4259-8F22-C14F15B07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2803922"/>
            <a:ext cx="80310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character</a:t>
            </a:r>
            <a:endParaRPr lang="en-US" altLang="zh-TW" sz="1500">
              <a:solidFill>
                <a:schemeClr val="accent2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7671" name="Rectangle 25">
            <a:extLst>
              <a:ext uri="{FF2B5EF4-FFF2-40B4-BE49-F238E27FC236}">
                <a16:creationId xmlns:a16="http://schemas.microsoft.com/office/drawing/2014/main" id="{47E44813-5BF5-4E27-BE68-FA2AD2F78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2787254"/>
            <a:ext cx="8334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672" name="Line 26">
            <a:extLst>
              <a:ext uri="{FF2B5EF4-FFF2-40B4-BE49-F238E27FC236}">
                <a16:creationId xmlns:a16="http://schemas.microsoft.com/office/drawing/2014/main" id="{E9112A46-86C1-46DB-8046-54A465D249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2787254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73" name="Line 27">
            <a:extLst>
              <a:ext uri="{FF2B5EF4-FFF2-40B4-BE49-F238E27FC236}">
                <a16:creationId xmlns:a16="http://schemas.microsoft.com/office/drawing/2014/main" id="{C8FC30C6-68B8-470D-9355-76548E6E3D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2787254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74" name="Rectangle 28">
            <a:extLst>
              <a:ext uri="{FF2B5EF4-FFF2-40B4-BE49-F238E27FC236}">
                <a16:creationId xmlns:a16="http://schemas.microsoft.com/office/drawing/2014/main" id="{3FB5B81B-D547-420C-9FBE-E50C7A50C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2787254"/>
            <a:ext cx="8334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675" name="Line 29">
            <a:extLst>
              <a:ext uri="{FF2B5EF4-FFF2-40B4-BE49-F238E27FC236}">
                <a16:creationId xmlns:a16="http://schemas.microsoft.com/office/drawing/2014/main" id="{5FA0D415-CC16-4A71-8D53-91661AB6F6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2787254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76" name="Line 30">
            <a:extLst>
              <a:ext uri="{FF2B5EF4-FFF2-40B4-BE49-F238E27FC236}">
                <a16:creationId xmlns:a16="http://schemas.microsoft.com/office/drawing/2014/main" id="{83C3662A-6799-4F9D-A3BE-F7D463BFE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2787254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77" name="Rectangle 31">
            <a:extLst>
              <a:ext uri="{FF2B5EF4-FFF2-40B4-BE49-F238E27FC236}">
                <a16:creationId xmlns:a16="http://schemas.microsoft.com/office/drawing/2014/main" id="{10CA1815-90EF-4954-B967-208A2D3F4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613" y="2787254"/>
            <a:ext cx="858441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678" name="Line 32">
            <a:extLst>
              <a:ext uri="{FF2B5EF4-FFF2-40B4-BE49-F238E27FC236}">
                <a16:creationId xmlns:a16="http://schemas.microsoft.com/office/drawing/2014/main" id="{60B9D563-337B-4B22-9560-5DBA6778A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4613" y="2787254"/>
            <a:ext cx="85844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79" name="Rectangle 33">
            <a:extLst>
              <a:ext uri="{FF2B5EF4-FFF2-40B4-BE49-F238E27FC236}">
                <a16:creationId xmlns:a16="http://schemas.microsoft.com/office/drawing/2014/main" id="{A95A3184-2F2A-4CF7-B0C4-9212FFF1A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2787254"/>
            <a:ext cx="8334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680" name="Line 34">
            <a:extLst>
              <a:ext uri="{FF2B5EF4-FFF2-40B4-BE49-F238E27FC236}">
                <a16:creationId xmlns:a16="http://schemas.microsoft.com/office/drawing/2014/main" id="{0DA241EC-5820-47F1-8A20-1FA27D42BF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2787254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81" name="Line 35">
            <a:extLst>
              <a:ext uri="{FF2B5EF4-FFF2-40B4-BE49-F238E27FC236}">
                <a16:creationId xmlns:a16="http://schemas.microsoft.com/office/drawing/2014/main" id="{58E3EE84-69E5-48F7-9407-10F7D59687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2787254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82" name="Rectangle 36">
            <a:extLst>
              <a:ext uri="{FF2B5EF4-FFF2-40B4-BE49-F238E27FC236}">
                <a16:creationId xmlns:a16="http://schemas.microsoft.com/office/drawing/2014/main" id="{73948B76-E740-4901-BCA6-E4BC9AEE3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8" y="2787254"/>
            <a:ext cx="2532460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683" name="Line 37">
            <a:extLst>
              <a:ext uri="{FF2B5EF4-FFF2-40B4-BE49-F238E27FC236}">
                <a16:creationId xmlns:a16="http://schemas.microsoft.com/office/drawing/2014/main" id="{49ECEB07-7261-40BA-9D52-CBBDAD277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1388" y="2787254"/>
            <a:ext cx="2532460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84" name="Rectangle 38">
            <a:extLst>
              <a:ext uri="{FF2B5EF4-FFF2-40B4-BE49-F238E27FC236}">
                <a16:creationId xmlns:a16="http://schemas.microsoft.com/office/drawing/2014/main" id="{209BD8AB-B923-489A-9AD0-F0A7B4401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2787254"/>
            <a:ext cx="7144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685" name="Line 39">
            <a:extLst>
              <a:ext uri="{FF2B5EF4-FFF2-40B4-BE49-F238E27FC236}">
                <a16:creationId xmlns:a16="http://schemas.microsoft.com/office/drawing/2014/main" id="{2B5C08D9-EA71-4D4E-83DC-05DD6801CB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8" y="2787254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86" name="Line 40">
            <a:extLst>
              <a:ext uri="{FF2B5EF4-FFF2-40B4-BE49-F238E27FC236}">
                <a16:creationId xmlns:a16="http://schemas.microsoft.com/office/drawing/2014/main" id="{F3B1DC79-0065-4A07-8153-EF77E85C4E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2787254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87" name="Rectangle 41">
            <a:extLst>
              <a:ext uri="{FF2B5EF4-FFF2-40B4-BE49-F238E27FC236}">
                <a16:creationId xmlns:a16="http://schemas.microsoft.com/office/drawing/2014/main" id="{F9A01FD3-D2BF-4C98-84AB-14B2266D2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2787254"/>
            <a:ext cx="7144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688" name="Line 42">
            <a:extLst>
              <a:ext uri="{FF2B5EF4-FFF2-40B4-BE49-F238E27FC236}">
                <a16:creationId xmlns:a16="http://schemas.microsoft.com/office/drawing/2014/main" id="{E9FD828F-E5CC-4617-B69C-907C9B6215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8" y="2787254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89" name="Line 43">
            <a:extLst>
              <a:ext uri="{FF2B5EF4-FFF2-40B4-BE49-F238E27FC236}">
                <a16:creationId xmlns:a16="http://schemas.microsoft.com/office/drawing/2014/main" id="{8CFF0121-2544-4CF0-B466-AFA8F3C7AF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2787254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90" name="Rectangle 44">
            <a:extLst>
              <a:ext uri="{FF2B5EF4-FFF2-40B4-BE49-F238E27FC236}">
                <a16:creationId xmlns:a16="http://schemas.microsoft.com/office/drawing/2014/main" id="{D80D1737-0FFA-4313-842B-3844068F1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2795588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691" name="Line 45">
            <a:extLst>
              <a:ext uri="{FF2B5EF4-FFF2-40B4-BE49-F238E27FC236}">
                <a16:creationId xmlns:a16="http://schemas.microsoft.com/office/drawing/2014/main" id="{5D7C81D1-8F3B-4178-8CB0-458B1FB5C3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2795588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92" name="Rectangle 46">
            <a:extLst>
              <a:ext uri="{FF2B5EF4-FFF2-40B4-BE49-F238E27FC236}">
                <a16:creationId xmlns:a16="http://schemas.microsoft.com/office/drawing/2014/main" id="{75908E26-E813-463D-AFC8-3ED5B016D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2795588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693" name="Line 47">
            <a:extLst>
              <a:ext uri="{FF2B5EF4-FFF2-40B4-BE49-F238E27FC236}">
                <a16:creationId xmlns:a16="http://schemas.microsoft.com/office/drawing/2014/main" id="{D8714C09-73E2-4AFF-BD90-2560EFBDA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2795588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94" name="Rectangle 48">
            <a:extLst>
              <a:ext uri="{FF2B5EF4-FFF2-40B4-BE49-F238E27FC236}">
                <a16:creationId xmlns:a16="http://schemas.microsoft.com/office/drawing/2014/main" id="{DD103B3E-F584-4B0F-ACF8-BB7E665B2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795588"/>
            <a:ext cx="714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695" name="Line 49">
            <a:extLst>
              <a:ext uri="{FF2B5EF4-FFF2-40B4-BE49-F238E27FC236}">
                <a16:creationId xmlns:a16="http://schemas.microsoft.com/office/drawing/2014/main" id="{19B9B16A-1222-4D24-91A0-040FB1A38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2795588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96" name="Rectangle 50">
            <a:extLst>
              <a:ext uri="{FF2B5EF4-FFF2-40B4-BE49-F238E27FC236}">
                <a16:creationId xmlns:a16="http://schemas.microsoft.com/office/drawing/2014/main" id="{EDD68B7D-28E6-4BA9-9C76-6D6A5738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2795588"/>
            <a:ext cx="714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697" name="Line 51">
            <a:extLst>
              <a:ext uri="{FF2B5EF4-FFF2-40B4-BE49-F238E27FC236}">
                <a16:creationId xmlns:a16="http://schemas.microsoft.com/office/drawing/2014/main" id="{1C0CF2B5-FC34-4718-8931-AFAE3B795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2795588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698" name="Rectangle 52">
            <a:extLst>
              <a:ext uri="{FF2B5EF4-FFF2-40B4-BE49-F238E27FC236}">
                <a16:creationId xmlns:a16="http://schemas.microsoft.com/office/drawing/2014/main" id="{D0CCECB7-2D82-4928-829F-690ABF616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844" y="3089672"/>
            <a:ext cx="6412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-</a:t>
            </a:r>
            <a:endParaRPr lang="en-US" altLang="zh-TW" sz="1500">
              <a:solidFill>
                <a:schemeClr val="accent2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7699" name="Rectangle 53">
            <a:extLst>
              <a:ext uri="{FF2B5EF4-FFF2-40B4-BE49-F238E27FC236}">
                <a16:creationId xmlns:a16="http://schemas.microsoft.com/office/drawing/2014/main" id="{037CA0C8-874F-4195-A098-BECAB9664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3604" y="3089672"/>
            <a:ext cx="27892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Eol</a:t>
            </a:r>
            <a:endParaRPr lang="en-US" altLang="zh-TW" sz="1500">
              <a:solidFill>
                <a:schemeClr val="accent2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7700" name="Rectangle 54">
            <a:extLst>
              <a:ext uri="{FF2B5EF4-FFF2-40B4-BE49-F238E27FC236}">
                <a16:creationId xmlns:a16="http://schemas.microsoft.com/office/drawing/2014/main" id="{A00FEFC1-828B-43A3-98DF-82410CEE6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0" y="3089672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a</a:t>
            </a:r>
            <a:endParaRPr lang="en-US" altLang="zh-TW" sz="1500">
              <a:solidFill>
                <a:schemeClr val="accent2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7701" name="Rectangle 55">
            <a:extLst>
              <a:ext uri="{FF2B5EF4-FFF2-40B4-BE49-F238E27FC236}">
                <a16:creationId xmlns:a16="http://schemas.microsoft.com/office/drawing/2014/main" id="{59B3BF8A-4019-4446-A71D-BA15B8B3F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362" y="3089672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b</a:t>
            </a:r>
            <a:endParaRPr lang="en-US" altLang="zh-TW" sz="1500">
              <a:solidFill>
                <a:schemeClr val="accent2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7702" name="Rectangle 56">
            <a:extLst>
              <a:ext uri="{FF2B5EF4-FFF2-40B4-BE49-F238E27FC236}">
                <a16:creationId xmlns:a16="http://schemas.microsoft.com/office/drawing/2014/main" id="{B12E12CA-24BE-44A3-99EE-F18FD6529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75" y="3089672"/>
            <a:ext cx="15869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...</a:t>
            </a:r>
            <a:endParaRPr lang="en-US" altLang="zh-TW" sz="1500">
              <a:solidFill>
                <a:schemeClr val="accent2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7703" name="Rectangle 57">
            <a:extLst>
              <a:ext uri="{FF2B5EF4-FFF2-40B4-BE49-F238E27FC236}">
                <a16:creationId xmlns:a16="http://schemas.microsoft.com/office/drawing/2014/main" id="{E8DA36D8-9034-42BA-9A9F-53E6A1A79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3071813"/>
            <a:ext cx="833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04" name="Line 58">
            <a:extLst>
              <a:ext uri="{FF2B5EF4-FFF2-40B4-BE49-F238E27FC236}">
                <a16:creationId xmlns:a16="http://schemas.microsoft.com/office/drawing/2014/main" id="{80B317FB-29E3-4A15-868C-28725694A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3071813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05" name="Line 59">
            <a:extLst>
              <a:ext uri="{FF2B5EF4-FFF2-40B4-BE49-F238E27FC236}">
                <a16:creationId xmlns:a16="http://schemas.microsoft.com/office/drawing/2014/main" id="{B1232B39-9C7E-44B9-B090-840B90DA8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3071813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06" name="Rectangle 60">
            <a:extLst>
              <a:ext uri="{FF2B5EF4-FFF2-40B4-BE49-F238E27FC236}">
                <a16:creationId xmlns:a16="http://schemas.microsoft.com/office/drawing/2014/main" id="{CC27A118-10F7-4438-8BD2-E1CE7CEB5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071813"/>
            <a:ext cx="714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07" name="Line 61">
            <a:extLst>
              <a:ext uri="{FF2B5EF4-FFF2-40B4-BE49-F238E27FC236}">
                <a16:creationId xmlns:a16="http://schemas.microsoft.com/office/drawing/2014/main" id="{02A38B6F-8DC9-4974-9122-EC12B14151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3071813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08" name="Line 62">
            <a:extLst>
              <a:ext uri="{FF2B5EF4-FFF2-40B4-BE49-F238E27FC236}">
                <a16:creationId xmlns:a16="http://schemas.microsoft.com/office/drawing/2014/main" id="{75909AEC-24AA-4C65-A401-C7AF9CD3BE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3071813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09" name="Rectangle 63">
            <a:extLst>
              <a:ext uri="{FF2B5EF4-FFF2-40B4-BE49-F238E27FC236}">
                <a16:creationId xmlns:a16="http://schemas.microsoft.com/office/drawing/2014/main" id="{EB30DC8A-E14A-4D04-A6D4-485BAD5DF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3071813"/>
            <a:ext cx="833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10" name="Line 64">
            <a:extLst>
              <a:ext uri="{FF2B5EF4-FFF2-40B4-BE49-F238E27FC236}">
                <a16:creationId xmlns:a16="http://schemas.microsoft.com/office/drawing/2014/main" id="{8BC933DA-B4EE-4282-AD7E-CE5673EE8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071813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11" name="Line 65">
            <a:extLst>
              <a:ext uri="{FF2B5EF4-FFF2-40B4-BE49-F238E27FC236}">
                <a16:creationId xmlns:a16="http://schemas.microsoft.com/office/drawing/2014/main" id="{89AC7647-F1FF-4E93-904A-86E077C1A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071813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12" name="Rectangle 66">
            <a:extLst>
              <a:ext uri="{FF2B5EF4-FFF2-40B4-BE49-F238E27FC236}">
                <a16:creationId xmlns:a16="http://schemas.microsoft.com/office/drawing/2014/main" id="{7D9BE3D7-0AC3-4C71-88C4-502BC18D8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056" y="3071813"/>
            <a:ext cx="49053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13" name="Line 67">
            <a:extLst>
              <a:ext uri="{FF2B5EF4-FFF2-40B4-BE49-F238E27FC236}">
                <a16:creationId xmlns:a16="http://schemas.microsoft.com/office/drawing/2014/main" id="{973D84D5-34B1-4F86-A5FB-D97C23C8CE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8056" y="3071813"/>
            <a:ext cx="490538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14" name="Rectangle 68">
            <a:extLst>
              <a:ext uri="{FF2B5EF4-FFF2-40B4-BE49-F238E27FC236}">
                <a16:creationId xmlns:a16="http://schemas.microsoft.com/office/drawing/2014/main" id="{FA4332A3-9465-4C77-999B-FC12BB45A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4" y="3071813"/>
            <a:ext cx="714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15" name="Line 69">
            <a:extLst>
              <a:ext uri="{FF2B5EF4-FFF2-40B4-BE49-F238E27FC236}">
                <a16:creationId xmlns:a16="http://schemas.microsoft.com/office/drawing/2014/main" id="{4D74D013-032B-4A5C-A322-436623B7C9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3071813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16" name="Line 70">
            <a:extLst>
              <a:ext uri="{FF2B5EF4-FFF2-40B4-BE49-F238E27FC236}">
                <a16:creationId xmlns:a16="http://schemas.microsoft.com/office/drawing/2014/main" id="{0B1D0339-6690-4C54-AB00-182A212C17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3071813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17" name="Rectangle 71">
            <a:extLst>
              <a:ext uri="{FF2B5EF4-FFF2-40B4-BE49-F238E27FC236}">
                <a16:creationId xmlns:a16="http://schemas.microsoft.com/office/drawing/2014/main" id="{87ECBB3C-29F3-49F4-A68B-14B284D86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071813"/>
            <a:ext cx="497681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18" name="Line 72">
            <a:extLst>
              <a:ext uri="{FF2B5EF4-FFF2-40B4-BE49-F238E27FC236}">
                <a16:creationId xmlns:a16="http://schemas.microsoft.com/office/drawing/2014/main" id="{466AB2AB-F36C-4233-A21B-98DE2B010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3071813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19" name="Rectangle 73">
            <a:extLst>
              <a:ext uri="{FF2B5EF4-FFF2-40B4-BE49-F238E27FC236}">
                <a16:creationId xmlns:a16="http://schemas.microsoft.com/office/drawing/2014/main" id="{AD291171-D425-463F-9A2E-0C83B294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19" y="3071813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20" name="Line 74">
            <a:extLst>
              <a:ext uri="{FF2B5EF4-FFF2-40B4-BE49-F238E27FC236}">
                <a16:creationId xmlns:a16="http://schemas.microsoft.com/office/drawing/2014/main" id="{D443AD5F-3468-4682-BB60-60F01881C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3071813"/>
            <a:ext cx="952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21" name="Line 75">
            <a:extLst>
              <a:ext uri="{FF2B5EF4-FFF2-40B4-BE49-F238E27FC236}">
                <a16:creationId xmlns:a16="http://schemas.microsoft.com/office/drawing/2014/main" id="{83760F28-D4C4-431F-9313-ABF2768939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3071813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22" name="Rectangle 76">
            <a:extLst>
              <a:ext uri="{FF2B5EF4-FFF2-40B4-BE49-F238E27FC236}">
                <a16:creationId xmlns:a16="http://schemas.microsoft.com/office/drawing/2014/main" id="{3580D066-1178-4321-8F7C-B45CCE077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944" y="3071813"/>
            <a:ext cx="497681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23" name="Line 77">
            <a:extLst>
              <a:ext uri="{FF2B5EF4-FFF2-40B4-BE49-F238E27FC236}">
                <a16:creationId xmlns:a16="http://schemas.microsoft.com/office/drawing/2014/main" id="{65746191-754B-4B93-894C-917451D874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2944" y="3071813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24" name="Rectangle 78">
            <a:extLst>
              <a:ext uri="{FF2B5EF4-FFF2-40B4-BE49-F238E27FC236}">
                <a16:creationId xmlns:a16="http://schemas.microsoft.com/office/drawing/2014/main" id="{2A4DDDC3-D737-47C5-ACA3-46990C8DA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3071813"/>
            <a:ext cx="833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25" name="Line 79">
            <a:extLst>
              <a:ext uri="{FF2B5EF4-FFF2-40B4-BE49-F238E27FC236}">
                <a16:creationId xmlns:a16="http://schemas.microsoft.com/office/drawing/2014/main" id="{1B38F125-F9AC-4403-967C-B5DBCF16ED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0625" y="3071813"/>
            <a:ext cx="833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26" name="Line 80">
            <a:extLst>
              <a:ext uri="{FF2B5EF4-FFF2-40B4-BE49-F238E27FC236}">
                <a16:creationId xmlns:a16="http://schemas.microsoft.com/office/drawing/2014/main" id="{D5E7F418-DFAC-4CEE-89DF-71C51AD33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0625" y="3071813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27" name="Rectangle 81">
            <a:extLst>
              <a:ext uri="{FF2B5EF4-FFF2-40B4-BE49-F238E27FC236}">
                <a16:creationId xmlns:a16="http://schemas.microsoft.com/office/drawing/2014/main" id="{24B9FA93-B8C8-43A4-B8C9-B67CCF87F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960" y="3071813"/>
            <a:ext cx="497681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28" name="Line 82">
            <a:extLst>
              <a:ext uri="{FF2B5EF4-FFF2-40B4-BE49-F238E27FC236}">
                <a16:creationId xmlns:a16="http://schemas.microsoft.com/office/drawing/2014/main" id="{64FC137E-D322-4F94-9462-72EE178F4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8960" y="3071813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29" name="Rectangle 83">
            <a:extLst>
              <a:ext uri="{FF2B5EF4-FFF2-40B4-BE49-F238E27FC236}">
                <a16:creationId xmlns:a16="http://schemas.microsoft.com/office/drawing/2014/main" id="{C037A08D-0291-4504-A411-AD5217491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641" y="3071813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30" name="Line 84">
            <a:extLst>
              <a:ext uri="{FF2B5EF4-FFF2-40B4-BE49-F238E27FC236}">
                <a16:creationId xmlns:a16="http://schemas.microsoft.com/office/drawing/2014/main" id="{320E5425-CE28-44E1-8040-005233E445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3071813"/>
            <a:ext cx="952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31" name="Line 85">
            <a:extLst>
              <a:ext uri="{FF2B5EF4-FFF2-40B4-BE49-F238E27FC236}">
                <a16:creationId xmlns:a16="http://schemas.microsoft.com/office/drawing/2014/main" id="{4CD17888-2CBA-4D7B-AE9F-ED04FCBF5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3071813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32" name="Rectangle 86">
            <a:extLst>
              <a:ext uri="{FF2B5EF4-FFF2-40B4-BE49-F238E27FC236}">
                <a16:creationId xmlns:a16="http://schemas.microsoft.com/office/drawing/2014/main" id="{0B57E76D-C7FF-464D-BB45-DD7D9684C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167" y="3071813"/>
            <a:ext cx="497681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33" name="Line 87">
            <a:extLst>
              <a:ext uri="{FF2B5EF4-FFF2-40B4-BE49-F238E27FC236}">
                <a16:creationId xmlns:a16="http://schemas.microsoft.com/office/drawing/2014/main" id="{A9BC531B-65AB-4FAB-BA10-199578B825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6167" y="3071813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34" name="Rectangle 88">
            <a:extLst>
              <a:ext uri="{FF2B5EF4-FFF2-40B4-BE49-F238E27FC236}">
                <a16:creationId xmlns:a16="http://schemas.microsoft.com/office/drawing/2014/main" id="{6E32BD50-6D24-4D6F-B8BE-3DEE69F53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3071813"/>
            <a:ext cx="714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35" name="Line 89">
            <a:extLst>
              <a:ext uri="{FF2B5EF4-FFF2-40B4-BE49-F238E27FC236}">
                <a16:creationId xmlns:a16="http://schemas.microsoft.com/office/drawing/2014/main" id="{D4124753-FAE4-4104-BA8F-8A50F325C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8" y="3071813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36" name="Line 90">
            <a:extLst>
              <a:ext uri="{FF2B5EF4-FFF2-40B4-BE49-F238E27FC236}">
                <a16:creationId xmlns:a16="http://schemas.microsoft.com/office/drawing/2014/main" id="{9186B05A-2144-4CFA-A42F-D5F78019E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3071813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37" name="Rectangle 91">
            <a:extLst>
              <a:ext uri="{FF2B5EF4-FFF2-40B4-BE49-F238E27FC236}">
                <a16:creationId xmlns:a16="http://schemas.microsoft.com/office/drawing/2014/main" id="{E0DA806A-2573-45CD-B0B0-90AF802A2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3081338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38" name="Line 92">
            <a:extLst>
              <a:ext uri="{FF2B5EF4-FFF2-40B4-BE49-F238E27FC236}">
                <a16:creationId xmlns:a16="http://schemas.microsoft.com/office/drawing/2014/main" id="{13DDA59E-5420-4E6C-B86F-DF1CFD0048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3081338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39" name="Rectangle 93">
            <a:extLst>
              <a:ext uri="{FF2B5EF4-FFF2-40B4-BE49-F238E27FC236}">
                <a16:creationId xmlns:a16="http://schemas.microsoft.com/office/drawing/2014/main" id="{A6D28E5A-3DDF-4602-A9D7-13F644C34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3081338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40" name="Line 94">
            <a:extLst>
              <a:ext uri="{FF2B5EF4-FFF2-40B4-BE49-F238E27FC236}">
                <a16:creationId xmlns:a16="http://schemas.microsoft.com/office/drawing/2014/main" id="{794860CE-C9E2-4258-9704-6C5A0BB83E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081338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41" name="Rectangle 95">
            <a:extLst>
              <a:ext uri="{FF2B5EF4-FFF2-40B4-BE49-F238E27FC236}">
                <a16:creationId xmlns:a16="http://schemas.microsoft.com/office/drawing/2014/main" id="{1F186586-A613-40B7-B63D-96E27307A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081338"/>
            <a:ext cx="714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42" name="Line 96">
            <a:extLst>
              <a:ext uri="{FF2B5EF4-FFF2-40B4-BE49-F238E27FC236}">
                <a16:creationId xmlns:a16="http://schemas.microsoft.com/office/drawing/2014/main" id="{5AB903E7-CF73-4182-8558-18400AF90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3081338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43" name="Rectangle 97">
            <a:extLst>
              <a:ext uri="{FF2B5EF4-FFF2-40B4-BE49-F238E27FC236}">
                <a16:creationId xmlns:a16="http://schemas.microsoft.com/office/drawing/2014/main" id="{B6B666B1-E828-42AE-AA71-D3850A544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4" y="3081338"/>
            <a:ext cx="714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44" name="Line 98">
            <a:extLst>
              <a:ext uri="{FF2B5EF4-FFF2-40B4-BE49-F238E27FC236}">
                <a16:creationId xmlns:a16="http://schemas.microsoft.com/office/drawing/2014/main" id="{1E166EBC-709C-4436-9834-9F0394FFA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3081338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45" name="Rectangle 99">
            <a:extLst>
              <a:ext uri="{FF2B5EF4-FFF2-40B4-BE49-F238E27FC236}">
                <a16:creationId xmlns:a16="http://schemas.microsoft.com/office/drawing/2014/main" id="{9284AA06-23D7-4798-8CB0-68A4121A4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19" y="3081338"/>
            <a:ext cx="9525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46" name="Line 100">
            <a:extLst>
              <a:ext uri="{FF2B5EF4-FFF2-40B4-BE49-F238E27FC236}">
                <a16:creationId xmlns:a16="http://schemas.microsoft.com/office/drawing/2014/main" id="{6D4253E2-7F6F-4E32-80F7-709FED457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3081338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47" name="Rectangle 101">
            <a:extLst>
              <a:ext uri="{FF2B5EF4-FFF2-40B4-BE49-F238E27FC236}">
                <a16:creationId xmlns:a16="http://schemas.microsoft.com/office/drawing/2014/main" id="{C84AFB8F-4492-4A97-832E-EB9F9862B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3081338"/>
            <a:ext cx="8335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48" name="Line 102">
            <a:extLst>
              <a:ext uri="{FF2B5EF4-FFF2-40B4-BE49-F238E27FC236}">
                <a16:creationId xmlns:a16="http://schemas.microsoft.com/office/drawing/2014/main" id="{4BB3161F-6DE0-4EAF-92A3-03FA7E8C21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0625" y="3081338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49" name="Rectangle 103">
            <a:extLst>
              <a:ext uri="{FF2B5EF4-FFF2-40B4-BE49-F238E27FC236}">
                <a16:creationId xmlns:a16="http://schemas.microsoft.com/office/drawing/2014/main" id="{297CAB11-F1F4-4D57-868B-F65234C1A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641" y="3081338"/>
            <a:ext cx="9525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50" name="Line 104">
            <a:extLst>
              <a:ext uri="{FF2B5EF4-FFF2-40B4-BE49-F238E27FC236}">
                <a16:creationId xmlns:a16="http://schemas.microsoft.com/office/drawing/2014/main" id="{AF42F737-9A22-4D2C-8119-966C6904B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3081338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51" name="Rectangle 105">
            <a:extLst>
              <a:ext uri="{FF2B5EF4-FFF2-40B4-BE49-F238E27FC236}">
                <a16:creationId xmlns:a16="http://schemas.microsoft.com/office/drawing/2014/main" id="{A95BD429-6108-44CA-8002-A2B2D6EA4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3081338"/>
            <a:ext cx="714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52" name="Line 106">
            <a:extLst>
              <a:ext uri="{FF2B5EF4-FFF2-40B4-BE49-F238E27FC236}">
                <a16:creationId xmlns:a16="http://schemas.microsoft.com/office/drawing/2014/main" id="{FC6739B4-C7ED-44E5-9557-1D3E1E543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3081338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53" name="Rectangle 107">
            <a:extLst>
              <a:ext uri="{FF2B5EF4-FFF2-40B4-BE49-F238E27FC236}">
                <a16:creationId xmlns:a16="http://schemas.microsoft.com/office/drawing/2014/main" id="{90092BB5-A741-442F-AD02-6F5CC6AE1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7753" y="3390900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1</a:t>
            </a:r>
            <a:endParaRPr lang="en-US" altLang="zh-TW" sz="1500">
              <a:solidFill>
                <a:schemeClr val="accent2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14124" name="Rectangle 108">
            <a:extLst>
              <a:ext uri="{FF2B5EF4-FFF2-40B4-BE49-F238E27FC236}">
                <a16:creationId xmlns:a16="http://schemas.microsoft.com/office/drawing/2014/main" id="{31C77C26-8654-42F4-96C0-A559563DF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841" y="3390900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2</a:t>
            </a:r>
          </a:p>
        </p:txBody>
      </p:sp>
      <p:sp>
        <p:nvSpPr>
          <p:cNvPr id="27755" name="Rectangle 109">
            <a:extLst>
              <a:ext uri="{FF2B5EF4-FFF2-40B4-BE49-F238E27FC236}">
                <a16:creationId xmlns:a16="http://schemas.microsoft.com/office/drawing/2014/main" id="{A4AF229A-8384-4DF0-88D0-2C3B8125E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3357563"/>
            <a:ext cx="8334" cy="2619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56" name="Line 110">
            <a:extLst>
              <a:ext uri="{FF2B5EF4-FFF2-40B4-BE49-F238E27FC236}">
                <a16:creationId xmlns:a16="http://schemas.microsoft.com/office/drawing/2014/main" id="{53AAC81C-A132-46B9-BD8B-2279D999E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3357563"/>
            <a:ext cx="0" cy="2619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57" name="Rectangle 111">
            <a:extLst>
              <a:ext uri="{FF2B5EF4-FFF2-40B4-BE49-F238E27FC236}">
                <a16:creationId xmlns:a16="http://schemas.microsoft.com/office/drawing/2014/main" id="{7BF03ABC-2F2E-4B31-B863-E5744A620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613" y="3357563"/>
            <a:ext cx="858441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58" name="Line 112">
            <a:extLst>
              <a:ext uri="{FF2B5EF4-FFF2-40B4-BE49-F238E27FC236}">
                <a16:creationId xmlns:a16="http://schemas.microsoft.com/office/drawing/2014/main" id="{47393D54-BC28-4DDE-9E77-9B643E6D2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4613" y="3357563"/>
            <a:ext cx="85844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59" name="Rectangle 113">
            <a:extLst>
              <a:ext uri="{FF2B5EF4-FFF2-40B4-BE49-F238E27FC236}">
                <a16:creationId xmlns:a16="http://schemas.microsoft.com/office/drawing/2014/main" id="{692C5D3E-B9C3-4D67-B9F8-1E044EC5F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613" y="3374231"/>
            <a:ext cx="858441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60" name="Line 114">
            <a:extLst>
              <a:ext uri="{FF2B5EF4-FFF2-40B4-BE49-F238E27FC236}">
                <a16:creationId xmlns:a16="http://schemas.microsoft.com/office/drawing/2014/main" id="{53AFEF01-D625-4C5C-8B24-C28460210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4613" y="3374231"/>
            <a:ext cx="85844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61" name="Rectangle 115">
            <a:extLst>
              <a:ext uri="{FF2B5EF4-FFF2-40B4-BE49-F238E27FC236}">
                <a16:creationId xmlns:a16="http://schemas.microsoft.com/office/drawing/2014/main" id="{36CF76FC-6BD4-440E-BD43-F1CDFA0B9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3357563"/>
            <a:ext cx="8334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62" name="Line 116">
            <a:extLst>
              <a:ext uri="{FF2B5EF4-FFF2-40B4-BE49-F238E27FC236}">
                <a16:creationId xmlns:a16="http://schemas.microsoft.com/office/drawing/2014/main" id="{AA5E07CC-72E9-4F9B-82A4-87AAF43512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357563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63" name="Line 117">
            <a:extLst>
              <a:ext uri="{FF2B5EF4-FFF2-40B4-BE49-F238E27FC236}">
                <a16:creationId xmlns:a16="http://schemas.microsoft.com/office/drawing/2014/main" id="{806BEED3-1683-4253-841F-EFFFCB60E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357563"/>
            <a:ext cx="0" cy="8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64" name="Rectangle 118">
            <a:extLst>
              <a:ext uri="{FF2B5EF4-FFF2-40B4-BE49-F238E27FC236}">
                <a16:creationId xmlns:a16="http://schemas.microsoft.com/office/drawing/2014/main" id="{6A8F7BDA-6F2E-4FF5-8F68-324E86F07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3374231"/>
            <a:ext cx="833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65" name="Line 119">
            <a:extLst>
              <a:ext uri="{FF2B5EF4-FFF2-40B4-BE49-F238E27FC236}">
                <a16:creationId xmlns:a16="http://schemas.microsoft.com/office/drawing/2014/main" id="{CC23AFF9-AE84-4D6E-9244-DDB4DC5D3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37423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66" name="Line 120">
            <a:extLst>
              <a:ext uri="{FF2B5EF4-FFF2-40B4-BE49-F238E27FC236}">
                <a16:creationId xmlns:a16="http://schemas.microsoft.com/office/drawing/2014/main" id="{CF9E06E3-59DB-49ED-93CE-E67119D84B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374231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67" name="Rectangle 121">
            <a:extLst>
              <a:ext uri="{FF2B5EF4-FFF2-40B4-BE49-F238E27FC236}">
                <a16:creationId xmlns:a16="http://schemas.microsoft.com/office/drawing/2014/main" id="{A6D4A980-03A1-4A07-A6CD-D146EE11C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357563"/>
            <a:ext cx="7144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68" name="Line 122">
            <a:extLst>
              <a:ext uri="{FF2B5EF4-FFF2-40B4-BE49-F238E27FC236}">
                <a16:creationId xmlns:a16="http://schemas.microsoft.com/office/drawing/2014/main" id="{E13F6107-4025-464F-9673-C42010CBB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3357563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69" name="Line 123">
            <a:extLst>
              <a:ext uri="{FF2B5EF4-FFF2-40B4-BE49-F238E27FC236}">
                <a16:creationId xmlns:a16="http://schemas.microsoft.com/office/drawing/2014/main" id="{F9FC2074-AED8-4612-A4A7-48DFB8CC96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3357563"/>
            <a:ext cx="0" cy="8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70" name="Rectangle 124">
            <a:extLst>
              <a:ext uri="{FF2B5EF4-FFF2-40B4-BE49-F238E27FC236}">
                <a16:creationId xmlns:a16="http://schemas.microsoft.com/office/drawing/2014/main" id="{81D45957-8E0A-4348-9ED6-47765CFEC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374231"/>
            <a:ext cx="714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71" name="Line 125">
            <a:extLst>
              <a:ext uri="{FF2B5EF4-FFF2-40B4-BE49-F238E27FC236}">
                <a16:creationId xmlns:a16="http://schemas.microsoft.com/office/drawing/2014/main" id="{61F6FE6F-2701-460B-9AC4-3B9B955CE5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3374231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72" name="Line 126">
            <a:extLst>
              <a:ext uri="{FF2B5EF4-FFF2-40B4-BE49-F238E27FC236}">
                <a16:creationId xmlns:a16="http://schemas.microsoft.com/office/drawing/2014/main" id="{DE33A101-40B3-4328-BC34-DF230D5A6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3374231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73" name="Rectangle 127">
            <a:extLst>
              <a:ext uri="{FF2B5EF4-FFF2-40B4-BE49-F238E27FC236}">
                <a16:creationId xmlns:a16="http://schemas.microsoft.com/office/drawing/2014/main" id="{989E38AF-83BB-448D-B1D7-80A90AD41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056" y="3357563"/>
            <a:ext cx="490538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74" name="Line 128">
            <a:extLst>
              <a:ext uri="{FF2B5EF4-FFF2-40B4-BE49-F238E27FC236}">
                <a16:creationId xmlns:a16="http://schemas.microsoft.com/office/drawing/2014/main" id="{82EAB6C1-A116-4A60-9C34-D94735017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8056" y="3357563"/>
            <a:ext cx="490538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75" name="Rectangle 129">
            <a:extLst>
              <a:ext uri="{FF2B5EF4-FFF2-40B4-BE49-F238E27FC236}">
                <a16:creationId xmlns:a16="http://schemas.microsoft.com/office/drawing/2014/main" id="{6B634E75-B222-48B9-9B39-C899A2480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056" y="3374231"/>
            <a:ext cx="49053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76" name="Line 130">
            <a:extLst>
              <a:ext uri="{FF2B5EF4-FFF2-40B4-BE49-F238E27FC236}">
                <a16:creationId xmlns:a16="http://schemas.microsoft.com/office/drawing/2014/main" id="{42CAF459-7D20-4374-BAB8-6DBC78BD2C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8056" y="3374231"/>
            <a:ext cx="490538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77" name="Rectangle 131">
            <a:extLst>
              <a:ext uri="{FF2B5EF4-FFF2-40B4-BE49-F238E27FC236}">
                <a16:creationId xmlns:a16="http://schemas.microsoft.com/office/drawing/2014/main" id="{71B76CE0-2EEA-4715-B19B-15FB09B57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4" y="3357563"/>
            <a:ext cx="25004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78" name="Line 132">
            <a:extLst>
              <a:ext uri="{FF2B5EF4-FFF2-40B4-BE49-F238E27FC236}">
                <a16:creationId xmlns:a16="http://schemas.microsoft.com/office/drawing/2014/main" id="{9B36774B-FFD2-4449-9B3A-E5932BEC9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3357563"/>
            <a:ext cx="2500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79" name="Rectangle 133">
            <a:extLst>
              <a:ext uri="{FF2B5EF4-FFF2-40B4-BE49-F238E27FC236}">
                <a16:creationId xmlns:a16="http://schemas.microsoft.com/office/drawing/2014/main" id="{8988D254-55FD-400F-8F71-5C00A89C8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4" y="3374231"/>
            <a:ext cx="2500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80" name="Line 134">
            <a:extLst>
              <a:ext uri="{FF2B5EF4-FFF2-40B4-BE49-F238E27FC236}">
                <a16:creationId xmlns:a16="http://schemas.microsoft.com/office/drawing/2014/main" id="{50649EFC-CA05-4399-A08C-5EB8EF2CB5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3374231"/>
            <a:ext cx="2500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81" name="Rectangle 135">
            <a:extLst>
              <a:ext uri="{FF2B5EF4-FFF2-40B4-BE49-F238E27FC236}">
                <a16:creationId xmlns:a16="http://schemas.microsoft.com/office/drawing/2014/main" id="{1AE51F1C-49BC-4C73-B0FE-5CD828CA4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597" y="3357563"/>
            <a:ext cx="479822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82" name="Line 136">
            <a:extLst>
              <a:ext uri="{FF2B5EF4-FFF2-40B4-BE49-F238E27FC236}">
                <a16:creationId xmlns:a16="http://schemas.microsoft.com/office/drawing/2014/main" id="{8658DE9B-58AA-46AD-AC6C-1A24E4464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597" y="3357563"/>
            <a:ext cx="479822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83" name="Rectangle 137">
            <a:extLst>
              <a:ext uri="{FF2B5EF4-FFF2-40B4-BE49-F238E27FC236}">
                <a16:creationId xmlns:a16="http://schemas.microsoft.com/office/drawing/2014/main" id="{0D69F973-25DA-45A8-AFBB-486D3315B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597" y="3374231"/>
            <a:ext cx="47982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84" name="Line 138">
            <a:extLst>
              <a:ext uri="{FF2B5EF4-FFF2-40B4-BE49-F238E27FC236}">
                <a16:creationId xmlns:a16="http://schemas.microsoft.com/office/drawing/2014/main" id="{85A14B1F-E7C3-474E-A52A-F0B616FD07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597" y="3374231"/>
            <a:ext cx="479822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85" name="Rectangle 139">
            <a:extLst>
              <a:ext uri="{FF2B5EF4-FFF2-40B4-BE49-F238E27FC236}">
                <a16:creationId xmlns:a16="http://schemas.microsoft.com/office/drawing/2014/main" id="{FC334CD3-0836-4C64-ADA1-D2E777F14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19" y="3357563"/>
            <a:ext cx="26194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86" name="Line 140">
            <a:extLst>
              <a:ext uri="{FF2B5EF4-FFF2-40B4-BE49-F238E27FC236}">
                <a16:creationId xmlns:a16="http://schemas.microsoft.com/office/drawing/2014/main" id="{5FFE3C0F-9F50-4817-9D24-9C877A8C8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3357563"/>
            <a:ext cx="2619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87" name="Rectangle 141">
            <a:extLst>
              <a:ext uri="{FF2B5EF4-FFF2-40B4-BE49-F238E27FC236}">
                <a16:creationId xmlns:a16="http://schemas.microsoft.com/office/drawing/2014/main" id="{4591A87A-9AF3-487B-9200-EFE8399EA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19" y="3374231"/>
            <a:ext cx="2619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88" name="Line 142">
            <a:extLst>
              <a:ext uri="{FF2B5EF4-FFF2-40B4-BE49-F238E27FC236}">
                <a16:creationId xmlns:a16="http://schemas.microsoft.com/office/drawing/2014/main" id="{563C3C98-4B29-488B-94BC-CDD7633418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3374231"/>
            <a:ext cx="2619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89" name="Rectangle 143">
            <a:extLst>
              <a:ext uri="{FF2B5EF4-FFF2-40B4-BE49-F238E27FC236}">
                <a16:creationId xmlns:a16="http://schemas.microsoft.com/office/drawing/2014/main" id="{6396E47B-B188-4847-AA64-92C43D218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2" y="3357563"/>
            <a:ext cx="481013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90" name="Line 144">
            <a:extLst>
              <a:ext uri="{FF2B5EF4-FFF2-40B4-BE49-F238E27FC236}">
                <a16:creationId xmlns:a16="http://schemas.microsoft.com/office/drawing/2014/main" id="{811E2C7E-95FC-46E7-A325-0402533AD1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9612" y="3357563"/>
            <a:ext cx="481013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91" name="Rectangle 145">
            <a:extLst>
              <a:ext uri="{FF2B5EF4-FFF2-40B4-BE49-F238E27FC236}">
                <a16:creationId xmlns:a16="http://schemas.microsoft.com/office/drawing/2014/main" id="{2E0E67B4-E994-4B1C-A0B5-357905CFD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2" y="3374231"/>
            <a:ext cx="48101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92" name="Line 146">
            <a:extLst>
              <a:ext uri="{FF2B5EF4-FFF2-40B4-BE49-F238E27FC236}">
                <a16:creationId xmlns:a16="http://schemas.microsoft.com/office/drawing/2014/main" id="{3A53F425-6F69-409E-96DB-BD85843051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9612" y="3374231"/>
            <a:ext cx="481013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93" name="Rectangle 147">
            <a:extLst>
              <a:ext uri="{FF2B5EF4-FFF2-40B4-BE49-F238E27FC236}">
                <a16:creationId xmlns:a16="http://schemas.microsoft.com/office/drawing/2014/main" id="{A9BF74DA-8018-4203-89E3-409227B87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3357563"/>
            <a:ext cx="25004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94" name="Line 148">
            <a:extLst>
              <a:ext uri="{FF2B5EF4-FFF2-40B4-BE49-F238E27FC236}">
                <a16:creationId xmlns:a16="http://schemas.microsoft.com/office/drawing/2014/main" id="{A44FA04D-25CF-4E37-A27B-145C367AF1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0625" y="3357563"/>
            <a:ext cx="2500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95" name="Rectangle 149">
            <a:extLst>
              <a:ext uri="{FF2B5EF4-FFF2-40B4-BE49-F238E27FC236}">
                <a16:creationId xmlns:a16="http://schemas.microsoft.com/office/drawing/2014/main" id="{247A601A-57FD-4FF8-80F2-157FD3020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3374231"/>
            <a:ext cx="2500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96" name="Line 150">
            <a:extLst>
              <a:ext uri="{FF2B5EF4-FFF2-40B4-BE49-F238E27FC236}">
                <a16:creationId xmlns:a16="http://schemas.microsoft.com/office/drawing/2014/main" id="{8E9CD926-310A-40F1-A978-97DF4E30A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0625" y="3374231"/>
            <a:ext cx="2500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97" name="Rectangle 151">
            <a:extLst>
              <a:ext uri="{FF2B5EF4-FFF2-40B4-BE49-F238E27FC236}">
                <a16:creationId xmlns:a16="http://schemas.microsoft.com/office/drawing/2014/main" id="{10C83CD4-7DD5-4943-9C87-4CB909220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628" y="3357563"/>
            <a:ext cx="481013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798" name="Line 152">
            <a:extLst>
              <a:ext uri="{FF2B5EF4-FFF2-40B4-BE49-F238E27FC236}">
                <a16:creationId xmlns:a16="http://schemas.microsoft.com/office/drawing/2014/main" id="{0FAB200B-4213-4018-9AE0-DF6A07104A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5628" y="3357563"/>
            <a:ext cx="481013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799" name="Rectangle 153">
            <a:extLst>
              <a:ext uri="{FF2B5EF4-FFF2-40B4-BE49-F238E27FC236}">
                <a16:creationId xmlns:a16="http://schemas.microsoft.com/office/drawing/2014/main" id="{3F956AD9-6D0E-410C-999E-5C53D8FD6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628" y="3374231"/>
            <a:ext cx="48101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00" name="Line 154">
            <a:extLst>
              <a:ext uri="{FF2B5EF4-FFF2-40B4-BE49-F238E27FC236}">
                <a16:creationId xmlns:a16="http://schemas.microsoft.com/office/drawing/2014/main" id="{E53E578C-5C1C-46A0-97C4-B122D65CB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5628" y="3374231"/>
            <a:ext cx="481013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01" name="Rectangle 155">
            <a:extLst>
              <a:ext uri="{FF2B5EF4-FFF2-40B4-BE49-F238E27FC236}">
                <a16:creationId xmlns:a16="http://schemas.microsoft.com/office/drawing/2014/main" id="{C15E7EA5-E76E-419B-890E-664E709F0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641" y="3357563"/>
            <a:ext cx="25003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02" name="Line 156">
            <a:extLst>
              <a:ext uri="{FF2B5EF4-FFF2-40B4-BE49-F238E27FC236}">
                <a16:creationId xmlns:a16="http://schemas.microsoft.com/office/drawing/2014/main" id="{EB3DA3A7-9AEF-4538-A7D0-85295C89D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3357563"/>
            <a:ext cx="25003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03" name="Rectangle 157">
            <a:extLst>
              <a:ext uri="{FF2B5EF4-FFF2-40B4-BE49-F238E27FC236}">
                <a16:creationId xmlns:a16="http://schemas.microsoft.com/office/drawing/2014/main" id="{D16A1E82-2F00-4B3E-9559-5CEE8DEBF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641" y="3374231"/>
            <a:ext cx="2500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04" name="Line 158">
            <a:extLst>
              <a:ext uri="{FF2B5EF4-FFF2-40B4-BE49-F238E27FC236}">
                <a16:creationId xmlns:a16="http://schemas.microsoft.com/office/drawing/2014/main" id="{D638CB6E-DD4E-46C7-BE78-1D20BFE953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3374231"/>
            <a:ext cx="25003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05" name="Rectangle 159">
            <a:extLst>
              <a:ext uri="{FF2B5EF4-FFF2-40B4-BE49-F238E27FC236}">
                <a16:creationId xmlns:a16="http://schemas.microsoft.com/office/drawing/2014/main" id="{7B58E666-943E-4AD0-911E-644507D27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644" y="3357563"/>
            <a:ext cx="482204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06" name="Line 160">
            <a:extLst>
              <a:ext uri="{FF2B5EF4-FFF2-40B4-BE49-F238E27FC236}">
                <a16:creationId xmlns:a16="http://schemas.microsoft.com/office/drawing/2014/main" id="{97876D89-A826-4459-8F5F-FF2734D2FA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1644" y="3357563"/>
            <a:ext cx="48220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07" name="Rectangle 161">
            <a:extLst>
              <a:ext uri="{FF2B5EF4-FFF2-40B4-BE49-F238E27FC236}">
                <a16:creationId xmlns:a16="http://schemas.microsoft.com/office/drawing/2014/main" id="{B6540605-5582-4436-AD07-A4E93F9E5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644" y="3374231"/>
            <a:ext cx="48220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08" name="Line 162">
            <a:extLst>
              <a:ext uri="{FF2B5EF4-FFF2-40B4-BE49-F238E27FC236}">
                <a16:creationId xmlns:a16="http://schemas.microsoft.com/office/drawing/2014/main" id="{1B81E8CF-565E-4F82-90B8-445BEE735E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1644" y="3374231"/>
            <a:ext cx="48220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09" name="Rectangle 163">
            <a:extLst>
              <a:ext uri="{FF2B5EF4-FFF2-40B4-BE49-F238E27FC236}">
                <a16:creationId xmlns:a16="http://schemas.microsoft.com/office/drawing/2014/main" id="{DE564660-AC0E-4678-80BF-F84E1A6FD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3357563"/>
            <a:ext cx="7144" cy="2619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10" name="Line 164">
            <a:extLst>
              <a:ext uri="{FF2B5EF4-FFF2-40B4-BE49-F238E27FC236}">
                <a16:creationId xmlns:a16="http://schemas.microsoft.com/office/drawing/2014/main" id="{78091A5E-BC93-47FA-8736-E68983949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3357563"/>
            <a:ext cx="0" cy="2619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11" name="Rectangle 165">
            <a:extLst>
              <a:ext uri="{FF2B5EF4-FFF2-40B4-BE49-F238E27FC236}">
                <a16:creationId xmlns:a16="http://schemas.microsoft.com/office/drawing/2014/main" id="{8D664C9A-F103-4CEF-8D2B-737ABA2FB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3383756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12" name="Line 166">
            <a:extLst>
              <a:ext uri="{FF2B5EF4-FFF2-40B4-BE49-F238E27FC236}">
                <a16:creationId xmlns:a16="http://schemas.microsoft.com/office/drawing/2014/main" id="{E202417B-2A98-4468-AFFD-4DE18E670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338375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13" name="Rectangle 167">
            <a:extLst>
              <a:ext uri="{FF2B5EF4-FFF2-40B4-BE49-F238E27FC236}">
                <a16:creationId xmlns:a16="http://schemas.microsoft.com/office/drawing/2014/main" id="{B6382C31-69B7-4B7C-995A-F6B99D348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3383756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14" name="Line 168">
            <a:extLst>
              <a:ext uri="{FF2B5EF4-FFF2-40B4-BE49-F238E27FC236}">
                <a16:creationId xmlns:a16="http://schemas.microsoft.com/office/drawing/2014/main" id="{29A15513-55BD-48ED-976F-3A2E5AF75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38375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15" name="Rectangle 169">
            <a:extLst>
              <a:ext uri="{FF2B5EF4-FFF2-40B4-BE49-F238E27FC236}">
                <a16:creationId xmlns:a16="http://schemas.microsoft.com/office/drawing/2014/main" id="{7835941F-E60E-4652-91F7-609AB86FE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383756"/>
            <a:ext cx="714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16" name="Line 170">
            <a:extLst>
              <a:ext uri="{FF2B5EF4-FFF2-40B4-BE49-F238E27FC236}">
                <a16:creationId xmlns:a16="http://schemas.microsoft.com/office/drawing/2014/main" id="{8F44FF19-B12B-4BEF-96C9-909310EC1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338375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17" name="Rectangle 171">
            <a:extLst>
              <a:ext uri="{FF2B5EF4-FFF2-40B4-BE49-F238E27FC236}">
                <a16:creationId xmlns:a16="http://schemas.microsoft.com/office/drawing/2014/main" id="{4DA8157C-9065-424C-A9C5-B2449620C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4" y="3383756"/>
            <a:ext cx="714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18" name="Line 172">
            <a:extLst>
              <a:ext uri="{FF2B5EF4-FFF2-40B4-BE49-F238E27FC236}">
                <a16:creationId xmlns:a16="http://schemas.microsoft.com/office/drawing/2014/main" id="{0562429F-C38C-4ECA-8689-03F168D55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338375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19" name="Rectangle 173">
            <a:extLst>
              <a:ext uri="{FF2B5EF4-FFF2-40B4-BE49-F238E27FC236}">
                <a16:creationId xmlns:a16="http://schemas.microsoft.com/office/drawing/2014/main" id="{AD5A5D38-2CE9-482A-A10E-1CCFC99A5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19" y="3383756"/>
            <a:ext cx="9525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20" name="Line 174">
            <a:extLst>
              <a:ext uri="{FF2B5EF4-FFF2-40B4-BE49-F238E27FC236}">
                <a16:creationId xmlns:a16="http://schemas.microsoft.com/office/drawing/2014/main" id="{4B74B5AB-277F-4E88-9839-E6F85FDD9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338375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21" name="Rectangle 175">
            <a:extLst>
              <a:ext uri="{FF2B5EF4-FFF2-40B4-BE49-F238E27FC236}">
                <a16:creationId xmlns:a16="http://schemas.microsoft.com/office/drawing/2014/main" id="{82942451-C50D-4043-B3DC-10CCEC86E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3383756"/>
            <a:ext cx="8335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22" name="Line 176">
            <a:extLst>
              <a:ext uri="{FF2B5EF4-FFF2-40B4-BE49-F238E27FC236}">
                <a16:creationId xmlns:a16="http://schemas.microsoft.com/office/drawing/2014/main" id="{6DB84021-CE49-43A7-BD8B-8927434899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0625" y="338375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23" name="Rectangle 177">
            <a:extLst>
              <a:ext uri="{FF2B5EF4-FFF2-40B4-BE49-F238E27FC236}">
                <a16:creationId xmlns:a16="http://schemas.microsoft.com/office/drawing/2014/main" id="{0143FE38-AA95-4DB2-884B-B0B027B46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641" y="3383756"/>
            <a:ext cx="9525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24" name="Line 178">
            <a:extLst>
              <a:ext uri="{FF2B5EF4-FFF2-40B4-BE49-F238E27FC236}">
                <a16:creationId xmlns:a16="http://schemas.microsoft.com/office/drawing/2014/main" id="{3276E451-273C-497E-A3A8-4D59158D67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338375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25" name="Rectangle 179">
            <a:extLst>
              <a:ext uri="{FF2B5EF4-FFF2-40B4-BE49-F238E27FC236}">
                <a16:creationId xmlns:a16="http://schemas.microsoft.com/office/drawing/2014/main" id="{C2D3697D-6CD5-4A8C-9D5C-167FA6D04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3383756"/>
            <a:ext cx="714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26" name="Line 180">
            <a:extLst>
              <a:ext uri="{FF2B5EF4-FFF2-40B4-BE49-F238E27FC236}">
                <a16:creationId xmlns:a16="http://schemas.microsoft.com/office/drawing/2014/main" id="{870491B9-E331-48A4-B0BD-EAF574C89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338375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27" name="Rectangle 181">
            <a:extLst>
              <a:ext uri="{FF2B5EF4-FFF2-40B4-BE49-F238E27FC236}">
                <a16:creationId xmlns:a16="http://schemas.microsoft.com/office/drawing/2014/main" id="{57ADD8C8-B3B8-4C9B-BBB6-842232752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7753" y="3675460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2</a:t>
            </a:r>
            <a:endParaRPr lang="en-US" altLang="zh-TW" sz="1500">
              <a:solidFill>
                <a:schemeClr val="accent2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14198" name="Rectangle 182">
            <a:extLst>
              <a:ext uri="{FF2B5EF4-FFF2-40B4-BE49-F238E27FC236}">
                <a16:creationId xmlns:a16="http://schemas.microsoft.com/office/drawing/2014/main" id="{5341BC1E-26C1-4FC4-844E-CD54FAE38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841" y="3675460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3</a:t>
            </a:r>
          </a:p>
        </p:txBody>
      </p:sp>
      <p:sp>
        <p:nvSpPr>
          <p:cNvPr id="27829" name="Rectangle 183">
            <a:extLst>
              <a:ext uri="{FF2B5EF4-FFF2-40B4-BE49-F238E27FC236}">
                <a16:creationId xmlns:a16="http://schemas.microsoft.com/office/drawing/2014/main" id="{E03AE140-BFF2-496B-80BF-60EBD533A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3659982"/>
            <a:ext cx="8334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30" name="Line 184">
            <a:extLst>
              <a:ext uri="{FF2B5EF4-FFF2-40B4-BE49-F238E27FC236}">
                <a16:creationId xmlns:a16="http://schemas.microsoft.com/office/drawing/2014/main" id="{267E119F-E800-4E78-91C4-C33B5B17D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365998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31" name="Line 185">
            <a:extLst>
              <a:ext uri="{FF2B5EF4-FFF2-40B4-BE49-F238E27FC236}">
                <a16:creationId xmlns:a16="http://schemas.microsoft.com/office/drawing/2014/main" id="{D63DE7DA-E138-4111-BFED-3CC5CA415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3659982"/>
            <a:ext cx="0" cy="8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32" name="Rectangle 186">
            <a:extLst>
              <a:ext uri="{FF2B5EF4-FFF2-40B4-BE49-F238E27FC236}">
                <a16:creationId xmlns:a16="http://schemas.microsoft.com/office/drawing/2014/main" id="{61C5E7C3-110F-49A3-8BEA-7E9C6A20B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613" y="3659982"/>
            <a:ext cx="858441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33" name="Line 187">
            <a:extLst>
              <a:ext uri="{FF2B5EF4-FFF2-40B4-BE49-F238E27FC236}">
                <a16:creationId xmlns:a16="http://schemas.microsoft.com/office/drawing/2014/main" id="{265CCAAF-EC21-4FCA-B580-2E6FCFA14A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4613" y="3659981"/>
            <a:ext cx="85844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34" name="Rectangle 188">
            <a:extLst>
              <a:ext uri="{FF2B5EF4-FFF2-40B4-BE49-F238E27FC236}">
                <a16:creationId xmlns:a16="http://schemas.microsoft.com/office/drawing/2014/main" id="{190465F2-4CBE-454C-84EE-3E19CEFA6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659982"/>
            <a:ext cx="7144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35" name="Line 189">
            <a:extLst>
              <a:ext uri="{FF2B5EF4-FFF2-40B4-BE49-F238E27FC236}">
                <a16:creationId xmlns:a16="http://schemas.microsoft.com/office/drawing/2014/main" id="{2B190A83-D05A-4951-88B8-A6E870CCE0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3659981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36" name="Line 190">
            <a:extLst>
              <a:ext uri="{FF2B5EF4-FFF2-40B4-BE49-F238E27FC236}">
                <a16:creationId xmlns:a16="http://schemas.microsoft.com/office/drawing/2014/main" id="{F9B10A72-3349-4964-8DFE-96380C53C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3659982"/>
            <a:ext cx="0" cy="8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37" name="Rectangle 191">
            <a:extLst>
              <a:ext uri="{FF2B5EF4-FFF2-40B4-BE49-F238E27FC236}">
                <a16:creationId xmlns:a16="http://schemas.microsoft.com/office/drawing/2014/main" id="{A088CF22-30F6-4307-B9B1-E66F0EB9B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3659982"/>
            <a:ext cx="8334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38" name="Line 192">
            <a:extLst>
              <a:ext uri="{FF2B5EF4-FFF2-40B4-BE49-F238E27FC236}">
                <a16:creationId xmlns:a16="http://schemas.microsoft.com/office/drawing/2014/main" id="{84042932-1912-49D3-AFD1-6C767B290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65998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39" name="Line 193">
            <a:extLst>
              <a:ext uri="{FF2B5EF4-FFF2-40B4-BE49-F238E27FC236}">
                <a16:creationId xmlns:a16="http://schemas.microsoft.com/office/drawing/2014/main" id="{5ABB06D6-1786-471B-B828-D06027DF37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659982"/>
            <a:ext cx="0" cy="8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40" name="Rectangle 194">
            <a:extLst>
              <a:ext uri="{FF2B5EF4-FFF2-40B4-BE49-F238E27FC236}">
                <a16:creationId xmlns:a16="http://schemas.microsoft.com/office/drawing/2014/main" id="{F08C5C78-3DC2-48F4-9F42-5D47E5D4C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056" y="3659982"/>
            <a:ext cx="490538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41" name="Line 195">
            <a:extLst>
              <a:ext uri="{FF2B5EF4-FFF2-40B4-BE49-F238E27FC236}">
                <a16:creationId xmlns:a16="http://schemas.microsoft.com/office/drawing/2014/main" id="{3AECD69F-2141-487C-8AC4-D03EB1DF9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8056" y="3659981"/>
            <a:ext cx="490538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42" name="Rectangle 196">
            <a:extLst>
              <a:ext uri="{FF2B5EF4-FFF2-40B4-BE49-F238E27FC236}">
                <a16:creationId xmlns:a16="http://schemas.microsoft.com/office/drawing/2014/main" id="{1B36A7A6-0F88-4632-A272-72FDB41E4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4" y="3659982"/>
            <a:ext cx="7144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43" name="Line 197">
            <a:extLst>
              <a:ext uri="{FF2B5EF4-FFF2-40B4-BE49-F238E27FC236}">
                <a16:creationId xmlns:a16="http://schemas.microsoft.com/office/drawing/2014/main" id="{4E1450D7-D2EF-4509-BECE-36D9B3C8D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3659981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44" name="Line 198">
            <a:extLst>
              <a:ext uri="{FF2B5EF4-FFF2-40B4-BE49-F238E27FC236}">
                <a16:creationId xmlns:a16="http://schemas.microsoft.com/office/drawing/2014/main" id="{71DD9FC3-E792-46E7-9E0A-51EAFEC23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3659982"/>
            <a:ext cx="0" cy="8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45" name="Rectangle 199">
            <a:extLst>
              <a:ext uri="{FF2B5EF4-FFF2-40B4-BE49-F238E27FC236}">
                <a16:creationId xmlns:a16="http://schemas.microsoft.com/office/drawing/2014/main" id="{38DB8FF1-8696-4D4A-8478-F4A0936E5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659982"/>
            <a:ext cx="497681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46" name="Line 200">
            <a:extLst>
              <a:ext uri="{FF2B5EF4-FFF2-40B4-BE49-F238E27FC236}">
                <a16:creationId xmlns:a16="http://schemas.microsoft.com/office/drawing/2014/main" id="{EE49A588-E187-4189-9403-71F531B7D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365998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47" name="Rectangle 201">
            <a:extLst>
              <a:ext uri="{FF2B5EF4-FFF2-40B4-BE49-F238E27FC236}">
                <a16:creationId xmlns:a16="http://schemas.microsoft.com/office/drawing/2014/main" id="{B2716CD9-1AB6-4E3A-8A68-9976879D2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19" y="3659982"/>
            <a:ext cx="9525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48" name="Line 202">
            <a:extLst>
              <a:ext uri="{FF2B5EF4-FFF2-40B4-BE49-F238E27FC236}">
                <a16:creationId xmlns:a16="http://schemas.microsoft.com/office/drawing/2014/main" id="{9FB3BC93-3B10-497F-B810-2CD9B76E2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3659981"/>
            <a:ext cx="952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49" name="Line 203">
            <a:extLst>
              <a:ext uri="{FF2B5EF4-FFF2-40B4-BE49-F238E27FC236}">
                <a16:creationId xmlns:a16="http://schemas.microsoft.com/office/drawing/2014/main" id="{7034A672-2AC0-4695-8314-1D2C6EB2E7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3659982"/>
            <a:ext cx="0" cy="8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50" name="Rectangle 204">
            <a:extLst>
              <a:ext uri="{FF2B5EF4-FFF2-40B4-BE49-F238E27FC236}">
                <a16:creationId xmlns:a16="http://schemas.microsoft.com/office/drawing/2014/main" id="{CB9342DC-566D-4B66-9A2F-C999D8A59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944" y="3659982"/>
            <a:ext cx="497681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51" name="Line 205">
            <a:extLst>
              <a:ext uri="{FF2B5EF4-FFF2-40B4-BE49-F238E27FC236}">
                <a16:creationId xmlns:a16="http://schemas.microsoft.com/office/drawing/2014/main" id="{97F00B39-7A50-4372-A9A0-6E81D7969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2944" y="365998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52" name="Rectangle 206">
            <a:extLst>
              <a:ext uri="{FF2B5EF4-FFF2-40B4-BE49-F238E27FC236}">
                <a16:creationId xmlns:a16="http://schemas.microsoft.com/office/drawing/2014/main" id="{68B247E0-CB2F-488E-A896-874E8E2A9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3659982"/>
            <a:ext cx="8335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53" name="Line 207">
            <a:extLst>
              <a:ext uri="{FF2B5EF4-FFF2-40B4-BE49-F238E27FC236}">
                <a16:creationId xmlns:a16="http://schemas.microsoft.com/office/drawing/2014/main" id="{E7E9CBBE-ACA5-4A60-931C-2D0B75772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0625" y="3659981"/>
            <a:ext cx="833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54" name="Line 208">
            <a:extLst>
              <a:ext uri="{FF2B5EF4-FFF2-40B4-BE49-F238E27FC236}">
                <a16:creationId xmlns:a16="http://schemas.microsoft.com/office/drawing/2014/main" id="{FF868141-7531-48D0-BF2B-46D2E8776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0625" y="3659982"/>
            <a:ext cx="0" cy="8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55" name="Rectangle 209">
            <a:extLst>
              <a:ext uri="{FF2B5EF4-FFF2-40B4-BE49-F238E27FC236}">
                <a16:creationId xmlns:a16="http://schemas.microsoft.com/office/drawing/2014/main" id="{332F10C7-8867-4528-9994-D44AEF757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960" y="3659982"/>
            <a:ext cx="497681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56" name="Line 210">
            <a:extLst>
              <a:ext uri="{FF2B5EF4-FFF2-40B4-BE49-F238E27FC236}">
                <a16:creationId xmlns:a16="http://schemas.microsoft.com/office/drawing/2014/main" id="{7DD3FEE9-9948-4606-B5AE-D6C3684E54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8960" y="365998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57" name="Rectangle 211">
            <a:extLst>
              <a:ext uri="{FF2B5EF4-FFF2-40B4-BE49-F238E27FC236}">
                <a16:creationId xmlns:a16="http://schemas.microsoft.com/office/drawing/2014/main" id="{467203F8-CF85-4210-81F4-42207ADA0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641" y="3659982"/>
            <a:ext cx="9525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58" name="Line 212">
            <a:extLst>
              <a:ext uri="{FF2B5EF4-FFF2-40B4-BE49-F238E27FC236}">
                <a16:creationId xmlns:a16="http://schemas.microsoft.com/office/drawing/2014/main" id="{EEA774CA-F51F-45E9-9457-CF80B99ED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3659981"/>
            <a:ext cx="952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59" name="Line 213">
            <a:extLst>
              <a:ext uri="{FF2B5EF4-FFF2-40B4-BE49-F238E27FC236}">
                <a16:creationId xmlns:a16="http://schemas.microsoft.com/office/drawing/2014/main" id="{4EA8B08D-3FB8-4AE4-8ACD-9D51305C0B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3659982"/>
            <a:ext cx="0" cy="8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60" name="Rectangle 214">
            <a:extLst>
              <a:ext uri="{FF2B5EF4-FFF2-40B4-BE49-F238E27FC236}">
                <a16:creationId xmlns:a16="http://schemas.microsoft.com/office/drawing/2014/main" id="{6BCDBDAF-A71C-4B92-BD75-28FF3EE9D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167" y="3659982"/>
            <a:ext cx="497681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61" name="Line 215">
            <a:extLst>
              <a:ext uri="{FF2B5EF4-FFF2-40B4-BE49-F238E27FC236}">
                <a16:creationId xmlns:a16="http://schemas.microsoft.com/office/drawing/2014/main" id="{08A27BF1-2F7F-48FE-8BC5-94FE46D5A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6167" y="365998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62" name="Rectangle 216">
            <a:extLst>
              <a:ext uri="{FF2B5EF4-FFF2-40B4-BE49-F238E27FC236}">
                <a16:creationId xmlns:a16="http://schemas.microsoft.com/office/drawing/2014/main" id="{F2CAABD6-3CFB-4E67-B20A-A006F00B7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3659982"/>
            <a:ext cx="7144" cy="8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63" name="Line 217">
            <a:extLst>
              <a:ext uri="{FF2B5EF4-FFF2-40B4-BE49-F238E27FC236}">
                <a16:creationId xmlns:a16="http://schemas.microsoft.com/office/drawing/2014/main" id="{27BEC2DB-75F8-41A2-8D36-A3775D9F7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8" y="3659981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64" name="Line 218">
            <a:extLst>
              <a:ext uri="{FF2B5EF4-FFF2-40B4-BE49-F238E27FC236}">
                <a16:creationId xmlns:a16="http://schemas.microsoft.com/office/drawing/2014/main" id="{B428B4DA-D83E-4172-B8E9-87B095106A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3659982"/>
            <a:ext cx="0" cy="8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65" name="Rectangle 219">
            <a:extLst>
              <a:ext uri="{FF2B5EF4-FFF2-40B4-BE49-F238E27FC236}">
                <a16:creationId xmlns:a16="http://schemas.microsoft.com/office/drawing/2014/main" id="{47426725-174D-4410-96C0-3412E0F67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3668316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66" name="Line 220">
            <a:extLst>
              <a:ext uri="{FF2B5EF4-FFF2-40B4-BE49-F238E27FC236}">
                <a16:creationId xmlns:a16="http://schemas.microsoft.com/office/drawing/2014/main" id="{2C925C6C-3053-4009-95B9-593B1CFE44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366831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67" name="Rectangle 221">
            <a:extLst>
              <a:ext uri="{FF2B5EF4-FFF2-40B4-BE49-F238E27FC236}">
                <a16:creationId xmlns:a16="http://schemas.microsoft.com/office/drawing/2014/main" id="{DEA0B220-7DD2-4446-B4BB-237B1E82F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3668316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68" name="Line 222">
            <a:extLst>
              <a:ext uri="{FF2B5EF4-FFF2-40B4-BE49-F238E27FC236}">
                <a16:creationId xmlns:a16="http://schemas.microsoft.com/office/drawing/2014/main" id="{1306DA7E-0024-4189-B91E-2561A3127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66831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69" name="Rectangle 223">
            <a:extLst>
              <a:ext uri="{FF2B5EF4-FFF2-40B4-BE49-F238E27FC236}">
                <a16:creationId xmlns:a16="http://schemas.microsoft.com/office/drawing/2014/main" id="{2F04A1FA-DE02-449D-BDDF-C9D368EBE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722" y="3668316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70" name="Line 224">
            <a:extLst>
              <a:ext uri="{FF2B5EF4-FFF2-40B4-BE49-F238E27FC236}">
                <a16:creationId xmlns:a16="http://schemas.microsoft.com/office/drawing/2014/main" id="{0CDDF624-38D1-4339-BF97-315599866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9722" y="366831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71" name="Rectangle 225">
            <a:extLst>
              <a:ext uri="{FF2B5EF4-FFF2-40B4-BE49-F238E27FC236}">
                <a16:creationId xmlns:a16="http://schemas.microsoft.com/office/drawing/2014/main" id="{490FDF0E-A60A-4D74-9CD1-6A4B50445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4" y="3668316"/>
            <a:ext cx="714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72" name="Line 226">
            <a:extLst>
              <a:ext uri="{FF2B5EF4-FFF2-40B4-BE49-F238E27FC236}">
                <a16:creationId xmlns:a16="http://schemas.microsoft.com/office/drawing/2014/main" id="{EF91E2F3-D80B-4A62-8D57-DC8ED4CE5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366831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73" name="Rectangle 227">
            <a:extLst>
              <a:ext uri="{FF2B5EF4-FFF2-40B4-BE49-F238E27FC236}">
                <a16:creationId xmlns:a16="http://schemas.microsoft.com/office/drawing/2014/main" id="{62C09397-BDFB-4CDB-B59E-2A6764B9C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19" y="3668316"/>
            <a:ext cx="8335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74" name="Line 228">
            <a:extLst>
              <a:ext uri="{FF2B5EF4-FFF2-40B4-BE49-F238E27FC236}">
                <a16:creationId xmlns:a16="http://schemas.microsoft.com/office/drawing/2014/main" id="{58C2CE4B-38D9-4405-A797-3D0ACDDAF3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366831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75" name="Rectangle 229">
            <a:extLst>
              <a:ext uri="{FF2B5EF4-FFF2-40B4-BE49-F238E27FC236}">
                <a16:creationId xmlns:a16="http://schemas.microsoft.com/office/drawing/2014/main" id="{C4BDF01C-62DC-4A9D-B103-3B1E0CEEA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435" y="3668316"/>
            <a:ext cx="9525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76" name="Line 230">
            <a:extLst>
              <a:ext uri="{FF2B5EF4-FFF2-40B4-BE49-F238E27FC236}">
                <a16:creationId xmlns:a16="http://schemas.microsoft.com/office/drawing/2014/main" id="{8B622904-CFBE-42F7-B4EE-1BB04DD73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435" y="366831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77" name="Rectangle 231">
            <a:extLst>
              <a:ext uri="{FF2B5EF4-FFF2-40B4-BE49-F238E27FC236}">
                <a16:creationId xmlns:a16="http://schemas.microsoft.com/office/drawing/2014/main" id="{61624878-B2C5-40FE-B8DA-C81E30BF8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641" y="3668316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78" name="Line 232">
            <a:extLst>
              <a:ext uri="{FF2B5EF4-FFF2-40B4-BE49-F238E27FC236}">
                <a16:creationId xmlns:a16="http://schemas.microsoft.com/office/drawing/2014/main" id="{CD61FC56-7849-4921-B309-982F67E56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366831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79" name="Rectangle 233">
            <a:extLst>
              <a:ext uri="{FF2B5EF4-FFF2-40B4-BE49-F238E27FC236}">
                <a16:creationId xmlns:a16="http://schemas.microsoft.com/office/drawing/2014/main" id="{C16571AC-6B8D-464D-A37D-95AC4A7D1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3668316"/>
            <a:ext cx="714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80" name="Line 234">
            <a:extLst>
              <a:ext uri="{FF2B5EF4-FFF2-40B4-BE49-F238E27FC236}">
                <a16:creationId xmlns:a16="http://schemas.microsoft.com/office/drawing/2014/main" id="{004C2D40-BE1E-452D-A854-747CA74471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366831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81" name="Rectangle 235">
            <a:extLst>
              <a:ext uri="{FF2B5EF4-FFF2-40B4-BE49-F238E27FC236}">
                <a16:creationId xmlns:a16="http://schemas.microsoft.com/office/drawing/2014/main" id="{63BD962F-F2A8-41C9-88B4-A10246B1B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7753" y="3962400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3</a:t>
            </a:r>
            <a:endParaRPr lang="en-US" altLang="zh-TW" sz="1500">
              <a:solidFill>
                <a:schemeClr val="accent2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14252" name="Rectangle 236">
            <a:extLst>
              <a:ext uri="{FF2B5EF4-FFF2-40B4-BE49-F238E27FC236}">
                <a16:creationId xmlns:a16="http://schemas.microsoft.com/office/drawing/2014/main" id="{32B507D8-61F8-46B0-ACEE-3A0FE05AF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841" y="3962400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3</a:t>
            </a:r>
          </a:p>
        </p:txBody>
      </p:sp>
      <p:sp>
        <p:nvSpPr>
          <p:cNvPr id="214253" name="Rectangle 237">
            <a:extLst>
              <a:ext uri="{FF2B5EF4-FFF2-40B4-BE49-F238E27FC236}">
                <a16:creationId xmlns:a16="http://schemas.microsoft.com/office/drawing/2014/main" id="{3427A2D4-9412-4C9C-AE81-0E6DDB9B7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3381" y="3975497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4</a:t>
            </a:r>
          </a:p>
        </p:txBody>
      </p:sp>
      <p:sp>
        <p:nvSpPr>
          <p:cNvPr id="214254" name="Rectangle 238">
            <a:extLst>
              <a:ext uri="{FF2B5EF4-FFF2-40B4-BE49-F238E27FC236}">
                <a16:creationId xmlns:a16="http://schemas.microsoft.com/office/drawing/2014/main" id="{DF107787-61BB-4E7F-810B-23A73ABD1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5110" y="3962400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3</a:t>
            </a:r>
          </a:p>
        </p:txBody>
      </p:sp>
      <p:sp>
        <p:nvSpPr>
          <p:cNvPr id="214255" name="Rectangle 239">
            <a:extLst>
              <a:ext uri="{FF2B5EF4-FFF2-40B4-BE49-F238E27FC236}">
                <a16:creationId xmlns:a16="http://schemas.microsoft.com/office/drawing/2014/main" id="{A570645C-A50D-4ADB-B649-123ED5364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25" y="3962400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3</a:t>
            </a:r>
          </a:p>
        </p:txBody>
      </p:sp>
      <p:sp>
        <p:nvSpPr>
          <p:cNvPr id="214256" name="Rectangle 240">
            <a:extLst>
              <a:ext uri="{FF2B5EF4-FFF2-40B4-BE49-F238E27FC236}">
                <a16:creationId xmlns:a16="http://schemas.microsoft.com/office/drawing/2014/main" id="{8018E41C-8E1E-4833-81F6-AAE11B84B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141" y="3962400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3</a:t>
            </a:r>
          </a:p>
        </p:txBody>
      </p:sp>
      <p:sp>
        <p:nvSpPr>
          <p:cNvPr id="27887" name="Rectangle 241">
            <a:extLst>
              <a:ext uri="{FF2B5EF4-FFF2-40B4-BE49-F238E27FC236}">
                <a16:creationId xmlns:a16="http://schemas.microsoft.com/office/drawing/2014/main" id="{BEA36779-0247-433E-A5E2-30CD01664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3944541"/>
            <a:ext cx="833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88" name="Line 242">
            <a:extLst>
              <a:ext uri="{FF2B5EF4-FFF2-40B4-BE49-F238E27FC236}">
                <a16:creationId xmlns:a16="http://schemas.microsoft.com/office/drawing/2014/main" id="{E4355EAA-4F00-4922-ACF0-E9F9C350B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394454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89" name="Line 243">
            <a:extLst>
              <a:ext uri="{FF2B5EF4-FFF2-40B4-BE49-F238E27FC236}">
                <a16:creationId xmlns:a16="http://schemas.microsoft.com/office/drawing/2014/main" id="{D28D2A32-90C8-48BB-A0FF-64A525A7D6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3944541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90" name="Rectangle 244">
            <a:extLst>
              <a:ext uri="{FF2B5EF4-FFF2-40B4-BE49-F238E27FC236}">
                <a16:creationId xmlns:a16="http://schemas.microsoft.com/office/drawing/2014/main" id="{B7166604-AE06-4D2E-B08D-84A7B54F6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613" y="3944541"/>
            <a:ext cx="858441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91" name="Line 245">
            <a:extLst>
              <a:ext uri="{FF2B5EF4-FFF2-40B4-BE49-F238E27FC236}">
                <a16:creationId xmlns:a16="http://schemas.microsoft.com/office/drawing/2014/main" id="{6649A226-FB51-49BA-B9CB-FB7EAC47C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4613" y="3944541"/>
            <a:ext cx="85844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92" name="Rectangle 246">
            <a:extLst>
              <a:ext uri="{FF2B5EF4-FFF2-40B4-BE49-F238E27FC236}">
                <a16:creationId xmlns:a16="http://schemas.microsoft.com/office/drawing/2014/main" id="{CB4DAA02-9BF8-41F3-8764-F66CF9423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722" y="3944541"/>
            <a:ext cx="833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93" name="Line 247">
            <a:extLst>
              <a:ext uri="{FF2B5EF4-FFF2-40B4-BE49-F238E27FC236}">
                <a16:creationId xmlns:a16="http://schemas.microsoft.com/office/drawing/2014/main" id="{95FC08CA-BD4B-4EF5-88B0-937A3BBDA9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9722" y="394454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94" name="Line 248">
            <a:extLst>
              <a:ext uri="{FF2B5EF4-FFF2-40B4-BE49-F238E27FC236}">
                <a16:creationId xmlns:a16="http://schemas.microsoft.com/office/drawing/2014/main" id="{191463F7-7007-4E5F-8070-0D2FF0932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9722" y="3944541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95" name="Rectangle 249">
            <a:extLst>
              <a:ext uri="{FF2B5EF4-FFF2-40B4-BE49-F238E27FC236}">
                <a16:creationId xmlns:a16="http://schemas.microsoft.com/office/drawing/2014/main" id="{3D7A16CC-4600-4F01-8499-D07146D1B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3944541"/>
            <a:ext cx="833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96" name="Line 250">
            <a:extLst>
              <a:ext uri="{FF2B5EF4-FFF2-40B4-BE49-F238E27FC236}">
                <a16:creationId xmlns:a16="http://schemas.microsoft.com/office/drawing/2014/main" id="{71D920D0-308A-4C1B-8FBC-4C0AEFAAC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94454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97" name="Line 251">
            <a:extLst>
              <a:ext uri="{FF2B5EF4-FFF2-40B4-BE49-F238E27FC236}">
                <a16:creationId xmlns:a16="http://schemas.microsoft.com/office/drawing/2014/main" id="{D280EE7A-7D49-47F2-945B-D555E94CD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944541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898" name="Rectangle 252">
            <a:extLst>
              <a:ext uri="{FF2B5EF4-FFF2-40B4-BE49-F238E27FC236}">
                <a16:creationId xmlns:a16="http://schemas.microsoft.com/office/drawing/2014/main" id="{5955E955-B7CB-4F08-B151-9AC7DD709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056" y="3944541"/>
            <a:ext cx="49053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899" name="Line 253">
            <a:extLst>
              <a:ext uri="{FF2B5EF4-FFF2-40B4-BE49-F238E27FC236}">
                <a16:creationId xmlns:a16="http://schemas.microsoft.com/office/drawing/2014/main" id="{83E60F04-0FD3-4CFE-9F54-0668184FA8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8056" y="3944541"/>
            <a:ext cx="490538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00" name="Rectangle 254">
            <a:extLst>
              <a:ext uri="{FF2B5EF4-FFF2-40B4-BE49-F238E27FC236}">
                <a16:creationId xmlns:a16="http://schemas.microsoft.com/office/drawing/2014/main" id="{7108D727-3446-4BC0-BABE-EB33E3860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4" y="3944541"/>
            <a:ext cx="714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01" name="Line 255">
            <a:extLst>
              <a:ext uri="{FF2B5EF4-FFF2-40B4-BE49-F238E27FC236}">
                <a16:creationId xmlns:a16="http://schemas.microsoft.com/office/drawing/2014/main" id="{778CDA33-F4FE-48D5-9B5F-29FE73C08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3944541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02" name="Line 256">
            <a:extLst>
              <a:ext uri="{FF2B5EF4-FFF2-40B4-BE49-F238E27FC236}">
                <a16:creationId xmlns:a16="http://schemas.microsoft.com/office/drawing/2014/main" id="{68BDBAD4-85B8-4FE7-A747-A1EFECD145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3944541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03" name="Rectangle 257">
            <a:extLst>
              <a:ext uri="{FF2B5EF4-FFF2-40B4-BE49-F238E27FC236}">
                <a16:creationId xmlns:a16="http://schemas.microsoft.com/office/drawing/2014/main" id="{B69FEADD-4DD5-4125-80BE-43E07204F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944541"/>
            <a:ext cx="497681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04" name="Line 258">
            <a:extLst>
              <a:ext uri="{FF2B5EF4-FFF2-40B4-BE49-F238E27FC236}">
                <a16:creationId xmlns:a16="http://schemas.microsoft.com/office/drawing/2014/main" id="{5B8AD270-2D89-46A1-9B12-62D55D62E7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394454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05" name="Rectangle 259">
            <a:extLst>
              <a:ext uri="{FF2B5EF4-FFF2-40B4-BE49-F238E27FC236}">
                <a16:creationId xmlns:a16="http://schemas.microsoft.com/office/drawing/2014/main" id="{54BAEAFE-716B-46A2-8888-049D2BDC7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19" y="3944541"/>
            <a:ext cx="833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06" name="Line 260">
            <a:extLst>
              <a:ext uri="{FF2B5EF4-FFF2-40B4-BE49-F238E27FC236}">
                <a16:creationId xmlns:a16="http://schemas.microsoft.com/office/drawing/2014/main" id="{2E81385E-388C-4805-AA7B-CF63EDFF4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3944541"/>
            <a:ext cx="833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07" name="Line 261">
            <a:extLst>
              <a:ext uri="{FF2B5EF4-FFF2-40B4-BE49-F238E27FC236}">
                <a16:creationId xmlns:a16="http://schemas.microsoft.com/office/drawing/2014/main" id="{4C67CD40-CCBF-428E-A9CF-0BEA8129B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3944541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08" name="Rectangle 262">
            <a:extLst>
              <a:ext uri="{FF2B5EF4-FFF2-40B4-BE49-F238E27FC236}">
                <a16:creationId xmlns:a16="http://schemas.microsoft.com/office/drawing/2014/main" id="{B33C5A13-9776-4ADE-8D50-1191F6364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1754" y="3944541"/>
            <a:ext cx="497681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09" name="Line 263">
            <a:extLst>
              <a:ext uri="{FF2B5EF4-FFF2-40B4-BE49-F238E27FC236}">
                <a16:creationId xmlns:a16="http://schemas.microsoft.com/office/drawing/2014/main" id="{480DA32A-88DC-4702-9CC0-9E874BE755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1754" y="394454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10" name="Rectangle 264">
            <a:extLst>
              <a:ext uri="{FF2B5EF4-FFF2-40B4-BE49-F238E27FC236}">
                <a16:creationId xmlns:a16="http://schemas.microsoft.com/office/drawing/2014/main" id="{3D85F061-7DD8-4F10-A193-4ABCC0C29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435" y="3944541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11" name="Line 265">
            <a:extLst>
              <a:ext uri="{FF2B5EF4-FFF2-40B4-BE49-F238E27FC236}">
                <a16:creationId xmlns:a16="http://schemas.microsoft.com/office/drawing/2014/main" id="{16F8CAA0-4FBA-4C94-ADE3-E99DA3078D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435" y="3944541"/>
            <a:ext cx="952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12" name="Line 266">
            <a:extLst>
              <a:ext uri="{FF2B5EF4-FFF2-40B4-BE49-F238E27FC236}">
                <a16:creationId xmlns:a16="http://schemas.microsoft.com/office/drawing/2014/main" id="{933EAD22-2510-480A-8814-59F79DA94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435" y="3944541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13" name="Rectangle 267">
            <a:extLst>
              <a:ext uri="{FF2B5EF4-FFF2-40B4-BE49-F238E27FC236}">
                <a16:creationId xmlns:a16="http://schemas.microsoft.com/office/drawing/2014/main" id="{A83C93FB-0F1C-4654-99DC-613284BEC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960" y="3944541"/>
            <a:ext cx="497681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14" name="Line 268">
            <a:extLst>
              <a:ext uri="{FF2B5EF4-FFF2-40B4-BE49-F238E27FC236}">
                <a16:creationId xmlns:a16="http://schemas.microsoft.com/office/drawing/2014/main" id="{4491591A-003C-4181-BFDC-BE6FE47A3C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8960" y="394454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15" name="Rectangle 269">
            <a:extLst>
              <a:ext uri="{FF2B5EF4-FFF2-40B4-BE49-F238E27FC236}">
                <a16:creationId xmlns:a16="http://schemas.microsoft.com/office/drawing/2014/main" id="{61269310-2E40-4A40-A77B-6294941D4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641" y="3944541"/>
            <a:ext cx="833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16" name="Line 270">
            <a:extLst>
              <a:ext uri="{FF2B5EF4-FFF2-40B4-BE49-F238E27FC236}">
                <a16:creationId xmlns:a16="http://schemas.microsoft.com/office/drawing/2014/main" id="{1715ABC1-D684-4015-B622-035974DE4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394454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17" name="Line 271">
            <a:extLst>
              <a:ext uri="{FF2B5EF4-FFF2-40B4-BE49-F238E27FC236}">
                <a16:creationId xmlns:a16="http://schemas.microsoft.com/office/drawing/2014/main" id="{D4FAAA0F-725D-4C2C-AF7B-DEA9EE698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3944541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18" name="Rectangle 272">
            <a:extLst>
              <a:ext uri="{FF2B5EF4-FFF2-40B4-BE49-F238E27FC236}">
                <a16:creationId xmlns:a16="http://schemas.microsoft.com/office/drawing/2014/main" id="{84C36D82-70EE-4E71-8523-DD6945F17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976" y="3944541"/>
            <a:ext cx="49887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19" name="Line 273">
            <a:extLst>
              <a:ext uri="{FF2B5EF4-FFF2-40B4-BE49-F238E27FC236}">
                <a16:creationId xmlns:a16="http://schemas.microsoft.com/office/drawing/2014/main" id="{C7889DFC-30E1-4285-BFB6-CAF39D2F52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4976" y="3944541"/>
            <a:ext cx="498872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20" name="Rectangle 274">
            <a:extLst>
              <a:ext uri="{FF2B5EF4-FFF2-40B4-BE49-F238E27FC236}">
                <a16:creationId xmlns:a16="http://schemas.microsoft.com/office/drawing/2014/main" id="{0361936A-2DDF-4A5A-9CBC-84A37DE70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3944541"/>
            <a:ext cx="7144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21" name="Line 275">
            <a:extLst>
              <a:ext uri="{FF2B5EF4-FFF2-40B4-BE49-F238E27FC236}">
                <a16:creationId xmlns:a16="http://schemas.microsoft.com/office/drawing/2014/main" id="{64F9A1DF-3EC3-46F0-87BA-8D628E7ED1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8" y="3944541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22" name="Line 276">
            <a:extLst>
              <a:ext uri="{FF2B5EF4-FFF2-40B4-BE49-F238E27FC236}">
                <a16:creationId xmlns:a16="http://schemas.microsoft.com/office/drawing/2014/main" id="{ACBA1F4E-61E4-4C4A-8079-28A9EAFDF2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3944541"/>
            <a:ext cx="0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23" name="Rectangle 277">
            <a:extLst>
              <a:ext uri="{FF2B5EF4-FFF2-40B4-BE49-F238E27FC236}">
                <a16:creationId xmlns:a16="http://schemas.microsoft.com/office/drawing/2014/main" id="{C6C8EB3B-CCD4-4629-86ED-B058EBEAC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3954066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24" name="Line 278">
            <a:extLst>
              <a:ext uri="{FF2B5EF4-FFF2-40B4-BE49-F238E27FC236}">
                <a16:creationId xmlns:a16="http://schemas.microsoft.com/office/drawing/2014/main" id="{5853C6B2-862E-4D5A-8529-48D8CB695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395406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25" name="Rectangle 279">
            <a:extLst>
              <a:ext uri="{FF2B5EF4-FFF2-40B4-BE49-F238E27FC236}">
                <a16:creationId xmlns:a16="http://schemas.microsoft.com/office/drawing/2014/main" id="{83D482A6-3DE3-4FE8-9B24-145B79F7E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3954066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26" name="Line 280">
            <a:extLst>
              <a:ext uri="{FF2B5EF4-FFF2-40B4-BE49-F238E27FC236}">
                <a16:creationId xmlns:a16="http://schemas.microsoft.com/office/drawing/2014/main" id="{3F8677BC-7077-4AD8-B945-9A7CE0E56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395406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27" name="Rectangle 281">
            <a:extLst>
              <a:ext uri="{FF2B5EF4-FFF2-40B4-BE49-F238E27FC236}">
                <a16:creationId xmlns:a16="http://schemas.microsoft.com/office/drawing/2014/main" id="{96274902-6E43-42C0-8C96-F38704119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722" y="3954066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28" name="Line 282">
            <a:extLst>
              <a:ext uri="{FF2B5EF4-FFF2-40B4-BE49-F238E27FC236}">
                <a16:creationId xmlns:a16="http://schemas.microsoft.com/office/drawing/2014/main" id="{E508F227-3526-49B2-97EE-7E469785B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9722" y="395406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29" name="Rectangle 283">
            <a:extLst>
              <a:ext uri="{FF2B5EF4-FFF2-40B4-BE49-F238E27FC236}">
                <a16:creationId xmlns:a16="http://schemas.microsoft.com/office/drawing/2014/main" id="{D7DE63B0-3374-43A7-83A0-05E761BBA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4" y="3954066"/>
            <a:ext cx="714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30" name="Line 284">
            <a:extLst>
              <a:ext uri="{FF2B5EF4-FFF2-40B4-BE49-F238E27FC236}">
                <a16:creationId xmlns:a16="http://schemas.microsoft.com/office/drawing/2014/main" id="{B60898DF-6986-4D3C-B43B-8AEBC8A7A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395406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31" name="Rectangle 285">
            <a:extLst>
              <a:ext uri="{FF2B5EF4-FFF2-40B4-BE49-F238E27FC236}">
                <a16:creationId xmlns:a16="http://schemas.microsoft.com/office/drawing/2014/main" id="{151EA244-8616-4FF7-822B-8554EC1E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19" y="3954066"/>
            <a:ext cx="8335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32" name="Line 286">
            <a:extLst>
              <a:ext uri="{FF2B5EF4-FFF2-40B4-BE49-F238E27FC236}">
                <a16:creationId xmlns:a16="http://schemas.microsoft.com/office/drawing/2014/main" id="{C690AEED-C66C-42CF-8F07-4900DF56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395406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33" name="Rectangle 287">
            <a:extLst>
              <a:ext uri="{FF2B5EF4-FFF2-40B4-BE49-F238E27FC236}">
                <a16:creationId xmlns:a16="http://schemas.microsoft.com/office/drawing/2014/main" id="{F094FF30-CD49-42E6-B4C9-03002DB51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435" y="3954066"/>
            <a:ext cx="9525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34" name="Line 288">
            <a:extLst>
              <a:ext uri="{FF2B5EF4-FFF2-40B4-BE49-F238E27FC236}">
                <a16:creationId xmlns:a16="http://schemas.microsoft.com/office/drawing/2014/main" id="{CAFAB9B2-ECD1-4AB8-8E5B-9878B4536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435" y="395406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35" name="Rectangle 289">
            <a:extLst>
              <a:ext uri="{FF2B5EF4-FFF2-40B4-BE49-F238E27FC236}">
                <a16:creationId xmlns:a16="http://schemas.microsoft.com/office/drawing/2014/main" id="{4312EEA8-96CE-47A5-9A03-CB4F917A9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641" y="3954066"/>
            <a:ext cx="833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36" name="Line 290">
            <a:extLst>
              <a:ext uri="{FF2B5EF4-FFF2-40B4-BE49-F238E27FC236}">
                <a16:creationId xmlns:a16="http://schemas.microsoft.com/office/drawing/2014/main" id="{84B780A3-A909-4572-A8CE-34870648B8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395406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37" name="Rectangle 291">
            <a:extLst>
              <a:ext uri="{FF2B5EF4-FFF2-40B4-BE49-F238E27FC236}">
                <a16:creationId xmlns:a16="http://schemas.microsoft.com/office/drawing/2014/main" id="{DEB55178-9B91-44EF-BE7E-0BC17C3AF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3954066"/>
            <a:ext cx="7144" cy="2762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38" name="Line 292">
            <a:extLst>
              <a:ext uri="{FF2B5EF4-FFF2-40B4-BE49-F238E27FC236}">
                <a16:creationId xmlns:a16="http://schemas.microsoft.com/office/drawing/2014/main" id="{A5DAEC63-E3BE-49C1-B420-083F59EF4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3954066"/>
            <a:ext cx="0" cy="276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39" name="Rectangle 293">
            <a:extLst>
              <a:ext uri="{FF2B5EF4-FFF2-40B4-BE49-F238E27FC236}">
                <a16:creationId xmlns:a16="http://schemas.microsoft.com/office/drawing/2014/main" id="{B77779BD-1958-42F7-A2B5-F0FF9D7A4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7753" y="4246960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4</a:t>
            </a:r>
            <a:endParaRPr lang="en-US" altLang="zh-TW" sz="1500">
              <a:solidFill>
                <a:schemeClr val="accent2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7940" name="Rectangle 294">
            <a:extLst>
              <a:ext uri="{FF2B5EF4-FFF2-40B4-BE49-F238E27FC236}">
                <a16:creationId xmlns:a16="http://schemas.microsoft.com/office/drawing/2014/main" id="{DD0D2587-9FD0-4499-A5B6-11344DA37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4230291"/>
            <a:ext cx="8334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41" name="Line 295">
            <a:extLst>
              <a:ext uri="{FF2B5EF4-FFF2-40B4-BE49-F238E27FC236}">
                <a16:creationId xmlns:a16="http://schemas.microsoft.com/office/drawing/2014/main" id="{8FDBFC37-5E69-4BD3-949A-C832ECD22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423029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42" name="Line 296">
            <a:extLst>
              <a:ext uri="{FF2B5EF4-FFF2-40B4-BE49-F238E27FC236}">
                <a16:creationId xmlns:a16="http://schemas.microsoft.com/office/drawing/2014/main" id="{52A67322-D2A6-44E6-937A-6146E77B4B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4230291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43" name="Rectangle 297">
            <a:extLst>
              <a:ext uri="{FF2B5EF4-FFF2-40B4-BE49-F238E27FC236}">
                <a16:creationId xmlns:a16="http://schemas.microsoft.com/office/drawing/2014/main" id="{43106FA6-EEC8-45CA-B2FC-4DAEE0AE9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613" y="4230291"/>
            <a:ext cx="858441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44" name="Line 298">
            <a:extLst>
              <a:ext uri="{FF2B5EF4-FFF2-40B4-BE49-F238E27FC236}">
                <a16:creationId xmlns:a16="http://schemas.microsoft.com/office/drawing/2014/main" id="{08A1421F-6476-4780-968E-D27219AFE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4613" y="4230291"/>
            <a:ext cx="85844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45" name="Rectangle 299">
            <a:extLst>
              <a:ext uri="{FF2B5EF4-FFF2-40B4-BE49-F238E27FC236}">
                <a16:creationId xmlns:a16="http://schemas.microsoft.com/office/drawing/2014/main" id="{CAB775E1-DD2E-4331-BC95-3ADC5C3B4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722" y="4230291"/>
            <a:ext cx="8334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46" name="Line 300">
            <a:extLst>
              <a:ext uri="{FF2B5EF4-FFF2-40B4-BE49-F238E27FC236}">
                <a16:creationId xmlns:a16="http://schemas.microsoft.com/office/drawing/2014/main" id="{5D9FC045-34F7-4738-9632-5C080EF0E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9722" y="423029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47" name="Line 301">
            <a:extLst>
              <a:ext uri="{FF2B5EF4-FFF2-40B4-BE49-F238E27FC236}">
                <a16:creationId xmlns:a16="http://schemas.microsoft.com/office/drawing/2014/main" id="{3B7F8A21-855B-405A-8515-62CF162A9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9722" y="4230291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48" name="Rectangle 302">
            <a:extLst>
              <a:ext uri="{FF2B5EF4-FFF2-40B4-BE49-F238E27FC236}">
                <a16:creationId xmlns:a16="http://schemas.microsoft.com/office/drawing/2014/main" id="{B760721F-F2CE-43D8-A434-873FE3C0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4230291"/>
            <a:ext cx="8334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49" name="Line 303">
            <a:extLst>
              <a:ext uri="{FF2B5EF4-FFF2-40B4-BE49-F238E27FC236}">
                <a16:creationId xmlns:a16="http://schemas.microsoft.com/office/drawing/2014/main" id="{C11045F1-8323-448E-B4F6-1864A3512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423029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50" name="Line 304">
            <a:extLst>
              <a:ext uri="{FF2B5EF4-FFF2-40B4-BE49-F238E27FC236}">
                <a16:creationId xmlns:a16="http://schemas.microsoft.com/office/drawing/2014/main" id="{43F22E46-09AF-43C2-8AC4-FEC8E5DB9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4230291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51" name="Rectangle 305">
            <a:extLst>
              <a:ext uri="{FF2B5EF4-FFF2-40B4-BE49-F238E27FC236}">
                <a16:creationId xmlns:a16="http://schemas.microsoft.com/office/drawing/2014/main" id="{D305392B-817F-49DC-9740-7AEDEE65D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056" y="4230291"/>
            <a:ext cx="490538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52" name="Line 306">
            <a:extLst>
              <a:ext uri="{FF2B5EF4-FFF2-40B4-BE49-F238E27FC236}">
                <a16:creationId xmlns:a16="http://schemas.microsoft.com/office/drawing/2014/main" id="{512C38A0-5E47-4C3C-B04C-B653F15991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8056" y="4230291"/>
            <a:ext cx="490538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53" name="Rectangle 307">
            <a:extLst>
              <a:ext uri="{FF2B5EF4-FFF2-40B4-BE49-F238E27FC236}">
                <a16:creationId xmlns:a16="http://schemas.microsoft.com/office/drawing/2014/main" id="{B5888E24-3513-48AD-91CC-5B26E34E6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4" y="4230291"/>
            <a:ext cx="7144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54" name="Line 308">
            <a:extLst>
              <a:ext uri="{FF2B5EF4-FFF2-40B4-BE49-F238E27FC236}">
                <a16:creationId xmlns:a16="http://schemas.microsoft.com/office/drawing/2014/main" id="{BC898AE7-2CEF-4C49-8E19-EC240EC4F2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4230291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55" name="Line 309">
            <a:extLst>
              <a:ext uri="{FF2B5EF4-FFF2-40B4-BE49-F238E27FC236}">
                <a16:creationId xmlns:a16="http://schemas.microsoft.com/office/drawing/2014/main" id="{EBBC5078-8501-4214-8851-1F1DE5CE8C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4230291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56" name="Rectangle 310">
            <a:extLst>
              <a:ext uri="{FF2B5EF4-FFF2-40B4-BE49-F238E27FC236}">
                <a16:creationId xmlns:a16="http://schemas.microsoft.com/office/drawing/2014/main" id="{AA9632DC-C00B-4E95-A391-2BE1F9845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4230291"/>
            <a:ext cx="497681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57" name="Line 311">
            <a:extLst>
              <a:ext uri="{FF2B5EF4-FFF2-40B4-BE49-F238E27FC236}">
                <a16:creationId xmlns:a16="http://schemas.microsoft.com/office/drawing/2014/main" id="{8CC1CC84-4C8F-4E8A-9F91-67FDC356A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423029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58" name="Rectangle 312">
            <a:extLst>
              <a:ext uri="{FF2B5EF4-FFF2-40B4-BE49-F238E27FC236}">
                <a16:creationId xmlns:a16="http://schemas.microsoft.com/office/drawing/2014/main" id="{EDC23CB5-FE3D-4C1E-B488-DC5F2AA6F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19" y="4230291"/>
            <a:ext cx="8335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59" name="Line 313">
            <a:extLst>
              <a:ext uri="{FF2B5EF4-FFF2-40B4-BE49-F238E27FC236}">
                <a16:creationId xmlns:a16="http://schemas.microsoft.com/office/drawing/2014/main" id="{1507AEF3-1C7C-46B4-B7D8-8B5F700650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4230291"/>
            <a:ext cx="833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60" name="Line 314">
            <a:extLst>
              <a:ext uri="{FF2B5EF4-FFF2-40B4-BE49-F238E27FC236}">
                <a16:creationId xmlns:a16="http://schemas.microsoft.com/office/drawing/2014/main" id="{B7FD1F6F-0531-41BB-BDA0-F866AFE84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4230291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61" name="Rectangle 315">
            <a:extLst>
              <a:ext uri="{FF2B5EF4-FFF2-40B4-BE49-F238E27FC236}">
                <a16:creationId xmlns:a16="http://schemas.microsoft.com/office/drawing/2014/main" id="{2648ADC0-7D08-4AC3-B1F9-E45280571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1754" y="4230291"/>
            <a:ext cx="497681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62" name="Line 316">
            <a:extLst>
              <a:ext uri="{FF2B5EF4-FFF2-40B4-BE49-F238E27FC236}">
                <a16:creationId xmlns:a16="http://schemas.microsoft.com/office/drawing/2014/main" id="{98ADC948-39BE-4B74-A23F-768B215E71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1754" y="423029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63" name="Rectangle 317">
            <a:extLst>
              <a:ext uri="{FF2B5EF4-FFF2-40B4-BE49-F238E27FC236}">
                <a16:creationId xmlns:a16="http://schemas.microsoft.com/office/drawing/2014/main" id="{58EFC54D-7C31-41A1-B4DA-C9625FFA9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435" y="4230291"/>
            <a:ext cx="9525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64" name="Line 318">
            <a:extLst>
              <a:ext uri="{FF2B5EF4-FFF2-40B4-BE49-F238E27FC236}">
                <a16:creationId xmlns:a16="http://schemas.microsoft.com/office/drawing/2014/main" id="{51C6CCBA-910A-4061-BDD6-7442DF2B89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435" y="4230291"/>
            <a:ext cx="952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65" name="Line 319">
            <a:extLst>
              <a:ext uri="{FF2B5EF4-FFF2-40B4-BE49-F238E27FC236}">
                <a16:creationId xmlns:a16="http://schemas.microsoft.com/office/drawing/2014/main" id="{BF72FCAA-6B49-4BEF-B416-89AD311718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435" y="4230291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66" name="Rectangle 320">
            <a:extLst>
              <a:ext uri="{FF2B5EF4-FFF2-40B4-BE49-F238E27FC236}">
                <a16:creationId xmlns:a16="http://schemas.microsoft.com/office/drawing/2014/main" id="{C5593AD7-C40A-457E-B7BC-C014AADEA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960" y="4230291"/>
            <a:ext cx="497681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67" name="Line 321">
            <a:extLst>
              <a:ext uri="{FF2B5EF4-FFF2-40B4-BE49-F238E27FC236}">
                <a16:creationId xmlns:a16="http://schemas.microsoft.com/office/drawing/2014/main" id="{C44DC870-6844-4FF8-A1B9-400AADC61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8960" y="423029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68" name="Rectangle 322">
            <a:extLst>
              <a:ext uri="{FF2B5EF4-FFF2-40B4-BE49-F238E27FC236}">
                <a16:creationId xmlns:a16="http://schemas.microsoft.com/office/drawing/2014/main" id="{C33A8FFC-F0C5-4144-BA37-59A83831B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641" y="4230291"/>
            <a:ext cx="8334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69" name="Line 323">
            <a:extLst>
              <a:ext uri="{FF2B5EF4-FFF2-40B4-BE49-F238E27FC236}">
                <a16:creationId xmlns:a16="http://schemas.microsoft.com/office/drawing/2014/main" id="{9B468D68-74E8-423B-AADE-F146C028D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423029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70" name="Line 324">
            <a:extLst>
              <a:ext uri="{FF2B5EF4-FFF2-40B4-BE49-F238E27FC236}">
                <a16:creationId xmlns:a16="http://schemas.microsoft.com/office/drawing/2014/main" id="{B4E9C9AC-A4C2-495F-8AF6-B549A2D0F0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4230291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71" name="Rectangle 325">
            <a:extLst>
              <a:ext uri="{FF2B5EF4-FFF2-40B4-BE49-F238E27FC236}">
                <a16:creationId xmlns:a16="http://schemas.microsoft.com/office/drawing/2014/main" id="{95EAF63D-1394-416A-9E96-727B93A0A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976" y="4230291"/>
            <a:ext cx="498872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72" name="Line 326">
            <a:extLst>
              <a:ext uri="{FF2B5EF4-FFF2-40B4-BE49-F238E27FC236}">
                <a16:creationId xmlns:a16="http://schemas.microsoft.com/office/drawing/2014/main" id="{BAB53002-F84E-4917-9A2E-C456E8DF8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4976" y="4230291"/>
            <a:ext cx="498872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73" name="Rectangle 327">
            <a:extLst>
              <a:ext uri="{FF2B5EF4-FFF2-40B4-BE49-F238E27FC236}">
                <a16:creationId xmlns:a16="http://schemas.microsoft.com/office/drawing/2014/main" id="{99ED70E2-6790-42A6-9738-6E5BA238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4230291"/>
            <a:ext cx="7144" cy="8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74" name="Line 328">
            <a:extLst>
              <a:ext uri="{FF2B5EF4-FFF2-40B4-BE49-F238E27FC236}">
                <a16:creationId xmlns:a16="http://schemas.microsoft.com/office/drawing/2014/main" id="{2744DACE-1888-4B90-9F56-4478086BB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8" y="4230291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75" name="Line 329">
            <a:extLst>
              <a:ext uri="{FF2B5EF4-FFF2-40B4-BE49-F238E27FC236}">
                <a16:creationId xmlns:a16="http://schemas.microsoft.com/office/drawing/2014/main" id="{9B638FD2-13C9-4C49-94C9-CD7E4BCDAC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4230291"/>
            <a:ext cx="0" cy="8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76" name="Rectangle 330">
            <a:extLst>
              <a:ext uri="{FF2B5EF4-FFF2-40B4-BE49-F238E27FC236}">
                <a16:creationId xmlns:a16="http://schemas.microsoft.com/office/drawing/2014/main" id="{B628BC7A-D465-4A39-B348-95AF53AAA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4238625"/>
            <a:ext cx="8334" cy="27741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77" name="Line 331">
            <a:extLst>
              <a:ext uri="{FF2B5EF4-FFF2-40B4-BE49-F238E27FC236}">
                <a16:creationId xmlns:a16="http://schemas.microsoft.com/office/drawing/2014/main" id="{6F3AF725-13B0-442B-B81F-61D33FE0E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4238625"/>
            <a:ext cx="0" cy="277416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78" name="Rectangle 332">
            <a:extLst>
              <a:ext uri="{FF2B5EF4-FFF2-40B4-BE49-F238E27FC236}">
                <a16:creationId xmlns:a16="http://schemas.microsoft.com/office/drawing/2014/main" id="{33DCD3C3-424D-4402-BE35-00F75AA52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4516041"/>
            <a:ext cx="8334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79" name="Line 333">
            <a:extLst>
              <a:ext uri="{FF2B5EF4-FFF2-40B4-BE49-F238E27FC236}">
                <a16:creationId xmlns:a16="http://schemas.microsoft.com/office/drawing/2014/main" id="{2F9388A1-CB22-4381-9792-58F4830BCE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451604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80" name="Line 334">
            <a:extLst>
              <a:ext uri="{FF2B5EF4-FFF2-40B4-BE49-F238E27FC236}">
                <a16:creationId xmlns:a16="http://schemas.microsoft.com/office/drawing/2014/main" id="{F477E6AC-5D0C-43D8-8FD2-3CEE5C751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4516041"/>
            <a:ext cx="0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81" name="Rectangle 335">
            <a:extLst>
              <a:ext uri="{FF2B5EF4-FFF2-40B4-BE49-F238E27FC236}">
                <a16:creationId xmlns:a16="http://schemas.microsoft.com/office/drawing/2014/main" id="{467170CB-E891-4430-AAE4-2794D8432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279" y="4516041"/>
            <a:ext cx="8334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82" name="Line 336">
            <a:extLst>
              <a:ext uri="{FF2B5EF4-FFF2-40B4-BE49-F238E27FC236}">
                <a16:creationId xmlns:a16="http://schemas.microsoft.com/office/drawing/2014/main" id="{A78DC77A-8AD6-48E7-B26E-1E78FB1365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451604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83" name="Line 337">
            <a:extLst>
              <a:ext uri="{FF2B5EF4-FFF2-40B4-BE49-F238E27FC236}">
                <a16:creationId xmlns:a16="http://schemas.microsoft.com/office/drawing/2014/main" id="{27A9E0C5-F362-49A1-A8AC-87E861BAC2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6279" y="4516041"/>
            <a:ext cx="0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84" name="Rectangle 338">
            <a:extLst>
              <a:ext uri="{FF2B5EF4-FFF2-40B4-BE49-F238E27FC236}">
                <a16:creationId xmlns:a16="http://schemas.microsoft.com/office/drawing/2014/main" id="{4CE13F00-734F-4D75-BAA8-2FE655B35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613" y="4516041"/>
            <a:ext cx="858441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85" name="Line 339">
            <a:extLst>
              <a:ext uri="{FF2B5EF4-FFF2-40B4-BE49-F238E27FC236}">
                <a16:creationId xmlns:a16="http://schemas.microsoft.com/office/drawing/2014/main" id="{14CC9F23-69FA-445D-91CB-2BB084D020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4613" y="4516041"/>
            <a:ext cx="85844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86" name="Rectangle 340">
            <a:extLst>
              <a:ext uri="{FF2B5EF4-FFF2-40B4-BE49-F238E27FC236}">
                <a16:creationId xmlns:a16="http://schemas.microsoft.com/office/drawing/2014/main" id="{97DCF44D-D9AF-48FA-9CB0-8F607F162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4238625"/>
            <a:ext cx="8334" cy="27741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87" name="Line 341">
            <a:extLst>
              <a:ext uri="{FF2B5EF4-FFF2-40B4-BE49-F238E27FC236}">
                <a16:creationId xmlns:a16="http://schemas.microsoft.com/office/drawing/2014/main" id="{EA2205EC-F319-4E1E-A86D-08DA70F880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4238625"/>
            <a:ext cx="0" cy="277416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88" name="Rectangle 342">
            <a:extLst>
              <a:ext uri="{FF2B5EF4-FFF2-40B4-BE49-F238E27FC236}">
                <a16:creationId xmlns:a16="http://schemas.microsoft.com/office/drawing/2014/main" id="{A37F6C38-7398-4E59-BF92-B09D1323A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722" y="4238625"/>
            <a:ext cx="8334" cy="27741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89" name="Line 343">
            <a:extLst>
              <a:ext uri="{FF2B5EF4-FFF2-40B4-BE49-F238E27FC236}">
                <a16:creationId xmlns:a16="http://schemas.microsoft.com/office/drawing/2014/main" id="{38ED6210-B563-485B-91F1-2C3E84803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9722" y="4238625"/>
            <a:ext cx="0" cy="277416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90" name="Rectangle 344">
            <a:extLst>
              <a:ext uri="{FF2B5EF4-FFF2-40B4-BE49-F238E27FC236}">
                <a16:creationId xmlns:a16="http://schemas.microsoft.com/office/drawing/2014/main" id="{67D2F081-0B9B-44C6-9880-57392E80E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054" y="4516041"/>
            <a:ext cx="8334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91" name="Line 345">
            <a:extLst>
              <a:ext uri="{FF2B5EF4-FFF2-40B4-BE49-F238E27FC236}">
                <a16:creationId xmlns:a16="http://schemas.microsoft.com/office/drawing/2014/main" id="{D0911655-4918-409E-B114-0459289A1A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451604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92" name="Line 346">
            <a:extLst>
              <a:ext uri="{FF2B5EF4-FFF2-40B4-BE49-F238E27FC236}">
                <a16:creationId xmlns:a16="http://schemas.microsoft.com/office/drawing/2014/main" id="{955127BD-538A-42A3-82E3-782017267A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3054" y="4516041"/>
            <a:ext cx="0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93" name="Rectangle 347">
            <a:extLst>
              <a:ext uri="{FF2B5EF4-FFF2-40B4-BE49-F238E27FC236}">
                <a16:creationId xmlns:a16="http://schemas.microsoft.com/office/drawing/2014/main" id="{8BF95B7D-EF63-45D8-9D1D-636147BFB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8" y="4516041"/>
            <a:ext cx="507206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94" name="Line 348">
            <a:extLst>
              <a:ext uri="{FF2B5EF4-FFF2-40B4-BE49-F238E27FC236}">
                <a16:creationId xmlns:a16="http://schemas.microsoft.com/office/drawing/2014/main" id="{98E13EAF-1D27-45F0-871A-DCDF31B3E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1388" y="4516041"/>
            <a:ext cx="507206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95" name="Rectangle 349">
            <a:extLst>
              <a:ext uri="{FF2B5EF4-FFF2-40B4-BE49-F238E27FC236}">
                <a16:creationId xmlns:a16="http://schemas.microsoft.com/office/drawing/2014/main" id="{BEBB4EC0-AE3A-4AAC-BC93-04C3DC48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4" y="4238625"/>
            <a:ext cx="7144" cy="27741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96" name="Line 350">
            <a:extLst>
              <a:ext uri="{FF2B5EF4-FFF2-40B4-BE49-F238E27FC236}">
                <a16:creationId xmlns:a16="http://schemas.microsoft.com/office/drawing/2014/main" id="{AFEA4518-DCDA-4B5C-9DBD-FC76FF429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4238625"/>
            <a:ext cx="0" cy="277416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97" name="Rectangle 351">
            <a:extLst>
              <a:ext uri="{FF2B5EF4-FFF2-40B4-BE49-F238E27FC236}">
                <a16:creationId xmlns:a16="http://schemas.microsoft.com/office/drawing/2014/main" id="{2F88D96E-78E4-4AFF-B9E3-4290A5CCC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4" y="4516041"/>
            <a:ext cx="7144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7998" name="Line 352">
            <a:extLst>
              <a:ext uri="{FF2B5EF4-FFF2-40B4-BE49-F238E27FC236}">
                <a16:creationId xmlns:a16="http://schemas.microsoft.com/office/drawing/2014/main" id="{448EC004-301E-44E6-A371-B56D8A671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4516041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999" name="Line 353">
            <a:extLst>
              <a:ext uri="{FF2B5EF4-FFF2-40B4-BE49-F238E27FC236}">
                <a16:creationId xmlns:a16="http://schemas.microsoft.com/office/drawing/2014/main" id="{657B5CBE-0228-4DDC-BF3A-E56CCC3E3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8594" y="4516041"/>
            <a:ext cx="0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00" name="Rectangle 354">
            <a:extLst>
              <a:ext uri="{FF2B5EF4-FFF2-40B4-BE49-F238E27FC236}">
                <a16:creationId xmlns:a16="http://schemas.microsoft.com/office/drawing/2014/main" id="{F55A757E-64A2-4129-B305-666117099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4516041"/>
            <a:ext cx="497681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01" name="Line 355">
            <a:extLst>
              <a:ext uri="{FF2B5EF4-FFF2-40B4-BE49-F238E27FC236}">
                <a16:creationId xmlns:a16="http://schemas.microsoft.com/office/drawing/2014/main" id="{3EBCA433-F215-4679-9DC1-530B75C9F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451604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02" name="Rectangle 356">
            <a:extLst>
              <a:ext uri="{FF2B5EF4-FFF2-40B4-BE49-F238E27FC236}">
                <a16:creationId xmlns:a16="http://schemas.microsoft.com/office/drawing/2014/main" id="{88AF61FA-B89F-4948-BBFD-79389B0FF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19" y="4238625"/>
            <a:ext cx="8335" cy="27741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03" name="Line 357">
            <a:extLst>
              <a:ext uri="{FF2B5EF4-FFF2-40B4-BE49-F238E27FC236}">
                <a16:creationId xmlns:a16="http://schemas.microsoft.com/office/drawing/2014/main" id="{3DE09BE9-44BC-4C66-9566-1D8F8349B2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4238625"/>
            <a:ext cx="0" cy="277416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04" name="Rectangle 358">
            <a:extLst>
              <a:ext uri="{FF2B5EF4-FFF2-40B4-BE49-F238E27FC236}">
                <a16:creationId xmlns:a16="http://schemas.microsoft.com/office/drawing/2014/main" id="{EE43C408-F4E2-424A-A9CC-2478FF6E3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19" y="4516041"/>
            <a:ext cx="833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05" name="Line 359">
            <a:extLst>
              <a:ext uri="{FF2B5EF4-FFF2-40B4-BE49-F238E27FC236}">
                <a16:creationId xmlns:a16="http://schemas.microsoft.com/office/drawing/2014/main" id="{700E813E-2021-4810-80A8-D4DA73F3C9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4516041"/>
            <a:ext cx="833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06" name="Line 360">
            <a:extLst>
              <a:ext uri="{FF2B5EF4-FFF2-40B4-BE49-F238E27FC236}">
                <a16:creationId xmlns:a16="http://schemas.microsoft.com/office/drawing/2014/main" id="{2CC0149D-58ED-47D8-AB09-46C6BBB21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419" y="4516041"/>
            <a:ext cx="0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07" name="Rectangle 361">
            <a:extLst>
              <a:ext uri="{FF2B5EF4-FFF2-40B4-BE49-F238E27FC236}">
                <a16:creationId xmlns:a16="http://schemas.microsoft.com/office/drawing/2014/main" id="{FF970079-B5D0-41D3-B721-C383EF984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1754" y="4516041"/>
            <a:ext cx="497681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08" name="Line 362">
            <a:extLst>
              <a:ext uri="{FF2B5EF4-FFF2-40B4-BE49-F238E27FC236}">
                <a16:creationId xmlns:a16="http://schemas.microsoft.com/office/drawing/2014/main" id="{C846232A-ECF1-4E83-A8CA-9460F936FB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1754" y="451604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09" name="Rectangle 363">
            <a:extLst>
              <a:ext uri="{FF2B5EF4-FFF2-40B4-BE49-F238E27FC236}">
                <a16:creationId xmlns:a16="http://schemas.microsoft.com/office/drawing/2014/main" id="{4BB4E639-0A4E-4F19-94E0-B85F7B320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435" y="4238625"/>
            <a:ext cx="9525" cy="27741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10" name="Line 364">
            <a:extLst>
              <a:ext uri="{FF2B5EF4-FFF2-40B4-BE49-F238E27FC236}">
                <a16:creationId xmlns:a16="http://schemas.microsoft.com/office/drawing/2014/main" id="{EAF635C7-B407-4E2F-91C7-F8A02AD4E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435" y="4238625"/>
            <a:ext cx="0" cy="277416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11" name="Rectangle 365">
            <a:extLst>
              <a:ext uri="{FF2B5EF4-FFF2-40B4-BE49-F238E27FC236}">
                <a16:creationId xmlns:a16="http://schemas.microsoft.com/office/drawing/2014/main" id="{EDF8B7DF-33CC-4A53-A868-4406CFF8B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435" y="4516041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12" name="Line 366">
            <a:extLst>
              <a:ext uri="{FF2B5EF4-FFF2-40B4-BE49-F238E27FC236}">
                <a16:creationId xmlns:a16="http://schemas.microsoft.com/office/drawing/2014/main" id="{B90A9500-C3CF-4EE8-9C20-8C237F79A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435" y="4516041"/>
            <a:ext cx="952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13" name="Line 367">
            <a:extLst>
              <a:ext uri="{FF2B5EF4-FFF2-40B4-BE49-F238E27FC236}">
                <a16:creationId xmlns:a16="http://schemas.microsoft.com/office/drawing/2014/main" id="{7E6148E7-19A9-4B43-94CF-588073E8C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435" y="4516041"/>
            <a:ext cx="0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14" name="Rectangle 368">
            <a:extLst>
              <a:ext uri="{FF2B5EF4-FFF2-40B4-BE49-F238E27FC236}">
                <a16:creationId xmlns:a16="http://schemas.microsoft.com/office/drawing/2014/main" id="{6BF0D832-33FC-45E9-8C75-E2840F9F9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960" y="4516041"/>
            <a:ext cx="497681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15" name="Line 369">
            <a:extLst>
              <a:ext uri="{FF2B5EF4-FFF2-40B4-BE49-F238E27FC236}">
                <a16:creationId xmlns:a16="http://schemas.microsoft.com/office/drawing/2014/main" id="{D5BFE68E-2A9A-4836-8CE9-DBCC2E7CA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8960" y="4516041"/>
            <a:ext cx="497681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16" name="Rectangle 370">
            <a:extLst>
              <a:ext uri="{FF2B5EF4-FFF2-40B4-BE49-F238E27FC236}">
                <a16:creationId xmlns:a16="http://schemas.microsoft.com/office/drawing/2014/main" id="{1D933A2B-FB30-4855-9E4F-0D563B258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641" y="4238625"/>
            <a:ext cx="8334" cy="27741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17" name="Line 371">
            <a:extLst>
              <a:ext uri="{FF2B5EF4-FFF2-40B4-BE49-F238E27FC236}">
                <a16:creationId xmlns:a16="http://schemas.microsoft.com/office/drawing/2014/main" id="{451CEE41-EDE0-4EF6-91D8-F6686E8392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4238625"/>
            <a:ext cx="0" cy="277416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18" name="Rectangle 372">
            <a:extLst>
              <a:ext uri="{FF2B5EF4-FFF2-40B4-BE49-F238E27FC236}">
                <a16:creationId xmlns:a16="http://schemas.microsoft.com/office/drawing/2014/main" id="{D26EDDFF-F4FD-4A15-94C3-9A44243DB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641" y="4516041"/>
            <a:ext cx="8334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19" name="Line 373">
            <a:extLst>
              <a:ext uri="{FF2B5EF4-FFF2-40B4-BE49-F238E27FC236}">
                <a16:creationId xmlns:a16="http://schemas.microsoft.com/office/drawing/2014/main" id="{ED30E0B4-84D4-4D21-923E-18DF42376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4516041"/>
            <a:ext cx="833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20" name="Line 374">
            <a:extLst>
              <a:ext uri="{FF2B5EF4-FFF2-40B4-BE49-F238E27FC236}">
                <a16:creationId xmlns:a16="http://schemas.microsoft.com/office/drawing/2014/main" id="{6E73A387-D2D1-4FFB-AD52-6AC1DBD77A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641" y="4516041"/>
            <a:ext cx="0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21" name="Rectangle 375">
            <a:extLst>
              <a:ext uri="{FF2B5EF4-FFF2-40B4-BE49-F238E27FC236}">
                <a16:creationId xmlns:a16="http://schemas.microsoft.com/office/drawing/2014/main" id="{FA59010C-9830-452C-8AAC-6D9288371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976" y="4516041"/>
            <a:ext cx="498872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22" name="Line 376">
            <a:extLst>
              <a:ext uri="{FF2B5EF4-FFF2-40B4-BE49-F238E27FC236}">
                <a16:creationId xmlns:a16="http://schemas.microsoft.com/office/drawing/2014/main" id="{3FC147DC-3CFF-44CD-8B9A-9D2C356AC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4976" y="4516041"/>
            <a:ext cx="498872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23" name="Rectangle 377">
            <a:extLst>
              <a:ext uri="{FF2B5EF4-FFF2-40B4-BE49-F238E27FC236}">
                <a16:creationId xmlns:a16="http://schemas.microsoft.com/office/drawing/2014/main" id="{E6490A10-0CC2-4798-8A95-03817D11F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4238625"/>
            <a:ext cx="7144" cy="27741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24" name="Line 378">
            <a:extLst>
              <a:ext uri="{FF2B5EF4-FFF2-40B4-BE49-F238E27FC236}">
                <a16:creationId xmlns:a16="http://schemas.microsoft.com/office/drawing/2014/main" id="{C720D22B-A838-4777-A608-52BFA8F36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4238625"/>
            <a:ext cx="0" cy="277416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25" name="Rectangle 379">
            <a:extLst>
              <a:ext uri="{FF2B5EF4-FFF2-40B4-BE49-F238E27FC236}">
                <a16:creationId xmlns:a16="http://schemas.microsoft.com/office/drawing/2014/main" id="{A4309BA3-9271-41B0-B61E-DEFE53BF0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4516041"/>
            <a:ext cx="7144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26" name="Line 380">
            <a:extLst>
              <a:ext uri="{FF2B5EF4-FFF2-40B4-BE49-F238E27FC236}">
                <a16:creationId xmlns:a16="http://schemas.microsoft.com/office/drawing/2014/main" id="{D4ABF1BB-FF10-47ED-A42A-279DC2B30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8" y="4516041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27" name="Line 381">
            <a:extLst>
              <a:ext uri="{FF2B5EF4-FFF2-40B4-BE49-F238E27FC236}">
                <a16:creationId xmlns:a16="http://schemas.microsoft.com/office/drawing/2014/main" id="{904ADD5D-B0A9-46A5-8FD3-9A9F5A1C9B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4516041"/>
            <a:ext cx="0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28" name="Rectangle 382">
            <a:extLst>
              <a:ext uri="{FF2B5EF4-FFF2-40B4-BE49-F238E27FC236}">
                <a16:creationId xmlns:a16="http://schemas.microsoft.com/office/drawing/2014/main" id="{4B39F4BA-5A27-44D5-835E-A96C56AA3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48" y="4516041"/>
            <a:ext cx="7144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029" name="Line 383">
            <a:extLst>
              <a:ext uri="{FF2B5EF4-FFF2-40B4-BE49-F238E27FC236}">
                <a16:creationId xmlns:a16="http://schemas.microsoft.com/office/drawing/2014/main" id="{C2128E8C-3B06-49E5-A808-1EEA69DDF1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8" y="4516041"/>
            <a:ext cx="7144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30" name="Line 384">
            <a:extLst>
              <a:ext uri="{FF2B5EF4-FFF2-40B4-BE49-F238E27FC236}">
                <a16:creationId xmlns:a16="http://schemas.microsoft.com/office/drawing/2014/main" id="{1ABF68C4-EF10-4A30-A647-485075B4A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847" y="4516041"/>
            <a:ext cx="0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031" name="Text Box 385">
            <a:extLst>
              <a:ext uri="{FF2B5EF4-FFF2-40B4-BE49-F238E27FC236}">
                <a16:creationId xmlns:a16="http://schemas.microsoft.com/office/drawing/2014/main" id="{F09C34CA-CF52-413F-8968-A3664EE45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391" y="1006078"/>
            <a:ext cx="2402774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solidFill>
                  <a:srgbClr val="FF0000"/>
                </a:solidFill>
                <a:latin typeface="Times New Roman" panose="02020603050405020304" pitchFamily="18" charset="0"/>
              </a:rPr>
              <a:t>A transition diagram</a:t>
            </a:r>
          </a:p>
        </p:txBody>
      </p:sp>
      <p:sp>
        <p:nvSpPr>
          <p:cNvPr id="28032" name="Text Box 386">
            <a:extLst>
              <a:ext uri="{FF2B5EF4-FFF2-40B4-BE49-F238E27FC236}">
                <a16:creationId xmlns:a16="http://schemas.microsoft.com/office/drawing/2014/main" id="{BEC67C8F-9447-48B5-8B27-3954AAC59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160" y="2247900"/>
            <a:ext cx="2043701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solidFill>
                  <a:srgbClr val="FF0000"/>
                </a:solidFill>
                <a:latin typeface="Times New Roman" panose="02020603050405020304" pitchFamily="18" charset="0"/>
              </a:rPr>
              <a:t>A transition table</a:t>
            </a:r>
          </a:p>
        </p:txBody>
      </p:sp>
      <p:sp>
        <p:nvSpPr>
          <p:cNvPr id="385" name="灯片编号占位符 3">
            <a:extLst>
              <a:ext uri="{FF2B5EF4-FFF2-40B4-BE49-F238E27FC236}">
                <a16:creationId xmlns:a16="http://schemas.microsoft.com/office/drawing/2014/main" id="{5227143B-932A-40B0-A4E6-53A11DBF80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4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4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1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4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4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4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4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4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4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4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4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4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14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4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4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14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4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14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4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4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1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4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4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1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4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1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1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1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14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2" grpId="0" animBg="1"/>
      <p:bldP spid="214023" grpId="0" animBg="1"/>
      <p:bldP spid="214024" grpId="0" animBg="1"/>
      <p:bldP spid="214032" grpId="0"/>
      <p:bldP spid="214033" grpId="0"/>
      <p:bldP spid="214034" grpId="0"/>
      <p:bldP spid="214034" grpId="1"/>
      <p:bldP spid="214035" grpId="0"/>
      <p:bldP spid="214124" grpId="0"/>
      <p:bldP spid="214198" grpId="0"/>
      <p:bldP spid="214252" grpId="0"/>
      <p:bldP spid="214253" grpId="0"/>
      <p:bldP spid="214254" grpId="0"/>
      <p:bldP spid="214255" grpId="0"/>
      <p:bldP spid="2142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54CCDC55-D383-4106-8C3F-BDC67B57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288" y="108349"/>
            <a:ext cx="7828402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Finite Automata and Scanners (6)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C5686194-08D7-4012-92FC-F9EEEE34C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5448" y="822121"/>
            <a:ext cx="7414819" cy="3171039"/>
          </a:xfrm>
        </p:spPr>
        <p:txBody>
          <a:bodyPr/>
          <a:lstStyle/>
          <a:p>
            <a:r>
              <a:rPr lang="en-US" altLang="zh-TW" sz="2400" dirty="0"/>
              <a:t>Any regular expression can be translated into a DFA that accepts the set of strings denoted by the regular expression</a:t>
            </a:r>
          </a:p>
          <a:p>
            <a:r>
              <a:rPr lang="en-US" altLang="zh-TW" sz="2400" dirty="0"/>
              <a:t>The transition can be done</a:t>
            </a:r>
          </a:p>
          <a:p>
            <a:pPr lvl="1"/>
            <a:r>
              <a:rPr lang="en-US" altLang="zh-TW" sz="2000" dirty="0"/>
              <a:t>Automatically by a scanner generator : </a:t>
            </a:r>
            <a:r>
              <a:rPr lang="en-US" altLang="zh-TW" sz="2000" i="1" dirty="0">
                <a:solidFill>
                  <a:srgbClr val="FF0000"/>
                </a:solidFill>
              </a:rPr>
              <a:t>LEX </a:t>
            </a:r>
            <a:r>
              <a:rPr lang="en-US" altLang="zh-TW" sz="2000" dirty="0">
                <a:solidFill>
                  <a:srgbClr val="FF0000"/>
                </a:solidFill>
              </a:rPr>
              <a:t>(</a:t>
            </a:r>
            <a:r>
              <a:rPr lang="en-US" altLang="zh-TW" sz="2000" i="1" dirty="0">
                <a:solidFill>
                  <a:srgbClr val="FF0000"/>
                </a:solidFill>
              </a:rPr>
              <a:t>TA course</a:t>
            </a:r>
            <a:r>
              <a:rPr lang="en-US" altLang="zh-TW" sz="2000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altLang="zh-TW" sz="2000" dirty="0"/>
              <a:t>Manually by a programmer : </a:t>
            </a:r>
            <a:r>
              <a:rPr lang="en-US" altLang="zh-TW" sz="2000" i="1" dirty="0">
                <a:solidFill>
                  <a:srgbClr val="FF0000"/>
                </a:solidFill>
              </a:rPr>
              <a:t>Your homework #1 </a:t>
            </a:r>
            <a:r>
              <a:rPr lang="en-US" altLang="zh-TW" sz="2000" dirty="0">
                <a:solidFill>
                  <a:srgbClr val="FF0000"/>
                </a:solidFill>
              </a:rPr>
              <a:t>(3/13 </a:t>
            </a:r>
            <a:r>
              <a:rPr lang="en-US" altLang="zh-TW" sz="2000" i="1" dirty="0">
                <a:solidFill>
                  <a:srgbClr val="FF0000"/>
                </a:solidFill>
              </a:rPr>
              <a:t>publishes</a:t>
            </a:r>
            <a:r>
              <a:rPr lang="en-US" altLang="zh-TW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25F36BE-B1CD-437C-A998-CF21349702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4">
            <a:extLst>
              <a:ext uri="{FF2B5EF4-FFF2-40B4-BE49-F238E27FC236}">
                <a16:creationId xmlns:a16="http://schemas.microsoft.com/office/drawing/2014/main" id="{1DF793F5-2918-4D05-A249-E647C9ACA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4" y="861482"/>
            <a:ext cx="3429000" cy="3690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342900" indent="-3429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800100" algn="l"/>
                <a:tab pos="1714500" algn="l"/>
                <a:tab pos="2171700" algn="l"/>
              </a:tabLst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800100" algn="l"/>
                <a:tab pos="1714500" algn="l"/>
                <a:tab pos="2171700" algn="l"/>
              </a:tabLst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333500" indent="-4572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800100" algn="l"/>
                <a:tab pos="1714500" algn="l"/>
                <a:tab pos="21717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800100" algn="l"/>
                <a:tab pos="1714500" algn="l"/>
                <a:tab pos="21717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800100" algn="l"/>
                <a:tab pos="1714500" algn="l"/>
                <a:tab pos="2171700" algn="l"/>
              </a:tabLst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800100" algn="l"/>
                <a:tab pos="1714500" algn="l"/>
                <a:tab pos="2171700" algn="l"/>
              </a:tabLst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800100" algn="l"/>
                <a:tab pos="1714500" algn="l"/>
                <a:tab pos="2171700" algn="l"/>
              </a:tabLst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800100" algn="l"/>
                <a:tab pos="1714500" algn="l"/>
                <a:tab pos="2171700" algn="l"/>
              </a:tabLst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800100" algn="l"/>
                <a:tab pos="1714500" algn="l"/>
                <a:tab pos="2171700" algn="l"/>
              </a:tabLst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lvl="2">
              <a:buFontTx/>
              <a:buNone/>
            </a:pPr>
            <a:r>
              <a:rPr lang="en-US" altLang="zh-TW" sz="1400" i="1" dirty="0">
                <a:solidFill>
                  <a:srgbClr val="0366A9"/>
                </a:solidFill>
                <a:latin typeface="Arial Narrow" panose="020B0606020202030204" pitchFamily="34" charset="0"/>
              </a:rPr>
              <a:t>/*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i="1" dirty="0">
                <a:solidFill>
                  <a:srgbClr val="0366A9"/>
                </a:solidFill>
                <a:latin typeface="Arial Narrow" panose="020B0606020202030204" pitchFamily="34" charset="0"/>
              </a:rPr>
              <a:t>* Note: </a:t>
            </a:r>
            <a:r>
              <a:rPr lang="en-US" altLang="zh-TW" sz="1400" i="1" dirty="0" err="1">
                <a:solidFill>
                  <a:srgbClr val="0366A9"/>
                </a:solidFill>
                <a:latin typeface="Arial Narrow" panose="020B0606020202030204" pitchFamily="34" charset="0"/>
              </a:rPr>
              <a:t>current_char</a:t>
            </a:r>
            <a:r>
              <a:rPr lang="en-US" altLang="zh-TW" sz="1400" i="1" dirty="0">
                <a:solidFill>
                  <a:srgbClr val="0366A9"/>
                </a:solidFill>
                <a:latin typeface="Arial Narrow" panose="020B0606020202030204" pitchFamily="34" charset="0"/>
              </a:rPr>
              <a:t> is already set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i="1" dirty="0">
                <a:solidFill>
                  <a:srgbClr val="0366A9"/>
                </a:solidFill>
                <a:latin typeface="Arial Narrow" panose="020B0606020202030204" pitchFamily="34" charset="0"/>
              </a:rPr>
              <a:t>* to the current input character.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i="1" dirty="0">
                <a:solidFill>
                  <a:srgbClr val="0366A9"/>
                </a:solidFill>
                <a:latin typeface="Arial Narrow" panose="020B0606020202030204" pitchFamily="34" charset="0"/>
              </a:rPr>
              <a:t>*/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i="1" dirty="0">
                <a:latin typeface="Arial Narrow" panose="020B0606020202030204" pitchFamily="34" charset="0"/>
              </a:rPr>
              <a:t>state = </a:t>
            </a:r>
            <a:r>
              <a:rPr lang="en-US" altLang="zh-TW" sz="1400" i="1" dirty="0" err="1">
                <a:latin typeface="Arial Narrow" panose="020B0606020202030204" pitchFamily="34" charset="0"/>
              </a:rPr>
              <a:t>initial_state</a:t>
            </a:r>
            <a:r>
              <a:rPr lang="en-US" altLang="zh-TW" sz="1400" i="1" dirty="0">
                <a:latin typeface="Arial Narrow" panose="020B0606020202030204" pitchFamily="34" charset="0"/>
              </a:rPr>
              <a:t>;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i="1" dirty="0">
                <a:solidFill>
                  <a:schemeClr val="folHlink"/>
                </a:solidFill>
                <a:latin typeface="Arial Narrow" panose="020B0606020202030204" pitchFamily="34" charset="0"/>
              </a:rPr>
              <a:t>while (TRUE) {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i="1" dirty="0">
                <a:latin typeface="Arial Narrow" panose="020B0606020202030204" pitchFamily="34" charset="0"/>
              </a:rPr>
              <a:t>	</a:t>
            </a:r>
            <a:r>
              <a:rPr lang="en-US" altLang="zh-TW" sz="1400" i="1" dirty="0" err="1">
                <a:latin typeface="Arial Narrow" panose="020B0606020202030204" pitchFamily="34" charset="0"/>
              </a:rPr>
              <a:t>next_state</a:t>
            </a:r>
            <a:r>
              <a:rPr lang="en-US" altLang="zh-TW" sz="1400" i="1" dirty="0">
                <a:latin typeface="Arial Narrow" panose="020B0606020202030204" pitchFamily="34" charset="0"/>
              </a:rPr>
              <a:t> = T[state][</a:t>
            </a:r>
            <a:r>
              <a:rPr lang="en-US" altLang="zh-TW" sz="1400" i="1" dirty="0" err="1">
                <a:latin typeface="Arial Narrow" panose="020B0606020202030204" pitchFamily="34" charset="0"/>
              </a:rPr>
              <a:t>current_char</a:t>
            </a:r>
            <a:r>
              <a:rPr lang="en-US" altLang="zh-TW" sz="1400" i="1" dirty="0">
                <a:latin typeface="Arial Narrow" panose="020B0606020202030204" pitchFamily="34" charset="0"/>
              </a:rPr>
              <a:t>];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i="1" dirty="0">
                <a:latin typeface="Arial Narrow" panose="020B0606020202030204" pitchFamily="34" charset="0"/>
              </a:rPr>
              <a:t>	if (</a:t>
            </a:r>
            <a:r>
              <a:rPr lang="en-US" altLang="zh-TW" sz="1400" i="1" dirty="0" err="1">
                <a:latin typeface="Arial Narrow" panose="020B0606020202030204" pitchFamily="34" charset="0"/>
              </a:rPr>
              <a:t>next_state</a:t>
            </a:r>
            <a:r>
              <a:rPr lang="en-US" altLang="zh-TW" sz="1400" i="1" dirty="0">
                <a:latin typeface="Arial Narrow" panose="020B0606020202030204" pitchFamily="34" charset="0"/>
              </a:rPr>
              <a:t> == ERROR)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i="1" dirty="0">
                <a:latin typeface="Arial Narrow" panose="020B0606020202030204" pitchFamily="34" charset="0"/>
              </a:rPr>
              <a:t>		break;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i="1" dirty="0">
                <a:latin typeface="Arial Narrow" panose="020B0606020202030204" pitchFamily="34" charset="0"/>
              </a:rPr>
              <a:t>	state = </a:t>
            </a:r>
            <a:r>
              <a:rPr lang="en-US" altLang="zh-TW" sz="1400" i="1" dirty="0" err="1">
                <a:latin typeface="Arial Narrow" panose="020B0606020202030204" pitchFamily="34" charset="0"/>
              </a:rPr>
              <a:t>next_state</a:t>
            </a:r>
            <a:r>
              <a:rPr lang="en-US" altLang="zh-TW" sz="1400" i="1" dirty="0">
                <a:latin typeface="Arial Narrow" panose="020B0606020202030204" pitchFamily="34" charset="0"/>
              </a:rPr>
              <a:t>;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i="1" dirty="0">
                <a:latin typeface="Arial Narrow" panose="020B0606020202030204" pitchFamily="34" charset="0"/>
              </a:rPr>
              <a:t>	if (</a:t>
            </a:r>
            <a:r>
              <a:rPr lang="en-US" altLang="zh-TW" sz="1400" i="1" dirty="0" err="1">
                <a:latin typeface="Arial Narrow" panose="020B0606020202030204" pitchFamily="34" charset="0"/>
              </a:rPr>
              <a:t>current_char</a:t>
            </a:r>
            <a:r>
              <a:rPr lang="en-US" altLang="zh-TW" sz="1400" i="1" dirty="0">
                <a:latin typeface="Arial Narrow" panose="020B0606020202030204" pitchFamily="34" charset="0"/>
              </a:rPr>
              <a:t> == EOF)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i="1" dirty="0">
                <a:latin typeface="Arial Narrow" panose="020B0606020202030204" pitchFamily="34" charset="0"/>
              </a:rPr>
              <a:t>		break;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i="1" dirty="0">
                <a:latin typeface="Arial Narrow" panose="020B0606020202030204" pitchFamily="34" charset="0"/>
              </a:rPr>
              <a:t>	if (???)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latin typeface="Arial Narrow" panose="020B0606020202030204" pitchFamily="34" charset="0"/>
              </a:rPr>
              <a:t>		???;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latin typeface="Arial Narrow" panose="020B0606020202030204" pitchFamily="34" charset="0"/>
              </a:rPr>
              <a:t>	</a:t>
            </a:r>
            <a:r>
              <a:rPr lang="en-US" altLang="zh-TW" sz="1400" dirty="0" err="1">
                <a:latin typeface="Arial Narrow" panose="020B0606020202030204" pitchFamily="34" charset="0"/>
              </a:rPr>
              <a:t>current_char</a:t>
            </a:r>
            <a:r>
              <a:rPr lang="en-US" altLang="zh-TW" sz="1400" dirty="0">
                <a:latin typeface="Arial Narrow" panose="020B0606020202030204" pitchFamily="34" charset="0"/>
              </a:rPr>
              <a:t> = </a:t>
            </a:r>
            <a:r>
              <a:rPr lang="en-US" altLang="zh-TW" sz="1400" dirty="0" err="1">
                <a:latin typeface="Arial Narrow" panose="020B0606020202030204" pitchFamily="34" charset="0"/>
              </a:rPr>
              <a:t>getchar</a:t>
            </a:r>
            <a:r>
              <a:rPr lang="en-US" altLang="zh-TW" sz="1400" dirty="0">
                <a:latin typeface="Arial Narrow" panose="020B0606020202030204" pitchFamily="34" charset="0"/>
              </a:rPr>
              <a:t>();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solidFill>
                  <a:schemeClr val="folHlink"/>
                </a:solidFill>
                <a:latin typeface="Arial Narrow" panose="020B0606020202030204" pitchFamily="34" charset="0"/>
              </a:rPr>
              <a:t>}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if (</a:t>
            </a:r>
            <a:r>
              <a:rPr lang="en-US" altLang="zh-TW" sz="1400" dirty="0" err="1">
                <a:solidFill>
                  <a:schemeClr val="accent1"/>
                </a:solidFill>
                <a:latin typeface="Arial Narrow" panose="020B0606020202030204" pitchFamily="34" charset="0"/>
              </a:rPr>
              <a:t>is_final_state</a:t>
            </a:r>
            <a:r>
              <a:rPr lang="en-US" altLang="zh-TW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(state))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solidFill>
                  <a:srgbClr val="0366A9"/>
                </a:solidFill>
                <a:latin typeface="Arial Narrow" panose="020B0606020202030204" pitchFamily="34" charset="0"/>
              </a:rPr>
              <a:t>/* Return or process valid token. */</a:t>
            </a:r>
            <a:r>
              <a:rPr lang="en-US" altLang="zh-TW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else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	</a:t>
            </a:r>
            <a:r>
              <a:rPr lang="en-US" altLang="zh-TW" sz="1400" dirty="0" err="1">
                <a:solidFill>
                  <a:schemeClr val="accent1"/>
                </a:solidFill>
                <a:latin typeface="Arial Narrow" panose="020B0606020202030204" pitchFamily="34" charset="0"/>
              </a:rPr>
              <a:t>lexical_error</a:t>
            </a:r>
            <a:r>
              <a:rPr lang="en-US" altLang="zh-TW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(</a:t>
            </a:r>
            <a:r>
              <a:rPr lang="en-US" altLang="zh-TW" sz="1400" dirty="0" err="1">
                <a:solidFill>
                  <a:schemeClr val="accent1"/>
                </a:solidFill>
                <a:latin typeface="Arial Narrow" panose="020B0606020202030204" pitchFamily="34" charset="0"/>
              </a:rPr>
              <a:t>current_char</a:t>
            </a:r>
            <a:r>
              <a:rPr lang="en-US" altLang="zh-TW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);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655E2008-C975-4355-98AB-2E9DA1E1B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012" y="108349"/>
            <a:ext cx="7769678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Finite Automata and Scanners (7)</a:t>
            </a:r>
            <a:endParaRPr lang="zh-TW" altLang="en-US" sz="3200" dirty="0">
              <a:ea typeface="新細明體" panose="02020500000000000000" pitchFamily="18" charset="-120"/>
            </a:endParaRPr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FBB5D842-2522-44A0-A5FD-E7468B3AE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781" y="1634892"/>
            <a:ext cx="3543300" cy="2968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342900" indent="-3429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1524000" algn="l"/>
                <a:tab pos="1905000" algn="l"/>
                <a:tab pos="2286000" algn="l"/>
              </a:tabLst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1524000" algn="l"/>
                <a:tab pos="1905000" algn="l"/>
                <a:tab pos="2286000" algn="l"/>
              </a:tabLst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6205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1524000" algn="l"/>
                <a:tab pos="1905000" algn="l"/>
                <a:tab pos="22860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1524000" algn="l"/>
                <a:tab pos="1905000" algn="l"/>
                <a:tab pos="22860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1524000" algn="l"/>
                <a:tab pos="1905000" algn="l"/>
                <a:tab pos="2286000" algn="l"/>
              </a:tabLst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1524000" algn="l"/>
                <a:tab pos="1905000" algn="l"/>
                <a:tab pos="2286000" algn="l"/>
              </a:tabLst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1524000" algn="l"/>
                <a:tab pos="1905000" algn="l"/>
                <a:tab pos="2286000" algn="l"/>
              </a:tabLst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1524000" algn="l"/>
                <a:tab pos="1905000" algn="l"/>
                <a:tab pos="2286000" algn="l"/>
              </a:tabLst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1524000" algn="l"/>
                <a:tab pos="1905000" algn="l"/>
                <a:tab pos="2286000" algn="l"/>
              </a:tabLst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lvl="1">
              <a:buFontTx/>
              <a:buNone/>
            </a:pPr>
            <a:r>
              <a:rPr lang="zh-TW" altLang="en-US" sz="1400" dirty="0">
                <a:solidFill>
                  <a:schemeClr val="folHlink"/>
                </a:solidFill>
                <a:latin typeface="Arial Narrow" panose="020B0606020202030204" pitchFamily="34" charset="0"/>
              </a:rPr>
              <a:t>	  </a:t>
            </a:r>
            <a:r>
              <a:rPr lang="en-US" altLang="zh-TW" sz="1400" dirty="0">
                <a:solidFill>
                  <a:schemeClr val="folHlink"/>
                </a:solidFill>
                <a:latin typeface="Arial Narrow" panose="020B0606020202030204" pitchFamily="34" charset="0"/>
              </a:rPr>
              <a:t>if (</a:t>
            </a:r>
            <a:r>
              <a:rPr lang="en-US" altLang="zh-TW" sz="1400" dirty="0" err="1">
                <a:solidFill>
                  <a:schemeClr val="folHlink"/>
                </a:solidFill>
                <a:latin typeface="Arial Narrow" panose="020B0606020202030204" pitchFamily="34" charset="0"/>
              </a:rPr>
              <a:t>current_char</a:t>
            </a:r>
            <a:r>
              <a:rPr lang="en-US" altLang="zh-TW" sz="1400" dirty="0">
                <a:solidFill>
                  <a:schemeClr val="folHlink"/>
                </a:solidFill>
                <a:latin typeface="Arial Narrow" panose="020B0606020202030204" pitchFamily="34" charset="0"/>
              </a:rPr>
              <a:t> == '-') {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latin typeface="Arial Narrow" panose="020B0606020202030204" pitchFamily="34" charset="0"/>
              </a:rPr>
              <a:t>	</a:t>
            </a:r>
            <a:r>
              <a:rPr lang="en-US" altLang="zh-TW" sz="1400" dirty="0" err="1">
                <a:latin typeface="Arial Narrow" panose="020B0606020202030204" pitchFamily="34" charset="0"/>
              </a:rPr>
              <a:t>current_char</a:t>
            </a:r>
            <a:r>
              <a:rPr lang="en-US" altLang="zh-TW" sz="1400" dirty="0">
                <a:latin typeface="Arial Narrow" panose="020B0606020202030204" pitchFamily="34" charset="0"/>
              </a:rPr>
              <a:t> = </a:t>
            </a:r>
            <a:r>
              <a:rPr lang="en-US" altLang="zh-TW" sz="1400" dirty="0" err="1">
                <a:latin typeface="Arial Narrow" panose="020B0606020202030204" pitchFamily="34" charset="0"/>
              </a:rPr>
              <a:t>getchar</a:t>
            </a:r>
            <a:r>
              <a:rPr lang="en-US" altLang="zh-TW" sz="1400" dirty="0">
                <a:latin typeface="Arial Narrow" panose="020B0606020202030204" pitchFamily="34" charset="0"/>
              </a:rPr>
              <a:t>();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TW" sz="1400" dirty="0">
                <a:solidFill>
                  <a:schemeClr val="tx2"/>
                </a:solidFill>
                <a:latin typeface="Arial Narrow" panose="020B0606020202030204" pitchFamily="34" charset="0"/>
              </a:rPr>
              <a:t>if (</a:t>
            </a:r>
            <a:r>
              <a:rPr lang="en-US" altLang="zh-TW" sz="1400" dirty="0" err="1">
                <a:solidFill>
                  <a:schemeClr val="tx2"/>
                </a:solidFill>
                <a:latin typeface="Arial Narrow" panose="020B0606020202030204" pitchFamily="34" charset="0"/>
              </a:rPr>
              <a:t>current_char</a:t>
            </a:r>
            <a:r>
              <a:rPr lang="en-US" altLang="zh-TW" sz="1400" dirty="0">
                <a:solidFill>
                  <a:schemeClr val="tx2"/>
                </a:solidFill>
                <a:latin typeface="Arial Narrow" panose="020B0606020202030204" pitchFamily="34" charset="0"/>
              </a:rPr>
              <a:t> == '-') {</a:t>
            </a:r>
            <a:r>
              <a:rPr lang="en-US" altLang="zh-TW" sz="1400" dirty="0">
                <a:solidFill>
                  <a:schemeClr val="accent2"/>
                </a:solidFill>
                <a:latin typeface="Arial Narrow" panose="020B0606020202030204" pitchFamily="34" charset="0"/>
              </a:rPr>
              <a:t>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latin typeface="Arial Narrow" panose="020B0606020202030204" pitchFamily="34" charset="0"/>
              </a:rPr>
              <a:t>		do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latin typeface="Arial Narrow" panose="020B0606020202030204" pitchFamily="34" charset="0"/>
              </a:rPr>
              <a:t>			</a:t>
            </a:r>
            <a:r>
              <a:rPr lang="en-US" altLang="zh-TW" sz="1400" dirty="0" err="1">
                <a:latin typeface="Arial Narrow" panose="020B0606020202030204" pitchFamily="34" charset="0"/>
              </a:rPr>
              <a:t>current_char</a:t>
            </a:r>
            <a:r>
              <a:rPr lang="en-US" altLang="zh-TW" sz="1400" dirty="0">
                <a:latin typeface="Arial Narrow" panose="020B0606020202030204" pitchFamily="34" charset="0"/>
              </a:rPr>
              <a:t> = </a:t>
            </a:r>
            <a:r>
              <a:rPr lang="en-US" altLang="zh-TW" sz="1400" dirty="0" err="1">
                <a:latin typeface="Arial Narrow" panose="020B0606020202030204" pitchFamily="34" charset="0"/>
              </a:rPr>
              <a:t>getchar</a:t>
            </a:r>
            <a:r>
              <a:rPr lang="en-US" altLang="zh-TW" sz="1400" dirty="0">
                <a:latin typeface="Arial Narrow" panose="020B0606020202030204" pitchFamily="34" charset="0"/>
              </a:rPr>
              <a:t>();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latin typeface="Arial Narrow" panose="020B0606020202030204" pitchFamily="34" charset="0"/>
              </a:rPr>
              <a:t>		while (</a:t>
            </a:r>
            <a:r>
              <a:rPr lang="en-US" altLang="zh-TW" sz="1400" dirty="0" err="1">
                <a:latin typeface="Arial Narrow" panose="020B0606020202030204" pitchFamily="34" charset="0"/>
              </a:rPr>
              <a:t>current_char</a:t>
            </a:r>
            <a:r>
              <a:rPr lang="en-US" altLang="zh-TW" sz="1400" dirty="0">
                <a:latin typeface="Arial Narrow" panose="020B0606020202030204" pitchFamily="34" charset="0"/>
              </a:rPr>
              <a:t> != '\n');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TW" sz="1400" dirty="0">
                <a:solidFill>
                  <a:schemeClr val="tx2"/>
                </a:solidFill>
                <a:latin typeface="Arial Narrow" panose="020B0606020202030204" pitchFamily="34" charset="0"/>
              </a:rPr>
              <a:t>} else {</a:t>
            </a:r>
            <a:r>
              <a:rPr lang="en-US" altLang="zh-TW" sz="1400" dirty="0">
                <a:solidFill>
                  <a:schemeClr val="accent2"/>
                </a:solidFill>
                <a:latin typeface="Arial Narrow" panose="020B0606020202030204" pitchFamily="34" charset="0"/>
              </a:rPr>
              <a:t>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latin typeface="Arial Narrow" panose="020B0606020202030204" pitchFamily="34" charset="0"/>
              </a:rPr>
              <a:t>		</a:t>
            </a:r>
            <a:r>
              <a:rPr lang="en-US" altLang="zh-TW" sz="1400" dirty="0" err="1">
                <a:latin typeface="Arial Narrow" panose="020B0606020202030204" pitchFamily="34" charset="0"/>
              </a:rPr>
              <a:t>ungetc</a:t>
            </a:r>
            <a:r>
              <a:rPr lang="en-US" altLang="zh-TW" sz="1400" dirty="0">
                <a:latin typeface="Arial Narrow" panose="020B0606020202030204" pitchFamily="34" charset="0"/>
              </a:rPr>
              <a:t>(</a:t>
            </a:r>
            <a:r>
              <a:rPr lang="en-US" altLang="zh-TW" sz="1400" dirty="0" err="1">
                <a:latin typeface="Arial Narrow" panose="020B0606020202030204" pitchFamily="34" charset="0"/>
              </a:rPr>
              <a:t>current_char</a:t>
            </a:r>
            <a:r>
              <a:rPr lang="en-US" altLang="zh-TW" sz="1400" dirty="0">
                <a:latin typeface="Arial Narrow" panose="020B0606020202030204" pitchFamily="34" charset="0"/>
              </a:rPr>
              <a:t>, stdin); 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latin typeface="Arial Narrow" panose="020B0606020202030204" pitchFamily="34" charset="0"/>
              </a:rPr>
              <a:t>		</a:t>
            </a:r>
            <a:r>
              <a:rPr lang="en-US" altLang="zh-TW" sz="1400" dirty="0" err="1">
                <a:latin typeface="Arial Narrow" panose="020B0606020202030204" pitchFamily="34" charset="0"/>
              </a:rPr>
              <a:t>lexical_error</a:t>
            </a:r>
            <a:r>
              <a:rPr lang="en-US" altLang="zh-TW" sz="1400" dirty="0">
                <a:latin typeface="Arial Narrow" panose="020B0606020202030204" pitchFamily="34" charset="0"/>
              </a:rPr>
              <a:t>(</a:t>
            </a:r>
            <a:r>
              <a:rPr lang="en-US" altLang="zh-TW" sz="1400" dirty="0" err="1">
                <a:latin typeface="Arial Narrow" panose="020B0606020202030204" pitchFamily="34" charset="0"/>
              </a:rPr>
              <a:t>current_char</a:t>
            </a:r>
            <a:r>
              <a:rPr lang="en-US" altLang="zh-TW" sz="1400" dirty="0">
                <a:latin typeface="Arial Narrow" panose="020B0606020202030204" pitchFamily="34" charset="0"/>
              </a:rPr>
              <a:t>);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TW" sz="1400" dirty="0">
                <a:solidFill>
                  <a:schemeClr val="tx2"/>
                </a:solidFill>
                <a:latin typeface="Arial Narrow" panose="020B0606020202030204" pitchFamily="34" charset="0"/>
              </a:rPr>
              <a:t>}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solidFill>
                  <a:schemeClr val="folHlink"/>
                </a:solidFill>
                <a:latin typeface="Arial Narrow" panose="020B0606020202030204" pitchFamily="34" charset="0"/>
              </a:rPr>
              <a:t>}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solidFill>
                  <a:schemeClr val="folHlink"/>
                </a:solidFill>
                <a:latin typeface="Arial Narrow" panose="020B0606020202030204" pitchFamily="34" charset="0"/>
              </a:rPr>
              <a:t>else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latin typeface="Arial Narrow" panose="020B0606020202030204" pitchFamily="34" charset="0"/>
              </a:rPr>
              <a:t>	</a:t>
            </a:r>
            <a:r>
              <a:rPr lang="en-US" altLang="zh-TW" sz="1400" dirty="0" err="1">
                <a:latin typeface="Arial Narrow" panose="020B0606020202030204" pitchFamily="34" charset="0"/>
              </a:rPr>
              <a:t>lexical_error</a:t>
            </a:r>
            <a:r>
              <a:rPr lang="en-US" altLang="zh-TW" sz="1400" dirty="0">
                <a:latin typeface="Arial Narrow" panose="020B0606020202030204" pitchFamily="34" charset="0"/>
              </a:rPr>
              <a:t>(</a:t>
            </a:r>
            <a:r>
              <a:rPr lang="en-US" altLang="zh-TW" sz="1400" dirty="0" err="1">
                <a:latin typeface="Arial Narrow" panose="020B0606020202030204" pitchFamily="34" charset="0"/>
              </a:rPr>
              <a:t>current_char</a:t>
            </a:r>
            <a:r>
              <a:rPr lang="en-US" altLang="zh-TW" sz="1400" dirty="0">
                <a:latin typeface="Arial Narrow" panose="020B0606020202030204" pitchFamily="34" charset="0"/>
              </a:rPr>
              <a:t>);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dirty="0">
                <a:solidFill>
                  <a:srgbClr val="0366A9"/>
                </a:solidFill>
                <a:latin typeface="Arial Narrow" panose="020B0606020202030204" pitchFamily="34" charset="0"/>
              </a:rPr>
              <a:t>/* Return or process valid token. */</a:t>
            </a:r>
          </a:p>
          <a:p>
            <a:pPr marL="457200" lvl="1" indent="0">
              <a:buNone/>
            </a:pPr>
            <a:r>
              <a:rPr lang="en-US" altLang="zh-TW" sz="1400" dirty="0" err="1"/>
              <a:t>ungetc</a:t>
            </a:r>
            <a:r>
              <a:rPr lang="en-US" altLang="zh-TW" sz="1400" dirty="0"/>
              <a:t>() -- lookahead</a:t>
            </a:r>
          </a:p>
        </p:txBody>
      </p:sp>
      <p:sp>
        <p:nvSpPr>
          <p:cNvPr id="29703" name="Rectangle 6">
            <a:extLst>
              <a:ext uri="{FF2B5EF4-FFF2-40B4-BE49-F238E27FC236}">
                <a16:creationId xmlns:a16="http://schemas.microsoft.com/office/drawing/2014/main" id="{927DF8C9-CEE7-4017-8172-0EB892502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7395" y="3118074"/>
            <a:ext cx="864394" cy="378619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400">
              <a:latin typeface="Times New Roman" panose="02020603050405020304" pitchFamily="18" charset="0"/>
            </a:endParaRPr>
          </a:p>
        </p:txBody>
      </p:sp>
      <p:sp>
        <p:nvSpPr>
          <p:cNvPr id="29704" name="Rectangle 7">
            <a:extLst>
              <a:ext uri="{FF2B5EF4-FFF2-40B4-BE49-F238E27FC236}">
                <a16:creationId xmlns:a16="http://schemas.microsoft.com/office/drawing/2014/main" id="{3EE685C6-C0AB-4D5C-997B-D09173A93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272" y="1633730"/>
            <a:ext cx="3024188" cy="2690074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400">
              <a:latin typeface="Times New Roman" panose="02020603050405020304" pitchFamily="18" charset="0"/>
            </a:endParaRPr>
          </a:p>
        </p:txBody>
      </p:sp>
      <p:sp>
        <p:nvSpPr>
          <p:cNvPr id="29705" name="Line 8">
            <a:extLst>
              <a:ext uri="{FF2B5EF4-FFF2-40B4-BE49-F238E27FC236}">
                <a16:creationId xmlns:a16="http://schemas.microsoft.com/office/drawing/2014/main" id="{664F37F6-9A44-43C1-8449-3358DB036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5545" y="3307383"/>
            <a:ext cx="1835944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29F89B6-CA7F-4790-B878-99CDF4C1B8F9}"/>
              </a:ext>
            </a:extLst>
          </p:cNvPr>
          <p:cNvGrpSpPr/>
          <p:nvPr/>
        </p:nvGrpSpPr>
        <p:grpSpPr>
          <a:xfrm>
            <a:off x="4842272" y="814766"/>
            <a:ext cx="2489706" cy="781219"/>
            <a:chOff x="4842272" y="651918"/>
            <a:chExt cx="2862263" cy="865682"/>
          </a:xfrm>
        </p:grpSpPr>
        <p:sp>
          <p:nvSpPr>
            <p:cNvPr id="29706" name="Rectangle 25">
              <a:extLst>
                <a:ext uri="{FF2B5EF4-FFF2-40B4-BE49-F238E27FC236}">
                  <a16:creationId xmlns:a16="http://schemas.microsoft.com/office/drawing/2014/main" id="{9EB49002-D175-4BBF-9684-711393498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2272" y="651918"/>
              <a:ext cx="2862263" cy="864394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200">
                <a:latin typeface="Times New Roman" panose="02020603050405020304" pitchFamily="18" charset="0"/>
              </a:endParaRPr>
            </a:p>
          </p:txBody>
        </p:sp>
        <p:grpSp>
          <p:nvGrpSpPr>
            <p:cNvPr id="29707" name="Group 9">
              <a:extLst>
                <a:ext uri="{FF2B5EF4-FFF2-40B4-BE49-F238E27FC236}">
                  <a16:creationId xmlns:a16="http://schemas.microsoft.com/office/drawing/2014/main" id="{CEDD4921-DE38-4A0A-8263-8E7E76805F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0619" y="669467"/>
              <a:ext cx="2620566" cy="848133"/>
              <a:chOff x="864" y="1566"/>
              <a:chExt cx="2292" cy="871"/>
            </a:xfrm>
          </p:grpSpPr>
          <p:sp>
            <p:nvSpPr>
              <p:cNvPr id="29708" name="Oval 10">
                <a:extLst>
                  <a:ext uri="{FF2B5EF4-FFF2-40B4-BE49-F238E27FC236}">
                    <a16:creationId xmlns:a16="http://schemas.microsoft.com/office/drawing/2014/main" id="{15BE9ED6-070F-4F8C-9E94-00D5C5CDA8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4" y="1727"/>
                <a:ext cx="232" cy="2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69056" tIns="34529" rIns="69056" bIns="34529" anchor="ctr" anchorCtr="1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9709" name="Oval 11">
                <a:extLst>
                  <a:ext uri="{FF2B5EF4-FFF2-40B4-BE49-F238E27FC236}">
                    <a16:creationId xmlns:a16="http://schemas.microsoft.com/office/drawing/2014/main" id="{4A831D55-9D67-41AA-B84C-608009CA3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0" y="1727"/>
                <a:ext cx="232" cy="2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69056" tIns="34529" rIns="69056" bIns="34529" anchor="ctr" anchorCtr="1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9710" name="Oval 12">
                <a:extLst>
                  <a:ext uri="{FF2B5EF4-FFF2-40B4-BE49-F238E27FC236}">
                    <a16:creationId xmlns:a16="http://schemas.microsoft.com/office/drawing/2014/main" id="{E24233B8-E358-46FD-8432-174C322A3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727"/>
                <a:ext cx="232" cy="2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69056" tIns="34529" rIns="69056" bIns="34529" anchor="ctr" anchorCtr="1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9711" name="Oval 13">
                <a:extLst>
                  <a:ext uri="{FF2B5EF4-FFF2-40B4-BE49-F238E27FC236}">
                    <a16:creationId xmlns:a16="http://schemas.microsoft.com/office/drawing/2014/main" id="{4BF250CA-98DC-4C39-9DAF-68548F5BA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0" y="1735"/>
                <a:ext cx="216" cy="216"/>
              </a:xfrm>
              <a:prstGeom prst="ellipse">
                <a:avLst/>
              </a:prstGeom>
              <a:noFill/>
              <a:ln w="38100" cmpd="dbl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69056" tIns="34529" rIns="69056" bIns="34529" anchor="ctr" anchorCtr="1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9712" name="Line 14">
                <a:extLst>
                  <a:ext uri="{FF2B5EF4-FFF2-40B4-BE49-F238E27FC236}">
                    <a16:creationId xmlns:a16="http://schemas.microsoft.com/office/drawing/2014/main" id="{8438F513-40E1-44B4-B016-4BB956BFA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843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29713" name="Line 15">
                <a:extLst>
                  <a:ext uri="{FF2B5EF4-FFF2-40B4-BE49-F238E27FC236}">
                    <a16:creationId xmlns:a16="http://schemas.microsoft.com/office/drawing/2014/main" id="{C062D1AB-959B-4A59-A551-C31EDCE10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843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29714" name="Line 16">
                <a:extLst>
                  <a:ext uri="{FF2B5EF4-FFF2-40B4-BE49-F238E27FC236}">
                    <a16:creationId xmlns:a16="http://schemas.microsoft.com/office/drawing/2014/main" id="{B7751E72-6EAA-46AB-82DB-7C0E7EF91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1843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29715" name="Line 17">
                <a:extLst>
                  <a:ext uri="{FF2B5EF4-FFF2-40B4-BE49-F238E27FC236}">
                    <a16:creationId xmlns:a16="http://schemas.microsoft.com/office/drawing/2014/main" id="{3EF20091-4DA8-4797-9701-2BFB26381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1843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29716" name="Line 18">
                <a:extLst>
                  <a:ext uri="{FF2B5EF4-FFF2-40B4-BE49-F238E27FC236}">
                    <a16:creationId xmlns:a16="http://schemas.microsoft.com/office/drawing/2014/main" id="{032E89B5-374F-429B-94D5-21F7D7B567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939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29717" name="Line 19">
                <a:extLst>
                  <a:ext uri="{FF2B5EF4-FFF2-40B4-BE49-F238E27FC236}">
                    <a16:creationId xmlns:a16="http://schemas.microsoft.com/office/drawing/2014/main" id="{9A0B8BCC-2923-4796-A3DB-521CBE7A92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1939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29718" name="Arc 20">
                <a:extLst>
                  <a:ext uri="{FF2B5EF4-FFF2-40B4-BE49-F238E27FC236}">
                    <a16:creationId xmlns:a16="http://schemas.microsoft.com/office/drawing/2014/main" id="{0DCACD2B-82D6-4A5E-9D3F-3E5C0F817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2035"/>
                <a:ext cx="144" cy="96"/>
              </a:xfrm>
              <a:custGeom>
                <a:avLst/>
                <a:gdLst>
                  <a:gd name="T0" fmla="*/ 0 w 43157"/>
                  <a:gd name="T1" fmla="*/ 0 h 21600"/>
                  <a:gd name="T2" fmla="*/ 0 w 43157"/>
                  <a:gd name="T3" fmla="*/ 0 h 21600"/>
                  <a:gd name="T4" fmla="*/ 0 w 4315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57"/>
                  <a:gd name="T10" fmla="*/ 0 h 21600"/>
                  <a:gd name="T11" fmla="*/ 43157 w 4315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57" h="21600" fill="none" extrusionOk="0">
                    <a:moveTo>
                      <a:pt x="43156" y="1365"/>
                    </a:moveTo>
                    <a:cubicBezTo>
                      <a:pt x="42435" y="12742"/>
                      <a:pt x="32998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157" h="21600" stroke="0" extrusionOk="0">
                    <a:moveTo>
                      <a:pt x="43156" y="1365"/>
                    </a:moveTo>
                    <a:cubicBezTo>
                      <a:pt x="42435" y="12742"/>
                      <a:pt x="32998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43156" y="1365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29719" name="Rectangle 21">
                <a:extLst>
                  <a:ext uri="{FF2B5EF4-FFF2-40B4-BE49-F238E27FC236}">
                    <a16:creationId xmlns:a16="http://schemas.microsoft.com/office/drawing/2014/main" id="{15FBC70E-C4FA-4993-B8C5-F8BA8CEC6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4" y="1603"/>
                <a:ext cx="192" cy="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9056" tIns="34529" rIns="69056" bIns="34529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9720" name="Rectangle 22">
                <a:extLst>
                  <a:ext uri="{FF2B5EF4-FFF2-40B4-BE49-F238E27FC236}">
                    <a16:creationId xmlns:a16="http://schemas.microsoft.com/office/drawing/2014/main" id="{227B50F4-2508-4C42-A55A-01B003008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1603"/>
                <a:ext cx="180" cy="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9056" tIns="34529" rIns="69056" bIns="34529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9721" name="Rectangle 23">
                <a:extLst>
                  <a:ext uri="{FF2B5EF4-FFF2-40B4-BE49-F238E27FC236}">
                    <a16:creationId xmlns:a16="http://schemas.microsoft.com/office/drawing/2014/main" id="{FC627FCA-D7B5-46CA-8EF3-02D1C2387A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7" y="2102"/>
                <a:ext cx="706" cy="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9056" tIns="34529" rIns="69056" bIns="34529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</a:rPr>
                  <a:t>Not(Eol)</a:t>
                </a:r>
              </a:p>
            </p:txBody>
          </p:sp>
          <p:sp>
            <p:nvSpPr>
              <p:cNvPr id="29722" name="Rectangle 24">
                <a:extLst>
                  <a:ext uri="{FF2B5EF4-FFF2-40B4-BE49-F238E27FC236}">
                    <a16:creationId xmlns:a16="http://schemas.microsoft.com/office/drawing/2014/main" id="{E23A3276-612B-414A-B6FE-E42114082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8" y="1566"/>
                <a:ext cx="363" cy="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9056" tIns="34529" rIns="69056" bIns="34529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 dirty="0" err="1">
                    <a:latin typeface="Arial" panose="020B0604020202020204" pitchFamily="34" charset="0"/>
                  </a:rPr>
                  <a:t>Eol</a:t>
                </a:r>
                <a:endParaRPr lang="en-US" altLang="zh-TW" sz="1200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7" name="灯片编号占位符 3">
            <a:extLst>
              <a:ext uri="{FF2B5EF4-FFF2-40B4-BE49-F238E27FC236}">
                <a16:creationId xmlns:a16="http://schemas.microsoft.com/office/drawing/2014/main" id="{698F6DF6-C3B9-47D3-9371-E23C25DE20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851142E3-2BB9-47F7-B6C6-FA645822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956" y="108349"/>
            <a:ext cx="7727734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Outline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97FA6177-188C-4BB1-BD63-74E845C47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800" y="796954"/>
            <a:ext cx="6584309" cy="2835479"/>
          </a:xfrm>
        </p:spPr>
        <p:txBody>
          <a:bodyPr/>
          <a:lstStyle/>
          <a:p>
            <a:r>
              <a:rPr lang="en-US" altLang="zh-TW" sz="2000" dirty="0"/>
              <a:t>3.1 Overview</a:t>
            </a:r>
          </a:p>
          <a:p>
            <a:r>
              <a:rPr lang="en-US" altLang="zh-TW" sz="2000" dirty="0"/>
              <a:t>3.2 Regular Expression</a:t>
            </a:r>
          </a:p>
          <a:p>
            <a:r>
              <a:rPr lang="en-US" altLang="zh-TW" sz="2000" dirty="0"/>
              <a:t>3.3 Finite Automata and Scanners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3.5 Practical Considerations</a:t>
            </a:r>
          </a:p>
          <a:p>
            <a:r>
              <a:rPr lang="en-US" altLang="zh-TW" sz="2000" dirty="0"/>
              <a:t>3.6 Translating Regular Expressions into Finite Automata</a:t>
            </a:r>
          </a:p>
          <a:p>
            <a:endParaRPr lang="en-US" altLang="zh-TW" sz="2000" dirty="0"/>
          </a:p>
          <a:p>
            <a:endParaRPr lang="en-US" altLang="zh-TW" sz="2000" dirty="0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B889D793-1D28-4074-9F86-60703789A5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E2F09F85-E9F3-4B64-A247-D2A2D2139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784" y="125834"/>
            <a:ext cx="5829300" cy="453005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Practical Consideration (1)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AF0AADC-D88E-46D0-9AA6-0F621C3EE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784" y="818975"/>
            <a:ext cx="7831894" cy="3657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Reserved Words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Usually, all keywords are reserved in order to simplify parsing.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In Pascal, we could even write</a:t>
            </a:r>
          </a:p>
          <a:p>
            <a:pPr lvl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TW" sz="16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begin</a:t>
            </a:r>
          </a:p>
          <a:p>
            <a:pPr lvl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TW" sz="16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begin; end; end; begin;   </a:t>
            </a:r>
          </a:p>
          <a:p>
            <a:pPr lvl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TW" sz="16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end</a:t>
            </a:r>
          </a:p>
          <a:p>
            <a:pPr lvl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TW" sz="16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if else then if = else</a:t>
            </a:r>
            <a:r>
              <a:rPr lang="en-US" altLang="zh-TW" sz="16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1">
              <a:lnSpc>
                <a:spcPct val="90000"/>
              </a:lnSpc>
              <a:buFont typeface="Wingdings 3" panose="05040102010807070707" pitchFamily="18" charset="2"/>
              <a:buNone/>
            </a:pPr>
            <a:endParaRPr lang="en-US" altLang="zh-TW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The problem with reserved words is that they are too numerous.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COBOL has several hundreds of reserved words!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6EBF1A57-C1EC-4B9B-AF81-3808C6536C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>
            <a:extLst>
              <a:ext uri="{FF2B5EF4-FFF2-40B4-BE49-F238E27FC236}">
                <a16:creationId xmlns:a16="http://schemas.microsoft.com/office/drawing/2014/main" id="{34289561-2E24-4ABB-9DC2-7666E28FB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8785" y="830510"/>
            <a:ext cx="7704764" cy="3570040"/>
          </a:xfrm>
        </p:spPr>
        <p:txBody>
          <a:bodyPr/>
          <a:lstStyle/>
          <a:p>
            <a:pPr marL="400050" indent="-400050"/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Compiler Directives and Listing Source Lines</a:t>
            </a:r>
          </a:p>
          <a:p>
            <a:pPr marL="685800" lvl="1" indent="-342900">
              <a:spcBef>
                <a:spcPct val="0"/>
              </a:spcBef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Compiler options e.g. optimization, profiling, etc.</a:t>
            </a:r>
          </a:p>
          <a:p>
            <a:pPr marL="971550" lvl="2" indent="-285750">
              <a:spcBef>
                <a:spcPct val="0"/>
              </a:spcBef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handled by scanner or semantic routines </a:t>
            </a:r>
          </a:p>
          <a:p>
            <a:pPr marL="971550" lvl="2" indent="-285750">
              <a:spcBef>
                <a:spcPct val="0"/>
              </a:spcBef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Complex pragmas are treated like other statements.</a:t>
            </a:r>
            <a:endParaRPr lang="zh-TW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>
              <a:spcBef>
                <a:spcPct val="0"/>
              </a:spcBef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Source inclusion</a:t>
            </a:r>
          </a:p>
          <a:p>
            <a:pPr marL="971550" lvl="2" indent="-285750">
              <a:spcBef>
                <a:spcPct val="0"/>
              </a:spcBef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e.g. #include in C</a:t>
            </a:r>
          </a:p>
          <a:p>
            <a:pPr marL="971550" lvl="2" indent="-285750">
              <a:spcBef>
                <a:spcPct val="0"/>
              </a:spcBef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handled by preprocessor or scanner</a:t>
            </a:r>
            <a:endParaRPr lang="zh-TW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>
              <a:spcBef>
                <a:spcPct val="0"/>
              </a:spcBef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Conditional compilation</a:t>
            </a:r>
          </a:p>
          <a:p>
            <a:pPr marL="971550" lvl="2" indent="-285750">
              <a:spcBef>
                <a:spcPct val="0"/>
              </a:spcBef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e.g. #if, #endif in C</a:t>
            </a:r>
          </a:p>
          <a:p>
            <a:pPr marL="971550" lvl="2" indent="-285750">
              <a:spcBef>
                <a:spcPct val="0"/>
              </a:spcBef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useful for creating program</a:t>
            </a: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versions</a:t>
            </a:r>
            <a:endParaRPr lang="en-US" altLang="zh-TW" sz="16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976019D1-7381-4C2D-920F-90EC6F242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785" y="108349"/>
            <a:ext cx="7806905" cy="519113"/>
          </a:xfrm>
          <a:noFill/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Practical Consideration(2)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2703AD13-79E3-4833-A6B9-B87D1D35DA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>
            <a:extLst>
              <a:ext uri="{FF2B5EF4-FFF2-40B4-BE49-F238E27FC236}">
                <a16:creationId xmlns:a16="http://schemas.microsoft.com/office/drawing/2014/main" id="{DBB0EEBC-37C9-4A61-B7DA-1257CA3E1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1712" y="835753"/>
            <a:ext cx="7496335" cy="3308408"/>
          </a:xfrm>
        </p:spPr>
        <p:txBody>
          <a:bodyPr/>
          <a:lstStyle/>
          <a:p>
            <a:pPr marL="400050" indent="-400050"/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Entry of Identifiers into the Symbol Table</a:t>
            </a:r>
          </a:p>
          <a:p>
            <a:pPr marL="400050" indent="-400050"/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Who is responsible for entering symbols into symbol table?</a:t>
            </a:r>
          </a:p>
          <a:p>
            <a:pPr marL="685800" lvl="1" indent="-342900"/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Scanner?</a:t>
            </a:r>
          </a:p>
          <a:p>
            <a:pPr marL="685800" lvl="1" indent="-342900"/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Consider this example:</a:t>
            </a:r>
          </a:p>
          <a:p>
            <a:pPr marL="685800" lvl="1" indent="-342900">
              <a:buNone/>
            </a:pPr>
            <a:r>
              <a:rPr lang="en-US" altLang="zh-TW" sz="2000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8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 int </a:t>
            </a:r>
            <a:r>
              <a:rPr lang="en-US" altLang="zh-TW" sz="1800" b="1" dirty="0" err="1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lang="en-US" altLang="zh-TW" sz="18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685800" lvl="1" indent="-342900">
              <a:buNone/>
            </a:pPr>
            <a:r>
              <a:rPr lang="en-US" altLang="zh-TW" sz="18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… </a:t>
            </a:r>
          </a:p>
          <a:p>
            <a:pPr marL="685800" lvl="1" indent="-342900">
              <a:buNone/>
            </a:pPr>
            <a:r>
              <a:rPr lang="en-US" altLang="zh-TW" sz="18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{ int </a:t>
            </a:r>
            <a:r>
              <a:rPr lang="en-US" altLang="zh-TW" sz="1800" b="1" dirty="0" err="1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lang="en-US" altLang="zh-TW" sz="18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}</a:t>
            </a:r>
          </a:p>
          <a:p>
            <a:pPr marL="685800" lvl="1" indent="-342900">
              <a:buNone/>
            </a:pPr>
            <a:r>
              <a:rPr lang="en-US" altLang="zh-TW" sz="18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}</a:t>
            </a:r>
          </a:p>
        </p:txBody>
      </p:sp>
      <p:sp>
        <p:nvSpPr>
          <p:cNvPr id="33796" name="Rectangle 5">
            <a:extLst>
              <a:ext uri="{FF2B5EF4-FFF2-40B4-BE49-F238E27FC236}">
                <a16:creationId xmlns:a16="http://schemas.microsoft.com/office/drawing/2014/main" id="{F835784D-1217-486C-A5CC-737EEE50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  <a:noFill/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Practical Consideration (3)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106FF5EC-E490-4285-90E0-43BADD19A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96B1B4DE-D22D-4120-8739-34DC66160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3009" y="844143"/>
            <a:ext cx="6932976" cy="3316796"/>
          </a:xfrm>
          <a:noFill/>
        </p:spPr>
        <p:txBody>
          <a:bodyPr/>
          <a:lstStyle/>
          <a:p>
            <a:pPr marL="400050" indent="-400050">
              <a:lnSpc>
                <a:spcPct val="90000"/>
              </a:lnSpc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How to handle end-of-file?</a:t>
            </a:r>
          </a:p>
          <a:p>
            <a:pPr marL="685800" lvl="1" indent="-342900">
              <a:lnSpc>
                <a:spcPct val="90000"/>
              </a:lnSpc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Create a special EOF token.</a:t>
            </a:r>
          </a:p>
          <a:p>
            <a:pPr marL="971550" lvl="2" indent="-285750">
              <a:lnSpc>
                <a:spcPct val="90000"/>
              </a:lnSpc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EOF token is useful in a CFG</a:t>
            </a:r>
          </a:p>
          <a:p>
            <a:pPr marL="400050" indent="-400050">
              <a:lnSpc>
                <a:spcPct val="90000"/>
              </a:lnSpc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Multicharacter Lookahead</a:t>
            </a:r>
          </a:p>
          <a:p>
            <a:pPr marL="685800" lvl="1" indent="-342900">
              <a:lnSpc>
                <a:spcPct val="9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Blanks are not significant in Fortran</a:t>
            </a:r>
            <a:endParaRPr lang="en-US" altLang="zh-TW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2" indent="-285750">
              <a:lnSpc>
                <a:spcPct val="90000"/>
              </a:lnSpc>
            </a:pP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10 I= 1,100</a:t>
            </a:r>
          </a:p>
          <a:p>
            <a:pPr marL="1285875" lvl="3" indent="-257175">
              <a:lnSpc>
                <a:spcPct val="90000"/>
              </a:lnSpc>
            </a:pPr>
            <a:r>
              <a:rPr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Beginning of a loop</a:t>
            </a:r>
            <a:endParaRPr lang="en-US" altLang="zh-TW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2" indent="-285750">
              <a:lnSpc>
                <a:spcPct val="90000"/>
              </a:lnSpc>
            </a:pP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10 I = 1.100</a:t>
            </a:r>
          </a:p>
          <a:p>
            <a:pPr marL="1285875" lvl="3" indent="-257175">
              <a:lnSpc>
                <a:spcPct val="90000"/>
              </a:lnSpc>
            </a:pPr>
            <a:r>
              <a:rPr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An assignment statement </a:t>
            </a:r>
            <a:r>
              <a:rPr lang="en-US" altLang="zh-TW" sz="1400" b="1" dirty="0">
                <a:solidFill>
                  <a:srgbClr val="0366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DO10I=1.100</a:t>
            </a:r>
          </a:p>
          <a:p>
            <a:pPr marL="971550" lvl="2" indent="-285750">
              <a:lnSpc>
                <a:spcPct val="90000"/>
              </a:lnSpc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A Fortran scanner can determine whether the O is the last character of a DO token only after reading as far as the comma</a:t>
            </a:r>
          </a:p>
        </p:txBody>
      </p:sp>
      <p:sp>
        <p:nvSpPr>
          <p:cNvPr id="34820" name="Rectangle 5">
            <a:extLst>
              <a:ext uri="{FF2B5EF4-FFF2-40B4-BE49-F238E27FC236}">
                <a16:creationId xmlns:a16="http://schemas.microsoft.com/office/drawing/2014/main" id="{6AE87C3D-4E05-423C-A011-21519A412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4" y="108349"/>
            <a:ext cx="7794846" cy="519113"/>
          </a:xfrm>
          <a:noFill/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Practical Consideration (4)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A743A847-30B4-47B9-B556-7CB931719A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>
            <a:extLst>
              <a:ext uri="{FF2B5EF4-FFF2-40B4-BE49-F238E27FC236}">
                <a16:creationId xmlns:a16="http://schemas.microsoft.com/office/drawing/2014/main" id="{68C422C3-4306-4A34-BB9F-E70BDAB15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844" y="835752"/>
            <a:ext cx="7134312" cy="3232908"/>
          </a:xfrm>
        </p:spPr>
        <p:txBody>
          <a:bodyPr/>
          <a:lstStyle/>
          <a:p>
            <a:pPr marL="400050" indent="-400050"/>
            <a:r>
              <a:rPr lang="en-US" altLang="zh-TW" sz="2000" dirty="0"/>
              <a:t>Multicharacter Lookahead (Cont’d)</a:t>
            </a:r>
          </a:p>
          <a:p>
            <a:pPr marL="685800" lvl="1" indent="-342900"/>
            <a:r>
              <a:rPr lang="en-US" altLang="zh-TW" sz="1800" dirty="0"/>
              <a:t>In Ada and Pascal</a:t>
            </a:r>
          </a:p>
          <a:p>
            <a:pPr marL="971550" lvl="2" indent="-285750"/>
            <a:r>
              <a:rPr lang="en-US" altLang="zh-TW" sz="1600" dirty="0"/>
              <a:t>To scan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10..100</a:t>
            </a:r>
          </a:p>
          <a:p>
            <a:pPr marL="1285875" lvl="3" indent="-257175"/>
            <a:r>
              <a:rPr lang="en-US" altLang="zh-TW" sz="1600" dirty="0"/>
              <a:t>There are three token </a:t>
            </a:r>
          </a:p>
          <a:p>
            <a:pPr marL="1628775" lvl="4" indent="-257175"/>
            <a:r>
              <a:rPr lang="en-US" altLang="zh-TW" b="1" dirty="0">
                <a:latin typeface="Times New Roman" panose="02020603050405020304" pitchFamily="18" charset="0"/>
              </a:rPr>
              <a:t>10</a:t>
            </a:r>
          </a:p>
          <a:p>
            <a:pPr marL="1628775" lvl="4" indent="-257175"/>
            <a:r>
              <a:rPr lang="en-US" altLang="zh-TW" b="1" dirty="0"/>
              <a:t>..</a:t>
            </a:r>
          </a:p>
          <a:p>
            <a:pPr marL="1628775" lvl="4" indent="-257175"/>
            <a:r>
              <a:rPr lang="en-US" altLang="zh-TW" b="1" dirty="0">
                <a:latin typeface="Times New Roman" panose="02020603050405020304" pitchFamily="18" charset="0"/>
              </a:rPr>
              <a:t>100</a:t>
            </a:r>
          </a:p>
          <a:p>
            <a:pPr marL="1285875" lvl="3" indent="-257175"/>
            <a:r>
              <a:rPr lang="en-US" altLang="zh-TW" sz="1600" dirty="0"/>
              <a:t>Two-character lookahead after the </a:t>
            </a:r>
            <a:r>
              <a:rPr lang="en-US" altLang="zh-TW" sz="1600" dirty="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5844" name="Rectangle 5">
            <a:extLst>
              <a:ext uri="{FF2B5EF4-FFF2-40B4-BE49-F238E27FC236}">
                <a16:creationId xmlns:a16="http://schemas.microsoft.com/office/drawing/2014/main" id="{2BFA95AC-A0A2-4A69-AC9F-7911707BA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  <a:noFill/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Practical Consideration (5)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F0701147-3696-418E-B3A7-B4D6BF2C9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C8501EAA-1004-4CAF-A91E-190EAE119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199" y="827228"/>
            <a:ext cx="7237602" cy="1559124"/>
          </a:xfrm>
        </p:spPr>
        <p:txBody>
          <a:bodyPr/>
          <a:lstStyle/>
          <a:p>
            <a:pPr marL="176213" indent="-176213">
              <a:lnSpc>
                <a:spcPct val="90000"/>
              </a:lnSpc>
            </a:pPr>
            <a:r>
              <a:rPr lang="en-US" altLang="zh-TW" sz="2000" dirty="0"/>
              <a:t> Multicharacter Lookahead (Cont’d)</a:t>
            </a:r>
          </a:p>
          <a:p>
            <a:pPr marL="685800" lvl="1" indent="-342900">
              <a:lnSpc>
                <a:spcPct val="90000"/>
              </a:lnSpc>
            </a:pPr>
            <a:r>
              <a:rPr lang="en-US" altLang="zh-TW" sz="1800" dirty="0"/>
              <a:t>It is easy to build a scanner that can perform general backup.</a:t>
            </a:r>
          </a:p>
          <a:p>
            <a:pPr marL="685800" lvl="1" indent="-342900">
              <a:lnSpc>
                <a:spcPct val="90000"/>
              </a:lnSpc>
            </a:pPr>
            <a:r>
              <a:rPr lang="en-US" altLang="zh-TW" sz="1800" dirty="0"/>
              <a:t>If we reach a situation in which we are not in final state and </a:t>
            </a:r>
            <a:r>
              <a:rPr lang="en-US" altLang="zh-TW" sz="1800" b="1" i="1" u="sng" dirty="0">
                <a:solidFill>
                  <a:srgbClr val="FF0000"/>
                </a:solidFill>
              </a:rPr>
              <a:t>cannot scan any more characters</a:t>
            </a:r>
            <a:r>
              <a:rPr lang="en-US" altLang="zh-TW" sz="1800" dirty="0"/>
              <a:t>, backup is invoked.</a:t>
            </a:r>
          </a:p>
          <a:p>
            <a:pPr marL="971550" lvl="2" indent="-285750">
              <a:lnSpc>
                <a:spcPct val="90000"/>
              </a:lnSpc>
            </a:pPr>
            <a:r>
              <a:rPr lang="en-US" altLang="zh-TW" sz="1600" dirty="0"/>
              <a:t>Until we reach a prefix of the scanned characters flagged as a valid token</a:t>
            </a:r>
          </a:p>
        </p:txBody>
      </p:sp>
      <p:pic>
        <p:nvPicPr>
          <p:cNvPr id="36868" name="Picture 3" descr="13">
            <a:extLst>
              <a:ext uri="{FF2B5EF4-FFF2-40B4-BE49-F238E27FC236}">
                <a16:creationId xmlns:a16="http://schemas.microsoft.com/office/drawing/2014/main" id="{B61E0221-5E3B-4C89-B2CD-4AD6C7EA0C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723"/>
          <a:stretch/>
        </p:blipFill>
        <p:spPr bwMode="auto">
          <a:xfrm>
            <a:off x="628648" y="2586118"/>
            <a:ext cx="4756435" cy="1730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Rectangle 4">
            <a:extLst>
              <a:ext uri="{FF2B5EF4-FFF2-40B4-BE49-F238E27FC236}">
                <a16:creationId xmlns:a16="http://schemas.microsoft.com/office/drawing/2014/main" id="{0F40A651-AC73-4E79-B87B-575A5F99F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  <a:noFill/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Practical Consideration(6)</a:t>
            </a:r>
          </a:p>
        </p:txBody>
      </p:sp>
      <p:pic>
        <p:nvPicPr>
          <p:cNvPr id="36870" name="Picture 6" descr="14">
            <a:extLst>
              <a:ext uri="{FF2B5EF4-FFF2-40B4-BE49-F238E27FC236}">
                <a16:creationId xmlns:a16="http://schemas.microsoft.com/office/drawing/2014/main" id="{A8BC9679-029F-4DC4-A6D1-A7FC6EB4EB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1" r="15151" b="5184"/>
          <a:stretch/>
        </p:blipFill>
        <p:spPr bwMode="auto">
          <a:xfrm>
            <a:off x="5251508" y="2508308"/>
            <a:ext cx="3129094" cy="1912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AAB1C849-DDD1-48B8-9878-F9759F5A06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15">
            <a:extLst>
              <a:ext uri="{FF2B5EF4-FFF2-40B4-BE49-F238E27FC236}">
                <a16:creationId xmlns:a16="http://schemas.microsoft.com/office/drawing/2014/main" id="{69E91762-4707-41C6-A2B2-EF24ED6F2364}"/>
              </a:ext>
            </a:extLst>
          </p:cNvPr>
          <p:cNvGrpSpPr>
            <a:grpSpLocks/>
          </p:cNvGrpSpPr>
          <p:nvPr/>
        </p:nvGrpSpPr>
        <p:grpSpPr bwMode="auto">
          <a:xfrm>
            <a:off x="1833039" y="1199734"/>
            <a:ext cx="5894785" cy="2000250"/>
            <a:chOff x="340" y="754"/>
            <a:chExt cx="4951" cy="1680"/>
          </a:xfrm>
        </p:grpSpPr>
        <p:pic>
          <p:nvPicPr>
            <p:cNvPr id="37899" name="Picture 4">
              <a:extLst>
                <a:ext uri="{FF2B5EF4-FFF2-40B4-BE49-F238E27FC236}">
                  <a16:creationId xmlns:a16="http://schemas.microsoft.com/office/drawing/2014/main" id="{334D4D76-0239-4F72-988C-4BA769DAAC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754"/>
              <a:ext cx="4951" cy="1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00" name="Rectangle 14">
              <a:extLst>
                <a:ext uri="{FF2B5EF4-FFF2-40B4-BE49-F238E27FC236}">
                  <a16:creationId xmlns:a16="http://schemas.microsoft.com/office/drawing/2014/main" id="{D17EF9EA-42F6-4457-A771-A3E72FF15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845"/>
              <a:ext cx="998" cy="10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</p:grpSp>
      <p:sp>
        <p:nvSpPr>
          <p:cNvPr id="37892" name="Rectangle 3">
            <a:extLst>
              <a:ext uri="{FF2B5EF4-FFF2-40B4-BE49-F238E27FC236}">
                <a16:creationId xmlns:a16="http://schemas.microsoft.com/office/drawing/2014/main" id="{4BC7A168-81E1-4D4F-BF03-92D1F1944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178" y="108349"/>
            <a:ext cx="7744512" cy="519113"/>
          </a:xfrm>
          <a:noFill/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Practical Consideration (7)</a:t>
            </a: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4178CA6C-2232-456D-85A3-2B438B53D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011" y="3305950"/>
            <a:ext cx="3456384" cy="369332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</a:rPr>
              <a:t>Buffered Token	Token Flag</a:t>
            </a: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00284835-ECB4-47E7-83FF-962A520B9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4589" y="3738147"/>
            <a:ext cx="1619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5527" name="Text Box 7">
            <a:extLst>
              <a:ext uri="{FF2B5EF4-FFF2-40B4-BE49-F238E27FC236}">
                <a16:creationId xmlns:a16="http://schemas.microsoft.com/office/drawing/2014/main" id="{64281FAE-61B5-43A1-9688-AC61F4391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227" y="3738147"/>
            <a:ext cx="17275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</a:rPr>
              <a:t>Integer Literal</a:t>
            </a:r>
          </a:p>
        </p:txBody>
      </p:sp>
      <p:sp>
        <p:nvSpPr>
          <p:cNvPr id="235528" name="Line 8">
            <a:extLst>
              <a:ext uri="{FF2B5EF4-FFF2-40B4-BE49-F238E27FC236}">
                <a16:creationId xmlns:a16="http://schemas.microsoft.com/office/drawing/2014/main" id="{5ECFCECA-C2FE-4070-BB4C-A642F1921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861" y="1793857"/>
            <a:ext cx="810815" cy="0"/>
          </a:xfrm>
          <a:prstGeom prst="line">
            <a:avLst/>
          </a:prstGeom>
          <a:noFill/>
          <a:ln w="22225">
            <a:solidFill>
              <a:srgbClr val="0366A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5529" name="Text Box 9">
            <a:extLst>
              <a:ext uri="{FF2B5EF4-FFF2-40B4-BE49-F238E27FC236}">
                <a16:creationId xmlns:a16="http://schemas.microsoft.com/office/drawing/2014/main" id="{E3571AE4-1A42-4DA3-9D24-73DFA41E9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5133" y="1361659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5530" name="Rectangle 10">
            <a:extLst>
              <a:ext uri="{FF2B5EF4-FFF2-40B4-BE49-F238E27FC236}">
                <a16:creationId xmlns:a16="http://schemas.microsoft.com/office/drawing/2014/main" id="{EEE4E786-D0DD-47A5-A1F1-D2B1846AB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7330" y="1685510"/>
            <a:ext cx="539353" cy="594122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13" name="灯片编号占位符 3">
            <a:extLst>
              <a:ext uri="{FF2B5EF4-FFF2-40B4-BE49-F238E27FC236}">
                <a16:creationId xmlns:a16="http://schemas.microsoft.com/office/drawing/2014/main" id="{D93CF92E-E882-4E41-800D-1B378AA326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23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0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10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10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7" grpId="0"/>
      <p:bldP spid="235529" grpId="0"/>
      <p:bldP spid="2355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16">
            <a:extLst>
              <a:ext uri="{FF2B5EF4-FFF2-40B4-BE49-F238E27FC236}">
                <a16:creationId xmlns:a16="http://schemas.microsoft.com/office/drawing/2014/main" id="{AB13F374-1805-4689-B85E-A83583D888D3}"/>
              </a:ext>
            </a:extLst>
          </p:cNvPr>
          <p:cNvGrpSpPr>
            <a:grpSpLocks/>
          </p:cNvGrpSpPr>
          <p:nvPr/>
        </p:nvGrpSpPr>
        <p:grpSpPr bwMode="auto">
          <a:xfrm>
            <a:off x="1740760" y="1149400"/>
            <a:ext cx="5894785" cy="2000250"/>
            <a:chOff x="340" y="754"/>
            <a:chExt cx="4951" cy="1680"/>
          </a:xfrm>
        </p:grpSpPr>
        <p:pic>
          <p:nvPicPr>
            <p:cNvPr id="38926" name="Picture 4">
              <a:extLst>
                <a:ext uri="{FF2B5EF4-FFF2-40B4-BE49-F238E27FC236}">
                  <a16:creationId xmlns:a16="http://schemas.microsoft.com/office/drawing/2014/main" id="{62BCB427-E24E-413B-B061-6F7994E0B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754"/>
              <a:ext cx="4951" cy="1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27" name="Rectangle 18">
              <a:extLst>
                <a:ext uri="{FF2B5EF4-FFF2-40B4-BE49-F238E27FC236}">
                  <a16:creationId xmlns:a16="http://schemas.microsoft.com/office/drawing/2014/main" id="{D0F85B38-AC3F-4B8A-AF55-ACF7C8862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845"/>
              <a:ext cx="998" cy="10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</p:grpSp>
      <p:sp>
        <p:nvSpPr>
          <p:cNvPr id="38916" name="Rectangle 3">
            <a:extLst>
              <a:ext uri="{FF2B5EF4-FFF2-40B4-BE49-F238E27FC236}">
                <a16:creationId xmlns:a16="http://schemas.microsoft.com/office/drawing/2014/main" id="{9FD365B5-AB1D-45C7-8BBC-DF939A91E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956" y="108349"/>
            <a:ext cx="7727734" cy="519113"/>
          </a:xfrm>
          <a:noFill/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Practical Consideration (8)</a:t>
            </a:r>
          </a:p>
        </p:txBody>
      </p:sp>
      <p:sp>
        <p:nvSpPr>
          <p:cNvPr id="38917" name="Text Box 5">
            <a:extLst>
              <a:ext uri="{FF2B5EF4-FFF2-40B4-BE49-F238E27FC236}">
                <a16:creationId xmlns:a16="http://schemas.microsoft.com/office/drawing/2014/main" id="{8A785F3C-341A-4B4B-9C09-38C700EBC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8732" y="3255616"/>
            <a:ext cx="3456384" cy="369332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</a:rPr>
              <a:t>Buffered Token	Token Flag</a:t>
            </a:r>
          </a:p>
        </p:txBody>
      </p:sp>
      <p:sp>
        <p:nvSpPr>
          <p:cNvPr id="38918" name="Text Box 6">
            <a:extLst>
              <a:ext uri="{FF2B5EF4-FFF2-40B4-BE49-F238E27FC236}">
                <a16:creationId xmlns:a16="http://schemas.microsoft.com/office/drawing/2014/main" id="{3112DA70-DCDF-4B69-9209-52D2E5043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2310" y="3687813"/>
            <a:ext cx="1619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6551" name="Text Box 7">
            <a:extLst>
              <a:ext uri="{FF2B5EF4-FFF2-40B4-BE49-F238E27FC236}">
                <a16:creationId xmlns:a16="http://schemas.microsoft.com/office/drawing/2014/main" id="{FE42D38D-8FFB-450F-8D19-B2398E1F1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948" y="3687813"/>
            <a:ext cx="17275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</a:rPr>
              <a:t>Integer Literal</a:t>
            </a:r>
          </a:p>
        </p:txBody>
      </p:sp>
      <p:sp>
        <p:nvSpPr>
          <p:cNvPr id="236552" name="Line 8">
            <a:extLst>
              <a:ext uri="{FF2B5EF4-FFF2-40B4-BE49-F238E27FC236}">
                <a16:creationId xmlns:a16="http://schemas.microsoft.com/office/drawing/2014/main" id="{81BE6BEC-9E97-4760-8089-9FE676B88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2582" y="1743523"/>
            <a:ext cx="810815" cy="0"/>
          </a:xfrm>
          <a:prstGeom prst="line">
            <a:avLst/>
          </a:prstGeom>
          <a:noFill/>
          <a:ln w="22225">
            <a:solidFill>
              <a:srgbClr val="0366A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6553" name="Text Box 9">
            <a:extLst>
              <a:ext uri="{FF2B5EF4-FFF2-40B4-BE49-F238E27FC236}">
                <a16:creationId xmlns:a16="http://schemas.microsoft.com/office/drawing/2014/main" id="{93F3FB05-D261-4CBA-B186-F4DFD020A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854" y="1311325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6554" name="Rectangle 10">
            <a:extLst>
              <a:ext uri="{FF2B5EF4-FFF2-40B4-BE49-F238E27FC236}">
                <a16:creationId xmlns:a16="http://schemas.microsoft.com/office/drawing/2014/main" id="{9CD048F6-8991-4102-94DA-CD1ADF267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5051" y="1635176"/>
            <a:ext cx="539353" cy="594122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38923" name="Text Box 11">
            <a:extLst>
              <a:ext uri="{FF2B5EF4-FFF2-40B4-BE49-F238E27FC236}">
                <a16:creationId xmlns:a16="http://schemas.microsoft.com/office/drawing/2014/main" id="{B671D44F-6A92-4BDD-809F-543346F4F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582" y="3687813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36556" name="Line 12">
            <a:extLst>
              <a:ext uri="{FF2B5EF4-FFF2-40B4-BE49-F238E27FC236}">
                <a16:creationId xmlns:a16="http://schemas.microsoft.com/office/drawing/2014/main" id="{91A54EB6-E19C-49DA-BA00-E0F8E4690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3397" y="1202979"/>
            <a:ext cx="377429" cy="0"/>
          </a:xfrm>
          <a:prstGeom prst="line">
            <a:avLst/>
          </a:prstGeom>
          <a:noFill/>
          <a:ln w="22225">
            <a:solidFill>
              <a:srgbClr val="04701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6557" name="Text Box 13">
            <a:extLst>
              <a:ext uri="{FF2B5EF4-FFF2-40B4-BE49-F238E27FC236}">
                <a16:creationId xmlns:a16="http://schemas.microsoft.com/office/drawing/2014/main" id="{65945F42-5900-4629-B18E-92AC282B8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3126" y="1041054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D783A181-BBBC-4A3F-BB64-8BEFB029B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23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000"/>
                                        <p:tgtEl>
                                          <p:spTgt spid="23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23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1000"/>
                                        <p:tgtEl>
                                          <p:spTgt spid="236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1000"/>
                                        <p:tgtEl>
                                          <p:spTgt spid="23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23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1" grpId="0"/>
      <p:bldP spid="236553" grpId="0"/>
      <p:bldP spid="23655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19">
            <a:extLst>
              <a:ext uri="{FF2B5EF4-FFF2-40B4-BE49-F238E27FC236}">
                <a16:creationId xmlns:a16="http://schemas.microsoft.com/office/drawing/2014/main" id="{D4DDCC41-519F-4ABB-9B7A-E9DA59CBC93C}"/>
              </a:ext>
            </a:extLst>
          </p:cNvPr>
          <p:cNvGrpSpPr>
            <a:grpSpLocks/>
          </p:cNvGrpSpPr>
          <p:nvPr/>
        </p:nvGrpSpPr>
        <p:grpSpPr bwMode="auto">
          <a:xfrm>
            <a:off x="1883372" y="1233290"/>
            <a:ext cx="5894785" cy="2000250"/>
            <a:chOff x="340" y="754"/>
            <a:chExt cx="4951" cy="1680"/>
          </a:xfrm>
        </p:grpSpPr>
        <p:pic>
          <p:nvPicPr>
            <p:cNvPr id="39953" name="Picture 4">
              <a:extLst>
                <a:ext uri="{FF2B5EF4-FFF2-40B4-BE49-F238E27FC236}">
                  <a16:creationId xmlns:a16="http://schemas.microsoft.com/office/drawing/2014/main" id="{03830C9E-0480-40B8-BC6F-F13C5F08E9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754"/>
              <a:ext cx="4951" cy="1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54" name="Rectangle 21">
              <a:extLst>
                <a:ext uri="{FF2B5EF4-FFF2-40B4-BE49-F238E27FC236}">
                  <a16:creationId xmlns:a16="http://schemas.microsoft.com/office/drawing/2014/main" id="{FEA7D1A9-03E4-4C88-B8DA-63DCD9267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845"/>
              <a:ext cx="998" cy="10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</p:grp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EF10E9C-2282-49F5-A0D5-72E9B5BF1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33" y="108349"/>
            <a:ext cx="7786457" cy="519113"/>
          </a:xfrm>
          <a:noFill/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Practical Consideration(9)</a:t>
            </a:r>
          </a:p>
        </p:txBody>
      </p:sp>
      <p:sp>
        <p:nvSpPr>
          <p:cNvPr id="39941" name="Text Box 5">
            <a:extLst>
              <a:ext uri="{FF2B5EF4-FFF2-40B4-BE49-F238E27FC236}">
                <a16:creationId xmlns:a16="http://schemas.microsoft.com/office/drawing/2014/main" id="{5B61E336-3D70-4974-BB1B-4150BD641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1344" y="3339506"/>
            <a:ext cx="3456384" cy="369332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</a:rPr>
              <a:t>Buffered Token	Token Flag</a:t>
            </a:r>
          </a:p>
        </p:txBody>
      </p:sp>
      <p:sp>
        <p:nvSpPr>
          <p:cNvPr id="39942" name="Text Box 6">
            <a:extLst>
              <a:ext uri="{FF2B5EF4-FFF2-40B4-BE49-F238E27FC236}">
                <a16:creationId xmlns:a16="http://schemas.microsoft.com/office/drawing/2014/main" id="{8448266D-83D7-4174-9BCD-3D6D97D7C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922" y="3771703"/>
            <a:ext cx="1619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7575" name="Text Box 7">
            <a:extLst>
              <a:ext uri="{FF2B5EF4-FFF2-40B4-BE49-F238E27FC236}">
                <a16:creationId xmlns:a16="http://schemas.microsoft.com/office/drawing/2014/main" id="{CDE8123F-7554-4001-8818-A312CCBFD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560" y="3771703"/>
            <a:ext cx="17275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</a:rPr>
              <a:t>Invalid</a:t>
            </a:r>
          </a:p>
        </p:txBody>
      </p:sp>
      <p:sp>
        <p:nvSpPr>
          <p:cNvPr id="237576" name="Line 8">
            <a:extLst>
              <a:ext uri="{FF2B5EF4-FFF2-40B4-BE49-F238E27FC236}">
                <a16:creationId xmlns:a16="http://schemas.microsoft.com/office/drawing/2014/main" id="{7516A549-1454-45A6-AD8E-582D06BD6F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5194" y="1827413"/>
            <a:ext cx="810815" cy="0"/>
          </a:xfrm>
          <a:prstGeom prst="line">
            <a:avLst/>
          </a:prstGeom>
          <a:noFill/>
          <a:ln w="22225">
            <a:solidFill>
              <a:srgbClr val="0366A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7577" name="Text Box 9">
            <a:extLst>
              <a:ext uri="{FF2B5EF4-FFF2-40B4-BE49-F238E27FC236}">
                <a16:creationId xmlns:a16="http://schemas.microsoft.com/office/drawing/2014/main" id="{1A11F011-AFB8-408E-AA86-E5DBCC1AB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5466" y="1395215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7578" name="Rectangle 10">
            <a:extLst>
              <a:ext uri="{FF2B5EF4-FFF2-40B4-BE49-F238E27FC236}">
                <a16:creationId xmlns:a16="http://schemas.microsoft.com/office/drawing/2014/main" id="{FDA9133E-3A38-454B-A521-C4B87586B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1138" y="1719066"/>
            <a:ext cx="539353" cy="594122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39947" name="Text Box 11">
            <a:extLst>
              <a:ext uri="{FF2B5EF4-FFF2-40B4-BE49-F238E27FC236}">
                <a16:creationId xmlns:a16="http://schemas.microsoft.com/office/drawing/2014/main" id="{267B684E-BCAB-48C5-8F29-60A4E7CAC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194" y="3771703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37580" name="Line 12">
            <a:extLst>
              <a:ext uri="{FF2B5EF4-FFF2-40B4-BE49-F238E27FC236}">
                <a16:creationId xmlns:a16="http://schemas.microsoft.com/office/drawing/2014/main" id="{FBCF3130-8289-4B45-9678-681820E39C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6009" y="1286869"/>
            <a:ext cx="377429" cy="0"/>
          </a:xfrm>
          <a:prstGeom prst="line">
            <a:avLst/>
          </a:prstGeom>
          <a:noFill/>
          <a:ln w="22225">
            <a:solidFill>
              <a:srgbClr val="04701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7581" name="Text Box 13">
            <a:extLst>
              <a:ext uri="{FF2B5EF4-FFF2-40B4-BE49-F238E27FC236}">
                <a16:creationId xmlns:a16="http://schemas.microsoft.com/office/drawing/2014/main" id="{57F749AD-D1BE-4A85-B30A-ACA6D06A3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5738" y="1124944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950" name="Text Box 14">
            <a:extLst>
              <a:ext uri="{FF2B5EF4-FFF2-40B4-BE49-F238E27FC236}">
                <a16:creationId xmlns:a16="http://schemas.microsoft.com/office/drawing/2014/main" id="{78E97D63-36EB-4683-B681-57E18EFA4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5466" y="3771703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37583" name="Line 15">
            <a:extLst>
              <a:ext uri="{FF2B5EF4-FFF2-40B4-BE49-F238E27FC236}">
                <a16:creationId xmlns:a16="http://schemas.microsoft.com/office/drawing/2014/main" id="{4B9D892A-D2A9-4BAC-84FA-258C5E2310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1784" y="1880990"/>
            <a:ext cx="377429" cy="0"/>
          </a:xfrm>
          <a:prstGeom prst="line">
            <a:avLst/>
          </a:prstGeom>
          <a:noFill/>
          <a:ln w="222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7584" name="Text Box 16">
            <a:extLst>
              <a:ext uri="{FF2B5EF4-FFF2-40B4-BE49-F238E27FC236}">
                <a16:creationId xmlns:a16="http://schemas.microsoft.com/office/drawing/2014/main" id="{A40AE73E-7ED1-4C3A-A426-4E5E0F7EA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363" y="1503563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9" name="灯片编号占位符 3">
            <a:extLst>
              <a:ext uri="{FF2B5EF4-FFF2-40B4-BE49-F238E27FC236}">
                <a16:creationId xmlns:a16="http://schemas.microsoft.com/office/drawing/2014/main" id="{43F1623D-C72D-4572-947A-6B3D07A71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237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000"/>
                                        <p:tgtEl>
                                          <p:spTgt spid="237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1000"/>
                                        <p:tgtEl>
                                          <p:spTgt spid="23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1000"/>
                                        <p:tgtEl>
                                          <p:spTgt spid="23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1000"/>
                                        <p:tgtEl>
                                          <p:spTgt spid="23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1000"/>
                                        <p:tgtEl>
                                          <p:spTgt spid="23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1000"/>
                                        <p:tgtEl>
                                          <p:spTgt spid="237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1000"/>
                                        <p:tgtEl>
                                          <p:spTgt spid="23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5" grpId="0"/>
      <p:bldP spid="237577" grpId="0"/>
      <p:bldP spid="237578" grpId="0" animBg="1"/>
      <p:bldP spid="23758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22">
            <a:extLst>
              <a:ext uri="{FF2B5EF4-FFF2-40B4-BE49-F238E27FC236}">
                <a16:creationId xmlns:a16="http://schemas.microsoft.com/office/drawing/2014/main" id="{04D24BF9-2189-41C0-8F26-1B5B10B0BE0D}"/>
              </a:ext>
            </a:extLst>
          </p:cNvPr>
          <p:cNvGrpSpPr>
            <a:grpSpLocks/>
          </p:cNvGrpSpPr>
          <p:nvPr/>
        </p:nvGrpSpPr>
        <p:grpSpPr bwMode="auto">
          <a:xfrm>
            <a:off x="1858205" y="1252421"/>
            <a:ext cx="5894785" cy="2000250"/>
            <a:chOff x="340" y="754"/>
            <a:chExt cx="4951" cy="1680"/>
          </a:xfrm>
        </p:grpSpPr>
        <p:pic>
          <p:nvPicPr>
            <p:cNvPr id="40980" name="Picture 4">
              <a:extLst>
                <a:ext uri="{FF2B5EF4-FFF2-40B4-BE49-F238E27FC236}">
                  <a16:creationId xmlns:a16="http://schemas.microsoft.com/office/drawing/2014/main" id="{C5373E3F-F357-4FF7-82A9-5575B6FE55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754"/>
              <a:ext cx="4951" cy="1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81" name="Rectangle 24">
              <a:extLst>
                <a:ext uri="{FF2B5EF4-FFF2-40B4-BE49-F238E27FC236}">
                  <a16:creationId xmlns:a16="http://schemas.microsoft.com/office/drawing/2014/main" id="{3A5CF76A-B855-43F9-B14C-48EC9A01D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845"/>
              <a:ext cx="998" cy="10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</p:grpSp>
      <p:sp>
        <p:nvSpPr>
          <p:cNvPr id="40964" name="Rectangle 3">
            <a:extLst>
              <a:ext uri="{FF2B5EF4-FFF2-40B4-BE49-F238E27FC236}">
                <a16:creationId xmlns:a16="http://schemas.microsoft.com/office/drawing/2014/main" id="{F287B52F-8810-4F7B-9896-841E630B1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567" y="108349"/>
            <a:ext cx="7736123" cy="519113"/>
          </a:xfrm>
          <a:noFill/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Practical Consideration (10)</a:t>
            </a:r>
          </a:p>
        </p:txBody>
      </p:sp>
      <p:sp>
        <p:nvSpPr>
          <p:cNvPr id="40965" name="Text Box 5">
            <a:extLst>
              <a:ext uri="{FF2B5EF4-FFF2-40B4-BE49-F238E27FC236}">
                <a16:creationId xmlns:a16="http://schemas.microsoft.com/office/drawing/2014/main" id="{2E30C7E6-EC71-46FD-9494-F1CC744BE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6177" y="3358637"/>
            <a:ext cx="3456384" cy="369332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</a:rPr>
              <a:t>Buffered Token	Token Flag</a:t>
            </a:r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7B53584E-1300-48F8-AEFD-D0BCA6DFC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9755" y="3790834"/>
            <a:ext cx="1619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8599" name="Text Box 7">
            <a:extLst>
              <a:ext uri="{FF2B5EF4-FFF2-40B4-BE49-F238E27FC236}">
                <a16:creationId xmlns:a16="http://schemas.microsoft.com/office/drawing/2014/main" id="{BC21DF08-E8C8-4A83-AFE7-BF059FC35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2393" y="3790834"/>
            <a:ext cx="17275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</a:rPr>
              <a:t>Real Literal</a:t>
            </a:r>
          </a:p>
        </p:txBody>
      </p:sp>
      <p:sp>
        <p:nvSpPr>
          <p:cNvPr id="238600" name="Line 8">
            <a:extLst>
              <a:ext uri="{FF2B5EF4-FFF2-40B4-BE49-F238E27FC236}">
                <a16:creationId xmlns:a16="http://schemas.microsoft.com/office/drawing/2014/main" id="{1E9BF369-9A57-4C50-86D1-A60A62A05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0027" y="1846544"/>
            <a:ext cx="810815" cy="0"/>
          </a:xfrm>
          <a:prstGeom prst="line">
            <a:avLst/>
          </a:prstGeom>
          <a:noFill/>
          <a:ln w="22225">
            <a:solidFill>
              <a:srgbClr val="0366A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8601" name="Text Box 9">
            <a:extLst>
              <a:ext uri="{FF2B5EF4-FFF2-40B4-BE49-F238E27FC236}">
                <a16:creationId xmlns:a16="http://schemas.microsoft.com/office/drawing/2014/main" id="{779ECF00-F202-4C3D-8D7C-222FCEACB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299" y="1414346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8602" name="Rectangle 10">
            <a:extLst>
              <a:ext uri="{FF2B5EF4-FFF2-40B4-BE49-F238E27FC236}">
                <a16:creationId xmlns:a16="http://schemas.microsoft.com/office/drawing/2014/main" id="{CE7955ED-13FD-40D0-8AAA-F86ED2DC6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058" y="1738197"/>
            <a:ext cx="539353" cy="594122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40971" name="Text Box 11">
            <a:extLst>
              <a:ext uri="{FF2B5EF4-FFF2-40B4-BE49-F238E27FC236}">
                <a16:creationId xmlns:a16="http://schemas.microsoft.com/office/drawing/2014/main" id="{2E248CE7-6CBF-4043-BDD4-E7D6080B1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0027" y="3790834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38604" name="Line 12">
            <a:extLst>
              <a:ext uri="{FF2B5EF4-FFF2-40B4-BE49-F238E27FC236}">
                <a16:creationId xmlns:a16="http://schemas.microsoft.com/office/drawing/2014/main" id="{0993B157-BF89-419F-8267-6CDB009727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0842" y="1306000"/>
            <a:ext cx="377429" cy="0"/>
          </a:xfrm>
          <a:prstGeom prst="line">
            <a:avLst/>
          </a:prstGeom>
          <a:noFill/>
          <a:ln w="22225">
            <a:solidFill>
              <a:srgbClr val="04701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8605" name="Text Box 13">
            <a:extLst>
              <a:ext uri="{FF2B5EF4-FFF2-40B4-BE49-F238E27FC236}">
                <a16:creationId xmlns:a16="http://schemas.microsoft.com/office/drawing/2014/main" id="{81EF7DF6-F7D5-4A1A-9E5B-72AE3353C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0571" y="1144075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974" name="Text Box 14">
            <a:extLst>
              <a:ext uri="{FF2B5EF4-FFF2-40B4-BE49-F238E27FC236}">
                <a16:creationId xmlns:a16="http://schemas.microsoft.com/office/drawing/2014/main" id="{43213C78-B6C5-475F-8928-D5999FD0E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299" y="3790834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38607" name="Line 15">
            <a:extLst>
              <a:ext uri="{FF2B5EF4-FFF2-40B4-BE49-F238E27FC236}">
                <a16:creationId xmlns:a16="http://schemas.microsoft.com/office/drawing/2014/main" id="{BD65D451-D217-4FBE-922E-C2F463923D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6617" y="1900121"/>
            <a:ext cx="377429" cy="0"/>
          </a:xfrm>
          <a:prstGeom prst="line">
            <a:avLst/>
          </a:prstGeom>
          <a:noFill/>
          <a:ln w="222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8608" name="Text Box 16">
            <a:extLst>
              <a:ext uri="{FF2B5EF4-FFF2-40B4-BE49-F238E27FC236}">
                <a16:creationId xmlns:a16="http://schemas.microsoft.com/office/drawing/2014/main" id="{EC77B0A5-5E15-4CE4-ABF9-B92DF06C1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0196" y="1522694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0977" name="Text Box 17">
            <a:extLst>
              <a:ext uri="{FF2B5EF4-FFF2-40B4-BE49-F238E27FC236}">
                <a16:creationId xmlns:a16="http://schemas.microsoft.com/office/drawing/2014/main" id="{B5F45907-7AD6-4234-9AAD-D624D3617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5802" y="3790834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765A0C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38610" name="Line 18">
            <a:extLst>
              <a:ext uri="{FF2B5EF4-FFF2-40B4-BE49-F238E27FC236}">
                <a16:creationId xmlns:a16="http://schemas.microsoft.com/office/drawing/2014/main" id="{9140DD61-AAA2-4A95-8859-4AAEAFF46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6515" y="1846544"/>
            <a:ext cx="377428" cy="0"/>
          </a:xfrm>
          <a:prstGeom prst="line">
            <a:avLst/>
          </a:prstGeom>
          <a:noFill/>
          <a:ln w="22225">
            <a:solidFill>
              <a:srgbClr val="765A0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8611" name="Text Box 19">
            <a:extLst>
              <a:ext uri="{FF2B5EF4-FFF2-40B4-BE49-F238E27FC236}">
                <a16:creationId xmlns:a16="http://schemas.microsoft.com/office/drawing/2014/main" id="{02E2EBF2-D510-4D96-A280-15FDB9562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0092" y="1414346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765A0C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" name="灯片编号占位符 3">
            <a:extLst>
              <a:ext uri="{FF2B5EF4-FFF2-40B4-BE49-F238E27FC236}">
                <a16:creationId xmlns:a16="http://schemas.microsoft.com/office/drawing/2014/main" id="{BC245CDE-5504-4099-BBE8-0301E13F48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23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000"/>
                                        <p:tgtEl>
                                          <p:spTgt spid="23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1000"/>
                                        <p:tgtEl>
                                          <p:spTgt spid="23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1000"/>
                                        <p:tgtEl>
                                          <p:spTgt spid="23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1000"/>
                                        <p:tgtEl>
                                          <p:spTgt spid="23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1000"/>
                                        <p:tgtEl>
                                          <p:spTgt spid="23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1000"/>
                                        <p:tgtEl>
                                          <p:spTgt spid="23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23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1000"/>
                                        <p:tgtEl>
                                          <p:spTgt spid="23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1000"/>
                                        <p:tgtEl>
                                          <p:spTgt spid="23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9" grpId="0"/>
      <p:bldP spid="238601" grpId="0"/>
      <p:bldP spid="238602" grpId="0" animBg="1"/>
      <p:bldP spid="238608" grpId="0"/>
      <p:bldP spid="2386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25">
            <a:extLst>
              <a:ext uri="{FF2B5EF4-FFF2-40B4-BE49-F238E27FC236}">
                <a16:creationId xmlns:a16="http://schemas.microsoft.com/office/drawing/2014/main" id="{11964085-8183-41BB-9449-6FFF465248FD}"/>
              </a:ext>
            </a:extLst>
          </p:cNvPr>
          <p:cNvGrpSpPr>
            <a:grpSpLocks/>
          </p:cNvGrpSpPr>
          <p:nvPr/>
        </p:nvGrpSpPr>
        <p:grpSpPr bwMode="auto">
          <a:xfrm>
            <a:off x="1624607" y="1300402"/>
            <a:ext cx="5894785" cy="2000250"/>
            <a:chOff x="340" y="754"/>
            <a:chExt cx="4951" cy="1680"/>
          </a:xfrm>
        </p:grpSpPr>
        <p:pic>
          <p:nvPicPr>
            <p:cNvPr id="42007" name="Picture 4">
              <a:extLst>
                <a:ext uri="{FF2B5EF4-FFF2-40B4-BE49-F238E27FC236}">
                  <a16:creationId xmlns:a16="http://schemas.microsoft.com/office/drawing/2014/main" id="{4649A1B4-CFA2-4F88-A60B-826113E45C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754"/>
              <a:ext cx="4951" cy="1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08" name="Rectangle 27">
              <a:extLst>
                <a:ext uri="{FF2B5EF4-FFF2-40B4-BE49-F238E27FC236}">
                  <a16:creationId xmlns:a16="http://schemas.microsoft.com/office/drawing/2014/main" id="{4BCBD567-1A6A-4369-AC19-6D42C9E21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845"/>
              <a:ext cx="998" cy="10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</p:grpSp>
      <p:sp>
        <p:nvSpPr>
          <p:cNvPr id="41988" name="Rectangle 3">
            <a:extLst>
              <a:ext uri="{FF2B5EF4-FFF2-40B4-BE49-F238E27FC236}">
                <a16:creationId xmlns:a16="http://schemas.microsoft.com/office/drawing/2014/main" id="{225C72A4-975A-4E2A-836F-3474A40A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178" y="108349"/>
            <a:ext cx="7744512" cy="519113"/>
          </a:xfrm>
          <a:noFill/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Practical Consideration (11)</a:t>
            </a: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96508BD4-24B4-4917-BEBC-15726E97D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2579" y="3406618"/>
            <a:ext cx="3456384" cy="369332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</a:rPr>
              <a:t>Buffered Token	Token Flag</a:t>
            </a:r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9C4B7D99-924D-4A88-8C5B-2ED80E446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6157" y="3838815"/>
            <a:ext cx="1619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9623" name="Text Box 7">
            <a:extLst>
              <a:ext uri="{FF2B5EF4-FFF2-40B4-BE49-F238E27FC236}">
                <a16:creationId xmlns:a16="http://schemas.microsoft.com/office/drawing/2014/main" id="{A832EF54-E9CE-4791-8A4D-4CB591DD7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795" y="3838815"/>
            <a:ext cx="17275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</a:rPr>
              <a:t>Invalid</a:t>
            </a:r>
          </a:p>
        </p:txBody>
      </p:sp>
      <p:sp>
        <p:nvSpPr>
          <p:cNvPr id="239624" name="Line 8">
            <a:extLst>
              <a:ext uri="{FF2B5EF4-FFF2-40B4-BE49-F238E27FC236}">
                <a16:creationId xmlns:a16="http://schemas.microsoft.com/office/drawing/2014/main" id="{12D5341E-B783-4EAD-B4C0-829D6D9BD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6429" y="1894525"/>
            <a:ext cx="810815" cy="0"/>
          </a:xfrm>
          <a:prstGeom prst="line">
            <a:avLst/>
          </a:prstGeom>
          <a:noFill/>
          <a:ln w="22225">
            <a:solidFill>
              <a:srgbClr val="0366A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9625" name="Text Box 9">
            <a:extLst>
              <a:ext uri="{FF2B5EF4-FFF2-40B4-BE49-F238E27FC236}">
                <a16:creationId xmlns:a16="http://schemas.microsoft.com/office/drawing/2014/main" id="{B8A3F3E0-E3C3-43C3-9EC7-9E0B93728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701" y="1462327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994" name="Text Box 11">
            <a:extLst>
              <a:ext uri="{FF2B5EF4-FFF2-40B4-BE49-F238E27FC236}">
                <a16:creationId xmlns:a16="http://schemas.microsoft.com/office/drawing/2014/main" id="{9F919818-13ED-4183-B111-FE4EC5354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6429" y="3838815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39628" name="Line 12">
            <a:extLst>
              <a:ext uri="{FF2B5EF4-FFF2-40B4-BE49-F238E27FC236}">
                <a16:creationId xmlns:a16="http://schemas.microsoft.com/office/drawing/2014/main" id="{DEF9F95B-DFDE-43BB-9266-C85580310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7244" y="1353981"/>
            <a:ext cx="377429" cy="0"/>
          </a:xfrm>
          <a:prstGeom prst="line">
            <a:avLst/>
          </a:prstGeom>
          <a:noFill/>
          <a:ln w="22225">
            <a:solidFill>
              <a:srgbClr val="04701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9629" name="Text Box 13">
            <a:extLst>
              <a:ext uri="{FF2B5EF4-FFF2-40B4-BE49-F238E27FC236}">
                <a16:creationId xmlns:a16="http://schemas.microsoft.com/office/drawing/2014/main" id="{EE4D05A1-40B2-410F-8002-9537ABDBC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6973" y="1192056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1997" name="Text Box 14">
            <a:extLst>
              <a:ext uri="{FF2B5EF4-FFF2-40B4-BE49-F238E27FC236}">
                <a16:creationId xmlns:a16="http://schemas.microsoft.com/office/drawing/2014/main" id="{5ED1DB4A-F9A2-4D4A-A7E8-522D6B103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701" y="3838815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39631" name="Line 15">
            <a:extLst>
              <a:ext uri="{FF2B5EF4-FFF2-40B4-BE49-F238E27FC236}">
                <a16:creationId xmlns:a16="http://schemas.microsoft.com/office/drawing/2014/main" id="{DB5234D4-41AD-469C-B38F-931A5A35D1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3019" y="1948102"/>
            <a:ext cx="377429" cy="0"/>
          </a:xfrm>
          <a:prstGeom prst="line">
            <a:avLst/>
          </a:prstGeom>
          <a:noFill/>
          <a:ln w="222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9632" name="Text Box 16">
            <a:extLst>
              <a:ext uri="{FF2B5EF4-FFF2-40B4-BE49-F238E27FC236}">
                <a16:creationId xmlns:a16="http://schemas.microsoft.com/office/drawing/2014/main" id="{B8577DA7-EF7D-4311-9C5B-08DF5C681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598" y="1570675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2000" name="Text Box 17">
            <a:extLst>
              <a:ext uri="{FF2B5EF4-FFF2-40B4-BE49-F238E27FC236}">
                <a16:creationId xmlns:a16="http://schemas.microsoft.com/office/drawing/2014/main" id="{D0C25D40-86F2-4D81-BA52-A48197FBF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204" y="3838815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765A0C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39634" name="Line 18">
            <a:extLst>
              <a:ext uri="{FF2B5EF4-FFF2-40B4-BE49-F238E27FC236}">
                <a16:creationId xmlns:a16="http://schemas.microsoft.com/office/drawing/2014/main" id="{16701D8A-8AA4-4EB1-889A-CB5D9EE9C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2917" y="1894525"/>
            <a:ext cx="377428" cy="0"/>
          </a:xfrm>
          <a:prstGeom prst="line">
            <a:avLst/>
          </a:prstGeom>
          <a:noFill/>
          <a:ln w="22225">
            <a:solidFill>
              <a:srgbClr val="765A0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9635" name="Text Box 19">
            <a:extLst>
              <a:ext uri="{FF2B5EF4-FFF2-40B4-BE49-F238E27FC236}">
                <a16:creationId xmlns:a16="http://schemas.microsoft.com/office/drawing/2014/main" id="{DDF70B3D-619E-4F03-AD3C-D682E2BAF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6494" y="1462327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765A0C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2003" name="Text Box 20">
            <a:extLst>
              <a:ext uri="{FF2B5EF4-FFF2-40B4-BE49-F238E27FC236}">
                <a16:creationId xmlns:a16="http://schemas.microsoft.com/office/drawing/2014/main" id="{B4015E38-7B36-4647-ACD9-6FE297C27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8898" y="3838815"/>
            <a:ext cx="2155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9A0A3D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39637" name="Text Box 21">
            <a:extLst>
              <a:ext uri="{FF2B5EF4-FFF2-40B4-BE49-F238E27FC236}">
                <a16:creationId xmlns:a16="http://schemas.microsoft.com/office/drawing/2014/main" id="{DCEEF7FE-88AE-4789-804C-21193B486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5385" y="976552"/>
            <a:ext cx="2155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9A0A3D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39638" name="Line 22">
            <a:extLst>
              <a:ext uri="{FF2B5EF4-FFF2-40B4-BE49-F238E27FC236}">
                <a16:creationId xmlns:a16="http://schemas.microsoft.com/office/drawing/2014/main" id="{3423696D-B08B-4754-B542-E931386AB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0617" y="1353981"/>
            <a:ext cx="377428" cy="0"/>
          </a:xfrm>
          <a:prstGeom prst="line">
            <a:avLst/>
          </a:prstGeom>
          <a:noFill/>
          <a:ln w="22225">
            <a:solidFill>
              <a:srgbClr val="9A0A3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6892" name="Text Box 28">
            <a:extLst>
              <a:ext uri="{FF2B5EF4-FFF2-40B4-BE49-F238E27FC236}">
                <a16:creationId xmlns:a16="http://schemas.microsoft.com/office/drawing/2014/main" id="{446018EA-0242-4C2F-9E0E-63639BB96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7581" y="1408749"/>
            <a:ext cx="1348979" cy="553998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1500">
                <a:solidFill>
                  <a:srgbClr val="FF0000"/>
                </a:solidFill>
              </a:rPr>
              <a:t>lexical_error break~</a:t>
            </a:r>
            <a:endParaRPr lang="zh-TW" altLang="en-US" sz="1500">
              <a:solidFill>
                <a:srgbClr val="FF0000"/>
              </a:solidFill>
            </a:endParaRPr>
          </a:p>
        </p:txBody>
      </p:sp>
      <p:sp>
        <p:nvSpPr>
          <p:cNvPr id="25" name="灯片编号占位符 3">
            <a:extLst>
              <a:ext uri="{FF2B5EF4-FFF2-40B4-BE49-F238E27FC236}">
                <a16:creationId xmlns:a16="http://schemas.microsoft.com/office/drawing/2014/main" id="{5B93D4FE-E4EE-4D63-AAFE-DDCC63541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23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000"/>
                                        <p:tgtEl>
                                          <p:spTgt spid="239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1000"/>
                                        <p:tgtEl>
                                          <p:spTgt spid="23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1000"/>
                                        <p:tgtEl>
                                          <p:spTgt spid="239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1000"/>
                                        <p:tgtEl>
                                          <p:spTgt spid="239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1000"/>
                                        <p:tgtEl>
                                          <p:spTgt spid="239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1000"/>
                                        <p:tgtEl>
                                          <p:spTgt spid="23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23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23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1000"/>
                                        <p:tgtEl>
                                          <p:spTgt spid="23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1000"/>
                                        <p:tgtEl>
                                          <p:spTgt spid="3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1000"/>
                                        <p:tgtEl>
                                          <p:spTgt spid="239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3" grpId="0"/>
      <p:bldP spid="239625" grpId="0"/>
      <p:bldP spid="239632" grpId="0"/>
      <p:bldP spid="239635" grpId="0"/>
      <p:bldP spid="239637" grpId="0"/>
      <p:bldP spid="3689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33">
            <a:extLst>
              <a:ext uri="{FF2B5EF4-FFF2-40B4-BE49-F238E27FC236}">
                <a16:creationId xmlns:a16="http://schemas.microsoft.com/office/drawing/2014/main" id="{764696A0-9DC8-429F-8D49-0364ED3D36A3}"/>
              </a:ext>
            </a:extLst>
          </p:cNvPr>
          <p:cNvGrpSpPr>
            <a:grpSpLocks/>
          </p:cNvGrpSpPr>
          <p:nvPr/>
        </p:nvGrpSpPr>
        <p:grpSpPr bwMode="auto">
          <a:xfrm>
            <a:off x="1624607" y="1124234"/>
            <a:ext cx="5894785" cy="2000250"/>
            <a:chOff x="340" y="754"/>
            <a:chExt cx="4951" cy="1680"/>
          </a:xfrm>
        </p:grpSpPr>
        <p:pic>
          <p:nvPicPr>
            <p:cNvPr id="43034" name="Picture 4">
              <a:extLst>
                <a:ext uri="{FF2B5EF4-FFF2-40B4-BE49-F238E27FC236}">
                  <a16:creationId xmlns:a16="http://schemas.microsoft.com/office/drawing/2014/main" id="{701D2A1E-BD10-400B-9AAB-7A0B5BE9C2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754"/>
              <a:ext cx="4951" cy="1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35" name="Rectangle 35">
              <a:extLst>
                <a:ext uri="{FF2B5EF4-FFF2-40B4-BE49-F238E27FC236}">
                  <a16:creationId xmlns:a16="http://schemas.microsoft.com/office/drawing/2014/main" id="{62988500-8822-494C-B6D8-9C56EC31C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845"/>
              <a:ext cx="998" cy="10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</p:grpSp>
      <p:sp>
        <p:nvSpPr>
          <p:cNvPr id="43012" name="Rectangle 3">
            <a:extLst>
              <a:ext uri="{FF2B5EF4-FFF2-40B4-BE49-F238E27FC236}">
                <a16:creationId xmlns:a16="http://schemas.microsoft.com/office/drawing/2014/main" id="{4187166E-E871-4CED-87E4-E0C16CCA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34" y="108349"/>
            <a:ext cx="7710956" cy="519113"/>
          </a:xfrm>
          <a:noFill/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Practical Consideration (12)</a:t>
            </a:r>
          </a:p>
        </p:txBody>
      </p:sp>
      <p:sp>
        <p:nvSpPr>
          <p:cNvPr id="43013" name="Text Box 5">
            <a:extLst>
              <a:ext uri="{FF2B5EF4-FFF2-40B4-BE49-F238E27FC236}">
                <a16:creationId xmlns:a16="http://schemas.microsoft.com/office/drawing/2014/main" id="{28FBB0DC-373F-4A65-9F79-B476B2E1D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2579" y="3230450"/>
            <a:ext cx="3456384" cy="369332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</a:rPr>
              <a:t>Buffered Token	Token Flag</a:t>
            </a:r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4F08EA3B-50F7-42B4-8C93-534D81608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6157" y="3662647"/>
            <a:ext cx="1619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40647" name="Text Box 7">
            <a:extLst>
              <a:ext uri="{FF2B5EF4-FFF2-40B4-BE49-F238E27FC236}">
                <a16:creationId xmlns:a16="http://schemas.microsoft.com/office/drawing/2014/main" id="{02A75FCF-90CE-480D-BE55-C06F98B09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795" y="3662647"/>
            <a:ext cx="17275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</a:rPr>
              <a:t>Invalid</a:t>
            </a:r>
          </a:p>
        </p:txBody>
      </p:sp>
      <p:sp>
        <p:nvSpPr>
          <p:cNvPr id="240648" name="Line 8">
            <a:extLst>
              <a:ext uri="{FF2B5EF4-FFF2-40B4-BE49-F238E27FC236}">
                <a16:creationId xmlns:a16="http://schemas.microsoft.com/office/drawing/2014/main" id="{456286D1-3041-4A77-A51F-74DD771218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6429" y="1718357"/>
            <a:ext cx="810815" cy="0"/>
          </a:xfrm>
          <a:prstGeom prst="line">
            <a:avLst/>
          </a:prstGeom>
          <a:noFill/>
          <a:ln w="22225">
            <a:solidFill>
              <a:srgbClr val="0366A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0649" name="Text Box 9">
            <a:extLst>
              <a:ext uri="{FF2B5EF4-FFF2-40B4-BE49-F238E27FC236}">
                <a16:creationId xmlns:a16="http://schemas.microsoft.com/office/drawing/2014/main" id="{108D66DD-088E-4A32-84B7-30F96E36E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701" y="1286159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3018" name="Text Box 11">
            <a:extLst>
              <a:ext uri="{FF2B5EF4-FFF2-40B4-BE49-F238E27FC236}">
                <a16:creationId xmlns:a16="http://schemas.microsoft.com/office/drawing/2014/main" id="{3C1719EC-FA97-49BE-963F-427D89F21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6429" y="3662647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40652" name="Line 12">
            <a:extLst>
              <a:ext uri="{FF2B5EF4-FFF2-40B4-BE49-F238E27FC236}">
                <a16:creationId xmlns:a16="http://schemas.microsoft.com/office/drawing/2014/main" id="{CADC0FA8-0005-4D17-93E3-E493EA6F5B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7244" y="1177813"/>
            <a:ext cx="377429" cy="0"/>
          </a:xfrm>
          <a:prstGeom prst="line">
            <a:avLst/>
          </a:prstGeom>
          <a:noFill/>
          <a:ln w="22225">
            <a:solidFill>
              <a:srgbClr val="04701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0653" name="Text Box 13">
            <a:extLst>
              <a:ext uri="{FF2B5EF4-FFF2-40B4-BE49-F238E27FC236}">
                <a16:creationId xmlns:a16="http://schemas.microsoft.com/office/drawing/2014/main" id="{291C711A-4AF0-4A4B-A2F8-1BC02F19E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6973" y="1015888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3021" name="Text Box 14">
            <a:extLst>
              <a:ext uri="{FF2B5EF4-FFF2-40B4-BE49-F238E27FC236}">
                <a16:creationId xmlns:a16="http://schemas.microsoft.com/office/drawing/2014/main" id="{FF0E749D-E149-4F02-AA8E-8A0505C33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701" y="3662647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40655" name="Line 15">
            <a:extLst>
              <a:ext uri="{FF2B5EF4-FFF2-40B4-BE49-F238E27FC236}">
                <a16:creationId xmlns:a16="http://schemas.microsoft.com/office/drawing/2014/main" id="{C881D396-4C76-42A1-ACF2-597626F25F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3019" y="1771934"/>
            <a:ext cx="377429" cy="0"/>
          </a:xfrm>
          <a:prstGeom prst="line">
            <a:avLst/>
          </a:prstGeom>
          <a:noFill/>
          <a:ln w="222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0656" name="Text Box 16">
            <a:extLst>
              <a:ext uri="{FF2B5EF4-FFF2-40B4-BE49-F238E27FC236}">
                <a16:creationId xmlns:a16="http://schemas.microsoft.com/office/drawing/2014/main" id="{E5D9EC8B-9838-4E96-A7B0-D445EF095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598" y="1394507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3024" name="Text Box 17">
            <a:extLst>
              <a:ext uri="{FF2B5EF4-FFF2-40B4-BE49-F238E27FC236}">
                <a16:creationId xmlns:a16="http://schemas.microsoft.com/office/drawing/2014/main" id="{D4A3E3BD-1717-4D4A-A1AD-4D6E1801C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204" y="3662647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765A0C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40658" name="Line 18">
            <a:extLst>
              <a:ext uri="{FF2B5EF4-FFF2-40B4-BE49-F238E27FC236}">
                <a16:creationId xmlns:a16="http://schemas.microsoft.com/office/drawing/2014/main" id="{727F2C3A-5CA7-410B-A325-0827BAEE9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2917" y="1718357"/>
            <a:ext cx="377428" cy="0"/>
          </a:xfrm>
          <a:prstGeom prst="line">
            <a:avLst/>
          </a:prstGeom>
          <a:noFill/>
          <a:ln w="22225">
            <a:solidFill>
              <a:srgbClr val="765A0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0659" name="Text Box 19">
            <a:extLst>
              <a:ext uri="{FF2B5EF4-FFF2-40B4-BE49-F238E27FC236}">
                <a16:creationId xmlns:a16="http://schemas.microsoft.com/office/drawing/2014/main" id="{F208B2A3-99FC-48F0-8C4C-3434D38A8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6494" y="1286159"/>
            <a:ext cx="2166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765A0C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3027" name="Text Box 20">
            <a:extLst>
              <a:ext uri="{FF2B5EF4-FFF2-40B4-BE49-F238E27FC236}">
                <a16:creationId xmlns:a16="http://schemas.microsoft.com/office/drawing/2014/main" id="{6E4DFDDA-E21C-4436-A7BF-85A65CFCF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8898" y="3662647"/>
            <a:ext cx="2155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9A0A3D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40661" name="Text Box 21">
            <a:extLst>
              <a:ext uri="{FF2B5EF4-FFF2-40B4-BE49-F238E27FC236}">
                <a16:creationId xmlns:a16="http://schemas.microsoft.com/office/drawing/2014/main" id="{D431EDB8-8BDA-4E4A-945B-05F5C698D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5385" y="745616"/>
            <a:ext cx="2155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9A0A3D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40662" name="Line 22">
            <a:extLst>
              <a:ext uri="{FF2B5EF4-FFF2-40B4-BE49-F238E27FC236}">
                <a16:creationId xmlns:a16="http://schemas.microsoft.com/office/drawing/2014/main" id="{2431EBDB-5ED9-4598-9DA9-DE5A0CACE6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7038" y="1177813"/>
            <a:ext cx="377429" cy="0"/>
          </a:xfrm>
          <a:prstGeom prst="line">
            <a:avLst/>
          </a:prstGeom>
          <a:noFill/>
          <a:ln w="22225">
            <a:solidFill>
              <a:srgbClr val="9A0A3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3030" name="Text Box 23">
            <a:extLst>
              <a:ext uri="{FF2B5EF4-FFF2-40B4-BE49-F238E27FC236}">
                <a16:creationId xmlns:a16="http://schemas.microsoft.com/office/drawing/2014/main" id="{CBB356B3-EC47-4709-92F6-2D3450222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9170" y="3662647"/>
            <a:ext cx="2690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261F85"/>
                </a:solidFill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240665" name="Line 25">
            <a:extLst>
              <a:ext uri="{FF2B5EF4-FFF2-40B4-BE49-F238E27FC236}">
                <a16:creationId xmlns:a16="http://schemas.microsoft.com/office/drawing/2014/main" id="{AC2B84B2-DB95-4422-9E79-520593BBA3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4400" y="3986497"/>
            <a:ext cx="377429" cy="0"/>
          </a:xfrm>
          <a:prstGeom prst="line">
            <a:avLst/>
          </a:prstGeom>
          <a:noFill/>
          <a:ln w="22225">
            <a:solidFill>
              <a:srgbClr val="261F8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0666" name="Text Box 26">
            <a:extLst>
              <a:ext uri="{FF2B5EF4-FFF2-40B4-BE49-F238E27FC236}">
                <a16:creationId xmlns:a16="http://schemas.microsoft.com/office/drawing/2014/main" id="{C5FCDE09-04BA-4AD9-B2BC-B9D13246E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9170" y="4094844"/>
            <a:ext cx="1727597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261F85"/>
                </a:solidFill>
                <a:latin typeface="Times New Roman" panose="02020603050405020304" pitchFamily="18" charset="0"/>
              </a:rPr>
              <a:t>Do not compute</a:t>
            </a:r>
            <a:r>
              <a:rPr lang="en-US" altLang="zh-TW" sz="1800">
                <a:solidFill>
                  <a:srgbClr val="261F85"/>
                </a:solidFill>
                <a:latin typeface="Times New Roman" panose="02020603050405020304" pitchFamily="18" charset="0"/>
              </a:rPr>
              <a:t> !</a:t>
            </a:r>
          </a:p>
        </p:txBody>
      </p:sp>
      <p:sp>
        <p:nvSpPr>
          <p:cNvPr id="37925" name="Text Box 37">
            <a:extLst>
              <a:ext uri="{FF2B5EF4-FFF2-40B4-BE49-F238E27FC236}">
                <a16:creationId xmlns:a16="http://schemas.microsoft.com/office/drawing/2014/main" id="{C2DDA355-B50F-4672-B1D3-1BA8460F5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7582" y="1232581"/>
            <a:ext cx="1295400" cy="553998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1500">
                <a:solidFill>
                  <a:srgbClr val="FF0000"/>
                </a:solidFill>
              </a:rPr>
              <a:t>lexical_error break~!!!</a:t>
            </a:r>
            <a:endParaRPr lang="zh-TW" altLang="en-US" sz="1500">
              <a:solidFill>
                <a:srgbClr val="FF0000"/>
              </a:solidFill>
            </a:endParaRPr>
          </a:p>
        </p:txBody>
      </p:sp>
      <p:sp>
        <p:nvSpPr>
          <p:cNvPr id="28" name="灯片编号占位符 3">
            <a:extLst>
              <a:ext uri="{FF2B5EF4-FFF2-40B4-BE49-F238E27FC236}">
                <a16:creationId xmlns:a16="http://schemas.microsoft.com/office/drawing/2014/main" id="{1088347B-9311-45F3-9FF7-B0B1CE6D59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24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000"/>
                                        <p:tgtEl>
                                          <p:spTgt spid="24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1000"/>
                                        <p:tgtEl>
                                          <p:spTgt spid="240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1000"/>
                                        <p:tgtEl>
                                          <p:spTgt spid="24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1000"/>
                                        <p:tgtEl>
                                          <p:spTgt spid="240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1000"/>
                                        <p:tgtEl>
                                          <p:spTgt spid="240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1000"/>
                                        <p:tgtEl>
                                          <p:spTgt spid="24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24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24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1000"/>
                                        <p:tgtEl>
                                          <p:spTgt spid="24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10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1000"/>
                                        <p:tgtEl>
                                          <p:spTgt spid="24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1000"/>
                                        <p:tgtEl>
                                          <p:spTgt spid="24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1000"/>
                                        <p:tgtEl>
                                          <p:spTgt spid="24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7" grpId="0"/>
      <p:bldP spid="240649" grpId="0"/>
      <p:bldP spid="240656" grpId="0"/>
      <p:bldP spid="240659" grpId="0"/>
      <p:bldP spid="240661" grpId="0"/>
      <p:bldP spid="240666" grpId="0" animBg="1"/>
      <p:bldP spid="37925" grpId="0" animBg="1"/>
    </p:bldLst>
  </p:timing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2570</TotalTime>
  <Words>1738</Words>
  <Application>Microsoft Office PowerPoint</Application>
  <PresentationFormat>全屏显示(16:9)</PresentationFormat>
  <Paragraphs>373</Paragraphs>
  <Slides>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MS Sans Serif</vt:lpstr>
      <vt:lpstr>Arial</vt:lpstr>
      <vt:lpstr>Arial Narrow</vt:lpstr>
      <vt:lpstr>Calibri</vt:lpstr>
      <vt:lpstr>Gill Sans MT</vt:lpstr>
      <vt:lpstr>Helvetica</vt:lpstr>
      <vt:lpstr>Times New Roman</vt:lpstr>
      <vt:lpstr>Trebuchet MS</vt:lpstr>
      <vt:lpstr>Wingdings</vt:lpstr>
      <vt:lpstr>Wingdings 3</vt:lpstr>
      <vt:lpstr>NTHU UniCloud</vt:lpstr>
      <vt:lpstr>CSC4180 – Compiler Construction</vt:lpstr>
      <vt:lpstr>Outline</vt:lpstr>
      <vt:lpstr>Overview(1)</vt:lpstr>
      <vt:lpstr>Overview (2)</vt:lpstr>
      <vt:lpstr>Outline</vt:lpstr>
      <vt:lpstr>Regular Expressions (1) </vt:lpstr>
      <vt:lpstr>Regular Expressions (2)</vt:lpstr>
      <vt:lpstr>Regular Expressions (3)</vt:lpstr>
      <vt:lpstr>Outline</vt:lpstr>
      <vt:lpstr>Finite Automata and Scanners (1)</vt:lpstr>
      <vt:lpstr>Finite Automata and Scanners (2)</vt:lpstr>
      <vt:lpstr>Finite Automata and Scanners (3)</vt:lpstr>
      <vt:lpstr>Finite Automata and Scanners(4)</vt:lpstr>
      <vt:lpstr>Finite Automata and Scanners (5)</vt:lpstr>
      <vt:lpstr>Finite Automata and Scanners (6)</vt:lpstr>
      <vt:lpstr>Finite Automata and Scanners (7)</vt:lpstr>
      <vt:lpstr>Outline</vt:lpstr>
      <vt:lpstr>Practical Consideration (1)</vt:lpstr>
      <vt:lpstr>Practical Consideration(2)</vt:lpstr>
      <vt:lpstr>Practical Consideration (3)</vt:lpstr>
      <vt:lpstr>Practical Consideration (4)</vt:lpstr>
      <vt:lpstr>Practical Consideration (5)</vt:lpstr>
      <vt:lpstr>Practical Consideration(6)</vt:lpstr>
      <vt:lpstr>Practical Consideration (7)</vt:lpstr>
      <vt:lpstr>Practical Consideration (8)</vt:lpstr>
      <vt:lpstr>Practical Consideration(9)</vt:lpstr>
      <vt:lpstr>Practical Consideration (10)</vt:lpstr>
      <vt:lpstr>Practical Consideration (11)</vt:lpstr>
      <vt:lpstr>Practical Consideration (12)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252</cp:revision>
  <dcterms:created xsi:type="dcterms:W3CDTF">2015-06-05T07:23:35Z</dcterms:created>
  <dcterms:modified xsi:type="dcterms:W3CDTF">2020-07-02T06:19:25Z</dcterms:modified>
</cp:coreProperties>
</file>