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docProps/custom.xml" ContentType="application/vnd.openxmlformats-officedocument.custom-properties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Default Extension="xlsx" ContentType="application/vnd.openxmlformats-officedocument.spreadsheetml.sheet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layout13.xml" ContentType="application/vnd.openxmlformats-officedocument.drawingml.diagramLayout+xml"/>
  <Override PartName="/ppt/charts/chart3.xml" ContentType="application/vnd.openxmlformats-officedocument.drawingml.char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rawing8.xml" ContentType="application/vnd.ms-office.drawingml.diagramDrawing+xml"/>
  <Default Extension="gif" ContentType="image/gif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layout15.xml" ContentType="application/vnd.openxmlformats-officedocument.drawingml.diagramLayout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notesSlides/notesSlide10.xml" ContentType="application/vnd.openxmlformats-officedocument.presentationml.notesSlide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drawings/drawing1.xml" ContentType="application/vnd.openxmlformats-officedocument.drawingml.chartshapes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slides/slide24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diagrams/layout4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notesSlides/notesSlide11.xml" ContentType="application/vnd.openxmlformats-officedocument.presentationml.notesSlide+xml"/>
  <Override PartName="/ppt/diagrams/layout16.xml" ContentType="application/vnd.openxmlformats-officedocument.drawingml.diagramLayout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charts/chart2.xml" ContentType="application/vnd.openxmlformats-officedocument.drawingml.chart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2" r:id="rId4"/>
    <p:sldMasterId id="2147483678" r:id="rId5"/>
    <p:sldMasterId id="2147483691" r:id="rId6"/>
  </p:sldMasterIdLst>
  <p:notesMasterIdLst>
    <p:notesMasterId r:id="rId37"/>
  </p:notesMasterIdLst>
  <p:handoutMasterIdLst>
    <p:handoutMasterId r:id="rId38"/>
  </p:handoutMasterIdLst>
  <p:sldIdLst>
    <p:sldId id="257" r:id="rId7"/>
    <p:sldId id="306" r:id="rId8"/>
    <p:sldId id="309" r:id="rId9"/>
    <p:sldId id="283" r:id="rId10"/>
    <p:sldId id="287" r:id="rId11"/>
    <p:sldId id="293" r:id="rId12"/>
    <p:sldId id="294" r:id="rId13"/>
    <p:sldId id="308" r:id="rId14"/>
    <p:sldId id="298" r:id="rId15"/>
    <p:sldId id="310" r:id="rId16"/>
    <p:sldId id="311" r:id="rId17"/>
    <p:sldId id="262" r:id="rId18"/>
    <p:sldId id="312" r:id="rId19"/>
    <p:sldId id="307" r:id="rId20"/>
    <p:sldId id="284" r:id="rId21"/>
    <p:sldId id="313" r:id="rId22"/>
    <p:sldId id="296" r:id="rId23"/>
    <p:sldId id="324" r:id="rId24"/>
    <p:sldId id="325" r:id="rId25"/>
    <p:sldId id="315" r:id="rId26"/>
    <p:sldId id="316" r:id="rId27"/>
    <p:sldId id="317" r:id="rId28"/>
    <p:sldId id="318" r:id="rId29"/>
    <p:sldId id="319" r:id="rId30"/>
    <p:sldId id="321" r:id="rId31"/>
    <p:sldId id="322" r:id="rId32"/>
    <p:sldId id="300" r:id="rId33"/>
    <p:sldId id="323" r:id="rId34"/>
    <p:sldId id="275" r:id="rId35"/>
    <p:sldId id="30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5D1"/>
  </p:clrMru>
  <p:extLst>
    <p:ext uri="{E76CE94A-603C-4142-B9EB-6D1370010A27}">
      <p14:discardImageEditData xmlns="" xmlns:p14="http://schemas.microsoft.com/office/powerpoint/2010/main" xmlns:mv="urn:schemas-microsoft-com:mac:vml" xmlns:mc="http://schemas.openxmlformats.org/markup-compatibility/2006" val="0"/>
    </p:ext>
    <p:ext uri="{D31A062A-798A-4329-ABDD-BBA856620510}">
      <p14:defaultImageDpi xmlns="" xmlns:p14="http://schemas.microsoft.com/office/powerpoint/2010/main" xmlns:mv="urn:schemas-microsoft-com:mac:vml" xmlns:mc="http://schemas.openxmlformats.org/markup-compatibility/2006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87709" autoAdjust="0"/>
  </p:normalViewPr>
  <p:slideViewPr>
    <p:cSldViewPr snapToGrid="0" snapToObjects="1">
      <p:cViewPr varScale="1">
        <p:scale>
          <a:sx n="100" d="100"/>
          <a:sy n="100" d="100"/>
        </p:scale>
        <p:origin x="-19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6842\Documents\OpenCL\white%20paper\&#35079;&#26412;%20Book1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6842\Documents\OpenCL\white%20paper\&#35079;&#26412;%20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plotArea>
      <c:layout>
        <c:manualLayout>
          <c:layoutTarget val="inner"/>
          <c:xMode val="edge"/>
          <c:yMode val="edge"/>
          <c:x val="9.7609111361080067E-2"/>
          <c:y val="5.9623523622047432E-2"/>
          <c:w val="0.80513498312710907"/>
          <c:h val="0.84122405153901991"/>
        </c:manualLayout>
      </c:layout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數列 1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數列 2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數列 3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marker val="1"/>
        <c:axId val="150482304"/>
        <c:axId val="150492288"/>
      </c:lineChart>
      <c:catAx>
        <c:axId val="150482304"/>
        <c:scaling>
          <c:orientation val="minMax"/>
        </c:scaling>
        <c:axPos val="b"/>
        <c:numFmt formatCode="0_);\(0\)" sourceLinked="0"/>
        <c:tickLblPos val="nextTo"/>
        <c:spPr>
          <a:ln w="50800">
            <a:solidFill>
              <a:schemeClr val="tx1"/>
            </a:solidFill>
          </a:ln>
        </c:spPr>
        <c:crossAx val="150492288"/>
        <c:crosses val="autoZero"/>
        <c:lblAlgn val="ctr"/>
        <c:lblOffset val="100"/>
        <c:tickLblSkip val="1"/>
      </c:catAx>
      <c:valAx>
        <c:axId val="150492288"/>
        <c:scaling>
          <c:orientation val="minMax"/>
          <c:max val="1"/>
          <c:min val="0"/>
        </c:scaling>
        <c:axPos val="l"/>
        <c:majorGridlines/>
        <c:numFmt formatCode="General" sourceLinked="1"/>
        <c:tickLblPos val="nextTo"/>
        <c:spPr>
          <a:ln w="50800">
            <a:solidFill>
              <a:schemeClr val="tx1"/>
            </a:solidFill>
          </a:ln>
        </c:spPr>
        <c:crossAx val="150482304"/>
        <c:crosses val="autoZero"/>
        <c:crossBetween val="midCat"/>
        <c:majorUnit val="0.2"/>
      </c:valAx>
    </c:plotArea>
    <c:plotVisOnly val="1"/>
  </c:chart>
  <c:txPr>
    <a:bodyPr/>
    <a:lstStyle/>
    <a:p>
      <a:pPr>
        <a:defRPr sz="1800"/>
      </a:pPr>
      <a:endParaRPr lang="zh-TW"/>
    </a:p>
  </c:txPr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plotArea>
      <c:layout>
        <c:manualLayout>
          <c:layoutTarget val="inner"/>
          <c:xMode val="edge"/>
          <c:yMode val="edge"/>
          <c:x val="7.9002187226596826E-2"/>
          <c:y val="5.1400554097404488E-2"/>
          <c:w val="0.87662423447069271"/>
          <c:h val="0.8326195683872849"/>
        </c:manualLayout>
      </c:layout>
      <c:barChart>
        <c:barDir val="col"/>
        <c:grouping val="clustered"/>
        <c:ser>
          <c:idx val="0"/>
          <c:order val="0"/>
          <c:tx>
            <c:strRef>
              <c:f>Sheet29!$S$5</c:f>
              <c:strCache>
                <c:ptCount val="1"/>
                <c:pt idx="0">
                  <c:v>Power</c:v>
                </c:pt>
              </c:strCache>
            </c:strRef>
          </c:tx>
          <c:cat>
            <c:strRef>
              <c:f>Sheet29!$T$4:$X$4</c:f>
              <c:strCache>
                <c:ptCount val="5"/>
                <c:pt idx="0">
                  <c:v>GPU</c:v>
                </c:pt>
                <c:pt idx="1">
                  <c:v>PAS-GPU</c:v>
                </c:pt>
                <c:pt idx="2">
                  <c:v>CPU</c:v>
                </c:pt>
                <c:pt idx="3">
                  <c:v>PAS-CPU</c:v>
                </c:pt>
                <c:pt idx="4">
                  <c:v>PAS-Max</c:v>
                </c:pt>
              </c:strCache>
            </c:strRef>
          </c:cat>
          <c:val>
            <c:numRef>
              <c:f>Sheet29!$T$5:$X$5</c:f>
              <c:numCache>
                <c:formatCode>General</c:formatCode>
                <c:ptCount val="5"/>
                <c:pt idx="0">
                  <c:v>1</c:v>
                </c:pt>
                <c:pt idx="1">
                  <c:v>1.0625</c:v>
                </c:pt>
                <c:pt idx="2">
                  <c:v>3.4999999999999987</c:v>
                </c:pt>
                <c:pt idx="3">
                  <c:v>2.625</c:v>
                </c:pt>
                <c:pt idx="4">
                  <c:v>3.125</c:v>
                </c:pt>
              </c:numCache>
            </c:numRef>
          </c:val>
        </c:ser>
        <c:ser>
          <c:idx val="1"/>
          <c:order val="1"/>
          <c:tx>
            <c:strRef>
              <c:f>Sheet29!$S$6</c:f>
              <c:strCache>
                <c:ptCount val="1"/>
                <c:pt idx="0">
                  <c:v>Performance</c:v>
                </c:pt>
              </c:strCache>
            </c:strRef>
          </c:tx>
          <c:cat>
            <c:strRef>
              <c:f>Sheet29!$T$4:$X$4</c:f>
              <c:strCache>
                <c:ptCount val="5"/>
                <c:pt idx="0">
                  <c:v>GPU</c:v>
                </c:pt>
                <c:pt idx="1">
                  <c:v>PAS-GPU</c:v>
                </c:pt>
                <c:pt idx="2">
                  <c:v>CPU</c:v>
                </c:pt>
                <c:pt idx="3">
                  <c:v>PAS-CPU</c:v>
                </c:pt>
                <c:pt idx="4">
                  <c:v>PAS-Max</c:v>
                </c:pt>
              </c:strCache>
            </c:strRef>
          </c:cat>
          <c:val>
            <c:numRef>
              <c:f>Sheet29!$T$6:$X$6</c:f>
              <c:numCache>
                <c:formatCode>General</c:formatCode>
                <c:ptCount val="5"/>
                <c:pt idx="0">
                  <c:v>1</c:v>
                </c:pt>
                <c:pt idx="1">
                  <c:v>1.4142394822006468</c:v>
                </c:pt>
                <c:pt idx="2">
                  <c:v>2.121359223300971</c:v>
                </c:pt>
                <c:pt idx="3">
                  <c:v>2.121359223300971</c:v>
                </c:pt>
                <c:pt idx="4">
                  <c:v>2.5260115606936417</c:v>
                </c:pt>
              </c:numCache>
            </c:numRef>
          </c:val>
        </c:ser>
        <c:ser>
          <c:idx val="2"/>
          <c:order val="2"/>
          <c:tx>
            <c:strRef>
              <c:f>Sheet29!$S$7</c:f>
              <c:strCache>
                <c:ptCount val="1"/>
                <c:pt idx="0">
                  <c:v>Power-efficiency</c:v>
                </c:pt>
              </c:strCache>
            </c:strRef>
          </c:tx>
          <c:cat>
            <c:strRef>
              <c:f>Sheet29!$T$4:$X$4</c:f>
              <c:strCache>
                <c:ptCount val="5"/>
                <c:pt idx="0">
                  <c:v>GPU</c:v>
                </c:pt>
                <c:pt idx="1">
                  <c:v>PAS-GPU</c:v>
                </c:pt>
                <c:pt idx="2">
                  <c:v>CPU</c:v>
                </c:pt>
                <c:pt idx="3">
                  <c:v>PAS-CPU</c:v>
                </c:pt>
                <c:pt idx="4">
                  <c:v>PAS-Max</c:v>
                </c:pt>
              </c:strCache>
            </c:strRef>
          </c:cat>
          <c:val>
            <c:numRef>
              <c:f>Sheet29!$T$7:$X$7</c:f>
              <c:numCache>
                <c:formatCode>General</c:formatCode>
                <c:ptCount val="5"/>
                <c:pt idx="0">
                  <c:v>1</c:v>
                </c:pt>
                <c:pt idx="1">
                  <c:v>1.331048924424139</c:v>
                </c:pt>
                <c:pt idx="2">
                  <c:v>0.60610263522884922</c:v>
                </c:pt>
                <c:pt idx="3">
                  <c:v>0.80813684697179844</c:v>
                </c:pt>
                <c:pt idx="4">
                  <c:v>0.80832369942196536</c:v>
                </c:pt>
              </c:numCache>
            </c:numRef>
          </c:val>
        </c:ser>
        <c:axId val="100841344"/>
        <c:axId val="100842880"/>
      </c:barChart>
      <c:catAx>
        <c:axId val="100841344"/>
        <c:scaling>
          <c:orientation val="minMax"/>
        </c:scaling>
        <c:axPos val="b"/>
        <c:tickLblPos val="nextTo"/>
        <c:txPr>
          <a:bodyPr/>
          <a:lstStyle/>
          <a:p>
            <a:pPr>
              <a:defRPr sz="1400"/>
            </a:pPr>
            <a:endParaRPr lang="zh-TW"/>
          </a:p>
        </c:txPr>
        <c:crossAx val="100842880"/>
        <c:crosses val="autoZero"/>
        <c:auto val="1"/>
        <c:lblAlgn val="ctr"/>
        <c:lblOffset val="100"/>
      </c:catAx>
      <c:valAx>
        <c:axId val="100842880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zh-TW"/>
          </a:p>
        </c:txPr>
        <c:crossAx val="1008413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3340419947506593"/>
          <c:y val="5.9609215514727323E-2"/>
          <c:w val="0.23604024496937903"/>
          <c:h val="0.25115157480314959"/>
        </c:manualLayout>
      </c:layout>
      <c:txPr>
        <a:bodyPr/>
        <a:lstStyle/>
        <a:p>
          <a:pPr>
            <a:defRPr sz="1800"/>
          </a:pPr>
          <a:endParaRPr lang="zh-TW"/>
        </a:p>
      </c:tx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plotArea>
      <c:layout>
        <c:manualLayout>
          <c:layoutTarget val="inner"/>
          <c:xMode val="edge"/>
          <c:yMode val="edge"/>
          <c:x val="7.9002187226596868E-2"/>
          <c:y val="5.1400554097404488E-2"/>
          <c:w val="0.87662423447069315"/>
          <c:h val="0.8326195683872849"/>
        </c:manualLayout>
      </c:layout>
      <c:barChart>
        <c:barDir val="col"/>
        <c:grouping val="clustered"/>
        <c:ser>
          <c:idx val="0"/>
          <c:order val="0"/>
          <c:tx>
            <c:strRef>
              <c:f>Sheet30!$S$5</c:f>
              <c:strCache>
                <c:ptCount val="1"/>
                <c:pt idx="0">
                  <c:v>Power</c:v>
                </c:pt>
              </c:strCache>
            </c:strRef>
          </c:tx>
          <c:cat>
            <c:strRef>
              <c:f>Sheet30!$T$4:$X$4</c:f>
              <c:strCache>
                <c:ptCount val="5"/>
                <c:pt idx="0">
                  <c:v>GPU</c:v>
                </c:pt>
                <c:pt idx="1">
                  <c:v>PAS-GPU</c:v>
                </c:pt>
                <c:pt idx="2">
                  <c:v>CPU</c:v>
                </c:pt>
                <c:pt idx="3">
                  <c:v>PAS-CPU</c:v>
                </c:pt>
                <c:pt idx="4">
                  <c:v>PAS-Max</c:v>
                </c:pt>
              </c:strCache>
            </c:strRef>
          </c:cat>
          <c:val>
            <c:numRef>
              <c:f>Sheet30!$T$5:$X$5</c:f>
              <c:numCache>
                <c:formatCode>General</c:formatCode>
                <c:ptCount val="5"/>
                <c:pt idx="0">
                  <c:v>1</c:v>
                </c:pt>
                <c:pt idx="1">
                  <c:v>1.0666666666666667</c:v>
                </c:pt>
                <c:pt idx="2">
                  <c:v>3.5333333333333332</c:v>
                </c:pt>
                <c:pt idx="3">
                  <c:v>0.8666666666666667</c:v>
                </c:pt>
                <c:pt idx="4">
                  <c:v>1.7333333333333334</c:v>
                </c:pt>
              </c:numCache>
            </c:numRef>
          </c:val>
        </c:ser>
        <c:ser>
          <c:idx val="1"/>
          <c:order val="1"/>
          <c:tx>
            <c:strRef>
              <c:f>Sheet30!$S$6</c:f>
              <c:strCache>
                <c:ptCount val="1"/>
                <c:pt idx="0">
                  <c:v>Performance</c:v>
                </c:pt>
              </c:strCache>
            </c:strRef>
          </c:tx>
          <c:cat>
            <c:strRef>
              <c:f>Sheet30!$T$4:$X$4</c:f>
              <c:strCache>
                <c:ptCount val="5"/>
                <c:pt idx="0">
                  <c:v>GPU</c:v>
                </c:pt>
                <c:pt idx="1">
                  <c:v>PAS-GPU</c:v>
                </c:pt>
                <c:pt idx="2">
                  <c:v>CPU</c:v>
                </c:pt>
                <c:pt idx="3">
                  <c:v>PAS-CPU</c:v>
                </c:pt>
                <c:pt idx="4">
                  <c:v>PAS-Max</c:v>
                </c:pt>
              </c:strCache>
            </c:strRef>
          </c:cat>
          <c:val>
            <c:numRef>
              <c:f>Sheet30!$T$6:$X$6</c:f>
              <c:numCache>
                <c:formatCode>General</c:formatCode>
                <c:ptCount val="5"/>
                <c:pt idx="0">
                  <c:v>1</c:v>
                </c:pt>
                <c:pt idx="1">
                  <c:v>1.0642766497461928</c:v>
                </c:pt>
                <c:pt idx="2">
                  <c:v>0.29422066549912446</c:v>
                </c:pt>
                <c:pt idx="3">
                  <c:v>0.77064220183486265</c:v>
                </c:pt>
                <c:pt idx="4">
                  <c:v>1.2923076923076919</c:v>
                </c:pt>
              </c:numCache>
            </c:numRef>
          </c:val>
        </c:ser>
        <c:ser>
          <c:idx val="2"/>
          <c:order val="2"/>
          <c:tx>
            <c:strRef>
              <c:f>Sheet30!$S$7</c:f>
              <c:strCache>
                <c:ptCount val="1"/>
                <c:pt idx="0">
                  <c:v>Power-efficiency</c:v>
                </c:pt>
              </c:strCache>
            </c:strRef>
          </c:tx>
          <c:cat>
            <c:strRef>
              <c:f>Sheet30!$T$4:$X$4</c:f>
              <c:strCache>
                <c:ptCount val="5"/>
                <c:pt idx="0">
                  <c:v>GPU</c:v>
                </c:pt>
                <c:pt idx="1">
                  <c:v>PAS-GPU</c:v>
                </c:pt>
                <c:pt idx="2">
                  <c:v>CPU</c:v>
                </c:pt>
                <c:pt idx="3">
                  <c:v>PAS-CPU</c:v>
                </c:pt>
                <c:pt idx="4">
                  <c:v>PAS-Max</c:v>
                </c:pt>
              </c:strCache>
            </c:strRef>
          </c:cat>
          <c:val>
            <c:numRef>
              <c:f>Sheet30!$T$7:$X$7</c:f>
              <c:numCache>
                <c:formatCode>General</c:formatCode>
                <c:ptCount val="5"/>
                <c:pt idx="0">
                  <c:v>1</c:v>
                </c:pt>
                <c:pt idx="1">
                  <c:v>0.9977593591370556</c:v>
                </c:pt>
                <c:pt idx="2">
                  <c:v>8.3269999669563527E-2</c:v>
                </c:pt>
                <c:pt idx="3">
                  <c:v>0.88920254057868742</c:v>
                </c:pt>
                <c:pt idx="4">
                  <c:v>0.7455621301775146</c:v>
                </c:pt>
              </c:numCache>
            </c:numRef>
          </c:val>
        </c:ser>
        <c:axId val="101417728"/>
        <c:axId val="101419264"/>
      </c:barChart>
      <c:catAx>
        <c:axId val="101417728"/>
        <c:scaling>
          <c:orientation val="minMax"/>
        </c:scaling>
        <c:axPos val="b"/>
        <c:tickLblPos val="nextTo"/>
        <c:txPr>
          <a:bodyPr/>
          <a:lstStyle/>
          <a:p>
            <a:pPr>
              <a:defRPr sz="1600" b="1"/>
            </a:pPr>
            <a:endParaRPr lang="zh-TW"/>
          </a:p>
        </c:txPr>
        <c:crossAx val="101419264"/>
        <c:crosses val="autoZero"/>
        <c:auto val="1"/>
        <c:lblAlgn val="ctr"/>
        <c:lblOffset val="100"/>
      </c:catAx>
      <c:valAx>
        <c:axId val="101419264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1600" b="1"/>
            </a:pPr>
            <a:endParaRPr lang="zh-TW"/>
          </a:p>
        </c:txPr>
        <c:crossAx val="1014177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3340419947506599"/>
          <c:y val="5.9609215514727323E-2"/>
          <c:w val="0.23604024496937909"/>
          <c:h val="0.25115157480314959"/>
        </c:manualLayout>
      </c:layout>
      <c:txPr>
        <a:bodyPr/>
        <a:lstStyle/>
        <a:p>
          <a:pPr>
            <a:defRPr sz="1800" b="1"/>
          </a:pPr>
          <a:endParaRPr lang="zh-TW"/>
        </a:p>
      </c:txPr>
    </c:legend>
    <c:plotVisOnly val="1"/>
  </c:chart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FF6910-9014-4B77-A89A-9B8A3BB4370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F71F468-BE78-4CCC-ADAA-74D296BB13E3}">
      <dgm:prSet phldrT="[Text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Symmetric Computing</a:t>
          </a:r>
          <a:endParaRPr lang="zh-TW" altLang="en-US" dirty="0"/>
        </a:p>
      </dgm:t>
    </dgm:pt>
    <dgm:pt modelId="{872D28AB-4D78-4C7D-9B73-86402E4C209B}" type="parTrans" cxnId="{E79B16D0-6478-4DCE-A472-D7B592D08983}">
      <dgm:prSet/>
      <dgm:spPr/>
      <dgm:t>
        <a:bodyPr/>
        <a:lstStyle/>
        <a:p>
          <a:endParaRPr lang="zh-TW" altLang="en-US"/>
        </a:p>
      </dgm:t>
    </dgm:pt>
    <dgm:pt modelId="{E10597AB-EF38-4E83-977C-AE6AF14CE0AE}" type="sibTrans" cxnId="{E79B16D0-6478-4DCE-A472-D7B592D08983}">
      <dgm:prSet/>
      <dgm:spPr/>
      <dgm:t>
        <a:bodyPr/>
        <a:lstStyle/>
        <a:p>
          <a:endParaRPr lang="zh-TW" altLang="en-US"/>
        </a:p>
      </dgm:t>
    </dgm:pt>
    <dgm:pt modelId="{28D43F6E-06DA-4A3E-8D75-C4C6B437C7E5}">
      <dgm:prSet phldrT="[Text]"/>
      <dgm:spPr/>
      <dgm:t>
        <a:bodyPr/>
        <a:lstStyle/>
        <a:p>
          <a:r>
            <a:rPr lang="en-US" altLang="zh-TW" dirty="0" smtClean="0"/>
            <a:t>Asymmetric Computing</a:t>
          </a:r>
          <a:endParaRPr lang="zh-TW" altLang="en-US" dirty="0"/>
        </a:p>
      </dgm:t>
    </dgm:pt>
    <dgm:pt modelId="{2E2F4BBC-18D7-4BB9-883E-FAFA785C1478}" type="parTrans" cxnId="{209484E9-4FA1-4056-80FB-03F0854D663F}">
      <dgm:prSet/>
      <dgm:spPr/>
      <dgm:t>
        <a:bodyPr/>
        <a:lstStyle/>
        <a:p>
          <a:endParaRPr lang="zh-TW" altLang="en-US"/>
        </a:p>
      </dgm:t>
    </dgm:pt>
    <dgm:pt modelId="{FFAB3FE8-AD21-4658-9CE0-A19F84865DB9}" type="sibTrans" cxnId="{209484E9-4FA1-4056-80FB-03F0854D663F}">
      <dgm:prSet/>
      <dgm:spPr/>
      <dgm:t>
        <a:bodyPr/>
        <a:lstStyle/>
        <a:p>
          <a:endParaRPr lang="zh-TW" altLang="en-US"/>
        </a:p>
      </dgm:t>
    </dgm:pt>
    <dgm:pt modelId="{B0C4BE9C-EB49-442C-B2CC-76BAD6D7DEAE}">
      <dgm:prSet phldrT="[Text]"/>
      <dgm:spPr>
        <a:solidFill>
          <a:schemeClr val="accent1"/>
        </a:solidFill>
      </dgm:spPr>
      <dgm:t>
        <a:bodyPr/>
        <a:lstStyle/>
        <a:p>
          <a:r>
            <a:rPr lang="en-US" altLang="zh-TW" dirty="0" smtClean="0"/>
            <a:t>Heterogeneous Computing</a:t>
          </a:r>
          <a:endParaRPr lang="zh-TW" altLang="en-US" dirty="0"/>
        </a:p>
      </dgm:t>
    </dgm:pt>
    <dgm:pt modelId="{EFCEA8BC-C6E4-4045-AB43-EA14F3EEE95F}" type="parTrans" cxnId="{48016441-096E-4E77-B54E-CDD9F88C22C6}">
      <dgm:prSet/>
      <dgm:spPr/>
      <dgm:t>
        <a:bodyPr/>
        <a:lstStyle/>
        <a:p>
          <a:endParaRPr lang="zh-TW" altLang="en-US"/>
        </a:p>
      </dgm:t>
    </dgm:pt>
    <dgm:pt modelId="{6099F945-DFB6-4A99-B056-F63D538B2936}" type="sibTrans" cxnId="{48016441-096E-4E77-B54E-CDD9F88C22C6}">
      <dgm:prSet/>
      <dgm:spPr/>
      <dgm:t>
        <a:bodyPr/>
        <a:lstStyle/>
        <a:p>
          <a:endParaRPr lang="zh-TW" altLang="en-US"/>
        </a:p>
      </dgm:t>
    </dgm:pt>
    <dgm:pt modelId="{8B6DA8B9-097F-4A21-ACED-65F97C6E8314}" type="pres">
      <dgm:prSet presAssocID="{D6FF6910-9014-4B77-A89A-9B8A3BB43701}" presName="Name0" presStyleCnt="0">
        <dgm:presLayoutVars>
          <dgm:dir/>
          <dgm:animLvl val="lvl"/>
          <dgm:resizeHandles val="exact"/>
        </dgm:presLayoutVars>
      </dgm:prSet>
      <dgm:spPr/>
    </dgm:pt>
    <dgm:pt modelId="{BE69FE3F-4E64-4AB4-B244-4AEE8B87AFF8}" type="pres">
      <dgm:prSet presAssocID="{9F71F468-BE78-4CCC-ADAA-74D296BB13E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625A2E2-2BF4-46DA-89FB-54973BFEF68D}" type="pres">
      <dgm:prSet presAssocID="{E10597AB-EF38-4E83-977C-AE6AF14CE0AE}" presName="parTxOnlySpace" presStyleCnt="0"/>
      <dgm:spPr/>
    </dgm:pt>
    <dgm:pt modelId="{68CA9A4B-7945-4496-9573-0A8A14EAC5B7}" type="pres">
      <dgm:prSet presAssocID="{28D43F6E-06DA-4A3E-8D75-C4C6B437C7E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05ED2BF-F922-428F-93D6-3A3C1C5459A5}" type="pres">
      <dgm:prSet presAssocID="{FFAB3FE8-AD21-4658-9CE0-A19F84865DB9}" presName="parTxOnlySpace" presStyleCnt="0"/>
      <dgm:spPr/>
    </dgm:pt>
    <dgm:pt modelId="{CA4F8CA1-AE21-4A75-AB7F-F8EE436E1267}" type="pres">
      <dgm:prSet presAssocID="{B0C4BE9C-EB49-442C-B2CC-76BAD6D7DEA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06485E23-C564-452A-993C-7E30111C8CEF}" type="presOf" srcId="{B0C4BE9C-EB49-442C-B2CC-76BAD6D7DEAE}" destId="{CA4F8CA1-AE21-4A75-AB7F-F8EE436E1267}" srcOrd="0" destOrd="0" presId="urn:microsoft.com/office/officeart/2005/8/layout/chevron1"/>
    <dgm:cxn modelId="{C533DC20-AFB6-4382-B190-CE6D373F8B36}" type="presOf" srcId="{28D43F6E-06DA-4A3E-8D75-C4C6B437C7E5}" destId="{68CA9A4B-7945-4496-9573-0A8A14EAC5B7}" srcOrd="0" destOrd="0" presId="urn:microsoft.com/office/officeart/2005/8/layout/chevron1"/>
    <dgm:cxn modelId="{E6D89D4E-0615-4332-9408-784C077191C9}" type="presOf" srcId="{D6FF6910-9014-4B77-A89A-9B8A3BB43701}" destId="{8B6DA8B9-097F-4A21-ACED-65F97C6E8314}" srcOrd="0" destOrd="0" presId="urn:microsoft.com/office/officeart/2005/8/layout/chevron1"/>
    <dgm:cxn modelId="{E79B16D0-6478-4DCE-A472-D7B592D08983}" srcId="{D6FF6910-9014-4B77-A89A-9B8A3BB43701}" destId="{9F71F468-BE78-4CCC-ADAA-74D296BB13E3}" srcOrd="0" destOrd="0" parTransId="{872D28AB-4D78-4C7D-9B73-86402E4C209B}" sibTransId="{E10597AB-EF38-4E83-977C-AE6AF14CE0AE}"/>
    <dgm:cxn modelId="{48016441-096E-4E77-B54E-CDD9F88C22C6}" srcId="{D6FF6910-9014-4B77-A89A-9B8A3BB43701}" destId="{B0C4BE9C-EB49-442C-B2CC-76BAD6D7DEAE}" srcOrd="2" destOrd="0" parTransId="{EFCEA8BC-C6E4-4045-AB43-EA14F3EEE95F}" sibTransId="{6099F945-DFB6-4A99-B056-F63D538B2936}"/>
    <dgm:cxn modelId="{209484E9-4FA1-4056-80FB-03F0854D663F}" srcId="{D6FF6910-9014-4B77-A89A-9B8A3BB43701}" destId="{28D43F6E-06DA-4A3E-8D75-C4C6B437C7E5}" srcOrd="1" destOrd="0" parTransId="{2E2F4BBC-18D7-4BB9-883E-FAFA785C1478}" sibTransId="{FFAB3FE8-AD21-4658-9CE0-A19F84865DB9}"/>
    <dgm:cxn modelId="{E8699431-17F9-47A8-9C2A-64ED878F6EAA}" type="presOf" srcId="{9F71F468-BE78-4CCC-ADAA-74D296BB13E3}" destId="{BE69FE3F-4E64-4AB4-B244-4AEE8B87AFF8}" srcOrd="0" destOrd="0" presId="urn:microsoft.com/office/officeart/2005/8/layout/chevron1"/>
    <dgm:cxn modelId="{2D1E0A01-26FD-49B3-86EB-64AC96641075}" type="presParOf" srcId="{8B6DA8B9-097F-4A21-ACED-65F97C6E8314}" destId="{BE69FE3F-4E64-4AB4-B244-4AEE8B87AFF8}" srcOrd="0" destOrd="0" presId="urn:microsoft.com/office/officeart/2005/8/layout/chevron1"/>
    <dgm:cxn modelId="{6225DEF1-FD63-4A62-88F8-4CA832307661}" type="presParOf" srcId="{8B6DA8B9-097F-4A21-ACED-65F97C6E8314}" destId="{9625A2E2-2BF4-46DA-89FB-54973BFEF68D}" srcOrd="1" destOrd="0" presId="urn:microsoft.com/office/officeart/2005/8/layout/chevron1"/>
    <dgm:cxn modelId="{818C4CBA-BC1A-470C-986B-C6246E403B54}" type="presParOf" srcId="{8B6DA8B9-097F-4A21-ACED-65F97C6E8314}" destId="{68CA9A4B-7945-4496-9573-0A8A14EAC5B7}" srcOrd="2" destOrd="0" presId="urn:microsoft.com/office/officeart/2005/8/layout/chevron1"/>
    <dgm:cxn modelId="{218CF8D9-1FDB-42FE-B12E-8C4C4E0E691A}" type="presParOf" srcId="{8B6DA8B9-097F-4A21-ACED-65F97C6E8314}" destId="{205ED2BF-F922-428F-93D6-3A3C1C5459A5}" srcOrd="3" destOrd="0" presId="urn:microsoft.com/office/officeart/2005/8/layout/chevron1"/>
    <dgm:cxn modelId="{81588DDF-6502-4319-A217-70CD7A3A095A}" type="presParOf" srcId="{8B6DA8B9-097F-4A21-ACED-65F97C6E8314}" destId="{CA4F8CA1-AE21-4A75-AB7F-F8EE436E126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FF6910-9014-4B77-A89A-9B8A3BB4370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F71F468-BE78-4CCC-ADAA-74D296BB13E3}">
      <dgm:prSet phldrT="[Text]"/>
      <dgm:spPr/>
      <dgm:t>
        <a:bodyPr/>
        <a:lstStyle/>
        <a:p>
          <a:r>
            <a:rPr lang="en-US" altLang="zh-TW" dirty="0" smtClean="0"/>
            <a:t>Symmetric Computing</a:t>
          </a:r>
          <a:endParaRPr lang="zh-TW" altLang="en-US" dirty="0"/>
        </a:p>
      </dgm:t>
    </dgm:pt>
    <dgm:pt modelId="{872D28AB-4D78-4C7D-9B73-86402E4C209B}" type="parTrans" cxnId="{E79B16D0-6478-4DCE-A472-D7B592D08983}">
      <dgm:prSet/>
      <dgm:spPr/>
      <dgm:t>
        <a:bodyPr/>
        <a:lstStyle/>
        <a:p>
          <a:endParaRPr lang="zh-TW" altLang="en-US"/>
        </a:p>
      </dgm:t>
    </dgm:pt>
    <dgm:pt modelId="{E10597AB-EF38-4E83-977C-AE6AF14CE0AE}" type="sibTrans" cxnId="{E79B16D0-6478-4DCE-A472-D7B592D08983}">
      <dgm:prSet/>
      <dgm:spPr/>
      <dgm:t>
        <a:bodyPr/>
        <a:lstStyle/>
        <a:p>
          <a:endParaRPr lang="zh-TW" altLang="en-US"/>
        </a:p>
      </dgm:t>
    </dgm:pt>
    <dgm:pt modelId="{28D43F6E-06DA-4A3E-8D75-C4C6B437C7E5}">
      <dgm:prSet phldrT="[Text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Asymmetric Computing</a:t>
          </a:r>
          <a:endParaRPr lang="zh-TW" altLang="en-US" dirty="0"/>
        </a:p>
      </dgm:t>
    </dgm:pt>
    <dgm:pt modelId="{2E2F4BBC-18D7-4BB9-883E-FAFA785C1478}" type="parTrans" cxnId="{209484E9-4FA1-4056-80FB-03F0854D663F}">
      <dgm:prSet/>
      <dgm:spPr/>
      <dgm:t>
        <a:bodyPr/>
        <a:lstStyle/>
        <a:p>
          <a:endParaRPr lang="zh-TW" altLang="en-US"/>
        </a:p>
      </dgm:t>
    </dgm:pt>
    <dgm:pt modelId="{FFAB3FE8-AD21-4658-9CE0-A19F84865DB9}" type="sibTrans" cxnId="{209484E9-4FA1-4056-80FB-03F0854D663F}">
      <dgm:prSet/>
      <dgm:spPr/>
      <dgm:t>
        <a:bodyPr/>
        <a:lstStyle/>
        <a:p>
          <a:endParaRPr lang="zh-TW" altLang="en-US"/>
        </a:p>
      </dgm:t>
    </dgm:pt>
    <dgm:pt modelId="{B0C4BE9C-EB49-442C-B2CC-76BAD6D7DEAE}">
      <dgm:prSet phldrT="[Text]"/>
      <dgm:spPr>
        <a:solidFill>
          <a:schemeClr val="accent1"/>
        </a:solidFill>
      </dgm:spPr>
      <dgm:t>
        <a:bodyPr/>
        <a:lstStyle/>
        <a:p>
          <a:r>
            <a:rPr lang="en-US" altLang="zh-TW" dirty="0" smtClean="0"/>
            <a:t>Heterogeneous Computing</a:t>
          </a:r>
          <a:endParaRPr lang="zh-TW" altLang="en-US" dirty="0"/>
        </a:p>
      </dgm:t>
    </dgm:pt>
    <dgm:pt modelId="{EFCEA8BC-C6E4-4045-AB43-EA14F3EEE95F}" type="parTrans" cxnId="{48016441-096E-4E77-B54E-CDD9F88C22C6}">
      <dgm:prSet/>
      <dgm:spPr/>
      <dgm:t>
        <a:bodyPr/>
        <a:lstStyle/>
        <a:p>
          <a:endParaRPr lang="zh-TW" altLang="en-US"/>
        </a:p>
      </dgm:t>
    </dgm:pt>
    <dgm:pt modelId="{6099F945-DFB6-4A99-B056-F63D538B2936}" type="sibTrans" cxnId="{48016441-096E-4E77-B54E-CDD9F88C22C6}">
      <dgm:prSet/>
      <dgm:spPr/>
      <dgm:t>
        <a:bodyPr/>
        <a:lstStyle/>
        <a:p>
          <a:endParaRPr lang="zh-TW" altLang="en-US"/>
        </a:p>
      </dgm:t>
    </dgm:pt>
    <dgm:pt modelId="{8B6DA8B9-097F-4A21-ACED-65F97C6E8314}" type="pres">
      <dgm:prSet presAssocID="{D6FF6910-9014-4B77-A89A-9B8A3BB43701}" presName="Name0" presStyleCnt="0">
        <dgm:presLayoutVars>
          <dgm:dir/>
          <dgm:animLvl val="lvl"/>
          <dgm:resizeHandles val="exact"/>
        </dgm:presLayoutVars>
      </dgm:prSet>
      <dgm:spPr/>
    </dgm:pt>
    <dgm:pt modelId="{BE69FE3F-4E64-4AB4-B244-4AEE8B87AFF8}" type="pres">
      <dgm:prSet presAssocID="{9F71F468-BE78-4CCC-ADAA-74D296BB13E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625A2E2-2BF4-46DA-89FB-54973BFEF68D}" type="pres">
      <dgm:prSet presAssocID="{E10597AB-EF38-4E83-977C-AE6AF14CE0AE}" presName="parTxOnlySpace" presStyleCnt="0"/>
      <dgm:spPr/>
    </dgm:pt>
    <dgm:pt modelId="{68CA9A4B-7945-4496-9573-0A8A14EAC5B7}" type="pres">
      <dgm:prSet presAssocID="{28D43F6E-06DA-4A3E-8D75-C4C6B437C7E5}" presName="parTxOnly" presStyleLbl="node1" presStyleIdx="1" presStyleCnt="3" custLinFactNeighborX="3743" custLinFactNeighborY="3877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05ED2BF-F922-428F-93D6-3A3C1C5459A5}" type="pres">
      <dgm:prSet presAssocID="{FFAB3FE8-AD21-4658-9CE0-A19F84865DB9}" presName="parTxOnlySpace" presStyleCnt="0"/>
      <dgm:spPr/>
    </dgm:pt>
    <dgm:pt modelId="{CA4F8CA1-AE21-4A75-AB7F-F8EE436E1267}" type="pres">
      <dgm:prSet presAssocID="{B0C4BE9C-EB49-442C-B2CC-76BAD6D7DEA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E79B16D0-6478-4DCE-A472-D7B592D08983}" srcId="{D6FF6910-9014-4B77-A89A-9B8A3BB43701}" destId="{9F71F468-BE78-4CCC-ADAA-74D296BB13E3}" srcOrd="0" destOrd="0" parTransId="{872D28AB-4D78-4C7D-9B73-86402E4C209B}" sibTransId="{E10597AB-EF38-4E83-977C-AE6AF14CE0AE}"/>
    <dgm:cxn modelId="{48016441-096E-4E77-B54E-CDD9F88C22C6}" srcId="{D6FF6910-9014-4B77-A89A-9B8A3BB43701}" destId="{B0C4BE9C-EB49-442C-B2CC-76BAD6D7DEAE}" srcOrd="2" destOrd="0" parTransId="{EFCEA8BC-C6E4-4045-AB43-EA14F3EEE95F}" sibTransId="{6099F945-DFB6-4A99-B056-F63D538B2936}"/>
    <dgm:cxn modelId="{209484E9-4FA1-4056-80FB-03F0854D663F}" srcId="{D6FF6910-9014-4B77-A89A-9B8A3BB43701}" destId="{28D43F6E-06DA-4A3E-8D75-C4C6B437C7E5}" srcOrd="1" destOrd="0" parTransId="{2E2F4BBC-18D7-4BB9-883E-FAFA785C1478}" sibTransId="{FFAB3FE8-AD21-4658-9CE0-A19F84865DB9}"/>
    <dgm:cxn modelId="{2CD22772-E51A-4B27-B731-9766211E2425}" type="presOf" srcId="{B0C4BE9C-EB49-442C-B2CC-76BAD6D7DEAE}" destId="{CA4F8CA1-AE21-4A75-AB7F-F8EE436E1267}" srcOrd="0" destOrd="0" presId="urn:microsoft.com/office/officeart/2005/8/layout/chevron1"/>
    <dgm:cxn modelId="{CF4B4CB0-59E9-41CD-8CBF-0100B94D89E1}" type="presOf" srcId="{D6FF6910-9014-4B77-A89A-9B8A3BB43701}" destId="{8B6DA8B9-097F-4A21-ACED-65F97C6E8314}" srcOrd="0" destOrd="0" presId="urn:microsoft.com/office/officeart/2005/8/layout/chevron1"/>
    <dgm:cxn modelId="{1AA70703-B6DD-4658-9A9D-15EC76113D54}" type="presOf" srcId="{9F71F468-BE78-4CCC-ADAA-74D296BB13E3}" destId="{BE69FE3F-4E64-4AB4-B244-4AEE8B87AFF8}" srcOrd="0" destOrd="0" presId="urn:microsoft.com/office/officeart/2005/8/layout/chevron1"/>
    <dgm:cxn modelId="{9412BDAC-79A9-42A2-AF1B-91DCAB765772}" type="presOf" srcId="{28D43F6E-06DA-4A3E-8D75-C4C6B437C7E5}" destId="{68CA9A4B-7945-4496-9573-0A8A14EAC5B7}" srcOrd="0" destOrd="0" presId="urn:microsoft.com/office/officeart/2005/8/layout/chevron1"/>
    <dgm:cxn modelId="{0FE16717-ED70-42B1-BE9D-09F3A61630DF}" type="presParOf" srcId="{8B6DA8B9-097F-4A21-ACED-65F97C6E8314}" destId="{BE69FE3F-4E64-4AB4-B244-4AEE8B87AFF8}" srcOrd="0" destOrd="0" presId="urn:microsoft.com/office/officeart/2005/8/layout/chevron1"/>
    <dgm:cxn modelId="{A907F2D7-DD25-4FEF-9E97-6598093AAB63}" type="presParOf" srcId="{8B6DA8B9-097F-4A21-ACED-65F97C6E8314}" destId="{9625A2E2-2BF4-46DA-89FB-54973BFEF68D}" srcOrd="1" destOrd="0" presId="urn:microsoft.com/office/officeart/2005/8/layout/chevron1"/>
    <dgm:cxn modelId="{81AD20F3-AA63-4EEA-B3CA-2806BA24472C}" type="presParOf" srcId="{8B6DA8B9-097F-4A21-ACED-65F97C6E8314}" destId="{68CA9A4B-7945-4496-9573-0A8A14EAC5B7}" srcOrd="2" destOrd="0" presId="urn:microsoft.com/office/officeart/2005/8/layout/chevron1"/>
    <dgm:cxn modelId="{762A0B88-E418-4517-9912-FD3DFA9DE0D4}" type="presParOf" srcId="{8B6DA8B9-097F-4A21-ACED-65F97C6E8314}" destId="{205ED2BF-F922-428F-93D6-3A3C1C5459A5}" srcOrd="3" destOrd="0" presId="urn:microsoft.com/office/officeart/2005/8/layout/chevron1"/>
    <dgm:cxn modelId="{81A84B59-B1C2-4403-81C3-83A5844CBBD7}" type="presParOf" srcId="{8B6DA8B9-097F-4A21-ACED-65F97C6E8314}" destId="{CA4F8CA1-AE21-4A75-AB7F-F8EE436E126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FF6910-9014-4B77-A89A-9B8A3BB4370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F71F468-BE78-4CCC-ADAA-74D296BB13E3}">
      <dgm:prSet phldrT="[Text]"/>
      <dgm:spPr/>
      <dgm:t>
        <a:bodyPr/>
        <a:lstStyle/>
        <a:p>
          <a:r>
            <a:rPr lang="en-US" altLang="zh-TW" dirty="0" smtClean="0"/>
            <a:t>Symmetric Computing</a:t>
          </a:r>
          <a:endParaRPr lang="zh-TW" altLang="en-US" dirty="0"/>
        </a:p>
      </dgm:t>
    </dgm:pt>
    <dgm:pt modelId="{872D28AB-4D78-4C7D-9B73-86402E4C209B}" type="parTrans" cxnId="{E79B16D0-6478-4DCE-A472-D7B592D08983}">
      <dgm:prSet/>
      <dgm:spPr/>
      <dgm:t>
        <a:bodyPr/>
        <a:lstStyle/>
        <a:p>
          <a:endParaRPr lang="zh-TW" altLang="en-US"/>
        </a:p>
      </dgm:t>
    </dgm:pt>
    <dgm:pt modelId="{E10597AB-EF38-4E83-977C-AE6AF14CE0AE}" type="sibTrans" cxnId="{E79B16D0-6478-4DCE-A472-D7B592D08983}">
      <dgm:prSet/>
      <dgm:spPr/>
      <dgm:t>
        <a:bodyPr/>
        <a:lstStyle/>
        <a:p>
          <a:endParaRPr lang="zh-TW" altLang="en-US"/>
        </a:p>
      </dgm:t>
    </dgm:pt>
    <dgm:pt modelId="{28D43F6E-06DA-4A3E-8D75-C4C6B437C7E5}">
      <dgm:prSet phldrT="[Text]"/>
      <dgm:spPr>
        <a:solidFill>
          <a:schemeClr val="accent1"/>
        </a:solidFill>
      </dgm:spPr>
      <dgm:t>
        <a:bodyPr/>
        <a:lstStyle/>
        <a:p>
          <a:r>
            <a:rPr lang="en-US" altLang="zh-TW" dirty="0" smtClean="0"/>
            <a:t>Asymmetric Computing</a:t>
          </a:r>
          <a:endParaRPr lang="zh-TW" altLang="en-US" dirty="0"/>
        </a:p>
      </dgm:t>
    </dgm:pt>
    <dgm:pt modelId="{2E2F4BBC-18D7-4BB9-883E-FAFA785C1478}" type="parTrans" cxnId="{209484E9-4FA1-4056-80FB-03F0854D663F}">
      <dgm:prSet/>
      <dgm:spPr/>
      <dgm:t>
        <a:bodyPr/>
        <a:lstStyle/>
        <a:p>
          <a:endParaRPr lang="zh-TW" altLang="en-US"/>
        </a:p>
      </dgm:t>
    </dgm:pt>
    <dgm:pt modelId="{FFAB3FE8-AD21-4658-9CE0-A19F84865DB9}" type="sibTrans" cxnId="{209484E9-4FA1-4056-80FB-03F0854D663F}">
      <dgm:prSet/>
      <dgm:spPr/>
      <dgm:t>
        <a:bodyPr/>
        <a:lstStyle/>
        <a:p>
          <a:endParaRPr lang="zh-TW" altLang="en-US"/>
        </a:p>
      </dgm:t>
    </dgm:pt>
    <dgm:pt modelId="{B0C4BE9C-EB49-442C-B2CC-76BAD6D7DEAE}">
      <dgm:prSet phldrT="[Text]"/>
      <dgm:spPr>
        <a:solidFill>
          <a:schemeClr val="accent2"/>
        </a:solidFill>
      </dgm:spPr>
      <dgm:t>
        <a:bodyPr/>
        <a:lstStyle/>
        <a:p>
          <a:r>
            <a:rPr lang="en-US" altLang="zh-TW" b="1" dirty="0" smtClean="0"/>
            <a:t>Heterogeneous Computing</a:t>
          </a:r>
          <a:endParaRPr lang="zh-TW" altLang="en-US" b="1" dirty="0"/>
        </a:p>
      </dgm:t>
    </dgm:pt>
    <dgm:pt modelId="{EFCEA8BC-C6E4-4045-AB43-EA14F3EEE95F}" type="parTrans" cxnId="{48016441-096E-4E77-B54E-CDD9F88C22C6}">
      <dgm:prSet/>
      <dgm:spPr/>
      <dgm:t>
        <a:bodyPr/>
        <a:lstStyle/>
        <a:p>
          <a:endParaRPr lang="zh-TW" altLang="en-US"/>
        </a:p>
      </dgm:t>
    </dgm:pt>
    <dgm:pt modelId="{6099F945-DFB6-4A99-B056-F63D538B2936}" type="sibTrans" cxnId="{48016441-096E-4E77-B54E-CDD9F88C22C6}">
      <dgm:prSet/>
      <dgm:spPr/>
      <dgm:t>
        <a:bodyPr/>
        <a:lstStyle/>
        <a:p>
          <a:endParaRPr lang="zh-TW" altLang="en-US"/>
        </a:p>
      </dgm:t>
    </dgm:pt>
    <dgm:pt modelId="{8B6DA8B9-097F-4A21-ACED-65F97C6E8314}" type="pres">
      <dgm:prSet presAssocID="{D6FF6910-9014-4B77-A89A-9B8A3BB43701}" presName="Name0" presStyleCnt="0">
        <dgm:presLayoutVars>
          <dgm:dir/>
          <dgm:animLvl val="lvl"/>
          <dgm:resizeHandles val="exact"/>
        </dgm:presLayoutVars>
      </dgm:prSet>
      <dgm:spPr/>
    </dgm:pt>
    <dgm:pt modelId="{BE69FE3F-4E64-4AB4-B244-4AEE8B87AFF8}" type="pres">
      <dgm:prSet presAssocID="{9F71F468-BE78-4CCC-ADAA-74D296BB13E3}" presName="parTxOnly" presStyleLbl="node1" presStyleIdx="0" presStyleCnt="3" custLinFactNeighborX="-57991" custLinFactNeighborY="1490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625A2E2-2BF4-46DA-89FB-54973BFEF68D}" type="pres">
      <dgm:prSet presAssocID="{E10597AB-EF38-4E83-977C-AE6AF14CE0AE}" presName="parTxOnlySpace" presStyleCnt="0"/>
      <dgm:spPr/>
    </dgm:pt>
    <dgm:pt modelId="{68CA9A4B-7945-4496-9573-0A8A14EAC5B7}" type="pres">
      <dgm:prSet presAssocID="{28D43F6E-06DA-4A3E-8D75-C4C6B437C7E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05ED2BF-F922-428F-93D6-3A3C1C5459A5}" type="pres">
      <dgm:prSet presAssocID="{FFAB3FE8-AD21-4658-9CE0-A19F84865DB9}" presName="parTxOnlySpace" presStyleCnt="0"/>
      <dgm:spPr/>
    </dgm:pt>
    <dgm:pt modelId="{CA4F8CA1-AE21-4A75-AB7F-F8EE436E1267}" type="pres">
      <dgm:prSet presAssocID="{B0C4BE9C-EB49-442C-B2CC-76BAD6D7DEA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FCB13362-F310-4720-B8E5-C66DE46CFD71}" type="presOf" srcId="{28D43F6E-06DA-4A3E-8D75-C4C6B437C7E5}" destId="{68CA9A4B-7945-4496-9573-0A8A14EAC5B7}" srcOrd="0" destOrd="0" presId="urn:microsoft.com/office/officeart/2005/8/layout/chevron1"/>
    <dgm:cxn modelId="{32278722-88AC-45DD-A3ED-4636EF5F7A01}" type="presOf" srcId="{9F71F468-BE78-4CCC-ADAA-74D296BB13E3}" destId="{BE69FE3F-4E64-4AB4-B244-4AEE8B87AFF8}" srcOrd="0" destOrd="0" presId="urn:microsoft.com/office/officeart/2005/8/layout/chevron1"/>
    <dgm:cxn modelId="{21FB46F1-D296-4BF2-B407-B1CB27555433}" type="presOf" srcId="{D6FF6910-9014-4B77-A89A-9B8A3BB43701}" destId="{8B6DA8B9-097F-4A21-ACED-65F97C6E8314}" srcOrd="0" destOrd="0" presId="urn:microsoft.com/office/officeart/2005/8/layout/chevron1"/>
    <dgm:cxn modelId="{811E2EC3-95EF-42BD-82B0-608669E3C43F}" type="presOf" srcId="{B0C4BE9C-EB49-442C-B2CC-76BAD6D7DEAE}" destId="{CA4F8CA1-AE21-4A75-AB7F-F8EE436E1267}" srcOrd="0" destOrd="0" presId="urn:microsoft.com/office/officeart/2005/8/layout/chevron1"/>
    <dgm:cxn modelId="{E79B16D0-6478-4DCE-A472-D7B592D08983}" srcId="{D6FF6910-9014-4B77-A89A-9B8A3BB43701}" destId="{9F71F468-BE78-4CCC-ADAA-74D296BB13E3}" srcOrd="0" destOrd="0" parTransId="{872D28AB-4D78-4C7D-9B73-86402E4C209B}" sibTransId="{E10597AB-EF38-4E83-977C-AE6AF14CE0AE}"/>
    <dgm:cxn modelId="{48016441-096E-4E77-B54E-CDD9F88C22C6}" srcId="{D6FF6910-9014-4B77-A89A-9B8A3BB43701}" destId="{B0C4BE9C-EB49-442C-B2CC-76BAD6D7DEAE}" srcOrd="2" destOrd="0" parTransId="{EFCEA8BC-C6E4-4045-AB43-EA14F3EEE95F}" sibTransId="{6099F945-DFB6-4A99-B056-F63D538B2936}"/>
    <dgm:cxn modelId="{209484E9-4FA1-4056-80FB-03F0854D663F}" srcId="{D6FF6910-9014-4B77-A89A-9B8A3BB43701}" destId="{28D43F6E-06DA-4A3E-8D75-C4C6B437C7E5}" srcOrd="1" destOrd="0" parTransId="{2E2F4BBC-18D7-4BB9-883E-FAFA785C1478}" sibTransId="{FFAB3FE8-AD21-4658-9CE0-A19F84865DB9}"/>
    <dgm:cxn modelId="{FCBE2113-9966-4874-B3C6-EFDBEEA6A2D9}" type="presParOf" srcId="{8B6DA8B9-097F-4A21-ACED-65F97C6E8314}" destId="{BE69FE3F-4E64-4AB4-B244-4AEE8B87AFF8}" srcOrd="0" destOrd="0" presId="urn:microsoft.com/office/officeart/2005/8/layout/chevron1"/>
    <dgm:cxn modelId="{80F524F0-4273-4CB1-85F7-6A952B55D120}" type="presParOf" srcId="{8B6DA8B9-097F-4A21-ACED-65F97C6E8314}" destId="{9625A2E2-2BF4-46DA-89FB-54973BFEF68D}" srcOrd="1" destOrd="0" presId="urn:microsoft.com/office/officeart/2005/8/layout/chevron1"/>
    <dgm:cxn modelId="{D12B5973-711B-42B7-9148-3C9D956C677A}" type="presParOf" srcId="{8B6DA8B9-097F-4A21-ACED-65F97C6E8314}" destId="{68CA9A4B-7945-4496-9573-0A8A14EAC5B7}" srcOrd="2" destOrd="0" presId="urn:microsoft.com/office/officeart/2005/8/layout/chevron1"/>
    <dgm:cxn modelId="{033A4D47-9E96-4042-BD09-3388998715CE}" type="presParOf" srcId="{8B6DA8B9-097F-4A21-ACED-65F97C6E8314}" destId="{205ED2BF-F922-428F-93D6-3A3C1C5459A5}" srcOrd="3" destOrd="0" presId="urn:microsoft.com/office/officeart/2005/8/layout/chevron1"/>
    <dgm:cxn modelId="{C702BB3A-AECA-4193-B6C0-F4613070753D}" type="presParOf" srcId="{8B6DA8B9-097F-4A21-ACED-65F97C6E8314}" destId="{CA4F8CA1-AE21-4A75-AB7F-F8EE436E126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F7B59C-825C-40CD-A189-432F045E5EDD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63DD8F6-EE9F-47A3-BC63-61A4665ACB7B}">
      <dgm:prSet phldrT="[文字]"/>
      <dgm:spPr>
        <a:noFill/>
        <a:ln w="0">
          <a:noFill/>
        </a:ln>
      </dgm:spPr>
      <dgm:t>
        <a:bodyPr/>
        <a:lstStyle/>
        <a:p>
          <a:endParaRPr lang="zh-TW" altLang="en-US" b="1" dirty="0">
            <a:solidFill>
              <a:schemeClr val="bg1"/>
            </a:solidFill>
          </a:endParaRPr>
        </a:p>
      </dgm:t>
    </dgm:pt>
    <dgm:pt modelId="{B6652247-C5FD-4FFE-A7E4-A18422C7C1F6}" type="parTrans" cxnId="{9820438C-14B1-4E82-8518-DF8A178C698D}">
      <dgm:prSet/>
      <dgm:spPr/>
      <dgm:t>
        <a:bodyPr/>
        <a:lstStyle/>
        <a:p>
          <a:endParaRPr lang="zh-TW" altLang="en-US"/>
        </a:p>
      </dgm:t>
    </dgm:pt>
    <dgm:pt modelId="{1B7FA8E8-56C8-4049-B758-BFCDD63AD4A4}" type="sibTrans" cxnId="{9820438C-14B1-4E82-8518-DF8A178C698D}">
      <dgm:prSet/>
      <dgm:spPr/>
      <dgm:t>
        <a:bodyPr/>
        <a:lstStyle/>
        <a:p>
          <a:endParaRPr lang="zh-TW" altLang="en-US"/>
        </a:p>
      </dgm:t>
    </dgm:pt>
    <dgm:pt modelId="{C108065D-BE99-4BBF-906E-B6080A6D5EDD}">
      <dgm:prSet phldrT="[文字]"/>
      <dgm:spPr>
        <a:noFill/>
        <a:ln w="0">
          <a:noFill/>
        </a:ln>
      </dgm:spPr>
      <dgm:t>
        <a:bodyPr/>
        <a:lstStyle/>
        <a:p>
          <a:endParaRPr lang="zh-TW" altLang="en-US" dirty="0">
            <a:solidFill>
              <a:schemeClr val="bg1"/>
            </a:solidFill>
          </a:endParaRPr>
        </a:p>
      </dgm:t>
    </dgm:pt>
    <dgm:pt modelId="{BC4A8000-9EE2-4EE3-8769-C15694C66DFD}" type="parTrans" cxnId="{2729FF9C-20A9-47F2-9FCC-A1BE09496CAC}">
      <dgm:prSet/>
      <dgm:spPr/>
      <dgm:t>
        <a:bodyPr/>
        <a:lstStyle/>
        <a:p>
          <a:endParaRPr lang="zh-TW" altLang="en-US"/>
        </a:p>
      </dgm:t>
    </dgm:pt>
    <dgm:pt modelId="{C804D446-2876-4BC2-A502-C6727EA2885D}" type="sibTrans" cxnId="{2729FF9C-20A9-47F2-9FCC-A1BE09496CAC}">
      <dgm:prSet/>
      <dgm:spPr/>
      <dgm:t>
        <a:bodyPr/>
        <a:lstStyle/>
        <a:p>
          <a:endParaRPr lang="zh-TW" altLang="en-US"/>
        </a:p>
      </dgm:t>
    </dgm:pt>
    <dgm:pt modelId="{CDE3504C-D61D-43AA-84F1-53B10104EF7C}">
      <dgm:prSet phldrT="[文字]"/>
      <dgm:spPr>
        <a:noFill/>
        <a:ln>
          <a:noFill/>
        </a:ln>
      </dgm:spPr>
      <dgm:t>
        <a:bodyPr/>
        <a:lstStyle/>
        <a:p>
          <a:endParaRPr lang="zh-TW" altLang="en-US" b="1" dirty="0">
            <a:solidFill>
              <a:srgbClr val="FF0000"/>
            </a:solidFill>
          </a:endParaRPr>
        </a:p>
      </dgm:t>
    </dgm:pt>
    <dgm:pt modelId="{592D4AA9-EDAA-4463-96E7-DECE20B8EFC1}" type="parTrans" cxnId="{81B5DC1B-3A49-47E4-AC1B-6F08F7994796}">
      <dgm:prSet/>
      <dgm:spPr/>
      <dgm:t>
        <a:bodyPr/>
        <a:lstStyle/>
        <a:p>
          <a:endParaRPr lang="zh-TW" altLang="en-US"/>
        </a:p>
      </dgm:t>
    </dgm:pt>
    <dgm:pt modelId="{898896E5-8C5B-45D3-92A7-A829675525F4}" type="sibTrans" cxnId="{81B5DC1B-3A49-47E4-AC1B-6F08F7994796}">
      <dgm:prSet/>
      <dgm:spPr/>
      <dgm:t>
        <a:bodyPr/>
        <a:lstStyle/>
        <a:p>
          <a:endParaRPr lang="zh-TW" altLang="en-US"/>
        </a:p>
      </dgm:t>
    </dgm:pt>
    <dgm:pt modelId="{875B3B2A-2147-4F72-840F-646F8B6539A5}">
      <dgm:prSet phldrT="[文字]"/>
      <dgm:spPr>
        <a:ln>
          <a:noFill/>
        </a:ln>
      </dgm:spPr>
      <dgm:t>
        <a:bodyPr/>
        <a:lstStyle/>
        <a:p>
          <a:endParaRPr lang="zh-TW" altLang="en-US" dirty="0">
            <a:solidFill>
              <a:srgbClr val="0000FF"/>
            </a:solidFill>
          </a:endParaRPr>
        </a:p>
      </dgm:t>
    </dgm:pt>
    <dgm:pt modelId="{8FE0B5E1-EC2F-4B5A-A461-CC8F93D68114}" type="parTrans" cxnId="{12E3EEDB-B0EA-4F80-9CBA-FEE751A80C18}">
      <dgm:prSet/>
      <dgm:spPr/>
      <dgm:t>
        <a:bodyPr/>
        <a:lstStyle/>
        <a:p>
          <a:endParaRPr lang="zh-TW" altLang="en-US"/>
        </a:p>
      </dgm:t>
    </dgm:pt>
    <dgm:pt modelId="{204DA41A-B15C-45B5-8AA1-2640E4B8D872}" type="sibTrans" cxnId="{12E3EEDB-B0EA-4F80-9CBA-FEE751A80C18}">
      <dgm:prSet/>
      <dgm:spPr/>
      <dgm:t>
        <a:bodyPr/>
        <a:lstStyle/>
        <a:p>
          <a:endParaRPr lang="zh-TW" altLang="en-US"/>
        </a:p>
      </dgm:t>
    </dgm:pt>
    <dgm:pt modelId="{37617342-7A5A-4453-A37A-4097593D870C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0000FF"/>
              </a:solidFill>
            </a:rPr>
            <a:t>Little Core</a:t>
          </a:r>
          <a:endParaRPr lang="zh-TW" altLang="en-US" b="1" dirty="0">
            <a:solidFill>
              <a:srgbClr val="0000FF"/>
            </a:solidFill>
          </a:endParaRPr>
        </a:p>
      </dgm:t>
    </dgm:pt>
    <dgm:pt modelId="{A54D5132-6D06-4BC9-AE37-81A2E30E31B9}" type="parTrans" cxnId="{D4C531DC-3534-4010-B26F-1AA93C8AF563}">
      <dgm:prSet/>
      <dgm:spPr/>
      <dgm:t>
        <a:bodyPr/>
        <a:lstStyle/>
        <a:p>
          <a:endParaRPr lang="zh-TW" altLang="en-US"/>
        </a:p>
      </dgm:t>
    </dgm:pt>
    <dgm:pt modelId="{9C6C03DB-3481-4DA0-8F56-9E1A36B171EE}" type="sibTrans" cxnId="{D4C531DC-3534-4010-B26F-1AA93C8AF563}">
      <dgm:prSet/>
      <dgm:spPr/>
      <dgm:t>
        <a:bodyPr/>
        <a:lstStyle/>
        <a:p>
          <a:endParaRPr lang="zh-TW" altLang="en-US"/>
        </a:p>
      </dgm:t>
    </dgm:pt>
    <dgm:pt modelId="{EAE6A918-C433-406C-B265-71BB3CA273D4}">
      <dgm:prSet phldrT="[文字]"/>
      <dgm:spPr/>
      <dgm:t>
        <a:bodyPr/>
        <a:lstStyle/>
        <a:p>
          <a:r>
            <a:rPr lang="en-US" altLang="zh-TW" dirty="0" smtClean="0">
              <a:solidFill>
                <a:srgbClr val="0000FF"/>
              </a:solidFill>
            </a:rPr>
            <a:t>Household Applications</a:t>
          </a:r>
          <a:endParaRPr lang="zh-TW" altLang="en-US" dirty="0">
            <a:solidFill>
              <a:srgbClr val="0000FF"/>
            </a:solidFill>
          </a:endParaRPr>
        </a:p>
      </dgm:t>
    </dgm:pt>
    <dgm:pt modelId="{D36D350E-80BD-43F6-B838-55E7E07CD86E}" type="parTrans" cxnId="{D74472E0-41B0-4977-99F1-AE5CA65F82A7}">
      <dgm:prSet/>
      <dgm:spPr/>
      <dgm:t>
        <a:bodyPr/>
        <a:lstStyle/>
        <a:p>
          <a:endParaRPr lang="zh-TW" altLang="en-US"/>
        </a:p>
      </dgm:t>
    </dgm:pt>
    <dgm:pt modelId="{72C47032-3932-4DDD-99E6-FF3A5CDA015E}" type="sibTrans" cxnId="{D74472E0-41B0-4977-99F1-AE5CA65F82A7}">
      <dgm:prSet/>
      <dgm:spPr/>
      <dgm:t>
        <a:bodyPr/>
        <a:lstStyle/>
        <a:p>
          <a:endParaRPr lang="zh-TW" altLang="en-US"/>
        </a:p>
      </dgm:t>
    </dgm:pt>
    <dgm:pt modelId="{136B5583-8A9D-4991-A287-455FD652ABDF}">
      <dgm:prSet phldrT="[文字]"/>
      <dgm:spPr/>
      <dgm:t>
        <a:bodyPr/>
        <a:lstStyle/>
        <a:p>
          <a:r>
            <a:rPr lang="en-US" altLang="zh-TW" dirty="0" smtClean="0">
              <a:solidFill>
                <a:srgbClr val="0000FF"/>
              </a:solidFill>
            </a:rPr>
            <a:t>Light-load Tasks</a:t>
          </a:r>
          <a:endParaRPr lang="zh-TW" altLang="en-US" dirty="0">
            <a:solidFill>
              <a:srgbClr val="0000FF"/>
            </a:solidFill>
          </a:endParaRPr>
        </a:p>
      </dgm:t>
    </dgm:pt>
    <dgm:pt modelId="{48B25F4A-F8D4-4C1D-9614-9ADE5746FDA2}" type="parTrans" cxnId="{68D79EAB-228D-4BEA-9CFA-BA9BD1C5C16B}">
      <dgm:prSet/>
      <dgm:spPr/>
      <dgm:t>
        <a:bodyPr/>
        <a:lstStyle/>
        <a:p>
          <a:endParaRPr lang="zh-TW" altLang="en-US"/>
        </a:p>
      </dgm:t>
    </dgm:pt>
    <dgm:pt modelId="{B136BFE1-C119-4228-93C8-5029137E92DF}" type="sibTrans" cxnId="{68D79EAB-228D-4BEA-9CFA-BA9BD1C5C16B}">
      <dgm:prSet/>
      <dgm:spPr/>
      <dgm:t>
        <a:bodyPr/>
        <a:lstStyle/>
        <a:p>
          <a:endParaRPr lang="zh-TW" altLang="en-US"/>
        </a:p>
      </dgm:t>
    </dgm:pt>
    <dgm:pt modelId="{CE9FC3D8-9327-4124-A102-AA52DD841EEB}" type="pres">
      <dgm:prSet presAssocID="{73F7B59C-825C-40CD-A189-432F045E5EDD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6A4607D-D54A-4FD9-BE17-5119D3CE2FB1}" type="pres">
      <dgm:prSet presAssocID="{963DD8F6-EE9F-47A3-BC63-61A4665ACB7B}" presName="composite" presStyleCnt="0"/>
      <dgm:spPr/>
    </dgm:pt>
    <dgm:pt modelId="{426F5709-A4A8-4173-AC68-7C6441639D58}" type="pres">
      <dgm:prSet presAssocID="{963DD8F6-EE9F-47A3-BC63-61A4665ACB7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3B14EC7-5FA6-4F36-B716-D581584E749C}" type="pres">
      <dgm:prSet presAssocID="{963DD8F6-EE9F-47A3-BC63-61A4665ACB7B}" presName="descendantText" presStyleLbl="alignAcc1" presStyleIdx="0" presStyleCnt="3" custScaleY="1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9A2A964-3EFD-4990-B472-923739718790}" type="pres">
      <dgm:prSet presAssocID="{1B7FA8E8-56C8-4049-B758-BFCDD63AD4A4}" presName="sp" presStyleCnt="0"/>
      <dgm:spPr/>
    </dgm:pt>
    <dgm:pt modelId="{1BB8EE1A-F548-4687-8298-57A7A6C6EFB6}" type="pres">
      <dgm:prSet presAssocID="{CDE3504C-D61D-43AA-84F1-53B10104EF7C}" presName="composite" presStyleCnt="0"/>
      <dgm:spPr/>
    </dgm:pt>
    <dgm:pt modelId="{00848250-A274-4406-B580-DEA66B0A5AC2}" type="pres">
      <dgm:prSet presAssocID="{CDE3504C-D61D-43AA-84F1-53B10104EF7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C16CE3C-5904-4D47-A34F-0C6F380E6676}" type="pres">
      <dgm:prSet presAssocID="{CDE3504C-D61D-43AA-84F1-53B10104EF7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1894FC6-97B9-449C-AFAB-0958655932FA}" type="pres">
      <dgm:prSet presAssocID="{898896E5-8C5B-45D3-92A7-A829675525F4}" presName="sp" presStyleCnt="0"/>
      <dgm:spPr/>
    </dgm:pt>
    <dgm:pt modelId="{7E7F61B2-68A6-4510-B7C7-1B204F5C7D2E}" type="pres">
      <dgm:prSet presAssocID="{37617342-7A5A-4453-A37A-4097593D870C}" presName="composite" presStyleCnt="0"/>
      <dgm:spPr/>
    </dgm:pt>
    <dgm:pt modelId="{D48B39C0-F040-493E-BD32-3EA514D7F1F7}" type="pres">
      <dgm:prSet presAssocID="{37617342-7A5A-4453-A37A-4097593D870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CCDE64B-D4D7-417A-B810-5E00DF18FA5E}" type="pres">
      <dgm:prSet presAssocID="{37617342-7A5A-4453-A37A-4097593D870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1C336DFA-6005-41FD-9B29-F16755196819}" type="presOf" srcId="{EAE6A918-C433-406C-B265-71BB3CA273D4}" destId="{8CCDE64B-D4D7-417A-B810-5E00DF18FA5E}" srcOrd="0" destOrd="0" presId="urn:microsoft.com/office/officeart/2005/8/layout/chevron2"/>
    <dgm:cxn modelId="{D74472E0-41B0-4977-99F1-AE5CA65F82A7}" srcId="{37617342-7A5A-4453-A37A-4097593D870C}" destId="{EAE6A918-C433-406C-B265-71BB3CA273D4}" srcOrd="0" destOrd="0" parTransId="{D36D350E-80BD-43F6-B838-55E7E07CD86E}" sibTransId="{72C47032-3932-4DDD-99E6-FF3A5CDA015E}"/>
    <dgm:cxn modelId="{930624D9-9829-45C6-A546-31245444F94B}" type="presOf" srcId="{CDE3504C-D61D-43AA-84F1-53B10104EF7C}" destId="{00848250-A274-4406-B580-DEA66B0A5AC2}" srcOrd="0" destOrd="0" presId="urn:microsoft.com/office/officeart/2005/8/layout/chevron2"/>
    <dgm:cxn modelId="{B7A93D18-4579-4DD6-A933-49E6BE03A68E}" type="presOf" srcId="{136B5583-8A9D-4991-A287-455FD652ABDF}" destId="{8CCDE64B-D4D7-417A-B810-5E00DF18FA5E}" srcOrd="0" destOrd="1" presId="urn:microsoft.com/office/officeart/2005/8/layout/chevron2"/>
    <dgm:cxn modelId="{12E3EEDB-B0EA-4F80-9CBA-FEE751A80C18}" srcId="{CDE3504C-D61D-43AA-84F1-53B10104EF7C}" destId="{875B3B2A-2147-4F72-840F-646F8B6539A5}" srcOrd="0" destOrd="0" parTransId="{8FE0B5E1-EC2F-4B5A-A461-CC8F93D68114}" sibTransId="{204DA41A-B15C-45B5-8AA1-2640E4B8D872}"/>
    <dgm:cxn modelId="{81B5DC1B-3A49-47E4-AC1B-6F08F7994796}" srcId="{73F7B59C-825C-40CD-A189-432F045E5EDD}" destId="{CDE3504C-D61D-43AA-84F1-53B10104EF7C}" srcOrd="1" destOrd="0" parTransId="{592D4AA9-EDAA-4463-96E7-DECE20B8EFC1}" sibTransId="{898896E5-8C5B-45D3-92A7-A829675525F4}"/>
    <dgm:cxn modelId="{9820438C-14B1-4E82-8518-DF8A178C698D}" srcId="{73F7B59C-825C-40CD-A189-432F045E5EDD}" destId="{963DD8F6-EE9F-47A3-BC63-61A4665ACB7B}" srcOrd="0" destOrd="0" parTransId="{B6652247-C5FD-4FFE-A7E4-A18422C7C1F6}" sibTransId="{1B7FA8E8-56C8-4049-B758-BFCDD63AD4A4}"/>
    <dgm:cxn modelId="{2729FF9C-20A9-47F2-9FCC-A1BE09496CAC}" srcId="{963DD8F6-EE9F-47A3-BC63-61A4665ACB7B}" destId="{C108065D-BE99-4BBF-906E-B6080A6D5EDD}" srcOrd="0" destOrd="0" parTransId="{BC4A8000-9EE2-4EE3-8769-C15694C66DFD}" sibTransId="{C804D446-2876-4BC2-A502-C6727EA2885D}"/>
    <dgm:cxn modelId="{652ACB26-24F3-4B98-9C62-22240E2A8655}" type="presOf" srcId="{C108065D-BE99-4BBF-906E-B6080A6D5EDD}" destId="{33B14EC7-5FA6-4F36-B716-D581584E749C}" srcOrd="0" destOrd="0" presId="urn:microsoft.com/office/officeart/2005/8/layout/chevron2"/>
    <dgm:cxn modelId="{D4C531DC-3534-4010-B26F-1AA93C8AF563}" srcId="{73F7B59C-825C-40CD-A189-432F045E5EDD}" destId="{37617342-7A5A-4453-A37A-4097593D870C}" srcOrd="2" destOrd="0" parTransId="{A54D5132-6D06-4BC9-AE37-81A2E30E31B9}" sibTransId="{9C6C03DB-3481-4DA0-8F56-9E1A36B171EE}"/>
    <dgm:cxn modelId="{1846F91F-8A8C-4DAE-A490-65EFAFFCE7C8}" type="presOf" srcId="{875B3B2A-2147-4F72-840F-646F8B6539A5}" destId="{6C16CE3C-5904-4D47-A34F-0C6F380E6676}" srcOrd="0" destOrd="0" presId="urn:microsoft.com/office/officeart/2005/8/layout/chevron2"/>
    <dgm:cxn modelId="{68D79EAB-228D-4BEA-9CFA-BA9BD1C5C16B}" srcId="{37617342-7A5A-4453-A37A-4097593D870C}" destId="{136B5583-8A9D-4991-A287-455FD652ABDF}" srcOrd="1" destOrd="0" parTransId="{48B25F4A-F8D4-4C1D-9614-9ADE5746FDA2}" sibTransId="{B136BFE1-C119-4228-93C8-5029137E92DF}"/>
    <dgm:cxn modelId="{F245D12D-4FBE-4479-9451-32E9CCFF42F3}" type="presOf" srcId="{963DD8F6-EE9F-47A3-BC63-61A4665ACB7B}" destId="{426F5709-A4A8-4173-AC68-7C6441639D58}" srcOrd="0" destOrd="0" presId="urn:microsoft.com/office/officeart/2005/8/layout/chevron2"/>
    <dgm:cxn modelId="{16760347-70C5-43CA-9312-3A9668020297}" type="presOf" srcId="{37617342-7A5A-4453-A37A-4097593D870C}" destId="{D48B39C0-F040-493E-BD32-3EA514D7F1F7}" srcOrd="0" destOrd="0" presId="urn:microsoft.com/office/officeart/2005/8/layout/chevron2"/>
    <dgm:cxn modelId="{FD7F8408-7760-4D56-9EFF-2733A25FC84A}" type="presOf" srcId="{73F7B59C-825C-40CD-A189-432F045E5EDD}" destId="{CE9FC3D8-9327-4124-A102-AA52DD841EEB}" srcOrd="0" destOrd="0" presId="urn:microsoft.com/office/officeart/2005/8/layout/chevron2"/>
    <dgm:cxn modelId="{5C44B8C2-3385-4399-B301-82673B842A95}" type="presParOf" srcId="{CE9FC3D8-9327-4124-A102-AA52DD841EEB}" destId="{06A4607D-D54A-4FD9-BE17-5119D3CE2FB1}" srcOrd="0" destOrd="0" presId="urn:microsoft.com/office/officeart/2005/8/layout/chevron2"/>
    <dgm:cxn modelId="{AF03C701-99BB-40E7-9FDB-137A432999E3}" type="presParOf" srcId="{06A4607D-D54A-4FD9-BE17-5119D3CE2FB1}" destId="{426F5709-A4A8-4173-AC68-7C6441639D58}" srcOrd="0" destOrd="0" presId="urn:microsoft.com/office/officeart/2005/8/layout/chevron2"/>
    <dgm:cxn modelId="{B97036C8-11B3-49B2-A024-5934F5E57FC9}" type="presParOf" srcId="{06A4607D-D54A-4FD9-BE17-5119D3CE2FB1}" destId="{33B14EC7-5FA6-4F36-B716-D581584E749C}" srcOrd="1" destOrd="0" presId="urn:microsoft.com/office/officeart/2005/8/layout/chevron2"/>
    <dgm:cxn modelId="{A14136DE-E066-4AB7-9F26-6A64E510C8F5}" type="presParOf" srcId="{CE9FC3D8-9327-4124-A102-AA52DD841EEB}" destId="{A9A2A964-3EFD-4990-B472-923739718790}" srcOrd="1" destOrd="0" presId="urn:microsoft.com/office/officeart/2005/8/layout/chevron2"/>
    <dgm:cxn modelId="{07CB16FA-969F-4163-835F-4A642C2D08B4}" type="presParOf" srcId="{CE9FC3D8-9327-4124-A102-AA52DD841EEB}" destId="{1BB8EE1A-F548-4687-8298-57A7A6C6EFB6}" srcOrd="2" destOrd="0" presId="urn:microsoft.com/office/officeart/2005/8/layout/chevron2"/>
    <dgm:cxn modelId="{9EDE9316-36A8-483C-9890-97C043D3B826}" type="presParOf" srcId="{1BB8EE1A-F548-4687-8298-57A7A6C6EFB6}" destId="{00848250-A274-4406-B580-DEA66B0A5AC2}" srcOrd="0" destOrd="0" presId="urn:microsoft.com/office/officeart/2005/8/layout/chevron2"/>
    <dgm:cxn modelId="{A89D848E-3B1A-4C83-8C6E-4DADB8B86103}" type="presParOf" srcId="{1BB8EE1A-F548-4687-8298-57A7A6C6EFB6}" destId="{6C16CE3C-5904-4D47-A34F-0C6F380E6676}" srcOrd="1" destOrd="0" presId="urn:microsoft.com/office/officeart/2005/8/layout/chevron2"/>
    <dgm:cxn modelId="{7E7D8ABF-EF30-490F-8E98-763465969AC7}" type="presParOf" srcId="{CE9FC3D8-9327-4124-A102-AA52DD841EEB}" destId="{31894FC6-97B9-449C-AFAB-0958655932FA}" srcOrd="3" destOrd="0" presId="urn:microsoft.com/office/officeart/2005/8/layout/chevron2"/>
    <dgm:cxn modelId="{70C42FDC-B6E4-4BD8-9AD6-C85C1A0B19F5}" type="presParOf" srcId="{CE9FC3D8-9327-4124-A102-AA52DD841EEB}" destId="{7E7F61B2-68A6-4510-B7C7-1B204F5C7D2E}" srcOrd="4" destOrd="0" presId="urn:microsoft.com/office/officeart/2005/8/layout/chevron2"/>
    <dgm:cxn modelId="{58F70DB1-5AC1-4E93-9EFA-5865D6542FFD}" type="presParOf" srcId="{7E7F61B2-68A6-4510-B7C7-1B204F5C7D2E}" destId="{D48B39C0-F040-493E-BD32-3EA514D7F1F7}" srcOrd="0" destOrd="0" presId="urn:microsoft.com/office/officeart/2005/8/layout/chevron2"/>
    <dgm:cxn modelId="{C913740F-D8F1-4305-834A-D6A2076D3C3A}" type="presParOf" srcId="{7E7F61B2-68A6-4510-B7C7-1B204F5C7D2E}" destId="{8CCDE64B-D4D7-417A-B810-5E00DF18FA5E}" srcOrd="1" destOrd="0" presId="urn:microsoft.com/office/officeart/2005/8/layout/chevron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xmlns="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F7B59C-825C-40CD-A189-432F045E5EDD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63DD8F6-EE9F-47A3-BC63-61A4665ACB7B}">
      <dgm:prSet phldrT="[文字]"/>
      <dgm:spPr>
        <a:noFill/>
        <a:ln>
          <a:noFill/>
        </a:ln>
      </dgm:spPr>
      <dgm:t>
        <a:bodyPr/>
        <a:lstStyle/>
        <a:p>
          <a:endParaRPr lang="zh-TW" altLang="en-US" b="1" dirty="0">
            <a:solidFill>
              <a:schemeClr val="bg1"/>
            </a:solidFill>
          </a:endParaRPr>
        </a:p>
      </dgm:t>
    </dgm:pt>
    <dgm:pt modelId="{B6652247-C5FD-4FFE-A7E4-A18422C7C1F6}" type="parTrans" cxnId="{9820438C-14B1-4E82-8518-DF8A178C698D}">
      <dgm:prSet/>
      <dgm:spPr/>
      <dgm:t>
        <a:bodyPr/>
        <a:lstStyle/>
        <a:p>
          <a:endParaRPr lang="zh-TW" altLang="en-US"/>
        </a:p>
      </dgm:t>
    </dgm:pt>
    <dgm:pt modelId="{1B7FA8E8-56C8-4049-B758-BFCDD63AD4A4}" type="sibTrans" cxnId="{9820438C-14B1-4E82-8518-DF8A178C698D}">
      <dgm:prSet/>
      <dgm:spPr/>
      <dgm:t>
        <a:bodyPr/>
        <a:lstStyle/>
        <a:p>
          <a:endParaRPr lang="zh-TW" altLang="en-US"/>
        </a:p>
      </dgm:t>
    </dgm:pt>
    <dgm:pt modelId="{C108065D-BE99-4BBF-906E-B6080A6D5EDD}">
      <dgm:prSet phldrT="[文字]"/>
      <dgm:spPr>
        <a:noFill/>
        <a:ln>
          <a:noFill/>
        </a:ln>
      </dgm:spPr>
      <dgm:t>
        <a:bodyPr/>
        <a:lstStyle/>
        <a:p>
          <a:endParaRPr lang="zh-TW" altLang="en-US" dirty="0">
            <a:solidFill>
              <a:schemeClr val="bg1"/>
            </a:solidFill>
          </a:endParaRPr>
        </a:p>
      </dgm:t>
    </dgm:pt>
    <dgm:pt modelId="{BC4A8000-9EE2-4EE3-8769-C15694C66DFD}" type="parTrans" cxnId="{2729FF9C-20A9-47F2-9FCC-A1BE09496CAC}">
      <dgm:prSet/>
      <dgm:spPr/>
      <dgm:t>
        <a:bodyPr/>
        <a:lstStyle/>
        <a:p>
          <a:endParaRPr lang="zh-TW" altLang="en-US"/>
        </a:p>
      </dgm:t>
    </dgm:pt>
    <dgm:pt modelId="{C804D446-2876-4BC2-A502-C6727EA2885D}" type="sibTrans" cxnId="{2729FF9C-20A9-47F2-9FCC-A1BE09496CAC}">
      <dgm:prSet/>
      <dgm:spPr/>
      <dgm:t>
        <a:bodyPr/>
        <a:lstStyle/>
        <a:p>
          <a:endParaRPr lang="zh-TW" altLang="en-US"/>
        </a:p>
      </dgm:t>
    </dgm:pt>
    <dgm:pt modelId="{CDE3504C-D61D-43AA-84F1-53B10104EF7C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FF0000"/>
              </a:solidFill>
            </a:rPr>
            <a:t>Big Core</a:t>
          </a:r>
          <a:endParaRPr lang="zh-TW" altLang="en-US" b="1" dirty="0">
            <a:solidFill>
              <a:srgbClr val="FF0000"/>
            </a:solidFill>
          </a:endParaRPr>
        </a:p>
      </dgm:t>
    </dgm:pt>
    <dgm:pt modelId="{592D4AA9-EDAA-4463-96E7-DECE20B8EFC1}" type="parTrans" cxnId="{81B5DC1B-3A49-47E4-AC1B-6F08F7994796}">
      <dgm:prSet/>
      <dgm:spPr/>
      <dgm:t>
        <a:bodyPr/>
        <a:lstStyle/>
        <a:p>
          <a:endParaRPr lang="zh-TW" altLang="en-US"/>
        </a:p>
      </dgm:t>
    </dgm:pt>
    <dgm:pt modelId="{898896E5-8C5B-45D3-92A7-A829675525F4}" type="sibTrans" cxnId="{81B5DC1B-3A49-47E4-AC1B-6F08F7994796}">
      <dgm:prSet/>
      <dgm:spPr/>
      <dgm:t>
        <a:bodyPr/>
        <a:lstStyle/>
        <a:p>
          <a:endParaRPr lang="zh-TW" altLang="en-US"/>
        </a:p>
      </dgm:t>
    </dgm:pt>
    <dgm:pt modelId="{875B3B2A-2147-4F72-840F-646F8B6539A5}">
      <dgm:prSet phldrT="[文字]"/>
      <dgm:spPr/>
      <dgm:t>
        <a:bodyPr/>
        <a:lstStyle/>
        <a:p>
          <a:r>
            <a:rPr lang="en-US" altLang="zh-TW" dirty="0" smtClean="0">
              <a:solidFill>
                <a:srgbClr val="FF0000"/>
              </a:solidFill>
            </a:rPr>
            <a:t>Serial Computing</a:t>
          </a:r>
          <a:endParaRPr lang="zh-TW" altLang="en-US" dirty="0">
            <a:solidFill>
              <a:srgbClr val="0000FF"/>
            </a:solidFill>
          </a:endParaRPr>
        </a:p>
      </dgm:t>
    </dgm:pt>
    <dgm:pt modelId="{8FE0B5E1-EC2F-4B5A-A461-CC8F93D68114}" type="parTrans" cxnId="{12E3EEDB-B0EA-4F80-9CBA-FEE751A80C18}">
      <dgm:prSet/>
      <dgm:spPr/>
      <dgm:t>
        <a:bodyPr/>
        <a:lstStyle/>
        <a:p>
          <a:endParaRPr lang="zh-TW" altLang="en-US"/>
        </a:p>
      </dgm:t>
    </dgm:pt>
    <dgm:pt modelId="{204DA41A-B15C-45B5-8AA1-2640E4B8D872}" type="sibTrans" cxnId="{12E3EEDB-B0EA-4F80-9CBA-FEE751A80C18}">
      <dgm:prSet/>
      <dgm:spPr/>
      <dgm:t>
        <a:bodyPr/>
        <a:lstStyle/>
        <a:p>
          <a:endParaRPr lang="zh-TW" altLang="en-US"/>
        </a:p>
      </dgm:t>
    </dgm:pt>
    <dgm:pt modelId="{37617342-7A5A-4453-A37A-4097593D870C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0000FF"/>
              </a:solidFill>
            </a:rPr>
            <a:t>Little Core</a:t>
          </a:r>
          <a:endParaRPr lang="zh-TW" altLang="en-US" b="1" dirty="0">
            <a:solidFill>
              <a:srgbClr val="0000FF"/>
            </a:solidFill>
          </a:endParaRPr>
        </a:p>
      </dgm:t>
    </dgm:pt>
    <dgm:pt modelId="{A54D5132-6D06-4BC9-AE37-81A2E30E31B9}" type="parTrans" cxnId="{D4C531DC-3534-4010-B26F-1AA93C8AF563}">
      <dgm:prSet/>
      <dgm:spPr/>
      <dgm:t>
        <a:bodyPr/>
        <a:lstStyle/>
        <a:p>
          <a:endParaRPr lang="zh-TW" altLang="en-US"/>
        </a:p>
      </dgm:t>
    </dgm:pt>
    <dgm:pt modelId="{9C6C03DB-3481-4DA0-8F56-9E1A36B171EE}" type="sibTrans" cxnId="{D4C531DC-3534-4010-B26F-1AA93C8AF563}">
      <dgm:prSet/>
      <dgm:spPr/>
      <dgm:t>
        <a:bodyPr/>
        <a:lstStyle/>
        <a:p>
          <a:endParaRPr lang="zh-TW" altLang="en-US"/>
        </a:p>
      </dgm:t>
    </dgm:pt>
    <dgm:pt modelId="{EAE6A918-C433-406C-B265-71BB3CA273D4}">
      <dgm:prSet phldrT="[文字]"/>
      <dgm:spPr/>
      <dgm:t>
        <a:bodyPr/>
        <a:lstStyle/>
        <a:p>
          <a:r>
            <a:rPr lang="en-US" altLang="zh-TW" dirty="0" smtClean="0">
              <a:solidFill>
                <a:srgbClr val="0000FF"/>
              </a:solidFill>
            </a:rPr>
            <a:t>Household Applications</a:t>
          </a:r>
          <a:endParaRPr lang="zh-TW" altLang="en-US" dirty="0">
            <a:solidFill>
              <a:srgbClr val="0000FF"/>
            </a:solidFill>
          </a:endParaRPr>
        </a:p>
      </dgm:t>
    </dgm:pt>
    <dgm:pt modelId="{D36D350E-80BD-43F6-B838-55E7E07CD86E}" type="parTrans" cxnId="{D74472E0-41B0-4977-99F1-AE5CA65F82A7}">
      <dgm:prSet/>
      <dgm:spPr/>
      <dgm:t>
        <a:bodyPr/>
        <a:lstStyle/>
        <a:p>
          <a:endParaRPr lang="zh-TW" altLang="en-US"/>
        </a:p>
      </dgm:t>
    </dgm:pt>
    <dgm:pt modelId="{72C47032-3932-4DDD-99E6-FF3A5CDA015E}" type="sibTrans" cxnId="{D74472E0-41B0-4977-99F1-AE5CA65F82A7}">
      <dgm:prSet/>
      <dgm:spPr/>
      <dgm:t>
        <a:bodyPr/>
        <a:lstStyle/>
        <a:p>
          <a:endParaRPr lang="zh-TW" altLang="en-US"/>
        </a:p>
      </dgm:t>
    </dgm:pt>
    <dgm:pt modelId="{906C8409-0DF2-4635-AA96-0A72664589B3}">
      <dgm:prSet phldrT="[文字]"/>
      <dgm:spPr/>
      <dgm:t>
        <a:bodyPr/>
        <a:lstStyle/>
        <a:p>
          <a:r>
            <a:rPr lang="en-US" altLang="zh-TW" dirty="0" smtClean="0">
              <a:solidFill>
                <a:srgbClr val="FF0000"/>
              </a:solidFill>
            </a:rPr>
            <a:t>Heavy-load Tasks</a:t>
          </a:r>
          <a:endParaRPr lang="zh-TW" altLang="en-US" dirty="0">
            <a:solidFill>
              <a:srgbClr val="FF0000"/>
            </a:solidFill>
          </a:endParaRPr>
        </a:p>
      </dgm:t>
    </dgm:pt>
    <dgm:pt modelId="{7313E430-CB4C-4BCD-972C-E8AAB11F7593}" type="parTrans" cxnId="{BBE29DF2-DCD9-4362-B202-C86162324E9C}">
      <dgm:prSet/>
      <dgm:spPr/>
      <dgm:t>
        <a:bodyPr/>
        <a:lstStyle/>
        <a:p>
          <a:endParaRPr lang="zh-TW" altLang="en-US"/>
        </a:p>
      </dgm:t>
    </dgm:pt>
    <dgm:pt modelId="{7AB59025-3529-4F4C-B6B0-7DBBE42390D8}" type="sibTrans" cxnId="{BBE29DF2-DCD9-4362-B202-C86162324E9C}">
      <dgm:prSet/>
      <dgm:spPr/>
      <dgm:t>
        <a:bodyPr/>
        <a:lstStyle/>
        <a:p>
          <a:endParaRPr lang="zh-TW" altLang="en-US"/>
        </a:p>
      </dgm:t>
    </dgm:pt>
    <dgm:pt modelId="{136B5583-8A9D-4991-A287-455FD652ABDF}">
      <dgm:prSet phldrT="[文字]"/>
      <dgm:spPr/>
      <dgm:t>
        <a:bodyPr/>
        <a:lstStyle/>
        <a:p>
          <a:r>
            <a:rPr lang="en-US" altLang="zh-TW" dirty="0" smtClean="0">
              <a:solidFill>
                <a:srgbClr val="0000FF"/>
              </a:solidFill>
            </a:rPr>
            <a:t>Light-load Tasks</a:t>
          </a:r>
          <a:endParaRPr lang="zh-TW" altLang="en-US" dirty="0">
            <a:solidFill>
              <a:srgbClr val="0000FF"/>
            </a:solidFill>
          </a:endParaRPr>
        </a:p>
      </dgm:t>
    </dgm:pt>
    <dgm:pt modelId="{48B25F4A-F8D4-4C1D-9614-9ADE5746FDA2}" type="parTrans" cxnId="{68D79EAB-228D-4BEA-9CFA-BA9BD1C5C16B}">
      <dgm:prSet/>
      <dgm:spPr/>
      <dgm:t>
        <a:bodyPr/>
        <a:lstStyle/>
        <a:p>
          <a:endParaRPr lang="zh-TW" altLang="en-US"/>
        </a:p>
      </dgm:t>
    </dgm:pt>
    <dgm:pt modelId="{B136BFE1-C119-4228-93C8-5029137E92DF}" type="sibTrans" cxnId="{68D79EAB-228D-4BEA-9CFA-BA9BD1C5C16B}">
      <dgm:prSet/>
      <dgm:spPr/>
      <dgm:t>
        <a:bodyPr/>
        <a:lstStyle/>
        <a:p>
          <a:endParaRPr lang="zh-TW" altLang="en-US"/>
        </a:p>
      </dgm:t>
    </dgm:pt>
    <dgm:pt modelId="{CE9FC3D8-9327-4124-A102-AA52DD841EEB}" type="pres">
      <dgm:prSet presAssocID="{73F7B59C-825C-40CD-A189-432F045E5EDD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6A4607D-D54A-4FD9-BE17-5119D3CE2FB1}" type="pres">
      <dgm:prSet presAssocID="{963DD8F6-EE9F-47A3-BC63-61A4665ACB7B}" presName="composite" presStyleCnt="0"/>
      <dgm:spPr/>
    </dgm:pt>
    <dgm:pt modelId="{426F5709-A4A8-4173-AC68-7C6441639D58}" type="pres">
      <dgm:prSet presAssocID="{963DD8F6-EE9F-47A3-BC63-61A4665ACB7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3B14EC7-5FA6-4F36-B716-D581584E749C}" type="pres">
      <dgm:prSet presAssocID="{963DD8F6-EE9F-47A3-BC63-61A4665ACB7B}" presName="descendantText" presStyleLbl="alignAcc1" presStyleIdx="0" presStyleCnt="3" custScaleY="1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9A2A964-3EFD-4990-B472-923739718790}" type="pres">
      <dgm:prSet presAssocID="{1B7FA8E8-56C8-4049-B758-BFCDD63AD4A4}" presName="sp" presStyleCnt="0"/>
      <dgm:spPr/>
    </dgm:pt>
    <dgm:pt modelId="{1BB8EE1A-F548-4687-8298-57A7A6C6EFB6}" type="pres">
      <dgm:prSet presAssocID="{CDE3504C-D61D-43AA-84F1-53B10104EF7C}" presName="composite" presStyleCnt="0"/>
      <dgm:spPr/>
    </dgm:pt>
    <dgm:pt modelId="{00848250-A274-4406-B580-DEA66B0A5AC2}" type="pres">
      <dgm:prSet presAssocID="{CDE3504C-D61D-43AA-84F1-53B10104EF7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C16CE3C-5904-4D47-A34F-0C6F380E6676}" type="pres">
      <dgm:prSet presAssocID="{CDE3504C-D61D-43AA-84F1-53B10104EF7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1894FC6-97B9-449C-AFAB-0958655932FA}" type="pres">
      <dgm:prSet presAssocID="{898896E5-8C5B-45D3-92A7-A829675525F4}" presName="sp" presStyleCnt="0"/>
      <dgm:spPr/>
    </dgm:pt>
    <dgm:pt modelId="{7E7F61B2-68A6-4510-B7C7-1B204F5C7D2E}" type="pres">
      <dgm:prSet presAssocID="{37617342-7A5A-4453-A37A-4097593D870C}" presName="composite" presStyleCnt="0"/>
      <dgm:spPr/>
    </dgm:pt>
    <dgm:pt modelId="{D48B39C0-F040-493E-BD32-3EA514D7F1F7}" type="pres">
      <dgm:prSet presAssocID="{37617342-7A5A-4453-A37A-4097593D870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CCDE64B-D4D7-417A-B810-5E00DF18FA5E}" type="pres">
      <dgm:prSet presAssocID="{37617342-7A5A-4453-A37A-4097593D870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D74472E0-41B0-4977-99F1-AE5CA65F82A7}" srcId="{37617342-7A5A-4453-A37A-4097593D870C}" destId="{EAE6A918-C433-406C-B265-71BB3CA273D4}" srcOrd="0" destOrd="0" parTransId="{D36D350E-80BD-43F6-B838-55E7E07CD86E}" sibTransId="{72C47032-3932-4DDD-99E6-FF3A5CDA015E}"/>
    <dgm:cxn modelId="{12E3EEDB-B0EA-4F80-9CBA-FEE751A80C18}" srcId="{CDE3504C-D61D-43AA-84F1-53B10104EF7C}" destId="{875B3B2A-2147-4F72-840F-646F8B6539A5}" srcOrd="0" destOrd="0" parTransId="{8FE0B5E1-EC2F-4B5A-A461-CC8F93D68114}" sibTransId="{204DA41A-B15C-45B5-8AA1-2640E4B8D872}"/>
    <dgm:cxn modelId="{81B5DC1B-3A49-47E4-AC1B-6F08F7994796}" srcId="{73F7B59C-825C-40CD-A189-432F045E5EDD}" destId="{CDE3504C-D61D-43AA-84F1-53B10104EF7C}" srcOrd="1" destOrd="0" parTransId="{592D4AA9-EDAA-4463-96E7-DECE20B8EFC1}" sibTransId="{898896E5-8C5B-45D3-92A7-A829675525F4}"/>
    <dgm:cxn modelId="{9820438C-14B1-4E82-8518-DF8A178C698D}" srcId="{73F7B59C-825C-40CD-A189-432F045E5EDD}" destId="{963DD8F6-EE9F-47A3-BC63-61A4665ACB7B}" srcOrd="0" destOrd="0" parTransId="{B6652247-C5FD-4FFE-A7E4-A18422C7C1F6}" sibTransId="{1B7FA8E8-56C8-4049-B758-BFCDD63AD4A4}"/>
    <dgm:cxn modelId="{2729FF9C-20A9-47F2-9FCC-A1BE09496CAC}" srcId="{963DD8F6-EE9F-47A3-BC63-61A4665ACB7B}" destId="{C108065D-BE99-4BBF-906E-B6080A6D5EDD}" srcOrd="0" destOrd="0" parTransId="{BC4A8000-9EE2-4EE3-8769-C15694C66DFD}" sibTransId="{C804D446-2876-4BC2-A502-C6727EA2885D}"/>
    <dgm:cxn modelId="{48122E7B-B290-4D0E-802D-A59B0121D180}" type="presOf" srcId="{73F7B59C-825C-40CD-A189-432F045E5EDD}" destId="{CE9FC3D8-9327-4124-A102-AA52DD841EEB}" srcOrd="0" destOrd="0" presId="urn:microsoft.com/office/officeart/2005/8/layout/chevron2"/>
    <dgm:cxn modelId="{BBE29DF2-DCD9-4362-B202-C86162324E9C}" srcId="{CDE3504C-D61D-43AA-84F1-53B10104EF7C}" destId="{906C8409-0DF2-4635-AA96-0A72664589B3}" srcOrd="1" destOrd="0" parTransId="{7313E430-CB4C-4BCD-972C-E8AAB11F7593}" sibTransId="{7AB59025-3529-4F4C-B6B0-7DBBE42390D8}"/>
    <dgm:cxn modelId="{83E06BF1-08FF-469C-9834-6E19C138DEF3}" type="presOf" srcId="{CDE3504C-D61D-43AA-84F1-53B10104EF7C}" destId="{00848250-A274-4406-B580-DEA66B0A5AC2}" srcOrd="0" destOrd="0" presId="urn:microsoft.com/office/officeart/2005/8/layout/chevron2"/>
    <dgm:cxn modelId="{D4C531DC-3534-4010-B26F-1AA93C8AF563}" srcId="{73F7B59C-825C-40CD-A189-432F045E5EDD}" destId="{37617342-7A5A-4453-A37A-4097593D870C}" srcOrd="2" destOrd="0" parTransId="{A54D5132-6D06-4BC9-AE37-81A2E30E31B9}" sibTransId="{9C6C03DB-3481-4DA0-8F56-9E1A36B171EE}"/>
    <dgm:cxn modelId="{B1B00F40-3872-409B-91CA-616B9F535839}" type="presOf" srcId="{963DD8F6-EE9F-47A3-BC63-61A4665ACB7B}" destId="{426F5709-A4A8-4173-AC68-7C6441639D58}" srcOrd="0" destOrd="0" presId="urn:microsoft.com/office/officeart/2005/8/layout/chevron2"/>
    <dgm:cxn modelId="{2E749E08-87F3-4E42-B6EF-2142441E0347}" type="presOf" srcId="{EAE6A918-C433-406C-B265-71BB3CA273D4}" destId="{8CCDE64B-D4D7-417A-B810-5E00DF18FA5E}" srcOrd="0" destOrd="0" presId="urn:microsoft.com/office/officeart/2005/8/layout/chevron2"/>
    <dgm:cxn modelId="{6F67C0AF-1D5C-4DD2-80AF-C66E2C6E8460}" type="presOf" srcId="{C108065D-BE99-4BBF-906E-B6080A6D5EDD}" destId="{33B14EC7-5FA6-4F36-B716-D581584E749C}" srcOrd="0" destOrd="0" presId="urn:microsoft.com/office/officeart/2005/8/layout/chevron2"/>
    <dgm:cxn modelId="{33138D29-71C5-42F0-A56C-14D93E7844C4}" type="presOf" srcId="{136B5583-8A9D-4991-A287-455FD652ABDF}" destId="{8CCDE64B-D4D7-417A-B810-5E00DF18FA5E}" srcOrd="0" destOrd="1" presId="urn:microsoft.com/office/officeart/2005/8/layout/chevron2"/>
    <dgm:cxn modelId="{68D79EAB-228D-4BEA-9CFA-BA9BD1C5C16B}" srcId="{37617342-7A5A-4453-A37A-4097593D870C}" destId="{136B5583-8A9D-4991-A287-455FD652ABDF}" srcOrd="1" destOrd="0" parTransId="{48B25F4A-F8D4-4C1D-9614-9ADE5746FDA2}" sibTransId="{B136BFE1-C119-4228-93C8-5029137E92DF}"/>
    <dgm:cxn modelId="{41865266-D8F4-4BC9-8ECC-C23EB07801F4}" type="presOf" srcId="{906C8409-0DF2-4635-AA96-0A72664589B3}" destId="{6C16CE3C-5904-4D47-A34F-0C6F380E6676}" srcOrd="0" destOrd="1" presId="urn:microsoft.com/office/officeart/2005/8/layout/chevron2"/>
    <dgm:cxn modelId="{A53ABA3F-34B6-4AD1-BBF7-584E09D8F0CA}" type="presOf" srcId="{37617342-7A5A-4453-A37A-4097593D870C}" destId="{D48B39C0-F040-493E-BD32-3EA514D7F1F7}" srcOrd="0" destOrd="0" presId="urn:microsoft.com/office/officeart/2005/8/layout/chevron2"/>
    <dgm:cxn modelId="{E5AA2525-D91E-4CEE-AD00-AF72C2A4AC25}" type="presOf" srcId="{875B3B2A-2147-4F72-840F-646F8B6539A5}" destId="{6C16CE3C-5904-4D47-A34F-0C6F380E6676}" srcOrd="0" destOrd="0" presId="urn:microsoft.com/office/officeart/2005/8/layout/chevron2"/>
    <dgm:cxn modelId="{989B83FB-7121-43B0-98DE-F06876A3090A}" type="presParOf" srcId="{CE9FC3D8-9327-4124-A102-AA52DD841EEB}" destId="{06A4607D-D54A-4FD9-BE17-5119D3CE2FB1}" srcOrd="0" destOrd="0" presId="urn:microsoft.com/office/officeart/2005/8/layout/chevron2"/>
    <dgm:cxn modelId="{5F326FDF-61C3-41FF-B0C1-5875918CAB0F}" type="presParOf" srcId="{06A4607D-D54A-4FD9-BE17-5119D3CE2FB1}" destId="{426F5709-A4A8-4173-AC68-7C6441639D58}" srcOrd="0" destOrd="0" presId="urn:microsoft.com/office/officeart/2005/8/layout/chevron2"/>
    <dgm:cxn modelId="{5BB1745D-D446-4AB5-9FBB-B97FD6A72BAF}" type="presParOf" srcId="{06A4607D-D54A-4FD9-BE17-5119D3CE2FB1}" destId="{33B14EC7-5FA6-4F36-B716-D581584E749C}" srcOrd="1" destOrd="0" presId="urn:microsoft.com/office/officeart/2005/8/layout/chevron2"/>
    <dgm:cxn modelId="{350930E9-6E92-4E0C-8E00-39A0CCCF97FF}" type="presParOf" srcId="{CE9FC3D8-9327-4124-A102-AA52DD841EEB}" destId="{A9A2A964-3EFD-4990-B472-923739718790}" srcOrd="1" destOrd="0" presId="urn:microsoft.com/office/officeart/2005/8/layout/chevron2"/>
    <dgm:cxn modelId="{C5715A63-90E1-45D3-B8E7-52E3CF62FC67}" type="presParOf" srcId="{CE9FC3D8-9327-4124-A102-AA52DD841EEB}" destId="{1BB8EE1A-F548-4687-8298-57A7A6C6EFB6}" srcOrd="2" destOrd="0" presId="urn:microsoft.com/office/officeart/2005/8/layout/chevron2"/>
    <dgm:cxn modelId="{11AAAA23-7E6A-4280-9F6C-76732BC501DE}" type="presParOf" srcId="{1BB8EE1A-F548-4687-8298-57A7A6C6EFB6}" destId="{00848250-A274-4406-B580-DEA66B0A5AC2}" srcOrd="0" destOrd="0" presId="urn:microsoft.com/office/officeart/2005/8/layout/chevron2"/>
    <dgm:cxn modelId="{FA739A1A-AAF6-420A-B2BB-07F1928582FF}" type="presParOf" srcId="{1BB8EE1A-F548-4687-8298-57A7A6C6EFB6}" destId="{6C16CE3C-5904-4D47-A34F-0C6F380E6676}" srcOrd="1" destOrd="0" presId="urn:microsoft.com/office/officeart/2005/8/layout/chevron2"/>
    <dgm:cxn modelId="{A82D171E-C643-4E22-85CB-795B690847AE}" type="presParOf" srcId="{CE9FC3D8-9327-4124-A102-AA52DD841EEB}" destId="{31894FC6-97B9-449C-AFAB-0958655932FA}" srcOrd="3" destOrd="0" presId="urn:microsoft.com/office/officeart/2005/8/layout/chevron2"/>
    <dgm:cxn modelId="{D32F0DFA-E0B5-4719-9B6B-1885FFB29C1D}" type="presParOf" srcId="{CE9FC3D8-9327-4124-A102-AA52DD841EEB}" destId="{7E7F61B2-68A6-4510-B7C7-1B204F5C7D2E}" srcOrd="4" destOrd="0" presId="urn:microsoft.com/office/officeart/2005/8/layout/chevron2"/>
    <dgm:cxn modelId="{9C93C387-BF99-46DC-B288-85EE97659325}" type="presParOf" srcId="{7E7F61B2-68A6-4510-B7C7-1B204F5C7D2E}" destId="{D48B39C0-F040-493E-BD32-3EA514D7F1F7}" srcOrd="0" destOrd="0" presId="urn:microsoft.com/office/officeart/2005/8/layout/chevron2"/>
    <dgm:cxn modelId="{4106C30C-68BA-4A91-80AF-040BE1D70F4E}" type="presParOf" srcId="{7E7F61B2-68A6-4510-B7C7-1B204F5C7D2E}" destId="{8CCDE64B-D4D7-417A-B810-5E00DF18FA5E}" srcOrd="1" destOrd="0" presId="urn:microsoft.com/office/officeart/2005/8/layout/chevron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xmlns="" relId="rId2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F7B59C-825C-40CD-A189-432F045E5EDD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63DD8F6-EE9F-47A3-BC63-61A4665ACB7B}">
      <dgm:prSet phldrT="[文字]"/>
      <dgm:spPr/>
      <dgm:t>
        <a:bodyPr/>
        <a:lstStyle/>
        <a:p>
          <a:r>
            <a:rPr lang="en-US" altLang="zh-TW" b="1" dirty="0" smtClean="0">
              <a:solidFill>
                <a:schemeClr val="bg1"/>
              </a:solidFill>
            </a:rPr>
            <a:t>GPU</a:t>
          </a:r>
          <a:endParaRPr lang="zh-TW" altLang="en-US" b="1" dirty="0">
            <a:solidFill>
              <a:schemeClr val="bg1"/>
            </a:solidFill>
          </a:endParaRPr>
        </a:p>
      </dgm:t>
    </dgm:pt>
    <dgm:pt modelId="{B6652247-C5FD-4FFE-A7E4-A18422C7C1F6}" type="parTrans" cxnId="{9820438C-14B1-4E82-8518-DF8A178C698D}">
      <dgm:prSet/>
      <dgm:spPr/>
      <dgm:t>
        <a:bodyPr/>
        <a:lstStyle/>
        <a:p>
          <a:endParaRPr lang="zh-TW" altLang="en-US"/>
        </a:p>
      </dgm:t>
    </dgm:pt>
    <dgm:pt modelId="{1B7FA8E8-56C8-4049-B758-BFCDD63AD4A4}" type="sibTrans" cxnId="{9820438C-14B1-4E82-8518-DF8A178C698D}">
      <dgm:prSet/>
      <dgm:spPr/>
      <dgm:t>
        <a:bodyPr/>
        <a:lstStyle/>
        <a:p>
          <a:endParaRPr lang="zh-TW" altLang="en-US"/>
        </a:p>
      </dgm:t>
    </dgm:pt>
    <dgm:pt modelId="{C108065D-BE99-4BBF-906E-B6080A6D5EDD}">
      <dgm:prSet phldrT="[文字]"/>
      <dgm:spPr>
        <a:noFill/>
      </dgm:spPr>
      <dgm:t>
        <a:bodyPr/>
        <a:lstStyle/>
        <a:p>
          <a:r>
            <a:rPr lang="en-US" altLang="zh-TW" dirty="0" smtClean="0">
              <a:solidFill>
                <a:srgbClr val="00B050"/>
              </a:solidFill>
            </a:rPr>
            <a:t>Intensive Computing</a:t>
          </a:r>
          <a:endParaRPr lang="zh-TW" altLang="en-US" dirty="0">
            <a:solidFill>
              <a:srgbClr val="00B050"/>
            </a:solidFill>
          </a:endParaRPr>
        </a:p>
      </dgm:t>
    </dgm:pt>
    <dgm:pt modelId="{BC4A8000-9EE2-4EE3-8769-C15694C66DFD}" type="parTrans" cxnId="{2729FF9C-20A9-47F2-9FCC-A1BE09496CAC}">
      <dgm:prSet/>
      <dgm:spPr/>
      <dgm:t>
        <a:bodyPr/>
        <a:lstStyle/>
        <a:p>
          <a:endParaRPr lang="zh-TW" altLang="en-US"/>
        </a:p>
      </dgm:t>
    </dgm:pt>
    <dgm:pt modelId="{C804D446-2876-4BC2-A502-C6727EA2885D}" type="sibTrans" cxnId="{2729FF9C-20A9-47F2-9FCC-A1BE09496CAC}">
      <dgm:prSet/>
      <dgm:spPr/>
      <dgm:t>
        <a:bodyPr/>
        <a:lstStyle/>
        <a:p>
          <a:endParaRPr lang="zh-TW" altLang="en-US"/>
        </a:p>
      </dgm:t>
    </dgm:pt>
    <dgm:pt modelId="{CDE3504C-D61D-43AA-84F1-53B10104EF7C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FF0000"/>
              </a:solidFill>
            </a:rPr>
            <a:t>Big Core</a:t>
          </a:r>
          <a:endParaRPr lang="zh-TW" altLang="en-US" b="1" dirty="0">
            <a:solidFill>
              <a:srgbClr val="FF0000"/>
            </a:solidFill>
          </a:endParaRPr>
        </a:p>
      </dgm:t>
    </dgm:pt>
    <dgm:pt modelId="{592D4AA9-EDAA-4463-96E7-DECE20B8EFC1}" type="parTrans" cxnId="{81B5DC1B-3A49-47E4-AC1B-6F08F7994796}">
      <dgm:prSet/>
      <dgm:spPr/>
      <dgm:t>
        <a:bodyPr/>
        <a:lstStyle/>
        <a:p>
          <a:endParaRPr lang="zh-TW" altLang="en-US"/>
        </a:p>
      </dgm:t>
    </dgm:pt>
    <dgm:pt modelId="{898896E5-8C5B-45D3-92A7-A829675525F4}" type="sibTrans" cxnId="{81B5DC1B-3A49-47E4-AC1B-6F08F7994796}">
      <dgm:prSet/>
      <dgm:spPr/>
      <dgm:t>
        <a:bodyPr/>
        <a:lstStyle/>
        <a:p>
          <a:endParaRPr lang="zh-TW" altLang="en-US"/>
        </a:p>
      </dgm:t>
    </dgm:pt>
    <dgm:pt modelId="{875B3B2A-2147-4F72-840F-646F8B6539A5}">
      <dgm:prSet phldrT="[文字]"/>
      <dgm:spPr/>
      <dgm:t>
        <a:bodyPr/>
        <a:lstStyle/>
        <a:p>
          <a:r>
            <a:rPr lang="en-US" altLang="zh-TW" dirty="0" smtClean="0">
              <a:solidFill>
                <a:srgbClr val="FF0000"/>
              </a:solidFill>
            </a:rPr>
            <a:t>Serial Computing</a:t>
          </a:r>
          <a:endParaRPr lang="zh-TW" altLang="en-US" dirty="0">
            <a:solidFill>
              <a:srgbClr val="0000FF"/>
            </a:solidFill>
          </a:endParaRPr>
        </a:p>
      </dgm:t>
    </dgm:pt>
    <dgm:pt modelId="{8FE0B5E1-EC2F-4B5A-A461-CC8F93D68114}" type="parTrans" cxnId="{12E3EEDB-B0EA-4F80-9CBA-FEE751A80C18}">
      <dgm:prSet/>
      <dgm:spPr/>
      <dgm:t>
        <a:bodyPr/>
        <a:lstStyle/>
        <a:p>
          <a:endParaRPr lang="zh-TW" altLang="en-US"/>
        </a:p>
      </dgm:t>
    </dgm:pt>
    <dgm:pt modelId="{204DA41A-B15C-45B5-8AA1-2640E4B8D872}" type="sibTrans" cxnId="{12E3EEDB-B0EA-4F80-9CBA-FEE751A80C18}">
      <dgm:prSet/>
      <dgm:spPr/>
      <dgm:t>
        <a:bodyPr/>
        <a:lstStyle/>
        <a:p>
          <a:endParaRPr lang="zh-TW" altLang="en-US"/>
        </a:p>
      </dgm:t>
    </dgm:pt>
    <dgm:pt modelId="{37617342-7A5A-4453-A37A-4097593D870C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0000FF"/>
              </a:solidFill>
            </a:rPr>
            <a:t>Little Core</a:t>
          </a:r>
          <a:endParaRPr lang="zh-TW" altLang="en-US" b="1" dirty="0">
            <a:solidFill>
              <a:srgbClr val="0000FF"/>
            </a:solidFill>
          </a:endParaRPr>
        </a:p>
      </dgm:t>
    </dgm:pt>
    <dgm:pt modelId="{A54D5132-6D06-4BC9-AE37-81A2E30E31B9}" type="parTrans" cxnId="{D4C531DC-3534-4010-B26F-1AA93C8AF563}">
      <dgm:prSet/>
      <dgm:spPr/>
      <dgm:t>
        <a:bodyPr/>
        <a:lstStyle/>
        <a:p>
          <a:endParaRPr lang="zh-TW" altLang="en-US"/>
        </a:p>
      </dgm:t>
    </dgm:pt>
    <dgm:pt modelId="{9C6C03DB-3481-4DA0-8F56-9E1A36B171EE}" type="sibTrans" cxnId="{D4C531DC-3534-4010-B26F-1AA93C8AF563}">
      <dgm:prSet/>
      <dgm:spPr/>
      <dgm:t>
        <a:bodyPr/>
        <a:lstStyle/>
        <a:p>
          <a:endParaRPr lang="zh-TW" altLang="en-US"/>
        </a:p>
      </dgm:t>
    </dgm:pt>
    <dgm:pt modelId="{EAE6A918-C433-406C-B265-71BB3CA273D4}">
      <dgm:prSet phldrT="[文字]"/>
      <dgm:spPr/>
      <dgm:t>
        <a:bodyPr/>
        <a:lstStyle/>
        <a:p>
          <a:r>
            <a:rPr lang="en-US" altLang="zh-TW" dirty="0" smtClean="0">
              <a:solidFill>
                <a:srgbClr val="0000FF"/>
              </a:solidFill>
            </a:rPr>
            <a:t>Household Applications</a:t>
          </a:r>
          <a:endParaRPr lang="zh-TW" altLang="en-US" dirty="0">
            <a:solidFill>
              <a:srgbClr val="0000FF"/>
            </a:solidFill>
          </a:endParaRPr>
        </a:p>
      </dgm:t>
    </dgm:pt>
    <dgm:pt modelId="{D36D350E-80BD-43F6-B838-55E7E07CD86E}" type="parTrans" cxnId="{D74472E0-41B0-4977-99F1-AE5CA65F82A7}">
      <dgm:prSet/>
      <dgm:spPr/>
      <dgm:t>
        <a:bodyPr/>
        <a:lstStyle/>
        <a:p>
          <a:endParaRPr lang="zh-TW" altLang="en-US"/>
        </a:p>
      </dgm:t>
    </dgm:pt>
    <dgm:pt modelId="{72C47032-3932-4DDD-99E6-FF3A5CDA015E}" type="sibTrans" cxnId="{D74472E0-41B0-4977-99F1-AE5CA65F82A7}">
      <dgm:prSet/>
      <dgm:spPr/>
      <dgm:t>
        <a:bodyPr/>
        <a:lstStyle/>
        <a:p>
          <a:endParaRPr lang="zh-TW" altLang="en-US"/>
        </a:p>
      </dgm:t>
    </dgm:pt>
    <dgm:pt modelId="{EF3F958C-FEE7-43C0-A4C9-2F9FD9AF412A}">
      <dgm:prSet phldrT="[文字]"/>
      <dgm:spPr>
        <a:noFill/>
      </dgm:spPr>
      <dgm:t>
        <a:bodyPr/>
        <a:lstStyle/>
        <a:p>
          <a:r>
            <a:rPr lang="en-US" altLang="zh-TW" dirty="0" smtClean="0">
              <a:solidFill>
                <a:srgbClr val="00B050"/>
              </a:solidFill>
            </a:rPr>
            <a:t>Parallel Algorithms</a:t>
          </a:r>
          <a:endParaRPr lang="zh-TW" altLang="en-US" dirty="0">
            <a:solidFill>
              <a:srgbClr val="00B050"/>
            </a:solidFill>
          </a:endParaRPr>
        </a:p>
      </dgm:t>
    </dgm:pt>
    <dgm:pt modelId="{5F9CC69A-A381-4F57-948A-F87B1CB82DFF}" type="parTrans" cxnId="{DDC4C5B4-9A42-4A0C-BDFC-A4E08F1DAECA}">
      <dgm:prSet/>
      <dgm:spPr/>
      <dgm:t>
        <a:bodyPr/>
        <a:lstStyle/>
        <a:p>
          <a:endParaRPr lang="zh-TW" altLang="en-US"/>
        </a:p>
      </dgm:t>
    </dgm:pt>
    <dgm:pt modelId="{28F74984-112C-46B9-8CA8-34B8F45AE1D8}" type="sibTrans" cxnId="{DDC4C5B4-9A42-4A0C-BDFC-A4E08F1DAECA}">
      <dgm:prSet/>
      <dgm:spPr/>
      <dgm:t>
        <a:bodyPr/>
        <a:lstStyle/>
        <a:p>
          <a:endParaRPr lang="zh-TW" altLang="en-US"/>
        </a:p>
      </dgm:t>
    </dgm:pt>
    <dgm:pt modelId="{906C8409-0DF2-4635-AA96-0A72664589B3}">
      <dgm:prSet phldrT="[文字]"/>
      <dgm:spPr/>
      <dgm:t>
        <a:bodyPr/>
        <a:lstStyle/>
        <a:p>
          <a:r>
            <a:rPr lang="en-US" altLang="zh-TW" dirty="0" smtClean="0">
              <a:solidFill>
                <a:srgbClr val="FF0000"/>
              </a:solidFill>
            </a:rPr>
            <a:t>Heavy-load Tasks</a:t>
          </a:r>
          <a:endParaRPr lang="zh-TW" altLang="en-US" dirty="0">
            <a:solidFill>
              <a:srgbClr val="FF0000"/>
            </a:solidFill>
          </a:endParaRPr>
        </a:p>
      </dgm:t>
    </dgm:pt>
    <dgm:pt modelId="{7313E430-CB4C-4BCD-972C-E8AAB11F7593}" type="parTrans" cxnId="{BBE29DF2-DCD9-4362-B202-C86162324E9C}">
      <dgm:prSet/>
      <dgm:spPr/>
      <dgm:t>
        <a:bodyPr/>
        <a:lstStyle/>
        <a:p>
          <a:endParaRPr lang="zh-TW" altLang="en-US"/>
        </a:p>
      </dgm:t>
    </dgm:pt>
    <dgm:pt modelId="{7AB59025-3529-4F4C-B6B0-7DBBE42390D8}" type="sibTrans" cxnId="{BBE29DF2-DCD9-4362-B202-C86162324E9C}">
      <dgm:prSet/>
      <dgm:spPr/>
      <dgm:t>
        <a:bodyPr/>
        <a:lstStyle/>
        <a:p>
          <a:endParaRPr lang="zh-TW" altLang="en-US"/>
        </a:p>
      </dgm:t>
    </dgm:pt>
    <dgm:pt modelId="{136B5583-8A9D-4991-A287-455FD652ABDF}">
      <dgm:prSet phldrT="[文字]"/>
      <dgm:spPr/>
      <dgm:t>
        <a:bodyPr/>
        <a:lstStyle/>
        <a:p>
          <a:r>
            <a:rPr lang="en-US" altLang="zh-TW" dirty="0" smtClean="0">
              <a:solidFill>
                <a:srgbClr val="0000FF"/>
              </a:solidFill>
            </a:rPr>
            <a:t>Light-load Tasks</a:t>
          </a:r>
          <a:endParaRPr lang="zh-TW" altLang="en-US" dirty="0">
            <a:solidFill>
              <a:srgbClr val="0000FF"/>
            </a:solidFill>
          </a:endParaRPr>
        </a:p>
      </dgm:t>
    </dgm:pt>
    <dgm:pt modelId="{48B25F4A-F8D4-4C1D-9614-9ADE5746FDA2}" type="parTrans" cxnId="{68D79EAB-228D-4BEA-9CFA-BA9BD1C5C16B}">
      <dgm:prSet/>
      <dgm:spPr/>
      <dgm:t>
        <a:bodyPr/>
        <a:lstStyle/>
        <a:p>
          <a:endParaRPr lang="zh-TW" altLang="en-US"/>
        </a:p>
      </dgm:t>
    </dgm:pt>
    <dgm:pt modelId="{B136BFE1-C119-4228-93C8-5029137E92DF}" type="sibTrans" cxnId="{68D79EAB-228D-4BEA-9CFA-BA9BD1C5C16B}">
      <dgm:prSet/>
      <dgm:spPr/>
      <dgm:t>
        <a:bodyPr/>
        <a:lstStyle/>
        <a:p>
          <a:endParaRPr lang="zh-TW" altLang="en-US"/>
        </a:p>
      </dgm:t>
    </dgm:pt>
    <dgm:pt modelId="{CE9FC3D8-9327-4124-A102-AA52DD841EEB}" type="pres">
      <dgm:prSet presAssocID="{73F7B59C-825C-40CD-A189-432F045E5EDD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6A4607D-D54A-4FD9-BE17-5119D3CE2FB1}" type="pres">
      <dgm:prSet presAssocID="{963DD8F6-EE9F-47A3-BC63-61A4665ACB7B}" presName="composite" presStyleCnt="0"/>
      <dgm:spPr/>
    </dgm:pt>
    <dgm:pt modelId="{426F5709-A4A8-4173-AC68-7C6441639D58}" type="pres">
      <dgm:prSet presAssocID="{963DD8F6-EE9F-47A3-BC63-61A4665ACB7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3B14EC7-5FA6-4F36-B716-D581584E749C}" type="pres">
      <dgm:prSet presAssocID="{963DD8F6-EE9F-47A3-BC63-61A4665ACB7B}" presName="descendantText" presStyleLbl="alignAcc1" presStyleIdx="0" presStyleCnt="3" custScaleY="1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9A2A964-3EFD-4990-B472-923739718790}" type="pres">
      <dgm:prSet presAssocID="{1B7FA8E8-56C8-4049-B758-BFCDD63AD4A4}" presName="sp" presStyleCnt="0"/>
      <dgm:spPr/>
    </dgm:pt>
    <dgm:pt modelId="{1BB8EE1A-F548-4687-8298-57A7A6C6EFB6}" type="pres">
      <dgm:prSet presAssocID="{CDE3504C-D61D-43AA-84F1-53B10104EF7C}" presName="composite" presStyleCnt="0"/>
      <dgm:spPr/>
    </dgm:pt>
    <dgm:pt modelId="{00848250-A274-4406-B580-DEA66B0A5AC2}" type="pres">
      <dgm:prSet presAssocID="{CDE3504C-D61D-43AA-84F1-53B10104EF7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C16CE3C-5904-4D47-A34F-0C6F380E6676}" type="pres">
      <dgm:prSet presAssocID="{CDE3504C-D61D-43AA-84F1-53B10104EF7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1894FC6-97B9-449C-AFAB-0958655932FA}" type="pres">
      <dgm:prSet presAssocID="{898896E5-8C5B-45D3-92A7-A829675525F4}" presName="sp" presStyleCnt="0"/>
      <dgm:spPr/>
    </dgm:pt>
    <dgm:pt modelId="{7E7F61B2-68A6-4510-B7C7-1B204F5C7D2E}" type="pres">
      <dgm:prSet presAssocID="{37617342-7A5A-4453-A37A-4097593D870C}" presName="composite" presStyleCnt="0"/>
      <dgm:spPr/>
    </dgm:pt>
    <dgm:pt modelId="{D48B39C0-F040-493E-BD32-3EA514D7F1F7}" type="pres">
      <dgm:prSet presAssocID="{37617342-7A5A-4453-A37A-4097593D870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CCDE64B-D4D7-417A-B810-5E00DF18FA5E}" type="pres">
      <dgm:prSet presAssocID="{37617342-7A5A-4453-A37A-4097593D870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A800186B-945A-487A-A9DF-F2C39B3CFC7B}" type="presOf" srcId="{EAE6A918-C433-406C-B265-71BB3CA273D4}" destId="{8CCDE64B-D4D7-417A-B810-5E00DF18FA5E}" srcOrd="0" destOrd="0" presId="urn:microsoft.com/office/officeart/2005/8/layout/chevron2"/>
    <dgm:cxn modelId="{676E11B5-8EA6-44C4-96B5-542635B42E6C}" type="presOf" srcId="{EF3F958C-FEE7-43C0-A4C9-2F9FD9AF412A}" destId="{33B14EC7-5FA6-4F36-B716-D581584E749C}" srcOrd="0" destOrd="1" presId="urn:microsoft.com/office/officeart/2005/8/layout/chevron2"/>
    <dgm:cxn modelId="{81B5DC1B-3A49-47E4-AC1B-6F08F7994796}" srcId="{73F7B59C-825C-40CD-A189-432F045E5EDD}" destId="{CDE3504C-D61D-43AA-84F1-53B10104EF7C}" srcOrd="1" destOrd="0" parTransId="{592D4AA9-EDAA-4463-96E7-DECE20B8EFC1}" sibTransId="{898896E5-8C5B-45D3-92A7-A829675525F4}"/>
    <dgm:cxn modelId="{7804B531-46CE-4C69-AE68-86D620888DAB}" type="presOf" srcId="{963DD8F6-EE9F-47A3-BC63-61A4665ACB7B}" destId="{426F5709-A4A8-4173-AC68-7C6441639D58}" srcOrd="0" destOrd="0" presId="urn:microsoft.com/office/officeart/2005/8/layout/chevron2"/>
    <dgm:cxn modelId="{68D79EAB-228D-4BEA-9CFA-BA9BD1C5C16B}" srcId="{37617342-7A5A-4453-A37A-4097593D870C}" destId="{136B5583-8A9D-4991-A287-455FD652ABDF}" srcOrd="1" destOrd="0" parTransId="{48B25F4A-F8D4-4C1D-9614-9ADE5746FDA2}" sibTransId="{B136BFE1-C119-4228-93C8-5029137E92DF}"/>
    <dgm:cxn modelId="{70FA6F7F-07A1-4E7A-AB06-AFE32983CC6B}" type="presOf" srcId="{CDE3504C-D61D-43AA-84F1-53B10104EF7C}" destId="{00848250-A274-4406-B580-DEA66B0A5AC2}" srcOrd="0" destOrd="0" presId="urn:microsoft.com/office/officeart/2005/8/layout/chevron2"/>
    <dgm:cxn modelId="{EBB66083-0946-486D-B29A-E2F120BD4BB5}" type="presOf" srcId="{906C8409-0DF2-4635-AA96-0A72664589B3}" destId="{6C16CE3C-5904-4D47-A34F-0C6F380E6676}" srcOrd="0" destOrd="1" presId="urn:microsoft.com/office/officeart/2005/8/layout/chevron2"/>
    <dgm:cxn modelId="{E1F21263-E0D4-4E7A-B1B1-39A55C11C71F}" type="presOf" srcId="{136B5583-8A9D-4991-A287-455FD652ABDF}" destId="{8CCDE64B-D4D7-417A-B810-5E00DF18FA5E}" srcOrd="0" destOrd="1" presId="urn:microsoft.com/office/officeart/2005/8/layout/chevron2"/>
    <dgm:cxn modelId="{12E3EEDB-B0EA-4F80-9CBA-FEE751A80C18}" srcId="{CDE3504C-D61D-43AA-84F1-53B10104EF7C}" destId="{875B3B2A-2147-4F72-840F-646F8B6539A5}" srcOrd="0" destOrd="0" parTransId="{8FE0B5E1-EC2F-4B5A-A461-CC8F93D68114}" sibTransId="{204DA41A-B15C-45B5-8AA1-2640E4B8D872}"/>
    <dgm:cxn modelId="{462A7720-554D-4F4C-A58F-93A982EF44A5}" type="presOf" srcId="{37617342-7A5A-4453-A37A-4097593D870C}" destId="{D48B39C0-F040-493E-BD32-3EA514D7F1F7}" srcOrd="0" destOrd="0" presId="urn:microsoft.com/office/officeart/2005/8/layout/chevron2"/>
    <dgm:cxn modelId="{D74472E0-41B0-4977-99F1-AE5CA65F82A7}" srcId="{37617342-7A5A-4453-A37A-4097593D870C}" destId="{EAE6A918-C433-406C-B265-71BB3CA273D4}" srcOrd="0" destOrd="0" parTransId="{D36D350E-80BD-43F6-B838-55E7E07CD86E}" sibTransId="{72C47032-3932-4DDD-99E6-FF3A5CDA015E}"/>
    <dgm:cxn modelId="{DDC4C5B4-9A42-4A0C-BDFC-A4E08F1DAECA}" srcId="{963DD8F6-EE9F-47A3-BC63-61A4665ACB7B}" destId="{EF3F958C-FEE7-43C0-A4C9-2F9FD9AF412A}" srcOrd="1" destOrd="0" parTransId="{5F9CC69A-A381-4F57-948A-F87B1CB82DFF}" sibTransId="{28F74984-112C-46B9-8CA8-34B8F45AE1D8}"/>
    <dgm:cxn modelId="{9820438C-14B1-4E82-8518-DF8A178C698D}" srcId="{73F7B59C-825C-40CD-A189-432F045E5EDD}" destId="{963DD8F6-EE9F-47A3-BC63-61A4665ACB7B}" srcOrd="0" destOrd="0" parTransId="{B6652247-C5FD-4FFE-A7E4-A18422C7C1F6}" sibTransId="{1B7FA8E8-56C8-4049-B758-BFCDD63AD4A4}"/>
    <dgm:cxn modelId="{9A337D3F-30E0-46FE-9FCD-7B85C4E015DE}" type="presOf" srcId="{73F7B59C-825C-40CD-A189-432F045E5EDD}" destId="{CE9FC3D8-9327-4124-A102-AA52DD841EEB}" srcOrd="0" destOrd="0" presId="urn:microsoft.com/office/officeart/2005/8/layout/chevron2"/>
    <dgm:cxn modelId="{08EA83E0-C04C-46EB-AAB5-18A4870591C6}" type="presOf" srcId="{875B3B2A-2147-4F72-840F-646F8B6539A5}" destId="{6C16CE3C-5904-4D47-A34F-0C6F380E6676}" srcOrd="0" destOrd="0" presId="urn:microsoft.com/office/officeart/2005/8/layout/chevron2"/>
    <dgm:cxn modelId="{A5008E98-5661-4D63-AB3F-6DFBC5977763}" type="presOf" srcId="{C108065D-BE99-4BBF-906E-B6080A6D5EDD}" destId="{33B14EC7-5FA6-4F36-B716-D581584E749C}" srcOrd="0" destOrd="0" presId="urn:microsoft.com/office/officeart/2005/8/layout/chevron2"/>
    <dgm:cxn modelId="{2729FF9C-20A9-47F2-9FCC-A1BE09496CAC}" srcId="{963DD8F6-EE9F-47A3-BC63-61A4665ACB7B}" destId="{C108065D-BE99-4BBF-906E-B6080A6D5EDD}" srcOrd="0" destOrd="0" parTransId="{BC4A8000-9EE2-4EE3-8769-C15694C66DFD}" sibTransId="{C804D446-2876-4BC2-A502-C6727EA2885D}"/>
    <dgm:cxn modelId="{D4C531DC-3534-4010-B26F-1AA93C8AF563}" srcId="{73F7B59C-825C-40CD-A189-432F045E5EDD}" destId="{37617342-7A5A-4453-A37A-4097593D870C}" srcOrd="2" destOrd="0" parTransId="{A54D5132-6D06-4BC9-AE37-81A2E30E31B9}" sibTransId="{9C6C03DB-3481-4DA0-8F56-9E1A36B171EE}"/>
    <dgm:cxn modelId="{BBE29DF2-DCD9-4362-B202-C86162324E9C}" srcId="{CDE3504C-D61D-43AA-84F1-53B10104EF7C}" destId="{906C8409-0DF2-4635-AA96-0A72664589B3}" srcOrd="1" destOrd="0" parTransId="{7313E430-CB4C-4BCD-972C-E8AAB11F7593}" sibTransId="{7AB59025-3529-4F4C-B6B0-7DBBE42390D8}"/>
    <dgm:cxn modelId="{8B702939-4AE2-4225-A4CC-B50BAB1F7499}" type="presParOf" srcId="{CE9FC3D8-9327-4124-A102-AA52DD841EEB}" destId="{06A4607D-D54A-4FD9-BE17-5119D3CE2FB1}" srcOrd="0" destOrd="0" presId="urn:microsoft.com/office/officeart/2005/8/layout/chevron2"/>
    <dgm:cxn modelId="{77CB87EB-345E-47C9-80F7-22F58FC16067}" type="presParOf" srcId="{06A4607D-D54A-4FD9-BE17-5119D3CE2FB1}" destId="{426F5709-A4A8-4173-AC68-7C6441639D58}" srcOrd="0" destOrd="0" presId="urn:microsoft.com/office/officeart/2005/8/layout/chevron2"/>
    <dgm:cxn modelId="{7E8CBA39-B8CD-49FA-8F83-E0E618B6D235}" type="presParOf" srcId="{06A4607D-D54A-4FD9-BE17-5119D3CE2FB1}" destId="{33B14EC7-5FA6-4F36-B716-D581584E749C}" srcOrd="1" destOrd="0" presId="urn:microsoft.com/office/officeart/2005/8/layout/chevron2"/>
    <dgm:cxn modelId="{344B8205-9CB1-4A5A-B4B6-DED5EF18D2B9}" type="presParOf" srcId="{CE9FC3D8-9327-4124-A102-AA52DD841EEB}" destId="{A9A2A964-3EFD-4990-B472-923739718790}" srcOrd="1" destOrd="0" presId="urn:microsoft.com/office/officeart/2005/8/layout/chevron2"/>
    <dgm:cxn modelId="{B897DC16-BBDC-47DF-A226-0AE4CD126CDE}" type="presParOf" srcId="{CE9FC3D8-9327-4124-A102-AA52DD841EEB}" destId="{1BB8EE1A-F548-4687-8298-57A7A6C6EFB6}" srcOrd="2" destOrd="0" presId="urn:microsoft.com/office/officeart/2005/8/layout/chevron2"/>
    <dgm:cxn modelId="{BACD1669-177F-43D3-9641-131E70CDEE14}" type="presParOf" srcId="{1BB8EE1A-F548-4687-8298-57A7A6C6EFB6}" destId="{00848250-A274-4406-B580-DEA66B0A5AC2}" srcOrd="0" destOrd="0" presId="urn:microsoft.com/office/officeart/2005/8/layout/chevron2"/>
    <dgm:cxn modelId="{59F4219A-F9FF-40AF-8F1F-FD0BD598861F}" type="presParOf" srcId="{1BB8EE1A-F548-4687-8298-57A7A6C6EFB6}" destId="{6C16CE3C-5904-4D47-A34F-0C6F380E6676}" srcOrd="1" destOrd="0" presId="urn:microsoft.com/office/officeart/2005/8/layout/chevron2"/>
    <dgm:cxn modelId="{F957A5F9-28BB-4A5F-828A-BDBCDAC8C9F2}" type="presParOf" srcId="{CE9FC3D8-9327-4124-A102-AA52DD841EEB}" destId="{31894FC6-97B9-449C-AFAB-0958655932FA}" srcOrd="3" destOrd="0" presId="urn:microsoft.com/office/officeart/2005/8/layout/chevron2"/>
    <dgm:cxn modelId="{C046F411-08C8-43E7-86C0-04D50FE42E78}" type="presParOf" srcId="{CE9FC3D8-9327-4124-A102-AA52DD841EEB}" destId="{7E7F61B2-68A6-4510-B7C7-1B204F5C7D2E}" srcOrd="4" destOrd="0" presId="urn:microsoft.com/office/officeart/2005/8/layout/chevron2"/>
    <dgm:cxn modelId="{DD4A6E4F-110E-4DEF-B0C4-DE6BA77C15FC}" type="presParOf" srcId="{7E7F61B2-68A6-4510-B7C7-1B204F5C7D2E}" destId="{D48B39C0-F040-493E-BD32-3EA514D7F1F7}" srcOrd="0" destOrd="0" presId="urn:microsoft.com/office/officeart/2005/8/layout/chevron2"/>
    <dgm:cxn modelId="{5AFD35B4-32E9-4D47-A21E-9A329895A69D}" type="presParOf" srcId="{7E7F61B2-68A6-4510-B7C7-1B204F5C7D2E}" destId="{8CCDE64B-D4D7-417A-B810-5E00DF18FA5E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xmlns="" relId="rId3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51BF0D53-2E0A-4DD7-9A25-851BF08107FF}" type="presOf" srcId="{BA3C6DA5-1073-48ED-9FB6-52A62A35A7CD}" destId="{D127A53E-1FE7-4A98-B282-3BDC7AEDB89D}" srcOrd="0" destOrd="0" presId="urn:microsoft.com/office/officeart/2005/8/layout/chevron1"/>
    <dgm:cxn modelId="{AAEF6952-F83C-4A3B-A569-B31A1B8BEEDD}" type="presOf" srcId="{8F34ADC4-5C42-49BE-9AC7-4EFE24BD1749}" destId="{ABDF6EFC-67AE-4AAF-9151-4B579F5BFC21}" srcOrd="0" destOrd="0" presId="urn:microsoft.com/office/officeart/2005/8/layout/chevron1"/>
    <dgm:cxn modelId="{D9621244-8E18-450A-9D64-2CF5039487B3}" type="presOf" srcId="{85F21AB3-C17C-48A1-B2FF-7BE9067237D9}" destId="{6D96FB7B-2853-490C-A366-6C0F040C0038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E0EC880B-A389-4B58-B923-C8DE8145E5B0}" type="presOf" srcId="{B2A1563A-2247-4106-9675-1EF0EC6FF388}" destId="{DD474C28-AAB1-41D9-AE11-DCCC3685DC47}" srcOrd="0" destOrd="0" presId="urn:microsoft.com/office/officeart/2005/8/layout/chevron1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F9706493-802F-4B9C-BA3B-F1FDCFEB267C}" type="presOf" srcId="{728CD05F-F9C0-4A2C-B262-2722C11035DB}" destId="{C142FB18-2827-4A52-90AF-AD4A2D78350C}" srcOrd="0" destOrd="0" presId="urn:microsoft.com/office/officeart/2005/8/layout/chevron1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08B48486-2FE2-4B81-8932-35F007C102E2}" type="presOf" srcId="{04DA4679-2DAD-4121-A0D7-BEEACD3BC9FB}" destId="{13B50AA8-121B-4D94-84C0-2B50E28129F9}" srcOrd="0" destOrd="0" presId="urn:microsoft.com/office/officeart/2005/8/layout/chevron1"/>
    <dgm:cxn modelId="{DBE56DF4-430E-43C8-90FC-4531C69D9C67}" type="presParOf" srcId="{DD474C28-AAB1-41D9-AE11-DCCC3685DC47}" destId="{D127A53E-1FE7-4A98-B282-3BDC7AEDB89D}" srcOrd="0" destOrd="0" presId="urn:microsoft.com/office/officeart/2005/8/layout/chevron1"/>
    <dgm:cxn modelId="{9157B9E8-4154-4CD7-8E03-B4FFAFA4E23A}" type="presParOf" srcId="{DD474C28-AAB1-41D9-AE11-DCCC3685DC47}" destId="{A516CE0B-3EA3-4807-B152-29027A152115}" srcOrd="1" destOrd="0" presId="urn:microsoft.com/office/officeart/2005/8/layout/chevron1"/>
    <dgm:cxn modelId="{D96E1B5A-DEB1-4EDD-9529-65AEAEBC5EB0}" type="presParOf" srcId="{DD474C28-AAB1-41D9-AE11-DCCC3685DC47}" destId="{6D96FB7B-2853-490C-A366-6C0F040C0038}" srcOrd="2" destOrd="0" presId="urn:microsoft.com/office/officeart/2005/8/layout/chevron1"/>
    <dgm:cxn modelId="{C11BF402-8F59-4FA8-8B26-D3A7EF22C775}" type="presParOf" srcId="{DD474C28-AAB1-41D9-AE11-DCCC3685DC47}" destId="{635A8BA1-B624-4B2F-840E-DF3213A54C71}" srcOrd="3" destOrd="0" presId="urn:microsoft.com/office/officeart/2005/8/layout/chevron1"/>
    <dgm:cxn modelId="{F7FE40C8-5AA5-4760-BB21-330D3DD211C9}" type="presParOf" srcId="{DD474C28-AAB1-41D9-AE11-DCCC3685DC47}" destId="{13B50AA8-121B-4D94-84C0-2B50E28129F9}" srcOrd="4" destOrd="0" presId="urn:microsoft.com/office/officeart/2005/8/layout/chevron1"/>
    <dgm:cxn modelId="{7157A029-D429-4AE5-AA4A-69E563723CDA}" type="presParOf" srcId="{DD474C28-AAB1-41D9-AE11-DCCC3685DC47}" destId="{CDF7A0BD-AE0B-495C-9478-9D1F6F312863}" srcOrd="5" destOrd="0" presId="urn:microsoft.com/office/officeart/2005/8/layout/chevron1"/>
    <dgm:cxn modelId="{0494F3FE-8BBE-45CF-96A5-751ED753E3DC}" type="presParOf" srcId="{DD474C28-AAB1-41D9-AE11-DCCC3685DC47}" destId="{ABDF6EFC-67AE-4AAF-9151-4B579F5BFC21}" srcOrd="6" destOrd="0" presId="urn:microsoft.com/office/officeart/2005/8/layout/chevron1"/>
    <dgm:cxn modelId="{45FF0248-2658-40CB-9969-DD6067C129DB}" type="presParOf" srcId="{DD474C28-AAB1-41D9-AE11-DCCC3685DC47}" destId="{DAE3BCFE-98EE-459D-9BCC-92AFEE8FE024}" srcOrd="7" destOrd="0" presId="urn:microsoft.com/office/officeart/2005/8/layout/chevron1"/>
    <dgm:cxn modelId="{96C2CE23-BCEF-4AE7-B7F7-FFA8F3C60BB8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87BB2C8-6272-40E9-9949-DD2C93A7AEEC}" type="presOf" srcId="{04DA4679-2DAD-4121-A0D7-BEEACD3BC9FB}" destId="{13B50AA8-121B-4D94-84C0-2B50E28129F9}" srcOrd="0" destOrd="0" presId="urn:microsoft.com/office/officeart/2005/8/layout/chevron1"/>
    <dgm:cxn modelId="{D804F0CD-CF6E-48E4-B17F-8658AD3B50D6}" type="presOf" srcId="{85F21AB3-C17C-48A1-B2FF-7BE9067237D9}" destId="{6D96FB7B-2853-490C-A366-6C0F040C0038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B9DBD7-DDDE-4D22-BE8E-29AED1C62501}" type="presOf" srcId="{B2A1563A-2247-4106-9675-1EF0EC6FF388}" destId="{DD474C28-AAB1-41D9-AE11-DCCC3685DC47}" srcOrd="0" destOrd="0" presId="urn:microsoft.com/office/officeart/2005/8/layout/chevron1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FB3B6F7B-7636-493E-B75E-99241C832C7C}" type="presOf" srcId="{8F34ADC4-5C42-49BE-9AC7-4EFE24BD1749}" destId="{ABDF6EFC-67AE-4AAF-9151-4B579F5BFC21}" srcOrd="0" destOrd="0" presId="urn:microsoft.com/office/officeart/2005/8/layout/chevron1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DBAAACA-F9D3-4B0B-B7AB-D3A2D8847D24}" type="presOf" srcId="{728CD05F-F9C0-4A2C-B262-2722C11035DB}" destId="{C142FB18-2827-4A52-90AF-AD4A2D78350C}" srcOrd="0" destOrd="0" presId="urn:microsoft.com/office/officeart/2005/8/layout/chevron1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126999C6-4A59-471F-97D3-97A46943A205}" type="presOf" srcId="{BA3C6DA5-1073-48ED-9FB6-52A62A35A7CD}" destId="{D127A53E-1FE7-4A98-B282-3BDC7AEDB89D}" srcOrd="0" destOrd="0" presId="urn:microsoft.com/office/officeart/2005/8/layout/chevron1"/>
    <dgm:cxn modelId="{19DF93EC-1573-435E-B62C-688F7717C3A6}" type="presParOf" srcId="{DD474C28-AAB1-41D9-AE11-DCCC3685DC47}" destId="{D127A53E-1FE7-4A98-B282-3BDC7AEDB89D}" srcOrd="0" destOrd="0" presId="urn:microsoft.com/office/officeart/2005/8/layout/chevron1"/>
    <dgm:cxn modelId="{ED5B79F0-F11D-4E70-9B1C-7E038055F3DD}" type="presParOf" srcId="{DD474C28-AAB1-41D9-AE11-DCCC3685DC47}" destId="{A516CE0B-3EA3-4807-B152-29027A152115}" srcOrd="1" destOrd="0" presId="urn:microsoft.com/office/officeart/2005/8/layout/chevron1"/>
    <dgm:cxn modelId="{3D485C2E-9E1C-41D6-B911-ACB72B7575C5}" type="presParOf" srcId="{DD474C28-AAB1-41D9-AE11-DCCC3685DC47}" destId="{6D96FB7B-2853-490C-A366-6C0F040C0038}" srcOrd="2" destOrd="0" presId="urn:microsoft.com/office/officeart/2005/8/layout/chevron1"/>
    <dgm:cxn modelId="{93773ED8-9BC9-4616-A0DA-C675246BAFD4}" type="presParOf" srcId="{DD474C28-AAB1-41D9-AE11-DCCC3685DC47}" destId="{635A8BA1-B624-4B2F-840E-DF3213A54C71}" srcOrd="3" destOrd="0" presId="urn:microsoft.com/office/officeart/2005/8/layout/chevron1"/>
    <dgm:cxn modelId="{FB582CAC-0A49-4456-A215-E2DCF43F5AAB}" type="presParOf" srcId="{DD474C28-AAB1-41D9-AE11-DCCC3685DC47}" destId="{13B50AA8-121B-4D94-84C0-2B50E28129F9}" srcOrd="4" destOrd="0" presId="urn:microsoft.com/office/officeart/2005/8/layout/chevron1"/>
    <dgm:cxn modelId="{A86D41D6-291F-48E7-8993-74AE0E231AFF}" type="presParOf" srcId="{DD474C28-AAB1-41D9-AE11-DCCC3685DC47}" destId="{CDF7A0BD-AE0B-495C-9478-9D1F6F312863}" srcOrd="5" destOrd="0" presId="urn:microsoft.com/office/officeart/2005/8/layout/chevron1"/>
    <dgm:cxn modelId="{E1DCB042-E311-4B51-A1FF-A25A79307763}" type="presParOf" srcId="{DD474C28-AAB1-41D9-AE11-DCCC3685DC47}" destId="{ABDF6EFC-67AE-4AAF-9151-4B579F5BFC21}" srcOrd="6" destOrd="0" presId="urn:microsoft.com/office/officeart/2005/8/layout/chevron1"/>
    <dgm:cxn modelId="{0F25734E-0AD3-4AF6-8B15-43E87CB6C293}" type="presParOf" srcId="{DD474C28-AAB1-41D9-AE11-DCCC3685DC47}" destId="{DAE3BCFE-98EE-459D-9BCC-92AFEE8FE024}" srcOrd="7" destOrd="0" presId="urn:microsoft.com/office/officeart/2005/8/layout/chevron1"/>
    <dgm:cxn modelId="{92E88649-0006-4EA8-AF2F-27F9E43BD69F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F294B357-AF32-4A2E-BA0A-4F0AE0B54617}" type="presOf" srcId="{BA3C6DA5-1073-48ED-9FB6-52A62A35A7CD}" destId="{D127A53E-1FE7-4A98-B282-3BDC7AEDB89D}" srcOrd="0" destOrd="0" presId="urn:microsoft.com/office/officeart/2005/8/layout/chevron1"/>
    <dgm:cxn modelId="{97E23005-C5B0-4E8B-B932-FF3ECD3F8800}" type="presOf" srcId="{8F34ADC4-5C42-49BE-9AC7-4EFE24BD1749}" destId="{ABDF6EFC-67AE-4AAF-9151-4B579F5BFC21}" srcOrd="0" destOrd="0" presId="urn:microsoft.com/office/officeart/2005/8/layout/chevron1"/>
    <dgm:cxn modelId="{DD0A660C-9FEF-465C-B44B-D66B0E2381D8}" type="presOf" srcId="{B2A1563A-2247-4106-9675-1EF0EC6FF388}" destId="{DD474C28-AAB1-41D9-AE11-DCCC3685DC47}" srcOrd="0" destOrd="0" presId="urn:microsoft.com/office/officeart/2005/8/layout/chevron1"/>
    <dgm:cxn modelId="{595AA788-365D-457E-8520-6B1630D0F6DC}" type="presOf" srcId="{04DA4679-2DAD-4121-A0D7-BEEACD3BC9FB}" destId="{13B50AA8-121B-4D94-84C0-2B50E28129F9}" srcOrd="0" destOrd="0" presId="urn:microsoft.com/office/officeart/2005/8/layout/chevron1"/>
    <dgm:cxn modelId="{05CB6B79-1273-4563-9E6B-B0BBB42BEC0F}" type="presOf" srcId="{85F21AB3-C17C-48A1-B2FF-7BE9067237D9}" destId="{6D96FB7B-2853-490C-A366-6C0F040C0038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2C5B6DD4-2095-4798-887F-A91B76404144}" type="presOf" srcId="{728CD05F-F9C0-4A2C-B262-2722C11035DB}" destId="{C142FB18-2827-4A52-90AF-AD4A2D78350C}" srcOrd="0" destOrd="0" presId="urn:microsoft.com/office/officeart/2005/8/layout/chevron1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844FB43E-634F-4A1C-AAEB-0247A9DD26F3}" type="presParOf" srcId="{DD474C28-AAB1-41D9-AE11-DCCC3685DC47}" destId="{D127A53E-1FE7-4A98-B282-3BDC7AEDB89D}" srcOrd="0" destOrd="0" presId="urn:microsoft.com/office/officeart/2005/8/layout/chevron1"/>
    <dgm:cxn modelId="{1ED2B1C2-A403-457F-BFFE-8C537AD4B12A}" type="presParOf" srcId="{DD474C28-AAB1-41D9-AE11-DCCC3685DC47}" destId="{A516CE0B-3EA3-4807-B152-29027A152115}" srcOrd="1" destOrd="0" presId="urn:microsoft.com/office/officeart/2005/8/layout/chevron1"/>
    <dgm:cxn modelId="{FD176028-274E-4266-842F-A357905DF896}" type="presParOf" srcId="{DD474C28-AAB1-41D9-AE11-DCCC3685DC47}" destId="{6D96FB7B-2853-490C-A366-6C0F040C0038}" srcOrd="2" destOrd="0" presId="urn:microsoft.com/office/officeart/2005/8/layout/chevron1"/>
    <dgm:cxn modelId="{6AA5040E-9643-440D-BFCE-56B79A4FC54C}" type="presParOf" srcId="{DD474C28-AAB1-41D9-AE11-DCCC3685DC47}" destId="{635A8BA1-B624-4B2F-840E-DF3213A54C71}" srcOrd="3" destOrd="0" presId="urn:microsoft.com/office/officeart/2005/8/layout/chevron1"/>
    <dgm:cxn modelId="{CD68FC87-F394-44E3-9625-184D6AC3ED43}" type="presParOf" srcId="{DD474C28-AAB1-41D9-AE11-DCCC3685DC47}" destId="{13B50AA8-121B-4D94-84C0-2B50E28129F9}" srcOrd="4" destOrd="0" presId="urn:microsoft.com/office/officeart/2005/8/layout/chevron1"/>
    <dgm:cxn modelId="{4F47D61A-4615-42DB-A3B3-90EFA745268B}" type="presParOf" srcId="{DD474C28-AAB1-41D9-AE11-DCCC3685DC47}" destId="{CDF7A0BD-AE0B-495C-9478-9D1F6F312863}" srcOrd="5" destOrd="0" presId="urn:microsoft.com/office/officeart/2005/8/layout/chevron1"/>
    <dgm:cxn modelId="{17A8DBE5-4918-452D-ACB0-838377949943}" type="presParOf" srcId="{DD474C28-AAB1-41D9-AE11-DCCC3685DC47}" destId="{ABDF6EFC-67AE-4AAF-9151-4B579F5BFC21}" srcOrd="6" destOrd="0" presId="urn:microsoft.com/office/officeart/2005/8/layout/chevron1"/>
    <dgm:cxn modelId="{96EDCFA9-C596-431E-AFF4-6E43DB42C1C2}" type="presParOf" srcId="{DD474C28-AAB1-41D9-AE11-DCCC3685DC47}" destId="{DAE3BCFE-98EE-459D-9BCC-92AFEE8FE024}" srcOrd="7" destOrd="0" presId="urn:microsoft.com/office/officeart/2005/8/layout/chevron1"/>
    <dgm:cxn modelId="{8F34C008-9BC9-4F78-B698-4A78CD785166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10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3731A35C-1820-4609-AE9B-5B28BCD0D382}" type="presOf" srcId="{728CD05F-F9C0-4A2C-B262-2722C11035DB}" destId="{C142FB18-2827-4A52-90AF-AD4A2D78350C}" srcOrd="0" destOrd="0" presId="urn:microsoft.com/office/officeart/2005/8/layout/chevron1"/>
    <dgm:cxn modelId="{EF52A7E3-9D60-4750-BCCC-66D6C640733B}" type="presOf" srcId="{BA3C6DA5-1073-48ED-9FB6-52A62A35A7CD}" destId="{D127A53E-1FE7-4A98-B282-3BDC7AEDB89D}" srcOrd="0" destOrd="0" presId="urn:microsoft.com/office/officeart/2005/8/layout/chevron1"/>
    <dgm:cxn modelId="{75423F15-608E-4D84-A66D-281E5C40CD35}" type="presOf" srcId="{8F34ADC4-5C42-49BE-9AC7-4EFE24BD1749}" destId="{ABDF6EFC-67AE-4AAF-9151-4B579F5BFC21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2FF39545-2DEE-4E9A-B39A-AD8C4B4C6967}" type="presOf" srcId="{85F21AB3-C17C-48A1-B2FF-7BE9067237D9}" destId="{6D96FB7B-2853-490C-A366-6C0F040C0038}" srcOrd="0" destOrd="0" presId="urn:microsoft.com/office/officeart/2005/8/layout/chevron1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CFB2DCC2-B9F4-4AB2-97CF-28B43AC1B8DB}" type="presOf" srcId="{04DA4679-2DAD-4121-A0D7-BEEACD3BC9FB}" destId="{13B50AA8-121B-4D94-84C0-2B50E28129F9}" srcOrd="0" destOrd="0" presId="urn:microsoft.com/office/officeart/2005/8/layout/chevron1"/>
    <dgm:cxn modelId="{B627746D-1414-413C-B515-1FA65A496BF3}" type="presOf" srcId="{B2A1563A-2247-4106-9675-1EF0EC6FF388}" destId="{DD474C28-AAB1-41D9-AE11-DCCC3685DC47}" srcOrd="0" destOrd="0" presId="urn:microsoft.com/office/officeart/2005/8/layout/chevron1"/>
    <dgm:cxn modelId="{19900D3F-1D79-41CB-9BBA-7AA9AF3BC895}" type="presParOf" srcId="{DD474C28-AAB1-41D9-AE11-DCCC3685DC47}" destId="{D127A53E-1FE7-4A98-B282-3BDC7AEDB89D}" srcOrd="0" destOrd="0" presId="urn:microsoft.com/office/officeart/2005/8/layout/chevron1"/>
    <dgm:cxn modelId="{6F911DBD-C697-4A03-9767-9ADD31CC4D0F}" type="presParOf" srcId="{DD474C28-AAB1-41D9-AE11-DCCC3685DC47}" destId="{A516CE0B-3EA3-4807-B152-29027A152115}" srcOrd="1" destOrd="0" presId="urn:microsoft.com/office/officeart/2005/8/layout/chevron1"/>
    <dgm:cxn modelId="{4FA32CAC-5ECB-4501-BF24-BBF96DB3BC6C}" type="presParOf" srcId="{DD474C28-AAB1-41D9-AE11-DCCC3685DC47}" destId="{6D96FB7B-2853-490C-A366-6C0F040C0038}" srcOrd="2" destOrd="0" presId="urn:microsoft.com/office/officeart/2005/8/layout/chevron1"/>
    <dgm:cxn modelId="{92D852F3-78EF-43E1-B91F-11F20C4F78E8}" type="presParOf" srcId="{DD474C28-AAB1-41D9-AE11-DCCC3685DC47}" destId="{635A8BA1-B624-4B2F-840E-DF3213A54C71}" srcOrd="3" destOrd="0" presId="urn:microsoft.com/office/officeart/2005/8/layout/chevron1"/>
    <dgm:cxn modelId="{29D517EC-93FA-4F98-86C2-E1B7D8A2A2A9}" type="presParOf" srcId="{DD474C28-AAB1-41D9-AE11-DCCC3685DC47}" destId="{13B50AA8-121B-4D94-84C0-2B50E28129F9}" srcOrd="4" destOrd="0" presId="urn:microsoft.com/office/officeart/2005/8/layout/chevron1"/>
    <dgm:cxn modelId="{5688C8E1-1AA5-42E1-A620-5B94B60FB37F}" type="presParOf" srcId="{DD474C28-AAB1-41D9-AE11-DCCC3685DC47}" destId="{CDF7A0BD-AE0B-495C-9478-9D1F6F312863}" srcOrd="5" destOrd="0" presId="urn:microsoft.com/office/officeart/2005/8/layout/chevron1"/>
    <dgm:cxn modelId="{C04BA9F9-9E74-4DAF-94D6-A86E8BC1B534}" type="presParOf" srcId="{DD474C28-AAB1-41D9-AE11-DCCC3685DC47}" destId="{ABDF6EFC-67AE-4AAF-9151-4B579F5BFC21}" srcOrd="6" destOrd="0" presId="urn:microsoft.com/office/officeart/2005/8/layout/chevron1"/>
    <dgm:cxn modelId="{8FF8AF7F-09BB-451D-A4C5-3D61DB3C8C2C}" type="presParOf" srcId="{DD474C28-AAB1-41D9-AE11-DCCC3685DC47}" destId="{DAE3BCFE-98EE-459D-9BCC-92AFEE8FE024}" srcOrd="7" destOrd="0" presId="urn:microsoft.com/office/officeart/2005/8/layout/chevron1"/>
    <dgm:cxn modelId="{38B88CDD-5131-4763-B3CB-AAAE217B3D10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1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92E6F6DC-BB62-4ECA-B920-54D544A9E8C1}" type="presOf" srcId="{BA3C6DA5-1073-48ED-9FB6-52A62A35A7CD}" destId="{D127A53E-1FE7-4A98-B282-3BDC7AEDB89D}" srcOrd="0" destOrd="0" presId="urn:microsoft.com/office/officeart/2005/8/layout/chevron1"/>
    <dgm:cxn modelId="{25C0629B-1167-4CFC-BED8-50F7B7B18A08}" type="presOf" srcId="{85F21AB3-C17C-48A1-B2FF-7BE9067237D9}" destId="{6D96FB7B-2853-490C-A366-6C0F040C0038}" srcOrd="0" destOrd="0" presId="urn:microsoft.com/office/officeart/2005/8/layout/chevron1"/>
    <dgm:cxn modelId="{E2C544B7-F2AB-4622-B517-8C42D460867C}" type="presOf" srcId="{8F34ADC4-5C42-49BE-9AC7-4EFE24BD1749}" destId="{ABDF6EFC-67AE-4AAF-9151-4B579F5BFC21}" srcOrd="0" destOrd="0" presId="urn:microsoft.com/office/officeart/2005/8/layout/chevron1"/>
    <dgm:cxn modelId="{730EAD0A-F0E2-4193-911B-EFB4C5246023}" type="presOf" srcId="{B2A1563A-2247-4106-9675-1EF0EC6FF388}" destId="{DD474C28-AAB1-41D9-AE11-DCCC3685DC47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9128A8B4-DA78-4B8D-BA80-F24F1976133F}" type="presOf" srcId="{04DA4679-2DAD-4121-A0D7-BEEACD3BC9FB}" destId="{13B50AA8-121B-4D94-84C0-2B50E28129F9}" srcOrd="0" destOrd="0" presId="urn:microsoft.com/office/officeart/2005/8/layout/chevron1"/>
    <dgm:cxn modelId="{9EF3D72F-29C1-4CD0-BBBF-B7B2B9D33287}" type="presOf" srcId="{728CD05F-F9C0-4A2C-B262-2722C11035DB}" destId="{C142FB18-2827-4A52-90AF-AD4A2D78350C}" srcOrd="0" destOrd="0" presId="urn:microsoft.com/office/officeart/2005/8/layout/chevron1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AB4F8335-ECF3-41AE-B847-8876E332FC21}" type="presParOf" srcId="{DD474C28-AAB1-41D9-AE11-DCCC3685DC47}" destId="{D127A53E-1FE7-4A98-B282-3BDC7AEDB89D}" srcOrd="0" destOrd="0" presId="urn:microsoft.com/office/officeart/2005/8/layout/chevron1"/>
    <dgm:cxn modelId="{AD01EA11-FB26-4ED3-8BFF-4A2D1A8C9851}" type="presParOf" srcId="{DD474C28-AAB1-41D9-AE11-DCCC3685DC47}" destId="{A516CE0B-3EA3-4807-B152-29027A152115}" srcOrd="1" destOrd="0" presId="urn:microsoft.com/office/officeart/2005/8/layout/chevron1"/>
    <dgm:cxn modelId="{F2403901-CAE9-4ACE-A4C8-0E9DC80DEDA1}" type="presParOf" srcId="{DD474C28-AAB1-41D9-AE11-DCCC3685DC47}" destId="{6D96FB7B-2853-490C-A366-6C0F040C0038}" srcOrd="2" destOrd="0" presId="urn:microsoft.com/office/officeart/2005/8/layout/chevron1"/>
    <dgm:cxn modelId="{01D81BBA-2BBB-4095-B7CD-19B9C4378B02}" type="presParOf" srcId="{DD474C28-AAB1-41D9-AE11-DCCC3685DC47}" destId="{635A8BA1-B624-4B2F-840E-DF3213A54C71}" srcOrd="3" destOrd="0" presId="urn:microsoft.com/office/officeart/2005/8/layout/chevron1"/>
    <dgm:cxn modelId="{C9A7C0BE-30DD-4A99-969C-C110F6868CDB}" type="presParOf" srcId="{DD474C28-AAB1-41D9-AE11-DCCC3685DC47}" destId="{13B50AA8-121B-4D94-84C0-2B50E28129F9}" srcOrd="4" destOrd="0" presId="urn:microsoft.com/office/officeart/2005/8/layout/chevron1"/>
    <dgm:cxn modelId="{FB985B93-D3DD-4226-B23B-438447AFEEBD}" type="presParOf" srcId="{DD474C28-AAB1-41D9-AE11-DCCC3685DC47}" destId="{CDF7A0BD-AE0B-495C-9478-9D1F6F312863}" srcOrd="5" destOrd="0" presId="urn:microsoft.com/office/officeart/2005/8/layout/chevron1"/>
    <dgm:cxn modelId="{E696FB37-C742-4B51-83EE-7243D4A82D23}" type="presParOf" srcId="{DD474C28-AAB1-41D9-AE11-DCCC3685DC47}" destId="{ABDF6EFC-67AE-4AAF-9151-4B579F5BFC21}" srcOrd="6" destOrd="0" presId="urn:microsoft.com/office/officeart/2005/8/layout/chevron1"/>
    <dgm:cxn modelId="{1060E929-8B2B-478B-9F72-7275FE182940}" type="presParOf" srcId="{DD474C28-AAB1-41D9-AE11-DCCC3685DC47}" destId="{DAE3BCFE-98EE-459D-9BCC-92AFEE8FE024}" srcOrd="7" destOrd="0" presId="urn:microsoft.com/office/officeart/2005/8/layout/chevron1"/>
    <dgm:cxn modelId="{38AF56B7-07DB-4D0A-81C5-C3AD09668CE0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6678DFDA-151D-44F6-AEDE-0F816A33888F}" type="presOf" srcId="{BA3C6DA5-1073-48ED-9FB6-52A62A35A7CD}" destId="{D127A53E-1FE7-4A98-B282-3BDC7AEDB89D}" srcOrd="0" destOrd="0" presId="urn:microsoft.com/office/officeart/2005/8/layout/chevron1"/>
    <dgm:cxn modelId="{546E4890-0EBC-4C9A-A39B-BD6AC0421C79}" type="presOf" srcId="{8F34ADC4-5C42-49BE-9AC7-4EFE24BD1749}" destId="{ABDF6EFC-67AE-4AAF-9151-4B579F5BFC21}" srcOrd="0" destOrd="0" presId="urn:microsoft.com/office/officeart/2005/8/layout/chevron1"/>
    <dgm:cxn modelId="{1AC63818-CA7A-4EBA-A1AD-16370840121C}" type="presOf" srcId="{B2A1563A-2247-4106-9675-1EF0EC6FF388}" destId="{DD474C28-AAB1-41D9-AE11-DCCC3685DC47}" srcOrd="0" destOrd="0" presId="urn:microsoft.com/office/officeart/2005/8/layout/chevron1"/>
    <dgm:cxn modelId="{3884108A-1F48-4FD6-9BF4-8B2888E3A8E1}" type="presOf" srcId="{04DA4679-2DAD-4121-A0D7-BEEACD3BC9FB}" destId="{13B50AA8-121B-4D94-84C0-2B50E28129F9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D8726CDA-E0C0-4F7C-ACD1-F3591B9F755A}" type="presOf" srcId="{728CD05F-F9C0-4A2C-B262-2722C11035DB}" destId="{C142FB18-2827-4A52-90AF-AD4A2D78350C}" srcOrd="0" destOrd="0" presId="urn:microsoft.com/office/officeart/2005/8/layout/chevron1"/>
    <dgm:cxn modelId="{0AAFAE17-CA9B-43B5-8E3F-DF1504D0FB87}" type="presOf" srcId="{85F21AB3-C17C-48A1-B2FF-7BE9067237D9}" destId="{6D96FB7B-2853-490C-A366-6C0F040C0038}" srcOrd="0" destOrd="0" presId="urn:microsoft.com/office/officeart/2005/8/layout/chevron1"/>
    <dgm:cxn modelId="{8C0803CB-D3CC-49CE-8E6F-3A20D11B4050}" type="presParOf" srcId="{DD474C28-AAB1-41D9-AE11-DCCC3685DC47}" destId="{D127A53E-1FE7-4A98-B282-3BDC7AEDB89D}" srcOrd="0" destOrd="0" presId="urn:microsoft.com/office/officeart/2005/8/layout/chevron1"/>
    <dgm:cxn modelId="{58CEB185-321A-4C34-9D5F-FDCDA58F4DF6}" type="presParOf" srcId="{DD474C28-AAB1-41D9-AE11-DCCC3685DC47}" destId="{A516CE0B-3EA3-4807-B152-29027A152115}" srcOrd="1" destOrd="0" presId="urn:microsoft.com/office/officeart/2005/8/layout/chevron1"/>
    <dgm:cxn modelId="{D784D11B-2367-4830-B922-A0AD042D2501}" type="presParOf" srcId="{DD474C28-AAB1-41D9-AE11-DCCC3685DC47}" destId="{6D96FB7B-2853-490C-A366-6C0F040C0038}" srcOrd="2" destOrd="0" presId="urn:microsoft.com/office/officeart/2005/8/layout/chevron1"/>
    <dgm:cxn modelId="{665E8A8E-8BC9-4F95-BE66-E85A3B183DC7}" type="presParOf" srcId="{DD474C28-AAB1-41D9-AE11-DCCC3685DC47}" destId="{635A8BA1-B624-4B2F-840E-DF3213A54C71}" srcOrd="3" destOrd="0" presId="urn:microsoft.com/office/officeart/2005/8/layout/chevron1"/>
    <dgm:cxn modelId="{04D08B1C-710D-4D76-9EB0-CBFD990E8F52}" type="presParOf" srcId="{DD474C28-AAB1-41D9-AE11-DCCC3685DC47}" destId="{13B50AA8-121B-4D94-84C0-2B50E28129F9}" srcOrd="4" destOrd="0" presId="urn:microsoft.com/office/officeart/2005/8/layout/chevron1"/>
    <dgm:cxn modelId="{20B554F3-7850-46A2-85E6-3A05DDFB6C1A}" type="presParOf" srcId="{DD474C28-AAB1-41D9-AE11-DCCC3685DC47}" destId="{CDF7A0BD-AE0B-495C-9478-9D1F6F312863}" srcOrd="5" destOrd="0" presId="urn:microsoft.com/office/officeart/2005/8/layout/chevron1"/>
    <dgm:cxn modelId="{E04C62C6-9B74-49D4-9D01-A09A26A79DF2}" type="presParOf" srcId="{DD474C28-AAB1-41D9-AE11-DCCC3685DC47}" destId="{ABDF6EFC-67AE-4AAF-9151-4B579F5BFC21}" srcOrd="6" destOrd="0" presId="urn:microsoft.com/office/officeart/2005/8/layout/chevron1"/>
    <dgm:cxn modelId="{E6C64169-2AA6-40A0-B5E8-6539FDB44870}" type="presParOf" srcId="{DD474C28-AAB1-41D9-AE11-DCCC3685DC47}" destId="{DAE3BCFE-98EE-459D-9BCC-92AFEE8FE024}" srcOrd="7" destOrd="0" presId="urn:microsoft.com/office/officeart/2005/8/layout/chevron1"/>
    <dgm:cxn modelId="{6CF85D5B-8D7B-41C3-86F7-1766803C2AB8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80A2FB7-83F4-4310-B74E-AAE62239B3EA}" type="presOf" srcId="{B2A1563A-2247-4106-9675-1EF0EC6FF388}" destId="{DD474C28-AAB1-41D9-AE11-DCCC3685DC47}" srcOrd="0" destOrd="0" presId="urn:microsoft.com/office/officeart/2005/8/layout/chevron1"/>
    <dgm:cxn modelId="{915B4AC6-8BE9-4497-B429-1D6F5B90C51F}" type="presOf" srcId="{8F34ADC4-5C42-49BE-9AC7-4EFE24BD1749}" destId="{ABDF6EFC-67AE-4AAF-9151-4B579F5BFC21}" srcOrd="0" destOrd="0" presId="urn:microsoft.com/office/officeart/2005/8/layout/chevron1"/>
    <dgm:cxn modelId="{2BB9F1B4-3DFE-4426-910C-13CCF54D881D}" type="presOf" srcId="{728CD05F-F9C0-4A2C-B262-2722C11035DB}" destId="{C142FB18-2827-4A52-90AF-AD4A2D78350C}" srcOrd="0" destOrd="0" presId="urn:microsoft.com/office/officeart/2005/8/layout/chevron1"/>
    <dgm:cxn modelId="{AFE5399C-EB64-49F1-A9A7-5160EE92FB92}" type="presOf" srcId="{04DA4679-2DAD-4121-A0D7-BEEACD3BC9FB}" destId="{13B50AA8-121B-4D94-84C0-2B50E28129F9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4A3FA972-9004-4219-BC62-3F1127175C8F}" type="presOf" srcId="{85F21AB3-C17C-48A1-B2FF-7BE9067237D9}" destId="{6D96FB7B-2853-490C-A366-6C0F040C0038}" srcOrd="0" destOrd="0" presId="urn:microsoft.com/office/officeart/2005/8/layout/chevron1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45C6246-C09E-4E5E-9CD4-28169431910E}" type="presOf" srcId="{BA3C6DA5-1073-48ED-9FB6-52A62A35A7CD}" destId="{D127A53E-1FE7-4A98-B282-3BDC7AEDB89D}" srcOrd="0" destOrd="0" presId="urn:microsoft.com/office/officeart/2005/8/layout/chevron1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BA4D493D-2CFF-492C-9DF8-42306938CE0E}" type="presParOf" srcId="{DD474C28-AAB1-41D9-AE11-DCCC3685DC47}" destId="{D127A53E-1FE7-4A98-B282-3BDC7AEDB89D}" srcOrd="0" destOrd="0" presId="urn:microsoft.com/office/officeart/2005/8/layout/chevron1"/>
    <dgm:cxn modelId="{C64EBA94-CE08-4A7B-AA6D-689D98342E13}" type="presParOf" srcId="{DD474C28-AAB1-41D9-AE11-DCCC3685DC47}" destId="{A516CE0B-3EA3-4807-B152-29027A152115}" srcOrd="1" destOrd="0" presId="urn:microsoft.com/office/officeart/2005/8/layout/chevron1"/>
    <dgm:cxn modelId="{70743FDB-98DB-4207-9C61-65779ED4D6B5}" type="presParOf" srcId="{DD474C28-AAB1-41D9-AE11-DCCC3685DC47}" destId="{6D96FB7B-2853-490C-A366-6C0F040C0038}" srcOrd="2" destOrd="0" presId="urn:microsoft.com/office/officeart/2005/8/layout/chevron1"/>
    <dgm:cxn modelId="{B41E3AD4-556A-4174-B7A8-4AFE2A36778D}" type="presParOf" srcId="{DD474C28-AAB1-41D9-AE11-DCCC3685DC47}" destId="{635A8BA1-B624-4B2F-840E-DF3213A54C71}" srcOrd="3" destOrd="0" presId="urn:microsoft.com/office/officeart/2005/8/layout/chevron1"/>
    <dgm:cxn modelId="{8AB94BDD-84D2-4015-9C41-4747258785AF}" type="presParOf" srcId="{DD474C28-AAB1-41D9-AE11-DCCC3685DC47}" destId="{13B50AA8-121B-4D94-84C0-2B50E28129F9}" srcOrd="4" destOrd="0" presId="urn:microsoft.com/office/officeart/2005/8/layout/chevron1"/>
    <dgm:cxn modelId="{571597B5-B1D7-4D01-A9D9-09C03882EC55}" type="presParOf" srcId="{DD474C28-AAB1-41D9-AE11-DCCC3685DC47}" destId="{CDF7A0BD-AE0B-495C-9478-9D1F6F312863}" srcOrd="5" destOrd="0" presId="urn:microsoft.com/office/officeart/2005/8/layout/chevron1"/>
    <dgm:cxn modelId="{17AE9004-2A8E-4949-8131-F0495BFB50BA}" type="presParOf" srcId="{DD474C28-AAB1-41D9-AE11-DCCC3685DC47}" destId="{ABDF6EFC-67AE-4AAF-9151-4B579F5BFC21}" srcOrd="6" destOrd="0" presId="urn:microsoft.com/office/officeart/2005/8/layout/chevron1"/>
    <dgm:cxn modelId="{A93BB802-BE8B-4FD0-AB0D-EEB352DFDCAB}" type="presParOf" srcId="{DD474C28-AAB1-41D9-AE11-DCCC3685DC47}" destId="{DAE3BCFE-98EE-459D-9BCC-92AFEE8FE024}" srcOrd="7" destOrd="0" presId="urn:microsoft.com/office/officeart/2005/8/layout/chevron1"/>
    <dgm:cxn modelId="{B8E2965F-8480-4B2F-A7BE-16B39A0AA647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7B507FB3-BBF2-4F52-A84C-D1CBBD8E5163}" type="presOf" srcId="{85F21AB3-C17C-48A1-B2FF-7BE9067237D9}" destId="{6D96FB7B-2853-490C-A366-6C0F040C0038}" srcOrd="0" destOrd="0" presId="urn:microsoft.com/office/officeart/2005/8/layout/chevron1"/>
    <dgm:cxn modelId="{422A3D64-33BF-4A4A-8CDC-6587788887B6}" type="presOf" srcId="{8F34ADC4-5C42-49BE-9AC7-4EFE24BD1749}" destId="{ABDF6EFC-67AE-4AAF-9151-4B579F5BFC21}" srcOrd="0" destOrd="0" presId="urn:microsoft.com/office/officeart/2005/8/layout/chevron1"/>
    <dgm:cxn modelId="{67B4E5FE-7FA4-4E87-AFE4-31CB2AEAADC7}" type="presOf" srcId="{BA3C6DA5-1073-48ED-9FB6-52A62A35A7CD}" destId="{D127A53E-1FE7-4A98-B282-3BDC7AEDB89D}" srcOrd="0" destOrd="0" presId="urn:microsoft.com/office/officeart/2005/8/layout/chevron1"/>
    <dgm:cxn modelId="{E2BFAA30-C05A-4B22-AF97-8CD692B8E183}" type="presOf" srcId="{B2A1563A-2247-4106-9675-1EF0EC6FF388}" destId="{DD474C28-AAB1-41D9-AE11-DCCC3685DC47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507274B6-F9D6-4622-A512-9EF546ECC707}" type="presOf" srcId="{04DA4679-2DAD-4121-A0D7-BEEACD3BC9FB}" destId="{13B50AA8-121B-4D94-84C0-2B50E28129F9}" srcOrd="0" destOrd="0" presId="urn:microsoft.com/office/officeart/2005/8/layout/chevron1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ABFFAA32-5521-40EF-A5F6-B745A591B666}" type="presOf" srcId="{728CD05F-F9C0-4A2C-B262-2722C11035DB}" destId="{C142FB18-2827-4A52-90AF-AD4A2D78350C}" srcOrd="0" destOrd="0" presId="urn:microsoft.com/office/officeart/2005/8/layout/chevron1"/>
    <dgm:cxn modelId="{5D5F3A18-946A-4BE8-9470-2395E0B332EF}" type="presParOf" srcId="{DD474C28-AAB1-41D9-AE11-DCCC3685DC47}" destId="{D127A53E-1FE7-4A98-B282-3BDC7AEDB89D}" srcOrd="0" destOrd="0" presId="urn:microsoft.com/office/officeart/2005/8/layout/chevron1"/>
    <dgm:cxn modelId="{44733536-B81F-44EB-802B-70CC426E7920}" type="presParOf" srcId="{DD474C28-AAB1-41D9-AE11-DCCC3685DC47}" destId="{A516CE0B-3EA3-4807-B152-29027A152115}" srcOrd="1" destOrd="0" presId="urn:microsoft.com/office/officeart/2005/8/layout/chevron1"/>
    <dgm:cxn modelId="{A212940A-768C-4417-A47F-4AD3705E9F24}" type="presParOf" srcId="{DD474C28-AAB1-41D9-AE11-DCCC3685DC47}" destId="{6D96FB7B-2853-490C-A366-6C0F040C0038}" srcOrd="2" destOrd="0" presId="urn:microsoft.com/office/officeart/2005/8/layout/chevron1"/>
    <dgm:cxn modelId="{E339B0F0-F3D0-43A8-96F7-77F6C3F20E5E}" type="presParOf" srcId="{DD474C28-AAB1-41D9-AE11-DCCC3685DC47}" destId="{635A8BA1-B624-4B2F-840E-DF3213A54C71}" srcOrd="3" destOrd="0" presId="urn:microsoft.com/office/officeart/2005/8/layout/chevron1"/>
    <dgm:cxn modelId="{49089C25-C819-4982-AB89-B1868065A151}" type="presParOf" srcId="{DD474C28-AAB1-41D9-AE11-DCCC3685DC47}" destId="{13B50AA8-121B-4D94-84C0-2B50E28129F9}" srcOrd="4" destOrd="0" presId="urn:microsoft.com/office/officeart/2005/8/layout/chevron1"/>
    <dgm:cxn modelId="{19F8FC32-7534-4AA4-8CAA-AF787CC05A0F}" type="presParOf" srcId="{DD474C28-AAB1-41D9-AE11-DCCC3685DC47}" destId="{CDF7A0BD-AE0B-495C-9478-9D1F6F312863}" srcOrd="5" destOrd="0" presId="urn:microsoft.com/office/officeart/2005/8/layout/chevron1"/>
    <dgm:cxn modelId="{6CE87563-8131-41CB-863A-D73D088878D2}" type="presParOf" srcId="{DD474C28-AAB1-41D9-AE11-DCCC3685DC47}" destId="{ABDF6EFC-67AE-4AAF-9151-4B579F5BFC21}" srcOrd="6" destOrd="0" presId="urn:microsoft.com/office/officeart/2005/8/layout/chevron1"/>
    <dgm:cxn modelId="{9C3AE6CB-A553-4EF9-B566-82210C82E938}" type="presParOf" srcId="{DD474C28-AAB1-41D9-AE11-DCCC3685DC47}" destId="{DAE3BCFE-98EE-459D-9BCC-92AFEE8FE024}" srcOrd="7" destOrd="0" presId="urn:microsoft.com/office/officeart/2005/8/layout/chevron1"/>
    <dgm:cxn modelId="{4A050F31-FE11-449E-951C-CDA4F1CD8F55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0159EF2C-06E2-430D-8C8E-0E48035F437D}" type="presOf" srcId="{8F34ADC4-5C42-49BE-9AC7-4EFE24BD1749}" destId="{ABDF6EFC-67AE-4AAF-9151-4B579F5BFC21}" srcOrd="0" destOrd="0" presId="urn:microsoft.com/office/officeart/2005/8/layout/chevron1"/>
    <dgm:cxn modelId="{CE28D1D9-CB2C-4871-825D-90B5CE16EA24}" type="presOf" srcId="{04DA4679-2DAD-4121-A0D7-BEEACD3BC9FB}" destId="{13B50AA8-121B-4D94-84C0-2B50E28129F9}" srcOrd="0" destOrd="0" presId="urn:microsoft.com/office/officeart/2005/8/layout/chevron1"/>
    <dgm:cxn modelId="{96FE29EF-9CD6-42A7-A7C8-09FB400FE25A}" type="presOf" srcId="{B2A1563A-2247-4106-9675-1EF0EC6FF388}" destId="{DD474C28-AAB1-41D9-AE11-DCCC3685DC47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686B6550-F041-44F4-A8A6-809A2567635C}" type="presOf" srcId="{728CD05F-F9C0-4A2C-B262-2722C11035DB}" destId="{C142FB18-2827-4A52-90AF-AD4A2D78350C}" srcOrd="0" destOrd="0" presId="urn:microsoft.com/office/officeart/2005/8/layout/chevron1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E93794AA-8E49-43A7-9378-8D2EF8A4FE8E}" type="presOf" srcId="{85F21AB3-C17C-48A1-B2FF-7BE9067237D9}" destId="{6D96FB7B-2853-490C-A366-6C0F040C0038}" srcOrd="0" destOrd="0" presId="urn:microsoft.com/office/officeart/2005/8/layout/chevron1"/>
    <dgm:cxn modelId="{8C06520B-D03C-4447-B69E-54B2E2778EBC}" type="presOf" srcId="{BA3C6DA5-1073-48ED-9FB6-52A62A35A7CD}" destId="{D127A53E-1FE7-4A98-B282-3BDC7AEDB89D}" srcOrd="0" destOrd="0" presId="urn:microsoft.com/office/officeart/2005/8/layout/chevron1"/>
    <dgm:cxn modelId="{D96C4188-3B52-498F-8E22-FA267B7B586D}" type="presParOf" srcId="{DD474C28-AAB1-41D9-AE11-DCCC3685DC47}" destId="{D127A53E-1FE7-4A98-B282-3BDC7AEDB89D}" srcOrd="0" destOrd="0" presId="urn:microsoft.com/office/officeart/2005/8/layout/chevron1"/>
    <dgm:cxn modelId="{BA53F9F8-E8B1-441A-BE22-986EBC60B209}" type="presParOf" srcId="{DD474C28-AAB1-41D9-AE11-DCCC3685DC47}" destId="{A516CE0B-3EA3-4807-B152-29027A152115}" srcOrd="1" destOrd="0" presId="urn:microsoft.com/office/officeart/2005/8/layout/chevron1"/>
    <dgm:cxn modelId="{007632CD-7E40-4FD0-ABF6-926A8B9D2C75}" type="presParOf" srcId="{DD474C28-AAB1-41D9-AE11-DCCC3685DC47}" destId="{6D96FB7B-2853-490C-A366-6C0F040C0038}" srcOrd="2" destOrd="0" presId="urn:microsoft.com/office/officeart/2005/8/layout/chevron1"/>
    <dgm:cxn modelId="{3613CEBC-46D0-4833-88EE-A08BD9580582}" type="presParOf" srcId="{DD474C28-AAB1-41D9-AE11-DCCC3685DC47}" destId="{635A8BA1-B624-4B2F-840E-DF3213A54C71}" srcOrd="3" destOrd="0" presId="urn:microsoft.com/office/officeart/2005/8/layout/chevron1"/>
    <dgm:cxn modelId="{AD6F9633-5B41-46D0-955A-D8E074E014B8}" type="presParOf" srcId="{DD474C28-AAB1-41D9-AE11-DCCC3685DC47}" destId="{13B50AA8-121B-4D94-84C0-2B50E28129F9}" srcOrd="4" destOrd="0" presId="urn:microsoft.com/office/officeart/2005/8/layout/chevron1"/>
    <dgm:cxn modelId="{B5B29E6E-81F7-460C-9CE8-21A56C19DEC5}" type="presParOf" srcId="{DD474C28-AAB1-41D9-AE11-DCCC3685DC47}" destId="{CDF7A0BD-AE0B-495C-9478-9D1F6F312863}" srcOrd="5" destOrd="0" presId="urn:microsoft.com/office/officeart/2005/8/layout/chevron1"/>
    <dgm:cxn modelId="{3A363191-7AF2-4C76-8F64-9E586DCBAC8C}" type="presParOf" srcId="{DD474C28-AAB1-41D9-AE11-DCCC3685DC47}" destId="{ABDF6EFC-67AE-4AAF-9151-4B579F5BFC21}" srcOrd="6" destOrd="0" presId="urn:microsoft.com/office/officeart/2005/8/layout/chevron1"/>
    <dgm:cxn modelId="{E4DCF52D-A777-43DA-A1E1-508B3716C375}" type="presParOf" srcId="{DD474C28-AAB1-41D9-AE11-DCCC3685DC47}" destId="{DAE3BCFE-98EE-459D-9BCC-92AFEE8FE024}" srcOrd="7" destOrd="0" presId="urn:microsoft.com/office/officeart/2005/8/layout/chevron1"/>
    <dgm:cxn modelId="{8B0EC095-17D1-4EAF-8B85-1362F5A1D545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D1FC12E1-3430-4FA0-B688-2DF9B6A0931F}" type="presOf" srcId="{B2A1563A-2247-4106-9675-1EF0EC6FF388}" destId="{DD474C28-AAB1-41D9-AE11-DCCC3685DC47}" srcOrd="0" destOrd="0" presId="urn:microsoft.com/office/officeart/2005/8/layout/chevron1"/>
    <dgm:cxn modelId="{0828AC56-5DA4-4A15-9641-21AC730A782B}" type="presOf" srcId="{04DA4679-2DAD-4121-A0D7-BEEACD3BC9FB}" destId="{13B50AA8-121B-4D94-84C0-2B50E28129F9}" srcOrd="0" destOrd="0" presId="urn:microsoft.com/office/officeart/2005/8/layout/chevron1"/>
    <dgm:cxn modelId="{0D2D7350-8568-42DF-BD6E-1B49F5B1962E}" type="presOf" srcId="{85F21AB3-C17C-48A1-B2FF-7BE9067237D9}" destId="{6D96FB7B-2853-490C-A366-6C0F040C0038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B5E4CEEA-084D-425C-9B43-0522069C740E}" type="presOf" srcId="{BA3C6DA5-1073-48ED-9FB6-52A62A35A7CD}" destId="{D127A53E-1FE7-4A98-B282-3BDC7AEDB89D}" srcOrd="0" destOrd="0" presId="urn:microsoft.com/office/officeart/2005/8/layout/chevron1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BF203324-B797-4B1C-8A15-53A61B575A5B}" type="presOf" srcId="{8F34ADC4-5C42-49BE-9AC7-4EFE24BD1749}" destId="{ABDF6EFC-67AE-4AAF-9151-4B579F5BFC21}" srcOrd="0" destOrd="0" presId="urn:microsoft.com/office/officeart/2005/8/layout/chevron1"/>
    <dgm:cxn modelId="{3225F3FF-9487-4E24-ABDF-C05D15A2A39B}" type="presOf" srcId="{728CD05F-F9C0-4A2C-B262-2722C11035DB}" destId="{C142FB18-2827-4A52-90AF-AD4A2D78350C}" srcOrd="0" destOrd="0" presId="urn:microsoft.com/office/officeart/2005/8/layout/chevron1"/>
    <dgm:cxn modelId="{A93B94EC-89F0-4B4F-B780-3043988B50C6}" type="presParOf" srcId="{DD474C28-AAB1-41D9-AE11-DCCC3685DC47}" destId="{D127A53E-1FE7-4A98-B282-3BDC7AEDB89D}" srcOrd="0" destOrd="0" presId="urn:microsoft.com/office/officeart/2005/8/layout/chevron1"/>
    <dgm:cxn modelId="{710CF895-AD8A-4B2C-A651-BAD49963689F}" type="presParOf" srcId="{DD474C28-AAB1-41D9-AE11-DCCC3685DC47}" destId="{A516CE0B-3EA3-4807-B152-29027A152115}" srcOrd="1" destOrd="0" presId="urn:microsoft.com/office/officeart/2005/8/layout/chevron1"/>
    <dgm:cxn modelId="{6106CAC6-80B4-4243-94C9-9FFA0A610BE9}" type="presParOf" srcId="{DD474C28-AAB1-41D9-AE11-DCCC3685DC47}" destId="{6D96FB7B-2853-490C-A366-6C0F040C0038}" srcOrd="2" destOrd="0" presId="urn:microsoft.com/office/officeart/2005/8/layout/chevron1"/>
    <dgm:cxn modelId="{EC270EB7-C71B-4FDD-9E46-20A243054741}" type="presParOf" srcId="{DD474C28-AAB1-41D9-AE11-DCCC3685DC47}" destId="{635A8BA1-B624-4B2F-840E-DF3213A54C71}" srcOrd="3" destOrd="0" presId="urn:microsoft.com/office/officeart/2005/8/layout/chevron1"/>
    <dgm:cxn modelId="{7A70BDB4-9A58-426B-A31F-DF9210F3B0FC}" type="presParOf" srcId="{DD474C28-AAB1-41D9-AE11-DCCC3685DC47}" destId="{13B50AA8-121B-4D94-84C0-2B50E28129F9}" srcOrd="4" destOrd="0" presId="urn:microsoft.com/office/officeart/2005/8/layout/chevron1"/>
    <dgm:cxn modelId="{486DA8D5-8FD0-4272-86B4-8B1F6760E7FF}" type="presParOf" srcId="{DD474C28-AAB1-41D9-AE11-DCCC3685DC47}" destId="{CDF7A0BD-AE0B-495C-9478-9D1F6F312863}" srcOrd="5" destOrd="0" presId="urn:microsoft.com/office/officeart/2005/8/layout/chevron1"/>
    <dgm:cxn modelId="{49457221-5927-46CD-B5E8-F95D65D5B237}" type="presParOf" srcId="{DD474C28-AAB1-41D9-AE11-DCCC3685DC47}" destId="{ABDF6EFC-67AE-4AAF-9151-4B579F5BFC21}" srcOrd="6" destOrd="0" presId="urn:microsoft.com/office/officeart/2005/8/layout/chevron1"/>
    <dgm:cxn modelId="{3142C814-B793-4204-B03E-C22DFDA40D23}" type="presParOf" srcId="{DD474C28-AAB1-41D9-AE11-DCCC3685DC47}" destId="{DAE3BCFE-98EE-459D-9BCC-92AFEE8FE024}" srcOrd="7" destOrd="0" presId="urn:microsoft.com/office/officeart/2005/8/layout/chevron1"/>
    <dgm:cxn modelId="{957CF292-9BF1-447C-8FF8-DFC83D3ED8B6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/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E57B8EF-056E-4E20-863F-B472BC3B0A91}" type="presOf" srcId="{728CD05F-F9C0-4A2C-B262-2722C11035DB}" destId="{C142FB18-2827-4A52-90AF-AD4A2D78350C}" srcOrd="0" destOrd="0" presId="urn:microsoft.com/office/officeart/2005/8/layout/chevron1"/>
    <dgm:cxn modelId="{15F82DFB-2153-48D4-8476-55A2774B2004}" type="presOf" srcId="{04DA4679-2DAD-4121-A0D7-BEEACD3BC9FB}" destId="{13B50AA8-121B-4D94-84C0-2B50E28129F9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9D36A49C-7DBF-4E48-B702-269EE9F207CD}" type="presOf" srcId="{85F21AB3-C17C-48A1-B2FF-7BE9067237D9}" destId="{6D96FB7B-2853-490C-A366-6C0F040C0038}" srcOrd="0" destOrd="0" presId="urn:microsoft.com/office/officeart/2005/8/layout/chevron1"/>
    <dgm:cxn modelId="{A129A392-E57B-4298-8A22-E21B9E619BD4}" type="presOf" srcId="{8F34ADC4-5C42-49BE-9AC7-4EFE24BD1749}" destId="{ABDF6EFC-67AE-4AAF-9151-4B579F5BFC21}" srcOrd="0" destOrd="0" presId="urn:microsoft.com/office/officeart/2005/8/layout/chevron1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1C0D09AF-DA61-47CF-8C6E-34A1AE4B5E10}" type="presOf" srcId="{BA3C6DA5-1073-48ED-9FB6-52A62A35A7CD}" destId="{D127A53E-1FE7-4A98-B282-3BDC7AEDB89D}" srcOrd="0" destOrd="0" presId="urn:microsoft.com/office/officeart/2005/8/layout/chevron1"/>
    <dgm:cxn modelId="{972D6C29-0EDB-45C1-9C4D-5529AD6AA005}" type="presOf" srcId="{B2A1563A-2247-4106-9675-1EF0EC6FF388}" destId="{DD474C28-AAB1-41D9-AE11-DCCC3685DC47}" srcOrd="0" destOrd="0" presId="urn:microsoft.com/office/officeart/2005/8/layout/chevron1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224D0778-B7A0-4131-8440-6C81E972D415}" type="presParOf" srcId="{DD474C28-AAB1-41D9-AE11-DCCC3685DC47}" destId="{D127A53E-1FE7-4A98-B282-3BDC7AEDB89D}" srcOrd="0" destOrd="0" presId="urn:microsoft.com/office/officeart/2005/8/layout/chevron1"/>
    <dgm:cxn modelId="{E8E00956-E6CE-4A7A-9ED6-875ADAAAA82E}" type="presParOf" srcId="{DD474C28-AAB1-41D9-AE11-DCCC3685DC47}" destId="{A516CE0B-3EA3-4807-B152-29027A152115}" srcOrd="1" destOrd="0" presId="urn:microsoft.com/office/officeart/2005/8/layout/chevron1"/>
    <dgm:cxn modelId="{A1ED8A7D-DA64-4F2A-B2B1-E3B9AAD3FFEA}" type="presParOf" srcId="{DD474C28-AAB1-41D9-AE11-DCCC3685DC47}" destId="{6D96FB7B-2853-490C-A366-6C0F040C0038}" srcOrd="2" destOrd="0" presId="urn:microsoft.com/office/officeart/2005/8/layout/chevron1"/>
    <dgm:cxn modelId="{CA2F28C4-BC94-4711-9356-3A728DBFB0C0}" type="presParOf" srcId="{DD474C28-AAB1-41D9-AE11-DCCC3685DC47}" destId="{635A8BA1-B624-4B2F-840E-DF3213A54C71}" srcOrd="3" destOrd="0" presId="urn:microsoft.com/office/officeart/2005/8/layout/chevron1"/>
    <dgm:cxn modelId="{EF7C5F78-46A9-4BB9-99E7-38615AEFC0F9}" type="presParOf" srcId="{DD474C28-AAB1-41D9-AE11-DCCC3685DC47}" destId="{13B50AA8-121B-4D94-84C0-2B50E28129F9}" srcOrd="4" destOrd="0" presId="urn:microsoft.com/office/officeart/2005/8/layout/chevron1"/>
    <dgm:cxn modelId="{91BDB2B8-9803-4E99-A00A-553FDCD41F55}" type="presParOf" srcId="{DD474C28-AAB1-41D9-AE11-DCCC3685DC47}" destId="{CDF7A0BD-AE0B-495C-9478-9D1F6F312863}" srcOrd="5" destOrd="0" presId="urn:microsoft.com/office/officeart/2005/8/layout/chevron1"/>
    <dgm:cxn modelId="{36EE77AF-191C-43F1-A628-880E32F73EB2}" type="presParOf" srcId="{DD474C28-AAB1-41D9-AE11-DCCC3685DC47}" destId="{ABDF6EFC-67AE-4AAF-9151-4B579F5BFC21}" srcOrd="6" destOrd="0" presId="urn:microsoft.com/office/officeart/2005/8/layout/chevron1"/>
    <dgm:cxn modelId="{325AB11C-66E6-4351-B620-2C04B93A5011}" type="presParOf" srcId="{DD474C28-AAB1-41D9-AE11-DCCC3685DC47}" destId="{DAE3BCFE-98EE-459D-9BCC-92AFEE8FE024}" srcOrd="7" destOrd="0" presId="urn:microsoft.com/office/officeart/2005/8/layout/chevron1"/>
    <dgm:cxn modelId="{DA183CC1-43FB-4505-8FDA-D71B21D08149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2A1563A-2247-4106-9675-1EF0EC6FF38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3C6DA5-1073-48ED-9FB6-52A62A35A7CD}">
      <dgm:prSet phldrT="[Text]"/>
      <dgm:spPr/>
      <dgm:t>
        <a:bodyPr/>
        <a:lstStyle/>
        <a:p>
          <a:r>
            <a:rPr lang="en-US" altLang="zh-TW" dirty="0" smtClean="0"/>
            <a:t>Motivation</a:t>
          </a:r>
          <a:endParaRPr lang="zh-TW" altLang="en-US" dirty="0"/>
        </a:p>
      </dgm:t>
    </dgm:pt>
    <dgm:pt modelId="{A476B2E5-D254-4457-A7C2-75E3351FFC19}" type="par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F50776F8-A17B-4C56-B498-879275A1D56F}" type="sibTrans" cxnId="{81DD7A55-6DFF-406F-BE76-EF1A536E8E40}">
      <dgm:prSet/>
      <dgm:spPr/>
      <dgm:t>
        <a:bodyPr/>
        <a:lstStyle/>
        <a:p>
          <a:endParaRPr lang="zh-TW" altLang="en-US"/>
        </a:p>
      </dgm:t>
    </dgm:pt>
    <dgm:pt modelId="{85F21AB3-C17C-48A1-B2FF-7BE9067237D9}">
      <dgm:prSet phldrT="[Text]"/>
      <dgm:spPr/>
      <dgm:t>
        <a:bodyPr/>
        <a:lstStyle/>
        <a:p>
          <a:r>
            <a:rPr lang="en-US" altLang="zh-TW" dirty="0" smtClean="0"/>
            <a:t>Challenge</a:t>
          </a:r>
          <a:endParaRPr lang="zh-TW" altLang="en-US" dirty="0"/>
        </a:p>
      </dgm:t>
    </dgm:pt>
    <dgm:pt modelId="{136ABE2C-6E75-4BAA-9452-73DDEDD48999}" type="par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21C455A8-53F5-47CE-B418-9B9D0C84F885}" type="sibTrans" cxnId="{A8D8B298-8183-4149-9B15-CA0EB6839E8F}">
      <dgm:prSet/>
      <dgm:spPr/>
      <dgm:t>
        <a:bodyPr/>
        <a:lstStyle/>
        <a:p>
          <a:endParaRPr lang="zh-TW" altLang="en-US"/>
        </a:p>
      </dgm:t>
    </dgm:pt>
    <dgm:pt modelId="{04DA4679-2DAD-4121-A0D7-BEEACD3BC9FB}">
      <dgm:prSet phldrT="[Text]"/>
      <dgm:spPr/>
      <dgm:t>
        <a:bodyPr/>
        <a:lstStyle/>
        <a:p>
          <a:r>
            <a:rPr lang="en-US" altLang="zh-TW" dirty="0" smtClean="0"/>
            <a:t>Solution</a:t>
          </a:r>
          <a:endParaRPr lang="zh-TW" altLang="en-US" dirty="0"/>
        </a:p>
      </dgm:t>
    </dgm:pt>
    <dgm:pt modelId="{77202EFD-A858-405A-99B5-013755C463FB}" type="par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DE8426EE-D826-45C7-A0DC-8F078217F644}" type="sibTrans" cxnId="{CFFB8432-7D6E-4BC7-86BA-E86CDD672949}">
      <dgm:prSet/>
      <dgm:spPr/>
      <dgm:t>
        <a:bodyPr/>
        <a:lstStyle/>
        <a:p>
          <a:endParaRPr lang="zh-TW" altLang="en-US"/>
        </a:p>
      </dgm:t>
    </dgm:pt>
    <dgm:pt modelId="{728CD05F-F9C0-4A2C-B262-2722C11035D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zh-TW" dirty="0" smtClean="0"/>
            <a:t>Conclusion</a:t>
          </a:r>
          <a:endParaRPr lang="zh-TW" altLang="en-US" dirty="0"/>
        </a:p>
      </dgm:t>
    </dgm:pt>
    <dgm:pt modelId="{383F5A74-F7B6-4511-8A76-B63699348B09}" type="par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2AE0B2AA-7EA4-45A8-B085-2A5EE2B702AF}" type="sibTrans" cxnId="{D38E3609-1ED4-4709-B566-9D04F743BE14}">
      <dgm:prSet/>
      <dgm:spPr/>
      <dgm:t>
        <a:bodyPr/>
        <a:lstStyle/>
        <a:p>
          <a:endParaRPr lang="zh-TW" altLang="en-US"/>
        </a:p>
      </dgm:t>
    </dgm:pt>
    <dgm:pt modelId="{8F34ADC4-5C42-49BE-9AC7-4EFE24BD1749}">
      <dgm:prSet phldrT="[Text]"/>
      <dgm:spPr/>
      <dgm:t>
        <a:bodyPr/>
        <a:lstStyle/>
        <a:p>
          <a:r>
            <a:rPr lang="en-US" altLang="zh-TW" dirty="0" smtClean="0"/>
            <a:t>Achievements</a:t>
          </a:r>
          <a:endParaRPr lang="zh-TW" altLang="en-US" dirty="0"/>
        </a:p>
      </dgm:t>
    </dgm:pt>
    <dgm:pt modelId="{B52E3288-048F-473C-9125-EB4EE11CD629}" type="par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0EAC042A-F747-4886-ACBF-B596C9B21919}" type="sibTrans" cxnId="{63C3B2B8-5828-41AB-A8E7-03CE8A2AC0F9}">
      <dgm:prSet/>
      <dgm:spPr/>
      <dgm:t>
        <a:bodyPr/>
        <a:lstStyle/>
        <a:p>
          <a:endParaRPr lang="zh-TW" altLang="en-US"/>
        </a:p>
      </dgm:t>
    </dgm:pt>
    <dgm:pt modelId="{DD474C28-AAB1-41D9-AE11-DCCC3685DC47}" type="pres">
      <dgm:prSet presAssocID="{B2A1563A-2247-4106-9675-1EF0EC6FF388}" presName="Name0" presStyleCnt="0">
        <dgm:presLayoutVars>
          <dgm:dir/>
          <dgm:animLvl val="lvl"/>
          <dgm:resizeHandles val="exact"/>
        </dgm:presLayoutVars>
      </dgm:prSet>
      <dgm:spPr/>
    </dgm:pt>
    <dgm:pt modelId="{D127A53E-1FE7-4A98-B282-3BDC7AEDB89D}" type="pres">
      <dgm:prSet presAssocID="{BA3C6DA5-1073-48ED-9FB6-52A62A35A7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16CE0B-3EA3-4807-B152-29027A152115}" type="pres">
      <dgm:prSet presAssocID="{F50776F8-A17B-4C56-B498-879275A1D56F}" presName="parTxOnlySpace" presStyleCnt="0"/>
      <dgm:spPr/>
    </dgm:pt>
    <dgm:pt modelId="{6D96FB7B-2853-490C-A366-6C0F040C0038}" type="pres">
      <dgm:prSet presAssocID="{85F21AB3-C17C-48A1-B2FF-7BE9067237D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35A8BA1-B624-4B2F-840E-DF3213A54C71}" type="pres">
      <dgm:prSet presAssocID="{21C455A8-53F5-47CE-B418-9B9D0C84F885}" presName="parTxOnlySpace" presStyleCnt="0"/>
      <dgm:spPr/>
    </dgm:pt>
    <dgm:pt modelId="{13B50AA8-121B-4D94-84C0-2B50E28129F9}" type="pres">
      <dgm:prSet presAssocID="{04DA4679-2DAD-4121-A0D7-BEEACD3BC9F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DF7A0BD-AE0B-495C-9478-9D1F6F312863}" type="pres">
      <dgm:prSet presAssocID="{DE8426EE-D826-45C7-A0DC-8F078217F644}" presName="parTxOnlySpace" presStyleCnt="0"/>
      <dgm:spPr/>
    </dgm:pt>
    <dgm:pt modelId="{ABDF6EFC-67AE-4AAF-9151-4B579F5BFC21}" type="pres">
      <dgm:prSet presAssocID="{8F34ADC4-5C42-49BE-9AC7-4EFE24BD174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AE3BCFE-98EE-459D-9BCC-92AFEE8FE024}" type="pres">
      <dgm:prSet presAssocID="{0EAC042A-F747-4886-ACBF-B596C9B21919}" presName="parTxOnlySpace" presStyleCnt="0"/>
      <dgm:spPr/>
    </dgm:pt>
    <dgm:pt modelId="{C142FB18-2827-4A52-90AF-AD4A2D78350C}" type="pres">
      <dgm:prSet presAssocID="{728CD05F-F9C0-4A2C-B262-2722C11035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D011477-96F8-48B9-B887-FDAA5EA63D4A}" type="presOf" srcId="{04DA4679-2DAD-4121-A0D7-BEEACD3BC9FB}" destId="{13B50AA8-121B-4D94-84C0-2B50E28129F9}" srcOrd="0" destOrd="0" presId="urn:microsoft.com/office/officeart/2005/8/layout/chevron1"/>
    <dgm:cxn modelId="{80285615-6F99-46B3-AA81-EDFC583AA0E6}" type="presOf" srcId="{85F21AB3-C17C-48A1-B2FF-7BE9067237D9}" destId="{6D96FB7B-2853-490C-A366-6C0F040C0038}" srcOrd="0" destOrd="0" presId="urn:microsoft.com/office/officeart/2005/8/layout/chevron1"/>
    <dgm:cxn modelId="{AB8C80CD-61F7-4B13-9EC4-AE5C41F3D93C}" type="presOf" srcId="{B2A1563A-2247-4106-9675-1EF0EC6FF388}" destId="{DD474C28-AAB1-41D9-AE11-DCCC3685DC47}" srcOrd="0" destOrd="0" presId="urn:microsoft.com/office/officeart/2005/8/layout/chevron1"/>
    <dgm:cxn modelId="{B758978F-4AEE-4F7C-9B14-01460C741458}" type="presOf" srcId="{728CD05F-F9C0-4A2C-B262-2722C11035DB}" destId="{C142FB18-2827-4A52-90AF-AD4A2D78350C}" srcOrd="0" destOrd="0" presId="urn:microsoft.com/office/officeart/2005/8/layout/chevron1"/>
    <dgm:cxn modelId="{506AA580-D888-4AC7-B8DB-D6D4FCE136AB}" type="presOf" srcId="{8F34ADC4-5C42-49BE-9AC7-4EFE24BD1749}" destId="{ABDF6EFC-67AE-4AAF-9151-4B579F5BFC21}" srcOrd="0" destOrd="0" presId="urn:microsoft.com/office/officeart/2005/8/layout/chevron1"/>
    <dgm:cxn modelId="{81DD7A55-6DFF-406F-BE76-EF1A536E8E40}" srcId="{B2A1563A-2247-4106-9675-1EF0EC6FF388}" destId="{BA3C6DA5-1073-48ED-9FB6-52A62A35A7CD}" srcOrd="0" destOrd="0" parTransId="{A476B2E5-D254-4457-A7C2-75E3351FFC19}" sibTransId="{F50776F8-A17B-4C56-B498-879275A1D56F}"/>
    <dgm:cxn modelId="{A8D8B298-8183-4149-9B15-CA0EB6839E8F}" srcId="{B2A1563A-2247-4106-9675-1EF0EC6FF388}" destId="{85F21AB3-C17C-48A1-B2FF-7BE9067237D9}" srcOrd="1" destOrd="0" parTransId="{136ABE2C-6E75-4BAA-9452-73DDEDD48999}" sibTransId="{21C455A8-53F5-47CE-B418-9B9D0C84F885}"/>
    <dgm:cxn modelId="{CFFB8432-7D6E-4BC7-86BA-E86CDD672949}" srcId="{B2A1563A-2247-4106-9675-1EF0EC6FF388}" destId="{04DA4679-2DAD-4121-A0D7-BEEACD3BC9FB}" srcOrd="2" destOrd="0" parTransId="{77202EFD-A858-405A-99B5-013755C463FB}" sibTransId="{DE8426EE-D826-45C7-A0DC-8F078217F644}"/>
    <dgm:cxn modelId="{D38E3609-1ED4-4709-B566-9D04F743BE14}" srcId="{B2A1563A-2247-4106-9675-1EF0EC6FF388}" destId="{728CD05F-F9C0-4A2C-B262-2722C11035DB}" srcOrd="4" destOrd="0" parTransId="{383F5A74-F7B6-4511-8A76-B63699348B09}" sibTransId="{2AE0B2AA-7EA4-45A8-B085-2A5EE2B702AF}"/>
    <dgm:cxn modelId="{63C3B2B8-5828-41AB-A8E7-03CE8A2AC0F9}" srcId="{B2A1563A-2247-4106-9675-1EF0EC6FF388}" destId="{8F34ADC4-5C42-49BE-9AC7-4EFE24BD1749}" srcOrd="3" destOrd="0" parTransId="{B52E3288-048F-473C-9125-EB4EE11CD629}" sibTransId="{0EAC042A-F747-4886-ACBF-B596C9B21919}"/>
    <dgm:cxn modelId="{BE52391F-76E1-4AA3-8749-835244123BEE}" type="presOf" srcId="{BA3C6DA5-1073-48ED-9FB6-52A62A35A7CD}" destId="{D127A53E-1FE7-4A98-B282-3BDC7AEDB89D}" srcOrd="0" destOrd="0" presId="urn:microsoft.com/office/officeart/2005/8/layout/chevron1"/>
    <dgm:cxn modelId="{10200950-D18F-41DE-AF63-C820EFDC93B5}" type="presParOf" srcId="{DD474C28-AAB1-41D9-AE11-DCCC3685DC47}" destId="{D127A53E-1FE7-4A98-B282-3BDC7AEDB89D}" srcOrd="0" destOrd="0" presId="urn:microsoft.com/office/officeart/2005/8/layout/chevron1"/>
    <dgm:cxn modelId="{6A97E727-4BC1-4A13-AFE6-E9581B9DF422}" type="presParOf" srcId="{DD474C28-AAB1-41D9-AE11-DCCC3685DC47}" destId="{A516CE0B-3EA3-4807-B152-29027A152115}" srcOrd="1" destOrd="0" presId="urn:microsoft.com/office/officeart/2005/8/layout/chevron1"/>
    <dgm:cxn modelId="{77D3D80B-9AB5-4C6A-8092-2B1663603750}" type="presParOf" srcId="{DD474C28-AAB1-41D9-AE11-DCCC3685DC47}" destId="{6D96FB7B-2853-490C-A366-6C0F040C0038}" srcOrd="2" destOrd="0" presId="urn:microsoft.com/office/officeart/2005/8/layout/chevron1"/>
    <dgm:cxn modelId="{915D0978-76FF-4AE4-95BF-CF83B74DFEA7}" type="presParOf" srcId="{DD474C28-AAB1-41D9-AE11-DCCC3685DC47}" destId="{635A8BA1-B624-4B2F-840E-DF3213A54C71}" srcOrd="3" destOrd="0" presId="urn:microsoft.com/office/officeart/2005/8/layout/chevron1"/>
    <dgm:cxn modelId="{A5F65F0A-1463-468F-9737-2361A8BB5ACD}" type="presParOf" srcId="{DD474C28-AAB1-41D9-AE11-DCCC3685DC47}" destId="{13B50AA8-121B-4D94-84C0-2B50E28129F9}" srcOrd="4" destOrd="0" presId="urn:microsoft.com/office/officeart/2005/8/layout/chevron1"/>
    <dgm:cxn modelId="{5A1773BE-0657-4870-A6DE-24FDAF37BA1E}" type="presParOf" srcId="{DD474C28-AAB1-41D9-AE11-DCCC3685DC47}" destId="{CDF7A0BD-AE0B-495C-9478-9D1F6F312863}" srcOrd="5" destOrd="0" presId="urn:microsoft.com/office/officeart/2005/8/layout/chevron1"/>
    <dgm:cxn modelId="{9F1363F1-4A38-419E-847E-6EA6EE8BDC23}" type="presParOf" srcId="{DD474C28-AAB1-41D9-AE11-DCCC3685DC47}" destId="{ABDF6EFC-67AE-4AAF-9151-4B579F5BFC21}" srcOrd="6" destOrd="0" presId="urn:microsoft.com/office/officeart/2005/8/layout/chevron1"/>
    <dgm:cxn modelId="{0B7A32C4-3D1F-4EA2-833C-9F813821C9E4}" type="presParOf" srcId="{DD474C28-AAB1-41D9-AE11-DCCC3685DC47}" destId="{DAE3BCFE-98EE-459D-9BCC-92AFEE8FE024}" srcOrd="7" destOrd="0" presId="urn:microsoft.com/office/officeart/2005/8/layout/chevron1"/>
    <dgm:cxn modelId="{F706FFED-0125-4889-B427-B412F6559135}" type="presParOf" srcId="{DD474C28-AAB1-41D9-AE11-DCCC3685DC47}" destId="{C142FB18-2827-4A52-90AF-AD4A2D78350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E69FE3F-4E64-4AB4-B244-4AEE8B87AFF8}">
      <dsp:nvSpPr>
        <dsp:cNvPr id="0" name=""/>
        <dsp:cNvSpPr/>
      </dsp:nvSpPr>
      <dsp:spPr>
        <a:xfrm>
          <a:off x="2359" y="0"/>
          <a:ext cx="2875091" cy="552449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Symmetric Computing</a:t>
          </a:r>
          <a:endParaRPr lang="zh-TW" altLang="en-US" sz="1800" kern="1200" dirty="0"/>
        </a:p>
      </dsp:txBody>
      <dsp:txXfrm>
        <a:off x="2359" y="0"/>
        <a:ext cx="2875091" cy="552449"/>
      </dsp:txXfrm>
    </dsp:sp>
    <dsp:sp modelId="{68CA9A4B-7945-4496-9573-0A8A14EAC5B7}">
      <dsp:nvSpPr>
        <dsp:cNvPr id="0" name=""/>
        <dsp:cNvSpPr/>
      </dsp:nvSpPr>
      <dsp:spPr>
        <a:xfrm>
          <a:off x="2589941" y="0"/>
          <a:ext cx="2875091" cy="5524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Asymmetric Computing</a:t>
          </a:r>
          <a:endParaRPr lang="zh-TW" altLang="en-US" sz="1800" kern="1200" dirty="0"/>
        </a:p>
      </dsp:txBody>
      <dsp:txXfrm>
        <a:off x="2589941" y="0"/>
        <a:ext cx="2875091" cy="552449"/>
      </dsp:txXfrm>
    </dsp:sp>
    <dsp:sp modelId="{CA4F8CA1-AE21-4A75-AB7F-F8EE436E1267}">
      <dsp:nvSpPr>
        <dsp:cNvPr id="0" name=""/>
        <dsp:cNvSpPr/>
      </dsp:nvSpPr>
      <dsp:spPr>
        <a:xfrm>
          <a:off x="5177523" y="0"/>
          <a:ext cx="2875091" cy="552449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Heterogeneous Computing</a:t>
          </a:r>
          <a:endParaRPr lang="zh-TW" altLang="en-US" sz="1800" kern="1200" dirty="0"/>
        </a:p>
      </dsp:txBody>
      <dsp:txXfrm>
        <a:off x="5177523" y="0"/>
        <a:ext cx="2875091" cy="55244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E69FE3F-4E64-4AB4-B244-4AEE8B87AFF8}">
      <dsp:nvSpPr>
        <dsp:cNvPr id="0" name=""/>
        <dsp:cNvSpPr/>
      </dsp:nvSpPr>
      <dsp:spPr>
        <a:xfrm>
          <a:off x="2340" y="0"/>
          <a:ext cx="2851859" cy="5524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Symmetric Computing</a:t>
          </a:r>
          <a:endParaRPr lang="zh-TW" altLang="en-US" sz="1800" kern="1200" dirty="0"/>
        </a:p>
      </dsp:txBody>
      <dsp:txXfrm>
        <a:off x="2340" y="0"/>
        <a:ext cx="2851859" cy="552449"/>
      </dsp:txXfrm>
    </dsp:sp>
    <dsp:sp modelId="{68CA9A4B-7945-4496-9573-0A8A14EAC5B7}">
      <dsp:nvSpPr>
        <dsp:cNvPr id="0" name=""/>
        <dsp:cNvSpPr/>
      </dsp:nvSpPr>
      <dsp:spPr>
        <a:xfrm>
          <a:off x="2579688" y="0"/>
          <a:ext cx="2851859" cy="552449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Asymmetric Computing</a:t>
          </a:r>
          <a:endParaRPr lang="zh-TW" altLang="en-US" sz="1800" kern="1200" dirty="0"/>
        </a:p>
      </dsp:txBody>
      <dsp:txXfrm>
        <a:off x="2579688" y="0"/>
        <a:ext cx="2851859" cy="552449"/>
      </dsp:txXfrm>
    </dsp:sp>
    <dsp:sp modelId="{CA4F8CA1-AE21-4A75-AB7F-F8EE436E1267}">
      <dsp:nvSpPr>
        <dsp:cNvPr id="0" name=""/>
        <dsp:cNvSpPr/>
      </dsp:nvSpPr>
      <dsp:spPr>
        <a:xfrm>
          <a:off x="5135687" y="0"/>
          <a:ext cx="2851859" cy="552449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Heterogeneous Computing</a:t>
          </a:r>
          <a:endParaRPr lang="zh-TW" altLang="en-US" sz="1800" kern="1200" dirty="0"/>
        </a:p>
      </dsp:txBody>
      <dsp:txXfrm>
        <a:off x="5135687" y="0"/>
        <a:ext cx="2851859" cy="552449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E69FE3F-4E64-4AB4-B244-4AEE8B87AFF8}">
      <dsp:nvSpPr>
        <dsp:cNvPr id="0" name=""/>
        <dsp:cNvSpPr/>
      </dsp:nvSpPr>
      <dsp:spPr>
        <a:xfrm>
          <a:off x="0" y="0"/>
          <a:ext cx="2875091" cy="5524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Symmetric Computing</a:t>
          </a:r>
          <a:endParaRPr lang="zh-TW" altLang="en-US" sz="1800" kern="1200" dirty="0"/>
        </a:p>
      </dsp:txBody>
      <dsp:txXfrm>
        <a:off x="0" y="0"/>
        <a:ext cx="2875091" cy="552449"/>
      </dsp:txXfrm>
    </dsp:sp>
    <dsp:sp modelId="{68CA9A4B-7945-4496-9573-0A8A14EAC5B7}">
      <dsp:nvSpPr>
        <dsp:cNvPr id="0" name=""/>
        <dsp:cNvSpPr/>
      </dsp:nvSpPr>
      <dsp:spPr>
        <a:xfrm>
          <a:off x="2589941" y="0"/>
          <a:ext cx="2875091" cy="552449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Asymmetric Computing</a:t>
          </a:r>
          <a:endParaRPr lang="zh-TW" altLang="en-US" sz="1800" kern="1200" dirty="0"/>
        </a:p>
      </dsp:txBody>
      <dsp:txXfrm>
        <a:off x="2589941" y="0"/>
        <a:ext cx="2875091" cy="552449"/>
      </dsp:txXfrm>
    </dsp:sp>
    <dsp:sp modelId="{CA4F8CA1-AE21-4A75-AB7F-F8EE436E1267}">
      <dsp:nvSpPr>
        <dsp:cNvPr id="0" name=""/>
        <dsp:cNvSpPr/>
      </dsp:nvSpPr>
      <dsp:spPr>
        <a:xfrm>
          <a:off x="5177523" y="0"/>
          <a:ext cx="2875091" cy="552449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b="1" kern="1200" dirty="0" smtClean="0"/>
            <a:t>Heterogeneous Computing</a:t>
          </a:r>
          <a:endParaRPr lang="zh-TW" altLang="en-US" sz="1800" b="1" kern="1200" dirty="0"/>
        </a:p>
      </dsp:txBody>
      <dsp:txXfrm>
        <a:off x="5177523" y="0"/>
        <a:ext cx="2875091" cy="55244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26F5709-A4A8-4173-AC68-7C6441639D58}">
      <dsp:nvSpPr>
        <dsp:cNvPr id="0" name=""/>
        <dsp:cNvSpPr/>
      </dsp:nvSpPr>
      <dsp:spPr>
        <a:xfrm rot="5400000">
          <a:off x="-193322" y="195586"/>
          <a:ext cx="1288814" cy="902170"/>
        </a:xfrm>
        <a:prstGeom prst="chevron">
          <a:avLst/>
        </a:prstGeom>
        <a:noFill/>
        <a:ln w="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600" b="1" kern="1200" dirty="0">
            <a:solidFill>
              <a:schemeClr val="bg1"/>
            </a:solidFill>
          </a:endParaRPr>
        </a:p>
      </dsp:txBody>
      <dsp:txXfrm rot="5400000">
        <a:off x="-193322" y="195586"/>
        <a:ext cx="1288814" cy="902170"/>
      </dsp:txXfrm>
    </dsp:sp>
    <dsp:sp modelId="{33B14EC7-5FA6-4F36-B716-D581584E749C}">
      <dsp:nvSpPr>
        <dsp:cNvPr id="0" name=""/>
        <dsp:cNvSpPr/>
      </dsp:nvSpPr>
      <dsp:spPr>
        <a:xfrm rot="5400000">
          <a:off x="1708620" y="-804185"/>
          <a:ext cx="837729" cy="2450629"/>
        </a:xfrm>
        <a:prstGeom prst="round2SameRect">
          <a:avLst/>
        </a:prstGeom>
        <a:noFill/>
        <a:ln w="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TW" altLang="en-US" sz="1700" kern="1200" dirty="0">
            <a:solidFill>
              <a:schemeClr val="bg1"/>
            </a:solidFill>
          </a:endParaRPr>
        </a:p>
      </dsp:txBody>
      <dsp:txXfrm rot="5400000">
        <a:off x="1708620" y="-804185"/>
        <a:ext cx="837729" cy="2450629"/>
      </dsp:txXfrm>
    </dsp:sp>
    <dsp:sp modelId="{00848250-A274-4406-B580-DEA66B0A5AC2}">
      <dsp:nvSpPr>
        <dsp:cNvPr id="0" name=""/>
        <dsp:cNvSpPr/>
      </dsp:nvSpPr>
      <dsp:spPr>
        <a:xfrm rot="5400000">
          <a:off x="-193322" y="1339614"/>
          <a:ext cx="1288814" cy="902170"/>
        </a:xfrm>
        <a:prstGeom prst="chevron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600" b="1" kern="1200" dirty="0">
            <a:solidFill>
              <a:srgbClr val="FF0000"/>
            </a:solidFill>
          </a:endParaRPr>
        </a:p>
      </dsp:txBody>
      <dsp:txXfrm rot="5400000">
        <a:off x="-193322" y="1339614"/>
        <a:ext cx="1288814" cy="902170"/>
      </dsp:txXfrm>
    </dsp:sp>
    <dsp:sp modelId="{6C16CE3C-5904-4D47-A34F-0C6F380E6676}">
      <dsp:nvSpPr>
        <dsp:cNvPr id="0" name=""/>
        <dsp:cNvSpPr/>
      </dsp:nvSpPr>
      <dsp:spPr>
        <a:xfrm rot="5400000">
          <a:off x="1708620" y="339842"/>
          <a:ext cx="837729" cy="24506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TW" altLang="en-US" sz="1700" kern="1200" dirty="0">
            <a:solidFill>
              <a:srgbClr val="0000FF"/>
            </a:solidFill>
          </a:endParaRPr>
        </a:p>
      </dsp:txBody>
      <dsp:txXfrm rot="5400000">
        <a:off x="1708620" y="339842"/>
        <a:ext cx="837729" cy="2450629"/>
      </dsp:txXfrm>
    </dsp:sp>
    <dsp:sp modelId="{D48B39C0-F040-493E-BD32-3EA514D7F1F7}">
      <dsp:nvSpPr>
        <dsp:cNvPr id="0" name=""/>
        <dsp:cNvSpPr/>
      </dsp:nvSpPr>
      <dsp:spPr>
        <a:xfrm rot="5400000">
          <a:off x="-193322" y="2483643"/>
          <a:ext cx="1288814" cy="902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solidFill>
                <a:srgbClr val="0000FF"/>
              </a:solidFill>
            </a:rPr>
            <a:t>Little Core</a:t>
          </a:r>
          <a:endParaRPr lang="zh-TW" altLang="en-US" sz="1600" b="1" kern="1200" dirty="0">
            <a:solidFill>
              <a:srgbClr val="0000FF"/>
            </a:solidFill>
          </a:endParaRPr>
        </a:p>
      </dsp:txBody>
      <dsp:txXfrm rot="5400000">
        <a:off x="-193322" y="2483643"/>
        <a:ext cx="1288814" cy="902170"/>
      </dsp:txXfrm>
    </dsp:sp>
    <dsp:sp modelId="{8CCDE64B-D4D7-417A-B810-5E00DF18FA5E}">
      <dsp:nvSpPr>
        <dsp:cNvPr id="0" name=""/>
        <dsp:cNvSpPr/>
      </dsp:nvSpPr>
      <dsp:spPr>
        <a:xfrm rot="5400000">
          <a:off x="1708620" y="1483870"/>
          <a:ext cx="837729" cy="24506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00FF"/>
              </a:solidFill>
            </a:rPr>
            <a:t>Household Applications</a:t>
          </a:r>
          <a:endParaRPr lang="zh-TW" altLang="en-US" sz="1700" kern="1200" dirty="0">
            <a:solidFill>
              <a:srgbClr val="0000FF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00FF"/>
              </a:solidFill>
            </a:rPr>
            <a:t>Light-load Tasks</a:t>
          </a:r>
          <a:endParaRPr lang="zh-TW" altLang="en-US" sz="1700" kern="1200" dirty="0">
            <a:solidFill>
              <a:srgbClr val="0000FF"/>
            </a:solidFill>
          </a:endParaRPr>
        </a:p>
      </dsp:txBody>
      <dsp:txXfrm rot="5400000">
        <a:off x="1708620" y="1483870"/>
        <a:ext cx="837729" cy="2450629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26F5709-A4A8-4173-AC68-7C6441639D58}">
      <dsp:nvSpPr>
        <dsp:cNvPr id="0" name=""/>
        <dsp:cNvSpPr/>
      </dsp:nvSpPr>
      <dsp:spPr>
        <a:xfrm rot="5400000">
          <a:off x="-193322" y="195586"/>
          <a:ext cx="1288814" cy="902170"/>
        </a:xfrm>
        <a:prstGeom prst="chevron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600" b="1" kern="1200" dirty="0">
            <a:solidFill>
              <a:schemeClr val="bg1"/>
            </a:solidFill>
          </a:endParaRPr>
        </a:p>
      </dsp:txBody>
      <dsp:txXfrm rot="5400000">
        <a:off x="-193322" y="195586"/>
        <a:ext cx="1288814" cy="902170"/>
      </dsp:txXfrm>
    </dsp:sp>
    <dsp:sp modelId="{33B14EC7-5FA6-4F36-B716-D581584E749C}">
      <dsp:nvSpPr>
        <dsp:cNvPr id="0" name=""/>
        <dsp:cNvSpPr/>
      </dsp:nvSpPr>
      <dsp:spPr>
        <a:xfrm rot="5400000">
          <a:off x="1708620" y="-804185"/>
          <a:ext cx="837729" cy="2450629"/>
        </a:xfrm>
        <a:prstGeom prst="round2Same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TW" altLang="en-US" sz="1700" kern="1200" dirty="0">
            <a:solidFill>
              <a:schemeClr val="bg1"/>
            </a:solidFill>
          </a:endParaRPr>
        </a:p>
      </dsp:txBody>
      <dsp:txXfrm rot="5400000">
        <a:off x="1708620" y="-804185"/>
        <a:ext cx="837729" cy="2450629"/>
      </dsp:txXfrm>
    </dsp:sp>
    <dsp:sp modelId="{00848250-A274-4406-B580-DEA66B0A5AC2}">
      <dsp:nvSpPr>
        <dsp:cNvPr id="0" name=""/>
        <dsp:cNvSpPr/>
      </dsp:nvSpPr>
      <dsp:spPr>
        <a:xfrm rot="5400000">
          <a:off x="-193322" y="1339614"/>
          <a:ext cx="1288814" cy="902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solidFill>
                <a:srgbClr val="FF0000"/>
              </a:solidFill>
            </a:rPr>
            <a:t>Big Core</a:t>
          </a:r>
          <a:endParaRPr lang="zh-TW" altLang="en-US" sz="1600" b="1" kern="1200" dirty="0">
            <a:solidFill>
              <a:srgbClr val="FF0000"/>
            </a:solidFill>
          </a:endParaRPr>
        </a:p>
      </dsp:txBody>
      <dsp:txXfrm rot="5400000">
        <a:off x="-193322" y="1339614"/>
        <a:ext cx="1288814" cy="902170"/>
      </dsp:txXfrm>
    </dsp:sp>
    <dsp:sp modelId="{6C16CE3C-5904-4D47-A34F-0C6F380E6676}">
      <dsp:nvSpPr>
        <dsp:cNvPr id="0" name=""/>
        <dsp:cNvSpPr/>
      </dsp:nvSpPr>
      <dsp:spPr>
        <a:xfrm rot="5400000">
          <a:off x="1708620" y="339842"/>
          <a:ext cx="837729" cy="24506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FF0000"/>
              </a:solidFill>
            </a:rPr>
            <a:t>Serial Computing</a:t>
          </a:r>
          <a:endParaRPr lang="zh-TW" altLang="en-US" sz="1700" kern="1200" dirty="0">
            <a:solidFill>
              <a:srgbClr val="0000FF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FF0000"/>
              </a:solidFill>
            </a:rPr>
            <a:t>Heavy-load Tasks</a:t>
          </a:r>
          <a:endParaRPr lang="zh-TW" altLang="en-US" sz="1700" kern="1200" dirty="0">
            <a:solidFill>
              <a:srgbClr val="FF0000"/>
            </a:solidFill>
          </a:endParaRPr>
        </a:p>
      </dsp:txBody>
      <dsp:txXfrm rot="5400000">
        <a:off x="1708620" y="339842"/>
        <a:ext cx="837729" cy="2450629"/>
      </dsp:txXfrm>
    </dsp:sp>
    <dsp:sp modelId="{D48B39C0-F040-493E-BD32-3EA514D7F1F7}">
      <dsp:nvSpPr>
        <dsp:cNvPr id="0" name=""/>
        <dsp:cNvSpPr/>
      </dsp:nvSpPr>
      <dsp:spPr>
        <a:xfrm rot="5400000">
          <a:off x="-193322" y="2483643"/>
          <a:ext cx="1288814" cy="902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solidFill>
                <a:srgbClr val="0000FF"/>
              </a:solidFill>
            </a:rPr>
            <a:t>Little Core</a:t>
          </a:r>
          <a:endParaRPr lang="zh-TW" altLang="en-US" sz="1600" b="1" kern="1200" dirty="0">
            <a:solidFill>
              <a:srgbClr val="0000FF"/>
            </a:solidFill>
          </a:endParaRPr>
        </a:p>
      </dsp:txBody>
      <dsp:txXfrm rot="5400000">
        <a:off x="-193322" y="2483643"/>
        <a:ext cx="1288814" cy="902170"/>
      </dsp:txXfrm>
    </dsp:sp>
    <dsp:sp modelId="{8CCDE64B-D4D7-417A-B810-5E00DF18FA5E}">
      <dsp:nvSpPr>
        <dsp:cNvPr id="0" name=""/>
        <dsp:cNvSpPr/>
      </dsp:nvSpPr>
      <dsp:spPr>
        <a:xfrm rot="5400000">
          <a:off x="1708620" y="1483870"/>
          <a:ext cx="837729" cy="24506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00FF"/>
              </a:solidFill>
            </a:rPr>
            <a:t>Household Applications</a:t>
          </a:r>
          <a:endParaRPr lang="zh-TW" altLang="en-US" sz="1700" kern="1200" dirty="0">
            <a:solidFill>
              <a:srgbClr val="0000FF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00FF"/>
              </a:solidFill>
            </a:rPr>
            <a:t>Light-load Tasks</a:t>
          </a:r>
          <a:endParaRPr lang="zh-TW" altLang="en-US" sz="1700" kern="1200" dirty="0">
            <a:solidFill>
              <a:srgbClr val="0000FF"/>
            </a:solidFill>
          </a:endParaRPr>
        </a:p>
      </dsp:txBody>
      <dsp:txXfrm rot="5400000">
        <a:off x="1708620" y="1483870"/>
        <a:ext cx="837729" cy="2450629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26F5709-A4A8-4173-AC68-7C6441639D58}">
      <dsp:nvSpPr>
        <dsp:cNvPr id="0" name=""/>
        <dsp:cNvSpPr/>
      </dsp:nvSpPr>
      <dsp:spPr>
        <a:xfrm rot="5400000">
          <a:off x="-193322" y="195586"/>
          <a:ext cx="1288814" cy="902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solidFill>
                <a:schemeClr val="bg1"/>
              </a:solidFill>
            </a:rPr>
            <a:t>GPU</a:t>
          </a:r>
          <a:endParaRPr lang="zh-TW" altLang="en-US" sz="1600" b="1" kern="1200" dirty="0">
            <a:solidFill>
              <a:schemeClr val="bg1"/>
            </a:solidFill>
          </a:endParaRPr>
        </a:p>
      </dsp:txBody>
      <dsp:txXfrm rot="5400000">
        <a:off x="-193322" y="195586"/>
        <a:ext cx="1288814" cy="902170"/>
      </dsp:txXfrm>
    </dsp:sp>
    <dsp:sp modelId="{33B14EC7-5FA6-4F36-B716-D581584E749C}">
      <dsp:nvSpPr>
        <dsp:cNvPr id="0" name=""/>
        <dsp:cNvSpPr/>
      </dsp:nvSpPr>
      <dsp:spPr>
        <a:xfrm rot="5400000">
          <a:off x="1708620" y="-804185"/>
          <a:ext cx="837729" cy="2450629"/>
        </a:xfrm>
        <a:prstGeom prst="round2SameRect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B050"/>
              </a:solidFill>
            </a:rPr>
            <a:t>Intensive Computing</a:t>
          </a:r>
          <a:endParaRPr lang="zh-TW" altLang="en-US" sz="1700" kern="1200" dirty="0">
            <a:solidFill>
              <a:srgbClr val="00B050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B050"/>
              </a:solidFill>
            </a:rPr>
            <a:t>Parallel Algorithms</a:t>
          </a:r>
          <a:endParaRPr lang="zh-TW" altLang="en-US" sz="1700" kern="1200" dirty="0">
            <a:solidFill>
              <a:srgbClr val="00B050"/>
            </a:solidFill>
          </a:endParaRPr>
        </a:p>
      </dsp:txBody>
      <dsp:txXfrm rot="5400000">
        <a:off x="1708620" y="-804185"/>
        <a:ext cx="837729" cy="2450629"/>
      </dsp:txXfrm>
    </dsp:sp>
    <dsp:sp modelId="{00848250-A274-4406-B580-DEA66B0A5AC2}">
      <dsp:nvSpPr>
        <dsp:cNvPr id="0" name=""/>
        <dsp:cNvSpPr/>
      </dsp:nvSpPr>
      <dsp:spPr>
        <a:xfrm rot="5400000">
          <a:off x="-193322" y="1339614"/>
          <a:ext cx="1288814" cy="902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solidFill>
                <a:srgbClr val="FF0000"/>
              </a:solidFill>
            </a:rPr>
            <a:t>Big Core</a:t>
          </a:r>
          <a:endParaRPr lang="zh-TW" altLang="en-US" sz="1600" b="1" kern="1200" dirty="0">
            <a:solidFill>
              <a:srgbClr val="FF0000"/>
            </a:solidFill>
          </a:endParaRPr>
        </a:p>
      </dsp:txBody>
      <dsp:txXfrm rot="5400000">
        <a:off x="-193322" y="1339614"/>
        <a:ext cx="1288814" cy="902170"/>
      </dsp:txXfrm>
    </dsp:sp>
    <dsp:sp modelId="{6C16CE3C-5904-4D47-A34F-0C6F380E6676}">
      <dsp:nvSpPr>
        <dsp:cNvPr id="0" name=""/>
        <dsp:cNvSpPr/>
      </dsp:nvSpPr>
      <dsp:spPr>
        <a:xfrm rot="5400000">
          <a:off x="1708620" y="339842"/>
          <a:ext cx="837729" cy="24506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FF0000"/>
              </a:solidFill>
            </a:rPr>
            <a:t>Serial Computing</a:t>
          </a:r>
          <a:endParaRPr lang="zh-TW" altLang="en-US" sz="1700" kern="1200" dirty="0">
            <a:solidFill>
              <a:srgbClr val="0000FF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FF0000"/>
              </a:solidFill>
            </a:rPr>
            <a:t>Heavy-load Tasks</a:t>
          </a:r>
          <a:endParaRPr lang="zh-TW" altLang="en-US" sz="1700" kern="1200" dirty="0">
            <a:solidFill>
              <a:srgbClr val="FF0000"/>
            </a:solidFill>
          </a:endParaRPr>
        </a:p>
      </dsp:txBody>
      <dsp:txXfrm rot="5400000">
        <a:off x="1708620" y="339842"/>
        <a:ext cx="837729" cy="2450629"/>
      </dsp:txXfrm>
    </dsp:sp>
    <dsp:sp modelId="{D48B39C0-F040-493E-BD32-3EA514D7F1F7}">
      <dsp:nvSpPr>
        <dsp:cNvPr id="0" name=""/>
        <dsp:cNvSpPr/>
      </dsp:nvSpPr>
      <dsp:spPr>
        <a:xfrm rot="5400000">
          <a:off x="-193322" y="2483643"/>
          <a:ext cx="1288814" cy="902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solidFill>
                <a:srgbClr val="0000FF"/>
              </a:solidFill>
            </a:rPr>
            <a:t>Little Core</a:t>
          </a:r>
          <a:endParaRPr lang="zh-TW" altLang="en-US" sz="1600" b="1" kern="1200" dirty="0">
            <a:solidFill>
              <a:srgbClr val="0000FF"/>
            </a:solidFill>
          </a:endParaRPr>
        </a:p>
      </dsp:txBody>
      <dsp:txXfrm rot="5400000">
        <a:off x="-193322" y="2483643"/>
        <a:ext cx="1288814" cy="902170"/>
      </dsp:txXfrm>
    </dsp:sp>
    <dsp:sp modelId="{8CCDE64B-D4D7-417A-B810-5E00DF18FA5E}">
      <dsp:nvSpPr>
        <dsp:cNvPr id="0" name=""/>
        <dsp:cNvSpPr/>
      </dsp:nvSpPr>
      <dsp:spPr>
        <a:xfrm rot="5400000">
          <a:off x="1708620" y="1483870"/>
          <a:ext cx="837729" cy="24506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00FF"/>
              </a:solidFill>
            </a:rPr>
            <a:t>Household Applications</a:t>
          </a:r>
          <a:endParaRPr lang="zh-TW" altLang="en-US" sz="1700" kern="1200" dirty="0">
            <a:solidFill>
              <a:srgbClr val="0000FF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solidFill>
                <a:srgbClr val="0000FF"/>
              </a:solidFill>
            </a:rPr>
            <a:t>Light-load Tasks</a:t>
          </a:r>
          <a:endParaRPr lang="zh-TW" altLang="en-US" sz="1700" kern="1200" dirty="0">
            <a:solidFill>
              <a:srgbClr val="0000FF"/>
            </a:solidFill>
          </a:endParaRPr>
        </a:p>
      </dsp:txBody>
      <dsp:txXfrm rot="5400000">
        <a:off x="1708620" y="1483870"/>
        <a:ext cx="837729" cy="2450629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27A53E-1FE7-4A98-B282-3BDC7AEDB89D}">
      <dsp:nvSpPr>
        <dsp:cNvPr id="0" name=""/>
        <dsp:cNvSpPr/>
      </dsp:nvSpPr>
      <dsp:spPr>
        <a:xfrm>
          <a:off x="2197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Motivation</a:t>
          </a:r>
          <a:endParaRPr lang="zh-TW" altLang="en-US" sz="1800" kern="1200" dirty="0"/>
        </a:p>
      </dsp:txBody>
      <dsp:txXfrm>
        <a:off x="2197" y="0"/>
        <a:ext cx="1955783" cy="504055"/>
      </dsp:txXfrm>
    </dsp:sp>
    <dsp:sp modelId="{6D96FB7B-2853-490C-A366-6C0F040C0038}">
      <dsp:nvSpPr>
        <dsp:cNvPr id="0" name=""/>
        <dsp:cNvSpPr/>
      </dsp:nvSpPr>
      <dsp:spPr>
        <a:xfrm>
          <a:off x="1762402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Challenge</a:t>
          </a:r>
          <a:endParaRPr lang="zh-TW" altLang="en-US" sz="1800" kern="1200" dirty="0"/>
        </a:p>
      </dsp:txBody>
      <dsp:txXfrm>
        <a:off x="1762402" y="0"/>
        <a:ext cx="1955783" cy="504055"/>
      </dsp:txXfrm>
    </dsp:sp>
    <dsp:sp modelId="{13B50AA8-121B-4D94-84C0-2B50E28129F9}">
      <dsp:nvSpPr>
        <dsp:cNvPr id="0" name=""/>
        <dsp:cNvSpPr/>
      </dsp:nvSpPr>
      <dsp:spPr>
        <a:xfrm>
          <a:off x="3522608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Solution</a:t>
          </a:r>
          <a:endParaRPr lang="zh-TW" altLang="en-US" sz="1800" kern="1200" dirty="0"/>
        </a:p>
      </dsp:txBody>
      <dsp:txXfrm>
        <a:off x="3522608" y="0"/>
        <a:ext cx="1955783" cy="504055"/>
      </dsp:txXfrm>
    </dsp:sp>
    <dsp:sp modelId="{ABDF6EFC-67AE-4AAF-9151-4B579F5BFC21}">
      <dsp:nvSpPr>
        <dsp:cNvPr id="0" name=""/>
        <dsp:cNvSpPr/>
      </dsp:nvSpPr>
      <dsp:spPr>
        <a:xfrm>
          <a:off x="5282813" y="0"/>
          <a:ext cx="1955783" cy="5040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Achievements</a:t>
          </a:r>
          <a:endParaRPr lang="zh-TW" altLang="en-US" sz="1800" kern="1200" dirty="0"/>
        </a:p>
      </dsp:txBody>
      <dsp:txXfrm>
        <a:off x="5282813" y="0"/>
        <a:ext cx="1955783" cy="504055"/>
      </dsp:txXfrm>
    </dsp:sp>
    <dsp:sp modelId="{C142FB18-2827-4A52-90AF-AD4A2D78350C}">
      <dsp:nvSpPr>
        <dsp:cNvPr id="0" name=""/>
        <dsp:cNvSpPr/>
      </dsp:nvSpPr>
      <dsp:spPr>
        <a:xfrm>
          <a:off x="7043018" y="0"/>
          <a:ext cx="1955783" cy="504055"/>
        </a:xfrm>
        <a:prstGeom prst="chevron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800" kern="1200" dirty="0" smtClean="0"/>
            <a:t>Conclusion</a:t>
          </a:r>
          <a:endParaRPr lang="zh-TW" altLang="en-US" sz="1800" kern="1200" dirty="0"/>
        </a:p>
      </dsp:txBody>
      <dsp:txXfrm>
        <a:off x="7043018" y="0"/>
        <a:ext cx="1955783" cy="504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0.11429</cdr:x>
      <cdr:y>0.86364</cdr:y>
    </cdr:from>
    <cdr:to>
      <cdr:x>0.21429</cdr:x>
      <cdr:y>0.89773</cdr:y>
    </cdr:to>
    <cdr:sp macro="" textlink="">
      <cdr:nvSpPr>
        <cdr:cNvPr id="3" name="直線接點 2"/>
        <cdr:cNvSpPr/>
      </cdr:nvSpPr>
      <cdr:spPr bwMode="auto">
        <a:xfrm xmlns:a="http://schemas.openxmlformats.org/drawingml/2006/main" flipV="1">
          <a:off x="609601" y="3860800"/>
          <a:ext cx="533399" cy="152400"/>
        </a:xfrm>
        <a:prstGeom xmlns:a="http://schemas.openxmlformats.org/drawingml/2006/main" prst="line">
          <a:avLst/>
        </a:prstGeom>
        <a:solidFill xmlns:a="http://schemas.openxmlformats.org/drawingml/2006/main">
          <a:schemeClr val="accent1"/>
        </a:solidFill>
        <a:ln xmlns:a="http://schemas.openxmlformats.org/drawingml/2006/main" w="3810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 xmlns:a="http://schemas.openxmlformats.org/drawingml/2006/main"/>
      </cdr:spPr>
      <cdr:txBody>
        <a:bodyPr xmlns:a="http://schemas.openxmlformats.org/drawingml/2006/main" vertOverflow="clip" vert="horz" wrap="square" lIns="91440" tIns="45720" rIns="91440" bIns="45720" numCol="1" anchor="t" anchorCtr="0" compatLnSpc="1">
          <a:prstTxWarp prst="textNoShape">
            <a:avLst/>
          </a:prstTxWarp>
        </a:bodyPr>
        <a:lstStyle xmlns:a="http://schemas.openxmlformats.org/drawingml/2006/main"/>
        <a:p xmlns:a="http://schemas.openxmlformats.org/drawingml/2006/main">
          <a:endParaRPr lang="zh-TW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3C0EF-2B70-1E48-AAF4-38D0D60449B7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E9E92-CACA-7641-8DB3-7C90210B1D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6867115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2DFA7-3CB6-2C4B-A973-ECD2AB5618B3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2320-C23A-B148-88B1-360D5FA97C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341290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change@0417:</a:t>
            </a:r>
          </a:p>
          <a:p>
            <a:r>
              <a:rPr lang="en-US" dirty="0" smtClean="0"/>
              <a:t>Change color of GPU to green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CHANGE@0417: </a:t>
            </a:r>
          </a:p>
          <a:p>
            <a:r>
              <a:rPr lang="en-US" dirty="0" smtClean="0"/>
              <a:t>enlarge the dialog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boxs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Image</a:t>
            </a:r>
            <a:r>
              <a:rPr lang="en-US" baseline="0" dirty="0" smtClean="0"/>
              <a:t> processing:  object removal / face beautification</a:t>
            </a:r>
          </a:p>
          <a:p>
            <a:r>
              <a:rPr lang="en-US" baseline="0" dirty="0" smtClean="0"/>
              <a:t>Computer vision: pedestrian/face detection, stereo matching (build 3D model from 2D pictures)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/>
              <a:t>Video acceleration: H.265 decoder</a:t>
            </a:r>
            <a:r>
              <a:rPr lang="en-US" sz="2000" baseline="0" dirty="0" smtClean="0"/>
              <a:t> acceleration, </a:t>
            </a:r>
            <a:endParaRPr lang="en-US" sz="2000" dirty="0" smtClean="0"/>
          </a:p>
          <a:p>
            <a:endParaRPr lang="en-US" baseline="0" dirty="0" smtClean="0"/>
          </a:p>
          <a:p>
            <a:r>
              <a:rPr lang="en-US" dirty="0" smtClean="0"/>
              <a:t>CHANGE@0417: </a:t>
            </a:r>
          </a:p>
          <a:p>
            <a:pPr marL="228600" indent="-228600">
              <a:buAutoNum type="arabicPeriod"/>
            </a:pPr>
            <a:r>
              <a:rPr lang="en-US" dirty="0" smtClean="0"/>
              <a:t>Align the image border</a:t>
            </a:r>
          </a:p>
          <a:p>
            <a:pPr marL="228600" indent="-228600">
              <a:buAutoNum type="arabicPeriod"/>
            </a:pPr>
            <a:r>
              <a:rPr lang="en-US" dirty="0" smtClean="0"/>
              <a:t>Typo correction</a:t>
            </a:r>
          </a:p>
          <a:p>
            <a:endParaRPr 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“Voice”</a:t>
            </a:r>
            <a:r>
              <a:rPr lang="en-US" baseline="0" dirty="0" smtClean="0"/>
              <a:t> as an input?</a:t>
            </a:r>
          </a:p>
          <a:p>
            <a:r>
              <a:rPr lang="en-US" baseline="0" dirty="0" smtClean="0"/>
              <a:t>What’s the difference between “Image” and “Data”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FPS</a:t>
            </a:r>
            <a:r>
              <a:rPr lang="en-US" u="sng" dirty="0" smtClean="0"/>
              <a:t> 		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</a:t>
            </a:r>
            <a:r>
              <a:rPr lang="en-US" u="sng" dirty="0" smtClean="0"/>
              <a:t> 	</a:t>
            </a:r>
            <a:r>
              <a:rPr lang="en-US" sz="1200" b="0" i="0" u="sng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efficiency</a:t>
            </a:r>
            <a:r>
              <a:rPr lang="en-US" u="sng" dirty="0" smtClean="0"/>
              <a:t> </a:t>
            </a:r>
          </a:p>
          <a:p>
            <a:r>
              <a:rPr lang="nl-NL" sz="1200" b="0" i="0" u="sng" strike="sng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Eigen CPU</a:t>
            </a:r>
            <a:r>
              <a:rPr lang="nl-NL" u="sng" strike="sngStrike" dirty="0" smtClean="0"/>
              <a:t> 		</a:t>
            </a:r>
            <a:r>
              <a:rPr lang="nl-NL" sz="1200" b="0" i="0" u="sng" strike="sng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0.98</a:t>
            </a:r>
            <a:r>
              <a:rPr lang="nl-NL" u="sng" strike="sngStrike" dirty="0" smtClean="0"/>
              <a:t> 		</a:t>
            </a:r>
            <a:r>
              <a:rPr lang="nl-NL" sz="1200" b="0" i="0" u="sng" strike="sng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2.98</a:t>
            </a:r>
            <a:r>
              <a:rPr lang="nl-NL" u="sng" strike="sngStrike" dirty="0" smtClean="0"/>
              <a:t> 			</a:t>
            </a:r>
            <a:r>
              <a:rPr lang="nl-NL" sz="1200" b="0" i="0" u="sng" strike="sng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0.33</a:t>
            </a:r>
            <a:r>
              <a:rPr lang="nl-NL" u="sng" strike="sngStrike" dirty="0" smtClean="0"/>
              <a:t> </a:t>
            </a:r>
          </a:p>
          <a:p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OpenCL CPU</a:t>
            </a:r>
            <a:r>
              <a:rPr lang="en-US" u="sng" dirty="0" smtClean="0"/>
              <a:t> 		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1.64</a:t>
            </a:r>
            <a:r>
              <a:rPr lang="en-US" u="sng" dirty="0" smtClean="0"/>
              <a:t> 		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4.24</a:t>
            </a:r>
            <a:r>
              <a:rPr lang="en-US" u="sng" dirty="0" smtClean="0"/>
              <a:t> 			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0.39</a:t>
            </a:r>
            <a:r>
              <a:rPr lang="en-US" u="sng" dirty="0" smtClean="0"/>
              <a:t> </a:t>
            </a:r>
            <a:endParaRPr lang="nl-NL" u="sng" dirty="0" smtClean="0"/>
          </a:p>
          <a:p>
            <a:r>
              <a:rPr lang="nl-NL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OpenCL GPU</a:t>
            </a:r>
            <a:r>
              <a:rPr lang="nl-NL" u="sng" dirty="0" smtClean="0"/>
              <a:t> 		</a:t>
            </a:r>
            <a:r>
              <a:rPr lang="nl-NL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5.54</a:t>
            </a:r>
            <a:r>
              <a:rPr lang="nl-NL" u="sng" dirty="0" smtClean="0"/>
              <a:t> 		</a:t>
            </a:r>
            <a:r>
              <a:rPr lang="nl-NL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2.48</a:t>
            </a:r>
            <a:r>
              <a:rPr lang="nl-NL" u="sng" dirty="0" smtClean="0"/>
              <a:t> 			</a:t>
            </a:r>
            <a:r>
              <a:rPr lang="nl-NL" sz="1200" b="0" i="0" u="sng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2.23</a:t>
            </a:r>
            <a:r>
              <a:rPr lang="nl-NL" u="sng" dirty="0" smtClean="0"/>
              <a:t> </a:t>
            </a:r>
          </a:p>
          <a:p>
            <a:endParaRPr lang="nl-NL" u="sng" dirty="0" smtClean="0"/>
          </a:p>
          <a:p>
            <a:r>
              <a:rPr lang="nl-NL" u="none" dirty="0" smtClean="0"/>
              <a:t>change@0417:</a:t>
            </a:r>
          </a:p>
          <a:p>
            <a:r>
              <a:rPr lang="nl-NL" u="none" dirty="0" smtClean="0"/>
              <a:t>1. Scales in FPS and power efficiency figures are changed as normalized</a:t>
            </a:r>
            <a:r>
              <a:rPr lang="nl-NL" u="none" baseline="0" dirty="0" smtClean="0"/>
              <a:t> value</a:t>
            </a:r>
          </a:p>
          <a:p>
            <a:r>
              <a:rPr lang="nl-NL" u="none" dirty="0" smtClean="0"/>
              <a:t>2. Remove </a:t>
            </a:r>
            <a:r>
              <a:rPr lang="en-US" sz="1200" b="1" dirty="0" smtClean="0"/>
              <a:t>of</a:t>
            </a:r>
            <a:r>
              <a:rPr lang="en-US" sz="1200" b="1" dirty="0" smtClean="0">
                <a:solidFill>
                  <a:schemeClr val="accent1"/>
                </a:solidFill>
              </a:rPr>
              <a:t> </a:t>
            </a:r>
            <a:r>
              <a:rPr lang="en-US" sz="1200" b="1" dirty="0" smtClean="0"/>
              <a:t>ILSVRC’12 , and </a:t>
            </a:r>
            <a:r>
              <a:rPr lang="nl-NL" u="none" dirty="0" smtClean="0"/>
              <a:t>Add “</a:t>
            </a:r>
            <a:r>
              <a:rPr lang="en-US" sz="1200" b="1" dirty="0" smtClean="0"/>
              <a:t>(based on </a:t>
            </a:r>
            <a:r>
              <a:rPr lang="en-US" sz="1200" b="1" dirty="0" err="1" smtClean="0"/>
              <a:t>ImageNet</a:t>
            </a:r>
            <a:r>
              <a:rPr lang="en-US" sz="1200" b="1" dirty="0" smtClean="0"/>
              <a:t> dataset)”</a:t>
            </a:r>
            <a:endParaRPr lang="nl-NL" u="none" dirty="0" smtClean="0"/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change@0417:</a:t>
            </a:r>
          </a:p>
          <a:p>
            <a:r>
              <a:rPr lang="en-US" dirty="0" smtClean="0"/>
              <a:t>Add “</a:t>
            </a:r>
            <a:r>
              <a:rPr lang="en-US" altLang="zh-TW" sz="1200" dirty="0" smtClean="0">
                <a:sym typeface="Wingdings" pitchFamily="2" charset="2"/>
              </a:rPr>
              <a:t>on MT6795 GPU”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change@0417:</a:t>
            </a:r>
          </a:p>
          <a:p>
            <a:pPr marL="228600" indent="-228600">
              <a:buAutoNum type="arabicPeriod"/>
            </a:pPr>
            <a:r>
              <a:rPr lang="en-US" dirty="0" smtClean="0"/>
              <a:t>Add animation for CPU+GPU</a:t>
            </a:r>
          </a:p>
          <a:p>
            <a:pPr marL="228600" indent="-228600">
              <a:buAutoNum type="arabicPeriod"/>
            </a:pPr>
            <a:r>
              <a:rPr lang="en-US" dirty="0" smtClean="0"/>
              <a:t>Description of </a:t>
            </a:r>
            <a:r>
              <a:rPr lang="en-US" dirty="0" err="1" smtClean="0"/>
              <a:t>JuliaSet</a:t>
            </a:r>
            <a:r>
              <a:rPr lang="en-US" dirty="0" smtClean="0"/>
              <a:t> “a mathematic fractal computing workload”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25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TW" dirty="0" smtClean="0">
                <a:latin typeface="Arial" pitchFamily="34" charset="0"/>
              </a:rPr>
              <a:t>OCL 2.0 : (1) Unified share virtual</a:t>
            </a:r>
            <a:r>
              <a:rPr lang="en-US" altLang="zh-TW" baseline="0" dirty="0" smtClean="0">
                <a:latin typeface="Arial" pitchFamily="34" charset="0"/>
              </a:rPr>
              <a:t> memory and (2) fully coherency =&gt; high efficient data movement between CPU &amp; GPU clusters </a:t>
            </a:r>
            <a:br>
              <a:rPr lang="en-US" altLang="zh-TW" baseline="0" dirty="0" smtClean="0">
                <a:latin typeface="Arial" pitchFamily="34" charset="0"/>
              </a:rPr>
            </a:br>
            <a:endParaRPr lang="en-US" altLang="zh-TW" baseline="0" dirty="0" smtClean="0">
              <a:latin typeface="Arial" pitchFamily="34" charset="0"/>
            </a:endParaRPr>
          </a:p>
          <a:p>
            <a:pPr eaLnBrk="1" hangingPunct="1"/>
            <a:r>
              <a:rPr lang="en-US" altLang="zh-TW" baseline="0" dirty="0" smtClean="0">
                <a:latin typeface="Arial" pitchFamily="34" charset="0"/>
              </a:rPr>
              <a:t>change@0417:</a:t>
            </a:r>
          </a:p>
          <a:p>
            <a:pPr eaLnBrk="1" hangingPunct="1"/>
            <a:r>
              <a:rPr lang="en-US" altLang="zh-TW" baseline="0" dirty="0" smtClean="0">
                <a:latin typeface="Arial" pitchFamily="34" charset="0"/>
              </a:rPr>
              <a:t>Lowlight the description block of “OpenCL….” and “CPU and GPU …”   due to </a:t>
            </a:r>
            <a:r>
              <a:rPr lang="en-US" altLang="zh-TW" baseline="0" dirty="0" err="1" smtClean="0">
                <a:latin typeface="Arial" pitchFamily="34" charset="0"/>
              </a:rPr>
              <a:t>Barz’s</a:t>
            </a:r>
            <a:r>
              <a:rPr lang="en-US" altLang="zh-TW" baseline="0" dirty="0" smtClean="0">
                <a:latin typeface="Arial" pitchFamily="34" charset="0"/>
              </a:rPr>
              <a:t> comments</a:t>
            </a:r>
            <a:endParaRPr lang="zh-TW" altLang="en-US" dirty="0" smtClean="0">
              <a:latin typeface="Arial" pitchFamily="34" charset="0"/>
            </a:endParaRPr>
          </a:p>
        </p:txBody>
      </p:sp>
      <p:sp>
        <p:nvSpPr>
          <p:cNvPr id="1525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C3F219-CE6C-4095-B371-B2A46967A743}" type="slidenum">
              <a:rPr lang="zh-TW" altLang="en-US" smtClean="0">
                <a:solidFill>
                  <a:srgbClr val="000000"/>
                </a:solidFill>
                <a:latin typeface="Arial" pitchFamily="34" charset="0"/>
              </a:rPr>
              <a:pPr/>
              <a:t>12</a:t>
            </a:fld>
            <a:endParaRPr lang="zh-TW" altLang="en-US" smtClean="0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change@0417:</a:t>
            </a:r>
          </a:p>
          <a:p>
            <a:r>
              <a:rPr lang="en-US" dirty="0" smtClean="0"/>
              <a:t>Change</a:t>
            </a:r>
            <a:r>
              <a:rPr lang="en-US" baseline="0" dirty="0" smtClean="0"/>
              <a:t> the color of description blocks according to </a:t>
            </a:r>
            <a:r>
              <a:rPr lang="en-US" baseline="0" dirty="0" err="1" smtClean="0"/>
              <a:t>Barz’s</a:t>
            </a:r>
            <a:r>
              <a:rPr lang="en-US" baseline="0" dirty="0" smtClean="0"/>
              <a:t> comments</a:t>
            </a: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change@0417: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Change</a:t>
            </a:r>
            <a:r>
              <a:rPr lang="en-US" baseline="0" dirty="0" smtClean="0"/>
              <a:t> the description “CPU+GPU” </a:t>
            </a:r>
            <a:r>
              <a:rPr lang="en-US" baseline="0" dirty="0" smtClean="0">
                <a:sym typeface="Wingdings" pitchFamily="2" charset="2"/>
              </a:rPr>
              <a:t> “</a:t>
            </a:r>
            <a:r>
              <a:rPr lang="en-US" baseline="0" dirty="0" smtClean="0"/>
              <a:t>CPU+GPU (parallel)</a:t>
            </a:r>
            <a:r>
              <a:rPr lang="en-US" baseline="0" dirty="0" smtClean="0">
                <a:sym typeface="Wingdings" pitchFamily="2" charset="2"/>
              </a:rPr>
              <a:t>”</a:t>
            </a:r>
            <a:endParaRPr lang="en-US" baseline="0" dirty="0" smtClean="0"/>
          </a:p>
          <a:p>
            <a:r>
              <a:rPr lang="en-US" dirty="0" smtClean="0"/>
              <a:t>Change</a:t>
            </a:r>
            <a:r>
              <a:rPr lang="en-US" baseline="0" dirty="0" smtClean="0"/>
              <a:t> the color of block “CPU+GPU (parallel)”</a:t>
            </a:r>
          </a:p>
          <a:p>
            <a:r>
              <a:rPr lang="en-US" baseline="0" dirty="0" smtClean="0"/>
              <a:t>Correct the type “normalized”</a:t>
            </a: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Compubench</a:t>
            </a:r>
            <a:r>
              <a:rPr lang="en-US" dirty="0" smtClean="0"/>
              <a:t>: Professional OpenCL benchmark</a:t>
            </a:r>
          </a:p>
          <a:p>
            <a:r>
              <a:rPr lang="en-US" dirty="0" err="1" smtClean="0"/>
              <a:t>Matrix_Mul</a:t>
            </a:r>
            <a:r>
              <a:rPr lang="en-US" dirty="0" smtClean="0"/>
              <a:t>: GPU-favored workload</a:t>
            </a:r>
          </a:p>
          <a:p>
            <a:r>
              <a:rPr lang="en-US" dirty="0" smtClean="0"/>
              <a:t>DCT: CPU-favored workload</a:t>
            </a:r>
          </a:p>
          <a:p>
            <a:r>
              <a:rPr lang="en-US" dirty="0" err="1" smtClean="0"/>
              <a:t>Boxfilter</a:t>
            </a:r>
            <a:r>
              <a:rPr lang="en-US" dirty="0" smtClean="0"/>
              <a:t>: unable to be parallel executed,</a:t>
            </a:r>
            <a:r>
              <a:rPr lang="en-US" baseline="0" dirty="0" smtClean="0"/>
              <a:t> choose the device with better performance (i.e. GPU)</a:t>
            </a:r>
          </a:p>
          <a:p>
            <a:r>
              <a:rPr lang="en-US" baseline="0" dirty="0" err="1" smtClean="0"/>
              <a:t>Biliteral</a:t>
            </a:r>
            <a:r>
              <a:rPr lang="en-US" baseline="0" dirty="0" smtClean="0"/>
              <a:t> NR: good case for parallel execution since similar CPU/GPU capability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pc="-15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 smtClean="0"/>
              <a:t>Click to edit Master subtitle style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 userDrawn="1"/>
        </p:nvSpPr>
        <p:spPr>
          <a:xfrm>
            <a:off x="500400" y="6316771"/>
            <a:ext cx="44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CTO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Click to edit Master subtitle style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89935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15137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98793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302213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159768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80136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65917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403763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21559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404393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753569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  <p:pic>
        <p:nvPicPr>
          <p:cNvPr id="6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4560" y="6278671"/>
            <a:ext cx="4504690" cy="365125"/>
          </a:xfrm>
        </p:spPr>
        <p:txBody>
          <a:bodyPr/>
          <a:lstStyle/>
          <a:p>
            <a:r>
              <a:rPr lang="en-US" dirty="0" smtClean="0"/>
              <a:t>Roy Ju </a:t>
            </a:r>
            <a:endParaRPr lang="en-US" dirty="0"/>
          </a:p>
        </p:txBody>
      </p:sp>
      <p:sp>
        <p:nvSpPr>
          <p:cNvPr id="7" name="頁尾版面配置區 3"/>
          <p:cNvSpPr txBox="1">
            <a:spLocks/>
          </p:cNvSpPr>
          <p:nvPr userDrawn="1"/>
        </p:nvSpPr>
        <p:spPr>
          <a:xfrm>
            <a:off x="414782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</a:t>
            </a:r>
            <a:r>
              <a:rPr kumimoji="0" lang="en-US" sz="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MediaTek</a:t>
            </a: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Inc.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/>
            </a:lvl1pPr>
            <a:lvl3pPr marL="1143000" indent="-228600">
              <a:buClr>
                <a:schemeClr val="accent1"/>
              </a:buClr>
              <a:buFont typeface="Wingdings" charset="2"/>
              <a:buChar char="§"/>
              <a:defRPr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9817"/>
            <a:ext cx="77724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233" y="2619305"/>
            <a:ext cx="7772400" cy="1500187"/>
          </a:xfr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259119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4133"/>
            <a:ext cx="4038600" cy="4203367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4132"/>
            <a:ext cx="4038600" cy="4203368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617151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4040188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0600"/>
            <a:ext cx="4040188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744133"/>
            <a:ext cx="4041775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260600"/>
            <a:ext cx="4041775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50412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629150" y="6278671"/>
            <a:ext cx="2070100" cy="365125"/>
          </a:xfrm>
        </p:spPr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頁尾版面配置區 3"/>
          <p:cNvSpPr txBox="1">
            <a:spLocks/>
          </p:cNvSpPr>
          <p:nvPr userDrawn="1"/>
        </p:nvSpPr>
        <p:spPr>
          <a:xfrm>
            <a:off x="15938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</a:t>
            </a:r>
            <a:r>
              <a:rPr kumimoji="0" lang="en-US" sz="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MediaTek</a:t>
            </a: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Inc.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73225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79556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70039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5383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689920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497343"/>
            <a:ext cx="54864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8692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6408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045348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444047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69880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69880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9465554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2129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 userDrawn="1"/>
        </p:nvSpPr>
        <p:spPr>
          <a:xfrm>
            <a:off x="500400" y="6316771"/>
            <a:ext cx="44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CTO</a:t>
            </a:r>
            <a:endParaRPr lang="en-US" sz="1200" b="1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66900"/>
            <a:ext cx="8229600" cy="428942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fld id="{CAF00F4F-6313-42A7-A737-1A9ED19DBB2A}" type="datetime1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66900"/>
            <a:ext cx="8229600" cy="4289426"/>
          </a:xfrm>
        </p:spPr>
        <p:txBody>
          <a:bodyPr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pc="-15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899359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11513713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9879311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302213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159768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8013617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6591770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4037638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2155952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40439384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75356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 smtClean="0"/>
              <a:t>Click to edit Master text styles</a:t>
            </a:r>
          </a:p>
          <a:p>
            <a:pPr lvl="1"/>
            <a:r>
              <a:rPr lang="sv-SE" dirty="0" smtClean="0"/>
              <a:t>Second level</a:t>
            </a:r>
          </a:p>
          <a:p>
            <a:pPr lvl="2"/>
            <a:r>
              <a:rPr lang="sv-SE" dirty="0" smtClean="0"/>
              <a:t>Third level</a:t>
            </a:r>
          </a:p>
          <a:p>
            <a:pPr lvl="3"/>
            <a:r>
              <a:rPr lang="sv-SE" dirty="0" smtClean="0"/>
              <a:t>Fourth level</a:t>
            </a:r>
          </a:p>
          <a:p>
            <a:pPr lvl="4"/>
            <a:r>
              <a:rPr lang="sv-SE" dirty="0" smtClean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chemeClr val="accent3"/>
                </a:solidFill>
              </a:rPr>
              <a:t>INTERNAL USE</a:t>
            </a:r>
            <a:endParaRPr lang="en-US" altLang="zh-TW" sz="800" b="1" dirty="0">
              <a:solidFill>
                <a:schemeClr val="accent3"/>
              </a:solidFill>
            </a:endParaRPr>
          </a:p>
        </p:txBody>
      </p:sp>
      <p:pic>
        <p:nvPicPr>
          <p:cNvPr id="17" name="Picture 16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11043" y="6316771"/>
            <a:ext cx="440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CTO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Wingdings" charset="2"/>
        <a:buChar char="§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82296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Logotype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="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450852" y="6361222"/>
            <a:ext cx="760781" cy="1905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3097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4" r:id="rId13"/>
    <p:sldLayoutId id="2147483677" r:id="rId14"/>
    <p:sldLayoutId id="2147483704" r:id="rId15"/>
  </p:sldLayoutIdLst>
  <p:timing>
    <p:tnLst>
      <p:par>
        <p:cTn id="1" dur="indefinite" restart="never" nodeType="tmRoot"/>
      </p:par>
    </p:tnLst>
  </p:timing>
  <p:hf hdr="0"/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Wingdings" charset="2"/>
        <a:buChar char="§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xmlns:mv="urn:schemas-microsoft-com:mac:vml" xmlns:mc="http://schemas.openxmlformats.org/markup-compatibility/2006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Wingdings" charset="2"/>
        <a:buChar char="§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oy.ju@mediatek.com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26" Type="http://schemas.openxmlformats.org/officeDocument/2006/relationships/diagramQuickStyle" Target="../diagrams/quickStyle5.xml"/><Relationship Id="rId3" Type="http://schemas.openxmlformats.org/officeDocument/2006/relationships/chart" Target="../charts/chart1.xml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5" Type="http://schemas.openxmlformats.org/officeDocument/2006/relationships/diagramLayout" Target="../diagrams/layout5.xml"/><Relationship Id="rId33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29" Type="http://schemas.openxmlformats.org/officeDocument/2006/relationships/diagramData" Target="../diagrams/data6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24" Type="http://schemas.openxmlformats.org/officeDocument/2006/relationships/diagramData" Target="../diagrams/data5.xml"/><Relationship Id="rId32" Type="http://schemas.openxmlformats.org/officeDocument/2006/relationships/diagramColors" Target="../diagrams/colors6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28" Type="http://schemas.microsoft.com/office/2007/relationships/diagramDrawing" Target="../diagrams/drawing5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31" Type="http://schemas.openxmlformats.org/officeDocument/2006/relationships/diagramQuickStyle" Target="../diagrams/quickStyle6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Relationship Id="rId27" Type="http://schemas.openxmlformats.org/officeDocument/2006/relationships/diagramColors" Target="../diagrams/colors5.xml"/><Relationship Id="rId30" Type="http://schemas.openxmlformats.org/officeDocument/2006/relationships/diagramLayout" Target="../diagrams/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image" Target="../media/image11.gif"/><Relationship Id="rId3" Type="http://schemas.openxmlformats.org/officeDocument/2006/relationships/image" Target="../media/image6.png"/><Relationship Id="rId7" Type="http://schemas.openxmlformats.org/officeDocument/2006/relationships/diagramData" Target="../diagrams/data8.xm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11" Type="http://schemas.microsoft.com/office/2007/relationships/diagramDrawing" Target="../diagrams/drawing8.xml"/><Relationship Id="rId5" Type="http://schemas.openxmlformats.org/officeDocument/2006/relationships/image" Target="../media/image8.png"/><Relationship Id="rId10" Type="http://schemas.openxmlformats.org/officeDocument/2006/relationships/diagramColors" Target="../diagrams/colors8.xml"/><Relationship Id="rId4" Type="http://schemas.openxmlformats.org/officeDocument/2006/relationships/image" Target="../media/image7.jpeg"/><Relationship Id="rId9" Type="http://schemas.openxmlformats.org/officeDocument/2006/relationships/diagramQuickStyle" Target="../diagrams/quickStyle8.xml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9.xml"/><Relationship Id="rId3" Type="http://schemas.openxmlformats.org/officeDocument/2006/relationships/image" Target="../media/image13.jpeg"/><Relationship Id="rId7" Type="http://schemas.openxmlformats.org/officeDocument/2006/relationships/diagramLayout" Target="../diagrams/layout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9.xml"/><Relationship Id="rId11" Type="http://schemas.openxmlformats.org/officeDocument/2006/relationships/image" Target="../media/image15.png"/><Relationship Id="rId5" Type="http://schemas.openxmlformats.org/officeDocument/2006/relationships/hyperlink" Target="http://goo.gl/jO6L20" TargetMode="External"/><Relationship Id="rId10" Type="http://schemas.microsoft.com/office/2007/relationships/diagramDrawing" Target="../diagrams/drawing9.xml"/><Relationship Id="rId4" Type="http://schemas.openxmlformats.org/officeDocument/2006/relationships/image" Target="../media/image14.jpeg"/><Relationship Id="rId9" Type="http://schemas.openxmlformats.org/officeDocument/2006/relationships/diagramColors" Target="../diagrams/colors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0.xml"/><Relationship Id="rId3" Type="http://schemas.openxmlformats.org/officeDocument/2006/relationships/image" Target="../media/image16.jpeg"/><Relationship Id="rId7" Type="http://schemas.openxmlformats.org/officeDocument/2006/relationships/diagramLayout" Target="../diagrams/layout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10.xml"/><Relationship Id="rId11" Type="http://schemas.openxmlformats.org/officeDocument/2006/relationships/image" Target="../media/image18.png"/><Relationship Id="rId5" Type="http://schemas.openxmlformats.org/officeDocument/2006/relationships/image" Target="../media/image17.jpeg"/><Relationship Id="rId10" Type="http://schemas.microsoft.com/office/2007/relationships/diagramDrawing" Target="../diagrams/drawing10.xml"/><Relationship Id="rId4" Type="http://schemas.openxmlformats.org/officeDocument/2006/relationships/hyperlink" Target="http://papers.nips.cc/paper/4824-imagenet-classification-with-deep-convolutional" TargetMode="External"/><Relationship Id="rId9" Type="http://schemas.openxmlformats.org/officeDocument/2006/relationships/diagramColors" Target="../diagrams/colors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27.pn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28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39552" y="3724275"/>
            <a:ext cx="8147248" cy="27813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altLang="zh-TW" sz="1800" spc="0" dirty="0" smtClean="0">
                <a:solidFill>
                  <a:schemeClr val="tx1"/>
                </a:solidFill>
              </a:rPr>
              <a:t>Ting-Chang Huang</a:t>
            </a:r>
          </a:p>
          <a:p>
            <a:pPr algn="ctr"/>
            <a:endParaRPr lang="en-US" altLang="zh-TW" sz="1800" spc="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TW" sz="1800" spc="0" dirty="0" smtClean="0">
                <a:solidFill>
                  <a:schemeClr val="tx1"/>
                </a:solidFill>
              </a:rPr>
              <a:t>Senior Engineer</a:t>
            </a:r>
          </a:p>
          <a:p>
            <a:pPr algn="ctr"/>
            <a:endParaRPr lang="en-US" altLang="zh-TW" sz="1800" spc="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TW" sz="1800" dirty="0" smtClean="0">
                <a:solidFill>
                  <a:schemeClr val="tx1"/>
                </a:solidFill>
              </a:rPr>
              <a:t>Computing Platform Technology Division in CTO </a:t>
            </a:r>
            <a:br>
              <a:rPr lang="en-US" altLang="zh-TW" sz="1800" dirty="0" smtClean="0">
                <a:solidFill>
                  <a:schemeClr val="tx1"/>
                </a:solidFill>
              </a:rPr>
            </a:br>
            <a:r>
              <a:rPr lang="en-US" altLang="zh-TW" sz="1800" spc="0" dirty="0" err="1" smtClean="0">
                <a:solidFill>
                  <a:schemeClr val="tx1"/>
                </a:solidFill>
              </a:rPr>
              <a:t>MediaTek</a:t>
            </a:r>
            <a:r>
              <a:rPr lang="en-US" altLang="zh-TW" sz="1800" spc="0" dirty="0" smtClean="0">
                <a:solidFill>
                  <a:schemeClr val="tx1"/>
                </a:solidFill>
              </a:rPr>
              <a:t>, Inc.</a:t>
            </a:r>
          </a:p>
          <a:p>
            <a:pPr algn="ctr"/>
            <a:endParaRPr lang="en-US" altLang="zh-TW" sz="1800" spc="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TW" sz="1800" spc="0" dirty="0" smtClean="0">
                <a:solidFill>
                  <a:schemeClr val="accent1"/>
                </a:solidFill>
                <a:hlinkClick r:id="rId2"/>
              </a:rPr>
              <a:t>emerson.huang@mediatek.com</a:t>
            </a:r>
            <a:endParaRPr lang="en-US" altLang="zh-TW" sz="1800" spc="0" dirty="0" smtClean="0">
              <a:solidFill>
                <a:schemeClr val="accent1"/>
              </a:solidFill>
            </a:endParaRPr>
          </a:p>
          <a:p>
            <a:pPr algn="ctr"/>
            <a:endParaRPr lang="en-US" altLang="zh-TW" sz="1800" spc="0" dirty="0" smtClean="0"/>
          </a:p>
          <a:p>
            <a:pPr algn="ctr"/>
            <a:endParaRPr lang="en-US" altLang="zh-TW" sz="1800" spc="0" dirty="0" smtClean="0"/>
          </a:p>
          <a:p>
            <a:pPr algn="ctr"/>
            <a:r>
              <a:rPr lang="en-US" altLang="zh-TW" sz="1800" spc="0" dirty="0" smtClean="0">
                <a:solidFill>
                  <a:schemeClr val="tx1"/>
                </a:solidFill>
              </a:rPr>
              <a:t>May 4, 2015 – NTHU, </a:t>
            </a:r>
            <a:r>
              <a:rPr lang="en-US" altLang="zh-TW" sz="1800" spc="0" dirty="0" err="1" smtClean="0">
                <a:solidFill>
                  <a:schemeClr val="tx1"/>
                </a:solidFill>
              </a:rPr>
              <a:t>HsinChu</a:t>
            </a:r>
            <a:endParaRPr lang="zh-TW" altLang="en-US" sz="1800" spc="0" dirty="0" smtClean="0">
              <a:solidFill>
                <a:schemeClr val="tx1"/>
              </a:solidFill>
            </a:endParaRPr>
          </a:p>
          <a:p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2276872"/>
            <a:ext cx="8712968" cy="127049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Heterogeneous Computing for Smart and Energy-efficient Mobile Applications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6167302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直線接點 24"/>
          <p:cNvSpPr/>
          <p:nvPr/>
        </p:nvSpPr>
        <p:spPr bwMode="auto">
          <a:xfrm flipV="1">
            <a:off x="1447800" y="5257800"/>
            <a:ext cx="6096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graphicFrame>
        <p:nvGraphicFramePr>
          <p:cNvPr id="8" name="圖表 7"/>
          <p:cNvGraphicFramePr/>
          <p:nvPr/>
        </p:nvGraphicFramePr>
        <p:xfrm>
          <a:off x="381000" y="1625600"/>
          <a:ext cx="53340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橢圓 13"/>
          <p:cNvSpPr/>
          <p:nvPr/>
        </p:nvSpPr>
        <p:spPr bwMode="auto">
          <a:xfrm>
            <a:off x="3124200" y="4419600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solidFill>
                <a:srgbClr val="000000"/>
              </a:solidFill>
              <a:cs typeface="Arial" charset="0"/>
            </a:endParaRPr>
          </a:p>
        </p:txBody>
      </p:sp>
      <p:grpSp>
        <p:nvGrpSpPr>
          <p:cNvPr id="2" name="群組 19"/>
          <p:cNvGrpSpPr/>
          <p:nvPr/>
        </p:nvGrpSpPr>
        <p:grpSpPr>
          <a:xfrm>
            <a:off x="2667000" y="1905000"/>
            <a:ext cx="2286000" cy="2362200"/>
            <a:chOff x="822325" y="3086100"/>
            <a:chExt cx="2286000" cy="2362200"/>
          </a:xfrm>
        </p:grpSpPr>
        <p:grpSp>
          <p:nvGrpSpPr>
            <p:cNvPr id="3" name="群組 18"/>
            <p:cNvGrpSpPr/>
            <p:nvPr/>
          </p:nvGrpSpPr>
          <p:grpSpPr>
            <a:xfrm>
              <a:off x="1812925" y="3086100"/>
              <a:ext cx="1295400" cy="1752600"/>
              <a:chOff x="1812925" y="3086100"/>
              <a:chExt cx="1295400" cy="1752600"/>
            </a:xfrm>
          </p:grpSpPr>
          <p:sp>
            <p:nvSpPr>
              <p:cNvPr id="9" name="直線接點 8"/>
              <p:cNvSpPr/>
              <p:nvPr/>
            </p:nvSpPr>
            <p:spPr bwMode="auto">
              <a:xfrm flipV="1">
                <a:off x="1812925" y="4152900"/>
                <a:ext cx="681038" cy="68580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直線接點 9"/>
              <p:cNvSpPr/>
              <p:nvPr/>
            </p:nvSpPr>
            <p:spPr bwMode="auto">
              <a:xfrm flipV="1">
                <a:off x="2498725" y="3086100"/>
                <a:ext cx="609600" cy="106680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TW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" name="直線接點 14"/>
            <p:cNvSpPr/>
            <p:nvPr/>
          </p:nvSpPr>
          <p:spPr bwMode="auto">
            <a:xfrm flipV="1">
              <a:off x="822325" y="4838700"/>
              <a:ext cx="990600" cy="609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zh-TW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群組 20"/>
          <p:cNvGrpSpPr/>
          <p:nvPr/>
        </p:nvGrpSpPr>
        <p:grpSpPr>
          <a:xfrm>
            <a:off x="1371600" y="4876800"/>
            <a:ext cx="1295400" cy="685800"/>
            <a:chOff x="1371600" y="4876800"/>
            <a:chExt cx="1295400" cy="685800"/>
          </a:xfrm>
        </p:grpSpPr>
        <p:sp>
          <p:nvSpPr>
            <p:cNvPr id="11" name="橢圓 10"/>
            <p:cNvSpPr/>
            <p:nvPr/>
          </p:nvSpPr>
          <p:spPr bwMode="auto">
            <a:xfrm>
              <a:off x="1371600" y="5410200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mtClean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3" name="橢圓 12"/>
            <p:cNvSpPr/>
            <p:nvPr/>
          </p:nvSpPr>
          <p:spPr bwMode="auto">
            <a:xfrm>
              <a:off x="2514600" y="4876800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mtClean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2" name="橢圓 11"/>
            <p:cNvSpPr/>
            <p:nvPr/>
          </p:nvSpPr>
          <p:spPr bwMode="auto">
            <a:xfrm>
              <a:off x="1905000" y="5181600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mtClean="0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16" name="文字方塊 15"/>
          <p:cNvSpPr txBox="1"/>
          <p:nvPr/>
        </p:nvSpPr>
        <p:spPr bwMode="auto">
          <a:xfrm>
            <a:off x="304800" y="1066800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TW" sz="1400" b="1" kern="0" dirty="0" smtClean="0">
                <a:solidFill>
                  <a:srgbClr val="000000"/>
                </a:solidFill>
                <a:latin typeface="Calibri" pitchFamily="34" charset="0"/>
                <a:ea typeface="標楷體"/>
              </a:rPr>
              <a:t>Power Consumption</a:t>
            </a:r>
            <a:endParaRPr lang="zh-TW" altLang="en-US" sz="1400" b="1" kern="0" dirty="0" smtClean="0">
              <a:solidFill>
                <a:srgbClr val="000000"/>
              </a:solidFill>
              <a:latin typeface="Calibri" pitchFamily="34" charset="0"/>
              <a:ea typeface="標楷體"/>
            </a:endParaRPr>
          </a:p>
        </p:txBody>
      </p:sp>
      <p:sp>
        <p:nvSpPr>
          <p:cNvPr id="17" name="文字方塊 16"/>
          <p:cNvSpPr txBox="1"/>
          <p:nvPr/>
        </p:nvSpPr>
        <p:spPr bwMode="auto">
          <a:xfrm>
            <a:off x="5334000" y="5496580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TW" sz="1400" b="1" kern="0" dirty="0" smtClean="0">
                <a:solidFill>
                  <a:srgbClr val="000000"/>
                </a:solidFill>
                <a:latin typeface="Calibri" pitchFamily="34" charset="0"/>
                <a:ea typeface="標楷體"/>
              </a:rPr>
              <a:t>Performance</a:t>
            </a:r>
            <a:br>
              <a:rPr lang="en-US" altLang="zh-TW" sz="1400" b="1" kern="0" dirty="0" smtClean="0">
                <a:solidFill>
                  <a:srgbClr val="000000"/>
                </a:solidFill>
                <a:latin typeface="Calibri" pitchFamily="34" charset="0"/>
                <a:ea typeface="標楷體"/>
              </a:rPr>
            </a:br>
            <a:r>
              <a:rPr lang="en-US" altLang="zh-TW" sz="1400" b="1" kern="0" dirty="0" smtClean="0">
                <a:solidFill>
                  <a:srgbClr val="000000"/>
                </a:solidFill>
                <a:latin typeface="Calibri" pitchFamily="34" charset="0"/>
                <a:ea typeface="標楷體"/>
              </a:rPr>
              <a:t>(MIPS)</a:t>
            </a:r>
            <a:endParaRPr lang="zh-TW" altLang="en-US" sz="1400" b="1" kern="0" dirty="0" smtClean="0">
              <a:solidFill>
                <a:srgbClr val="000000"/>
              </a:solidFill>
              <a:latin typeface="Calibri" pitchFamily="34" charset="0"/>
              <a:ea typeface="標楷體"/>
            </a:endParaRPr>
          </a:p>
        </p:txBody>
      </p:sp>
      <p:sp>
        <p:nvSpPr>
          <p:cNvPr id="22" name="文字方塊 1"/>
          <p:cNvSpPr txBox="1"/>
          <p:nvPr/>
        </p:nvSpPr>
        <p:spPr bwMode="auto">
          <a:xfrm rot="20429282">
            <a:off x="1288190" y="4699968"/>
            <a:ext cx="202383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1800" kern="0" dirty="0" smtClean="0">
                <a:solidFill>
                  <a:srgbClr val="0000FF"/>
                </a:solidFill>
                <a:latin typeface="Calibri" pitchFamily="34" charset="0"/>
              </a:rPr>
              <a:t>Little Core</a:t>
            </a:r>
            <a:endParaRPr lang="zh-TW" altLang="en-US" sz="1800" kern="0" dirty="0" smtClean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6" name="直線接點 25"/>
          <p:cNvSpPr/>
          <p:nvPr/>
        </p:nvSpPr>
        <p:spPr bwMode="auto">
          <a:xfrm flipV="1">
            <a:off x="2057400" y="4953000"/>
            <a:ext cx="609600" cy="304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27" name="直線接點 26"/>
          <p:cNvSpPr/>
          <p:nvPr/>
        </p:nvSpPr>
        <p:spPr bwMode="auto">
          <a:xfrm flipV="1">
            <a:off x="2590800" y="4495800"/>
            <a:ext cx="609600" cy="52361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28" name="橢圓 27"/>
          <p:cNvSpPr/>
          <p:nvPr/>
        </p:nvSpPr>
        <p:spPr bwMode="auto">
          <a:xfrm>
            <a:off x="2590800" y="41910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9" name="橢圓 28"/>
          <p:cNvSpPr/>
          <p:nvPr/>
        </p:nvSpPr>
        <p:spPr bwMode="auto">
          <a:xfrm>
            <a:off x="3581400" y="35814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" name="橢圓 29"/>
          <p:cNvSpPr/>
          <p:nvPr/>
        </p:nvSpPr>
        <p:spPr bwMode="auto">
          <a:xfrm>
            <a:off x="4267200" y="28956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1" name="橢圓 30"/>
          <p:cNvSpPr/>
          <p:nvPr/>
        </p:nvSpPr>
        <p:spPr bwMode="auto">
          <a:xfrm>
            <a:off x="4876800" y="18288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solidFill>
                <a:srgbClr val="000000"/>
              </a:solidFill>
              <a:cs typeface="Arial" charset="0"/>
            </a:endParaRPr>
          </a:p>
        </p:txBody>
      </p:sp>
      <p:graphicFrame>
        <p:nvGraphicFramePr>
          <p:cNvPr id="39" name="Content Placeholder 6"/>
          <p:cNvGraphicFramePr>
            <a:graphicFrameLocks/>
          </p:cNvGraphicFramePr>
          <p:nvPr/>
        </p:nvGraphicFramePr>
        <p:xfrm>
          <a:off x="627063" y="438150"/>
          <a:ext cx="8054975" cy="552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0" name="直線接點 39"/>
          <p:cNvSpPr/>
          <p:nvPr/>
        </p:nvSpPr>
        <p:spPr bwMode="auto">
          <a:xfrm flipV="1">
            <a:off x="4038600" y="3581400"/>
            <a:ext cx="681038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41" name="直線接點 40"/>
          <p:cNvSpPr/>
          <p:nvPr/>
        </p:nvSpPr>
        <p:spPr bwMode="auto">
          <a:xfrm flipV="1">
            <a:off x="4724400" y="2514600"/>
            <a:ext cx="609600" cy="1066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42" name="向右箭號 41"/>
          <p:cNvSpPr/>
          <p:nvPr/>
        </p:nvSpPr>
        <p:spPr bwMode="auto">
          <a:xfrm rot="1770599">
            <a:off x="4330700" y="3048000"/>
            <a:ext cx="546100" cy="304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dirty="0" smtClean="0">
              <a:solidFill>
                <a:srgbClr val="FFFF00"/>
              </a:solidFill>
              <a:cs typeface="Arial" charset="0"/>
            </a:endParaRPr>
          </a:p>
        </p:txBody>
      </p:sp>
      <p:graphicFrame>
        <p:nvGraphicFramePr>
          <p:cNvPr id="33" name="Content Placeholder 6"/>
          <p:cNvGraphicFramePr>
            <a:graphicFrameLocks/>
          </p:cNvGraphicFramePr>
          <p:nvPr/>
        </p:nvGraphicFramePr>
        <p:xfrm>
          <a:off x="696912" y="432000"/>
          <a:ext cx="7989888" cy="552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4" name="文字方塊 3"/>
          <p:cNvSpPr txBox="1"/>
          <p:nvPr/>
        </p:nvSpPr>
        <p:spPr bwMode="auto">
          <a:xfrm rot="19423228">
            <a:off x="3109122" y="2878017"/>
            <a:ext cx="1524030" cy="44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zh-TW" sz="1800" kern="0" dirty="0" smtClean="0">
                <a:solidFill>
                  <a:srgbClr val="FF0000"/>
                </a:solidFill>
                <a:latin typeface="Calibri" pitchFamily="34" charset="0"/>
                <a:ea typeface="標楷體"/>
              </a:rPr>
              <a:t>Big Core</a:t>
            </a:r>
            <a:endParaRPr lang="zh-TW" altLang="en-US" sz="1800" kern="0" dirty="0" smtClean="0">
              <a:solidFill>
                <a:srgbClr val="FF0000"/>
              </a:solidFill>
              <a:latin typeface="Calibri" pitchFamily="34" charset="0"/>
              <a:ea typeface="標楷體"/>
            </a:endParaRPr>
          </a:p>
        </p:txBody>
      </p:sp>
      <p:sp>
        <p:nvSpPr>
          <p:cNvPr id="36" name="文字方塊 1"/>
          <p:cNvSpPr txBox="1"/>
          <p:nvPr/>
        </p:nvSpPr>
        <p:spPr bwMode="auto">
          <a:xfrm rot="18395701">
            <a:off x="4505615" y="3271259"/>
            <a:ext cx="1128408" cy="382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zh-TW" sz="1800" kern="0" dirty="0" smtClean="0">
                <a:solidFill>
                  <a:schemeClr val="accent3"/>
                </a:solidFill>
                <a:latin typeface="Calibri" pitchFamily="34" charset="0"/>
                <a:ea typeface="標楷體"/>
              </a:rPr>
              <a:t>GPU</a:t>
            </a:r>
            <a:endParaRPr lang="zh-TW" altLang="en-US" sz="1800" kern="0" dirty="0" smtClean="0">
              <a:solidFill>
                <a:schemeClr val="accent3"/>
              </a:solidFill>
              <a:latin typeface="Calibri" pitchFamily="34" charset="0"/>
              <a:ea typeface="標楷體"/>
            </a:endParaRPr>
          </a:p>
        </p:txBody>
      </p:sp>
      <p:graphicFrame>
        <p:nvGraphicFramePr>
          <p:cNvPr id="32" name="Content Placeholder 6"/>
          <p:cNvGraphicFramePr>
            <a:graphicFrameLocks/>
          </p:cNvGraphicFramePr>
          <p:nvPr/>
        </p:nvGraphicFramePr>
        <p:xfrm>
          <a:off x="631825" y="432000"/>
          <a:ext cx="8054975" cy="552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43" name="資料庫圖表 17"/>
          <p:cNvGraphicFramePr/>
          <p:nvPr/>
        </p:nvGraphicFramePr>
        <p:xfrm>
          <a:off x="5559896" y="1625600"/>
          <a:ext cx="3352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graphicFrame>
        <p:nvGraphicFramePr>
          <p:cNvPr id="44" name="資料庫圖表 17"/>
          <p:cNvGraphicFramePr/>
          <p:nvPr/>
        </p:nvGraphicFramePr>
        <p:xfrm>
          <a:off x="5559896" y="1590020"/>
          <a:ext cx="3352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  <p:graphicFrame>
        <p:nvGraphicFramePr>
          <p:cNvPr id="37" name="資料庫圖表 17"/>
          <p:cNvGraphicFramePr/>
          <p:nvPr/>
        </p:nvGraphicFramePr>
        <p:xfrm>
          <a:off x="5559896" y="1590020"/>
          <a:ext cx="3352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9" r:lo="rId30" r:qs="rId31" r:cs="rId32"/>
          </a:graphicData>
        </a:graphic>
      </p:graphicFrame>
      <p:sp>
        <p:nvSpPr>
          <p:cNvPr id="38" name="投影片編號版面配置區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40" grpId="0" animBg="1"/>
      <p:bldP spid="41" grpId="0" animBg="1"/>
      <p:bldP spid="42" grpId="0" animBg="1"/>
      <p:bldGraphic spid="33" grpId="0">
        <p:bldAsOne/>
      </p:bldGraphic>
      <p:bldP spid="34" grpId="0"/>
      <p:bldP spid="36" grpId="0"/>
      <p:bldGraphic spid="32" grpId="0">
        <p:bldAsOne/>
      </p:bldGraphic>
      <p:bldGraphic spid="43" grpId="0">
        <p:bldAsOne/>
      </p:bldGraphic>
      <p:bldGraphic spid="44" grpId="0">
        <p:bldAsOne/>
      </p:bldGraphic>
      <p:bldGraphic spid="44" grpId="1">
        <p:bldAsOne/>
      </p:bldGraphic>
      <p:bldGraphic spid="3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066800"/>
            <a:ext cx="8229600" cy="4152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Heterogeneous computing and OpenCL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1143000" y="5486400"/>
            <a:ext cx="7543800" cy="892552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r>
              <a:rPr lang="en-US" sz="2600" dirty="0" smtClean="0"/>
              <a:t>OpenCL supports functional portability</a:t>
            </a:r>
          </a:p>
          <a:p>
            <a:r>
              <a:rPr lang="en-US" sz="2600" dirty="0" smtClean="0"/>
              <a:t>OpenCL </a:t>
            </a:r>
            <a:r>
              <a:rPr lang="en-US" sz="2600" dirty="0" smtClean="0">
                <a:solidFill>
                  <a:srgbClr val="FF0000"/>
                </a:solidFill>
              </a:rPr>
              <a:t>doss not </a:t>
            </a:r>
            <a:r>
              <a:rPr lang="en-US" sz="2600" dirty="0" smtClean="0"/>
              <a:t>guarantee performance portability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48586"/>
            <a:ext cx="8229600" cy="12698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Evolution of </a:t>
            </a:r>
            <a:r>
              <a:rPr lang="en-US" sz="3600" dirty="0" err="1" smtClean="0"/>
              <a:t>MediaTek</a:t>
            </a:r>
            <a:r>
              <a:rPr lang="en-US" sz="3600" dirty="0" smtClean="0"/>
              <a:t> CorePilot</a:t>
            </a:r>
            <a:endParaRPr lang="en-US" sz="3600" dirty="0"/>
          </a:p>
        </p:txBody>
      </p:sp>
      <p:pic>
        <p:nvPicPr>
          <p:cNvPr id="5" name="內容版面配置區 4"/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98822"/>
            <a:ext cx="8229600" cy="4282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Diagram 5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765665" y="2143124"/>
            <a:ext cx="3206383" cy="954108"/>
            <a:chOff x="2058766" y="2527843"/>
            <a:chExt cx="2237008" cy="954108"/>
          </a:xfrm>
        </p:grpSpPr>
        <p:sp>
          <p:nvSpPr>
            <p:cNvPr id="9" name="Rectangular Callout 8"/>
            <p:cNvSpPr/>
            <p:nvPr/>
          </p:nvSpPr>
          <p:spPr>
            <a:xfrm>
              <a:off x="2058766" y="2527843"/>
              <a:ext cx="2237008" cy="954108"/>
            </a:xfrm>
            <a:prstGeom prst="wedgeRectCallout">
              <a:avLst>
                <a:gd name="adj1" fmla="val 55913"/>
                <a:gd name="adj2" fmla="val 103496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8766" y="2527844"/>
              <a:ext cx="217849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400" dirty="0" smtClean="0"/>
                <a:t> </a:t>
              </a:r>
              <a:r>
                <a:rPr lang="en-US" sz="1400" b="1" dirty="0" smtClean="0"/>
                <a:t>Task Scheduler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b="1" dirty="0" smtClean="0"/>
                <a:t> Interactive Power Management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b="1" dirty="0" smtClean="0"/>
                <a:t> Adaptive Thermal Management</a:t>
              </a:r>
            </a:p>
            <a:p>
              <a:r>
                <a:rPr lang="en-US" sz="1400" b="1" i="1" dirty="0" smtClean="0"/>
                <a:t>Presented at Linley Mobile Conf’14</a:t>
              </a:r>
              <a:endParaRPr lang="en-US" sz="1400" b="1" i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257675" y="4143374"/>
            <a:ext cx="2838453" cy="954108"/>
            <a:chOff x="4769012" y="4143374"/>
            <a:chExt cx="2327115" cy="954108"/>
          </a:xfrm>
        </p:grpSpPr>
        <p:sp>
          <p:nvSpPr>
            <p:cNvPr id="12" name="Rectangular Callout 11"/>
            <p:cNvSpPr/>
            <p:nvPr/>
          </p:nvSpPr>
          <p:spPr>
            <a:xfrm>
              <a:off x="4769012" y="4143374"/>
              <a:ext cx="2327115" cy="954107"/>
            </a:xfrm>
            <a:prstGeom prst="wedgeRectCallout">
              <a:avLst>
                <a:gd name="adj1" fmla="val 42908"/>
                <a:gd name="adj2" fmla="val -96474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69012" y="4143375"/>
              <a:ext cx="232711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400" dirty="0" smtClean="0"/>
                <a:t> </a:t>
              </a:r>
              <a:r>
                <a:rPr lang="en-US" sz="1400" b="1" dirty="0" smtClean="0">
                  <a:solidFill>
                    <a:schemeClr val="bg2">
                      <a:lumMod val="25000"/>
                    </a:schemeClr>
                  </a:solidFill>
                </a:rPr>
                <a:t>Task Scheduler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bg2">
                      <a:lumMod val="25000"/>
                    </a:schemeClr>
                  </a:solidFill>
                </a:rPr>
                <a:t> Interactive Power Management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bg2">
                      <a:lumMod val="25000"/>
                    </a:schemeClr>
                  </a:solidFill>
                </a:rPr>
                <a:t> Adaptive Thermal Management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b="1" dirty="0" smtClean="0"/>
                <a:t> 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Device Fusion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7712870" y="2135980"/>
            <a:ext cx="525653" cy="307777"/>
            <a:chOff x="7712870" y="2135980"/>
            <a:chExt cx="525653" cy="307777"/>
          </a:xfrm>
        </p:grpSpPr>
        <p:sp>
          <p:nvSpPr>
            <p:cNvPr id="16" name="矩形 15"/>
            <p:cNvSpPr/>
            <p:nvPr/>
          </p:nvSpPr>
          <p:spPr>
            <a:xfrm>
              <a:off x="7793830" y="2214562"/>
              <a:ext cx="226219" cy="159543"/>
            </a:xfrm>
            <a:prstGeom prst="rect">
              <a:avLst/>
            </a:prstGeom>
            <a:solidFill>
              <a:srgbClr val="E1F5D1"/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712870" y="2135980"/>
              <a:ext cx="5256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 smtClean="0"/>
                <a:t>2.0</a:t>
              </a:r>
              <a:endParaRPr lang="zh-TW" altLang="en-US" sz="1400" b="1" dirty="0"/>
            </a:p>
          </p:txBody>
        </p:sp>
      </p:grp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May 5 2015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7580" y="1052302"/>
            <a:ext cx="3557845" cy="1960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8983" y="504056"/>
            <a:ext cx="8229600" cy="1134535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      Benefits of GPU Computing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8" name="內容版面配置區 2"/>
          <p:cNvSpPr>
            <a:spLocks noGrp="1"/>
          </p:cNvSpPr>
          <p:nvPr>
            <p:ph idx="1"/>
          </p:nvPr>
        </p:nvSpPr>
        <p:spPr>
          <a:xfrm>
            <a:off x="565150" y="1262124"/>
            <a:ext cx="8121649" cy="465666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Higher performance </a:t>
            </a:r>
          </a:p>
          <a:p>
            <a:r>
              <a:rPr lang="en-US" sz="2400" dirty="0" smtClean="0"/>
              <a:t>Lower power consumption </a:t>
            </a:r>
          </a:p>
          <a:p>
            <a:endParaRPr lang="en-US" sz="2400" dirty="0" smtClean="0"/>
          </a:p>
          <a:p>
            <a:r>
              <a:rPr lang="en-US" sz="2400" dirty="0" smtClean="0"/>
              <a:t>Mobile applications:</a:t>
            </a:r>
          </a:p>
          <a:p>
            <a:pPr lvl="1"/>
            <a:r>
              <a:rPr lang="en-US" sz="2000" dirty="0" smtClean="0"/>
              <a:t>Computer vision</a:t>
            </a:r>
          </a:p>
          <a:p>
            <a:pPr lvl="1"/>
            <a:r>
              <a:rPr lang="en-US" sz="2000" dirty="0" smtClean="0"/>
              <a:t>Image processing</a:t>
            </a:r>
          </a:p>
          <a:p>
            <a:pPr lvl="1"/>
            <a:r>
              <a:rPr lang="en-US" sz="2000" dirty="0" smtClean="0"/>
              <a:t>Video acceleration</a:t>
            </a:r>
          </a:p>
          <a:p>
            <a:pPr lvl="1"/>
            <a:r>
              <a:rPr lang="en-US" sz="2000" dirty="0" smtClean="0"/>
              <a:t>Cognitive computing</a:t>
            </a:r>
          </a:p>
          <a:p>
            <a:endParaRPr lang="en-US" sz="2400" dirty="0" smtClean="0"/>
          </a:p>
        </p:txBody>
      </p:sp>
      <p:pic>
        <p:nvPicPr>
          <p:cNvPr id="2052" name="Picture 4" descr="http://a4.mzstatic.com/us/r30/Purple/v4/a0/40/99/a0409926-f1c4-8037-6e57-e3db7d757601/screen568x568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70366" y="4980332"/>
            <a:ext cx="955183" cy="1695450"/>
          </a:xfrm>
          <a:prstGeom prst="rect">
            <a:avLst/>
          </a:prstGeom>
          <a:noFill/>
        </p:spPr>
      </p:pic>
      <p:sp>
        <p:nvSpPr>
          <p:cNvPr id="2056" name="AutoShape 8" descr="data:image/jpeg;base64,/9j/4AAQSkZJRgABAQAAAQABAAD/2wCEAAkGBxQTEhQUExQWFhUXGBoXFxgYGBcaHRgeFxwcGBgcFxgYHCggGholHBoVITEiJSorLi4uHB8zODMsNygtLisBCgoKDg0OGxAQGywkICQsLCwsLCwsLCwsLCwsLCwsLCwsLCwsLCwsLCwsLCwsLCwsLCwsLCwsLCwsLCwsLCwsLP/AABEIAKIBNwMBEQACEQEDEQH/xAAcAAABBQEBAQAAAAAAAAAAAAADAAECBAUGBwj/xABKEAACAQIDBAUIBwYEBAYDAAABAhEAAwQSIQUxQVEGEyJhcRQyUoGRobHRBxYjQpLB8BVTYoKi4TNysrMkg8LSQ2Nzw9PxNIST/8QAGgEAAwEBAQEAAAAAAAAAAAAAAAECAwQFBv/EAEIRAAEDAgQDBAcGBAUDBQAAAAEAAhEDIQQSMUETUWEicYGxBTJSkaHB8BQjM0Ky0WJyksIGU6LS4RWT8SVDY4Kz/9oADAMBAAIRAxEAPwD3CkklQhYeI6WYZCQzNIkaKTuMHd30yIU5wqWK+kDBWwpa4wzCR2G5kcu41MhGYImE6d4O4jXFuMVUwewwPDhvjUa0s4mE5CBe+kTAr51xh/I3ypyEs4VRfpV2cY7d2DpPUXY/005TkIjfSfs8Ak3LkD/yrnypAgozBNb+lHZzRFy5rMfZXOG/hQSAjMEXDfSTgHdUW4+ZiAPs3Gp0GpFJzw0SUAg6K/tPpnhLFzqrtwhwoeMjnssWAMgRvU1L6rGAFx1VN7Wiy1+lHZxYqLlwkCT9lc+MVQe0iQqawl2VWm+kPABc3XSDyVifw765xjaRdlv7iu2p6Nr025nRHeFRt/Svs1myi7cn/wBG5w74rrhecSAp4r6U9nW/OuXB/wAq4fgKISDgVHCfSts66wRLl1mOgAs3ZJO4AZdTUkgCSqRr30m7PUS1xx/y3+VNTnCbD/Sds9xK3H5a2nHxFCeYK3h+nuCcwrv/APzYflSLgNUswWiOkViJzHn5pqOK1PMEF+k9lFLOxiYEI24zE9+ho4rUSEAdN8J6bfgajitTTt00wg++34GpcZiFH674T0n/AANT4rUJfXfCek/4Go4rUJfXfCek/wCBqOK1CX13wnpP+BvlRxWoS+u+E9J/wN8qOK1CX14wnpv+BvlRxmoS+u+E9J/wNRxWoS+u+E9J/wADUcVqEvrxhPSf8DfKjitQl9eMJ6b/AIG+VHFahMenOD9N/wADfKjitQkOnOD9N/wN8qOMxCR6dYP03/A3yo4zE0DF/SLgbYBd3ALBR9m51O7cKYqNOiSP9esH6b/gb5UuMxCJY6Z4V2Chmk7uw3DWmKjShdDVoSoQvH9qn7W9oezdf1jN8qt2i5guR6QtmS1mC5VQ7j2vOaDHjp6q5wbLQ6ysBL5QHKxnXcOBjj+XdSAugqAxUmWMn10iEwIVsbVBti1xzd8ATO+tjAaVMEmVUuXTlM7jPwrJqpDtXiEUKDOonuPKrLgCZThaWz7uW7bPoupPdBFFTtNKG2KubYv9bjMSbjszZrgBJiFV2VAO4AVhjHAASJWlAEiy5tr5tucupOlXShzJKp3rJYHFPnGsydRH6is61NuQrYVHGyFZaL4/z/nXU31AVyv0Kv8ASDzV8aoLFizdmYgW7iOyhwrKxVphoMwcpBg1DhIW4MImKxMmTQAohamwXlT/AJvypbpOXQ4G5lceym8WlQNV6DsmGTxrk1VoPSO0erJHNZ9XH30zZMLl6SqVIHnSRKjQEJU001CAnpJpUJJjQhPTQmJpSmmakhJTQEKBahClJo70KD0kLP2zaDKgZso6xZPLfWlPWyTtFoCOBnwqCIKFobJ/xk9f+k1TfWTXtldqSVCF4f0jxVsYi/mJP2r6AGNG7qHclzhcjtzFo1u0FMsA067hJgRGm/jWQEK91iz3U9E1EUbJqF0QRVC4QER3LKJO7d3VAsYCEXZ7NpERyPHw5mprU89kaK9eTMwM6QD7OdFHNw4cpJgqeIxKm85YDU3DP+Zyf140sTmaBlE3WtEA6rCxRGfTdIiqpSad9VbvWspW8awckARMRSdQBZEoFQhyGTGI/n/OtGeoFm7daW3z2B41pELJuqycFbzOq5lSWUZn81ZMS+h7I3nQ6TUusFsFO8oDETmgkSu4xxE6x6hQEitXYD+doN4qbSocFvWTr31TlA1XebDxgRADJ7h865N1oh7f2q5ULlUK0zpr2TprTtCYuufQTxpK4Sy99ARCYL30kQkwjjQgpDxoQEoPOkhMZohCamklJpRuhNmNCE0nnSumlNNJNFKE1IMaaExJpQhU9ppmVQdxuJu8aun6yRMCVZtplAA3D89al2qJJWhsc/bJ6/8ASabBdNe4V2pKLjQ00naL5r6R32F+9LnNned2pLGZjnUu9ZZNFlzzuSdBPE1IhUorBHI/GiEJ2TLqdP13Uw0wlKE94kiTMfrjT2ThSNsmTIHcJqRzKau7HxAQMzKWiMsRMkGfVWmUSpcq17EOSYGX2THfxplAAVs9piP4m94FS7mgLNv2oOgYgct/51DZcL6rSd1C7cIOYW2Eayyj5CjhiMpVB51QEYs+YniD76uIEBSTK1NrvNsR3UwVm3VYyHSgrQqRapQtzYC9gnjMfr20ouoetey2s0z1WYMrtsDiBbs9bcIt29O2wIGu4DTU+FcsFxstCsjbnSGywR7eZ17QDAaEiJiSDpI4VYpFAdCxx0itei/4f70+E5VnCdekVrk4/lP5UuE5PMl9YLPNvwN8qOGUZkvrBY9JvwP8qOE5EpDpFY9I/hb8xS4bkSpjb1nfmP4G+VLIUSk3SKx6f9LfKgUyU5UP2/h/3n9LfKjhlEpHb+H/AHn9LfKgMciUvrBh/wB5/S3yo4bkpTfWDD/vP6W+VHCciUvrBh/3n9LfKlw3IlI9IMP+8/pb5U+G5EpDpBh/3n9LfKjhuRKX1gw/7z3N8qRpOTlVNqbctG39m/aBVhAPAg/eEVbGEFKZS2Zt0QeucD0ezy/yjwofTM2Ugrb2Dtqy1+2ofU5vut6LHlUtpuBVSvoGupNVto3iltmWJAntbu+TwEceFMKXmGr5l6QY4tfvsI7btOWCCCZ3jQjjNJxKzbosdrhPIAVKpCBNBTQ7jyaeiYCamhWra6a1mTeFcWQRanjFah3aU7Sp4G3DEHlQ5S42W3gWtE3S7NOoAOaACPuRx9/KkZzKHaWVebMHsufR7N0+2Typ2KfaQMb1WXsIVPa1IIEFWEanmV9lAsmJWRh/NPj8qeqo6q/iQTaAiZPzpNU7oNnAMeAHxpozBSsYANJZ1QAxrqTH8IoDZQXQtLCYmzaXKCz6zuCj360w0BQcxW/sbpItpSUtW1b0mGZh4FtB7KhzGlFwsnpntl8QyFrzXFEkSdASFmANBTAgKmi6w7OLbIEkwGLD+aAfgKNrKouttr2C6nRm60J/H58bt0RmqBm3T2WGMT31UlTCl5R30JwnF/voRCc3++hEJdf30apQl1w7qAE03WDuoQlnHd7qEJG4O73UkKJcd3upoTG8O73UIhMb/ePdQEKJxA5j3UJwm8p8PdQhRa/IIpkIhGe4Qq0klo9FMQTi7OvF/wDbehMBfV9Cpc99IGINvZ+IYBCYUQ8ZSGdVIMkcCY74qXOyiVLxLV80Y5YY6/lv/KhrswlIDZVSDVAJyEbKAoPGTO6pSVVjrTNkwmIphNW7biKzLTNlQKCr6VcSVGyXW7yKUXRC39hbUuWrV8W2ynITPGBoQp4b/dWhbLlDuS5u60g6k1MQrVSqKakrUtELYxRy2weR8d4NDVmLrOfEsd5NOVQCZbtAKcJjeolEJEk8KmU4VhXGVQ06Ft3fEUptZKLqFu4oJ0JGvH2e+ja6an5Dd39W/wCE0swQovhXGrKVHMgge+iZTQ2SONNJSCiN9EoUlsE8akvQmuWY3kUw6USp2cKWBIjSjNCJUkwTHlpQXQhM+DYb4qeKJhB0UfJW5VPHamGqXkL8vdS+0NVZSnTZzHhHqptrNcYCkiEPEYQqda0DpSQhZNNNI2KcoRxhwupBjxipzSkVZxGEPVK0jhpOutLPdII/RW1GMs9xf/bemCmvrOqTXN/SNiRb2fecqGANrQmJm6g3wec7qcA2KREheIY3bllmBbDWydBPZ3Dd/wCHVQBoFPD6rExDWSfNub+Dr8OrphoSykLMYb9DvisiLqkPJxohEpmNMIUgR4UAoR8KFKtO+RHvplI9EADfS1TT3Zz5QTBA941qpmEbJ7NvM4DfegctN2lS50JrbwXR600Zi2oPEcPVWecqcy5q8gDRWpVArV2p/hD1UDRZt1VC7ZGUN4CgFaKL2HVAxWAeOms91CUiYQbeppOMKlae3FZMfJTQ7u4eutAp3UEo2TXUWMGxUHhE/wCIOWs66cKxzKCobVsRac6GCIOYE71A0B7zVMN0Bc+o3d/dWipTjXupTIsmEVD+fwqNUouuqwOygArACWUSSSd4B4mud7Q+xUuZmQ/2aql4EbjpO8yedWDohFw2zVJJmYG7UR460y6UIt7BIACZ100BPwqCzMnJAWVj9izqjXJiYhiPV3+um0EbBPMg4HYr73a5pwhhTN9gguhauBNk3OqBIcaHMGgTG/fzHtrsb6Jrim2qIh3XoT8isK+IFOmXukgctUPbGCWZBVoWdGA0gt96DuVuHA0H0fihYN+I6deoWdPGU3tBuJ5g842kakbqlgtlO7QttSQYPbtaQYP3+GlKphK7RJb8R+6h/pDDsu52v8Lv2RMX0avrmY2uyNJDId+i6KxIkkVyZwCWyJGtxaV1sqB4YWg9uS2xvGu3n4IeNwB6pjlOi8j4/lUtqDNqFtw3jY+5UPJyWVNxI1kbtK0ncKIjULS2HgymMszr52o3eYwqmOuqsvqKtklxv0vkfsnEzPnWN3/r2qpsTdBXzwxWN7VcNlKCgYbz1/zVD0QtRsCctw5lSXXzmAkOWEhdS0RJI3CozXUjQKlf2ayorhkfMSIUklSpjtSBv3jupA3KreFScRVBCMmEIjNpPAjumlCUpsH/AIiePwqnaIuExHvNB1TBsmZizg9wGmu7ShEQFPCt2k7iPial4smF1uyzqvr+NYwsjosLZ+HtM13rVLaqFgHQnPuI0kwInjXtYCnReHcUTpHjPnFlw42pWbk4ZjUnTaPgJurW17SJbGa250Xjl1IO7QyQQZHeKdbDU6LJLXbamNR3aiLja2uqVCvUqvhrm76X0Pfvse/TRZGOtBHiDlhSAeRAMEjxia48RRFOpAmLH3iV3Yd5qU5MTcW6GELaGNLqAAFTgvKO861kdFbWxddDjOj+BtJhWbG3Ldy7h7V506nroNxQ2hRkyDXQGTHGvDo47GVHVAKIc1r3NBzZdDG4dPeI7luWNEXUf2PhMuY4+7lJgE4J4nuPXa8K1bXxY0w4/wC4P9qXY5/BCxGy8EAM2PuD/wDSuf8AzVpx8b/kD/uj/akMh3+CqbX2MlpcO9m919u+rlSbZtEG2+RgVLNx4zz0rbA1quKqPomnD2kCAc0yJEGAk8BombLXwd8g2lzOQcgOq8SJEBZroZhcS2uKdWmQJE9k6W3HRY13NFFz2ESASO8A81cxFlb4dQ7qBrqVgkbgAwmc2Wur7M19VzabKkbWAHhN9Y1vquZr6zKTXVC2d9T5dJ6aLncRZso8Fbsb5m2REgaEaTow8YrSphWUrua+PDnz05+MIZUrvFiz/UNuRvy8E1uxadXKdYCi5u0EIMEA7tRvFZClRLXFmaQJvEfBUalZjmh+WCYtM9PJDwNjNctyDlZsvHjpv9tceYaTdeg6jUFPiZTlNpi0966rAXkGbMYUAL2mLD1A7t2+pMLna1yhh1F03iXYKGUgoQNMu4aa6zu40jATIO6sbJvSGXJdG8zcGp9cbt3tqUlu4XZV1raOqZg3KDu5jhXM7FUmuLXGCFJqNBgod/o7dMnqmk85/I8qoYyj7YU8RvNAHRq/Im1IHIN+b0zjaGzgjO3mi7H2S1u67dVl7bLm042xoSGJ+HhxPptxYe+izPIDZjxdcCAPPv2HB6TLXYSoB08wuQwmAv3Ll53JbRgSd7ZQAcsCCQMs+qvS9I1KbsIA0DQaFxiSXCc3MXm5uRpr6LWtacrbDorm275e6uVEC21VQiIwKjKrILpbQ3N8xMd1eViA1mEER6w/Sek/GPFY4R7qhObrGkWcQcsXjS7rko+PxjrhbhBKZbNlljslS+IAJzDU+avs8Z8/B4ek/jOc0EyOvL3an33XVjcTVZXwrGuIEOkAxPZdrzuARyiy5rE7QxJtk5rotnQNLAGBGh8OHfXR9lpAzlHuHetjiKhB7R95VrbV09czAw4ymecqO9via5sGPugO/wAz0HktcVeq6enkOp81Po5edsXZLE/e38ew1drIXMvqWtELmPpKwoubNxCHj1Z/DdRh8KppgpO0XgTYBIn8jPxq8/RQQQYlBfZgUqQx1MwBMRz5DWsS8OXRWomkAZBnkVWx7JlYEEGRJ9Z3erSrGt1gNkPypMioM0KZnTU6+POkGN1TlxKzyZ1ppq+u0SRGu4DWh14U5VWwwi4hOgzDX10insounCffRugKFgEGSDS3TOiinHx+dPVMLqehLiWU8mn3ER6xWNQQ5DxCoWr622uswmGXSFJP+ICBmOm8aivUwVZlJrnPE3bsD7XP5LzsTSfVLWtMWduR7PL5qePxocDsxEfdA3COBPf4bu+uipiG1mggRHQDQRsT/wAadUsPhnUiZPxJ1PUD/nXog7UwRa6FBHmqe/zRJgDdANedisRmfAadBpfVoPRe3T9G8Jgmo0Xd60tNnEadqxi1/cn2rgMOLYNh7jHTM10IonjkCyQJ5muFtUk3BWpwX/ys/q/4RekeHLPhzujCYZYPHLaXUdx3g8q5MC8MY+f8x597jr81ZwLnmGPYTGma5gbWWv0a2KMR1SuoXKAkNbZu3d602mdBvQEBjmgGFG41HpHFnDsMb31iwIzAHmQYEXGuy5KbQ4Kp0/2N5O1qNziCMgtwyAB+yGIAY9sAHQMOEE16KxhxNNwOoOszIMkXgExoTFyOcrN7Mpsq+N//ABNleGK/3zXpegR/6vU/mp/oUYj8HwK1NlwUskKpnUmJOh11kAaxp47oruwWNr18SOLVdc+0Q3S3ZECOgFzrMmeXFMDaLw0bHv08SkMQjtCooiNDEt2gIYlMgkEHxAAOtdPFxNLFua2q8jWC47xY5iY1tvoJupqtaaAJHiAbWN+zBOl+QkkWQtv7OlDcQjL2kKrxMnXQAaZSDyrvdUq1G1ZLiMj9yQbwDOma2kSOa5MK7LlDiJOU8iJaDoSTlvZ035c8nZV1QbhCgkW2MNEHVf1wr52kJFQfwnzH18131iQ6n/MPI9R8+5Ht4uLYc2wI4LoDlaZaTxE15optNQ72X0zsXWoYGkKTi2XPmLaER4XK2to4lEUW0tggBS7ssMSYJIY7l1Mabstc7miYI+v+V00HYt1PiOrvi35oEG5IJMOyD1gLg26qmmIXUDU6GVgx3aDQx8a1pMbAMbjzXDQxmJqGpTqVHOHDqWJPsGLfEJ8Fjlt3IOclyFGYiBJ3zXc9i8IXC6jGXPsMPJ06sxJgSXYeqYArjoN7bz1+QUixKyXui2LYt2bTXb1zq7ZMsEIK5mbLwggnkAa2e4NknQCVqLDMVb2hZRLoGRAwTrDmtsj9XmW0jsvVhVYtnBWZjKeJy44au54v3WiJiSNeW/h35B5OqJ0UaDiQIAz2fNBG8XNNFHADn+Ve66m0uwzjrlqfCI1J5nkOm68z0uT9md4fqC0OhdoNh1vOim60hYAhQhALtxZ2IcDgIp1Q41HMB7IJgdxKr0hiqdEZXfm6xqY5GYm/TnojjAIMRDS/2J0dwxgMDIDg666mY3TVZJoZToDvfbrafluvK4rmU+KwRL/ytIaZMat7WW1vzTtBhcx0ltqvlSwMuWxppu8qGmgHCO/1RXmYUQaw/i/2/VrL2qzszsE43OUz/Q/u+N+a0MUBew1xECwyFVBjeQYEAdnKYAP9q4/tRouLKgJ37oi8k3zawNNLmSve+zCu0PpwPhMzaALZdJOt9BC4PpAWN5/5f9C81HwH508JApDx8z1PmliZNU+HkO7yReiRPlVqY3tr/I+6uxsLlX1dVoXP9PcQtvA3mcwo6uTBO+4gGg7yKJhGRz+y3VfO2I2mgYgagMYMRI4eurOtlAp80H9rL3+szU3QWJ9q7Wa5ZCyuWABCqDAYtqQJJknU60BsBABlYqmmqCNcSANxkTprGvup7IUsNhiVnTX50JEwoW7ctE8T7qUQYRsnZCDJUwO6goEI19w0DnrSARoVHq4RTOhY6c4nXw1IpxATC3dnXEN2VAQQwH3Rpu99TW2KQBgyszHTkvf5k5/x8tPbW9P8F/e3+5c7vxmdzv7UCyuclBppx99Jj+zlWzrXWncw9zyi86KWCWpuGYCK9vICSTxJgCZPAUYiWkD+Fv6R3rSpBq1P538vaPID615oKr9mqGIJg6GBHMDWvKNS8he/RwGQ/eNLrH8pi3iCZ/Lz6bbvSHDulyyBrmw2Ft2YHnN1QBZfDKB/MK5sGQKFR59t5/1lcuGtjQ3Qdrp+U7bdy6fZODy2g1tELMrMsXLaqbhBwy2HdGz3iX60i84InQEcPDxNfPUIqONjexJiQ8vAIhsCBkB9642iBb62S2ilu8rZQAkf4vUW7lo5rYa3eNy5cy3Ldm1ba0zNoWZdJiHh31KBub+zmId60FsBstL3EOaBcNBvEoIBXIdKLYVNngWzaXNi4Qx2R15gaEiIgiCRG4ka19V/hhxPpIkuzGad+f3f1rfmubE/he/zR9h4rLZtZ5d7jDJ2gAFDlSW7JLMSr8Ru4zXb6OwwqVQQT2YdAvuPmb8hJ2WGMMUXzyI+B7vrcIRID6RLNCgaxJkSGBkAxv5Cvo3YNrSarybA3NzEmbiZgwWAtIAF9ZGWfOwMHTS23wkSDB38DbuY4OfNC5bi744ZjrGgE6zrvqcNiJfWDgBlafOfdve97rmq4A0KbO0TmB052G8yYtGkCyB0e2Ytu2bxhnghQQGWATmzKdG1CaEQOR0rx6FH7g1J1bp0mPlfy3XS+qH4oUy2wfzGuUnkdjbTv1C19lZnvNcIzaFrkmAQJLZo3pIEjlpyrxHjhucR0X1FSkHYagwnep/bA8TbxVXGXDecOYMyvZWIE6CFAAAED8+NcD6ubVevTwgww4YjUQTlBBjt+tJdny7AdkGLWU2KnO4AD5lDQqoCFfSVUABtdfGtabyCGHmPkvPfSJe6rNuE/cu9ZjyIdo4a92lyCVJJYiRmIMjMIjhIOQa6mvRhfLytfCYJr4wdpeyGtyX7MIA7liQeQB+Fc+GHbfHtfIKJuV0tvo9hgbT20ZyhlXuOSWDqVbsgZNzERHDhXPj67RNIcrnqIIG3ifO6zfUtlCjtbY1u+q5S6QCQEhAToAGU/ejQH+1cmDe+kSTHeb8yTI25+WqzY4hcn0ctZXxitGZbtteOoAuRodwO/wBfrP0hrHjYaNCx3hz2F7Qde/YcvpW+FPh5hR6A3GOHC5yVTMzABewbkEKcyyd7GQYkEcq1ZVzvc7ckn39/1zWPpeiXPzRYZfa9ozBabbWgk2ywVuYkkXWgsPsW1EmDpqBquYbwMpJ8K6SctLx5jleBE+AsvMY1talNvWn1XCTmIAc6QTJsXu0vMOueR2zdb/iXZSWbD2GAh5Oa+SoysJnVZgDWdK8zDmOMT7Xyb9XX0FVozYJrb2cPc14tc2taNlS2slzyEEO6sAufzoOW2WYHXKJJiQNWhTrJHj0awdi+0ARJjSbuAB0mwvfRtxZfU1aRbhYaSDAnWLNJI1jpbU2N1QxmLC3buaJzJy3dWvIt8flXTRaTSbHXzPQeS4MT+M7w8h1PmqvRaPK7Xi3+21dzFznVfVtaJrmPpLwpu7NvoDlJNrXwu2z+VBjdU15YcwXzTtjAm1dZCc24yBzq1OfNdUih76E1esYUuu/dw/tTCzLgCnXZ435p9VKE8ygj5dCAZGs1LkoJRdnYtFMMTl7hMe8UwSk5pKlZuWjdXJnks0kgAEHzYAJIProcd0QYuuxwez8K4ClriOYGYhWWeOkrA7yalznBZwDoqW0NiWbR7N0XDJEAd/MaUwSdkydlT29sdbVjP5rFlAUuhaCDJyqJjdviKA4kK2m6nswYUWkLreNzUnI9sLqTGjITujjvmoLajhfRJzrrMuW5V5icyR/Vz8eFdLBFF46t+axcfvW9zvkq+DXLck/oGazGq2dcLqsBiyvWWsisl1kBkak5VRRIGoloAjeTWWKeWvblv2W/pHILvFFtWpVLzHbf0/M6/aJmOUydoUnwyEqSjHIqxIDA7wCeAUcM2pgg1xHl3L1hBBcS31njUg3ABF9XHQ5bCxF7Iu3saBdwoYAgW8Lckg/u1zaDgQNwBOlebhw80awG76n6j7rp0WUjUDhY9oC87G3IgDcHWNlv4zpTibJQPh7hy21Yh7yy7W2uOy2jctK177MozFZiFA187yaXo3D1s2WoLkizTYENAJhxDbyADEyTpp5BeRsobLxNq7bt3zcCPktjM9zC22tK7Pbe6ENvQnQwQVc5QNwatK9KpTqOo5ZEusA9wcQAQ2Z+Orbk6kIFxK53p82Y4BirIxOIlGKMynrROYoSszy9g3V9J/hEAY4gEEZmXEwewdJv9alc2LP3fgVQ2fag2YMhVta6RLQSNdPOLadxPA19P6IqU3tIjTLPZm8ntS05uU5uy2BraOTHAik6+zvLuPwuh3GOYlonUD+GdCOOu6vWEBoc0QRJnKBAza6l0O0nQ3JgKWCbfPp3R81XxdvKhY8OBBEzroeIEEHlpvrzTh3N4jnT+CRc5jNie1o4g2NhAyhdX2nO0MA/Nt0tcflnUXM3NtFv9H7UWyHPZyO8EaFmAQa7zBVJjd69fMw9N7aLjNiJ6a7HciL2Ec+eTqzX4hrQBIdr+bTfSAZkSSDy5Ds4o21uHgVAcSozLOYqJ1mVU6awp5V5Vdoc9wPIfNfS1c/Bw/D1zPInplM+CEmKt780AglQ285u0vriDXmPpuzGy9bDV6gpNA07EQYEQ6zJGYmNnb8m6htXlVoYiCQTw0BUkxx0itaYOYd481hiJILn6mm++ulK5zfnkkXgREAQrvlmHH3hPMR8q9GSvj8q7PZOVcFbZJLXEFlDxjrHZ48YQVOEjPUJ9r5BZRcrbwNwdWpUHLEgaDQHQTPOd+/Wa8/FUnCpBiTF7k6GXRG8Afw2IXO4XTPagygiSd+ilmIAkb5Jk6QJM8dcQ5zTlqfAy4ACbHSIgbkx0sA81zeGdOtxgUDW5abQEaMjbzAB7Qc8TrqTIj2oqDEYbPM5Ha97up+Q5Aanl9Jg/ZXT9doLj+heJC3mmSIVYBH397GSJC5QCIJ7e7gd8NGaV0el3ubSho5k67RaRoTqDIjLqNR1g2kDfJC6C03am3ljst2WAzFRovZkZpGsTXp60Cdp8PVPh8/BfN+pTAA7Rc32pJk+sDAzG57US2HWNlWu5WxF1AsBVsuSAsZnv5joRAMrMk5jMgTXz+NqEUMTHPrvk+uXMar6T0XQHHwDiZsRsfVbUi+nmRFidvNulaoLwUKAotgLAQAdpyYCdneW3HjwMgHo4uNIlxvPXkOd/f5XPuY+A8AaR05nlb68FLbF3Li3M+jvH8C9y/AfnV4T8BsdfM9T5rPF3rOnp5DoFp7BxztibCnLllogH92+7Wtw28rAWX1FVprn+npjA3YE62x7bqCfVvoSdovBNtJ9s0x7jwroZ6oXOCqLIOVUnKG1s7xoR+uFSQiUhYzKWXXmOVTEomFnYwDSoK1aVSNLVNTwxh18R8akp2XVAHmfVWq5pT5e8n10IlUNrIOrnvFI6KqZur/7OZEQsmUMoInjImpa4ESFLpBStqsFTOpB07p4HxrppPYGuY+bxp0nu5rB7XlzXNi069Y38FWu4FSwIL+pRr/Vzy++kRQ5u9w/fu+K0a6tpA956dO/4LdtQWtlSOyBeOeD/hx1awTrLFQRP3huivOr5ah4jSYgROtgBzO/X3L6HDPdSxL6D2yS505TpJJP5bwOk6m5U7mYKARxI1Cnhqxg+eTHGNx1NYX+vPXX4Luc9peS03gWkjUw1oOX1YnUZjpYKxiQvlGHnf5Nhjbn0gts+3LnjvivGY532epGhe+e4l3zjwUNpCnVA5F4Bjk06dD10i267TbN5LTZRltrkuga3LQbIlx2zuqMVVUOYXFIbMpiQDXispvqNa8yT2fZdEkCwkSS6xa6QARJuF5cwg9KsV1Fh3QPEPqjOSO1ajKLls2p1MTulsgYsRU+jqXGqhro21A5OmYcHd8a2zEABN5gLzTpMH6vZ5e2bTM2LcowZSufEFgIbWIIieFfef4Zyf8AUnBjswBpidZinG1lxYmeF7/NAtY1TfthB2FKKgnXsRbVpjWRyG8nSvo/RFMcJpETc3JmdCYkAtIytBgw7xnkx5+7f3Hy/wDJ1Ft1HE4/Vhkgkkbxx5Dnp3V65YaYANzLbHLJIJdYyJN4aDYRMLNjpFuXyhE2bhy6yyhkBRTrvzTo2XWTleAOXKuMcKXOMfhkmIvOWXODbSSIlszGvNVXvy5Wkg7fGwJtbr1UsdjC/XLDAi0xJaQx80AlQYXSO4743R4+cy9oBHZ3BBtAFpgW5WOsaRAaBw3kg9q0EECZJvEm863Gk6zm4O9NpFl87FgDPCddeBHDxO6vGfd7/BfX06mShhnGbmoLWIktEg7EbIo3zO/LHaBEiZAkTMDWN9cZ5Rz27uvuX0zAJzZrktjtAiRmzBuZszAlxABcdCDKNhTCc+W/dvXeOW8CtJkgdR75v9FeHUw+Vz6g04bwIzAZTTJZEgCSAcwbYHYEkJ+u8K6YXzAC9A2djQMLg0YjtrcUDMAftHyMRxEDceYrLDwDUk/m/tCy0krV+sNlQuQA5sgRVZCcr3ApKLPbtAuTnGkAjeNObGFtV8tmBOxAnLzsQbQB473wc2Ss9+l9pWtoXs/a5Do17SblxL0N1faCsFCqQs9uYArJtGo/UWFrgchBibGNTeLQmGEoNvaqjrxddFcXhmBaY+zzGCWPZGV4iBo2nE+4zBPNXD1KTSW5DcDqReALyQDMnS+w4/STJw5Dd4/UF5tsnHBb1osdM1sHuCsOA1MD11uzAYhsEsP1fyBK9HF9uk9ouSD42XYX9sWettNnXMtmRDIQGOrDOvZSN5IAzbtxiu6sw0qIziDNpidL9bb7bbr5ingqxpvEGC69nabHKbmdAJOX1jcSquMe15PiLti+FC27aAxcfLlxGe2ZYFs5z/ykjdGng5QOLTDJBM2I0lovoeczyjkF9E1z3VMK+o/K4SCCDObI+YiWwLQRAvIvJPFX8PbdpOLQ8NLV0AAQBChAAIJMAfdPOpY+o0QKR/qb13n6lepUaxxk1B7j+yJtS4r4hnUypiDBEwoG5iSN3H+1XhmOZSDXCDfzPKyjEvD6hc0yLeQ5q90XT/i7Pi/+21bhYzdfVdNUuQ+ll8uysQZYa2dVMHW/bGhphBXhNi2Y1JJJnXUitm6LneRNlNrelVKiUNlimmlbBU5l9Y51JG4TmbIwsI4zLB5jiKUSlJFlzOMtw7DvrN1it2myhbBqFUrpMNmKAkMJ7vnVtdKwcIKsAGqUkKjtVpXIOJk+qlqFdOxlXsHjHuoqvcLG2MoBMwBujuiKlgAEBJ8zKuYbA52VQdSYpuOUSoAkrR2ns0YRpW6C6j0WkTvI0iYmDOm+p/EatGkNN1i7OxQtk3Bb6w9WV0YKVIKzvB1hWG771YsEsb3L1MZmbjquW8uNtombmRGgMyE1rbFqP8IrIXQBTquvOZ0EydfjzHKLBeyKeJeWucTN9T7QJItawFpaI2JtGr0hukvZIDScPhiIAYyba6BdzHu3HdXJgzmoVJ9t/T853i3fsuNjRTxYptECXT1hrgBqdJPvGtiunwHR+8W627eYMZA7JtZR1Sm1kVLrIrI7QesVoZQFAgFvDxXpJlT7prBA65p7RzSS0E5gJ7LhIJLjqB5rKcXKN0nvvbw7FHzZQtxWOUnPnttmYh8ozMAcqplOsEBprP0ZSbVrhrxEy0i4tDrDszYbl08wSITquytlcFtmz/w2zSttUCriBlXPCg3juzszczqTvr7b0Awt9LPlxPap3MT6nQAfBcVd00h3HzWDsm21u5bDDe6x6jJEz+ceG+vc9DYssmmdxbwBJHjry10N1y40B1JxHI+Xj5T36K0d/Hf8z3ivqadQgQAbRseRJvcT4xMBYAWC65LwtYbDBSJDlmMRBA07W4g6weVeNSqPe6oaoIAZYm2gB5CDcZrRM8lGIpta6KZBcZkC5ufGdwIgxCwNo/a3brGP8NlO7RgwLASNe0W3R3aV89mBfUZEZWxHWQSJNz2ieq6SxzW03TOZ0zzEEA2gXaB06Sg9VNnQzBmPWR+deVTvWPgvosSYwNDvf5tWDZxTEwZ5fe3gELOvjMVo+i0Cf28forbD+kqz3hhJkiJ7RkgENm8wN8sTqZ0W0dRx3N+Wvf41z0xAHe3z+rL1MdVz1HR7FfYj8guLnMDs4QDpFkDqRXcvj5W/i8QbaYQrIbydgpHAm7dAOu+J3Vz0QC+oDoXX/pCzFyZT9McfZWx1Kmc3WKttURVhTbNllyNAtCG1j7QjUDKCvLhKVQ1Mx2i8kneRca/p53vLGmZ+vryQ9hbAz2lv3s95rhtEsyi6QjZlKibme3EoTdIgAaSPOdXE5X5GQInpcX5Qd+zvvfRvfBgWW30Z2ncu2nW42YobWsNoT1oOredOUNPNjXSxjW4qllEev5BcHphrRhDHT9TVwGAwrMyDzeMiJ0EgCSBmJECSNSK6mgSF6GIqGm1zgJj662GptotzbWAFosgaSu7ge2FOvIgGm4AOWdB5e2T189R0Ov1KFhLQODxaTrkte0XVImppgjO7u8ws8S4faMP3v/8AzcudGzmHEVUrslSGHI3kUIstboun/F2tfS/0NQmvqehUuV+lDDG5s2+o1Oayfw3rbcfCqaJKl5hq8VGz7no+8fOtiVzKsRRJQoss00KzZ2a5GmUg676UoWfiLLI+ZdGB1HPuNIhUDsUTE4MP21Gp3jjQRKQMWRsJs9UIY5Y8ayc2RZUHrbv4m3lhe16tBUtpwguWbA4zWwaFCyMbs8liVYancRu8Kkjkra+EXZ+yrq/aRIjgKgROqbjZXUxZEGINWb6rOUTE7UZ4zlmgQJMx3UCAgrLw8IW39qDu/OuZrZojuC92tX4XpJ5OmZw2tNpva2t1QZZZzz4ECdN3juO88q5jYAD3z9eS9qmC97nPF3D1S0AyNJG5sSJcAAR4dRt4w+HkmPJsNK6QfslnhNc3o8t4NSNc7/1rz+FV+1iodJeN5ByuPID3IPR7amJvlkzDKsMFKWjMkE9Y8KxkKoaPOjUamup2CoNeXAEE9TbXQTAiTFrbbLwMzi0LoLmEN222e4qOquC1y51lwr1wIBbqesa1nuDcRlOQQdS/lNIwuJDA2RIs0Q2cmsZsodA5GRN9A3Z3bZP1qqW27BXC4VTAKjEAjvF0g++vovQDmv8ASr3N0LqZHiwLkrgikAevmud2nZcG0yDNlcNvjdECeR1rSnVNJzXjb6+Islw+IxzDuCPen2ki9mLRY67n4jd92N5n1Rxr0aGKZmJIgmDcjVukEgBsbbWiLrBtKroH/wCnb3+HjOyvXtsBzbVrfZXUHNMQRIIK+P6FdFLE081VrBIDXmZ9a45i0+I6LAYSo2HZ+Q00gGNDt7+t0a3YsMGC3MrMCCWY8TJJg6mY3144rsaHQwyRBOadddl1upVHuaXOEAyAGgaWG5iOipo6rbzAkmcqoFJJknUkwBBA38685rstVxPRfQVaNSrgaORpN6mgJ3byWBdwrfavrmzghYM9osTIiN0TBO/WteKx0gn4rMYHF0ctRrSTawa4xIkTLYMiZiY0MGy6DBbKbqkZruHGZV7JuAFcxEZkjsgTryg1k97IAB3HmtcPTxBqVKlRhA4VQeqQB2CANLD61WphOi1y6Yt4jBseS3Mx9gWtuIF4oC38Z0KvOthettDq7eRiC2pLu8r2DpDDlXPQd26n839oUt1K8/To6ExRTEqbaHMVh11hwG7eU7k6xwCATlA469OIdUayWD57H5wOkymXGLLstm7NBtG1afNbAcCHdzL28yKRbs9tfJ26xSWIVnyjcAfKa+awc8XttyPeYOYQbXF1kSSb6/XzR9j7IuWLd4olxyWswMr6gFwfPCnc2/hpXe54biKZH8XkFli6HHp8NxieXgUk6FTuwgHccQR/79dfEp+z8SsjRxh/94/0M/ZVNp4Cb4wowge4ttQQLtwHzc0SrawvGTup52ROX4lSKGJB/HP9LP2WbjdkX1t3LaYC7bFzLmYG++iMHAGaQNRT4rYIA1VNw1TitqVahdlmBlaNQRsORXN3sCy+cjDxBHxFRmC7wVXCiiQnMrV6MKPKrX83+hqaY1X1FQtFzf0iX8mz7zATBt8Y33UG/wBdU3VS/wBVeRW8cT9z3/2rWFzGyz72ELMWGkmde+mQlKgdnnuoRKs4S21vkeWsR7qRCJQ8d29coB5zv91NCzb+AuHzSwP8J+VS5WHBCTAYweb1hHeCfiDUSqzNOoQ7mDxa/dc+GYe4gVGqqWoljD43havH+TNQTG6OyVo4bCY9jph3P+a1FTIUy1dFhsNtHqihwe8fd6se0u/5VmGw6Uy4aQsc9FsaTrYZe43Lf5A1vnCiAiL0Pxh/8L+sfkRRnCcJYLohirqI6qmVlDLLcCJH3tPZWDHfdAdF6eLeGekHvOgeT7is9ujF61iOpbKGfJHEDMTqTykndu1rGoDI/wCF10sbTBJAgQBHajUk/mncxJ7xGnVdI+iN3Il7rbYFuzZtkDiUVbZ1MQJM15mFqtoiox4cDnefVdEZp1DYuL6rSnijVrtAFpc7rJa7aTGv1vk9B+huIL3S9xbUZYNt7F2Sc0zlc5Ygb9891drvSeHcbZv6H/7V4vDdA/cLY6S7NxFl7aWWlWa27t1uHw+qZlunS4rXGZcgIIygAb9AvA6rhzW4tSTYxNOoeUCC2AG3uLmb7k6NDsuX5havSHovaXBhUDFrNu6bYUkyWJfcN8mvb/w/WDvSJqmQ0vZcgt0aBuAueuz7uOhWRtPZuDW2eqzlpEDLcMgMCRrAEgETOnfuruPo7Fx6v+pv7qA9oQNoXdmCzd6ph1oRsikMGzASo7QgGQBV/wDSsa7Vnxb+6Qq0wZlYOxlRkU33w6kuIWGzKsMWa4ykaTGgM1vRwdfDtqvqCBkImRqSORQ5zXERzWk5to46rE4aI83qLtwH1hCwPrryCe9awtvZdw3W6seRm4BOXqsQrD+W4o01rNwB1WtOtVpiGOIHQkKeN2DimDgDCQ5GYxckQI7M7iIpCmzl8Fp9txP+Y7+o/utKzsu8iKFaxmVQATaG8CNTBY+MiaMjRoFLsTXcC1z3EdXFD8lxwM5sGx5m3cn41QHNYR0VnFvjerTq/Jw+XtBhcicx83K2giN81z0fXqfzf2hQ3U964vpBduJctveKdbmJe2gY5wVPWFIBgKhkyeNd4eHNARBBlF+irFMnWWLxuobYZlW51iwtzqwuVCY3o51HEZd7VwV6IfVFRkRaSI1B566cvGyTmy4EL0VHBVoMgRwPDXQRJpP/ABmf/b5IPrDxWfc2lbBiLp/5Tj/UBW1lcKliLK3bquLuITL9xZVC2gzsE1LgAAEkwBpTCS1bS31HYxDfzi4/xuCjLyTUcRiccfNvoByyL+ak0AIMoDrfbS9awl8f+ZaU/wDSPhVQpvySwmwbbXFbyLCKROtu69reCPMUQaBIKYHRejV0LVZXSjZwxGGuWm3Nk/pdW/KiYupfcLjrXQe2N5Y+ujilZZZVlOh1kcJ9dI1CUZQrFvotYH3BSzlGUIo6OWB9xfZSzFOAjLsSyPuL7BSkogIn7Mtjco9lEogIowqDhQiAmFoDkPXQhLqxyHtoQllA1gD1Uk04HP36UITOgoQgMY4TUlOVzeDbEW8Olnya5K2wmdblmCQIkfaAx7D4VkMwbEeS9aqMPUxBq8VsEzBDuf8AKR5hVrz3lh0wLG6JBY3bWiklgigu47LQQSDEEAAGKLi8LOpSoOM8Yf0v9/q/XVU9rbSxj2zabBuytlzaBiIYHekq0xHmr4UznIiPJOg3DUX8Q1gYnRr+RHshZ9raFuw7G1YxmGLkF1WxhyjEDQspQGAJMKRxPEmtYMrzJELl+le2mxb2utURaLAEA22YPlkMMzhfNG7nWgaYiUBwXY7I6WXjbUJgHZFAUG27vAUQASVJmOZmoy31VZgra9MXmGwV9fUSfYUFBYpzBPe6aYbc1q9n3FWtpOvOXoynkiWrTwFvD4i3m8nQAnUMlr/pLDh41A1snAKhc6NYRtTh09QK+3KRTzFLKFC90Ywhg9VBG4qzAj2mD65ozSEZVp2LeQRmZhwzEaRyygVM2TU5/X69VBQlnolCmwJAgTp864m12U3vDjF/kFkHAEyuWwmy8S+071+7biylvq7MxrmykkCeQeT3gVqcVQIgu171TqjDaVHYGCvWr11DhDbtEsLdxWZuyHdxmzMTqXYzzPLdm3EUW/n1/wDGwSD2DQro3uZEOYgSVAll13nTXfUiq2pWZkMxPyRmDnCOqgLzc29RP5V1ytoU1xrcdaeYqYuiDGDkfjTzc0QU4vg7v17aC5KEi9TmKEXCOc4/XCm0mUBdrXWtEHGeYfV8RSdok7RZs1ms0jQhKKEJooQny0ITZaEJmWhCahCYihCGaEKNCFKJoQkRQhAuWeI30iEAqtHDUUKwomhCUmhEKLa749f96ErIYAGgHs/t+tKW6E4J9X6A/OleU4UbqIfPVG8QG+Ip5koCQyjRQBHAabtNwpSEQotcH64ae6iUKPWfrxH651MhCgLu79b6IRCfrB30IhMW7v1xpAIUD4U9TCEO9azb949FmB79VI7qcJrGxXRmxcfM6s/c1y4R72njTDiBZCr3+hlggi2XtA6wjSp8VafjTFUnW6CORWRc6BOutvEeEoVPtVjVcRu4SkpfsTaCrC3ww5C40jwLAEe2jsFEuRsMdqWxuW4BwYoT7QwPvpFrDoUZui0cJtrEE/bYS4P4kE+5iNPXUlg5ozLbw+IYgGGWfutBI8RrUEQmIKv4HFnOsqOO7wNNpCUBd9XUrQcX5h9XxpO0Sdos+s1mkaEKJNCEpoQkDQhIvQhIPQhQY0IUc9CFAsKEIbvFCElu6UISL0pQmz0ShCuLNAQqzEjQ/r9aUpVoZP6+McaDqhMJ/Xf4RSSSM8+e8n1UIlKfZQnKg3hy/Xfw91CRTNx3bjSCFAieW/mOXCgpqKMB7uFIoSZgePwnQ094SS9R8f8A6FT0Qol+Q9/PnrTKFAPPCP1zoQn1jh6qcwhLKeZPq9nwpSnKjr3+v+5oSQwk8h6/lRKJT3E5mPAEmgGyaeNw4erTxG/2UswCSn5JcbULHi6r8SKZNk0Q7OP3rlkeNxZ91KbIVrCbMXOD1yc4ENMg94NYlmZwMpiy7ivRTQcZ5h9XxFJ2iTtFma1ms0iTQhRmhCaaEJUIT0ITGhCVCFA0IUDQhDupNNCGrRpPrqSEIwWaLITaUrITEihCg8caJQqziPCkqBQy1CJQy/5D2c/1xo70lHX3Hmd/IndSB5pqDjf6v0aJhCaPgfH+3h8qBdCjv8Z4Rr7qk3KEWxgydw05nd7eNN2qIVwYAgaEewge2kXIhQTBelu5hgP9QFKU4RbWAtng38ze/Q7qc3ShGOCtj7sesj86ZIRCh5AnDMfbUohDfApzbTwosiEEHC5oL9qYhnA107u+lIKcLRt4ZAOygjxJHxqwElNLKjciD1D5UwEKW7l7KCEJZQNdPECKIQnFw99HghTtPqNTTBCFuV0K1C9bzAiSJ4j28aREhCreQfxt7Lf/AGVOTqllCn5GOZ93yp5QllCbyFe/3fKjKEZQm8gXmfd8qMoRlCXkC8z7vlRlCMoS8gXmfd8qMoRlCXkC8293yoyhGUJeQLzb3fKjKEZQmOzl5t7vlRlCMoTfsxebe75UZQjKEx2WvNvd8qMqMoQzsVPSb3fKjKjKE6bHQcW93ypZAnlCf9kL6Te0fKjIEZQmOx09Jv6flRkCMqQ2OnNvaPlRkCIS/Y9vm3u+VGQIyoR6P2/Sf2r8qXDCAEv2Bb9J/av/AG0cMJoZ6N2/TueErHsy0cMIT/Vy36dz2r/20cMIhI9HLfpP/T/20CkAiFOx0ftKSZZvEiPYBB9dHCCIVk7NXm3u+VI0glCYbLTm3tHyo4IThQXY6TJZieEkaeAiB40xSCUIx2evNvd8qOEEQhnZSc29sfAUcIIhS/Zid/u+VHCCISOzF5t7R8qOEEQo/slO/wDp+VHCCIUV2NbBkSDzEA+0CaXBaiFIbMHpv4HKZ8SVn30+EEQpnZ68293yp5AjKkdnLzb3fKjhhEJv2avNvaPlS4YRCcbOWZlvd8qfDCIVyrTSoQlQhKhCVCEqEJUISoQlQhKhCVCEqEJUISoQlQhKhCVCEqEJUISoQlQhKhCVCEqEJUISoQlQhKhCVCEqEJUISoQlQhKhCVCEqEJUISoQlQhf/9k="/>
          <p:cNvSpPr>
            <a:spLocks noChangeAspect="1" noChangeArrowheads="1"/>
          </p:cNvSpPr>
          <p:nvPr/>
        </p:nvSpPr>
        <p:spPr bwMode="auto">
          <a:xfrm>
            <a:off x="155575" y="-2582863"/>
            <a:ext cx="10334625" cy="53816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7334144" y="1227177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-50%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474283" y="2032516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+25%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10501" y="3423828"/>
            <a:ext cx="1172583" cy="124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5575" y="4975117"/>
            <a:ext cx="2672260" cy="1668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矩形 14"/>
          <p:cNvSpPr/>
          <p:nvPr/>
        </p:nvSpPr>
        <p:spPr>
          <a:xfrm>
            <a:off x="565150" y="4679578"/>
            <a:ext cx="15076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object removal </a:t>
            </a:r>
          </a:p>
        </p:txBody>
      </p:sp>
      <p:graphicFrame>
        <p:nvGraphicFramePr>
          <p:cNvPr id="17" name="Diagram 16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2" name="矩形 21"/>
          <p:cNvSpPr/>
          <p:nvPr/>
        </p:nvSpPr>
        <p:spPr>
          <a:xfrm>
            <a:off x="2494435" y="4636563"/>
            <a:ext cx="17699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face beautification</a:t>
            </a:r>
          </a:p>
        </p:txBody>
      </p:sp>
      <p:sp>
        <p:nvSpPr>
          <p:cNvPr id="23" name="矩形 22"/>
          <p:cNvSpPr/>
          <p:nvPr/>
        </p:nvSpPr>
        <p:spPr>
          <a:xfrm>
            <a:off x="4556594" y="4670353"/>
            <a:ext cx="1394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face detection</a:t>
            </a:r>
          </a:p>
        </p:txBody>
      </p:sp>
      <p:sp>
        <p:nvSpPr>
          <p:cNvPr id="25" name="矩形 24"/>
          <p:cNvSpPr/>
          <p:nvPr/>
        </p:nvSpPr>
        <p:spPr>
          <a:xfrm>
            <a:off x="7514217" y="3127317"/>
            <a:ext cx="16012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stereo matching </a:t>
            </a:r>
          </a:p>
        </p:txBody>
      </p:sp>
      <p:sp>
        <p:nvSpPr>
          <p:cNvPr id="1028" name="AutoShape 4" descr="data:image/jpeg;base64,/9j/4AAQSkZJRgABAQAAAQABAAD/2wCEAAkGBxQTEhUUERQUFRUXFxYYFRcXFBcVFhUXFxUWFxYXFRQYHyggGRolHBoWITEhJSksLi4uFx8zODMsNygtLysBCgoKDg0OGhAQGywkHyYsNzc3LTQtNTc0LDAyMC4sMiwsLCwrLissLDcsLC4sNywsKy8uKzQsLCwsLCwsLCwsLP/AABEIAKgA8AMBIgACEQEDEQH/xAAcAAACAwADAQAAAAAAAAAAAAAABgQFBwECCAP/xABIEAABAwECBwkNBwMFAQEAAAABAAIDEQQFBgcSITFx0RMXQVFTVGGBkyIyNDVScnORkqGisbIWIzNCs8HSFBWCJUNiwuHwJP/EABoBAQEAAwEBAAAAAAAAAAAAAAABAgMEBQb/xAAxEQEAAgIBAgIHBgcAAAAAAAAAAQIDEQQSIRMxBSIyQYGRsTNRceHw8RQjNENywdH/2gAMAwEAAhEDEQA/ANxWdYeY2bNYHGGNv9ROKhzWuyWRkUzPfQ5+gA6M9F0x04bOsFmbFAaWifKDXDTGwUynjpNaDrPAvMznEmpNSdJ40GmWzHheLnEsEEY4hGXU63FRt+m9PLh7IbVnSEGi79N6eXD2Q2o36b08uHshtWdIQaLv03p5cPZDajfpvTy4eyG1Z0hBou/Tenlw9kNqN+m9PLh7IbVnSEGi79N6eXD2Q2o36b08uHshtWdIQaLv03p5cPZDajfpvTy4eyG1Z0hBo2/Tenlw9kNqsbrxsXhKDWZocNIEbadWZZQvpBMWODm6Qg2HfHvDlh2bNiN8e8OWHZs2JMsVqEjcodY4ivuqGzfHvDlh2bNiN8e8OWHZs2JTQgbN8e8OWHZs2I3x7w5YdmzYlNCBs3x7w5YdmzYjfHvDlh2bNiU0IGzfHvDlh2bNiN8e8OWHZs2JTQgbDjGvDlx2bNi+1lxm29hFXxvFc4fGM/RVpBSahBtOCmM+KdwjtTBBISA1wdlROPnEAsPQc3StAqvKxC2bFFhM6eN9mmNXwgFjial0RNKHpaaCvE5qgyPHtbzJesjToiYxjR1ZRI63LPE746PHFp1s/TakhAIWnYs7BFJZXmSNjzurhVzQTTIZmqU3i5rPyEXsNV0MDXCesalkjjkg3NjWVY6uS0Cvd8NEnXa0GaMHOC9gI4+6CgjrhegTc1n5CL2AuW3NZ+Qi9hquh59QhCgEIQgFynvA3AEztE1qymRmhYwZnyDjJ/K33mq0277ms8IpFDG3/AEnrOdXQ87lqF6TfZ2OFHMYRxFjT8wlTCHF9ZpwTCBBJwFveE8TmcGsJoZDd9sMbqjQdI4wmyKQOAc3OClK8rBJBI6KVuS9poR8iDwgqTc14ZByXd6fcVAzIqnTB7BJtBJaQSTnbHoAHG/hr0cHCmyGyxtFGsY0cQaAqMfqha9abuikFHxsd/iK+sZ0n4RYIZDTJZqlozujOcgcbDpI6CgUUIThi8sbH7uZGNeBuQblNBp+IXUr/j6kCfVFVsP9rg5GL2G7F2F1wcjF7DdiDHKoqtkF1wcjF7DdiiXzYIWWeZwhiBEbyO4bpyTTgQZMmjFpazHeUFDQPLmHU5pzesBK4VzgZ4fZfTM/dBSY6PHFp1s/TakhO+OjxxadbP02pIUGrYq/BH+md9DE5hJmKvwR/pnfQxOSqM3xu/iWf0b/AK0k3X+NF6Rn1Barhpgs+2uicx7WZDXA5QJrV1c1FRWTFvKx7H7tGclzXUo7gIKK0w6Vy1dSVy1VHnFCELFQmHAW5harWxjxWNtXvHGG6G9ZoEvK+wSwlNhe94jbJltDTUlpFDXMRsQbsqnCLCWCxtBmJJdXJY0VcaaTnzAa0uWHGdZnfixyR9Io8e7OkbDu92Wq1ukicXRhrGsNCMwFTmPSSqNcwcwngtgduJcHNALmOFHAHh4iNSullmKC7nbpLOQQwNyAeBziakDUB7wtTRGcY47vGRBOB3WUY3HjBGUyuqjvWqTFXcgntJleKsgDXUIqC9xORX1OPUmPHFaALPBHXO6Uup0MYR83qdinsoZYsrhkkc46m0aPkfWUU6qowhv9tlDRk5b3VIbWgAHC48Stki33YJrXbZWxtOTGGNL3ZmDucqgPCc+gIhmwewgbasoZJY9tCW1qCDmq08PTrCugky78F7RCS+KdjXEU70nN1qtvv+vizyyPLfLY7ueune9aKhYVWEQ2l7WijTRzRxB2eg66pnxcM+5lPHIB6mDakWSVzjVxLjxkkn1laDgA2lmJ45HfJoQNAVQMKLJyzfUdis5a5LqaaGmuhok278Ahkjd5TWmiMDN/k4H5Ihh+1Fk5ZvqdsVdhFhFZ32aVkcrXOc2gABz1I6OJR58AYqfdzSg/8wxw+ENSlfNzS2ZwbKMx71wztdqPH0FFVyucDPD7L6Zn7qmV1gV4wsvpm/ugo8dHji062fptSQnfHR44tOtn6bUkKDVcVngj/TO+hicwkvFZ4I/0zvoYnIFVHdchJOH+Ec9lfEIHNaHscXVYx9SHUHfA0S3YcPLa6RjTIyhe0H7mPQXAH8qDW12aupXLVR5zQhCxUIQuQEAmLBPBOW2PBoWQg91IRm81le+d8uFX2B+L8yUltgLWaWxaHO8/haOjTqWnwxta0NaA1oFAAKADoAV0Ol3WGOCNsUTcljRQD9yeEnjX2ntDY2ufI4Na0Vc4mgAHGoV8XvFZo90neGjgGlzjxNHCVjuFmF0ttdk95CD3MY4el5/MfcER88NcITbLQXiojaMmMHTk10npJz+pati7FLvg1O+orCVuOLWUOu+KnAXg9TiimkLloA6OFdarIsZ9/TG1Oga9zY4w3M0luU4gEudTTp9yI2FD2gghwBBFCCKgjiIWZYpL7me+WCR7nsDA9mUalhBoQCc9DXR0BaaCgzHCa6hZ5i1tchwymV4ASQRXhoRROuBLaWRnSXn4iqbGIyps9NP3o1/h/v8ANUtium2/7cczessHvIRWohRBe8GVkbvDl1pk7qyteKldPRpSTeMV4RQOdLIdzNGuGWHOAdqGYdIPClaiDbVHvGwsnjdHIMzuHhaeBw6QqrAu0vfZWF5JILmgnSWg5tnUr1EYxarO6N7mP75ji06waVHQdPWrXArxhZfTN/dGGIH9ZLTjb68kIwK8YWX0zf3RVHjo8cWnWz9NqSE746PHFp1s/TakhQapit8Ef6Z30MTikPFveMMdme2SaJh3Vxo+RrDTIZno4jMmz++WbnNn7eP+SqEjG1+JZ/Mf9aS7r/Gi9Iz6gmzGfbY5ZIDFJHIAxwJY9r6d1oOSTRKV3OAljJIAD2Ek5gBlDOSor0CdJXLVWuv2y18Js/bx/wAl2jvyy1FbTZ6V5eP+SqMVwd8Kg9LH9QW9bm3yW+yNiwO4ZA20wlxAAkYSSaAAOFSSdAW2/wB9svObP28f8khUHDqMf0M9GtHcj8oH5gkzFPYY5JpXvaHOja0srnySXEEgaKpnw0vezvsUzWTwOcQKNbKxzjnGgA1KWMVVuiifaN1kjjqxlMt7WV7o1plEVQatVcqs/v1l51Zu3i/kuwv6y86s3bxfyRHNvuKzzuypomyO0AuLjQcQFaBR/sjYebRfFtUj+/WXnVm7eL+S5F/2XnVm7eL+SBLxlXDZoLI18ELI3bsxpLa1oWSEjOeMD1KPijvsNdJZXmmWQ+KvlAUe3rAB/wASpmNG9IZbIxsU0Uh3ZpIZKx5oGSZyGkmmf3rL45C0hzSQQagg0II0EFFelUnYaYDC2SCaJ4jkoA/KBLXAaDm0FV+C2MiNzQy2nIeM26gEtf0uDR3J1CierLbY5G5UcjHt42va4e4oikwKwSbYWvJdukr6BzqUAAz5LRr0noCZgotpt0cbcqSRjG8bntA95SHhZjIY1pjsJynnMZaENb5gOk9KK+uG9vEloDWH8IUr/wAyau9VGjqTzdVvE8TZG8Izjid+YHrWE3LeVTkPNSe9JPCdIJTdcd9SWZxLe6YaZbDoNOEcR6UGozRNe0tcA5pFCDoIS2cB4MquXKG+TUerKpWnv6VYXbhHZ5qUeGO8l5yT1E5j1K2Dxxj1hEFmhaxoYwBrWigA4Au8kgaC5xo0CpJ4ANJUK23tDCKyyMb0Vq46mjOUjYS4UOtA3OMFkXDXvn00V4h0IKa87Zu00kujLcSBxD8o9VFZYDD/AFCy+lHyKo1e4C+MLL6UfIoqgx0eOLTrZ+m1JCd8dHji062fptSQoBCEIBCEIBCEIBCEIBCEIBCEIBCEIBCEIBcgrhCDklcIQg5BTPc94bo3Jd3w9440rr6QylpDmmhCB1IXIPEotgtgkbUaeEcRUlUcALlCEAr3AXxhZfSj5FUSvsAh/qNl9J/1cgX8dHji062fptSQnfHR44tOtn6bUkKAQhCAQhCBkwWweZamPc9zm5LmgUpnqCeHUrv7CRcrJ6mrri4/Cm89n0uTcuPLktFpiJeHyeVlpmtWtuzFU9WfAiJzGO3R/dNa7QOFoP7pFWx2D8KP0cf0Bbc9prEadfpDNfHFeidEPCbBplmiD2vc4l4bQ00Frjwal9riwUZPC2R0j2k1zACmY04VbYwvBm+lb9D1LwL8Ej1u+orX4lvD3v3tFuTljjRfffat+wkfKv8AU1H2Dj5V/qame3WtsUbpHVyWippp6lQ/bez+TL7I2rCL5beTTTNy7xuszKK7AWMA/ev0HgbxKBg5g1DaYcsveHAkOApQEaPdRXD8NrOQe5l0H8o4taqsXlspJJET3wDhrbp9x9y2ROTpmZb4tyYw2taZiY1+abaMB4w1xY95cASAaUJAzBIa2oLJ8IrHuVpkYBQZRLdTs49WjqVwZJtMxLZ6P5Fsk2redpmClxC0mTLLmtYBnFNJPT0Aq4vTBGGGJ8m6Sdy0kDNnPAPWrTAex5FmDjpkJd1aG/8A3SomMK2ZMTIxpe6p81v/AKR6lJvacnTEtc58l+T0Vntv6eZHsVkfK8MjaXOOgD9+IJzsOAzaDdpCTwhmYDrOlTsCbrEUIkI7uTPXib+UDi41e2q0NjY57zRrRUnTm6AplzTvVWPK5t5v0Y/3Lc2A8JHcvkaeopYvzBuWz90aPZ5TeDzhwJyubCmKeTc8lzHHva0OVTgzaCrySMOBa4AgihB0EHSFj4uSk+swjl58N9ZPkyCw2sxuqNHCOMJshlD2hzdBSxfdh3GeSPgac3mnOPcu1z3hubqO706ejpXZE7jb262i0RMGhCAULJQr/ALxjZfSf9XKgV/gF4xsvpP+rkC9jo8cWnWz9NqSE746PHFp1s/TakhQCEIQCEIQPuLj8Kbz2fS5NyUcXH4U3ns+lyblwZ/bl83zPt7KQYKWXk/jcrmNgaA0aAABqAoEn/b1vIn2xsTfBJlNa7RlNa6nFUA/upeLx7Rnpmrrxd/Mt4wvBm+lb9D1LwL8Ej1u+oqJjBH/AOZvpW/Q9S8DPBI9bvqKy/tfFtt/SR/l/wBW1ssrZWOY+uS4UNDT3ql+x1l8l/tlWt62zcYnyUyskVpWletKn29PIj2//FKReY9Vhx6ci1f5W9fijYYXFDZ42OiBBc4g1cTmpVUNzW3cZo5OBrhleaczvcrLCLCP+qY1u55GS4muVWuaioF144np1Z7OCl/C6cvn3bUkjGBYSZIXtGd4LD5wIyfXX3JjwZtm62aN3CBknW3NsUy12RsmRlDvHh41itFx1nou8TDecGXc+7bvZYBGxrBoa0N9Qos5w2tm6WlwGhgDBr0n3laPaZwxjnu0NBceoLHJpS5xc7OSSSeMk1K28eN2m0uv0bTd7Xn9bbJBHkta0aA0D1ABLmMCYtszWj80gB1AE/OiZIn5TQ4aCAR1gFLmH8BdZg4fkkBOogj5kLVT24397k4v29d/eQbDaTHIyQZyxwdTRWhrRNTsPXcELfbOxK932UyysjGlzgOOldJp0aU0vwCdwTN62EfIldeTw9+u9jk/w/VHi+fx/wBFy+rzNokMjmhpIAoOhV6n3xdrrPIY3lriADVtaZ9YGdQFsrrXbydOPp6Y6fJeXHeP+28+af2V6kcFM1z3hugyXd8PeFWayTDi+H+pWX0h+hyXkw4vfGVl88/Q5ULmOjxxadbP02pITvjo8cWnWz9NqSFAIQhAIQhA+4uPwpvPZ9Lk3LMcHsIzZWvaIw/KIOdxFKAjg1q2+3zuQb7Z2Ljy4rWtMxDxeTw818trVjt+JMWyWD8KP0cf0BY4m6DDpzWtbuLTkta2uWc9ABxLbmpNojTr5+C+WK9ELfGB4MPSN+l6k4F+CR63fUUo39hQbTGIzGGUcHVDidAIpn1r63PhcYImxCJrqVzlxFamuiiw8K3h69+3PPFyzx4prvtoFqs7ZGljxVpzEcaq/svZeSHtO2qg+3zuQb7Z2I+3zuQb7Z2LXGLJHl9WivE5Ve1e3x/NfPwXstD90NB/M7i1rL04uw9cQRuDdHlnYk4row1vG+p6PDx5qdXi/XZ0xdWzPLEeGj269Dv+vqTssiua8jZ5RI0VpUEVoCCKUJTL9vncg32zsWvLitNtw5OXw8l8s2pHaVvhzbMizZI0yODeoZ3fsOtZsrfCG/XWpzCWhgYCAASdJznPqCp1tw06a93dw8M4sWp82j4FXuJIhE493GKCv5mcBGrQepMM8LXtLXgFrhQg8IWOQTuY4OYS1wzgg0I6012DDp4FJow/pacgnWKELVkwzvdXDyeBfr68XyM114PQQOL42nK4C41yR0Kxnnaxpe8hrWipJ4EpTYetp3MLq/8AJ4p7glq+b+ltB+8NGjQxuZus8Z1rCMN7T6zXXhZ8tt5OyPfFu3aZ8mjKOYcQGYD1KEhC7IjUah7dYisagL6QylpBaaEL5oVU4XfbBK2o08I4imrF74ysvnn6HLLrDazG7KHWOMLTsW0wfeFkc3QXn6HIKjHlZCy9pidD2xvbqycn5hZ+vR2PfA51qgZaoBWSzh2W0DO+I5zTpaamnSV5yQcIQhAIQhAIQhAIQhAIQhAIQhAIQhAIQhAIQhAIQhAIQhAIQhAIQhALQcSEb33pC0d60Pkd/i0j5kLPl6MxC4Hus0D7XMKSWhrRG0ihbEM9T0uNDqaEGrlZNh5iYitLjNYXNgkNS6Mj7p5PCKZ2HqI1IQgyy34qL0iNP6Yv6Y3NcPmCoe9venMpvh2oQgN7e9OZTfDtRvb3pzKb4dqEIDe3vTmU3w7Ub296cym+HahCA3t705lN8O1G9venMpvh2oQgN7e9OZTfDtRvb3pzKb4dqEIDe3vTmU3w7Ub296cym+HahCA3t705lN8O1G9venMpvh2oQgN7e9OZTfDtRvb3pzKb4dqEIDe3vTmU3w7Ub296cym+HahCA3t705lN8O1G9venMpvh2oQgN7e9OZTfDtRvb3pzKb4dqEIDe3vTmU3w7Ub296cym+HahCA3t705lN8O1S7DipvSQ0/pizpkc1oHvQhBqWAuJaKzuE1uc2eQULYwPumnjdXvz1Aa1rQCEIP/2Q=="/>
          <p:cNvSpPr>
            <a:spLocks noChangeAspect="1" noChangeArrowheads="1"/>
          </p:cNvSpPr>
          <p:nvPr/>
        </p:nvSpPr>
        <p:spPr bwMode="auto">
          <a:xfrm>
            <a:off x="155575" y="-960438"/>
            <a:ext cx="2857500" cy="20097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016994" y="3600738"/>
            <a:ext cx="1526700" cy="1068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矩形 26"/>
          <p:cNvSpPr/>
          <p:nvPr/>
        </p:nvSpPr>
        <p:spPr>
          <a:xfrm>
            <a:off x="6068610" y="3102865"/>
            <a:ext cx="1445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H.265 decoder acceleration</a:t>
            </a:r>
          </a:p>
        </p:txBody>
      </p:sp>
      <p:sp>
        <p:nvSpPr>
          <p:cNvPr id="24" name="投影片編號版面配置區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pic>
        <p:nvPicPr>
          <p:cNvPr id="2062" name="Picture 14" descr="http://www.cis.upenn.edu/%7Ejshi/video_urbanstreet.gif"/>
          <p:cNvPicPr>
            <a:picLocks noChangeAspect="1" noChangeArrowheads="1" noCrop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993226" y="4917967"/>
            <a:ext cx="3048000" cy="1826927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899032" y="4975117"/>
            <a:ext cx="2709224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6650198" y="4669428"/>
            <a:ext cx="19529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pedestrian detection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5705475" y="772339"/>
            <a:ext cx="333575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smtClean="0"/>
              <a:t>peak power and performance of MT6795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487689" y="504056"/>
            <a:ext cx="8229600" cy="113453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sym typeface="Wingdings" pitchFamily="2" charset="2"/>
              </a:rPr>
              <a:t>Computation Intensive Applications: </a:t>
            </a:r>
            <a:br>
              <a:rPr lang="en-US" altLang="zh-TW" sz="3600" dirty="0" smtClean="0">
                <a:sym typeface="Wingdings" pitchFamily="2" charset="2"/>
              </a:rPr>
            </a:br>
            <a:r>
              <a:rPr lang="en-US" altLang="zh-TW" sz="3600" dirty="0" smtClean="0">
                <a:sym typeface="Wingdings" pitchFamily="2" charset="2"/>
              </a:rPr>
              <a:t>Deep Learning</a:t>
            </a:r>
            <a:endParaRPr lang="zh-TW" altLang="en-US" sz="3600" dirty="0"/>
          </a:p>
        </p:txBody>
      </p:sp>
      <p:pic>
        <p:nvPicPr>
          <p:cNvPr id="13314" name="Picture 2" descr="http://www.degruyter.com/view/j/revce.2013.29.issue-4/revce-2013-0013/graphic/revce-2013-0013_fig1.jpg"/>
          <p:cNvPicPr>
            <a:picLocks noChangeAspect="1" noChangeArrowheads="1"/>
          </p:cNvPicPr>
          <p:nvPr/>
        </p:nvPicPr>
        <p:blipFill>
          <a:blip r:embed="rId3"/>
          <a:srcRect l="5850" r="6996" b="14832"/>
          <a:stretch>
            <a:fillRect/>
          </a:stretch>
        </p:blipFill>
        <p:spPr bwMode="auto">
          <a:xfrm rot="5400000">
            <a:off x="5081500" y="2173887"/>
            <a:ext cx="2827224" cy="2263144"/>
          </a:xfrm>
          <a:prstGeom prst="rect">
            <a:avLst/>
          </a:prstGeom>
          <a:noFill/>
        </p:spPr>
      </p:pic>
      <p:pic>
        <p:nvPicPr>
          <p:cNvPr id="13318" name="Picture 6" descr="enter image description here"/>
          <p:cNvPicPr>
            <a:picLocks noChangeAspect="1" noChangeArrowheads="1"/>
          </p:cNvPicPr>
          <p:nvPr/>
        </p:nvPicPr>
        <p:blipFill>
          <a:blip r:embed="rId4"/>
          <a:srcRect l="13548" t="11615" r="50099" b="68983"/>
          <a:stretch>
            <a:fillRect/>
          </a:stretch>
        </p:blipFill>
        <p:spPr bwMode="auto">
          <a:xfrm>
            <a:off x="1782978" y="1390707"/>
            <a:ext cx="850394" cy="838511"/>
          </a:xfrm>
          <a:prstGeom prst="rect">
            <a:avLst/>
          </a:prstGeom>
          <a:noFill/>
        </p:spPr>
      </p:pic>
      <p:pic>
        <p:nvPicPr>
          <p:cNvPr id="13" name="Picture 6" descr="enter image description here"/>
          <p:cNvPicPr>
            <a:picLocks noChangeAspect="1" noChangeArrowheads="1"/>
          </p:cNvPicPr>
          <p:nvPr/>
        </p:nvPicPr>
        <p:blipFill>
          <a:blip r:embed="rId4"/>
          <a:srcRect l="4290" t="78015" r="41618" b="1697"/>
          <a:stretch>
            <a:fillRect/>
          </a:stretch>
        </p:blipFill>
        <p:spPr bwMode="auto">
          <a:xfrm>
            <a:off x="1164046" y="4996365"/>
            <a:ext cx="1646197" cy="1140696"/>
          </a:xfrm>
          <a:prstGeom prst="rect">
            <a:avLst/>
          </a:prstGeom>
          <a:noFill/>
        </p:spPr>
      </p:pic>
      <p:pic>
        <p:nvPicPr>
          <p:cNvPr id="14" name="Picture 6" descr="enter image description here"/>
          <p:cNvPicPr>
            <a:picLocks noChangeAspect="1" noChangeArrowheads="1"/>
          </p:cNvPicPr>
          <p:nvPr/>
        </p:nvPicPr>
        <p:blipFill>
          <a:blip r:embed="rId4"/>
          <a:srcRect l="4779" t="33882" r="41673" b="46808"/>
          <a:stretch>
            <a:fillRect/>
          </a:stretch>
        </p:blipFill>
        <p:spPr bwMode="auto">
          <a:xfrm>
            <a:off x="1164046" y="2408449"/>
            <a:ext cx="1614106" cy="1075371"/>
          </a:xfrm>
          <a:prstGeom prst="rect">
            <a:avLst/>
          </a:prstGeom>
          <a:noFill/>
        </p:spPr>
      </p:pic>
      <p:pic>
        <p:nvPicPr>
          <p:cNvPr id="15" name="Picture 6" descr="enter image description here"/>
          <p:cNvPicPr>
            <a:picLocks noChangeAspect="1" noChangeArrowheads="1"/>
          </p:cNvPicPr>
          <p:nvPr/>
        </p:nvPicPr>
        <p:blipFill>
          <a:blip r:embed="rId4"/>
          <a:srcRect l="4516" t="56181" r="40862" b="24638"/>
          <a:stretch>
            <a:fillRect/>
          </a:stretch>
        </p:blipFill>
        <p:spPr bwMode="auto">
          <a:xfrm>
            <a:off x="1164046" y="3699433"/>
            <a:ext cx="1646197" cy="1068010"/>
          </a:xfrm>
          <a:prstGeom prst="rect">
            <a:avLst/>
          </a:prstGeom>
          <a:noFill/>
        </p:spPr>
      </p:pic>
      <p:sp>
        <p:nvSpPr>
          <p:cNvPr id="16" name="向下箭號 10"/>
          <p:cNvSpPr/>
          <p:nvPr/>
        </p:nvSpPr>
        <p:spPr>
          <a:xfrm>
            <a:off x="3406378" y="2437828"/>
            <a:ext cx="257572" cy="2746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 bwMode="auto">
          <a:xfrm>
            <a:off x="2941674" y="1817416"/>
            <a:ext cx="1326824" cy="40418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Layer 1. </a:t>
            </a:r>
          </a:p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Pixels features</a:t>
            </a:r>
          </a:p>
        </p:txBody>
      </p:sp>
      <p:sp>
        <p:nvSpPr>
          <p:cNvPr id="23" name="Rounded Rectangle 22"/>
          <p:cNvSpPr/>
          <p:nvPr/>
        </p:nvSpPr>
        <p:spPr bwMode="auto">
          <a:xfrm>
            <a:off x="2879544" y="2941871"/>
            <a:ext cx="1451084" cy="40418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Layer 2. </a:t>
            </a:r>
          </a:p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Edges and</a:t>
            </a:r>
          </a:p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Simple shapes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883354" y="4172761"/>
            <a:ext cx="1443464" cy="40418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Layer 3. </a:t>
            </a:r>
          </a:p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Complex shapes</a:t>
            </a:r>
          </a:p>
        </p:txBody>
      </p:sp>
      <p:sp>
        <p:nvSpPr>
          <p:cNvPr id="25" name="向下箭號 10"/>
          <p:cNvSpPr/>
          <p:nvPr/>
        </p:nvSpPr>
        <p:spPr>
          <a:xfrm>
            <a:off x="3406378" y="3728502"/>
            <a:ext cx="257572" cy="2746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 bwMode="auto">
          <a:xfrm>
            <a:off x="2879544" y="5479564"/>
            <a:ext cx="1443464" cy="40418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Layer 4. </a:t>
            </a:r>
          </a:p>
          <a:p>
            <a:pPr algn="ctr" defTabSz="914400">
              <a:defRPr/>
            </a:pPr>
            <a:r>
              <a:rPr lang="en-US" sz="1400" kern="0" dirty="0" smtClean="0">
                <a:solidFill>
                  <a:prstClr val="black"/>
                </a:solidFill>
                <a:ea typeface="標楷體"/>
              </a:rPr>
              <a:t>Object Models</a:t>
            </a:r>
          </a:p>
        </p:txBody>
      </p:sp>
      <p:sp>
        <p:nvSpPr>
          <p:cNvPr id="27" name="向下箭號 10"/>
          <p:cNvSpPr/>
          <p:nvPr/>
        </p:nvSpPr>
        <p:spPr>
          <a:xfrm>
            <a:off x="3406378" y="5024940"/>
            <a:ext cx="257572" cy="2746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 bwMode="auto">
          <a:xfrm>
            <a:off x="4918468" y="1487665"/>
            <a:ext cx="922496" cy="404182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600" kern="0" dirty="0" smtClean="0">
                <a:solidFill>
                  <a:schemeClr val="bg2"/>
                </a:solidFill>
                <a:ea typeface="標楷體"/>
              </a:rPr>
              <a:t>Image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5993364" y="1487665"/>
            <a:ext cx="922496" cy="404182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600" kern="0" dirty="0" smtClean="0">
                <a:solidFill>
                  <a:schemeClr val="bg2"/>
                </a:solidFill>
                <a:ea typeface="標楷體"/>
              </a:rPr>
              <a:t>Voice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7068260" y="1487665"/>
            <a:ext cx="922496" cy="404182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600" kern="0" dirty="0" smtClean="0">
                <a:solidFill>
                  <a:schemeClr val="bg2"/>
                </a:solidFill>
                <a:ea typeface="標楷體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 bwMode="auto">
          <a:xfrm>
            <a:off x="7390465" y="2078698"/>
            <a:ext cx="1326824" cy="4041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b="1" kern="0" dirty="0" smtClean="0">
                <a:solidFill>
                  <a:schemeClr val="accent2"/>
                </a:solidFill>
                <a:ea typeface="標楷體"/>
              </a:rPr>
              <a:t>Input Layer</a:t>
            </a:r>
          </a:p>
        </p:txBody>
      </p:sp>
      <p:sp>
        <p:nvSpPr>
          <p:cNvPr id="35" name="Rounded Rectangle 34"/>
          <p:cNvSpPr/>
          <p:nvPr/>
        </p:nvSpPr>
        <p:spPr bwMode="auto">
          <a:xfrm>
            <a:off x="7451424" y="4107944"/>
            <a:ext cx="1326824" cy="4041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b="1" kern="0" dirty="0" smtClean="0">
                <a:solidFill>
                  <a:schemeClr val="accent3"/>
                </a:solidFill>
                <a:ea typeface="標楷體"/>
              </a:rPr>
              <a:t>Output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63540" y="2621030"/>
            <a:ext cx="2407586" cy="1389054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 bwMode="auto">
          <a:xfrm>
            <a:off x="7626685" y="3011863"/>
            <a:ext cx="1113464" cy="4041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400" b="1" kern="0" dirty="0" smtClean="0">
                <a:solidFill>
                  <a:schemeClr val="accent1"/>
                </a:solidFill>
                <a:ea typeface="標楷體"/>
              </a:rPr>
              <a:t>Hidden 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8826" y="6278671"/>
            <a:ext cx="146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/>
            <a:r>
              <a:rPr lang="en-US" sz="1200" dirty="0" smtClean="0">
                <a:hlinkClick r:id="rId5"/>
              </a:rPr>
              <a:t>http://goo.gl/jO6L20</a:t>
            </a:r>
            <a:endParaRPr lang="en-US" sz="1200" dirty="0" smtClean="0"/>
          </a:p>
          <a:p>
            <a:pPr marL="400050" indent="-400050"/>
            <a:endParaRPr lang="en-US" sz="1200" dirty="0"/>
          </a:p>
        </p:txBody>
      </p:sp>
      <p:graphicFrame>
        <p:nvGraphicFramePr>
          <p:cNvPr id="31" name="Diagram 30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4" name="投影片編號版面配置區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pic>
        <p:nvPicPr>
          <p:cNvPr id="12300" name="Picture 12" descr="http://www.image-net.org/challenges/LSVRC/2014/ILSVRC2012_val_00042692.png"/>
          <p:cNvPicPr>
            <a:picLocks noChangeAspect="1" noChangeArrowheads="1"/>
          </p:cNvPicPr>
          <p:nvPr/>
        </p:nvPicPr>
        <p:blipFill>
          <a:blip r:embed="rId11"/>
          <a:srcRect l="3232" t="5276" r="22230" b="4098"/>
          <a:stretch>
            <a:fillRect/>
          </a:stretch>
        </p:blipFill>
        <p:spPr bwMode="auto">
          <a:xfrm>
            <a:off x="5242556" y="4736594"/>
            <a:ext cx="2528570" cy="193960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/>
          <p:cNvCxnSpPr/>
          <p:nvPr/>
        </p:nvCxnSpPr>
        <p:spPr>
          <a:xfrm flipV="1">
            <a:off x="316230" y="2069327"/>
            <a:ext cx="7150434" cy="29994"/>
          </a:xfrm>
          <a:prstGeom prst="straightConnector1">
            <a:avLst/>
          </a:prstGeom>
          <a:ln w="19050">
            <a:solidFill>
              <a:schemeClr val="tx2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457200" y="504056"/>
            <a:ext cx="8229600" cy="159526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sym typeface="Wingdings" pitchFamily="2" charset="2"/>
              </a:rPr>
              <a:t>Deep Learning in Object Recognition</a:t>
            </a:r>
            <a:r>
              <a:rPr lang="en-US" altLang="zh-TW" sz="3600" dirty="0" smtClean="0">
                <a:solidFill>
                  <a:schemeClr val="tx1"/>
                </a:solidFill>
                <a:sym typeface="Wingdings" pitchFamily="2" charset="2"/>
              </a:rPr>
              <a:t/>
            </a:r>
            <a:br>
              <a:rPr lang="en-US" altLang="zh-TW" sz="3600" dirty="0" smtClean="0">
                <a:solidFill>
                  <a:schemeClr val="tx1"/>
                </a:solidFill>
                <a:sym typeface="Wingdings" pitchFamily="2" charset="2"/>
              </a:rPr>
            </a:br>
            <a:endParaRPr lang="zh-TW" altLang="en-US" sz="3600" dirty="0">
              <a:solidFill>
                <a:schemeClr val="tx1"/>
              </a:solidFill>
            </a:endParaRPr>
          </a:p>
        </p:txBody>
      </p:sp>
      <p:pic>
        <p:nvPicPr>
          <p:cNvPr id="13316" name="Picture 4" descr="http://img.ptcms.csdn.net/article/201501/23/54c19c99008d5.jpg"/>
          <p:cNvPicPr>
            <a:picLocks noChangeAspect="1" noChangeArrowheads="1"/>
          </p:cNvPicPr>
          <p:nvPr/>
        </p:nvPicPr>
        <p:blipFill>
          <a:blip r:embed="rId3"/>
          <a:srcRect r="18457"/>
          <a:stretch>
            <a:fillRect/>
          </a:stretch>
        </p:blipFill>
        <p:spPr bwMode="auto">
          <a:xfrm>
            <a:off x="6200261" y="3424564"/>
            <a:ext cx="2903733" cy="3023798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316230" y="3328599"/>
            <a:ext cx="5612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r>
              <a:rPr lang="en-US" sz="2400" b="1" dirty="0" smtClean="0">
                <a:solidFill>
                  <a:schemeClr val="accent1"/>
                </a:solidFill>
              </a:rPr>
              <a:t>Large amount of computation overwhelms CPU.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7626684" y="2764719"/>
            <a:ext cx="1311576" cy="56388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400">
              <a:defRPr/>
            </a:pPr>
            <a:r>
              <a:rPr lang="en-US" sz="1600" b="1" kern="0" dirty="0" smtClean="0">
                <a:solidFill>
                  <a:schemeClr val="tx1"/>
                </a:solidFill>
                <a:ea typeface="標楷體"/>
              </a:rPr>
              <a:t>Recognize</a:t>
            </a:r>
          </a:p>
          <a:p>
            <a:pPr algn="ctr" defTabSz="914400">
              <a:defRPr/>
            </a:pPr>
            <a:r>
              <a:rPr lang="en-US" sz="1600" b="1" kern="0" dirty="0" smtClean="0">
                <a:solidFill>
                  <a:schemeClr val="tx1"/>
                </a:solidFill>
                <a:ea typeface="標楷體"/>
              </a:rPr>
              <a:t>1000 objects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7753" y="1036233"/>
            <a:ext cx="33611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solidFill>
                  <a:schemeClr val="accent1"/>
                </a:solidFill>
                <a:hlinkClick r:id="rId4"/>
              </a:rPr>
              <a:t>AlexNet</a:t>
            </a:r>
            <a:r>
              <a:rPr lang="en-US" sz="1600" b="1" dirty="0" smtClean="0">
                <a:solidFill>
                  <a:schemeClr val="accent1"/>
                </a:solidFill>
              </a:rPr>
              <a:t> </a:t>
            </a:r>
            <a:r>
              <a:rPr lang="en-US" sz="1600" b="1" dirty="0" smtClean="0"/>
              <a:t>(based on </a:t>
            </a:r>
            <a:r>
              <a:rPr lang="en-US" sz="1600" b="1" dirty="0" err="1" smtClean="0"/>
              <a:t>ImageNet</a:t>
            </a:r>
            <a:r>
              <a:rPr lang="en-US" sz="1600" b="1" dirty="0" smtClean="0"/>
              <a:t> dataset)</a:t>
            </a:r>
            <a:endParaRPr lang="en-US" sz="1600" dirty="0"/>
          </a:p>
        </p:txBody>
      </p:sp>
      <p:pic>
        <p:nvPicPr>
          <p:cNvPr id="15362" name="Picture 2" descr="ca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6087" y="1488683"/>
            <a:ext cx="1628368" cy="1221276"/>
          </a:xfrm>
          <a:prstGeom prst="rect">
            <a:avLst/>
          </a:prstGeom>
          <a:noFill/>
          <a:scene3d>
            <a:camera prst="isometricRightUp"/>
            <a:lightRig rig="threePt" dir="t"/>
          </a:scene3d>
        </p:spPr>
      </p:pic>
      <p:sp>
        <p:nvSpPr>
          <p:cNvPr id="14" name="Cube 13"/>
          <p:cNvSpPr/>
          <p:nvPr/>
        </p:nvSpPr>
        <p:spPr>
          <a:xfrm flipH="1">
            <a:off x="2224993" y="1036233"/>
            <a:ext cx="853520" cy="1972286"/>
          </a:xfrm>
          <a:prstGeom prst="cube">
            <a:avLst>
              <a:gd name="adj" fmla="val 80614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 flipH="1">
            <a:off x="3148363" y="1344010"/>
            <a:ext cx="764206" cy="1445016"/>
          </a:xfrm>
          <a:prstGeom prst="cube">
            <a:avLst>
              <a:gd name="adj" fmla="val 5818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 flipH="1">
            <a:off x="3975554" y="1619250"/>
            <a:ext cx="710232" cy="994420"/>
          </a:xfrm>
          <a:prstGeom prst="cube">
            <a:avLst>
              <a:gd name="adj" fmla="val 4528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 flipH="1">
            <a:off x="4733411" y="1619250"/>
            <a:ext cx="710232" cy="994420"/>
          </a:xfrm>
          <a:prstGeom prst="cube">
            <a:avLst>
              <a:gd name="adj" fmla="val 4528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be 17"/>
          <p:cNvSpPr/>
          <p:nvPr/>
        </p:nvSpPr>
        <p:spPr>
          <a:xfrm flipH="1">
            <a:off x="5491268" y="1564883"/>
            <a:ext cx="708993" cy="1124987"/>
          </a:xfrm>
          <a:prstGeom prst="cube">
            <a:avLst>
              <a:gd name="adj" fmla="val 50195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be 19"/>
          <p:cNvSpPr/>
          <p:nvPr/>
        </p:nvSpPr>
        <p:spPr>
          <a:xfrm flipH="1">
            <a:off x="2443512" y="1776370"/>
            <a:ext cx="363188" cy="569701"/>
          </a:xfrm>
          <a:prstGeom prst="cube">
            <a:avLst>
              <a:gd name="adj" fmla="val 58186"/>
            </a:avLst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 rot="747291" flipH="1">
            <a:off x="6094156" y="1578495"/>
            <a:ext cx="867290" cy="1124987"/>
          </a:xfrm>
          <a:prstGeom prst="cube">
            <a:avLst>
              <a:gd name="adj" fmla="val 10000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be 24"/>
          <p:cNvSpPr/>
          <p:nvPr/>
        </p:nvSpPr>
        <p:spPr>
          <a:xfrm rot="747291" flipH="1">
            <a:off x="6456105" y="1559445"/>
            <a:ext cx="867290" cy="1124987"/>
          </a:xfrm>
          <a:prstGeom prst="cube">
            <a:avLst>
              <a:gd name="adj" fmla="val 10000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be 25"/>
          <p:cNvSpPr/>
          <p:nvPr/>
        </p:nvSpPr>
        <p:spPr>
          <a:xfrm rot="747291" flipH="1">
            <a:off x="7257710" y="1589208"/>
            <a:ext cx="718898" cy="958215"/>
          </a:xfrm>
          <a:prstGeom prst="cube">
            <a:avLst>
              <a:gd name="adj" fmla="val 10000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>
            <a:stCxn id="20" idx="0"/>
          </p:cNvCxnSpPr>
          <p:nvPr/>
        </p:nvCxnSpPr>
        <p:spPr>
          <a:xfrm>
            <a:off x="2519444" y="1776370"/>
            <a:ext cx="849499" cy="292957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0" idx="3"/>
          </p:cNvCxnSpPr>
          <p:nvPr/>
        </p:nvCxnSpPr>
        <p:spPr>
          <a:xfrm flipV="1">
            <a:off x="2730768" y="2099321"/>
            <a:ext cx="564882" cy="24675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ight Brace 43"/>
          <p:cNvSpPr/>
          <p:nvPr/>
        </p:nvSpPr>
        <p:spPr>
          <a:xfrm rot="5400000">
            <a:off x="5244665" y="873387"/>
            <a:ext cx="147507" cy="4232165"/>
          </a:xfrm>
          <a:prstGeom prst="rightBrace">
            <a:avLst>
              <a:gd name="adj1" fmla="val 8333"/>
              <a:gd name="adj2" fmla="val 49779"/>
            </a:avLst>
          </a:prstGeom>
          <a:ln w="19050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083265" y="2709959"/>
            <a:ext cx="13238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hidden layers</a:t>
            </a:r>
            <a:endParaRPr lang="en-US" sz="1600" dirty="0"/>
          </a:p>
        </p:txBody>
      </p:sp>
      <p:sp>
        <p:nvSpPr>
          <p:cNvPr id="46" name="Rectangle 45"/>
          <p:cNvSpPr/>
          <p:nvPr/>
        </p:nvSpPr>
        <p:spPr>
          <a:xfrm>
            <a:off x="6139704" y="4391025"/>
            <a:ext cx="410585" cy="19050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Elbow Connector 50"/>
          <p:cNvCxnSpPr>
            <a:endCxn id="11" idx="0"/>
          </p:cNvCxnSpPr>
          <p:nvPr/>
        </p:nvCxnSpPr>
        <p:spPr>
          <a:xfrm rot="16200000" flipH="1">
            <a:off x="7684501" y="2166747"/>
            <a:ext cx="695395" cy="500547"/>
          </a:xfrm>
          <a:prstGeom prst="bentConnector3">
            <a:avLst>
              <a:gd name="adj1" fmla="val -68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Diagram 31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8" name="投影片編號版面配置區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15960" y="4230796"/>
            <a:ext cx="57435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矩形 33"/>
          <p:cNvSpPr/>
          <p:nvPr/>
        </p:nvSpPr>
        <p:spPr>
          <a:xfrm rot="16200000">
            <a:off x="-673390" y="5058144"/>
            <a:ext cx="16670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1600" b="1" dirty="0" smtClean="0"/>
              <a:t>Normalized value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87592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sym typeface="Wingdings" pitchFamily="2" charset="2"/>
              </a:rPr>
              <a:t>Deep Learning Demo on MT6795 GPU</a:t>
            </a:r>
            <a:endParaRPr lang="zh-TW" altLang="en-US" sz="3600" dirty="0"/>
          </a:p>
        </p:txBody>
      </p:sp>
      <p:graphicFrame>
        <p:nvGraphicFramePr>
          <p:cNvPr id="12" name="Diagram 31"/>
          <p:cNvGraphicFramePr/>
          <p:nvPr/>
        </p:nvGraphicFramePr>
        <p:xfrm>
          <a:off x="147768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lum bright="10000" contrast="10000"/>
          </a:blip>
          <a:srcRect/>
          <a:stretch>
            <a:fillRect/>
          </a:stretch>
        </p:blipFill>
        <p:spPr bwMode="auto">
          <a:xfrm>
            <a:off x="545413" y="1263842"/>
            <a:ext cx="8167473" cy="415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640581"/>
            <a:ext cx="8229600" cy="98343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Sticking to One isn’t Always the Best</a:t>
            </a:r>
            <a:endParaRPr lang="en-US" sz="3600" dirty="0"/>
          </a:p>
        </p:txBody>
      </p:sp>
      <p:graphicFrame>
        <p:nvGraphicFramePr>
          <p:cNvPr id="10" name="Diagram 9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55182" y="1371600"/>
            <a:ext cx="8580474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群組 13"/>
          <p:cNvGrpSpPr/>
          <p:nvPr/>
        </p:nvGrpSpPr>
        <p:grpSpPr>
          <a:xfrm>
            <a:off x="2519921" y="1761303"/>
            <a:ext cx="4681865" cy="597274"/>
            <a:chOff x="2519921" y="1059544"/>
            <a:chExt cx="4681865" cy="597274"/>
          </a:xfrm>
        </p:grpSpPr>
        <p:sp>
          <p:nvSpPr>
            <p:cNvPr id="15" name="圓角矩形 14"/>
            <p:cNvSpPr/>
            <p:nvPr/>
          </p:nvSpPr>
          <p:spPr>
            <a:xfrm>
              <a:off x="2519921" y="1059544"/>
              <a:ext cx="1690572" cy="597274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400" b="1" u="sng" dirty="0" smtClean="0"/>
                <a:t>GPU &gt; CPU</a:t>
              </a:r>
            </a:p>
            <a:p>
              <a:endParaRPr lang="en-US" dirty="0" smtClean="0"/>
            </a:p>
            <a:p>
              <a:endParaRPr lang="en-US" dirty="0" smtClean="0"/>
            </a:p>
            <a:p>
              <a:endParaRPr lang="en-US" dirty="0"/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5511214" y="1059544"/>
              <a:ext cx="1690572" cy="597274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400" b="1" u="sng" dirty="0" smtClean="0"/>
                <a:t>GPU &lt; CPU</a:t>
              </a:r>
            </a:p>
            <a:p>
              <a:endParaRPr lang="en-US" dirty="0" smtClean="0"/>
            </a:p>
            <a:p>
              <a:endParaRPr lang="en-US" dirty="0" smtClean="0"/>
            </a:p>
            <a:p>
              <a:endParaRPr lang="en-US" dirty="0"/>
            </a:p>
          </p:txBody>
        </p:sp>
      </p:grpSp>
      <p:sp>
        <p:nvSpPr>
          <p:cNvPr id="17" name="圓角矩形 16"/>
          <p:cNvSpPr/>
          <p:nvPr/>
        </p:nvSpPr>
        <p:spPr>
          <a:xfrm>
            <a:off x="1190846" y="5486400"/>
            <a:ext cx="7076853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Utilizing CPU+GPU outperforms single devices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A need of portable programming APIs across devices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3838575" y="2844351"/>
            <a:ext cx="1295400" cy="23467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 19"/>
          <p:cNvSpPr/>
          <p:nvPr/>
        </p:nvSpPr>
        <p:spPr>
          <a:xfrm>
            <a:off x="7463086" y="1624014"/>
            <a:ext cx="1223714" cy="3567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803177"/>
          </a:xfrm>
        </p:spPr>
        <p:txBody>
          <a:bodyPr>
            <a:normAutofit/>
          </a:bodyPr>
          <a:lstStyle/>
          <a:p>
            <a:r>
              <a:rPr lang="en-US" dirty="0" smtClean="0"/>
              <a:t>Not all programs run well on GPU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2952327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Currently, programmers determine a program being executed at CPU or GPU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However, programmers usually cannot determine the suitable device, leading to…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sym typeface="Wingdings" pitchFamily="2" charset="2"/>
              </a:rPr>
              <a:t>lower performance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sym typeface="Wingdings" pitchFamily="2" charset="2"/>
              </a:rPr>
              <a:t>higher energy consumption</a:t>
            </a:r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562475"/>
            <a:ext cx="38195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24475" y="4562475"/>
            <a:ext cx="38195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5364088" y="4149080"/>
            <a:ext cx="3779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ViolaJones</a:t>
            </a:r>
            <a:r>
              <a:rPr lang="en-US" sz="2000" b="1" dirty="0" smtClean="0"/>
              <a:t>  </a:t>
            </a:r>
            <a:r>
              <a:rPr lang="en-US" sz="2000" b="1" dirty="0" smtClean="0">
                <a:sym typeface="Wingdings" pitchFamily="2" charset="2"/>
              </a:rPr>
              <a:t> suitable for CPU</a:t>
            </a:r>
            <a:endParaRPr lang="en-US" sz="2000" b="1" dirty="0"/>
          </a:p>
        </p:txBody>
      </p:sp>
      <p:sp>
        <p:nvSpPr>
          <p:cNvPr id="8" name="矩形 7"/>
          <p:cNvSpPr/>
          <p:nvPr/>
        </p:nvSpPr>
        <p:spPr>
          <a:xfrm>
            <a:off x="467544" y="4181018"/>
            <a:ext cx="31789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/>
              <a:t>JuliaSet</a:t>
            </a:r>
            <a:r>
              <a:rPr lang="en-US" sz="2000" b="1" dirty="0" smtClean="0"/>
              <a:t>  </a:t>
            </a:r>
            <a:r>
              <a:rPr lang="en-US" sz="2000" b="1" dirty="0" smtClean="0">
                <a:sym typeface="Wingdings" pitchFamily="2" charset="2"/>
              </a:rPr>
              <a:t> suitable for GPU</a:t>
            </a:r>
            <a:endParaRPr lang="en-US" sz="2000" b="1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2051720" y="5085184"/>
            <a:ext cx="0" cy="115212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092280" y="5013176"/>
            <a:ext cx="0" cy="115212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115616" y="5589240"/>
            <a:ext cx="144016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5868144" y="5517232"/>
            <a:ext cx="237626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52400"/>
            <a:ext cx="8229600" cy="98343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some programs performs slower on GPU?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715000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3200" dirty="0" smtClean="0"/>
              <a:t>Program affinity varies with the implementation</a:t>
            </a:r>
            <a:endParaRPr lang="en-US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pPr>
              <a:buNone/>
            </a:pPr>
            <a:endParaRPr lang="en-US" sz="3600" dirty="0" smtClean="0"/>
          </a:p>
          <a:p>
            <a:pPr marL="342900" lvl="1" indent="-342900">
              <a:buClr>
                <a:schemeClr val="accent1"/>
              </a:buClr>
              <a:buFont typeface="Wingdings" charset="2"/>
              <a:buChar char="§"/>
            </a:pPr>
            <a:r>
              <a:rPr lang="en-US" sz="3200" dirty="0" smtClean="0"/>
              <a:t>Different device computing capability </a:t>
            </a:r>
          </a:p>
          <a:p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752600"/>
            <a:ext cx="4495800" cy="2020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495800"/>
            <a:ext cx="4572000" cy="2191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字方塊 13"/>
          <p:cNvSpPr txBox="1"/>
          <p:nvPr/>
        </p:nvSpPr>
        <p:spPr>
          <a:xfrm>
            <a:off x="381000" y="41910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find_neighbor</a:t>
            </a:r>
            <a:r>
              <a:rPr lang="en-US" dirty="0" smtClean="0"/>
              <a:t> in Super Resolution</a:t>
            </a:r>
            <a:endParaRPr lang="en-US" dirty="0"/>
          </a:p>
        </p:txBody>
      </p:sp>
      <p:sp>
        <p:nvSpPr>
          <p:cNvPr id="15" name="矩形 14"/>
          <p:cNvSpPr/>
          <p:nvPr/>
        </p:nvSpPr>
        <p:spPr>
          <a:xfrm>
            <a:off x="5334000" y="1828800"/>
            <a:ext cx="3505200" cy="1905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Factors which affect affinity: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number of TLP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divergence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barrier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memory access pattern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17" name="矩形 16"/>
          <p:cNvSpPr/>
          <p:nvPr/>
        </p:nvSpPr>
        <p:spPr>
          <a:xfrm>
            <a:off x="5334000" y="4572000"/>
            <a:ext cx="3505200" cy="1905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rIns="0" rtlCol="0" anchor="t"/>
          <a:lstStyle/>
          <a:p>
            <a:r>
              <a:rPr lang="en-US" dirty="0" smtClean="0"/>
              <a:t>Factors which computing capability: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Hardware configuration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Thermal limitation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Different GPU architectures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……</a:t>
            </a:r>
          </a:p>
        </p:txBody>
      </p:sp>
      <p:cxnSp>
        <p:nvCxnSpPr>
          <p:cNvPr id="10" name="直線接點 9"/>
          <p:cNvCxnSpPr/>
          <p:nvPr/>
        </p:nvCxnSpPr>
        <p:spPr>
          <a:xfrm>
            <a:off x="1295400" y="4953000"/>
            <a:ext cx="32766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向下箭號 12"/>
          <p:cNvSpPr/>
          <p:nvPr/>
        </p:nvSpPr>
        <p:spPr>
          <a:xfrm rot="10800000">
            <a:off x="3581400" y="4572000"/>
            <a:ext cx="484632" cy="3810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向下箭號 15"/>
          <p:cNvSpPr/>
          <p:nvPr/>
        </p:nvSpPr>
        <p:spPr>
          <a:xfrm>
            <a:off x="2667000" y="4953000"/>
            <a:ext cx="484632" cy="5334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4"/>
          <p:cNvGraphicFramePr>
            <a:graphicFrameLocks/>
          </p:cNvGraphicFramePr>
          <p:nvPr/>
        </p:nvGraphicFramePr>
        <p:xfrm>
          <a:off x="374624" y="1103716"/>
          <a:ext cx="8242302" cy="1997157"/>
        </p:xfrm>
        <a:graphic>
          <a:graphicData uri="http://schemas.openxmlformats.org/drawingml/2006/table">
            <a:tbl>
              <a:tblPr firstRow="1" bandRow="1"/>
              <a:tblGrid>
                <a:gridCol w="3080710"/>
                <a:gridCol w="2514134"/>
                <a:gridCol w="2647458"/>
              </a:tblGrid>
              <a:tr h="24200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/>
                        <a:t>2014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/>
                        <a:t>2015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</a:tr>
              <a:tr h="55123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 smtClean="0"/>
                        <a:t>OpenCL</a:t>
                      </a:r>
                      <a:r>
                        <a:rPr lang="en-US" sz="1800" b="1" dirty="0" smtClean="0"/>
                        <a:t>  1.2 GPU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89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 smtClean="0"/>
                        <a:t>OpenCL</a:t>
                      </a:r>
                      <a:r>
                        <a:rPr lang="en-US" sz="1800" b="1" dirty="0" smtClean="0"/>
                        <a:t> 1.2</a:t>
                      </a:r>
                      <a:r>
                        <a:rPr lang="en-US" sz="1800" b="1" baseline="0" dirty="0" smtClean="0"/>
                        <a:t> </a:t>
                      </a:r>
                      <a:r>
                        <a:rPr lang="en-US" sz="1800" b="1" dirty="0" smtClean="0"/>
                        <a:t>CPU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123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/>
                        <a:t>OpenCL 1.2 Device</a:t>
                      </a:r>
                      <a:r>
                        <a:rPr lang="en-US" sz="1800" b="1" baseline="0" dirty="0" smtClean="0"/>
                        <a:t> Fusion</a:t>
                      </a:r>
                      <a:endParaRPr lang="en-US" sz="1800" b="1" dirty="0" smtClean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4624" y="465968"/>
            <a:ext cx="8229600" cy="63774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TW" sz="3600" dirty="0" smtClean="0"/>
              <a:t>Heterogeneous Computing Product Release</a:t>
            </a:r>
            <a:br>
              <a:rPr lang="en-US" altLang="zh-TW" sz="3600" dirty="0" smtClean="0"/>
            </a:br>
            <a:endParaRPr lang="zh-TW" altLang="en-US" sz="3600" dirty="0"/>
          </a:p>
        </p:txBody>
      </p:sp>
      <p:sp>
        <p:nvSpPr>
          <p:cNvPr id="88" name="Diamond 87"/>
          <p:cNvSpPr/>
          <p:nvPr/>
        </p:nvSpPr>
        <p:spPr>
          <a:xfrm>
            <a:off x="4586539" y="1565921"/>
            <a:ext cx="252000" cy="252000"/>
          </a:xfrm>
          <a:prstGeom prst="diamond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TextBox 60"/>
          <p:cNvSpPr txBox="1"/>
          <p:nvPr/>
        </p:nvSpPr>
        <p:spPr>
          <a:xfrm>
            <a:off x="3998765" y="1730678"/>
            <a:ext cx="1676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TW" sz="1400" b="1" kern="0" dirty="0" smtClean="0">
                <a:solidFill>
                  <a:srgbClr val="353630"/>
                </a:solidFill>
                <a:cs typeface="Calibri" pitchFamily="34" charset="0"/>
              </a:rPr>
              <a:t>MT6595/IMG 6XT</a:t>
            </a:r>
            <a:endParaRPr lang="zh-TW" altLang="en-US" sz="1400" b="1" kern="0" dirty="0">
              <a:solidFill>
                <a:srgbClr val="353630"/>
              </a:solidFill>
              <a:cs typeface="Calibri" pitchFamily="34" charset="0"/>
            </a:endParaRPr>
          </a:p>
        </p:txBody>
      </p:sp>
      <p:sp>
        <p:nvSpPr>
          <p:cNvPr id="93" name="TextBox 60"/>
          <p:cNvSpPr txBox="1"/>
          <p:nvPr/>
        </p:nvSpPr>
        <p:spPr>
          <a:xfrm>
            <a:off x="6014409" y="2235225"/>
            <a:ext cx="1431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defRPr/>
            </a:pPr>
            <a:r>
              <a:rPr lang="en-US" altLang="zh-TW" sz="1400" b="1" kern="0" dirty="0" smtClean="0">
                <a:solidFill>
                  <a:srgbClr val="353630"/>
                </a:solidFill>
                <a:cs typeface="Calibri" pitchFamily="34" charset="0"/>
              </a:rPr>
              <a:t>MT6795/CA53x8</a:t>
            </a:r>
            <a:endParaRPr lang="zh-TW" altLang="en-US" sz="1400" b="1" kern="0" dirty="0">
              <a:solidFill>
                <a:srgbClr val="353630"/>
              </a:solidFill>
              <a:cs typeface="Calibri" pitchFamily="34" charset="0"/>
            </a:endParaRPr>
          </a:p>
        </p:txBody>
      </p:sp>
      <p:sp>
        <p:nvSpPr>
          <p:cNvPr id="20" name="Diamond 87"/>
          <p:cNvSpPr/>
          <p:nvPr/>
        </p:nvSpPr>
        <p:spPr>
          <a:xfrm>
            <a:off x="5852248" y="2055225"/>
            <a:ext cx="252000" cy="252000"/>
          </a:xfrm>
          <a:prstGeom prst="diamond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TextBox 60"/>
          <p:cNvSpPr txBox="1"/>
          <p:nvPr/>
        </p:nvSpPr>
        <p:spPr>
          <a:xfrm>
            <a:off x="6026046" y="2653570"/>
            <a:ext cx="3117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altLang="zh-TW" sz="1400" b="1" kern="0" dirty="0" smtClean="0">
                <a:solidFill>
                  <a:srgbClr val="353630"/>
                </a:solidFill>
                <a:cs typeface="Calibri" pitchFamily="34" charset="0"/>
              </a:rPr>
              <a:t>MT6795/CA53x8, IMG 6XT (CPU+GPU)</a:t>
            </a:r>
            <a:endParaRPr lang="zh-TW" altLang="en-US" sz="1400" b="1" kern="0" dirty="0">
              <a:solidFill>
                <a:srgbClr val="353630"/>
              </a:solidFill>
              <a:cs typeface="Calibri" pitchFamily="34" charset="0"/>
            </a:endParaRPr>
          </a:p>
        </p:txBody>
      </p:sp>
      <p:sp>
        <p:nvSpPr>
          <p:cNvPr id="23" name="Diamond 87"/>
          <p:cNvSpPr/>
          <p:nvPr/>
        </p:nvSpPr>
        <p:spPr>
          <a:xfrm>
            <a:off x="5851140" y="2668810"/>
            <a:ext cx="252000" cy="252000"/>
          </a:xfrm>
          <a:prstGeom prst="diamond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Diamond 87"/>
          <p:cNvSpPr/>
          <p:nvPr/>
        </p:nvSpPr>
        <p:spPr>
          <a:xfrm>
            <a:off x="5844771" y="1590725"/>
            <a:ext cx="252000" cy="252000"/>
          </a:xfrm>
          <a:prstGeom prst="diamond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extBox 60"/>
          <p:cNvSpPr txBox="1"/>
          <p:nvPr/>
        </p:nvSpPr>
        <p:spPr>
          <a:xfrm>
            <a:off x="5925571" y="1728193"/>
            <a:ext cx="1676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TW" sz="1400" b="1" kern="0" dirty="0" smtClean="0">
                <a:solidFill>
                  <a:srgbClr val="353630"/>
                </a:solidFill>
                <a:cs typeface="Calibri" pitchFamily="34" charset="0"/>
              </a:rPr>
              <a:t>MT6795/IMG 6XT</a:t>
            </a:r>
            <a:endParaRPr lang="zh-TW" altLang="en-US" sz="1400" b="1" kern="0" dirty="0">
              <a:solidFill>
                <a:srgbClr val="353630"/>
              </a:solidFill>
              <a:cs typeface="Calibri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34889" y="3441958"/>
            <a:ext cx="4653930" cy="6911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 smtClean="0"/>
              <a:t>OpenCL is an industry standard programming API for heterogeneous computing.</a:t>
            </a:r>
            <a:endParaRPr lang="en-US" b="1" dirty="0"/>
          </a:p>
        </p:txBody>
      </p:sp>
      <p:sp>
        <p:nvSpPr>
          <p:cNvPr id="28" name="矩形 27"/>
          <p:cNvSpPr/>
          <p:nvPr/>
        </p:nvSpPr>
        <p:spPr>
          <a:xfrm>
            <a:off x="4234889" y="4726408"/>
            <a:ext cx="4653930" cy="8552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 smtClean="0"/>
              <a:t>Efficiently execute OpenCL programs by fusing GPU and CPU computing capability.</a:t>
            </a:r>
          </a:p>
          <a:p>
            <a:r>
              <a:rPr lang="en-US" b="1" i="1" dirty="0" smtClean="0"/>
              <a:t>Key addition to </a:t>
            </a:r>
            <a:r>
              <a:rPr lang="en-US" b="1" i="1" dirty="0" err="1" smtClean="0"/>
              <a:t>CorePilot</a:t>
            </a:r>
            <a:r>
              <a:rPr lang="en-US" b="1" i="1" dirty="0" smtClean="0"/>
              <a:t> 2.0</a:t>
            </a:r>
          </a:p>
          <a:p>
            <a:endParaRPr lang="en-US" b="1" dirty="0" smtClean="0"/>
          </a:p>
        </p:txBody>
      </p:sp>
      <p:graphicFrame>
        <p:nvGraphicFramePr>
          <p:cNvPr id="26" name="Diagram 25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投影片編號版面配置區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sp>
        <p:nvSpPr>
          <p:cNvPr id="29" name="矩形 28"/>
          <p:cNvSpPr/>
          <p:nvPr/>
        </p:nvSpPr>
        <p:spPr>
          <a:xfrm>
            <a:off x="4234889" y="5932839"/>
            <a:ext cx="4653930" cy="6916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 smtClean="0"/>
              <a:t>CPU and GPU devices are the pillars and also available standalone.</a:t>
            </a:r>
          </a:p>
        </p:txBody>
      </p:sp>
      <p:grpSp>
        <p:nvGrpSpPr>
          <p:cNvPr id="25" name="群組 24"/>
          <p:cNvGrpSpPr/>
          <p:nvPr/>
        </p:nvGrpSpPr>
        <p:grpSpPr>
          <a:xfrm>
            <a:off x="995536" y="3441958"/>
            <a:ext cx="2833720" cy="3194285"/>
            <a:chOff x="1440824" y="3468501"/>
            <a:chExt cx="2376264" cy="2677135"/>
          </a:xfrm>
        </p:grpSpPr>
        <p:sp>
          <p:nvSpPr>
            <p:cNvPr id="15" name="Rounded Rectangle 127"/>
            <p:cNvSpPr/>
            <p:nvPr/>
          </p:nvSpPr>
          <p:spPr>
            <a:xfrm>
              <a:off x="1584840" y="3468501"/>
              <a:ext cx="2043039" cy="643089"/>
            </a:xfrm>
            <a:prstGeom prst="roundRect">
              <a:avLst>
                <a:gd name="adj" fmla="val 866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rgbClr val="1F497D">
                      <a:lumMod val="75000"/>
                    </a:srgbClr>
                  </a:solidFill>
                </a:rPr>
                <a:t>OpenCL</a:t>
              </a:r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 Programs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6" name="Rounded Rectangle 129"/>
            <p:cNvSpPr/>
            <p:nvPr/>
          </p:nvSpPr>
          <p:spPr>
            <a:xfrm>
              <a:off x="2730764" y="5479741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GPU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7" name="Rounded Rectangle 157"/>
            <p:cNvSpPr/>
            <p:nvPr/>
          </p:nvSpPr>
          <p:spPr>
            <a:xfrm>
              <a:off x="1610770" y="5486071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CPU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8" name="Down Arrow 164"/>
            <p:cNvSpPr/>
            <p:nvPr/>
          </p:nvSpPr>
          <p:spPr>
            <a:xfrm>
              <a:off x="2880984" y="5124685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ounded Rectangle 128"/>
            <p:cNvSpPr/>
            <p:nvPr/>
          </p:nvSpPr>
          <p:spPr>
            <a:xfrm>
              <a:off x="1440824" y="4620629"/>
              <a:ext cx="2376264" cy="432048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9BBB59">
                      <a:lumMod val="50000"/>
                    </a:srgbClr>
                  </a:solidFill>
                </a:rPr>
                <a:t>Device Fusion</a:t>
              </a:r>
              <a:endParaRPr lang="en-US" b="1" dirty="0">
                <a:solidFill>
                  <a:srgbClr val="9BBB59">
                    <a:lumMod val="50000"/>
                  </a:srgbClr>
                </a:solidFill>
              </a:endParaRPr>
            </a:p>
          </p:txBody>
        </p:sp>
        <p:sp>
          <p:nvSpPr>
            <p:cNvPr id="22" name="Down Arrow 163"/>
            <p:cNvSpPr/>
            <p:nvPr/>
          </p:nvSpPr>
          <p:spPr>
            <a:xfrm>
              <a:off x="2268578" y="4242766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4" name="Down Arrow 164"/>
            <p:cNvSpPr/>
            <p:nvPr/>
          </p:nvSpPr>
          <p:spPr>
            <a:xfrm>
              <a:off x="1768110" y="5124684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099"/>
            <a:ext cx="8229600" cy="789701"/>
          </a:xfrm>
        </p:spPr>
        <p:txBody>
          <a:bodyPr>
            <a:normAutofit/>
          </a:bodyPr>
          <a:lstStyle/>
          <a:p>
            <a:r>
              <a:rPr lang="en-US" dirty="0" smtClean="0"/>
              <a:t>Device Fusion</a:t>
            </a:r>
            <a:endParaRPr lang="en-US" dirty="0"/>
          </a:p>
        </p:txBody>
      </p:sp>
      <p:cxnSp>
        <p:nvCxnSpPr>
          <p:cNvPr id="174" name="Straight Connector 173"/>
          <p:cNvCxnSpPr/>
          <p:nvPr/>
        </p:nvCxnSpPr>
        <p:spPr>
          <a:xfrm>
            <a:off x="5868144" y="1824608"/>
            <a:ext cx="0" cy="331236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54"/>
          <p:cNvGrpSpPr/>
          <p:nvPr/>
        </p:nvGrpSpPr>
        <p:grpSpPr>
          <a:xfrm>
            <a:off x="6156176" y="1752600"/>
            <a:ext cx="2376264" cy="2893159"/>
            <a:chOff x="5940152" y="1772816"/>
            <a:chExt cx="2376264" cy="2893159"/>
          </a:xfrm>
        </p:grpSpPr>
        <p:sp>
          <p:nvSpPr>
            <p:cNvPr id="128" name="Rounded Rectangle 127"/>
            <p:cNvSpPr/>
            <p:nvPr/>
          </p:nvSpPr>
          <p:spPr>
            <a:xfrm>
              <a:off x="6084168" y="1772816"/>
              <a:ext cx="2043039" cy="859113"/>
            </a:xfrm>
            <a:prstGeom prst="roundRect">
              <a:avLst>
                <a:gd name="adj" fmla="val 866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Throughput-oriented OpenCL Program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7230092" y="4000080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GPU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58" name="Rounded Rectangle 157"/>
            <p:cNvSpPr/>
            <p:nvPr/>
          </p:nvSpPr>
          <p:spPr>
            <a:xfrm>
              <a:off x="6110098" y="4006410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CPU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65" name="Down Arrow 164"/>
            <p:cNvSpPr/>
            <p:nvPr/>
          </p:nvSpPr>
          <p:spPr>
            <a:xfrm>
              <a:off x="6228184" y="3645024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6" name="Down Arrow 165"/>
            <p:cNvSpPr/>
            <p:nvPr/>
          </p:nvSpPr>
          <p:spPr>
            <a:xfrm>
              <a:off x="7444914" y="3625174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Rounded Rectangle 128"/>
            <p:cNvSpPr/>
            <p:nvPr/>
          </p:nvSpPr>
          <p:spPr>
            <a:xfrm>
              <a:off x="5940152" y="3140968"/>
              <a:ext cx="2376264" cy="432048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9BBB59">
                      <a:lumMod val="50000"/>
                    </a:srgbClr>
                  </a:solidFill>
                </a:rPr>
                <a:t>Device Fusion</a:t>
              </a:r>
              <a:endParaRPr lang="en-US" b="1" dirty="0">
                <a:solidFill>
                  <a:srgbClr val="9BBB59">
                    <a:lumMod val="50000"/>
                  </a:srgbClr>
                </a:solidFill>
              </a:endParaRPr>
            </a:p>
          </p:txBody>
        </p:sp>
        <p:sp>
          <p:nvSpPr>
            <p:cNvPr id="59" name="Down Arrow 163"/>
            <p:cNvSpPr/>
            <p:nvPr/>
          </p:nvSpPr>
          <p:spPr>
            <a:xfrm>
              <a:off x="6732240" y="2780928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群組 56"/>
          <p:cNvGrpSpPr/>
          <p:nvPr/>
        </p:nvGrpSpPr>
        <p:grpSpPr>
          <a:xfrm>
            <a:off x="3275856" y="1968624"/>
            <a:ext cx="2376264" cy="2677135"/>
            <a:chOff x="5940152" y="1988840"/>
            <a:chExt cx="2376264" cy="2677135"/>
          </a:xfrm>
        </p:grpSpPr>
        <p:sp>
          <p:nvSpPr>
            <p:cNvPr id="58" name="Rounded Rectangle 127"/>
            <p:cNvSpPr/>
            <p:nvPr/>
          </p:nvSpPr>
          <p:spPr>
            <a:xfrm>
              <a:off x="6084168" y="1988840"/>
              <a:ext cx="2043039" cy="643089"/>
            </a:xfrm>
            <a:prstGeom prst="roundRect">
              <a:avLst>
                <a:gd name="adj" fmla="val 866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CPU-preferred OpenCL Program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60" name="Rounded Rectangle 129"/>
            <p:cNvSpPr/>
            <p:nvPr/>
          </p:nvSpPr>
          <p:spPr>
            <a:xfrm>
              <a:off x="7230092" y="4000080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GPU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61" name="Rounded Rectangle 157"/>
            <p:cNvSpPr/>
            <p:nvPr/>
          </p:nvSpPr>
          <p:spPr>
            <a:xfrm>
              <a:off x="6110098" y="4006410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CPU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62" name="Down Arrow 164"/>
            <p:cNvSpPr/>
            <p:nvPr/>
          </p:nvSpPr>
          <p:spPr>
            <a:xfrm>
              <a:off x="6228184" y="3645024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Rounded Rectangle 128"/>
            <p:cNvSpPr/>
            <p:nvPr/>
          </p:nvSpPr>
          <p:spPr>
            <a:xfrm>
              <a:off x="5940152" y="3140968"/>
              <a:ext cx="2376264" cy="432048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9BBB59">
                      <a:lumMod val="50000"/>
                    </a:srgbClr>
                  </a:solidFill>
                </a:rPr>
                <a:t>Device Fusion</a:t>
              </a:r>
              <a:endParaRPr lang="en-US" b="1" dirty="0">
                <a:solidFill>
                  <a:srgbClr val="9BBB59">
                    <a:lumMod val="50000"/>
                  </a:srgbClr>
                </a:solidFill>
              </a:endParaRPr>
            </a:p>
          </p:txBody>
        </p:sp>
        <p:sp>
          <p:nvSpPr>
            <p:cNvPr id="65" name="Down Arrow 163"/>
            <p:cNvSpPr/>
            <p:nvPr/>
          </p:nvSpPr>
          <p:spPr>
            <a:xfrm>
              <a:off x="6732240" y="2780928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66" name="Straight Connector 173"/>
          <p:cNvCxnSpPr/>
          <p:nvPr/>
        </p:nvCxnSpPr>
        <p:spPr>
          <a:xfrm>
            <a:off x="3059832" y="1896616"/>
            <a:ext cx="0" cy="331236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66"/>
          <p:cNvGrpSpPr/>
          <p:nvPr/>
        </p:nvGrpSpPr>
        <p:grpSpPr>
          <a:xfrm>
            <a:off x="323528" y="1968624"/>
            <a:ext cx="2376264" cy="2677135"/>
            <a:chOff x="5940152" y="1988840"/>
            <a:chExt cx="2376264" cy="2677135"/>
          </a:xfrm>
        </p:grpSpPr>
        <p:sp>
          <p:nvSpPr>
            <p:cNvPr id="72" name="Rounded Rectangle 127"/>
            <p:cNvSpPr/>
            <p:nvPr/>
          </p:nvSpPr>
          <p:spPr>
            <a:xfrm>
              <a:off x="6084168" y="1988840"/>
              <a:ext cx="2043039" cy="643089"/>
            </a:xfrm>
            <a:prstGeom prst="roundRect">
              <a:avLst>
                <a:gd name="adj" fmla="val 866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GPU-preferred OpenCL Program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73" name="Rounded Rectangle 129"/>
            <p:cNvSpPr/>
            <p:nvPr/>
          </p:nvSpPr>
          <p:spPr>
            <a:xfrm>
              <a:off x="7230092" y="4000080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GPU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74" name="Rounded Rectangle 157"/>
            <p:cNvSpPr/>
            <p:nvPr/>
          </p:nvSpPr>
          <p:spPr>
            <a:xfrm>
              <a:off x="6110098" y="4006410"/>
              <a:ext cx="979284" cy="659565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1F497D">
                      <a:lumMod val="75000"/>
                    </a:srgbClr>
                  </a:solidFill>
                </a:rPr>
                <a:t>CPU</a:t>
              </a:r>
              <a:endParaRPr lang="en-US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75" name="Down Arrow 164"/>
            <p:cNvSpPr/>
            <p:nvPr/>
          </p:nvSpPr>
          <p:spPr>
            <a:xfrm>
              <a:off x="7380312" y="3645024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6" name="Rounded Rectangle 128"/>
            <p:cNvSpPr/>
            <p:nvPr/>
          </p:nvSpPr>
          <p:spPr>
            <a:xfrm>
              <a:off x="5940152" y="3140968"/>
              <a:ext cx="2376264" cy="432048"/>
            </a:xfrm>
            <a:prstGeom prst="roundRect">
              <a:avLst>
                <a:gd name="adj" fmla="val 8966"/>
              </a:avLst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9BBB59">
                      <a:lumMod val="50000"/>
                    </a:srgbClr>
                  </a:solidFill>
                </a:rPr>
                <a:t>Device Fusion</a:t>
              </a:r>
              <a:endParaRPr lang="en-US" b="1" dirty="0">
                <a:solidFill>
                  <a:srgbClr val="9BBB59">
                    <a:lumMod val="50000"/>
                  </a:srgbClr>
                </a:solidFill>
              </a:endParaRPr>
            </a:p>
          </p:txBody>
        </p:sp>
        <p:sp>
          <p:nvSpPr>
            <p:cNvPr id="77" name="Down Arrow 163"/>
            <p:cNvSpPr/>
            <p:nvPr/>
          </p:nvSpPr>
          <p:spPr>
            <a:xfrm>
              <a:off x="6732240" y="2780928"/>
              <a:ext cx="648839" cy="355057"/>
            </a:xfrm>
            <a:prstGeom prst="downArrow">
              <a:avLst>
                <a:gd name="adj1" fmla="val 50000"/>
                <a:gd name="adj2" fmla="val 7478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左大括弧 26"/>
          <p:cNvSpPr/>
          <p:nvPr/>
        </p:nvSpPr>
        <p:spPr>
          <a:xfrm rot="16200000">
            <a:off x="2855976" y="2581608"/>
            <a:ext cx="460248" cy="5410200"/>
          </a:xfrm>
          <a:prstGeom prst="leftBrace">
            <a:avLst>
              <a:gd name="adj1" fmla="val 8333"/>
              <a:gd name="adj2" fmla="val 498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矩形 28"/>
          <p:cNvSpPr/>
          <p:nvPr/>
        </p:nvSpPr>
        <p:spPr>
          <a:xfrm>
            <a:off x="152400" y="838200"/>
            <a:ext cx="8839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4"/>
                </a:solidFill>
              </a:rPr>
              <a:t>Efficiently execute OpenCL programs by fusing GPU and CPU computing capability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19200" y="5516832"/>
            <a:ext cx="3655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single-device execution</a:t>
            </a:r>
            <a:endParaRPr lang="en-US" sz="2800" b="1" dirty="0"/>
          </a:p>
        </p:txBody>
      </p:sp>
      <p:sp>
        <p:nvSpPr>
          <p:cNvPr id="31" name="左大括弧 30"/>
          <p:cNvSpPr/>
          <p:nvPr/>
        </p:nvSpPr>
        <p:spPr>
          <a:xfrm rot="16200000">
            <a:off x="7046976" y="3925825"/>
            <a:ext cx="460248" cy="2667000"/>
          </a:xfrm>
          <a:prstGeom prst="leftBrace">
            <a:avLst>
              <a:gd name="adj1" fmla="val 8333"/>
              <a:gd name="adj2" fmla="val 498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矩形 31"/>
          <p:cNvSpPr/>
          <p:nvPr/>
        </p:nvSpPr>
        <p:spPr>
          <a:xfrm>
            <a:off x="5943600" y="5486400"/>
            <a:ext cx="2834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parallel execution</a:t>
            </a:r>
            <a:endParaRPr lang="en-US" sz="2800" b="1" dirty="0"/>
          </a:p>
        </p:txBody>
      </p:sp>
      <p:sp>
        <p:nvSpPr>
          <p:cNvPr id="33" name="投影片編號版面配置區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40872" y="586675"/>
            <a:ext cx="8229600" cy="778774"/>
          </a:xfrm>
        </p:spPr>
        <p:txBody>
          <a:bodyPr>
            <a:noAutofit/>
          </a:bodyPr>
          <a:lstStyle/>
          <a:p>
            <a:r>
              <a:rPr lang="en-US" sz="3600" dirty="0" smtClean="0"/>
              <a:t>Architecture Overview of Device Fusion</a:t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241090" y="2394854"/>
            <a:ext cx="4714800" cy="2372098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7"/>
          <p:cNvSpPr/>
          <p:nvPr/>
        </p:nvSpPr>
        <p:spPr>
          <a:xfrm>
            <a:off x="446820" y="1471779"/>
            <a:ext cx="4152081" cy="43204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OpenCL</a:t>
            </a:r>
            <a:r>
              <a:rPr lang="en-US" dirty="0" smtClean="0"/>
              <a:t> Programs</a:t>
            </a:r>
            <a:endParaRPr lang="en-US" dirty="0"/>
          </a:p>
        </p:txBody>
      </p:sp>
      <p:sp>
        <p:nvSpPr>
          <p:cNvPr id="7" name="Rounded Rectangle 14"/>
          <p:cNvSpPr/>
          <p:nvPr/>
        </p:nvSpPr>
        <p:spPr>
          <a:xfrm>
            <a:off x="250987" y="5163708"/>
            <a:ext cx="2088232" cy="72008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8" name="Rounded Rectangle 14"/>
          <p:cNvSpPr/>
          <p:nvPr/>
        </p:nvSpPr>
        <p:spPr>
          <a:xfrm>
            <a:off x="2867658" y="5163708"/>
            <a:ext cx="2088232" cy="72008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GPU</a:t>
            </a:r>
          </a:p>
        </p:txBody>
      </p:sp>
      <p:sp>
        <p:nvSpPr>
          <p:cNvPr id="11" name="向下箭號 10"/>
          <p:cNvSpPr/>
          <p:nvPr/>
        </p:nvSpPr>
        <p:spPr>
          <a:xfrm>
            <a:off x="2371812" y="1962805"/>
            <a:ext cx="432048" cy="43204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319937" y="2014889"/>
            <a:ext cx="1497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/>
              <a:t>Device Fusion</a:t>
            </a:r>
            <a:endParaRPr lang="en-US" b="1" dirty="0"/>
          </a:p>
        </p:txBody>
      </p:sp>
      <p:sp>
        <p:nvSpPr>
          <p:cNvPr id="13" name="圓角矩形 12"/>
          <p:cNvSpPr/>
          <p:nvPr/>
        </p:nvSpPr>
        <p:spPr>
          <a:xfrm>
            <a:off x="275370" y="2538870"/>
            <a:ext cx="4608512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OpenCL API Wrapper</a:t>
            </a:r>
            <a:endParaRPr lang="en-US" b="1" dirty="0"/>
          </a:p>
        </p:txBody>
      </p:sp>
      <p:sp>
        <p:nvSpPr>
          <p:cNvPr id="20" name="圓角矩形 19"/>
          <p:cNvSpPr/>
          <p:nvPr/>
        </p:nvSpPr>
        <p:spPr>
          <a:xfrm>
            <a:off x="307269" y="3167122"/>
            <a:ext cx="1440160" cy="8626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b="1" dirty="0" smtClean="0"/>
              <a:t>Profiler</a:t>
            </a:r>
          </a:p>
        </p:txBody>
      </p:sp>
      <p:sp>
        <p:nvSpPr>
          <p:cNvPr id="36" name="圓角矩形 35"/>
          <p:cNvSpPr/>
          <p:nvPr/>
        </p:nvSpPr>
        <p:spPr>
          <a:xfrm>
            <a:off x="1859546" y="3167123"/>
            <a:ext cx="1440160" cy="8626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b="1" dirty="0" smtClean="0"/>
              <a:t>Parallel Infrastructure</a:t>
            </a:r>
          </a:p>
        </p:txBody>
      </p:sp>
      <p:sp>
        <p:nvSpPr>
          <p:cNvPr id="37" name="圓角矩形 36"/>
          <p:cNvSpPr/>
          <p:nvPr/>
        </p:nvSpPr>
        <p:spPr>
          <a:xfrm>
            <a:off x="3443722" y="3167123"/>
            <a:ext cx="1440160" cy="8626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b="1" dirty="0" smtClean="0"/>
              <a:t>Dispatch Policy Maker</a:t>
            </a:r>
          </a:p>
        </p:txBody>
      </p:sp>
      <p:sp>
        <p:nvSpPr>
          <p:cNvPr id="23" name="圓角矩形 22"/>
          <p:cNvSpPr/>
          <p:nvPr/>
        </p:nvSpPr>
        <p:spPr>
          <a:xfrm>
            <a:off x="275370" y="4200387"/>
            <a:ext cx="4608512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Dispatcher</a:t>
            </a:r>
            <a:endParaRPr lang="en-US" b="1" dirty="0"/>
          </a:p>
        </p:txBody>
      </p:sp>
      <p:sp>
        <p:nvSpPr>
          <p:cNvPr id="24" name="向下箭號 23"/>
          <p:cNvSpPr/>
          <p:nvPr/>
        </p:nvSpPr>
        <p:spPr>
          <a:xfrm>
            <a:off x="1135051" y="4766951"/>
            <a:ext cx="432048" cy="43204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向下箭號 24"/>
          <p:cNvSpPr/>
          <p:nvPr/>
        </p:nvSpPr>
        <p:spPr>
          <a:xfrm>
            <a:off x="3762102" y="4766951"/>
            <a:ext cx="432048" cy="43204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Diagram 17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圓角矩形 28"/>
          <p:cNvSpPr/>
          <p:nvPr/>
        </p:nvSpPr>
        <p:spPr>
          <a:xfrm>
            <a:off x="5157918" y="1385873"/>
            <a:ext cx="3986082" cy="10089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r>
              <a:rPr lang="en-US" b="1" u="sng" dirty="0" smtClean="0"/>
              <a:t>OpenCL API Wrapper &amp; Dispatcher</a:t>
            </a:r>
          </a:p>
          <a:p>
            <a:r>
              <a:rPr lang="en-US" b="1" dirty="0" smtClean="0"/>
              <a:t>Provide user-friendly transparency to hide implementation detail</a:t>
            </a:r>
            <a:endParaRPr lang="en-US" b="1" dirty="0"/>
          </a:p>
        </p:txBody>
      </p:sp>
      <p:sp>
        <p:nvSpPr>
          <p:cNvPr id="30" name="圓角矩形 29"/>
          <p:cNvSpPr/>
          <p:nvPr/>
        </p:nvSpPr>
        <p:spPr>
          <a:xfrm>
            <a:off x="5157918" y="2646515"/>
            <a:ext cx="3986082" cy="10412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0" tIns="36000" rIns="0" bIns="0" rtlCol="0" anchor="t"/>
          <a:lstStyle/>
          <a:p>
            <a:r>
              <a:rPr lang="en-US" b="1" u="sng" dirty="0" smtClean="0"/>
              <a:t>Profiler</a:t>
            </a:r>
            <a:endParaRPr lang="en-US" b="1" dirty="0" smtClean="0"/>
          </a:p>
          <a:p>
            <a:r>
              <a:rPr lang="en-US" b="1" dirty="0" smtClean="0"/>
              <a:t>Collect app dynamic behaviors and underlying system and device info</a:t>
            </a:r>
          </a:p>
          <a:p>
            <a:pPr>
              <a:lnSpc>
                <a:spcPts val="1600"/>
              </a:lnSpc>
            </a:pPr>
            <a:endParaRPr lang="en-US" b="1" dirty="0" smtClean="0"/>
          </a:p>
        </p:txBody>
      </p:sp>
      <p:sp>
        <p:nvSpPr>
          <p:cNvPr id="31" name="圓角矩形 30"/>
          <p:cNvSpPr/>
          <p:nvPr/>
        </p:nvSpPr>
        <p:spPr>
          <a:xfrm>
            <a:off x="5157918" y="5163708"/>
            <a:ext cx="3986082" cy="8626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0" tIns="0" rIns="0" bIns="0" rtlCol="0" anchor="t" anchorCtr="0"/>
          <a:lstStyle/>
          <a:p>
            <a:r>
              <a:rPr lang="en-US" b="1" u="sng" dirty="0" smtClean="0"/>
              <a:t>Parallel Infrastructure</a:t>
            </a:r>
          </a:p>
          <a:p>
            <a:r>
              <a:rPr lang="en-US" b="1" dirty="0" smtClean="0"/>
              <a:t>Automate data partitioning and synchronizations for parallel execution</a:t>
            </a:r>
          </a:p>
        </p:txBody>
      </p:sp>
      <p:sp>
        <p:nvSpPr>
          <p:cNvPr id="32" name="圓角矩形 31"/>
          <p:cNvSpPr/>
          <p:nvPr/>
        </p:nvSpPr>
        <p:spPr>
          <a:xfrm>
            <a:off x="5157918" y="4029747"/>
            <a:ext cx="3986082" cy="8626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0" tIns="0" rIns="0" bIns="0" rtlCol="0" anchor="t" anchorCtr="0"/>
          <a:lstStyle/>
          <a:p>
            <a:r>
              <a:rPr lang="en-US" b="1" u="sng" dirty="0" smtClean="0"/>
              <a:t>Dispatch Policy Maker</a:t>
            </a:r>
          </a:p>
          <a:p>
            <a:r>
              <a:rPr lang="en-US" b="1" dirty="0" smtClean="0"/>
              <a:t>Make intelligent decisions to dispatch based on profiling information</a:t>
            </a:r>
          </a:p>
        </p:txBody>
      </p:sp>
      <p:sp>
        <p:nvSpPr>
          <p:cNvPr id="26" name="投影片編號版面配置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8403" y="3717576"/>
            <a:ext cx="9182403" cy="2926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標題 1"/>
          <p:cNvSpPr>
            <a:spLocks noGrp="1"/>
          </p:cNvSpPr>
          <p:nvPr>
            <p:ph type="title"/>
          </p:nvPr>
        </p:nvSpPr>
        <p:spPr>
          <a:xfrm>
            <a:off x="251520" y="628930"/>
            <a:ext cx="8229600" cy="72334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Case Study: Face Detection</a:t>
            </a:r>
            <a:endParaRPr lang="en-US" sz="3600" dirty="0"/>
          </a:p>
        </p:txBody>
      </p:sp>
      <p:graphicFrame>
        <p:nvGraphicFramePr>
          <p:cNvPr id="34" name="Diagram 33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5" name="矩形 74"/>
          <p:cNvSpPr/>
          <p:nvPr/>
        </p:nvSpPr>
        <p:spPr>
          <a:xfrm>
            <a:off x="4724400" y="2362200"/>
            <a:ext cx="1656184" cy="4320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ym typeface="Wingdings" pitchFamily="2" charset="2"/>
              </a:rPr>
              <a:t>ViolaJones</a:t>
            </a:r>
            <a:endParaRPr lang="en-US" dirty="0"/>
          </a:p>
        </p:txBody>
      </p:sp>
      <p:grpSp>
        <p:nvGrpSpPr>
          <p:cNvPr id="76" name="群組 39"/>
          <p:cNvGrpSpPr/>
          <p:nvPr/>
        </p:nvGrpSpPr>
        <p:grpSpPr>
          <a:xfrm>
            <a:off x="179512" y="990600"/>
            <a:ext cx="8712968" cy="2080647"/>
            <a:chOff x="179512" y="548680"/>
            <a:chExt cx="8712968" cy="2080647"/>
          </a:xfrm>
        </p:grpSpPr>
        <p:grpSp>
          <p:nvGrpSpPr>
            <p:cNvPr id="77" name="群組 22"/>
            <p:cNvGrpSpPr/>
            <p:nvPr/>
          </p:nvGrpSpPr>
          <p:grpSpPr>
            <a:xfrm>
              <a:off x="179512" y="548680"/>
              <a:ext cx="8712968" cy="2016224"/>
              <a:chOff x="179512" y="2348880"/>
              <a:chExt cx="8712968" cy="2016224"/>
            </a:xfrm>
          </p:grpSpPr>
          <p:grpSp>
            <p:nvGrpSpPr>
              <p:cNvPr id="85" name="群組 20"/>
              <p:cNvGrpSpPr/>
              <p:nvPr/>
            </p:nvGrpSpPr>
            <p:grpSpPr>
              <a:xfrm>
                <a:off x="179512" y="2780928"/>
                <a:ext cx="8712968" cy="1584176"/>
                <a:chOff x="179512" y="2708920"/>
                <a:chExt cx="8712968" cy="1584176"/>
              </a:xfrm>
            </p:grpSpPr>
            <p:sp>
              <p:nvSpPr>
                <p:cNvPr id="87" name="矩形 86"/>
                <p:cNvSpPr/>
                <p:nvPr/>
              </p:nvSpPr>
              <p:spPr>
                <a:xfrm>
                  <a:off x="251520" y="2924944"/>
                  <a:ext cx="1656184" cy="432048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 smtClean="0"/>
                    <a:t>CreateIntensity</a:t>
                  </a:r>
                  <a:endParaRPr lang="en-US" dirty="0"/>
                </a:p>
              </p:txBody>
            </p:sp>
            <p:sp>
              <p:nvSpPr>
                <p:cNvPr id="88" name="矩形 4"/>
                <p:cNvSpPr/>
                <p:nvPr/>
              </p:nvSpPr>
              <p:spPr>
                <a:xfrm>
                  <a:off x="2123728" y="2924944"/>
                  <a:ext cx="1656184" cy="432048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 pitchFamily="2" charset="2"/>
                    </a:rPr>
                    <a:t>IntegralStep1</a:t>
                  </a:r>
                  <a:endParaRPr lang="en-US" dirty="0"/>
                </a:p>
              </p:txBody>
            </p:sp>
            <p:sp>
              <p:nvSpPr>
                <p:cNvPr id="89" name="矩形 5"/>
                <p:cNvSpPr/>
                <p:nvPr/>
              </p:nvSpPr>
              <p:spPr>
                <a:xfrm>
                  <a:off x="3995936" y="2924944"/>
                  <a:ext cx="1656184" cy="432048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 pitchFamily="2" charset="2"/>
                    </a:rPr>
                    <a:t>Transpose</a:t>
                  </a:r>
                  <a:endParaRPr lang="en-US" dirty="0"/>
                </a:p>
              </p:txBody>
            </p:sp>
            <p:sp>
              <p:nvSpPr>
                <p:cNvPr id="90" name="矩形 6"/>
                <p:cNvSpPr/>
                <p:nvPr/>
              </p:nvSpPr>
              <p:spPr>
                <a:xfrm>
                  <a:off x="5868144" y="2924944"/>
                  <a:ext cx="1656184" cy="432048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 pitchFamily="2" charset="2"/>
                    </a:rPr>
                    <a:t>IntegralStep2</a:t>
                  </a:r>
                  <a:endParaRPr lang="en-US" dirty="0"/>
                </a:p>
              </p:txBody>
            </p:sp>
            <p:sp>
              <p:nvSpPr>
                <p:cNvPr id="91" name="矩形 7"/>
                <p:cNvSpPr/>
                <p:nvPr/>
              </p:nvSpPr>
              <p:spPr>
                <a:xfrm>
                  <a:off x="7020272" y="3717032"/>
                  <a:ext cx="1656184" cy="432048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ym typeface="Wingdings" pitchFamily="2" charset="2"/>
                    </a:rPr>
                    <a:t>Transpose</a:t>
                  </a:r>
                  <a:endParaRPr lang="en-US" dirty="0"/>
                </a:p>
              </p:txBody>
            </p:sp>
            <p:cxnSp>
              <p:nvCxnSpPr>
                <p:cNvPr id="92" name="直線單箭頭接點 91"/>
                <p:cNvCxnSpPr>
                  <a:stCxn id="87" idx="3"/>
                </p:cNvCxnSpPr>
                <p:nvPr/>
              </p:nvCxnSpPr>
              <p:spPr>
                <a:xfrm>
                  <a:off x="1907704" y="3140968"/>
                  <a:ext cx="21602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線單箭頭接點 92"/>
                <p:cNvCxnSpPr/>
                <p:nvPr/>
              </p:nvCxnSpPr>
              <p:spPr>
                <a:xfrm>
                  <a:off x="3779912" y="3140968"/>
                  <a:ext cx="21602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線單箭頭接點 12"/>
                <p:cNvCxnSpPr/>
                <p:nvPr/>
              </p:nvCxnSpPr>
              <p:spPr>
                <a:xfrm>
                  <a:off x="5652120" y="3140968"/>
                  <a:ext cx="21602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肘形接點 14"/>
                <p:cNvCxnSpPr>
                  <a:stCxn id="89" idx="3"/>
                  <a:endCxn id="90" idx="0"/>
                </p:cNvCxnSpPr>
                <p:nvPr/>
              </p:nvCxnSpPr>
              <p:spPr>
                <a:xfrm>
                  <a:off x="7524328" y="3140968"/>
                  <a:ext cx="324036" cy="576064"/>
                </a:xfrm>
                <a:prstGeom prst="bentConnector2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線單箭頭接點 95"/>
                <p:cNvCxnSpPr>
                  <a:stCxn id="90" idx="1"/>
                </p:cNvCxnSpPr>
                <p:nvPr/>
              </p:nvCxnSpPr>
              <p:spPr>
                <a:xfrm flipH="1">
                  <a:off x="6372200" y="3933056"/>
                  <a:ext cx="648072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7" name="矩形 96"/>
                <p:cNvSpPr/>
                <p:nvPr/>
              </p:nvSpPr>
              <p:spPr>
                <a:xfrm>
                  <a:off x="179512" y="2708920"/>
                  <a:ext cx="8712968" cy="1584176"/>
                </a:xfrm>
                <a:prstGeom prst="rect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6" name="文字方塊 85"/>
              <p:cNvSpPr txBox="1"/>
              <p:nvPr/>
            </p:nvSpPr>
            <p:spPr>
              <a:xfrm>
                <a:off x="7020272" y="2348880"/>
                <a:ext cx="18722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Execution Flow</a:t>
                </a:r>
                <a:endParaRPr lang="en-US" sz="2000" b="1" dirty="0"/>
              </a:p>
            </p:txBody>
          </p:sp>
        </p:grpSp>
        <p:grpSp>
          <p:nvGrpSpPr>
            <p:cNvPr id="78" name="群組 29"/>
            <p:cNvGrpSpPr/>
            <p:nvPr/>
          </p:nvGrpSpPr>
          <p:grpSpPr>
            <a:xfrm>
              <a:off x="899592" y="980728"/>
              <a:ext cx="7560840" cy="1648599"/>
              <a:chOff x="899592" y="2780928"/>
              <a:chExt cx="7560840" cy="1648599"/>
            </a:xfrm>
          </p:grpSpPr>
          <p:sp>
            <p:nvSpPr>
              <p:cNvPr id="79" name="文字方塊 78"/>
              <p:cNvSpPr txBox="1"/>
              <p:nvPr/>
            </p:nvSpPr>
            <p:spPr>
              <a:xfrm>
                <a:off x="899592" y="2780928"/>
                <a:ext cx="432048" cy="2769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CPU</a:t>
                </a:r>
                <a:endParaRPr lang="en-US" dirty="0"/>
              </a:p>
            </p:txBody>
          </p:sp>
          <p:sp>
            <p:nvSpPr>
              <p:cNvPr id="80" name="文字方塊 79"/>
              <p:cNvSpPr txBox="1"/>
              <p:nvPr/>
            </p:nvSpPr>
            <p:spPr>
              <a:xfrm>
                <a:off x="4499992" y="2780928"/>
                <a:ext cx="432048" cy="2769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CPU</a:t>
                </a:r>
                <a:endParaRPr lang="en-US" dirty="0"/>
              </a:p>
            </p:txBody>
          </p:sp>
          <p:sp>
            <p:nvSpPr>
              <p:cNvPr id="81" name="文字方塊 80"/>
              <p:cNvSpPr txBox="1"/>
              <p:nvPr/>
            </p:nvSpPr>
            <p:spPr>
              <a:xfrm>
                <a:off x="8028384" y="3573016"/>
                <a:ext cx="432048" cy="2769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CPU</a:t>
                </a:r>
                <a:endParaRPr lang="en-US" dirty="0"/>
              </a:p>
            </p:txBody>
          </p:sp>
          <p:sp>
            <p:nvSpPr>
              <p:cNvPr id="82" name="文字方塊 81"/>
              <p:cNvSpPr txBox="1"/>
              <p:nvPr/>
            </p:nvSpPr>
            <p:spPr>
              <a:xfrm>
                <a:off x="2627784" y="2780928"/>
                <a:ext cx="432048" cy="2769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GPU</a:t>
                </a:r>
                <a:endParaRPr lang="en-US" dirty="0"/>
              </a:p>
            </p:txBody>
          </p:sp>
          <p:sp>
            <p:nvSpPr>
              <p:cNvPr id="83" name="文字方塊 82"/>
              <p:cNvSpPr txBox="1"/>
              <p:nvPr/>
            </p:nvSpPr>
            <p:spPr>
              <a:xfrm>
                <a:off x="6372200" y="2780928"/>
                <a:ext cx="432048" cy="2769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GPU</a:t>
                </a:r>
                <a:endParaRPr lang="en-US" dirty="0"/>
              </a:p>
            </p:txBody>
          </p:sp>
          <p:sp>
            <p:nvSpPr>
              <p:cNvPr id="84" name="文字方塊 83"/>
              <p:cNvSpPr txBox="1"/>
              <p:nvPr/>
            </p:nvSpPr>
            <p:spPr>
              <a:xfrm>
                <a:off x="5652120" y="4152528"/>
                <a:ext cx="504056" cy="2769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 smtClean="0"/>
                  <a:t>CPU</a:t>
                </a:r>
                <a:endParaRPr lang="en-US" dirty="0"/>
              </a:p>
            </p:txBody>
          </p:sp>
        </p:grpSp>
      </p:grpSp>
      <p:sp>
        <p:nvSpPr>
          <p:cNvPr id="103" name="文字方塊 102"/>
          <p:cNvSpPr txBox="1"/>
          <p:nvPr/>
        </p:nvSpPr>
        <p:spPr>
          <a:xfrm>
            <a:off x="3779912" y="2646784"/>
            <a:ext cx="1156786" cy="5539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/>
              <a:t>CPU + GPU</a:t>
            </a:r>
          </a:p>
          <a:p>
            <a:pPr algn="ctr"/>
            <a:r>
              <a:rPr lang="en-US" dirty="0" smtClean="0"/>
              <a:t>(parallel)</a:t>
            </a:r>
            <a:endParaRPr lang="en-US" dirty="0"/>
          </a:p>
        </p:txBody>
      </p:sp>
      <p:sp>
        <p:nvSpPr>
          <p:cNvPr id="37" name="投影片編號版面配置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sp>
        <p:nvSpPr>
          <p:cNvPr id="99" name="文字方塊 98"/>
          <p:cNvSpPr txBox="1"/>
          <p:nvPr/>
        </p:nvSpPr>
        <p:spPr>
          <a:xfrm>
            <a:off x="2319064" y="3502133"/>
            <a:ext cx="141948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 smtClean="0"/>
              <a:t>+146% to GPU</a:t>
            </a:r>
          </a:p>
          <a:p>
            <a:r>
              <a:rPr lang="en-US" sz="1400" b="1" dirty="0" smtClean="0"/>
              <a:t>+22% to CPU</a:t>
            </a:r>
            <a:endParaRPr lang="en-US" sz="1600" b="1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471192" y="3286690"/>
            <a:ext cx="141948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 smtClean="0"/>
              <a:t>+186% to GPU</a:t>
            </a:r>
          </a:p>
          <a:p>
            <a:r>
              <a:rPr lang="en-US" sz="1400" b="1" dirty="0" smtClean="0"/>
              <a:t>+42% to CPU</a:t>
            </a:r>
            <a:endParaRPr lang="en-US" sz="1400" b="1" dirty="0"/>
          </a:p>
        </p:txBody>
      </p:sp>
      <p:sp>
        <p:nvSpPr>
          <p:cNvPr id="101" name="文字方塊 100"/>
          <p:cNvSpPr txBox="1"/>
          <p:nvPr/>
        </p:nvSpPr>
        <p:spPr>
          <a:xfrm>
            <a:off x="7020272" y="3873710"/>
            <a:ext cx="141948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 smtClean="0"/>
              <a:t>-17% to GPU</a:t>
            </a:r>
          </a:p>
          <a:p>
            <a:r>
              <a:rPr lang="en-US" sz="1400" b="1" dirty="0" smtClean="0"/>
              <a:t>-18% to CPU</a:t>
            </a:r>
            <a:endParaRPr lang="en-US" sz="1400" b="1" dirty="0"/>
          </a:p>
        </p:txBody>
      </p:sp>
      <p:sp>
        <p:nvSpPr>
          <p:cNvPr id="102" name="文字方塊 101"/>
          <p:cNvSpPr txBox="1"/>
          <p:nvPr/>
        </p:nvSpPr>
        <p:spPr>
          <a:xfrm>
            <a:off x="7981764" y="4304597"/>
            <a:ext cx="141948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 smtClean="0"/>
              <a:t>-45% to GPU</a:t>
            </a:r>
          </a:p>
          <a:p>
            <a:r>
              <a:rPr lang="en-US" sz="1400" b="1" dirty="0" smtClean="0"/>
              <a:t>-46% to CPU</a:t>
            </a:r>
            <a:endParaRPr lang="en-US" sz="1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3453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Usage scenarios and case studies – parallel execution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71500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For a kernel, enable parallel execution of both CPU and GPU</a:t>
            </a:r>
          </a:p>
          <a:p>
            <a:r>
              <a:rPr lang="en-US" dirty="0" smtClean="0"/>
              <a:t>Scenario: throughput-oriented kernel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733800"/>
            <a:ext cx="9144000" cy="260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橢圓 8"/>
          <p:cNvSpPr/>
          <p:nvPr/>
        </p:nvSpPr>
        <p:spPr>
          <a:xfrm>
            <a:off x="3048000" y="3429000"/>
            <a:ext cx="1524000" cy="167640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971800" y="28956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64% jobs at GPU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36% jobs at CPU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7543800" y="3429000"/>
            <a:ext cx="1524000" cy="167640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467600" y="28956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40% jobs at GPU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60% jobs at CPU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19761"/>
            <a:ext cx="8229600" cy="75183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Performance of Device Fusion</a:t>
            </a:r>
            <a:endParaRPr lang="en-US" sz="3600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0" y="1154221"/>
            <a:ext cx="8572500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Diagram 7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文字方塊 98"/>
          <p:cNvSpPr txBox="1"/>
          <p:nvPr/>
        </p:nvSpPr>
        <p:spPr>
          <a:xfrm>
            <a:off x="6735210" y="1667589"/>
            <a:ext cx="19515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 smtClean="0"/>
              <a:t>Measured on MT6795</a:t>
            </a: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633731"/>
            <a:ext cx="8640960" cy="81406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Thermal-aware Scheduler</a:t>
            </a:r>
            <a:endParaRPr lang="en-US" sz="3600" dirty="0"/>
          </a:p>
        </p:txBody>
      </p:sp>
      <p:sp>
        <p:nvSpPr>
          <p:cNvPr id="27" name="內容版面配置區 2"/>
          <p:cNvSpPr>
            <a:spLocks noGrp="1"/>
          </p:cNvSpPr>
          <p:nvPr>
            <p:ph idx="1"/>
          </p:nvPr>
        </p:nvSpPr>
        <p:spPr>
          <a:xfrm>
            <a:off x="179512" y="1447799"/>
            <a:ext cx="8964488" cy="35147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dirty="0" smtClean="0"/>
              <a:t>Overheating slows down the </a:t>
            </a:r>
            <a:r>
              <a:rPr lang="en-US" sz="2800" dirty="0" err="1" smtClean="0"/>
              <a:t>SoC</a:t>
            </a:r>
            <a:r>
              <a:rPr lang="en-US" sz="2800" dirty="0" smtClean="0"/>
              <a:t> speed, leading to dramatic and un-predictable performance drops</a:t>
            </a:r>
          </a:p>
          <a:p>
            <a:r>
              <a:rPr lang="en-US" sz="2800" dirty="0" smtClean="0"/>
              <a:t>Thermal-aware scheduler reduces performance drops </a:t>
            </a:r>
          </a:p>
        </p:txBody>
      </p:sp>
      <p:graphicFrame>
        <p:nvGraphicFramePr>
          <p:cNvPr id="9" name="Diagram 8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圓角矩形 10"/>
          <p:cNvSpPr/>
          <p:nvPr/>
        </p:nvSpPr>
        <p:spPr>
          <a:xfrm>
            <a:off x="251519" y="3140431"/>
            <a:ext cx="3471979" cy="182209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400" dirty="0" smtClean="0"/>
              <a:t>Re-dispatching jobs to a device with better power-efficiency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Lowering DVFS</a:t>
            </a:r>
          </a:p>
          <a:p>
            <a:endParaRPr lang="en-US" sz="2400" dirty="0" smtClean="0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/>
          </a:p>
        </p:txBody>
      </p:sp>
      <p:grpSp>
        <p:nvGrpSpPr>
          <p:cNvPr id="3" name="群組 33"/>
          <p:cNvGrpSpPr/>
          <p:nvPr/>
        </p:nvGrpSpPr>
        <p:grpSpPr>
          <a:xfrm>
            <a:off x="3776664" y="3140430"/>
            <a:ext cx="5367336" cy="3717570"/>
            <a:chOff x="471489" y="3140430"/>
            <a:chExt cx="5367336" cy="371757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71489" y="3140430"/>
              <a:ext cx="5367336" cy="37175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矩形 28"/>
            <p:cNvSpPr/>
            <p:nvPr/>
          </p:nvSpPr>
          <p:spPr>
            <a:xfrm>
              <a:off x="2371725" y="4248150"/>
              <a:ext cx="3057525" cy="16954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3333750" y="5943600"/>
              <a:ext cx="2266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overheating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76673"/>
            <a:ext cx="8640960" cy="1267462"/>
          </a:xfrm>
        </p:spPr>
        <p:txBody>
          <a:bodyPr>
            <a:normAutofit/>
          </a:bodyPr>
          <a:lstStyle/>
          <a:p>
            <a:r>
              <a:rPr lang="en-US" dirty="0" smtClean="0"/>
              <a:t>Thermal-aware scheduler</a:t>
            </a:r>
            <a:endParaRPr lang="en-US" dirty="0"/>
          </a:p>
        </p:txBody>
      </p:sp>
      <p:sp>
        <p:nvSpPr>
          <p:cNvPr id="27" name="內容版面配置區 2"/>
          <p:cNvSpPr>
            <a:spLocks noGrp="1"/>
          </p:cNvSpPr>
          <p:nvPr>
            <p:ph idx="4294967295"/>
          </p:nvPr>
        </p:nvSpPr>
        <p:spPr>
          <a:xfrm>
            <a:off x="179512" y="1447800"/>
            <a:ext cx="8712968" cy="334935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Reduce the parallelism when temperature is high</a:t>
            </a:r>
          </a:p>
          <a:p>
            <a:r>
              <a:rPr lang="en-US" dirty="0" smtClean="0"/>
              <a:t>When thermal condition deteriorates, reduce the parallelism step-by-step to mitigate the hotspot</a:t>
            </a:r>
          </a:p>
          <a:p>
            <a:endParaRPr lang="en-US" dirty="0" smtClean="0"/>
          </a:p>
        </p:txBody>
      </p:sp>
      <p:grpSp>
        <p:nvGrpSpPr>
          <p:cNvPr id="3" name="群組 32"/>
          <p:cNvGrpSpPr/>
          <p:nvPr/>
        </p:nvGrpSpPr>
        <p:grpSpPr>
          <a:xfrm>
            <a:off x="179512" y="3536340"/>
            <a:ext cx="8100392" cy="3321660"/>
            <a:chOff x="179512" y="3536340"/>
            <a:chExt cx="8100392" cy="3321660"/>
          </a:xfrm>
        </p:grpSpPr>
        <p:grpSp>
          <p:nvGrpSpPr>
            <p:cNvPr id="4" name="群組 25"/>
            <p:cNvGrpSpPr/>
            <p:nvPr/>
          </p:nvGrpSpPr>
          <p:grpSpPr>
            <a:xfrm>
              <a:off x="3347864" y="3536340"/>
              <a:ext cx="4932040" cy="3321660"/>
              <a:chOff x="4211960" y="3140968"/>
              <a:chExt cx="4932040" cy="3321660"/>
            </a:xfrm>
          </p:grpSpPr>
          <p:cxnSp>
            <p:nvCxnSpPr>
              <p:cNvPr id="5" name="直線接點 4"/>
              <p:cNvCxnSpPr/>
              <p:nvPr/>
            </p:nvCxnSpPr>
            <p:spPr>
              <a:xfrm>
                <a:off x="4211960" y="3789040"/>
                <a:ext cx="309634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接點 7"/>
              <p:cNvCxnSpPr/>
              <p:nvPr/>
            </p:nvCxnSpPr>
            <p:spPr>
              <a:xfrm>
                <a:off x="4283968" y="4725144"/>
                <a:ext cx="302433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接點 8"/>
              <p:cNvCxnSpPr/>
              <p:nvPr/>
            </p:nvCxnSpPr>
            <p:spPr>
              <a:xfrm>
                <a:off x="4283968" y="5733256"/>
                <a:ext cx="302433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/>
              <p:cNvSpPr/>
              <p:nvPr/>
            </p:nvSpPr>
            <p:spPr>
              <a:xfrm>
                <a:off x="7308304" y="5481900"/>
                <a:ext cx="136815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Temp. threshold 2</a:t>
                </a: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7308304" y="4509120"/>
                <a:ext cx="136815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Temp. threshold 1</a:t>
                </a:r>
                <a:endParaRPr lang="en-US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7308304" y="3645024"/>
                <a:ext cx="136815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Temp. threshold 0</a:t>
                </a:r>
                <a:endParaRPr lang="en-US" dirty="0"/>
              </a:p>
            </p:txBody>
          </p:sp>
          <p:sp>
            <p:nvSpPr>
              <p:cNvPr id="19" name="向下箭號 18"/>
              <p:cNvSpPr/>
              <p:nvPr/>
            </p:nvSpPr>
            <p:spPr>
              <a:xfrm rot="10800000">
                <a:off x="8460432" y="3573016"/>
                <a:ext cx="484632" cy="2304256"/>
              </a:xfrm>
              <a:prstGeom prst="downArrow">
                <a:avLst/>
              </a:prstGeom>
              <a:gradFill flip="none" rotWithShape="1"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文字方塊 19"/>
              <p:cNvSpPr txBox="1"/>
              <p:nvPr/>
            </p:nvSpPr>
            <p:spPr>
              <a:xfrm>
                <a:off x="8172400" y="3140968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hot</a:t>
                </a:r>
                <a:endParaRPr lang="en-US" dirty="0"/>
              </a:p>
            </p:txBody>
          </p:sp>
          <p:sp>
            <p:nvSpPr>
              <p:cNvPr id="21" name="文字方塊 20"/>
              <p:cNvSpPr txBox="1"/>
              <p:nvPr/>
            </p:nvSpPr>
            <p:spPr>
              <a:xfrm>
                <a:off x="8279904" y="6093296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cool</a:t>
                </a:r>
                <a:endParaRPr lang="en-US" dirty="0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4788024" y="5877272"/>
                <a:ext cx="2304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 learned ratio</a:t>
                </a:r>
                <a:endParaRPr lang="en-US" dirty="0"/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4211960" y="5049852"/>
                <a:ext cx="31683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ratio is automatically changed due to CPU throttling</a:t>
                </a:r>
                <a:endParaRPr lang="en-US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4716016" y="3933056"/>
                <a:ext cx="23042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Force ratio as 1.0 (all GPU) or 0.0 (all CPU)</a:t>
                </a:r>
                <a:endParaRPr lang="en-US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4572000" y="3356992"/>
                <a:ext cx="2664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Force ratio as 1.0 (all GPU)</a:t>
                </a:r>
                <a:endParaRPr lang="en-US" dirty="0"/>
              </a:p>
            </p:txBody>
          </p:sp>
        </p:grpSp>
        <p:sp>
          <p:nvSpPr>
            <p:cNvPr id="28" name="左大括弧 27"/>
            <p:cNvSpPr/>
            <p:nvPr/>
          </p:nvSpPr>
          <p:spPr>
            <a:xfrm>
              <a:off x="2987824" y="3861048"/>
              <a:ext cx="288032" cy="129614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251520" y="4149080"/>
              <a:ext cx="2808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Try to mitigate the hotspot by parallelism reduction</a:t>
              </a:r>
              <a:endParaRPr lang="en-US" dirty="0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179512" y="5301208"/>
              <a:ext cx="2808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Reducing CPU load to relax the thermal condition</a:t>
              </a:r>
              <a:endParaRPr lang="en-US" dirty="0"/>
            </a:p>
          </p:txBody>
        </p:sp>
        <p:sp>
          <p:nvSpPr>
            <p:cNvPr id="32" name="左大括弧 31"/>
            <p:cNvSpPr/>
            <p:nvPr/>
          </p:nvSpPr>
          <p:spPr>
            <a:xfrm>
              <a:off x="2996208" y="5229200"/>
              <a:ext cx="351656" cy="80047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投影片編號版面配置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3600" i="1" dirty="0" smtClean="0"/>
              <a:t>Performance is only topic in heterogeneous computing?</a:t>
            </a:r>
            <a:endParaRPr lang="en-US" sz="3600" i="1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371600"/>
            <a:ext cx="8923048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4325" y="0"/>
            <a:ext cx="8229600" cy="1134535"/>
          </a:xfrm>
        </p:spPr>
        <p:txBody>
          <a:bodyPr/>
          <a:lstStyle/>
          <a:p>
            <a:r>
              <a:rPr lang="en-US" dirty="0" smtClean="0"/>
              <a:t>Performance of Device Fusion (performance mode)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86-5C05-574B-BFF0-3F80CF899792}" type="datetime1">
              <a:rPr lang="sv-SE" smtClean="0">
                <a:solidFill>
                  <a:srgbClr val="999A94"/>
                </a:solidFill>
              </a:rPr>
              <a:pPr/>
              <a:t>2015-04-30</a:t>
            </a:fld>
            <a:endParaRPr lang="en-US">
              <a:solidFill>
                <a:srgbClr val="999A94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999A94"/>
                </a:solidFill>
              </a:rPr>
              <a:t>Copyright © MediaTek Inc. All rights reserved.</a:t>
            </a:r>
            <a:endParaRPr lang="en-US">
              <a:solidFill>
                <a:srgbClr val="999A94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21</a:t>
            </a:fld>
            <a:endParaRPr lang="en-US">
              <a:solidFill>
                <a:srgbClr val="F39A1E"/>
              </a:solidFill>
            </a:endParaRPr>
          </a:p>
        </p:txBody>
      </p:sp>
      <p:grpSp>
        <p:nvGrpSpPr>
          <p:cNvPr id="6" name="群組 17"/>
          <p:cNvGrpSpPr/>
          <p:nvPr/>
        </p:nvGrpSpPr>
        <p:grpSpPr>
          <a:xfrm>
            <a:off x="4876800" y="1658868"/>
            <a:ext cx="1412644" cy="2094756"/>
            <a:chOff x="4876800" y="1658868"/>
            <a:chExt cx="1412644" cy="2094756"/>
          </a:xfrm>
        </p:grpSpPr>
        <p:sp>
          <p:nvSpPr>
            <p:cNvPr id="12" name="文字方塊 11"/>
            <p:cNvSpPr txBox="1"/>
            <p:nvPr/>
          </p:nvSpPr>
          <p:spPr>
            <a:xfrm>
              <a:off x="4876800" y="3476625"/>
              <a:ext cx="5619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 smtClean="0"/>
                <a:t>1.5W</a:t>
              </a:r>
              <a:endParaRPr lang="en-US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727469" y="1658868"/>
              <a:ext cx="5619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 smtClean="0"/>
                <a:t>5.5W</a:t>
              </a:r>
              <a:endParaRPr 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357812" y="2514600"/>
              <a:ext cx="5619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 smtClean="0"/>
                <a:t>4.1W</a:t>
              </a:r>
              <a:endParaRPr lang="en-US" dirty="0"/>
            </a:p>
          </p:txBody>
        </p:sp>
      </p:grpSp>
      <p:grpSp>
        <p:nvGrpSpPr>
          <p:cNvPr id="7" name="群組 18"/>
          <p:cNvGrpSpPr/>
          <p:nvPr/>
        </p:nvGrpSpPr>
        <p:grpSpPr>
          <a:xfrm>
            <a:off x="3543300" y="3199626"/>
            <a:ext cx="1447800" cy="963573"/>
            <a:chOff x="3543300" y="3199626"/>
            <a:chExt cx="1447800" cy="963573"/>
          </a:xfrm>
        </p:grpSpPr>
        <p:sp>
          <p:nvSpPr>
            <p:cNvPr id="13" name="文字方塊 12"/>
            <p:cNvSpPr txBox="1"/>
            <p:nvPr/>
          </p:nvSpPr>
          <p:spPr>
            <a:xfrm>
              <a:off x="3990975" y="3886200"/>
              <a:ext cx="5619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 smtClean="0"/>
                <a:t>3.4W</a:t>
              </a:r>
              <a:endParaRPr 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543300" y="3476625"/>
              <a:ext cx="5619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 smtClean="0"/>
                <a:t>1.2W</a:t>
              </a:r>
              <a:endParaRPr lang="en-US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429125" y="3199626"/>
              <a:ext cx="5619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 smtClean="0"/>
                <a:t>4.6W</a:t>
              </a:r>
              <a:endParaRPr lang="en-US" dirty="0"/>
            </a:p>
          </p:txBody>
        </p:sp>
      </p:grpSp>
      <p:sp>
        <p:nvSpPr>
          <p:cNvPr id="20" name="矩形 19"/>
          <p:cNvSpPr/>
          <p:nvPr/>
        </p:nvSpPr>
        <p:spPr>
          <a:xfrm>
            <a:off x="4991100" y="1371600"/>
            <a:ext cx="1298344" cy="5334000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/>
          <p:cNvSpPr/>
          <p:nvPr/>
        </p:nvSpPr>
        <p:spPr>
          <a:xfrm>
            <a:off x="3692756" y="1391424"/>
            <a:ext cx="1298344" cy="5334000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113451" y="980270"/>
            <a:ext cx="103017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err="1" smtClean="0"/>
              <a:t>Perf</a:t>
            </a:r>
            <a:r>
              <a:rPr lang="en-US" dirty="0" smtClean="0"/>
              <a:t> + 40%</a:t>
            </a:r>
          </a:p>
          <a:p>
            <a:r>
              <a:rPr lang="en-US" dirty="0" err="1" smtClean="0"/>
              <a:t>Pow</a:t>
            </a:r>
            <a:r>
              <a:rPr lang="en-US" dirty="0" smtClean="0"/>
              <a:t>+ 34%</a:t>
            </a:r>
            <a:endParaRPr 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692757" y="980270"/>
            <a:ext cx="11840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err="1" smtClean="0"/>
              <a:t>Perf</a:t>
            </a:r>
            <a:r>
              <a:rPr lang="en-US" dirty="0" smtClean="0"/>
              <a:t> + 25%</a:t>
            </a:r>
          </a:p>
          <a:p>
            <a:r>
              <a:rPr lang="en-US" dirty="0" err="1" smtClean="0"/>
              <a:t>Pow</a:t>
            </a:r>
            <a:r>
              <a:rPr lang="en-US" dirty="0" smtClean="0"/>
              <a:t>+ 283%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4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Power-aware scheduling in Device Fusion </a:t>
            </a:r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4" name="群組 53"/>
          <p:cNvGrpSpPr/>
          <p:nvPr/>
        </p:nvGrpSpPr>
        <p:grpSpPr>
          <a:xfrm>
            <a:off x="1581148" y="1792396"/>
            <a:ext cx="5457825" cy="4486275"/>
            <a:chOff x="833438" y="1185863"/>
            <a:chExt cx="5457825" cy="4486275"/>
          </a:xfrm>
        </p:grpSpPr>
        <p:pic>
          <p:nvPicPr>
            <p:cNvPr id="5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33438" y="1185863"/>
              <a:ext cx="5457825" cy="4486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" name="橢圓 55"/>
            <p:cNvSpPr/>
            <p:nvPr/>
          </p:nvSpPr>
          <p:spPr bwMode="auto">
            <a:xfrm>
              <a:off x="4467225" y="4200525"/>
              <a:ext cx="152400" cy="152400"/>
            </a:xfrm>
            <a:prstGeom prst="ellipse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mtClean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7" name="橢圓 56"/>
            <p:cNvSpPr/>
            <p:nvPr/>
          </p:nvSpPr>
          <p:spPr bwMode="auto">
            <a:xfrm>
              <a:off x="4981575" y="3552825"/>
              <a:ext cx="152400" cy="152400"/>
            </a:xfrm>
            <a:prstGeom prst="ellipse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mtClean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8" name="橢圓 57"/>
            <p:cNvSpPr/>
            <p:nvPr/>
          </p:nvSpPr>
          <p:spPr bwMode="auto">
            <a:xfrm>
              <a:off x="3724275" y="4752975"/>
              <a:ext cx="152400" cy="152400"/>
            </a:xfrm>
            <a:prstGeom prst="ellipse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mtClean="0">
                <a:solidFill>
                  <a:srgbClr val="000000"/>
                </a:solidFill>
                <a:cs typeface="Arial" charset="0"/>
              </a:endParaRPr>
            </a:p>
          </p:txBody>
        </p:sp>
        <p:cxnSp>
          <p:nvCxnSpPr>
            <p:cNvPr id="59" name="直線接點 58"/>
            <p:cNvCxnSpPr/>
            <p:nvPr/>
          </p:nvCxnSpPr>
          <p:spPr>
            <a:xfrm flipV="1">
              <a:off x="3778157" y="4302032"/>
              <a:ext cx="727168" cy="527143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/>
            <p:nvPr/>
          </p:nvCxnSpPr>
          <p:spPr>
            <a:xfrm flipV="1">
              <a:off x="4552950" y="3609975"/>
              <a:ext cx="514350" cy="663483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61" name="文字方塊 60"/>
            <p:cNvSpPr txBox="1"/>
            <p:nvPr/>
          </p:nvSpPr>
          <p:spPr>
            <a:xfrm>
              <a:off x="4467225" y="4524375"/>
              <a:ext cx="962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4"/>
                  </a:solidFill>
                </a:rPr>
                <a:t>GPU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5" name="群組 64"/>
          <p:cNvGrpSpPr/>
          <p:nvPr/>
        </p:nvGrpSpPr>
        <p:grpSpPr>
          <a:xfrm>
            <a:off x="2324100" y="3389202"/>
            <a:ext cx="5753100" cy="646331"/>
            <a:chOff x="2324100" y="3389202"/>
            <a:chExt cx="5753100" cy="646331"/>
          </a:xfrm>
        </p:grpSpPr>
        <p:cxnSp>
          <p:nvCxnSpPr>
            <p:cNvPr id="63" name="直線接點 62"/>
            <p:cNvCxnSpPr/>
            <p:nvPr/>
          </p:nvCxnSpPr>
          <p:spPr>
            <a:xfrm>
              <a:off x="2324100" y="4035533"/>
              <a:ext cx="512445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4" name="文字方塊 63"/>
            <p:cNvSpPr txBox="1"/>
            <p:nvPr/>
          </p:nvSpPr>
          <p:spPr>
            <a:xfrm>
              <a:off x="6781800" y="3389202"/>
              <a:ext cx="1295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4"/>
                  </a:solidFill>
                </a:rPr>
                <a:t>power constraint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6" name="群組 67"/>
          <p:cNvGrpSpPr/>
          <p:nvPr/>
        </p:nvGrpSpPr>
        <p:grpSpPr>
          <a:xfrm>
            <a:off x="5881685" y="4131758"/>
            <a:ext cx="1881190" cy="646331"/>
            <a:chOff x="5881685" y="4131758"/>
            <a:chExt cx="1881190" cy="646331"/>
          </a:xfrm>
        </p:grpSpPr>
        <p:sp>
          <p:nvSpPr>
            <p:cNvPr id="66" name="五角星形 65"/>
            <p:cNvSpPr/>
            <p:nvPr/>
          </p:nvSpPr>
          <p:spPr>
            <a:xfrm>
              <a:off x="5881685" y="4131758"/>
              <a:ext cx="360000" cy="360000"/>
            </a:xfrm>
            <a:prstGeom prst="star5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6241684" y="4131758"/>
              <a:ext cx="1521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4"/>
                  </a:solidFill>
                </a:rPr>
                <a:t>best performance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</p:grpSp>
      <p:cxnSp>
        <p:nvCxnSpPr>
          <p:cNvPr id="72" name="直線接點 71"/>
          <p:cNvCxnSpPr/>
          <p:nvPr/>
        </p:nvCxnSpPr>
        <p:spPr>
          <a:xfrm>
            <a:off x="4700585" y="2486025"/>
            <a:ext cx="0" cy="391477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700585" y="6211669"/>
            <a:ext cx="1824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/>
                </a:solidFill>
              </a:rPr>
              <a:t>Performance requirement</a:t>
            </a:r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7" name="群組 73"/>
          <p:cNvGrpSpPr/>
          <p:nvPr/>
        </p:nvGrpSpPr>
        <p:grpSpPr>
          <a:xfrm>
            <a:off x="5367335" y="4807742"/>
            <a:ext cx="1881190" cy="369332"/>
            <a:chOff x="5881685" y="4131758"/>
            <a:chExt cx="1881190" cy="369332"/>
          </a:xfrm>
        </p:grpSpPr>
        <p:sp>
          <p:nvSpPr>
            <p:cNvPr id="75" name="五角星形 74"/>
            <p:cNvSpPr/>
            <p:nvPr/>
          </p:nvSpPr>
          <p:spPr>
            <a:xfrm>
              <a:off x="5881685" y="4131758"/>
              <a:ext cx="360000" cy="360000"/>
            </a:xfrm>
            <a:prstGeom prst="star5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6241684" y="4131758"/>
              <a:ext cx="15211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4"/>
                  </a:solidFill>
                </a:rPr>
                <a:t>lowest power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accent1"/>
                </a:solidFill>
              </a:rPr>
              <a:t>Face detection: peak power and performance under different CPU/GPU configurations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137274"/>
            <a:ext cx="89916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群組 28"/>
          <p:cNvGrpSpPr/>
          <p:nvPr/>
        </p:nvGrpSpPr>
        <p:grpSpPr>
          <a:xfrm>
            <a:off x="457200" y="3460654"/>
            <a:ext cx="4241074" cy="2457824"/>
            <a:chOff x="457200" y="3460654"/>
            <a:chExt cx="4241074" cy="2457824"/>
          </a:xfrm>
        </p:grpSpPr>
        <p:sp>
          <p:nvSpPr>
            <p:cNvPr id="17" name="矩形 16"/>
            <p:cNvSpPr/>
            <p:nvPr/>
          </p:nvSpPr>
          <p:spPr>
            <a:xfrm>
              <a:off x="748937" y="4371703"/>
              <a:ext cx="714103" cy="879566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57200" y="5364480"/>
              <a:ext cx="146739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power budget = 1.5W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457303" y="4410892"/>
              <a:ext cx="714103" cy="879566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向下箭號 26"/>
            <p:cNvSpPr/>
            <p:nvPr/>
          </p:nvSpPr>
          <p:spPr>
            <a:xfrm>
              <a:off x="3744683" y="4014652"/>
              <a:ext cx="484632" cy="396240"/>
            </a:xfrm>
            <a:prstGeom prst="down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230880" y="3460654"/>
              <a:ext cx="146739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Use GPU @689MHz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群組 36"/>
          <p:cNvGrpSpPr/>
          <p:nvPr/>
        </p:nvGrpSpPr>
        <p:grpSpPr>
          <a:xfrm>
            <a:off x="461547" y="3460654"/>
            <a:ext cx="4901028" cy="2457824"/>
            <a:chOff x="457200" y="3460654"/>
            <a:chExt cx="4901028" cy="2457824"/>
          </a:xfrm>
        </p:grpSpPr>
        <p:sp>
          <p:nvSpPr>
            <p:cNvPr id="38" name="矩形 37"/>
            <p:cNvSpPr/>
            <p:nvPr/>
          </p:nvSpPr>
          <p:spPr>
            <a:xfrm>
              <a:off x="748937" y="3796937"/>
              <a:ext cx="1175657" cy="1454332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457200" y="5364480"/>
              <a:ext cx="146739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power budget = 3W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457303" y="4371703"/>
              <a:ext cx="1236624" cy="918755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向下箭號 40"/>
            <p:cNvSpPr/>
            <p:nvPr/>
          </p:nvSpPr>
          <p:spPr>
            <a:xfrm>
              <a:off x="4224968" y="4014652"/>
              <a:ext cx="484632" cy="396240"/>
            </a:xfrm>
            <a:prstGeom prst="down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3740336" y="3460654"/>
              <a:ext cx="161789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Use CPU@1.183GHz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137274"/>
            <a:ext cx="89916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直線接點 17"/>
          <p:cNvCxnSpPr/>
          <p:nvPr/>
        </p:nvCxnSpPr>
        <p:spPr>
          <a:xfrm>
            <a:off x="3419475" y="4572000"/>
            <a:ext cx="283845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419475" y="3467100"/>
            <a:ext cx="146739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performance constraint = 1.2FPS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向下箭號 22"/>
          <p:cNvSpPr/>
          <p:nvPr/>
        </p:nvSpPr>
        <p:spPr>
          <a:xfrm>
            <a:off x="2895815" y="2811423"/>
            <a:ext cx="484632" cy="396240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2411183" y="2257425"/>
            <a:ext cx="14673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use this configuration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accent1"/>
                </a:solidFill>
              </a:rPr>
              <a:t>Face detection: peak power and performance under different CPU/GPU configurations</a:t>
            </a:r>
          </a:p>
        </p:txBody>
      </p:sp>
      <p:sp>
        <p:nvSpPr>
          <p:cNvPr id="34" name="矩形 33"/>
          <p:cNvSpPr/>
          <p:nvPr/>
        </p:nvSpPr>
        <p:spPr>
          <a:xfrm>
            <a:off x="4343400" y="3207663"/>
            <a:ext cx="1724025" cy="20215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矩形 34"/>
          <p:cNvSpPr/>
          <p:nvPr/>
        </p:nvSpPr>
        <p:spPr>
          <a:xfrm>
            <a:off x="1590675" y="2505075"/>
            <a:ext cx="1628775" cy="27241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  <p:bldP spid="24" grpId="0"/>
      <p:bldP spid="3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power-aware scheduling under Face detection</a:t>
            </a:r>
            <a:endParaRPr 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457200" y="1744663"/>
          <a:ext cx="8229600" cy="428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power-aware scheduling under Face detection</a:t>
            </a:r>
            <a:endParaRPr 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457200" y="1744663"/>
          <a:ext cx="8229600" cy="428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43000" y="0"/>
          <a:ext cx="9001000" cy="504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Content Placeholder 6"/>
          <p:cNvGraphicFramePr>
            <a:graphicFrameLocks/>
          </p:cNvGraphicFramePr>
          <p:nvPr/>
        </p:nvGraphicFramePr>
        <p:xfrm>
          <a:off x="351547" y="2105744"/>
          <a:ext cx="8543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316"/>
                <a:gridCol w="5946484"/>
              </a:tblGrid>
              <a:tr h="32432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1</a:t>
                      </a:r>
                      <a:r>
                        <a:rPr lang="en-US" altLang="zh-TW" sz="2000" b="1" baseline="3000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st</a:t>
                      </a: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Mobile </a:t>
                      </a:r>
                      <a:r>
                        <a:rPr lang="en-US" altLang="zh-TW" sz="2000" b="1" dirty="0" err="1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OpenCL</a:t>
                      </a: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Device Fusion</a:t>
                      </a:r>
                      <a:endParaRPr lang="en-US" altLang="zh-TW" sz="2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Introduced the first mobile </a:t>
                      </a:r>
                      <a:r>
                        <a:rPr lang="en-US" altLang="zh-TW" sz="1800" b="0" kern="1200" baseline="0" dirty="0" err="1" smtClean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OpenCL</a:t>
                      </a:r>
                      <a:r>
                        <a:rPr lang="en-US" altLang="zh-TW" sz="1800" b="0" kern="12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 Device Fusion into production in January, 2015</a:t>
                      </a:r>
                      <a:endParaRPr lang="en-US" altLang="zh-TW" sz="1800" b="1" kern="1200" baseline="0" dirty="0" smtClean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2432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Extending Technology Leadership</a:t>
                      </a:r>
                      <a:endParaRPr lang="zh-TW" altLang="en-US" sz="2000" b="1" kern="1200" dirty="0" smtClean="0">
                        <a:solidFill>
                          <a:schemeClr val="dk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  <a:latin typeface="Calibri" pitchFamily="34" charset="0"/>
                          <a:sym typeface="Wingdings" pitchFamily="2" charset="2"/>
                        </a:rPr>
                        <a:t>Advance the performance, power, and thermal management techniques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sym typeface="Wingdings" pitchFamily="2" charset="2"/>
                        </a:rPr>
                        <a:t> in </a:t>
                      </a:r>
                      <a:r>
                        <a:rPr lang="en-US" altLang="zh-TW" sz="1800" baseline="0" dirty="0" err="1" smtClean="0">
                          <a:solidFill>
                            <a:schemeClr val="tx1"/>
                          </a:solidFill>
                          <a:latin typeface="Calibri" pitchFamily="34" charset="0"/>
                          <a:sym typeface="Wingdings" pitchFamily="2" charset="2"/>
                        </a:rPr>
                        <a:t>CorePilot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sym typeface="Wingdings" pitchFamily="2" charset="2"/>
                        </a:rPr>
                        <a:t> into the extended framework in </a:t>
                      </a:r>
                      <a:r>
                        <a:rPr lang="en-US" altLang="zh-TW" sz="1800" baseline="0" dirty="0" err="1" smtClean="0">
                          <a:solidFill>
                            <a:schemeClr val="tx1"/>
                          </a:solidFill>
                          <a:latin typeface="Calibri" pitchFamily="34" charset="0"/>
                          <a:sym typeface="Wingdings" pitchFamily="2" charset="2"/>
                        </a:rPr>
                        <a:t>CorePilot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sym typeface="Wingdings" pitchFamily="2" charset="2"/>
                        </a:rPr>
                        <a:t> 2.0.</a:t>
                      </a:r>
                      <a:endParaRPr lang="zh-TW" altLang="en-US" sz="1800" dirty="0" smtClean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2432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Outstanding</a:t>
                      </a:r>
                      <a:r>
                        <a:rPr lang="en-US" altLang="zh-TW" sz="2000" b="1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Performance</a:t>
                      </a:r>
                      <a:endParaRPr lang="en-US" altLang="zh-TW" sz="2000" b="1" dirty="0" smtClean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20% performance uplift in the </a:t>
                      </a:r>
                      <a:r>
                        <a:rPr lang="en-US" altLang="zh-TW" sz="1800" dirty="0" err="1" smtClean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CompuBenchCL</a:t>
                      </a:r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 benchmark by using Device Fusion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24322">
                <a:tc>
                  <a:txBody>
                    <a:bodyPr/>
                    <a:lstStyle/>
                    <a:p>
                      <a:r>
                        <a:rPr lang="en-US" altLang="zh-TW" sz="2000" b="1" kern="120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Enhancing User Experiences</a:t>
                      </a:r>
                      <a:endParaRPr lang="en-US" altLang="zh-TW" sz="2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Complete </a:t>
                      </a:r>
                      <a:r>
                        <a:rPr lang="en-US" altLang="zh-TW" sz="1800" b="0" dirty="0" err="1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OpenCL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solutions on CPU and GPU to enable smart</a:t>
                      </a:r>
                      <a:r>
                        <a:rPr lang="en-US" altLang="zh-TW" sz="1800" b="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and energy-efficient mobile applications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35496" y="948690"/>
            <a:ext cx="9071992" cy="9318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spc="-150" dirty="0" err="1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MediaTek</a:t>
            </a:r>
            <a:r>
              <a:rPr kumimoji="0" lang="en-US" altLang="zh-TW" sz="3600" b="1" i="0" u="none" strike="noStrike" kern="1200" cap="none" spc="-15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</a:t>
            </a:r>
            <a:r>
              <a:rPr lang="en-US" altLang="zh-TW" sz="3600" b="1" spc="-150" dirty="0" err="1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CorePilot</a:t>
            </a:r>
            <a:r>
              <a:rPr lang="en-US" altLang="zh-TW" sz="3600" b="1" spc="-15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 2.0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Roy Ju </a:t>
            </a:r>
            <a:endParaRPr lang="en-US" altLang="zh-TW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4/22 &amp; 23/2015</a:t>
            </a:r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Roy Ju 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8370" name="AutoShape 2" descr="「we want you」的圖片搜尋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83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62651" y="392113"/>
            <a:ext cx="5818698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460375" y="4867275"/>
            <a:ext cx="822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Summer Intern/part-time employee/Permanent employee</a:t>
            </a:r>
            <a:endParaRPr lang="en-US" sz="2400" b="1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9475"/>
            <a:ext cx="8229600" cy="1134535"/>
          </a:xfrm>
        </p:spPr>
        <p:txBody>
          <a:bodyPr/>
          <a:lstStyle/>
          <a:p>
            <a:r>
              <a:rPr lang="en-US" dirty="0" smtClean="0"/>
              <a:t>MT6795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/>
        </p:nvGraphicFramePr>
        <p:xfrm>
          <a:off x="1537179" y="1674010"/>
          <a:ext cx="6089505" cy="372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34"/>
                <a:gridCol w="4655471"/>
              </a:tblGrid>
              <a:tr h="62161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MT6795</a:t>
                      </a:r>
                      <a:endParaRPr lang="en-US" sz="1800" dirty="0"/>
                    </a:p>
                  </a:txBody>
                  <a:tcPr anchor="ctr"/>
                </a:tc>
              </a:tr>
              <a:tr h="6216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Schedule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MP</a:t>
                      </a:r>
                      <a:r>
                        <a:rPr lang="en-US" sz="1800" baseline="0" smtClean="0"/>
                        <a:t> </a:t>
                      </a:r>
                      <a:r>
                        <a:rPr lang="en-US" sz="1800" smtClean="0"/>
                        <a:t>2015/1</a:t>
                      </a:r>
                      <a:endParaRPr lang="en-US" sz="1800" dirty="0"/>
                    </a:p>
                  </a:txBody>
                  <a:tcPr anchor="ctr"/>
                </a:tc>
              </a:tr>
              <a:tr h="6216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Android OS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Android L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5.0</a:t>
                      </a:r>
                      <a:endParaRPr lang="en-US" sz="1800" dirty="0"/>
                    </a:p>
                  </a:txBody>
                  <a:tcPr anchor="ctr"/>
                </a:tc>
              </a:tr>
              <a:tr h="6216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CPU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CA53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err="1" smtClean="0"/>
                        <a:t>Octa</a:t>
                      </a:r>
                      <a:r>
                        <a:rPr lang="en-US" sz="1800" dirty="0" smtClean="0"/>
                        <a:t>-Core up to 2.2 GHz</a:t>
                      </a:r>
                    </a:p>
                  </a:txBody>
                  <a:tcPr anchor="ctr"/>
                </a:tc>
              </a:tr>
              <a:tr h="6216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Graphic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IMG G6200 700MHz</a:t>
                      </a:r>
                      <a:endParaRPr lang="en-US" sz="1800" dirty="0"/>
                    </a:p>
                  </a:txBody>
                  <a:tcPr anchor="ctr"/>
                </a:tc>
              </a:tr>
              <a:tr h="6216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Memory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Dual-channel LPDDR3 933MHz </a:t>
                      </a:r>
                      <a:endParaRPr lang="en-US" sz="18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ediaTek-Confidential_A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C8E026B3E92A489FF828AE9F27866B" ma:contentTypeVersion="2" ma:contentTypeDescription="Create a new document." ma:contentTypeScope="" ma:versionID="1840d851e290967671aa63036bea41d2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7b2659cdc06552897402ca31c6ff9b07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CEncryptBy" minOccurs="0"/>
                <xsd:element ref="ns1:SCEnDecrypt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SCEncryptBy" ma:index="8" nillable="true" ma:displayName="Encrypt By" ma:list="UserInfo" ma:internalName="SCEncryptBy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CEnDecrypt" ma:index="9" nillable="true" ma:displayName="En/Decrypt" ma:default="Not Encrypted" ma:format="RadioButtons" ma:internalName="SCEnDecrypt">
      <xsd:simpleType>
        <xsd:restriction base="dms:Choice">
          <xsd:enumeration value="Not Encrypted"/>
          <xsd:enumeration value="Encrypted"/>
          <xsd:enumeration value="Queue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SCEnDecrypt xmlns="http://schemas.microsoft.com/sharepoint/v3">Not Encrypted</SCEnDecrypt>
    <SCEncryptBy xmlns="http://schemas.microsoft.com/sharepoint/v3">
      <UserInfo>
        <DisplayName/>
        <AccountId xsi:nil="true"/>
        <AccountType/>
      </UserInfo>
    </SCEncryptBy>
  </documentManagement>
</p:properties>
</file>

<file path=customXml/itemProps1.xml><?xml version="1.0" encoding="utf-8"?>
<ds:datastoreItem xmlns:ds="http://schemas.openxmlformats.org/officeDocument/2006/customXml" ds:itemID="{1AED3EEA-D281-4CCF-A6F6-989A47CA2E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8231EAD2-26AF-4E27-9ECC-AF2C8F58ED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CA6242-56D9-4A4A-9DE3-2D8BAD70C633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sharepoint/v3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MediaTek-Internal_Use_CTO</Template>
  <TotalTime>1787</TotalTime>
  <Words>1369</Words>
  <Application>Microsoft Office PowerPoint</Application>
  <PresentationFormat>如螢幕大小 (4:3)</PresentationFormat>
  <Paragraphs>451</Paragraphs>
  <Slides>30</Slides>
  <Notes>11</Notes>
  <HiddenSlides>0</HiddenSlides>
  <MMClips>0</MMClips>
  <ScaleCrop>false</ScaleCrop>
  <HeadingPairs>
    <vt:vector size="4" baseType="variant">
      <vt:variant>
        <vt:lpstr>佈景主題</vt:lpstr>
      </vt:variant>
      <vt:variant>
        <vt:i4>3</vt:i4>
      </vt:variant>
      <vt:variant>
        <vt:lpstr>投影片標題</vt:lpstr>
      </vt:variant>
      <vt:variant>
        <vt:i4>30</vt:i4>
      </vt:variant>
    </vt:vector>
  </HeadingPairs>
  <TitlesOfParts>
    <vt:vector size="33" baseType="lpstr">
      <vt:lpstr>Custom Design</vt:lpstr>
      <vt:lpstr>MediaTek-Confidential_A</vt:lpstr>
      <vt:lpstr>1_Custom Design</vt:lpstr>
      <vt:lpstr>Heterogeneous Computing for Smart and Energy-efficient Mobile Applications</vt:lpstr>
      <vt:lpstr>投影片 2</vt:lpstr>
      <vt:lpstr>Heterogeneous computing and OpenCL</vt:lpstr>
      <vt:lpstr>Evolution of MediaTek CorePilot</vt:lpstr>
      <vt:lpstr>      Benefits of GPU Computing</vt:lpstr>
      <vt:lpstr>Computation Intensive Applications:  Deep Learning</vt:lpstr>
      <vt:lpstr>Deep Learning in Object Recognition </vt:lpstr>
      <vt:lpstr>Deep Learning Demo on MT6795 GPU</vt:lpstr>
      <vt:lpstr>Sticking to One isn’t Always the Best</vt:lpstr>
      <vt:lpstr>Not all programs run well on GPU</vt:lpstr>
      <vt:lpstr>WHY some programs performs slower on GPU?</vt:lpstr>
      <vt:lpstr>Heterogeneous Computing Product Release </vt:lpstr>
      <vt:lpstr>Device Fusion</vt:lpstr>
      <vt:lpstr>Architecture Overview of Device Fusion </vt:lpstr>
      <vt:lpstr>Case Study: Face Detection</vt:lpstr>
      <vt:lpstr>Usage scenarios and case studies – parallel execution </vt:lpstr>
      <vt:lpstr>Performance of Device Fusion</vt:lpstr>
      <vt:lpstr>Thermal-aware Scheduler</vt:lpstr>
      <vt:lpstr>Thermal-aware scheduler</vt:lpstr>
      <vt:lpstr>投影片 20</vt:lpstr>
      <vt:lpstr>Performance of Device Fusion (performance mode)</vt:lpstr>
      <vt:lpstr>Power-aware scheduling in Device Fusion </vt:lpstr>
      <vt:lpstr>Face detection: peak power and performance under different CPU/GPU configurations</vt:lpstr>
      <vt:lpstr>Face detection: peak power and performance under different CPU/GPU configurations</vt:lpstr>
      <vt:lpstr>Using power-aware scheduling under Face detection</vt:lpstr>
      <vt:lpstr>Using power-aware scheduling under Face detection</vt:lpstr>
      <vt:lpstr>投影片 27</vt:lpstr>
      <vt:lpstr>投影片 28</vt:lpstr>
      <vt:lpstr>投影片 29</vt:lpstr>
      <vt:lpstr>MT6795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Heterogeneous Computing for Smart and Energy-efficient Applications on Mobile</dc:title>
  <dc:creator>Mediatek</dc:creator>
  <cp:lastModifiedBy>mtk09521</cp:lastModifiedBy>
  <cp:revision>146</cp:revision>
  <dcterms:created xsi:type="dcterms:W3CDTF">2015-03-11T09:31:40Z</dcterms:created>
  <dcterms:modified xsi:type="dcterms:W3CDTF">2015-04-30T13:46:12Z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0x0101002DC8E026B3E92A489FF828AE9F27866B</vt:lpwstr>
  </property>
</Properties>
</file>