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10" r:id="rId4"/>
    <p:sldId id="260" r:id="rId5"/>
    <p:sldId id="261" r:id="rId6"/>
    <p:sldId id="262" r:id="rId7"/>
    <p:sldId id="263" r:id="rId8"/>
    <p:sldId id="264" r:id="rId9"/>
    <p:sldId id="316" r:id="rId10"/>
    <p:sldId id="317" r:id="rId11"/>
    <p:sldId id="265" r:id="rId12"/>
    <p:sldId id="311" r:id="rId13"/>
    <p:sldId id="266" r:id="rId14"/>
    <p:sldId id="312" r:id="rId15"/>
    <p:sldId id="267" r:id="rId16"/>
    <p:sldId id="313" r:id="rId17"/>
    <p:sldId id="270" r:id="rId18"/>
    <p:sldId id="271" r:id="rId19"/>
    <p:sldId id="268" r:id="rId20"/>
    <p:sldId id="269" r:id="rId21"/>
    <p:sldId id="272" r:id="rId22"/>
    <p:sldId id="298" r:id="rId23"/>
    <p:sldId id="279" r:id="rId24"/>
    <p:sldId id="277" r:id="rId25"/>
    <p:sldId id="276" r:id="rId26"/>
    <p:sldId id="299" r:id="rId27"/>
    <p:sldId id="273" r:id="rId28"/>
    <p:sldId id="309" r:id="rId29"/>
    <p:sldId id="274" r:id="rId30"/>
    <p:sldId id="275" r:id="rId31"/>
    <p:sldId id="278" r:id="rId32"/>
    <p:sldId id="314" r:id="rId33"/>
    <p:sldId id="280" r:id="rId34"/>
    <p:sldId id="281" r:id="rId35"/>
    <p:sldId id="284" r:id="rId36"/>
    <p:sldId id="282" r:id="rId37"/>
    <p:sldId id="283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315" r:id="rId50"/>
    <p:sldId id="296" r:id="rId51"/>
    <p:sldId id="297" r:id="rId52"/>
    <p:sldId id="300" r:id="rId53"/>
    <p:sldId id="303" r:id="rId54"/>
    <p:sldId id="301" r:id="rId55"/>
    <p:sldId id="302" r:id="rId56"/>
    <p:sldId id="304" r:id="rId57"/>
    <p:sldId id="305" r:id="rId58"/>
    <p:sldId id="306" r:id="rId59"/>
    <p:sldId id="307" r:id="rId60"/>
    <p:sldId id="308" r:id="rId61"/>
    <p:sldId id="318" r:id="rId6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-859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5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35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35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4673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5139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6477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6477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4412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8400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1213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5620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7157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7702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4601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73027"/>
            <a:ext cx="20574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73027"/>
            <a:ext cx="60198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4741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73027"/>
            <a:ext cx="82296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37160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13" y="73025"/>
            <a:ext cx="424815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0146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0363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468314" y="144463"/>
            <a:ext cx="820737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" y="6357940"/>
            <a:ext cx="38338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5" y="6581776"/>
            <a:ext cx="273183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1"/>
            <a:ext cx="9144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0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9144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0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524627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78F0D177-00D8-4F65-A289-6A312AB8964E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" y="6181727"/>
            <a:ext cx="684213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5651" y="6237288"/>
            <a:ext cx="20875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82626" y="6580188"/>
            <a:ext cx="1963999" cy="253916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050">
                <a:solidFill>
                  <a:schemeClr val="bg1"/>
                </a:solidFill>
                <a:latin typeface="Arial" pitchFamily="34" charset="0"/>
                <a:ea typeface="新細明體" pitchFamily="18" charset="-120"/>
              </a:rPr>
              <a:t>National Tsing Hua University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76697" y="151801"/>
            <a:ext cx="1659800" cy="6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67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1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18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954840"/>
            <a:ext cx="7772400" cy="895265"/>
          </a:xfrm>
        </p:spPr>
        <p:txBody>
          <a:bodyPr/>
          <a:lstStyle/>
          <a:p>
            <a:pPr algn="ctr"/>
            <a:r>
              <a:rPr lang="zh-TW" altLang="en-US" sz="3600" dirty="0" smtClean="0"/>
              <a:t>異質架構模擬器</a:t>
            </a:r>
            <a:r>
              <a:rPr lang="en-US" altLang="zh-TW" sz="3600" dirty="0" smtClean="0"/>
              <a:t>-multi2sim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39993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Multi2Sim is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cycle based simulation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CPU-GPU heterogeneous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models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superscalar, multithreaded, and multicore CPUs, as well as GPU architectures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suite, but need prebuilt ELF.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51825" y="5121275"/>
            <a:ext cx="1557338" cy="9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5576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Guest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property of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program.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of the program whose execution is being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simulated.</a:t>
            </a:r>
          </a:p>
          <a:p>
            <a:pPr marL="342900" lvl="1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instructions executed by Multi2Sim natively in the user’s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51825" y="5121275"/>
            <a:ext cx="1557338" cy="9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094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可</a:t>
            </a:r>
            <a:r>
              <a:rPr lang="zh-TW" altLang="en-US" sz="3200" dirty="0" smtClean="0"/>
              <a:t>模擬硬體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86 CPU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MIPS CPU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ARM CPU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Evergreen GPU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Island GPU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NVIDIA Fermi GPU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Interconnection network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900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Architectural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46877" y="2187346"/>
            <a:ext cx="6850247" cy="288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6131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Architectural(cont.)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four software modules communicate with each other with clearly defined interfaces, but can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work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Disassembler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 a bit stream representing machine instruction for a specific ISA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 these instructions into an alternative representation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a straightforward interpretation of the instructions.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disassembler reads from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 buffer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memory, and outputs machine instructions one by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338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Architectural(cont.)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Simulator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the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emulator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reproduce the original behavior of a guest program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keep track of the guest program state, dynamically update until finish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state can be expressed as its virtual memory and architected register file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487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Architectural(cont.)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simulator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to as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hardware structures and keeps track of their access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simulator body is structured as a main loop, calling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pipeline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in each iteration.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of the loop models one clock cycle on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hardware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905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Architectural(cont.)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60203" y="5515808"/>
            <a:ext cx="4683164" cy="909484"/>
          </a:xfr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0466" y="819206"/>
            <a:ext cx="6491782" cy="431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75545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Architectural(cont.)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07638" y="1231672"/>
            <a:ext cx="4972975" cy="5323073"/>
          </a:xfrm>
        </p:spPr>
      </p:pic>
    </p:spTree>
    <p:extLst>
      <p:ext uri="{BB962C8B-B14F-4D97-AF65-F5344CB8AC3E}">
        <p14:creationId xmlns:p14="http://schemas.microsoft.com/office/powerpoint/2010/main" xmlns="" val="261251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Architectural(cont.)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tool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 visualization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 generates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compressed text-based trace in an output file, which is consumed by the visual tool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second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Multi2Sim.</a:t>
            </a:r>
          </a:p>
        </p:txBody>
      </p:sp>
    </p:spTree>
    <p:extLst>
      <p:ext uri="{BB962C8B-B14F-4D97-AF65-F5344CB8AC3E}">
        <p14:creationId xmlns:p14="http://schemas.microsoft.com/office/powerpoint/2010/main" xmlns="" val="285505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Architectural(cont.)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cycle-based interactive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of the processor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traversing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hierarchy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352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44463"/>
            <a:ext cx="8207375" cy="692150"/>
          </a:xfrm>
        </p:spPr>
        <p:txBody>
          <a:bodyPr/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Full-System vs. Application-Only Emulation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Full-System Emulation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full-system emulator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runs the entire software stack that would normally run on a real machine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begins execution by running the master-boot record of a disk image containing an unmodified operating system (guest OS)</a:t>
            </a:r>
          </a:p>
        </p:txBody>
      </p:sp>
    </p:spTree>
    <p:extLst>
      <p:ext uri="{BB962C8B-B14F-4D97-AF65-F5344CB8AC3E}">
        <p14:creationId xmlns:p14="http://schemas.microsoft.com/office/powerpoint/2010/main" xmlns="" val="243891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44463"/>
            <a:ext cx="8207375" cy="692150"/>
          </a:xfrm>
        </p:spPr>
        <p:txBody>
          <a:bodyPr/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Full-System vs. Application-Only Emulation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state is represented as the physical memory image of the modeled machine, together with the values of the architected register 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full-system emulator behaves similarly to a virtual machine in the way it runs a guest OS and abstracts I/O.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368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Full-System vs. Application-Only Emulation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5538"/>
            <a:ext cx="8385464" cy="4895850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Application-Only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Emulation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application-only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emulator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(Multi2Sim be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such) concentrates in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a user-level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emulation begins straight at the guest program entry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xmlns="" val="242617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Full-System vs. Application-Only Emulation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5538"/>
            <a:ext cx="8385464" cy="4895850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intercepted,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its internal state as specified by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as well as the guest program’s state, giving it the illusion of having executed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natively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application-only model wholly runs the system service 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one single ISA instruction emulation — the software interrupt.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3003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Full-System vs. Application-Only Emulation</a:t>
            </a:r>
            <a:endParaRPr lang="zh-TW" altLang="en-US" sz="28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14133" y="1749858"/>
            <a:ext cx="8515735" cy="346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8996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Application running on OS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of an initial memory image for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(process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as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loading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the application and OS at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runtime via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is removed from the guest software stack in 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application-only simulation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these two services are abstracted by the emulator itself.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4324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Application-Only Emulation</a:t>
            </a:r>
            <a:b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loading program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steps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the application ELF binary is analyzed and those sections containing ISA instructions and initialized static data are extracted.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initial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image is created for the guest program, copying these ELF sections into their corresponding base virtual addresses.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the program stack is initialized mainly by copying the program arguments and environment variables to specific locations of the memory image.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the architected register file is initialized by assigning a value to the stack-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instruction-pointer registers.</a:t>
            </a: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714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domains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domains are modeled independently for the memory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system,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interconnection networks, and each CPU and GPU architecture model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with an accuracy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1ps (picosecond).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an x86 pipeline working at 1GHz with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memory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working at 667MHz.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iteration of the main simulation loop, the x86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model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its state once, while the state update for the memory system is skipped once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three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3966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200" dirty="0" smtClean="0"/>
              <a:t>執行畫面</a:t>
            </a:r>
            <a:endParaRPr lang="zh-TW" altLang="en-US" sz="32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93636" y="1480508"/>
            <a:ext cx="3156730" cy="457200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3418610" y="1080398"/>
            <a:ext cx="2306782" cy="4001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Functional simulator</a:t>
            </a:r>
            <a:endParaRPr lang="zh-TW" altLang="en-US" sz="2000" dirty="0" smtClean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7643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200" dirty="0" smtClean="0"/>
              <a:t>執行畫面</a:t>
            </a:r>
            <a:endParaRPr lang="zh-TW" altLang="en-US" sz="32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27429" y="1601278"/>
            <a:ext cx="2689141" cy="5014047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3418609" y="1080398"/>
            <a:ext cx="2306782" cy="4001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Detailed simulator</a:t>
            </a:r>
            <a:endParaRPr lang="zh-TW" altLang="en-US" sz="2000" dirty="0" smtClean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535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8404" y="2941783"/>
            <a:ext cx="7772400" cy="1362075"/>
          </a:xfrm>
        </p:spPr>
        <p:txBody>
          <a:bodyPr anchor="ctr"/>
          <a:lstStyle/>
          <a:p>
            <a:pPr algn="ctr"/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 southern Island GPU overview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800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Southern Island Architecture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6093" y="1499610"/>
            <a:ext cx="7771814" cy="414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7928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M2S Southern Island Architecture overview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14550" y="1516063"/>
            <a:ext cx="49149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7251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M2S Southern Island Architecture overview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675" y="1878013"/>
            <a:ext cx="901065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1295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Running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Island GPU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Sorthern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Islands family of GPUs (Radeon HD 7000-series).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on the GPU starts when the host program launches an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kernel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ND-Range is launched by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programming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execution models are mapped onto the Southern Islands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8504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Running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Island GPU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ultra-threaded dispatcher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work-group scheduler.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scope accessible to the whole ND-Range corresponds to a physical global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GPU, formed of caches and main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</a:p>
        </p:txBody>
      </p:sp>
    </p:spTree>
    <p:extLst>
      <p:ext uri="{BB962C8B-B14F-4D97-AF65-F5344CB8AC3E}">
        <p14:creationId xmlns:p14="http://schemas.microsoft.com/office/powerpoint/2010/main" xmlns="" val="133284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Island GPU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887" y="1952625"/>
            <a:ext cx="86582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282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Island GPU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 unit combines sets of 64 work-items within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work-group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in a SIMD (single-instruction-multiple-data)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fashion.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work-items are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wavefronts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SIMD contains 16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cores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of which executes one instruction for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work-items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wavefront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mapped to the SIMD unit in a time-multiplexed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manner.</a:t>
            </a: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022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Flow and Thread Divergence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wavefronts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SIMD units causes the same machine instruction to be executed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concurrently by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work-items within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wavefront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conditional branch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is resolved differently in any pair of work-items, causing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divergence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5585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Flow and Thread Divergence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Islands ISA utilizes an execution mask to address work-item divergence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 mask, where each bit represents the active status of an individual work-item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wavefront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64360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7.4 shows the architecture of the compute unit front-end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formed of a set of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wavefront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pools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fetch stage, a set of fetch buffers, and an issue stage. The number of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wavefront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pools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fetch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 match exactly the number of SIMD units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wavefronts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work-group are always assigned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wavefront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pool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399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Front-end(cont.)</a:t>
            </a:r>
            <a:endParaRPr lang="zh-TW" altLang="en-US" sz="32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2902" y="1272453"/>
            <a:ext cx="7738197" cy="476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7626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Front-end(cont.)</a:t>
            </a:r>
            <a:endParaRPr lang="zh-TW" altLang="en-US" sz="32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1330" y="1517505"/>
            <a:ext cx="7121342" cy="97631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10093" y="3174710"/>
            <a:ext cx="5867452" cy="87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283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SIMD unit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4144" y="1313284"/>
            <a:ext cx="8675713" cy="476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722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SIMD unit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1311" y="1580356"/>
            <a:ext cx="5667579" cy="77838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31311" y="3075709"/>
            <a:ext cx="5996853" cy="195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6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scalar unit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29655" y="1135929"/>
            <a:ext cx="7284691" cy="498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5893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branch unit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6171" y="1126547"/>
            <a:ext cx="6711660" cy="492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335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Local Data Share (LDS) Unit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8213" y="1157288"/>
            <a:ext cx="7267575" cy="498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597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Vector Memory Unit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2026" y="1133908"/>
            <a:ext cx="7219950" cy="489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0668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Hierarchy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Multi2Sim provides a very flexible configuration of the memory hierarchy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configuration of the memory hierarchy is specified in a plain-text INI file, passed to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 with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mem-config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&lt;file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xmlns="" val="375385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 Memory Configuration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845" y="1271153"/>
            <a:ext cx="4890222" cy="474988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5926067" y="3415262"/>
            <a:ext cx="2680854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Both CPU and GPU</a:t>
            </a:r>
          </a:p>
        </p:txBody>
      </p:sp>
    </p:spTree>
    <p:extLst>
      <p:ext uri="{BB962C8B-B14F-4D97-AF65-F5344CB8AC3E}">
        <p14:creationId xmlns:p14="http://schemas.microsoft.com/office/powerpoint/2010/main" xmlns="" val="384782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System with CPU and GPU cores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1463" y="1149062"/>
            <a:ext cx="8601075" cy="487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243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INI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363" y="1137371"/>
            <a:ext cx="8677275" cy="483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3026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host program calls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functions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clGetDeviceIDs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clCreateBuffer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is linked with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vendor-specific library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referred hereafter as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provides an implementation for all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functions.</a:t>
            </a:r>
          </a:p>
        </p:txBody>
      </p:sp>
    </p:spTree>
    <p:extLst>
      <p:ext uri="{BB962C8B-B14F-4D97-AF65-F5344CB8AC3E}">
        <p14:creationId xmlns:p14="http://schemas.microsoft.com/office/powerpoint/2010/main" xmlns="" val="363881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Libraries and Device Drivers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of the applications we run on our computers rely on vendor-specific libraries to communicate with hardware devices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an unmodified x86 executable normally 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Multi2Sim,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attempts to call external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embedded dynamic loader searches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matching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names, and eventually stumbles upon the vendor-specific libraries installed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the machine.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calls involve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privileged actions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</a:p>
        </p:txBody>
      </p:sp>
    </p:spTree>
    <p:extLst>
      <p:ext uri="{BB962C8B-B14F-4D97-AF65-F5344CB8AC3E}">
        <p14:creationId xmlns:p14="http://schemas.microsoft.com/office/powerpoint/2010/main" xmlns="" val="326015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Libraries and Device Drivers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major problems: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between the user-space libraries and the runtime are internally managed by the vendor of the involved hardware.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interface is unknown to us in the case of close-source drivers, such as most state-of-the-art GPU vendor software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7940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Libraries and Device Drivers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Re-linking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x86 program binary using Multi2Sim-specific libraries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implement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application’s external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calls to solver the problem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126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Libraries and Device Drivers</a:t>
            </a:r>
            <a:endParaRPr lang="zh-TW" altLang="en-US" sz="28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54648" y="1118321"/>
            <a:ext cx="6034706" cy="505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386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Programming Interface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(API) is the interface between a runtime library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program. The API is exactly the same for a vendor-specific runtime as for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Multi2Sim runtime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why they can be used interchangeably to satisfy external references in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program.</a:t>
            </a:r>
          </a:p>
        </p:txBody>
      </p:sp>
    </p:spTree>
    <p:extLst>
      <p:ext uri="{BB962C8B-B14F-4D97-AF65-F5344CB8AC3E}">
        <p14:creationId xmlns:p14="http://schemas.microsoft.com/office/powerpoint/2010/main" xmlns="" val="56729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Binary Interface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(ABI) is the interface provided between a device driver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runtime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library, based on system calls. On Multi2Sim, each ABI between a pair runtime-driver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assigned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system call code unused in Linux.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7017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M2S-Visual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4586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Visualization tool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Observe the CPU, GPU pipeline and memory state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Provide the actions of above component in every cycle</a:t>
            </a:r>
          </a:p>
          <a:p>
            <a:endParaRPr lang="en-US" altLang="zh-TW" dirty="0"/>
          </a:p>
          <a:p>
            <a:r>
              <a:rPr lang="en-US" altLang="zh-TW" dirty="0" smtClean="0"/>
              <a:t>Require GTK3.0 lib</a:t>
            </a:r>
          </a:p>
          <a:p>
            <a:endParaRPr lang="en-US" altLang="zh-TW" dirty="0"/>
          </a:p>
          <a:p>
            <a:r>
              <a:rPr lang="en-US" altLang="zh-TW" dirty="0" smtClean="0"/>
              <a:t>Result will be compress to a </a:t>
            </a:r>
            <a:r>
              <a:rPr lang="en-US" altLang="zh-TW" dirty="0" err="1" smtClean="0"/>
              <a:t>gzip</a:t>
            </a:r>
            <a:r>
              <a:rPr lang="en-US" altLang="zh-TW" dirty="0" smtClean="0"/>
              <a:t> format(.</a:t>
            </a:r>
            <a:r>
              <a:rPr lang="en-US" altLang="zh-TW" dirty="0" err="1" smtClean="0"/>
              <a:t>gz</a:t>
            </a:r>
            <a:r>
              <a:rPr lang="en-US" altLang="zh-TW" dirty="0" smtClean="0"/>
              <a:t>)</a:t>
            </a:r>
          </a:p>
          <a:p>
            <a:endParaRPr lang="en-US" altLang="zh-TW" dirty="0"/>
          </a:p>
          <a:p>
            <a:r>
              <a:rPr lang="en-US" altLang="zh-TW" dirty="0" smtClean="0"/>
              <a:t>Run multi2sim again to open the .</a:t>
            </a:r>
            <a:r>
              <a:rPr lang="en-US" altLang="zh-TW" dirty="0" err="1" smtClean="0"/>
              <a:t>gz</a:t>
            </a:r>
            <a:r>
              <a:rPr lang="en-US" altLang="zh-TW" dirty="0" smtClean="0"/>
              <a:t> file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92623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window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cycle bar</a:t>
            </a:r>
          </a:p>
          <a:p>
            <a:pPr lvl="1"/>
            <a:r>
              <a:rPr lang="en-US" altLang="zh-TW" dirty="0" smtClean="0"/>
              <a:t>A scrollable bar</a:t>
            </a:r>
          </a:p>
          <a:p>
            <a:pPr lvl="1"/>
            <a:r>
              <a:rPr lang="en-US" altLang="zh-TW" dirty="0" smtClean="0"/>
              <a:t>Navigation buttons to step through simulation cycles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47737" y="3016549"/>
            <a:ext cx="72485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5649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window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Panels</a:t>
            </a:r>
          </a:p>
          <a:p>
            <a:pPr lvl="1"/>
            <a:r>
              <a:rPr lang="en-US" altLang="zh-TW" dirty="0" smtClean="0"/>
              <a:t>Depends on the simulation settings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The Hardware you select to simulate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Display every CPU core, GPU compute unit and memory system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72430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Main window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Panels</a:t>
            </a:r>
          </a:p>
          <a:p>
            <a:pPr lvl="1"/>
            <a:r>
              <a:rPr lang="en-US" altLang="zh-TW" dirty="0" smtClean="0"/>
              <a:t>Demonstrate all the CU according to the architecture you choose.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360" y="2558167"/>
            <a:ext cx="8249280" cy="203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227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Main window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Demonstrate the GPU memory architecture.</a:t>
            </a:r>
          </a:p>
          <a:p>
            <a:r>
              <a:rPr lang="en-US" altLang="zh-TW" dirty="0" smtClean="0"/>
              <a:t>You can write the configuration by yourself.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56260" y="2054854"/>
            <a:ext cx="5323586" cy="408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9652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Main window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All the Instruction pipeline in every CU.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0374" y="2278333"/>
            <a:ext cx="8583252" cy="259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950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Main window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Demonstrate the </a:t>
            </a:r>
            <a:r>
              <a:rPr lang="en-US" altLang="zh-TW" dirty="0" err="1" smtClean="0"/>
              <a:t>i-th</a:t>
            </a:r>
            <a:r>
              <a:rPr lang="en-US" altLang="zh-TW" dirty="0" smtClean="0"/>
              <a:t> memory access will access which place.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05443" y="1915790"/>
            <a:ext cx="5381357" cy="475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0812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6149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佈景主題1" id="{52425C63-842A-4F95-A16C-1C0CCEA90123}" vid="{F27CB42A-B114-46CF-86BE-45D629310C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1669</TotalTime>
  <Words>1617</Words>
  <Application>Microsoft Office PowerPoint</Application>
  <PresentationFormat>如螢幕大小 (4:3)</PresentationFormat>
  <Paragraphs>190</Paragraphs>
  <Slides>61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61</vt:i4>
      </vt:variant>
    </vt:vector>
  </HeadingPairs>
  <TitlesOfParts>
    <vt:vector size="62" baseType="lpstr">
      <vt:lpstr>佈景主題1</vt:lpstr>
      <vt:lpstr>異質架構模擬器-multi2sim</vt:lpstr>
      <vt:lpstr>Introduction</vt:lpstr>
      <vt:lpstr>Introduction</vt:lpstr>
      <vt:lpstr>可模擬硬體</vt:lpstr>
      <vt:lpstr>Four-Stage Architectural</vt:lpstr>
      <vt:lpstr>Four-Stage Architectural(cont.)</vt:lpstr>
      <vt:lpstr>Four-Stage Architectural(cont.)</vt:lpstr>
      <vt:lpstr>Four-Stage Architectural(cont.)</vt:lpstr>
      <vt:lpstr>Four-Stage Architectural(cont.)</vt:lpstr>
      <vt:lpstr>Four-Stage Architectural(cont.)</vt:lpstr>
      <vt:lpstr>Four-Stage Architectural(cont.)</vt:lpstr>
      <vt:lpstr>Four-Stage Architectural(cont.)</vt:lpstr>
      <vt:lpstr>Full-System vs. Application-Only Emulation</vt:lpstr>
      <vt:lpstr>Full-System vs. Application-Only Emulation</vt:lpstr>
      <vt:lpstr>Full-System vs. Application-Only Emulation</vt:lpstr>
      <vt:lpstr>Full-System vs. Application-Only Emulation</vt:lpstr>
      <vt:lpstr>Full-System vs. Application-Only Emulation</vt:lpstr>
      <vt:lpstr>Application running on OS</vt:lpstr>
      <vt:lpstr>Application-Only Emulation loading program</vt:lpstr>
      <vt:lpstr>Frequency domains</vt:lpstr>
      <vt:lpstr>執行畫面</vt:lpstr>
      <vt:lpstr>執行畫面</vt:lpstr>
      <vt:lpstr>AMD southern Island GPU overview</vt:lpstr>
      <vt:lpstr>AMD Southern Island Architecture</vt:lpstr>
      <vt:lpstr>M2S Southern Island Architecture overview</vt:lpstr>
      <vt:lpstr>M2S Southern Island Architecture overview</vt:lpstr>
      <vt:lpstr>Running openCL on Southern Island GPU</vt:lpstr>
      <vt:lpstr>Running openCL on Southern Island GPU</vt:lpstr>
      <vt:lpstr>Running openCL on Southern Island GPU</vt:lpstr>
      <vt:lpstr>Running openCL on Southern Island GPU</vt:lpstr>
      <vt:lpstr>Control Flow and Thread Divergence</vt:lpstr>
      <vt:lpstr>Control Flow and Thread Divergence</vt:lpstr>
      <vt:lpstr>Front-end</vt:lpstr>
      <vt:lpstr>Front-end(cont.)</vt:lpstr>
      <vt:lpstr>Front-end(cont.)</vt:lpstr>
      <vt:lpstr>The SIMD unit</vt:lpstr>
      <vt:lpstr>The SIMD unit</vt:lpstr>
      <vt:lpstr>The scalar unit</vt:lpstr>
      <vt:lpstr>The branch unit</vt:lpstr>
      <vt:lpstr>The Local Data Share (LDS) Unit</vt:lpstr>
      <vt:lpstr>The Vector Memory Unit</vt:lpstr>
      <vt:lpstr>The Memory Hierarchy</vt:lpstr>
      <vt:lpstr>Default Memory Configuration</vt:lpstr>
      <vt:lpstr>Heterogeneous System with CPU and GPU cores</vt:lpstr>
      <vt:lpstr>Heterogeneous System INI</vt:lpstr>
      <vt:lpstr>OpenCL Programming model</vt:lpstr>
      <vt:lpstr>Runtime Libraries and Device Drivers</vt:lpstr>
      <vt:lpstr>Runtime Libraries and Device Drivers</vt:lpstr>
      <vt:lpstr>Runtime Libraries and Device Drivers</vt:lpstr>
      <vt:lpstr>Runtime Libraries and Device Drivers</vt:lpstr>
      <vt:lpstr>Definitions</vt:lpstr>
      <vt:lpstr>Definitions</vt:lpstr>
      <vt:lpstr>M2S-Visual</vt:lpstr>
      <vt:lpstr>Introduction</vt:lpstr>
      <vt:lpstr>Main window</vt:lpstr>
      <vt:lpstr>Main window</vt:lpstr>
      <vt:lpstr>Main window</vt:lpstr>
      <vt:lpstr>Main window</vt:lpstr>
      <vt:lpstr>Main window</vt:lpstr>
      <vt:lpstr>Main window</vt:lpstr>
      <vt:lpstr>參考資料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EsonFred</dc:creator>
  <cp:lastModifiedBy>Yeh-Ching Chung</cp:lastModifiedBy>
  <cp:revision>364</cp:revision>
  <dcterms:created xsi:type="dcterms:W3CDTF">2013-11-27T11:01:47Z</dcterms:created>
  <dcterms:modified xsi:type="dcterms:W3CDTF">2014-04-10T21:11:01Z</dcterms:modified>
</cp:coreProperties>
</file>