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59" r:id="rId6"/>
    <p:sldId id="267" r:id="rId7"/>
    <p:sldId id="268" r:id="rId8"/>
    <p:sldId id="258" r:id="rId9"/>
    <p:sldId id="261" r:id="rId10"/>
    <p:sldId id="262" r:id="rId11"/>
    <p:sldId id="263" r:id="rId12"/>
    <p:sldId id="264" r:id="rId13"/>
    <p:sldId id="266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6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386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86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98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97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90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57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51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92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35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43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92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4E13-A8EB-4ADD-99F2-13DE09F8B79F}" type="datetimeFigureOut">
              <a:rPr lang="zh-TW" altLang="en-US" smtClean="0"/>
              <a:t>2012/11/19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86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/>
              <a:t>Recursion</a:t>
            </a:r>
            <a:endParaRPr lang="zh-TW" altLang="en-US" sz="6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80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Recursion(</a:t>
            </a:r>
            <a:r>
              <a:rPr lang="zh-TW" altLang="en-US" b="1" dirty="0" smtClean="0"/>
              <a:t>遞迴</a:t>
            </a:r>
            <a:r>
              <a:rPr lang="en-US" altLang="zh-TW" b="1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Recursion</a:t>
            </a:r>
            <a:r>
              <a:rPr lang="zh-TW" altLang="en-US" dirty="0" smtClean="0"/>
              <a:t>簡單的說就是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在執行的時候呼叫自己。</a:t>
            </a:r>
            <a:endParaRPr lang="en-US" altLang="zh-TW" dirty="0" smtClean="0"/>
          </a:p>
          <a:p>
            <a:r>
              <a:rPr lang="zh-TW" altLang="en-US" dirty="0"/>
              <a:t>程式中使用到迴</a:t>
            </a:r>
            <a:r>
              <a:rPr lang="zh-TW" altLang="en-US" dirty="0" smtClean="0"/>
              <a:t>圈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for,while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地方通常都可以改成用</a:t>
            </a:r>
            <a:r>
              <a:rPr lang="en-US" altLang="zh-TW" dirty="0"/>
              <a:t>recursion </a:t>
            </a:r>
            <a:r>
              <a:rPr lang="zh-TW" altLang="en-US" dirty="0"/>
              <a:t>方式來做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遞迴與迴圈一樣最重要的是終止條件。</a:t>
            </a:r>
            <a:endParaRPr lang="en-US" altLang="zh-TW" dirty="0" smtClean="0"/>
          </a:p>
          <a:p>
            <a:r>
              <a:rPr lang="en-US" altLang="zh-TW" dirty="0" smtClean="0"/>
              <a:t>Why use recursion?</a:t>
            </a:r>
          </a:p>
          <a:p>
            <a:pPr marL="0" indent="0">
              <a:buNone/>
            </a:pPr>
            <a:r>
              <a:rPr lang="zh-TW" altLang="en-US" dirty="0" smtClean="0"/>
              <a:t>     程式行數較少，方便撰寫。</a:t>
            </a:r>
            <a:endParaRPr lang="en-US" altLang="zh-TW" dirty="0" smtClean="0"/>
          </a:p>
          <a:p>
            <a:r>
              <a:rPr lang="zh-TW" altLang="en-US" dirty="0" smtClean="0"/>
              <a:t>迴圈好還是遞迴好</a:t>
            </a:r>
            <a:r>
              <a:rPr lang="en-US" altLang="zh-TW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5888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三種遞迴方式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直接遞迴</a:t>
            </a:r>
            <a:r>
              <a:rPr lang="en-US" altLang="zh-TW" dirty="0" smtClean="0"/>
              <a:t>(direct recursion)</a:t>
            </a:r>
            <a:br>
              <a:rPr lang="en-US" altLang="zh-TW" dirty="0" smtClean="0"/>
            </a:br>
            <a:r>
              <a:rPr lang="zh-TW" altLang="en-US" dirty="0" smtClean="0"/>
              <a:t>最基本的遞迴，在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的中間呼叫自己。</a:t>
            </a:r>
            <a:endParaRPr lang="en-US" altLang="zh-TW" dirty="0" smtClean="0"/>
          </a:p>
          <a:p>
            <a:r>
              <a:rPr lang="zh-TW" altLang="en-US" dirty="0" smtClean="0"/>
              <a:t>間接遞迴</a:t>
            </a:r>
            <a:r>
              <a:rPr lang="en-US" altLang="zh-TW" dirty="0" smtClean="0"/>
              <a:t>(indirect recursion)</a:t>
            </a:r>
            <a:br>
              <a:rPr lang="en-US" altLang="zh-TW" dirty="0" smtClean="0"/>
            </a:br>
            <a:r>
              <a:rPr lang="zh-TW" altLang="en-US" dirty="0" smtClean="0"/>
              <a:t>原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先呼叫另一個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，再從那個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呼叫原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尾端遞迴</a:t>
            </a:r>
            <a:r>
              <a:rPr lang="en-US" altLang="zh-TW" dirty="0" smtClean="0"/>
              <a:t>(tail recursion)</a:t>
            </a:r>
            <a:br>
              <a:rPr lang="en-US" altLang="zh-TW" dirty="0" smtClean="0"/>
            </a:br>
            <a:r>
              <a:rPr lang="zh-TW" altLang="en-US" dirty="0" smtClean="0"/>
              <a:t>在程式的最後呼叫自己</a:t>
            </a:r>
            <a:r>
              <a:rPr lang="zh-TW" altLang="en-US" dirty="0"/>
              <a:t>，</a:t>
            </a:r>
            <a:r>
              <a:rPr lang="zh-TW" altLang="en-US" dirty="0" smtClean="0"/>
              <a:t>沒什麼意義，不如用循序的方式寫。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403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失敗的遞迴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5266928" cy="4557713"/>
          </a:xfrm>
        </p:spPr>
        <p:txBody>
          <a:bodyPr/>
          <a:lstStyle/>
          <a:p>
            <a:r>
              <a:rPr lang="zh-TW" altLang="en-US" dirty="0" smtClean="0"/>
              <a:t>如果遞迴程式如同右邊一樣，不給予任何終止條件，此程式將會產生執行錯誤。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28800"/>
            <a:ext cx="2448272" cy="2340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遞迴範例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取</a:t>
            </a:r>
            <a:r>
              <a:rPr lang="en-US" altLang="zh-TW" dirty="0" smtClean="0"/>
              <a:t>N</a:t>
            </a:r>
            <a:r>
              <a:rPr lang="zh-TW" altLang="en-US" dirty="0" smtClean="0"/>
              <a:t>階乘</a:t>
            </a:r>
            <a:r>
              <a:rPr lang="zh-TW" altLang="en-US" dirty="0"/>
              <a:t>，左邊為遞迴寫法，右邊為迴圈寫法</a:t>
            </a: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420888"/>
            <a:ext cx="2552700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06" y="2924944"/>
            <a:ext cx="2578100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310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5322" y="0"/>
            <a:ext cx="8229600" cy="1143000"/>
          </a:xfrm>
        </p:spPr>
        <p:txBody>
          <a:bodyPr/>
          <a:lstStyle/>
          <a:p>
            <a:r>
              <a:rPr lang="zh-TW" altLang="en-US" dirty="0"/>
              <a:t>遞迴範例</a:t>
            </a:r>
            <a:r>
              <a:rPr lang="en-US" altLang="zh-TW" dirty="0" smtClean="0"/>
              <a:t>1(Cont.)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12525" y="980728"/>
            <a:ext cx="3972292" cy="4104172"/>
          </a:xfrm>
        </p:spPr>
        <p:txBody>
          <a:bodyPr>
            <a:normAutofit/>
          </a:bodyPr>
          <a:lstStyle/>
          <a:p>
            <a:r>
              <a:rPr lang="zh-TW" altLang="en-US" sz="2800" dirty="0" smtClean="0"/>
              <a:t>輸入輸出</a:t>
            </a:r>
            <a:r>
              <a:rPr lang="en-US" altLang="zh-TW" sz="2800" dirty="0" smtClean="0"/>
              <a:t>: </a:t>
            </a:r>
            <a:r>
              <a:rPr lang="zh-TW" altLang="en-US" sz="2800" dirty="0" smtClean="0"/>
              <a:t>出現錯誤</a:t>
            </a:r>
            <a:r>
              <a:rPr lang="en-US" altLang="zh-TW" sz="2800" dirty="0" smtClean="0"/>
              <a:t>!??</a:t>
            </a:r>
          </a:p>
          <a:p>
            <a:r>
              <a:rPr lang="zh-TW" altLang="en-US" sz="2800" dirty="0" smtClean="0"/>
              <a:t>在</a:t>
            </a:r>
            <a:r>
              <a:rPr lang="en-US" altLang="zh-TW" sz="2800" dirty="0" err="1" smtClean="0"/>
              <a:t>linux</a:t>
            </a:r>
            <a:r>
              <a:rPr lang="zh-TW" altLang="en-US" sz="2800" dirty="0" smtClean="0"/>
              <a:t>可能就會顯示下面訊息</a:t>
            </a:r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r>
              <a:rPr lang="zh-TW" altLang="en-US" sz="2800" dirty="0" smtClean="0"/>
              <a:t>也就是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”segmentation fault”</a:t>
            </a:r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190" y="839604"/>
            <a:ext cx="4872810" cy="3807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94" y="2588359"/>
            <a:ext cx="374808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639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</a:t>
            </a:r>
            <a:r>
              <a:rPr lang="en-US" altLang="zh-TW" dirty="0"/>
              <a:t>segmentation </a:t>
            </a:r>
            <a:r>
              <a:rPr lang="en-US" altLang="zh-TW" dirty="0" smtClean="0"/>
              <a:t>fault?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925144"/>
          </a:xfrm>
        </p:spPr>
        <p:txBody>
          <a:bodyPr>
            <a:normAutofit fontScale="77500" lnSpcReduction="20000"/>
          </a:bodyPr>
          <a:lstStyle/>
          <a:p>
            <a:pPr marL="285750" indent="-285750"/>
            <a:r>
              <a:rPr lang="zh-TW" altLang="en-US" dirty="0"/>
              <a:t>所謂</a:t>
            </a:r>
            <a:r>
              <a:rPr lang="en-US" altLang="zh-TW" dirty="0"/>
              <a:t>segmentation</a:t>
            </a:r>
            <a:r>
              <a:rPr lang="zh-TW" altLang="en-US" dirty="0"/>
              <a:t>是指二進位檔案內的區域，所有某種特定型別資訊被保存在裡面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285750" indent="-285750"/>
            <a:r>
              <a:rPr lang="zh-TW" altLang="en-US" dirty="0" smtClean="0"/>
              <a:t>當程式在執行時，會給予一塊記憶體位置給程式做暫存用。</a:t>
            </a:r>
            <a:endParaRPr lang="en-US" altLang="zh-TW" dirty="0"/>
          </a:p>
          <a:p>
            <a:pPr marL="285750" indent="-285750"/>
            <a:r>
              <a:rPr lang="zh-TW" altLang="en-US" dirty="0"/>
              <a:t>當你的</a:t>
            </a:r>
            <a:r>
              <a:rPr lang="en-US" altLang="zh-TW" dirty="0"/>
              <a:t>data</a:t>
            </a:r>
            <a:r>
              <a:rPr lang="zh-TW" altLang="en-US" dirty="0"/>
              <a:t>存取到不屬於他的區段時就會產生錯誤。</a:t>
            </a:r>
            <a:endParaRPr lang="en-US" altLang="zh-TW" dirty="0"/>
          </a:p>
          <a:p>
            <a:pPr marL="285750" indent="-285750"/>
            <a:r>
              <a:rPr lang="zh-TW" altLang="en-US" dirty="0" smtClean="0"/>
              <a:t>在上面範例中</a:t>
            </a:r>
            <a:r>
              <a:rPr lang="zh-TW" altLang="en-US" smtClean="0"/>
              <a:t>是因為輸入值過</a:t>
            </a:r>
            <a:r>
              <a:rPr lang="zh-TW" altLang="en-US" dirty="0"/>
              <a:t>大造成過多的遞迴次數，使得本身的記憶體區段不夠用，而存取到別的區段造成錯誤。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6156176" y="1841350"/>
            <a:ext cx="2016224" cy="4320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156176" y="3859311"/>
            <a:ext cx="2016224" cy="79208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DATA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6156176" y="2492896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156176" y="2924944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110039" y="4651399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156176" y="3859311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156176" y="5085184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156176" y="5517232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863962" y="5332566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0x0001600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886404" y="490051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0x00016FF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63962" y="450912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0x0001800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886404" y="36746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0x00019FF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863962" y="274027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0x0002000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886404" y="230823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0x00020FF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4431914" y="4693786"/>
            <a:ext cx="43204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4902644" y="3109610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75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07407E-6 L -0.00052 -0.03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375 L -3.33333E-6 -0.0585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5856 L -0.00052 -0.079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794 L -0.00052 -0.1215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2153 L -3.33333E-6 -0.2055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遞迴範例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err="1" smtClean="0"/>
              <a:t>fibonacci</a:t>
            </a:r>
            <a:r>
              <a:rPr lang="zh-TW" altLang="en-US" dirty="0" smtClean="0"/>
              <a:t>數列做範例，左邊為遞迴寫法，右邊為迴圈寫法</a:t>
            </a:r>
            <a:endParaRPr lang="zh-TW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4"/>
            <a:ext cx="3494087" cy="372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068960"/>
            <a:ext cx="27940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02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遞迴</a:t>
            </a:r>
            <a:r>
              <a:rPr lang="zh-TW" altLang="en-US" dirty="0" smtClean="0"/>
              <a:t>範例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402832" cy="4525963"/>
          </a:xfrm>
        </p:spPr>
        <p:txBody>
          <a:bodyPr/>
          <a:lstStyle/>
          <a:p>
            <a:r>
              <a:rPr lang="zh-TW" altLang="en-US" dirty="0" smtClean="0"/>
              <a:t>這個</a:t>
            </a:r>
            <a:r>
              <a:rPr lang="zh-TW" altLang="en-US" smtClean="0"/>
              <a:t>範例是將</a:t>
            </a:r>
            <a:r>
              <a:rPr lang="zh-TW" altLang="en-US" dirty="0" smtClean="0"/>
              <a:t>字串所有的排列組合</a:t>
            </a:r>
            <a:r>
              <a:rPr lang="zh-TW" altLang="en-US" dirty="0"/>
              <a:t>印</a:t>
            </a:r>
            <a:r>
              <a:rPr lang="zh-TW" altLang="en-US" dirty="0" smtClean="0"/>
              <a:t>出。</a:t>
            </a:r>
            <a:endParaRPr lang="en-US" altLang="zh-TW" dirty="0" smtClean="0"/>
          </a:p>
          <a:p>
            <a:r>
              <a:rPr lang="en-US" altLang="zh-TW" dirty="0" smtClean="0"/>
              <a:t>list[]=“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”,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=0,n=2</a:t>
            </a:r>
          </a:p>
          <a:p>
            <a:r>
              <a:rPr lang="zh-TW" altLang="en-US" dirty="0" smtClean="0"/>
              <a:t>輸出如下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16471"/>
            <a:ext cx="3836987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4017564"/>
            <a:ext cx="324802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995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555776" y="4869160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609279" y="6163024"/>
            <a:ext cx="1810593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1605806" y="6056996"/>
            <a:ext cx="1810593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經典範例</a:t>
            </a:r>
            <a:r>
              <a:rPr lang="en-US" altLang="zh-TW" dirty="0" smtClean="0"/>
              <a:t>-</a:t>
            </a:r>
            <a:r>
              <a:rPr lang="zh-TW" altLang="en-US" dirty="0" smtClean="0"/>
              <a:t>河內塔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08932"/>
          </a:xfrm>
        </p:spPr>
        <p:txBody>
          <a:bodyPr/>
          <a:lstStyle/>
          <a:p>
            <a:r>
              <a:rPr lang="zh-TW" altLang="en-US" dirty="0" smtClean="0"/>
              <a:t>有</a:t>
            </a:r>
            <a:r>
              <a:rPr lang="en-US" altLang="zh-TW" dirty="0" smtClean="0"/>
              <a:t>3</a:t>
            </a:r>
            <a:r>
              <a:rPr lang="zh-TW" altLang="en-US" dirty="0" smtClean="0"/>
              <a:t>根棍子，</a:t>
            </a:r>
            <a:r>
              <a:rPr lang="en-US" altLang="zh-TW" dirty="0" smtClean="0"/>
              <a:t>n</a:t>
            </a:r>
            <a:r>
              <a:rPr lang="zh-TW" altLang="en-US" dirty="0" smtClean="0"/>
              <a:t>個圓盤，每個圓盤大小都不一樣，一開始圓盤全部放在最左邊，從上到下為小到大，最終需將全部圓盤移動到最右邊，計算總共移動次數。</a:t>
            </a:r>
            <a:endParaRPr lang="en-US" altLang="zh-TW" dirty="0" smtClean="0"/>
          </a:p>
          <a:p>
            <a:r>
              <a:rPr lang="zh-TW" altLang="en-US" dirty="0" smtClean="0"/>
              <a:t>移動條件：一次移動一個，大圓盤不能在小圓盤上。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847553" y="5957871"/>
            <a:ext cx="1356295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844080" y="5851843"/>
            <a:ext cx="1356295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23728" y="5767276"/>
            <a:ext cx="864096" cy="182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123728" y="5661248"/>
            <a:ext cx="864096" cy="21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/>
          <p:nvPr/>
        </p:nvCxnSpPr>
        <p:spPr>
          <a:xfrm>
            <a:off x="4716016" y="4775962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732240" y="4798576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366842" y="64276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557158" y="642760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577390" y="6435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077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接點 10"/>
          <p:cNvCxnSpPr/>
          <p:nvPr/>
        </p:nvCxnSpPr>
        <p:spPr>
          <a:xfrm>
            <a:off x="4716016" y="2492896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732240" y="2515510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經典範例</a:t>
            </a:r>
            <a:r>
              <a:rPr lang="en-US" altLang="zh-TW" dirty="0"/>
              <a:t>-</a:t>
            </a:r>
            <a:r>
              <a:rPr lang="zh-TW" altLang="en-US" dirty="0"/>
              <a:t>河內</a:t>
            </a:r>
            <a:r>
              <a:rPr lang="zh-TW" altLang="en-US" dirty="0" smtClean="0"/>
              <a:t>塔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748680"/>
          </a:xfrm>
        </p:spPr>
        <p:txBody>
          <a:bodyPr/>
          <a:lstStyle/>
          <a:p>
            <a:r>
              <a:rPr lang="zh-TW" altLang="en-US" dirty="0" smtClean="0"/>
              <a:t>在這裡以三個圓盤做動畫範例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>
            <a:off x="2555776" y="2586094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609279" y="3879958"/>
            <a:ext cx="1810593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605806" y="3773930"/>
            <a:ext cx="1810593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847553" y="3674805"/>
            <a:ext cx="1356295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844080" y="3568777"/>
            <a:ext cx="1356295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23728" y="3484210"/>
            <a:ext cx="864096" cy="182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123728" y="3378182"/>
            <a:ext cx="864096" cy="21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366842" y="41490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557158" y="41490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577390" y="41568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7" name="內容版面配置區 2"/>
          <p:cNvSpPr txBox="1">
            <a:spLocks/>
          </p:cNvSpPr>
          <p:nvPr/>
        </p:nvSpPr>
        <p:spPr>
          <a:xfrm>
            <a:off x="395536" y="5128592"/>
            <a:ext cx="7931224" cy="748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共移動七次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30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4 -0.03727 0.00139 -0.05116 0.00469 -0.08125 C 0.00521 -0.1125 -0.0033 -0.1463 0.00625 -0.175 C 0.01007 -0.18658 0.02517 -0.17338 0.03438 -0.17084 C 0.05226 -0.16598 0.07083 -0.16412 0.08906 -0.1625 C 0.18194 -0.16366 0.23125 -0.16598 0.30938 -0.17084 C 0.33889 -0.17639 0.36128 -0.17986 0.39219 -0.18125 C 0.42778 -0.19074 0.40243 -0.18565 0.46875 -0.18334 C 0.47448 -0.17199 0.46927 -0.16204 0.46719 -0.15 C 0.46319 -0.12662 0.46215 -0.10255 0.45781 -0.07917 C 0.45712 -0.06736 0.45469 -0.05556 0.45469 -0.04375 C 0.45469 -0.00834 0.45781 0.01967 0.45781 0.05208 " pathEditMode="relative" ptsTypes="fffffffffff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4 -0.03727 0.00139 -0.05116 0.00469 -0.08125 C 0.00521 -0.1125 -0.0033 -0.1463 0.00625 -0.175 C 0.01007 -0.18658 0.02517 -0.17338 0.03438 -0.17084 C 0.05226 -0.16598 0.07083 -0.16412 0.08906 -0.1625 C 0.18194 -0.16366 0.23125 -0.16598 0.30938 -0.17084 C 0.33889 -0.17639 0.36128 -0.17986 0.39219 -0.18125 C 0.42778 -0.19074 0.40243 -0.18565 0.46875 -0.18334 C 0.47448 -0.17199 0.46927 -0.16204 0.46719 -0.15 C 0.46319 -0.12662 0.46215 -0.10255 0.45781 -0.07917 C 0.45712 -0.06736 0.45469 -0.05556 0.45469 -0.04375 C 0.45469 -0.00834 0.45781 0.01967 0.45781 0.05208 " pathEditMode="relative" ptsTypes="fffffffffff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99 -0.03704 0.01059 -0.07338 0.01406 -0.11042 C 0.01284 -0.14722 0.01111 -0.16019 0.00781 -0.19167 C 0.00833 -0.20069 0.0026 -0.21736 0.00937 -0.21875 C 0.05069 -0.22778 0.09409 -0.22083 0.13594 -0.21458 C 0.15989 -0.19329 0.23941 -0.20023 0.25 -0.2 C 0.24861 -0.16019 0.24982 -0.16759 0.24687 -0.14167 C 0.24514 -0.12593 0.246 -0.13194 0.24219 -0.11667 C 0.24166 -0.11458 0.24062 -0.11042 0.24062 -0.11042 C 0.24236 -0.08796 0.24531 -0.0662 0.24687 -0.04375 C 0.24635 -0.02569 0.24531 0.01042 0.24531 0.01042 " pathEditMode="relative" ptsTypes="ffffffffff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99 -0.03704 0.01059 -0.07338 0.01406 -0.11042 C 0.01284 -0.14722 0.01111 -0.16019 0.00781 -0.19167 C 0.00833 -0.20069 0.0026 -0.21736 0.00937 -0.21875 C 0.05069 -0.22778 0.09409 -0.22083 0.13594 -0.21458 C 0.15989 -0.19329 0.23941 -0.20023 0.25 -0.2 C 0.24861 -0.16019 0.24982 -0.16759 0.24687 -0.14167 C 0.24514 -0.12593 0.246 -0.13194 0.24219 -0.11667 C 0.24166 -0.11458 0.24062 -0.11042 0.24062 -0.11042 C 0.24236 -0.08796 0.24531 -0.0662 0.24687 -0.04375 C 0.24635 -0.02569 0.24531 0.01042 0.24531 0.01042 " pathEditMode="relative" ptsTypes="ffffffffff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82 0.04166 C 0.46355 -0.01991 0.4533 -0.08287 0.4625 -0.14375 C 0.46146 -0.16598 0.46181 -0.18843 0.45938 -0.21042 C 0.45903 -0.21389 0.44132 -0.21875 0.44063 -0.21875 C 0.42188 -0.21991 0.40313 -0.22014 0.38438 -0.22084 C 0.34653 -0.22593 0.3099 -0.22431 0.27188 -0.22292 C 0.2448 -0.21389 0.26997 -0.22361 0.25313 -0.21459 C 0.25 -0.21297 0.24375 -0.21042 0.24375 -0.21019 C 0.23577 -0.19445 0.23907 -0.20324 0.23907 -0.16667 C 0.23907 -0.11111 0.21268 0.03935 0.24219 3.7037E-6 " pathEditMode="relative" rAng="0" ptsTypes="fffffffff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338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82 0.03889 C 0.46355 -0.02268 0.4533 -0.08565 0.4625 -0.14653 C 0.46146 -0.16875 0.46181 -0.1912 0.45938 -0.21319 C 0.45903 -0.21666 0.44132 -0.22153 0.44063 -0.22153 C 0.42188 -0.22268 0.40313 -0.22291 0.38438 -0.22361 C 0.34653 -0.2287 0.3099 -0.22708 0.27188 -0.22569 C 0.2448 -0.21666 0.26997 -0.22639 0.25313 -0.21736 C 0.25 -0.21574 0.24375 -0.21319 0.24375 -0.21296 C 0.23577 -0.19722 0.23907 -0.20602 0.23907 -0.16944 C 0.23907 -0.11389 0.21268 0.03658 0.24219 -0.00278 " pathEditMode="relative" rAng="0" ptsTypes="fffffffff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1365 C 0.00347 -0.00926 0.00139 -0.00047 0.00469 -0.01343 C 0.00903 -0.05394 0.0066 -0.09653 0.0125 -0.13635 C 0.01302 -0.16065 0.01285 -0.18496 0.01406 -0.20926 C 0.01493 -0.22732 0.00729 -0.25348 0.01875 -0.26343 C 0.03403 -0.27685 0.05521 -0.26204 0.07344 -0.26135 C 0.14271 -0.24584 0.21667 -0.25 0.28594 -0.24885 C 0.30122 -0.24653 0.31406 -0.24398 0.32969 -0.2426 C 0.35538 -0.23403 0.31875 -0.2456 0.39063 -0.23843 C 0.3934 -0.2382 0.39566 -0.23496 0.39844 -0.23426 C 0.41233 -0.23102 0.42674 -0.23102 0.44063 -0.22801 C 0.45 -0.22871 0.45938 -0.22894 0.46875 -0.2301 C 0.47031 -0.23033 0.47205 -0.23357 0.47344 -0.23218 C 0.47517 -0.23056 0.47448 -0.22662 0.475 -0.22385 C 0.46927 -0.2007 0.47135 -0.17593 0.46563 -0.15301 C 0.46649 -0.10625 0.47031 -0.05996 0.47031 -0.01343 " pathEditMode="relative" rAng="0" ptsTypes="fffffffffffffff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50" y="-1453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0.01366 C 0.00348 -0.00926 0.00139 -0.00046 0.00469 -0.01342 C 0.00903 -0.05393 0.0066 -0.09653 0.0125 -0.13634 C 0.01302 -0.16065 0.01285 -0.18495 0.01407 -0.20926 C 0.01493 -0.22731 0.00729 -0.25347 0.01875 -0.26342 C 0.03403 -0.27685 0.05521 -0.26204 0.07344 -0.26134 C 0.14271 -0.24583 0.21667 -0.25 0.28594 -0.24884 C 0.30122 -0.24653 0.31407 -0.24398 0.32969 -0.24259 C 0.35538 -0.23403 0.31875 -0.2456 0.39063 -0.23842 C 0.39341 -0.23819 0.39566 -0.23495 0.39844 -0.23426 C 0.41233 -0.23102 0.42674 -0.23102 0.44063 -0.22801 C 0.45 -0.2287 0.45938 -0.22893 0.46875 -0.23009 C 0.47032 -0.23032 0.47205 -0.23356 0.47344 -0.23217 C 0.47518 -0.23055 0.47448 -0.22662 0.475 -0.22384 C 0.46927 -0.20069 0.47136 -0.17592 0.46563 -0.15301 C 0.4665 -0.10625 0.47032 -0.05995 0.47032 -0.01342 " pathEditMode="relative" rAng="0" ptsTypes="fffffffffffffff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50" y="-1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3.7037E-6 C 0.23577 -0.02107 0.23681 -0.0419 0.24063 -0.0625 C 0.23959 -0.1632 0.24254 -0.17084 0.23282 -0.23542 C 0.22188 -0.2257 0.23195 -0.23311 0.20782 -0.22917 C 0.18612 -0.22547 0.16285 -0.22477 0.14063 -0.22292 C 0.11146 -0.21644 0.14427 -0.22292 0.07657 -0.22292 C 0.05365 -0.22292 0.03073 -0.22153 0.00782 -0.22084 C 0.01372 -0.17431 0.00643 -0.12894 0.00157 -0.08334 C -0.00034 -0.06528 -0.00138 -0.04676 -0.00468 -0.02917 C -0.00555 -0.01667 -0.00781 -0.00417 -0.00781 0.00833 C -0.00781 0.0243 -0.00625 0.05625 -0.00625 0.05648 " pathEditMode="relative" rAng="0" ptsTypes="ffffffffff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01" y="-895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-1.85185E-6 C 0.23577 -0.02106 0.23681 -0.0419 0.24063 -0.0625 C 0.23959 -0.16319 0.24254 -0.17083 0.23282 -0.23541 C 0.22188 -0.22569 0.23195 -0.2331 0.20782 -0.22916 C 0.18612 -0.22546 0.16285 -0.22477 0.14063 -0.22291 C 0.11146 -0.21643 0.14427 -0.22291 0.07657 -0.22291 C 0.05365 -0.22291 0.03073 -0.22153 0.00782 -0.22083 C 0.01372 -0.1743 0.00643 -0.12893 0.00157 -0.08333 C -0.00034 -0.06528 -0.00138 -0.04676 -0.00468 -0.02916 C -0.00555 -0.01666 -0.00781 -0.00416 -0.00781 0.00834 C -0.00781 0.02431 -0.00625 0.05625 -0.00625 0.05648 " pathEditMode="relative" rAng="0" ptsTypes="ffffffffffA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01" y="-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93 4.07407E-6 C 0.24079 -0.05996 0.24357 -0.10625 0.24618 -0.1625 C 0.24739 -0.1875 0.24357 -0.21366 0.2493 -0.2375 C 0.25086 -0.24422 0.25972 -0.23889 0.26493 -0.23959 C 0.43107 -0.23774 0.39045 -0.24954 0.46336 -0.23334 C 0.4618 -0.23195 0.45972 -0.23125 0.45868 -0.22917 C 0.45746 -0.22686 0.45763 -0.22362 0.45711 -0.22084 C 0.45486 -0.21042 0.45243 -0.20024 0.45086 -0.18959 C 0.45138 -0.16737 0.45156 -0.14514 0.45243 -0.12292 C 0.45295 -0.10857 0.4585 -0.09653 0.4618 -0.08334 C 0.46684 -0.0632 0.46493 -0.03704 0.46493 -0.01667 " pathEditMode="relative" rAng="0" ptsTypes="ffffffffffA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7" y="-1247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93 -3.7037E-7 C 0.2408 -0.05995 0.24357 -0.10625 0.24618 -0.1625 C 0.24739 -0.1875 0.24357 -0.21366 0.2493 -0.2375 C 0.25087 -0.24421 0.25972 -0.23889 0.26493 -0.23958 C 0.43107 -0.23773 0.39045 -0.24954 0.46337 -0.23333 C 0.4618 -0.23194 0.45972 -0.23125 0.45868 -0.22917 C 0.45746 -0.22685 0.45764 -0.22361 0.45712 -0.22083 C 0.45486 -0.21042 0.45243 -0.20023 0.45087 -0.18958 C 0.45139 -0.16736 0.45156 -0.14514 0.45243 -0.12292 C 0.45295 -0.10856 0.45851 -0.09653 0.4618 -0.08333 C 0.46684 -0.06319 0.46493 -0.03704 0.46493 -0.01667 " pathEditMode="relative" rAng="0" ptsTypes="ffffffffff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7" y="-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3773 C -0.00607 -0.00834 -0.00503 -0.05371 -0.00885 -0.09977 C -0.00781 -0.14213 -0.02361 -0.1919 -0.00573 -0.22686 C -0.00468 -0.22871 0.10695 -0.22084 0.11459 -0.22061 C 0.15209 -0.20811 0.19862 -0.2132 0.2349 -0.21227 C 0.31129 -0.19954 0.39046 -0.20903 0.46771 -0.20602 C 0.46563 -0.19491 0.4658 -0.18357 0.46302 -0.17269 C 0.46355 -0.12269 0.46459 -0.02269 0.46459 -0.02246 " pathEditMode="relative" rAng="0" ptsTypes="fffffff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-1333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3773 C -0.00607 -0.00833 -0.00503 -0.0537 -0.00885 -0.09977 C -0.00781 -0.14213 -0.02361 -0.1919 -0.00573 -0.22685 C -0.00468 -0.2287 0.10695 -0.22083 0.11459 -0.2206 C 0.15209 -0.2081 0.19862 -0.21319 0.2349 -0.21227 C 0.31129 -0.19954 0.39046 -0.20903 0.46771 -0.20602 C 0.46563 -0.19491 0.4658 -0.18356 0.46302 -0.17268 C 0.46355 -0.12268 0.46459 -0.02268 0.46459 -0.02245 " pathEditMode="relative" rAng="0" ptsTypes="fffffff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-1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經典範例</a:t>
            </a:r>
            <a:r>
              <a:rPr lang="en-US" altLang="zh-TW" dirty="0"/>
              <a:t>-</a:t>
            </a:r>
            <a:r>
              <a:rPr lang="zh-TW" altLang="en-US" dirty="0"/>
              <a:t>河內塔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如何用遞迴</a:t>
            </a:r>
            <a:r>
              <a:rPr lang="en-US" altLang="zh-TW" dirty="0" smtClean="0"/>
              <a:t>?</a:t>
            </a:r>
          </a:p>
          <a:p>
            <a:r>
              <a:rPr lang="en-US" altLang="zh-TW" dirty="0" smtClean="0"/>
              <a:t>Step1:</a:t>
            </a:r>
            <a:r>
              <a:rPr lang="zh-TW" altLang="en-US" dirty="0" smtClean="0"/>
              <a:t>把較小兩個從</a:t>
            </a:r>
            <a:r>
              <a:rPr lang="en-US" altLang="zh-TW" dirty="0" smtClean="0"/>
              <a:t>A</a:t>
            </a:r>
            <a:r>
              <a:rPr lang="zh-TW" altLang="en-US" dirty="0" smtClean="0"/>
              <a:t>移動到</a:t>
            </a:r>
            <a:r>
              <a:rPr lang="en-US" altLang="zh-TW" dirty="0" smtClean="0"/>
              <a:t>B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Step2:</a:t>
            </a:r>
            <a:r>
              <a:rPr lang="zh-TW" altLang="en-US" dirty="0" smtClean="0"/>
              <a:t>把最大的從</a:t>
            </a:r>
            <a:r>
              <a:rPr lang="en-US" altLang="zh-TW" dirty="0" smtClean="0"/>
              <a:t>A</a:t>
            </a:r>
            <a:r>
              <a:rPr lang="zh-TW" altLang="en-US" dirty="0" smtClean="0"/>
              <a:t>移動到</a:t>
            </a:r>
            <a:r>
              <a:rPr lang="en-US" altLang="zh-TW" dirty="0" smtClean="0"/>
              <a:t>C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Step3:</a:t>
            </a:r>
            <a:r>
              <a:rPr lang="zh-TW" altLang="en-US" dirty="0" smtClean="0"/>
              <a:t>把較小兩個從</a:t>
            </a:r>
            <a:r>
              <a:rPr lang="en-US" altLang="zh-TW" dirty="0" smtClean="0"/>
              <a:t>B</a:t>
            </a:r>
            <a:r>
              <a:rPr lang="zh-TW" altLang="en-US" dirty="0" smtClean="0"/>
              <a:t>移動到</a:t>
            </a:r>
            <a:r>
              <a:rPr lang="en-US" altLang="zh-TW" dirty="0" smtClean="0"/>
              <a:t>C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49819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經典範例</a:t>
            </a:r>
            <a:r>
              <a:rPr lang="en-US" altLang="zh-TW" dirty="0"/>
              <a:t>-</a:t>
            </a:r>
            <a:r>
              <a:rPr lang="zh-TW" altLang="en-US" dirty="0"/>
              <a:t>河內塔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558240" cy="4525963"/>
          </a:xfrm>
        </p:spPr>
        <p:txBody>
          <a:bodyPr/>
          <a:lstStyle/>
          <a:p>
            <a:r>
              <a:rPr lang="zh-TW" altLang="en-US" dirty="0" smtClean="0"/>
              <a:t>範例程式將移動次數紀錄下來。</a:t>
            </a:r>
            <a:endParaRPr lang="en-US" altLang="zh-TW" dirty="0" smtClean="0"/>
          </a:p>
          <a:p>
            <a:r>
              <a:rPr lang="en-US" altLang="zh-TW" dirty="0"/>
              <a:t>Step1:</a:t>
            </a:r>
            <a:r>
              <a:rPr lang="zh-TW" altLang="en-US" dirty="0"/>
              <a:t>把較</a:t>
            </a:r>
            <a:r>
              <a:rPr lang="zh-TW" altLang="en-US" dirty="0" smtClean="0"/>
              <a:t>小</a:t>
            </a:r>
            <a:r>
              <a:rPr lang="en-US" altLang="zh-TW" dirty="0" smtClean="0"/>
              <a:t>n-1</a:t>
            </a:r>
            <a:r>
              <a:rPr lang="zh-TW" altLang="en-US" dirty="0" smtClean="0"/>
              <a:t>個</a:t>
            </a:r>
            <a:r>
              <a:rPr lang="zh-TW" altLang="en-US" dirty="0"/>
              <a:t>從</a:t>
            </a:r>
            <a:r>
              <a:rPr lang="en-US" altLang="zh-TW" dirty="0"/>
              <a:t>A</a:t>
            </a:r>
            <a:r>
              <a:rPr lang="zh-TW" altLang="en-US" dirty="0"/>
              <a:t>移動到</a:t>
            </a:r>
            <a:r>
              <a:rPr lang="en-US" altLang="zh-TW" dirty="0"/>
              <a:t>B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Step2:</a:t>
            </a:r>
            <a:r>
              <a:rPr lang="zh-TW" altLang="en-US" dirty="0"/>
              <a:t>把最大的從</a:t>
            </a:r>
            <a:r>
              <a:rPr lang="en-US" altLang="zh-TW" dirty="0"/>
              <a:t>A</a:t>
            </a:r>
            <a:r>
              <a:rPr lang="zh-TW" altLang="en-US" dirty="0"/>
              <a:t>移動到</a:t>
            </a:r>
            <a:r>
              <a:rPr lang="en-US" altLang="zh-TW" dirty="0"/>
              <a:t>C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Step3:</a:t>
            </a:r>
            <a:r>
              <a:rPr lang="zh-TW" altLang="en-US" dirty="0"/>
              <a:t>把較</a:t>
            </a:r>
            <a:r>
              <a:rPr lang="zh-TW" altLang="en-US" dirty="0" smtClean="0"/>
              <a:t>小</a:t>
            </a:r>
            <a:r>
              <a:rPr lang="en-US" altLang="zh-TW" dirty="0" smtClean="0"/>
              <a:t>n-1</a:t>
            </a:r>
            <a:r>
              <a:rPr lang="zh-TW" altLang="en-US" dirty="0" smtClean="0"/>
              <a:t>個</a:t>
            </a:r>
            <a:r>
              <a:rPr lang="zh-TW" altLang="en-US" dirty="0"/>
              <a:t>從</a:t>
            </a:r>
            <a:r>
              <a:rPr lang="en-US" altLang="zh-TW" dirty="0"/>
              <a:t>B</a:t>
            </a:r>
            <a:r>
              <a:rPr lang="zh-TW" altLang="en-US" dirty="0"/>
              <a:t>移動到</a:t>
            </a:r>
            <a:r>
              <a:rPr lang="en-US" altLang="zh-TW" dirty="0"/>
              <a:t>C</a:t>
            </a:r>
            <a:r>
              <a:rPr lang="zh-TW" altLang="en-US" dirty="0"/>
              <a:t>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08795"/>
            <a:ext cx="4326759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單箭頭接點 5"/>
          <p:cNvCxnSpPr/>
          <p:nvPr/>
        </p:nvCxnSpPr>
        <p:spPr>
          <a:xfrm>
            <a:off x="4716016" y="4005064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4716016" y="4221088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716016" y="4437112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015440" y="3820398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01805" y="4036422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01805" y="4252446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975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485</Words>
  <Application>Microsoft Office PowerPoint</Application>
  <PresentationFormat>如螢幕大小 (4:3)</PresentationFormat>
  <Paragraphs>66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Recursion</vt:lpstr>
      <vt:lpstr>Recursion(遞迴)</vt:lpstr>
      <vt:lpstr>三種遞迴方式</vt:lpstr>
      <vt:lpstr>失敗的遞迴</vt:lpstr>
      <vt:lpstr>遞迴範例1</vt:lpstr>
      <vt:lpstr>遞迴範例1(Cont.)</vt:lpstr>
      <vt:lpstr>Why segmentation fault?</vt:lpstr>
      <vt:lpstr>遞迴範例2</vt:lpstr>
      <vt:lpstr>遞迴範例3</vt:lpstr>
      <vt:lpstr>經典範例-河內塔</vt:lpstr>
      <vt:lpstr>經典範例-河內塔(Cont.)</vt:lpstr>
      <vt:lpstr>經典範例-河內塔(Cont.)</vt:lpstr>
      <vt:lpstr>經典範例-河內塔(Cont.)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creator>Tubou</dc:creator>
  <cp:lastModifiedBy>Yeh-Ching Chung</cp:lastModifiedBy>
  <cp:revision>55</cp:revision>
  <dcterms:created xsi:type="dcterms:W3CDTF">2012-11-12T08:47:05Z</dcterms:created>
  <dcterms:modified xsi:type="dcterms:W3CDTF">2012-11-19T05:14:38Z</dcterms:modified>
</cp:coreProperties>
</file>