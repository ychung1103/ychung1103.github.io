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 id="2147483654" r:id="rId3"/>
    <p:sldMasterId id="2147483655" r:id="rId4"/>
    <p:sldMasterId id="2147483656" r:id="rId5"/>
    <p:sldMasterId id="2147483657" r:id="rId6"/>
    <p:sldMasterId id="2147483658" r:id="rId7"/>
    <p:sldMasterId id="2147483660" r:id="rId8"/>
    <p:sldMasterId id="2147483661" r:id="rId9"/>
    <p:sldMasterId id="2147483816" r:id="rId10"/>
  </p:sldMasterIdLst>
  <p:notesMasterIdLst>
    <p:notesMasterId r:id="rId99"/>
  </p:notesMasterIdLst>
  <p:sldIdLst>
    <p:sldId id="256" r:id="rId11"/>
    <p:sldId id="357" r:id="rId12"/>
    <p:sldId id="361" r:id="rId13"/>
    <p:sldId id="364" r:id="rId14"/>
    <p:sldId id="365" r:id="rId15"/>
    <p:sldId id="358" r:id="rId16"/>
    <p:sldId id="363" r:id="rId17"/>
    <p:sldId id="362" r:id="rId18"/>
    <p:sldId id="366" r:id="rId19"/>
    <p:sldId id="367" r:id="rId20"/>
    <p:sldId id="359" r:id="rId21"/>
    <p:sldId id="368" r:id="rId22"/>
    <p:sldId id="360" r:id="rId23"/>
    <p:sldId id="369" r:id="rId24"/>
    <p:sldId id="371" r:id="rId25"/>
    <p:sldId id="370" r:id="rId26"/>
    <p:sldId id="372" r:id="rId27"/>
    <p:sldId id="374" r:id="rId28"/>
    <p:sldId id="373" r:id="rId29"/>
    <p:sldId id="375" r:id="rId30"/>
    <p:sldId id="377" r:id="rId31"/>
    <p:sldId id="378" r:id="rId32"/>
    <p:sldId id="419" r:id="rId33"/>
    <p:sldId id="379" r:id="rId34"/>
    <p:sldId id="382" r:id="rId35"/>
    <p:sldId id="383" r:id="rId36"/>
    <p:sldId id="384" r:id="rId37"/>
    <p:sldId id="385" r:id="rId38"/>
    <p:sldId id="386" r:id="rId39"/>
    <p:sldId id="387" r:id="rId40"/>
    <p:sldId id="388" r:id="rId41"/>
    <p:sldId id="389" r:id="rId42"/>
    <p:sldId id="390" r:id="rId43"/>
    <p:sldId id="391" r:id="rId44"/>
    <p:sldId id="392" r:id="rId45"/>
    <p:sldId id="393" r:id="rId46"/>
    <p:sldId id="394" r:id="rId47"/>
    <p:sldId id="395" r:id="rId48"/>
    <p:sldId id="396" r:id="rId49"/>
    <p:sldId id="397" r:id="rId50"/>
    <p:sldId id="398" r:id="rId51"/>
    <p:sldId id="399" r:id="rId52"/>
    <p:sldId id="400" r:id="rId53"/>
    <p:sldId id="418" r:id="rId54"/>
    <p:sldId id="420" r:id="rId55"/>
    <p:sldId id="421" r:id="rId56"/>
    <p:sldId id="422" r:id="rId57"/>
    <p:sldId id="423" r:id="rId58"/>
    <p:sldId id="424" r:id="rId59"/>
    <p:sldId id="425" r:id="rId60"/>
    <p:sldId id="426" r:id="rId61"/>
    <p:sldId id="427" r:id="rId62"/>
    <p:sldId id="428" r:id="rId63"/>
    <p:sldId id="429" r:id="rId64"/>
    <p:sldId id="430" r:id="rId65"/>
    <p:sldId id="431" r:id="rId66"/>
    <p:sldId id="432" r:id="rId67"/>
    <p:sldId id="433" r:id="rId68"/>
    <p:sldId id="434" r:id="rId69"/>
    <p:sldId id="435" r:id="rId70"/>
    <p:sldId id="436" r:id="rId71"/>
    <p:sldId id="437" r:id="rId72"/>
    <p:sldId id="438" r:id="rId73"/>
    <p:sldId id="439" r:id="rId74"/>
    <p:sldId id="440" r:id="rId75"/>
    <p:sldId id="441" r:id="rId76"/>
    <p:sldId id="442" r:id="rId77"/>
    <p:sldId id="443" r:id="rId78"/>
    <p:sldId id="444" r:id="rId79"/>
    <p:sldId id="445" r:id="rId80"/>
    <p:sldId id="446" r:id="rId81"/>
    <p:sldId id="447" r:id="rId82"/>
    <p:sldId id="448" r:id="rId83"/>
    <p:sldId id="449" r:id="rId84"/>
    <p:sldId id="450" r:id="rId85"/>
    <p:sldId id="451" r:id="rId86"/>
    <p:sldId id="452" r:id="rId87"/>
    <p:sldId id="453" r:id="rId88"/>
    <p:sldId id="454" r:id="rId89"/>
    <p:sldId id="455" r:id="rId90"/>
    <p:sldId id="456" r:id="rId91"/>
    <p:sldId id="457" r:id="rId92"/>
    <p:sldId id="458" r:id="rId93"/>
    <p:sldId id="459" r:id="rId94"/>
    <p:sldId id="460" r:id="rId95"/>
    <p:sldId id="461" r:id="rId96"/>
    <p:sldId id="462" r:id="rId97"/>
    <p:sldId id="463" r:id="rId98"/>
  </p:sldIdLst>
  <p:sldSz cx="13004800" cy="9753600"/>
  <p:notesSz cx="6858000" cy="9144000"/>
  <p:defaultTextStyle>
    <a:defPPr>
      <a:defRPr lang="en-US"/>
    </a:defPPr>
    <a:lvl1pPr algn="ctr" rtl="0" fontAlgn="base">
      <a:spcBef>
        <a:spcPct val="0"/>
      </a:spcBef>
      <a:spcAft>
        <a:spcPct val="0"/>
      </a:spcAft>
      <a:defRPr sz="4300" kern="1200">
        <a:solidFill>
          <a:srgbClr val="000000"/>
        </a:solidFill>
        <a:latin typeface="Gill Sans" charset="0"/>
        <a:ea typeface="Heiti TC Light" charset="0"/>
        <a:cs typeface="Heiti TC Light" charset="0"/>
        <a:sym typeface="Gill Sans" charset="0"/>
      </a:defRPr>
    </a:lvl1pPr>
    <a:lvl2pPr marL="457129" algn="ctr" rtl="0" fontAlgn="base">
      <a:spcBef>
        <a:spcPct val="0"/>
      </a:spcBef>
      <a:spcAft>
        <a:spcPct val="0"/>
      </a:spcAft>
      <a:defRPr sz="4300" kern="1200">
        <a:solidFill>
          <a:srgbClr val="000000"/>
        </a:solidFill>
        <a:latin typeface="Gill Sans" charset="0"/>
        <a:ea typeface="Heiti TC Light" charset="0"/>
        <a:cs typeface="Heiti TC Light" charset="0"/>
        <a:sym typeface="Gill Sans" charset="0"/>
      </a:defRPr>
    </a:lvl2pPr>
    <a:lvl3pPr marL="914260" algn="ctr" rtl="0" fontAlgn="base">
      <a:spcBef>
        <a:spcPct val="0"/>
      </a:spcBef>
      <a:spcAft>
        <a:spcPct val="0"/>
      </a:spcAft>
      <a:defRPr sz="4300" kern="1200">
        <a:solidFill>
          <a:srgbClr val="000000"/>
        </a:solidFill>
        <a:latin typeface="Gill Sans" charset="0"/>
        <a:ea typeface="Heiti TC Light" charset="0"/>
        <a:cs typeface="Heiti TC Light" charset="0"/>
        <a:sym typeface="Gill Sans" charset="0"/>
      </a:defRPr>
    </a:lvl3pPr>
    <a:lvl4pPr marL="1371390" algn="ctr" rtl="0" fontAlgn="base">
      <a:spcBef>
        <a:spcPct val="0"/>
      </a:spcBef>
      <a:spcAft>
        <a:spcPct val="0"/>
      </a:spcAft>
      <a:defRPr sz="4300" kern="1200">
        <a:solidFill>
          <a:srgbClr val="000000"/>
        </a:solidFill>
        <a:latin typeface="Gill Sans" charset="0"/>
        <a:ea typeface="Heiti TC Light" charset="0"/>
        <a:cs typeface="Heiti TC Light" charset="0"/>
        <a:sym typeface="Gill Sans" charset="0"/>
      </a:defRPr>
    </a:lvl4pPr>
    <a:lvl5pPr marL="1828518" algn="ctr" rtl="0" fontAlgn="base">
      <a:spcBef>
        <a:spcPct val="0"/>
      </a:spcBef>
      <a:spcAft>
        <a:spcPct val="0"/>
      </a:spcAft>
      <a:defRPr sz="4300" kern="1200">
        <a:solidFill>
          <a:srgbClr val="000000"/>
        </a:solidFill>
        <a:latin typeface="Gill Sans" charset="0"/>
        <a:ea typeface="Heiti TC Light" charset="0"/>
        <a:cs typeface="Heiti TC Light" charset="0"/>
        <a:sym typeface="Gill Sans" charset="0"/>
      </a:defRPr>
    </a:lvl5pPr>
    <a:lvl6pPr marL="2285650" algn="l" defTabSz="457129" rtl="0" eaLnBrk="1" latinLnBrk="0" hangingPunct="1">
      <a:defRPr sz="4300" kern="1200">
        <a:solidFill>
          <a:srgbClr val="000000"/>
        </a:solidFill>
        <a:latin typeface="Gill Sans" charset="0"/>
        <a:ea typeface="Heiti TC Light" charset="0"/>
        <a:cs typeface="Heiti TC Light" charset="0"/>
        <a:sym typeface="Gill Sans" charset="0"/>
      </a:defRPr>
    </a:lvl6pPr>
    <a:lvl7pPr marL="2742778" algn="l" defTabSz="457129" rtl="0" eaLnBrk="1" latinLnBrk="0" hangingPunct="1">
      <a:defRPr sz="4300" kern="1200">
        <a:solidFill>
          <a:srgbClr val="000000"/>
        </a:solidFill>
        <a:latin typeface="Gill Sans" charset="0"/>
        <a:ea typeface="Heiti TC Light" charset="0"/>
        <a:cs typeface="Heiti TC Light" charset="0"/>
        <a:sym typeface="Gill Sans" charset="0"/>
      </a:defRPr>
    </a:lvl7pPr>
    <a:lvl8pPr marL="3199909" algn="l" defTabSz="457129" rtl="0" eaLnBrk="1" latinLnBrk="0" hangingPunct="1">
      <a:defRPr sz="4300" kern="1200">
        <a:solidFill>
          <a:srgbClr val="000000"/>
        </a:solidFill>
        <a:latin typeface="Gill Sans" charset="0"/>
        <a:ea typeface="Heiti TC Light" charset="0"/>
        <a:cs typeface="Heiti TC Light" charset="0"/>
        <a:sym typeface="Gill Sans" charset="0"/>
      </a:defRPr>
    </a:lvl8pPr>
    <a:lvl9pPr marL="3657039" algn="l" defTabSz="457129" rtl="0" eaLnBrk="1" latinLnBrk="0" hangingPunct="1">
      <a:defRPr sz="4300" kern="1200">
        <a:solidFill>
          <a:srgbClr val="000000"/>
        </a:solidFill>
        <a:latin typeface="Gill Sans" charset="0"/>
        <a:ea typeface="Heiti TC Light" charset="0"/>
        <a:cs typeface="Heiti TC Light" charset="0"/>
        <a:sym typeface="Gill Sans" charset="0"/>
      </a:defRPr>
    </a:lvl9pPr>
  </p:defaultTextStyle>
  <p:extLst>
    <p:ext uri="{EFAFB233-063F-42B5-8137-9DF3F51BA10A}">
      <p15:sldGuideLst xmlns:p15="http://schemas.microsoft.com/office/powerpoint/2012/main" xmlns="">
        <p15:guide id="1" orient="horz" pos="3072">
          <p15:clr>
            <a:srgbClr val="A4A3A4"/>
          </p15:clr>
        </p15:guide>
        <p15:guide id="2" pos="409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0" d="100"/>
          <a:sy n="100" d="100"/>
        </p:scale>
        <p:origin x="-2256" y="-112"/>
      </p:cViewPr>
      <p:guideLst>
        <p:guide orient="horz" pos="3072"/>
        <p:guide pos="409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01" Type="http://schemas.openxmlformats.org/officeDocument/2006/relationships/presProps" Target="presProps.xml"/><Relationship Id="rId102" Type="http://schemas.openxmlformats.org/officeDocument/2006/relationships/viewProps" Target="viewProps.xml"/><Relationship Id="rId103" Type="http://schemas.openxmlformats.org/officeDocument/2006/relationships/theme" Target="theme/theme1.xml"/><Relationship Id="rId104"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 Id="rId10" Type="http://schemas.openxmlformats.org/officeDocument/2006/relationships/slideMaster" Target="slideMasters/slideMaster10.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notesMaster" Target="notesMasters/notesMaster1.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100" Type="http://schemas.openxmlformats.org/officeDocument/2006/relationships/printerSettings" Target="printerSettings/printerSettings1.bin"/><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9DFF76-C319-4385-A54E-5E0F4881303A}" type="datetimeFigureOut">
              <a:rPr lang="zh-TW" altLang="en-US" smtClean="0"/>
              <a:pPr/>
              <a:t>13/9/4</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EBD5C0-69C6-400D-A6BA-85BF1E3850C0}" type="slidenum">
              <a:rPr lang="zh-TW" altLang="en-US" smtClean="0"/>
              <a:pPr/>
              <a:t>‹#›</a:t>
            </a:fld>
            <a:endParaRPr lang="zh-TW" altLang="en-US"/>
          </a:p>
        </p:txBody>
      </p:sp>
    </p:spTree>
    <p:extLst>
      <p:ext uri="{BB962C8B-B14F-4D97-AF65-F5344CB8AC3E}">
        <p14:creationId xmlns:p14="http://schemas.microsoft.com/office/powerpoint/2010/main" val="252179283"/>
      </p:ext>
    </p:extLst>
  </p:cSld>
  <p:clrMap bg1="lt1" tx1="dk1" bg2="lt2" tx2="dk2" accent1="accent1" accent2="accent2" accent3="accent3" accent4="accent4" accent5="accent5" accent6="accent6" hlink="hlink" folHlink="folHlink"/>
  <p:notesStyle>
    <a:lvl1pPr marL="0" algn="l" defTabSz="914260" rtl="0" eaLnBrk="1" latinLnBrk="0" hangingPunct="1">
      <a:defRPr sz="1100" kern="1200">
        <a:solidFill>
          <a:schemeClr val="tx1"/>
        </a:solidFill>
        <a:latin typeface="+mn-lt"/>
        <a:ea typeface="+mn-ea"/>
        <a:cs typeface="+mn-cs"/>
      </a:defRPr>
    </a:lvl1pPr>
    <a:lvl2pPr marL="457129" algn="l" defTabSz="914260" rtl="0" eaLnBrk="1" latinLnBrk="0" hangingPunct="1">
      <a:defRPr sz="1100" kern="1200">
        <a:solidFill>
          <a:schemeClr val="tx1"/>
        </a:solidFill>
        <a:latin typeface="+mn-lt"/>
        <a:ea typeface="+mn-ea"/>
        <a:cs typeface="+mn-cs"/>
      </a:defRPr>
    </a:lvl2pPr>
    <a:lvl3pPr marL="914260" algn="l" defTabSz="914260" rtl="0" eaLnBrk="1" latinLnBrk="0" hangingPunct="1">
      <a:defRPr sz="1100" kern="1200">
        <a:solidFill>
          <a:schemeClr val="tx1"/>
        </a:solidFill>
        <a:latin typeface="+mn-lt"/>
        <a:ea typeface="+mn-ea"/>
        <a:cs typeface="+mn-cs"/>
      </a:defRPr>
    </a:lvl3pPr>
    <a:lvl4pPr marL="1371390" algn="l" defTabSz="914260" rtl="0" eaLnBrk="1" latinLnBrk="0" hangingPunct="1">
      <a:defRPr sz="1100" kern="1200">
        <a:solidFill>
          <a:schemeClr val="tx1"/>
        </a:solidFill>
        <a:latin typeface="+mn-lt"/>
        <a:ea typeface="+mn-ea"/>
        <a:cs typeface="+mn-cs"/>
      </a:defRPr>
    </a:lvl4pPr>
    <a:lvl5pPr marL="1828518" algn="l" defTabSz="914260" rtl="0" eaLnBrk="1" latinLnBrk="0" hangingPunct="1">
      <a:defRPr sz="1100" kern="1200">
        <a:solidFill>
          <a:schemeClr val="tx1"/>
        </a:solidFill>
        <a:latin typeface="+mn-lt"/>
        <a:ea typeface="+mn-ea"/>
        <a:cs typeface="+mn-cs"/>
      </a:defRPr>
    </a:lvl5pPr>
    <a:lvl6pPr marL="2285650" algn="l" defTabSz="914260" rtl="0" eaLnBrk="1" latinLnBrk="0" hangingPunct="1">
      <a:defRPr sz="1100" kern="1200">
        <a:solidFill>
          <a:schemeClr val="tx1"/>
        </a:solidFill>
        <a:latin typeface="+mn-lt"/>
        <a:ea typeface="+mn-ea"/>
        <a:cs typeface="+mn-cs"/>
      </a:defRPr>
    </a:lvl6pPr>
    <a:lvl7pPr marL="2742778" algn="l" defTabSz="914260" rtl="0" eaLnBrk="1" latinLnBrk="0" hangingPunct="1">
      <a:defRPr sz="1100" kern="1200">
        <a:solidFill>
          <a:schemeClr val="tx1"/>
        </a:solidFill>
        <a:latin typeface="+mn-lt"/>
        <a:ea typeface="+mn-ea"/>
        <a:cs typeface="+mn-cs"/>
      </a:defRPr>
    </a:lvl7pPr>
    <a:lvl8pPr marL="3199909" algn="l" defTabSz="914260" rtl="0" eaLnBrk="1" latinLnBrk="0" hangingPunct="1">
      <a:defRPr sz="1100" kern="1200">
        <a:solidFill>
          <a:schemeClr val="tx1"/>
        </a:solidFill>
        <a:latin typeface="+mn-lt"/>
        <a:ea typeface="+mn-ea"/>
        <a:cs typeface="+mn-cs"/>
      </a:defRPr>
    </a:lvl8pPr>
    <a:lvl9pPr marL="3657039" algn="l" defTabSz="914260" rtl="0" eaLnBrk="1" latinLnBrk="0" hangingPunct="1">
      <a:defRPr sz="1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148F4057-3A75-44A9-8890-9C783FBDA789}" type="slidenum">
              <a:rPr lang="zh-TW" altLang="en-US" smtClean="0"/>
              <a:t>25</a:t>
            </a:fld>
            <a:endParaRPr lang="zh-TW" altLang="en-US"/>
          </a:p>
        </p:txBody>
      </p:sp>
    </p:spTree>
    <p:extLst>
      <p:ext uri="{BB962C8B-B14F-4D97-AF65-F5344CB8AC3E}">
        <p14:creationId xmlns:p14="http://schemas.microsoft.com/office/powerpoint/2010/main" val="421370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148F4057-3A75-44A9-8890-9C783FBDA789}" type="slidenum">
              <a:rPr lang="zh-TW" altLang="en-US" smtClean="0"/>
              <a:t>44</a:t>
            </a:fld>
            <a:endParaRPr lang="zh-TW" altLang="en-US"/>
          </a:p>
        </p:txBody>
      </p:sp>
    </p:spTree>
    <p:extLst>
      <p:ext uri="{BB962C8B-B14F-4D97-AF65-F5344CB8AC3E}">
        <p14:creationId xmlns:p14="http://schemas.microsoft.com/office/powerpoint/2010/main" val="1762033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74726" y="3030540"/>
            <a:ext cx="11055350" cy="2090736"/>
          </a:xfrm>
        </p:spPr>
        <p:txBody>
          <a:bodyPr/>
          <a:lstStyle/>
          <a:p>
            <a:r>
              <a:rPr lang="zh-TW" altLang="en-US" smtClean="0"/>
              <a:t>按一下以編輯母片標題樣式</a:t>
            </a:r>
            <a:endParaRPr lang="zh-TW" altLang="en-US"/>
          </a:p>
        </p:txBody>
      </p:sp>
      <p:sp>
        <p:nvSpPr>
          <p:cNvPr id="3" name="子標題 2"/>
          <p:cNvSpPr>
            <a:spLocks noGrp="1"/>
          </p:cNvSpPr>
          <p:nvPr>
            <p:ph type="subTitle" idx="1"/>
          </p:nvPr>
        </p:nvSpPr>
        <p:spPr>
          <a:xfrm>
            <a:off x="1951038" y="5527679"/>
            <a:ext cx="9102726" cy="2492375"/>
          </a:xfrm>
        </p:spPr>
        <p:txBody>
          <a:bodyPr/>
          <a:lstStyle>
            <a:lvl1pPr marL="0" indent="0" algn="ctr">
              <a:buNone/>
              <a:defRPr/>
            </a:lvl1pPr>
            <a:lvl2pPr marL="457129" indent="0" algn="ctr">
              <a:buNone/>
              <a:defRPr/>
            </a:lvl2pPr>
            <a:lvl3pPr marL="914260" indent="0" algn="ctr">
              <a:buNone/>
              <a:defRPr/>
            </a:lvl3pPr>
            <a:lvl4pPr marL="1371390" indent="0" algn="ctr">
              <a:buNone/>
              <a:defRPr/>
            </a:lvl4pPr>
            <a:lvl5pPr marL="1828518" indent="0" algn="ctr">
              <a:buNone/>
              <a:defRPr/>
            </a:lvl5pPr>
            <a:lvl6pPr marL="2285650" indent="0" algn="ctr">
              <a:buNone/>
              <a:defRPr/>
            </a:lvl6pPr>
            <a:lvl7pPr marL="2742778" indent="0" algn="ctr">
              <a:buNone/>
              <a:defRPr/>
            </a:lvl7pPr>
            <a:lvl8pPr marL="3199909" indent="0" algn="ctr">
              <a:buNone/>
              <a:defRPr/>
            </a:lvl8pPr>
            <a:lvl9pPr marL="3657039" indent="0" algn="ctr">
              <a:buNone/>
              <a:defRPr/>
            </a:lvl9pPr>
          </a:lstStyle>
          <a:p>
            <a:r>
              <a:rPr lang="zh-TW" altLang="en-US" smtClean="0"/>
              <a:t> 按一下以編輯母片子標題樣式</a:t>
            </a:r>
            <a:endParaRPr lang="zh-TW" altLang="en-US"/>
          </a:p>
        </p:txBody>
      </p:sp>
    </p:spTree>
    <p:extLst>
      <p:ext uri="{BB962C8B-B14F-4D97-AF65-F5344CB8AC3E}">
        <p14:creationId xmlns:p14="http://schemas.microsoft.com/office/powerpoint/2010/main" val="3628580073"/>
      </p:ext>
    </p:extLst>
  </p:cSld>
  <p:clrMapOvr>
    <a:masterClrMapping/>
  </p:clrMapOvr>
  <p:transition xmlns:p14="http://schemas.microsoft.com/office/powerpoint/2010/mai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226820218"/>
      </p:ext>
    </p:extLst>
  </p:cSld>
  <p:clrMapOvr>
    <a:masterClrMapping/>
  </p:clrMapOvr>
  <p:transition xmlns:p14="http://schemas.microsoft.com/office/powerpoint/2010/mai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頭">
    <p:spTree>
      <p:nvGrpSpPr>
        <p:cNvPr id="1" name=""/>
        <p:cNvGrpSpPr/>
        <p:nvPr/>
      </p:nvGrpSpPr>
      <p:grpSpPr>
        <a:xfrm>
          <a:off x="0" y="0"/>
          <a:ext cx="0" cy="0"/>
          <a:chOff x="0" y="0"/>
          <a:chExt cx="0" cy="0"/>
        </a:xfrm>
      </p:grpSpPr>
      <p:sp>
        <p:nvSpPr>
          <p:cNvPr id="2" name="標題 1"/>
          <p:cNvSpPr>
            <a:spLocks noGrp="1"/>
          </p:cNvSpPr>
          <p:nvPr>
            <p:ph type="title"/>
          </p:nvPr>
        </p:nvSpPr>
        <p:spPr>
          <a:xfrm>
            <a:off x="1027113" y="6267452"/>
            <a:ext cx="11053761" cy="1936750"/>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1027113" y="4133849"/>
            <a:ext cx="11053761" cy="2133601"/>
          </a:xfrm>
        </p:spPr>
        <p:txBody>
          <a:bodyPr anchor="b"/>
          <a:lstStyle>
            <a:lvl1pPr marL="0" indent="0">
              <a:buNone/>
              <a:defRPr sz="2000"/>
            </a:lvl1pPr>
            <a:lvl2pPr marL="457129" indent="0">
              <a:buNone/>
              <a:defRPr sz="1800"/>
            </a:lvl2pPr>
            <a:lvl3pPr marL="914260" indent="0">
              <a:buNone/>
              <a:defRPr sz="1600"/>
            </a:lvl3pPr>
            <a:lvl4pPr marL="1371390" indent="0">
              <a:buNone/>
              <a:defRPr sz="1400"/>
            </a:lvl4pPr>
            <a:lvl5pPr marL="1828518" indent="0">
              <a:buNone/>
              <a:defRPr sz="1400"/>
            </a:lvl5pPr>
            <a:lvl6pPr marL="2285650" indent="0">
              <a:buNone/>
              <a:defRPr sz="1400"/>
            </a:lvl6pPr>
            <a:lvl7pPr marL="2742778" indent="0">
              <a:buNone/>
              <a:defRPr sz="1400"/>
            </a:lvl7pPr>
            <a:lvl8pPr marL="3199909" indent="0">
              <a:buNone/>
              <a:defRPr sz="1400"/>
            </a:lvl8pPr>
            <a:lvl9pPr marL="3657039"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2207801531"/>
      </p:ext>
    </p:extLst>
  </p:cSld>
  <p:clrMapOvr>
    <a:masterClrMapping/>
  </p:clrMapOvr>
  <p:transition xmlns:p14="http://schemas.microsoft.com/office/powerpoint/2010/mai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1270002" y="5029200"/>
            <a:ext cx="5156200" cy="1130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578600" y="5029200"/>
            <a:ext cx="5156200" cy="1130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224760028"/>
      </p:ext>
    </p:extLst>
  </p:cSld>
  <p:clrMapOvr>
    <a:masterClrMapping/>
  </p:clrMapOvr>
  <p:transition xmlns:p14="http://schemas.microsoft.com/office/powerpoint/2010/mai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650876" y="390525"/>
            <a:ext cx="11703050" cy="16256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50876" y="2182814"/>
            <a:ext cx="5745163" cy="909638"/>
          </a:xfrm>
        </p:spPr>
        <p:txBody>
          <a:bodyPr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650876" y="3092451"/>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605590" y="2182814"/>
            <a:ext cx="5748336" cy="909638"/>
          </a:xfrm>
        </p:spPr>
        <p:txBody>
          <a:bodyPr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605590" y="3092451"/>
            <a:ext cx="5748336"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239727087"/>
      </p:ext>
    </p:extLst>
  </p:cSld>
  <p:clrMapOvr>
    <a:masterClrMapping/>
  </p:clrMapOvr>
  <p:transition xmlns:p14="http://schemas.microsoft.com/office/powerpoint/2010/mai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439349761"/>
      </p:ext>
    </p:extLst>
  </p:cSld>
  <p:clrMapOvr>
    <a:masterClrMapping/>
  </p:clrMapOvr>
  <p:transition xmlns:p14="http://schemas.microsoft.com/office/powerpoint/2010/mai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4111219"/>
      </p:ext>
    </p:extLst>
  </p:cSld>
  <p:clrMapOvr>
    <a:masterClrMapping/>
  </p:clrMapOvr>
  <p:transition xmlns:p14="http://schemas.microsoft.com/office/powerpoint/2010/mai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50879" y="388943"/>
            <a:ext cx="4278313" cy="1652587"/>
          </a:xfrm>
        </p:spPr>
        <p:txBody>
          <a:bodyPr/>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084763" y="388939"/>
            <a:ext cx="7269163" cy="8323263"/>
          </a:xfrm>
        </p:spPr>
        <p:txBody>
          <a:bodyPr/>
          <a:lstStyle>
            <a:lvl1pPr>
              <a:defRPr sz="31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50879" y="2041526"/>
            <a:ext cx="4278313" cy="6670674"/>
          </a:xfrm>
        </p:spPr>
        <p:txBody>
          <a:bodyPr/>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246189838"/>
      </p:ext>
    </p:extLst>
  </p:cSld>
  <p:clrMapOvr>
    <a:masterClrMapping/>
  </p:clrMapOvr>
  <p:transition xmlns:p14="http://schemas.microsoft.com/office/powerpoint/2010/mai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549529" y="6827839"/>
            <a:ext cx="7802563" cy="806450"/>
          </a:xfrm>
        </p:spPr>
        <p:txBody>
          <a:bodyPr/>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2549529" y="871538"/>
            <a:ext cx="7802563" cy="5851526"/>
          </a:xfrm>
        </p:spPr>
        <p:txBody>
          <a:bodyPr/>
          <a:lstStyle>
            <a:lvl1pPr marL="0" indent="0">
              <a:buNone/>
              <a:defRPr sz="3100"/>
            </a:lvl1pPr>
            <a:lvl2pPr marL="457129" indent="0">
              <a:buNone/>
              <a:defRPr sz="2800"/>
            </a:lvl2pPr>
            <a:lvl3pPr marL="914260" indent="0">
              <a:buNone/>
              <a:defRPr sz="2400"/>
            </a:lvl3pPr>
            <a:lvl4pPr marL="1371390" indent="0">
              <a:buNone/>
              <a:defRPr sz="2000"/>
            </a:lvl4pPr>
            <a:lvl5pPr marL="1828518" indent="0">
              <a:buNone/>
              <a:defRPr sz="2000"/>
            </a:lvl5pPr>
            <a:lvl6pPr marL="2285650" indent="0">
              <a:buNone/>
              <a:defRPr sz="2000"/>
            </a:lvl6pPr>
            <a:lvl7pPr marL="2742778" indent="0">
              <a:buNone/>
              <a:defRPr sz="2000"/>
            </a:lvl7pPr>
            <a:lvl8pPr marL="3199909" indent="0">
              <a:buNone/>
              <a:defRPr sz="2000"/>
            </a:lvl8pPr>
            <a:lvl9pPr marL="3657039" indent="0">
              <a:buNone/>
              <a:defRPr sz="2000"/>
            </a:lvl9pPr>
          </a:lstStyle>
          <a:p>
            <a:pPr lvl="0"/>
            <a:endParaRPr lang="zh-TW" altLang="en-US" noProof="0" smtClean="0">
              <a:sym typeface="Gill Sans" charset="0"/>
            </a:endParaRPr>
          </a:p>
        </p:txBody>
      </p:sp>
      <p:sp>
        <p:nvSpPr>
          <p:cNvPr id="4" name="文字版面配置區 3"/>
          <p:cNvSpPr>
            <a:spLocks noGrp="1"/>
          </p:cNvSpPr>
          <p:nvPr>
            <p:ph type="body" sz="half" idx="2"/>
          </p:nvPr>
        </p:nvSpPr>
        <p:spPr>
          <a:xfrm>
            <a:off x="2549529" y="7634290"/>
            <a:ext cx="7802563" cy="1144587"/>
          </a:xfrm>
        </p:spPr>
        <p:txBody>
          <a:bodyPr/>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991265054"/>
      </p:ext>
    </p:extLst>
  </p:cSld>
  <p:clrMapOvr>
    <a:masterClrMapping/>
  </p:clrMapOvr>
  <p:transition xmlns:p14="http://schemas.microsoft.com/office/powerpoint/2010/mai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552033847"/>
      </p:ext>
    </p:extLst>
  </p:cSld>
  <p:clrMapOvr>
    <a:masterClrMapping/>
  </p:clrMapOvr>
  <p:transition xmlns:p14="http://schemas.microsoft.com/office/powerpoint/2010/mai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9118599" y="1638301"/>
            <a:ext cx="2616201" cy="4521200"/>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1270004" y="1638301"/>
            <a:ext cx="7696201" cy="4521200"/>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4190157634"/>
      </p:ext>
    </p:extLst>
  </p:cSld>
  <p:clrMapOvr>
    <a:masterClrMapping/>
  </p:clrMapOvr>
  <p:transition xmlns:p14="http://schemas.microsoft.com/office/powerpoint/2010/mai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74726" y="3030540"/>
            <a:ext cx="11055350" cy="2090736"/>
          </a:xfrm>
        </p:spPr>
        <p:txBody>
          <a:bodyPr/>
          <a:lstStyle/>
          <a:p>
            <a:r>
              <a:rPr lang="zh-TW" altLang="en-US" smtClean="0"/>
              <a:t>按一下以編輯母片標題樣式</a:t>
            </a:r>
            <a:endParaRPr lang="zh-TW" altLang="en-US"/>
          </a:p>
        </p:txBody>
      </p:sp>
      <p:sp>
        <p:nvSpPr>
          <p:cNvPr id="3" name="子標題 2"/>
          <p:cNvSpPr>
            <a:spLocks noGrp="1"/>
          </p:cNvSpPr>
          <p:nvPr>
            <p:ph type="subTitle" idx="1"/>
          </p:nvPr>
        </p:nvSpPr>
        <p:spPr>
          <a:xfrm>
            <a:off x="1951038" y="5527679"/>
            <a:ext cx="9102726" cy="2492375"/>
          </a:xfrm>
          <a:prstGeom prst="rect">
            <a:avLst/>
          </a:prstGeom>
        </p:spPr>
        <p:txBody>
          <a:bodyPr vert="horz" lIns="91425" tIns="45712" rIns="91425" bIns="45712"/>
          <a:lstStyle>
            <a:lvl1pPr marL="0" indent="0" algn="ctr">
              <a:buNone/>
              <a:defRPr/>
            </a:lvl1pPr>
            <a:lvl2pPr marL="457129" indent="0" algn="ctr">
              <a:buNone/>
              <a:defRPr/>
            </a:lvl2pPr>
            <a:lvl3pPr marL="914260" indent="0" algn="ctr">
              <a:buNone/>
              <a:defRPr/>
            </a:lvl3pPr>
            <a:lvl4pPr marL="1371390" indent="0" algn="ctr">
              <a:buNone/>
              <a:defRPr/>
            </a:lvl4pPr>
            <a:lvl5pPr marL="1828518" indent="0" algn="ctr">
              <a:buNone/>
              <a:defRPr/>
            </a:lvl5pPr>
            <a:lvl6pPr marL="2285650" indent="0" algn="ctr">
              <a:buNone/>
              <a:defRPr/>
            </a:lvl6pPr>
            <a:lvl7pPr marL="2742778" indent="0" algn="ctr">
              <a:buNone/>
              <a:defRPr/>
            </a:lvl7pPr>
            <a:lvl8pPr marL="3199909" indent="0" algn="ctr">
              <a:buNone/>
              <a:defRPr/>
            </a:lvl8pPr>
            <a:lvl9pPr marL="3657039" indent="0" algn="ctr">
              <a:buNone/>
              <a:defRPr/>
            </a:lvl9pPr>
          </a:lstStyle>
          <a:p>
            <a:r>
              <a:rPr lang="zh-TW" altLang="en-US" smtClean="0"/>
              <a:t> 按一下以編輯母片子標題樣式</a:t>
            </a:r>
            <a:endParaRPr lang="zh-TW" altLang="en-US"/>
          </a:p>
        </p:txBody>
      </p:sp>
    </p:spTree>
    <p:extLst>
      <p:ext uri="{BB962C8B-B14F-4D97-AF65-F5344CB8AC3E}">
        <p14:creationId xmlns:p14="http://schemas.microsoft.com/office/powerpoint/2010/main" val="2560546967"/>
      </p:ext>
    </p:extLst>
  </p:cSld>
  <p:clrMapOvr>
    <a:masterClrMapping/>
  </p:clrMapOvr>
  <p:transition xmlns:p14="http://schemas.microsoft.com/office/powerpoint/2010/mai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a:xfrm>
            <a:off x="650876" y="2276479"/>
            <a:ext cx="11703050" cy="6435725"/>
          </a:xfrm>
          <a:prstGeom prst="rect">
            <a:avLst/>
          </a:prstGeom>
        </p:spPr>
        <p:txBody>
          <a:bodyPr vert="horz" lIns="91425" tIns="45712" rIns="91425" bIns="45712"/>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981434900"/>
      </p:ext>
    </p:extLst>
  </p:cSld>
  <p:clrMapOvr>
    <a:masterClrMapping/>
  </p:clrMapOvr>
  <p:transition xmlns:p14="http://schemas.microsoft.com/office/powerpoint/2010/mai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區段標頭">
    <p:spTree>
      <p:nvGrpSpPr>
        <p:cNvPr id="1" name=""/>
        <p:cNvGrpSpPr/>
        <p:nvPr/>
      </p:nvGrpSpPr>
      <p:grpSpPr>
        <a:xfrm>
          <a:off x="0" y="0"/>
          <a:ext cx="0" cy="0"/>
          <a:chOff x="0" y="0"/>
          <a:chExt cx="0" cy="0"/>
        </a:xfrm>
      </p:grpSpPr>
      <p:sp>
        <p:nvSpPr>
          <p:cNvPr id="2" name="標題 1"/>
          <p:cNvSpPr>
            <a:spLocks noGrp="1"/>
          </p:cNvSpPr>
          <p:nvPr>
            <p:ph type="title"/>
          </p:nvPr>
        </p:nvSpPr>
        <p:spPr>
          <a:xfrm>
            <a:off x="1027113" y="6267452"/>
            <a:ext cx="11053761" cy="1936750"/>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1027113" y="4133849"/>
            <a:ext cx="11053761" cy="2133601"/>
          </a:xfrm>
          <a:prstGeom prst="rect">
            <a:avLst/>
          </a:prstGeom>
        </p:spPr>
        <p:txBody>
          <a:bodyPr vert="horz" lIns="91425" tIns="45712" rIns="91425" bIns="45712" anchor="b"/>
          <a:lstStyle>
            <a:lvl1pPr marL="0" indent="0">
              <a:buNone/>
              <a:defRPr sz="2000"/>
            </a:lvl1pPr>
            <a:lvl2pPr marL="457129" indent="0">
              <a:buNone/>
              <a:defRPr sz="1800"/>
            </a:lvl2pPr>
            <a:lvl3pPr marL="914260" indent="0">
              <a:buNone/>
              <a:defRPr sz="1600"/>
            </a:lvl3pPr>
            <a:lvl4pPr marL="1371390" indent="0">
              <a:buNone/>
              <a:defRPr sz="1400"/>
            </a:lvl4pPr>
            <a:lvl5pPr marL="1828518" indent="0">
              <a:buNone/>
              <a:defRPr sz="1400"/>
            </a:lvl5pPr>
            <a:lvl6pPr marL="2285650" indent="0">
              <a:buNone/>
              <a:defRPr sz="1400"/>
            </a:lvl6pPr>
            <a:lvl7pPr marL="2742778" indent="0">
              <a:buNone/>
              <a:defRPr sz="1400"/>
            </a:lvl7pPr>
            <a:lvl8pPr marL="3199909" indent="0">
              <a:buNone/>
              <a:defRPr sz="1400"/>
            </a:lvl8pPr>
            <a:lvl9pPr marL="3657039"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1238589277"/>
      </p:ext>
    </p:extLst>
  </p:cSld>
  <p:clrMapOvr>
    <a:masterClrMapping/>
  </p:clrMapOvr>
  <p:transition xmlns:p14="http://schemas.microsoft.com/office/powerpoint/2010/mai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50878" y="2276479"/>
            <a:ext cx="5775324" cy="6435725"/>
          </a:xfrm>
          <a:prstGeom prst="rect">
            <a:avLst/>
          </a:prstGeom>
        </p:spPr>
        <p:txBody>
          <a:bodyPr vert="horz" lIns="91425" tIns="45712" rIns="91425" bIns="45712"/>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578602" y="2276479"/>
            <a:ext cx="5775324" cy="6435725"/>
          </a:xfrm>
          <a:prstGeom prst="rect">
            <a:avLst/>
          </a:prstGeom>
        </p:spPr>
        <p:txBody>
          <a:bodyPr vert="horz" lIns="91425" tIns="45712" rIns="91425" bIns="45712"/>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799540346"/>
      </p:ext>
    </p:extLst>
  </p:cSld>
  <p:clrMapOvr>
    <a:masterClrMapping/>
  </p:clrMapOvr>
  <p:transition xmlns:p14="http://schemas.microsoft.com/office/powerpoint/2010/mai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650876" y="390525"/>
            <a:ext cx="11703050" cy="16256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50876" y="2182814"/>
            <a:ext cx="5745163" cy="909638"/>
          </a:xfrm>
          <a:prstGeom prst="rect">
            <a:avLst/>
          </a:prstGeom>
        </p:spPr>
        <p:txBody>
          <a:bodyPr vert="horz" lIns="91425" tIns="45712" rIns="91425" bIns="45712"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650876" y="3092451"/>
            <a:ext cx="5745163" cy="5619750"/>
          </a:xfrm>
          <a:prstGeom prst="rect">
            <a:avLst/>
          </a:prstGeom>
        </p:spPr>
        <p:txBody>
          <a:bodyPr vert="horz" lIns="91425" tIns="45712" rIns="91425" bIns="45712"/>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605590" y="2182814"/>
            <a:ext cx="5748336" cy="909638"/>
          </a:xfrm>
          <a:prstGeom prst="rect">
            <a:avLst/>
          </a:prstGeom>
        </p:spPr>
        <p:txBody>
          <a:bodyPr vert="horz" lIns="91425" tIns="45712" rIns="91425" bIns="45712"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605590" y="3092451"/>
            <a:ext cx="5748336" cy="5619750"/>
          </a:xfrm>
          <a:prstGeom prst="rect">
            <a:avLst/>
          </a:prstGeom>
        </p:spPr>
        <p:txBody>
          <a:bodyPr vert="horz" lIns="91425" tIns="45712" rIns="91425" bIns="45712"/>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83890199"/>
      </p:ext>
    </p:extLst>
  </p:cSld>
  <p:clrMapOvr>
    <a:masterClrMapping/>
  </p:clrMapOvr>
  <p:transition xmlns:p14="http://schemas.microsoft.com/office/powerpoint/2010/mai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680242125"/>
      </p:ext>
    </p:extLst>
  </p:cSld>
  <p:clrMapOvr>
    <a:masterClrMapping/>
  </p:clrMapOvr>
  <p:transition xmlns:p14="http://schemas.microsoft.com/office/powerpoint/2010/mai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7736036"/>
      </p:ext>
    </p:extLst>
  </p:cSld>
  <p:clrMapOvr>
    <a:masterClrMapping/>
  </p:clrMapOvr>
  <p:transition xmlns:p14="http://schemas.microsoft.com/office/powerpoint/2010/mai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50879" y="388943"/>
            <a:ext cx="4278313" cy="1652587"/>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084763" y="388939"/>
            <a:ext cx="7269163" cy="8323263"/>
          </a:xfrm>
          <a:prstGeom prst="rect">
            <a:avLst/>
          </a:prstGeom>
        </p:spPr>
        <p:txBody>
          <a:bodyPr vert="horz" lIns="91425" tIns="45712" rIns="91425" bIns="45712"/>
          <a:lstStyle>
            <a:lvl1pPr>
              <a:defRPr sz="31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50879" y="2041526"/>
            <a:ext cx="4278313" cy="6670674"/>
          </a:xfrm>
          <a:prstGeom prst="rect">
            <a:avLst/>
          </a:prstGeom>
        </p:spPr>
        <p:txBody>
          <a:bodyPr vert="horz" lIns="91425" tIns="45712" rIns="91425" bIns="45712"/>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2399705331"/>
      </p:ext>
    </p:extLst>
  </p:cSld>
  <p:clrMapOvr>
    <a:masterClrMapping/>
  </p:clrMapOvr>
  <p:transition xmlns:p14="http://schemas.microsoft.com/office/powerpoint/2010/mai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549529" y="6827839"/>
            <a:ext cx="7802563" cy="806450"/>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2549529" y="871538"/>
            <a:ext cx="7802563" cy="5851526"/>
          </a:xfrm>
          <a:prstGeom prst="rect">
            <a:avLst/>
          </a:prstGeom>
        </p:spPr>
        <p:txBody>
          <a:bodyPr vert="horz" lIns="91425" tIns="45712" rIns="91425" bIns="45712"/>
          <a:lstStyle>
            <a:lvl1pPr marL="0" indent="0">
              <a:buNone/>
              <a:defRPr sz="3100"/>
            </a:lvl1pPr>
            <a:lvl2pPr marL="457129" indent="0">
              <a:buNone/>
              <a:defRPr sz="2800"/>
            </a:lvl2pPr>
            <a:lvl3pPr marL="914260" indent="0">
              <a:buNone/>
              <a:defRPr sz="2400"/>
            </a:lvl3pPr>
            <a:lvl4pPr marL="1371390" indent="0">
              <a:buNone/>
              <a:defRPr sz="2000"/>
            </a:lvl4pPr>
            <a:lvl5pPr marL="1828518" indent="0">
              <a:buNone/>
              <a:defRPr sz="2000"/>
            </a:lvl5pPr>
            <a:lvl6pPr marL="2285650" indent="0">
              <a:buNone/>
              <a:defRPr sz="2000"/>
            </a:lvl6pPr>
            <a:lvl7pPr marL="2742778" indent="0">
              <a:buNone/>
              <a:defRPr sz="2000"/>
            </a:lvl7pPr>
            <a:lvl8pPr marL="3199909" indent="0">
              <a:buNone/>
              <a:defRPr sz="2000"/>
            </a:lvl8pPr>
            <a:lvl9pPr marL="3657039" indent="0">
              <a:buNone/>
              <a:defRPr sz="2000"/>
            </a:lvl9pPr>
          </a:lstStyle>
          <a:p>
            <a:pPr lvl="0"/>
            <a:endParaRPr lang="zh-TW" altLang="en-US" noProof="0" smtClean="0">
              <a:sym typeface="Gill Sans" charset="0"/>
            </a:endParaRPr>
          </a:p>
        </p:txBody>
      </p:sp>
      <p:sp>
        <p:nvSpPr>
          <p:cNvPr id="4" name="文字版面配置區 3"/>
          <p:cNvSpPr>
            <a:spLocks noGrp="1"/>
          </p:cNvSpPr>
          <p:nvPr>
            <p:ph type="body" sz="half" idx="2"/>
          </p:nvPr>
        </p:nvSpPr>
        <p:spPr>
          <a:xfrm>
            <a:off x="2549529" y="7634290"/>
            <a:ext cx="7802563" cy="1144587"/>
          </a:xfrm>
          <a:prstGeom prst="rect">
            <a:avLst/>
          </a:prstGeom>
        </p:spPr>
        <p:txBody>
          <a:bodyPr vert="horz" lIns="91425" tIns="45712" rIns="91425" bIns="45712"/>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1779723099"/>
      </p:ext>
    </p:extLst>
  </p:cSld>
  <p:clrMapOvr>
    <a:masterClrMapping/>
  </p:clrMapOvr>
  <p:transition xmlns:p14="http://schemas.microsoft.com/office/powerpoint/2010/mai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50876" y="2276479"/>
            <a:ext cx="11703050" cy="6435725"/>
          </a:xfrm>
          <a:prstGeom prst="rect">
            <a:avLst/>
          </a:prstGeom>
        </p:spPr>
        <p:txBody>
          <a:bodyPr vert="eaVert" lIns="91425" tIns="45712" rIns="91425" bIns="45712"/>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574978469"/>
      </p:ext>
    </p:extLst>
  </p:cSld>
  <p:clrMapOvr>
    <a:masterClrMapping/>
  </p:clrMapOvr>
  <p:transition xmlns:p14="http://schemas.microsoft.com/office/powerpoint/2010/mai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9428163" y="2276476"/>
            <a:ext cx="2925761" cy="6791324"/>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50876" y="2276476"/>
            <a:ext cx="8624887" cy="6791324"/>
          </a:xfrm>
          <a:prstGeom prst="rect">
            <a:avLst/>
          </a:prstGeom>
        </p:spPr>
        <p:txBody>
          <a:bodyPr vert="eaVert" lIns="91425" tIns="45712" rIns="91425" bIns="45712"/>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222050696"/>
      </p:ext>
    </p:extLst>
  </p:cSld>
  <p:clrMapOvr>
    <a:masterClrMapping/>
  </p:clrMapOvr>
  <p:transition xmlns:p14="http://schemas.microsoft.com/office/powerpoint/2010/mai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74726" y="3030540"/>
            <a:ext cx="11055350" cy="2090736"/>
          </a:xfrm>
        </p:spPr>
        <p:txBody>
          <a:bodyPr/>
          <a:lstStyle/>
          <a:p>
            <a:r>
              <a:rPr lang="zh-TW" altLang="en-US" smtClean="0"/>
              <a:t>按一下以編輯母片標題樣式</a:t>
            </a:r>
            <a:endParaRPr lang="zh-TW" altLang="en-US"/>
          </a:p>
        </p:txBody>
      </p:sp>
      <p:sp>
        <p:nvSpPr>
          <p:cNvPr id="3" name="子標題 2"/>
          <p:cNvSpPr>
            <a:spLocks noGrp="1"/>
          </p:cNvSpPr>
          <p:nvPr>
            <p:ph type="subTitle" idx="1"/>
          </p:nvPr>
        </p:nvSpPr>
        <p:spPr>
          <a:xfrm>
            <a:off x="1951038" y="5527679"/>
            <a:ext cx="9102726" cy="2492375"/>
          </a:xfrm>
        </p:spPr>
        <p:txBody>
          <a:bodyPr/>
          <a:lstStyle>
            <a:lvl1pPr marL="0" indent="0" algn="ctr">
              <a:buNone/>
              <a:defRPr/>
            </a:lvl1pPr>
            <a:lvl2pPr marL="457129" indent="0" algn="ctr">
              <a:buNone/>
              <a:defRPr/>
            </a:lvl2pPr>
            <a:lvl3pPr marL="914260" indent="0" algn="ctr">
              <a:buNone/>
              <a:defRPr/>
            </a:lvl3pPr>
            <a:lvl4pPr marL="1371390" indent="0" algn="ctr">
              <a:buNone/>
              <a:defRPr/>
            </a:lvl4pPr>
            <a:lvl5pPr marL="1828518" indent="0" algn="ctr">
              <a:buNone/>
              <a:defRPr/>
            </a:lvl5pPr>
            <a:lvl6pPr marL="2285650" indent="0" algn="ctr">
              <a:buNone/>
              <a:defRPr/>
            </a:lvl6pPr>
            <a:lvl7pPr marL="2742778" indent="0" algn="ctr">
              <a:buNone/>
              <a:defRPr/>
            </a:lvl7pPr>
            <a:lvl8pPr marL="3199909" indent="0" algn="ctr">
              <a:buNone/>
              <a:defRPr/>
            </a:lvl8pPr>
            <a:lvl9pPr marL="3657039" indent="0" algn="ctr">
              <a:buNone/>
              <a:defRPr/>
            </a:lvl9pPr>
          </a:lstStyle>
          <a:p>
            <a:r>
              <a:rPr lang="zh-TW" altLang="en-US" smtClean="0"/>
              <a:t> 按一下以編輯母片子標題樣式</a:t>
            </a:r>
            <a:endParaRPr lang="zh-TW" altLang="en-US"/>
          </a:p>
        </p:txBody>
      </p:sp>
    </p:spTree>
    <p:extLst>
      <p:ext uri="{BB962C8B-B14F-4D97-AF65-F5344CB8AC3E}">
        <p14:creationId xmlns:p14="http://schemas.microsoft.com/office/powerpoint/2010/main" val="117641640"/>
      </p:ext>
    </p:extLst>
  </p:cSld>
  <p:clrMapOvr>
    <a:masterClrMapping/>
  </p:clrMapOvr>
  <p:transition xmlns:p14="http://schemas.microsoft.com/office/powerpoint/2010/mai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009480044"/>
      </p:ext>
    </p:extLst>
  </p:cSld>
  <p:clrMapOvr>
    <a:masterClrMapping/>
  </p:clrMapOvr>
  <p:transition xmlns:p14="http://schemas.microsoft.com/office/powerpoint/2010/mai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區段標頭">
    <p:spTree>
      <p:nvGrpSpPr>
        <p:cNvPr id="1" name=""/>
        <p:cNvGrpSpPr/>
        <p:nvPr/>
      </p:nvGrpSpPr>
      <p:grpSpPr>
        <a:xfrm>
          <a:off x="0" y="0"/>
          <a:ext cx="0" cy="0"/>
          <a:chOff x="0" y="0"/>
          <a:chExt cx="0" cy="0"/>
        </a:xfrm>
      </p:grpSpPr>
      <p:sp>
        <p:nvSpPr>
          <p:cNvPr id="2" name="標題 1"/>
          <p:cNvSpPr>
            <a:spLocks noGrp="1"/>
          </p:cNvSpPr>
          <p:nvPr>
            <p:ph type="title"/>
          </p:nvPr>
        </p:nvSpPr>
        <p:spPr>
          <a:xfrm>
            <a:off x="1027113" y="6267452"/>
            <a:ext cx="11053761" cy="1936750"/>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1027113" y="4133849"/>
            <a:ext cx="11053761" cy="2133601"/>
          </a:xfrm>
        </p:spPr>
        <p:txBody>
          <a:bodyPr anchor="b"/>
          <a:lstStyle>
            <a:lvl1pPr marL="0" indent="0">
              <a:buNone/>
              <a:defRPr sz="2000"/>
            </a:lvl1pPr>
            <a:lvl2pPr marL="457129" indent="0">
              <a:buNone/>
              <a:defRPr sz="1800"/>
            </a:lvl2pPr>
            <a:lvl3pPr marL="914260" indent="0">
              <a:buNone/>
              <a:defRPr sz="1600"/>
            </a:lvl3pPr>
            <a:lvl4pPr marL="1371390" indent="0">
              <a:buNone/>
              <a:defRPr sz="1400"/>
            </a:lvl4pPr>
            <a:lvl5pPr marL="1828518" indent="0">
              <a:buNone/>
              <a:defRPr sz="1400"/>
            </a:lvl5pPr>
            <a:lvl6pPr marL="2285650" indent="0">
              <a:buNone/>
              <a:defRPr sz="1400"/>
            </a:lvl6pPr>
            <a:lvl7pPr marL="2742778" indent="0">
              <a:buNone/>
              <a:defRPr sz="1400"/>
            </a:lvl7pPr>
            <a:lvl8pPr marL="3199909" indent="0">
              <a:buNone/>
              <a:defRPr sz="1400"/>
            </a:lvl8pPr>
            <a:lvl9pPr marL="3657039"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2425437884"/>
      </p:ext>
    </p:extLst>
  </p:cSld>
  <p:clrMapOvr>
    <a:masterClrMapping/>
  </p:clrMapOvr>
  <p:transition xmlns:p14="http://schemas.microsoft.com/office/powerpoint/2010/mai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35000" y="4787902"/>
            <a:ext cx="2857500" cy="330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3644900" y="4787902"/>
            <a:ext cx="2857500" cy="330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653070774"/>
      </p:ext>
    </p:extLst>
  </p:cSld>
  <p:clrMapOvr>
    <a:masterClrMapping/>
  </p:clrMapOvr>
  <p:transition xmlns:p14="http://schemas.microsoft.com/office/powerpoint/2010/mai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650876" y="390525"/>
            <a:ext cx="11703050" cy="16256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50876" y="2182814"/>
            <a:ext cx="5745163" cy="909638"/>
          </a:xfrm>
        </p:spPr>
        <p:txBody>
          <a:bodyPr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650876" y="3092451"/>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605590" y="2182814"/>
            <a:ext cx="5748336" cy="909638"/>
          </a:xfrm>
        </p:spPr>
        <p:txBody>
          <a:bodyPr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605590" y="3092451"/>
            <a:ext cx="5748336"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4145841039"/>
      </p:ext>
    </p:extLst>
  </p:cSld>
  <p:clrMapOvr>
    <a:masterClrMapping/>
  </p:clrMapOvr>
  <p:transition xmlns:p14="http://schemas.microsoft.com/office/powerpoint/2010/mai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3469174693"/>
      </p:ext>
    </p:extLst>
  </p:cSld>
  <p:clrMapOvr>
    <a:masterClrMapping/>
  </p:clrMapOvr>
  <p:transition xmlns:p14="http://schemas.microsoft.com/office/powerpoint/2010/mai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9480792"/>
      </p:ext>
    </p:extLst>
  </p:cSld>
  <p:clrMapOvr>
    <a:masterClrMapping/>
  </p:clrMapOvr>
  <p:transition xmlns:p14="http://schemas.microsoft.com/office/powerpoint/2010/mai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50879" y="388943"/>
            <a:ext cx="4278313" cy="1652587"/>
          </a:xfrm>
        </p:spPr>
        <p:txBody>
          <a:bodyPr/>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084763" y="388939"/>
            <a:ext cx="7269163" cy="8323263"/>
          </a:xfrm>
        </p:spPr>
        <p:txBody>
          <a:bodyPr/>
          <a:lstStyle>
            <a:lvl1pPr>
              <a:defRPr sz="31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50879" y="2041526"/>
            <a:ext cx="4278313" cy="6670674"/>
          </a:xfrm>
        </p:spPr>
        <p:txBody>
          <a:bodyPr/>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1342611643"/>
      </p:ext>
    </p:extLst>
  </p:cSld>
  <p:clrMapOvr>
    <a:masterClrMapping/>
  </p:clrMapOvr>
  <p:transition xmlns:p14="http://schemas.microsoft.com/office/powerpoint/2010/mai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549529" y="6827839"/>
            <a:ext cx="7802563" cy="806450"/>
          </a:xfrm>
        </p:spPr>
        <p:txBody>
          <a:bodyPr/>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2549529" y="871538"/>
            <a:ext cx="7802563" cy="5851526"/>
          </a:xfrm>
        </p:spPr>
        <p:txBody>
          <a:bodyPr/>
          <a:lstStyle>
            <a:lvl1pPr marL="0" indent="0">
              <a:buNone/>
              <a:defRPr sz="3100"/>
            </a:lvl1pPr>
            <a:lvl2pPr marL="457129" indent="0">
              <a:buNone/>
              <a:defRPr sz="2800"/>
            </a:lvl2pPr>
            <a:lvl3pPr marL="914260" indent="0">
              <a:buNone/>
              <a:defRPr sz="2400"/>
            </a:lvl3pPr>
            <a:lvl4pPr marL="1371390" indent="0">
              <a:buNone/>
              <a:defRPr sz="2000"/>
            </a:lvl4pPr>
            <a:lvl5pPr marL="1828518" indent="0">
              <a:buNone/>
              <a:defRPr sz="2000"/>
            </a:lvl5pPr>
            <a:lvl6pPr marL="2285650" indent="0">
              <a:buNone/>
              <a:defRPr sz="2000"/>
            </a:lvl6pPr>
            <a:lvl7pPr marL="2742778" indent="0">
              <a:buNone/>
              <a:defRPr sz="2000"/>
            </a:lvl7pPr>
            <a:lvl8pPr marL="3199909" indent="0">
              <a:buNone/>
              <a:defRPr sz="2000"/>
            </a:lvl8pPr>
            <a:lvl9pPr marL="3657039" indent="0">
              <a:buNone/>
              <a:defRPr sz="2000"/>
            </a:lvl9pPr>
          </a:lstStyle>
          <a:p>
            <a:pPr lvl="0"/>
            <a:endParaRPr lang="zh-TW" altLang="en-US" noProof="0" smtClean="0">
              <a:sym typeface="Gill Sans" charset="0"/>
            </a:endParaRPr>
          </a:p>
        </p:txBody>
      </p:sp>
      <p:sp>
        <p:nvSpPr>
          <p:cNvPr id="4" name="文字版面配置區 3"/>
          <p:cNvSpPr>
            <a:spLocks noGrp="1"/>
          </p:cNvSpPr>
          <p:nvPr>
            <p:ph type="body" sz="half" idx="2"/>
          </p:nvPr>
        </p:nvSpPr>
        <p:spPr>
          <a:xfrm>
            <a:off x="2549529" y="7634290"/>
            <a:ext cx="7802563" cy="1144587"/>
          </a:xfrm>
        </p:spPr>
        <p:txBody>
          <a:bodyPr/>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2865261849"/>
      </p:ext>
    </p:extLst>
  </p:cSld>
  <p:clrMapOvr>
    <a:masterClrMapping/>
  </p:clrMapOvr>
  <p:transition xmlns:p14="http://schemas.microsoft.com/office/powerpoint/2010/mai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594983996"/>
      </p:ext>
    </p:extLst>
  </p:cSld>
  <p:clrMapOvr>
    <a:masterClrMapping/>
  </p:clrMapOvr>
  <p:transition xmlns:p14="http://schemas.microsoft.com/office/powerpoint/2010/mai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5035552" y="1409699"/>
            <a:ext cx="1466850" cy="6680201"/>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35001" y="1409699"/>
            <a:ext cx="4248149" cy="6680201"/>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905213804"/>
      </p:ext>
    </p:extLst>
  </p:cSld>
  <p:clrMapOvr>
    <a:masterClrMapping/>
  </p:clrMapOvr>
  <p:transition xmlns:p14="http://schemas.microsoft.com/office/powerpoint/2010/mai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74726" y="3030540"/>
            <a:ext cx="11055350" cy="2090736"/>
          </a:xfrm>
        </p:spPr>
        <p:txBody>
          <a:bodyPr/>
          <a:lstStyle/>
          <a:p>
            <a:r>
              <a:rPr lang="zh-TW" altLang="en-US" smtClean="0"/>
              <a:t>按一下以編輯母片標題樣式</a:t>
            </a:r>
            <a:endParaRPr lang="zh-TW" altLang="en-US"/>
          </a:p>
        </p:txBody>
      </p:sp>
      <p:sp>
        <p:nvSpPr>
          <p:cNvPr id="3" name="子標題 2"/>
          <p:cNvSpPr>
            <a:spLocks noGrp="1"/>
          </p:cNvSpPr>
          <p:nvPr>
            <p:ph type="subTitle" idx="1"/>
          </p:nvPr>
        </p:nvSpPr>
        <p:spPr>
          <a:xfrm>
            <a:off x="1951038" y="5527679"/>
            <a:ext cx="9102726" cy="2492375"/>
          </a:xfrm>
        </p:spPr>
        <p:txBody>
          <a:bodyPr/>
          <a:lstStyle>
            <a:lvl1pPr marL="0" indent="0" algn="ctr">
              <a:buNone/>
              <a:defRPr/>
            </a:lvl1pPr>
            <a:lvl2pPr marL="457129" indent="0" algn="ctr">
              <a:buNone/>
              <a:defRPr/>
            </a:lvl2pPr>
            <a:lvl3pPr marL="914260" indent="0" algn="ctr">
              <a:buNone/>
              <a:defRPr/>
            </a:lvl3pPr>
            <a:lvl4pPr marL="1371390" indent="0" algn="ctr">
              <a:buNone/>
              <a:defRPr/>
            </a:lvl4pPr>
            <a:lvl5pPr marL="1828518" indent="0" algn="ctr">
              <a:buNone/>
              <a:defRPr/>
            </a:lvl5pPr>
            <a:lvl6pPr marL="2285650" indent="0" algn="ctr">
              <a:buNone/>
              <a:defRPr/>
            </a:lvl6pPr>
            <a:lvl7pPr marL="2742778" indent="0" algn="ctr">
              <a:buNone/>
              <a:defRPr/>
            </a:lvl7pPr>
            <a:lvl8pPr marL="3199909" indent="0" algn="ctr">
              <a:buNone/>
              <a:defRPr/>
            </a:lvl8pPr>
            <a:lvl9pPr marL="3657039" indent="0" algn="ctr">
              <a:buNone/>
              <a:defRPr/>
            </a:lvl9pPr>
          </a:lstStyle>
          <a:p>
            <a:r>
              <a:rPr lang="zh-TW" altLang="en-US" smtClean="0"/>
              <a:t> 按一下以編輯母片子標題樣式</a:t>
            </a:r>
            <a:endParaRPr lang="zh-TW" altLang="en-US"/>
          </a:p>
        </p:txBody>
      </p:sp>
    </p:spTree>
    <p:extLst>
      <p:ext uri="{BB962C8B-B14F-4D97-AF65-F5344CB8AC3E}">
        <p14:creationId xmlns:p14="http://schemas.microsoft.com/office/powerpoint/2010/main" val="378295338"/>
      </p:ext>
    </p:extLst>
  </p:cSld>
  <p:clrMapOvr>
    <a:masterClrMapping/>
  </p:clrMapOvr>
  <p:transition xmlns:p14="http://schemas.microsoft.com/office/powerpoint/2010/mai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437964883"/>
      </p:ext>
    </p:extLst>
  </p:cSld>
  <p:clrMapOvr>
    <a:masterClrMapping/>
  </p:clrMapOvr>
  <p:transition xmlns:p14="http://schemas.microsoft.com/office/powerpoint/2010/mai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區段標頭">
    <p:spTree>
      <p:nvGrpSpPr>
        <p:cNvPr id="1" name=""/>
        <p:cNvGrpSpPr/>
        <p:nvPr/>
      </p:nvGrpSpPr>
      <p:grpSpPr>
        <a:xfrm>
          <a:off x="0" y="0"/>
          <a:ext cx="0" cy="0"/>
          <a:chOff x="0" y="0"/>
          <a:chExt cx="0" cy="0"/>
        </a:xfrm>
      </p:grpSpPr>
      <p:sp>
        <p:nvSpPr>
          <p:cNvPr id="2" name="標題 1"/>
          <p:cNvSpPr>
            <a:spLocks noGrp="1"/>
          </p:cNvSpPr>
          <p:nvPr>
            <p:ph type="title"/>
          </p:nvPr>
        </p:nvSpPr>
        <p:spPr>
          <a:xfrm>
            <a:off x="1027113" y="6267452"/>
            <a:ext cx="11053761" cy="1936750"/>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1027113" y="4133849"/>
            <a:ext cx="11053761" cy="2133601"/>
          </a:xfrm>
        </p:spPr>
        <p:txBody>
          <a:bodyPr anchor="b"/>
          <a:lstStyle>
            <a:lvl1pPr marL="0" indent="0">
              <a:buNone/>
              <a:defRPr sz="2000"/>
            </a:lvl1pPr>
            <a:lvl2pPr marL="457129" indent="0">
              <a:buNone/>
              <a:defRPr sz="1800"/>
            </a:lvl2pPr>
            <a:lvl3pPr marL="914260" indent="0">
              <a:buNone/>
              <a:defRPr sz="1600"/>
            </a:lvl3pPr>
            <a:lvl4pPr marL="1371390" indent="0">
              <a:buNone/>
              <a:defRPr sz="1400"/>
            </a:lvl4pPr>
            <a:lvl5pPr marL="1828518" indent="0">
              <a:buNone/>
              <a:defRPr sz="1400"/>
            </a:lvl5pPr>
            <a:lvl6pPr marL="2285650" indent="0">
              <a:buNone/>
              <a:defRPr sz="1400"/>
            </a:lvl6pPr>
            <a:lvl7pPr marL="2742778" indent="0">
              <a:buNone/>
              <a:defRPr sz="1400"/>
            </a:lvl7pPr>
            <a:lvl8pPr marL="3199909" indent="0">
              <a:buNone/>
              <a:defRPr sz="1400"/>
            </a:lvl8pPr>
            <a:lvl9pPr marL="3657039"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2464343578"/>
      </p:ext>
    </p:extLst>
  </p:cSld>
  <p:clrMapOvr>
    <a:masterClrMapping/>
  </p:clrMapOvr>
  <p:transition xmlns:p14="http://schemas.microsoft.com/office/powerpoint/2010/mai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35000" y="4787902"/>
            <a:ext cx="2857500" cy="330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3644900" y="4787902"/>
            <a:ext cx="2857500" cy="330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29380466"/>
      </p:ext>
    </p:extLst>
  </p:cSld>
  <p:clrMapOvr>
    <a:masterClrMapping/>
  </p:clrMapOvr>
  <p:transition xmlns:p14="http://schemas.microsoft.com/office/powerpoint/2010/mai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650876" y="390525"/>
            <a:ext cx="11703050" cy="16256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50876" y="2182814"/>
            <a:ext cx="5745163" cy="909638"/>
          </a:xfrm>
        </p:spPr>
        <p:txBody>
          <a:bodyPr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650876" y="3092451"/>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605590" y="2182814"/>
            <a:ext cx="5748336" cy="909638"/>
          </a:xfrm>
        </p:spPr>
        <p:txBody>
          <a:bodyPr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605590" y="3092451"/>
            <a:ext cx="5748336"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037152002"/>
      </p:ext>
    </p:extLst>
  </p:cSld>
  <p:clrMapOvr>
    <a:masterClrMapping/>
  </p:clrMapOvr>
  <p:transition xmlns:p14="http://schemas.microsoft.com/office/powerpoint/2010/mai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2354049541"/>
      </p:ext>
    </p:extLst>
  </p:cSld>
  <p:clrMapOvr>
    <a:masterClrMapping/>
  </p:clrMapOvr>
  <p:transition xmlns:p14="http://schemas.microsoft.com/office/powerpoint/2010/mai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5139540"/>
      </p:ext>
    </p:extLst>
  </p:cSld>
  <p:clrMapOvr>
    <a:masterClrMapping/>
  </p:clrMapOvr>
  <p:transition xmlns:p14="http://schemas.microsoft.com/office/powerpoint/2010/mai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50879" y="388943"/>
            <a:ext cx="4278313" cy="1652587"/>
          </a:xfrm>
        </p:spPr>
        <p:txBody>
          <a:bodyPr/>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084763" y="388939"/>
            <a:ext cx="7269163" cy="8323263"/>
          </a:xfrm>
        </p:spPr>
        <p:txBody>
          <a:bodyPr/>
          <a:lstStyle>
            <a:lvl1pPr>
              <a:defRPr sz="31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50879" y="2041526"/>
            <a:ext cx="4278313" cy="6670674"/>
          </a:xfrm>
        </p:spPr>
        <p:txBody>
          <a:bodyPr/>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3451946857"/>
      </p:ext>
    </p:extLst>
  </p:cSld>
  <p:clrMapOvr>
    <a:masterClrMapping/>
  </p:clrMapOvr>
  <p:transition xmlns:p14="http://schemas.microsoft.com/office/powerpoint/2010/mai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549529" y="6827839"/>
            <a:ext cx="7802563" cy="806450"/>
          </a:xfrm>
        </p:spPr>
        <p:txBody>
          <a:bodyPr/>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2549529" y="871538"/>
            <a:ext cx="7802563" cy="5851526"/>
          </a:xfrm>
        </p:spPr>
        <p:txBody>
          <a:bodyPr/>
          <a:lstStyle>
            <a:lvl1pPr marL="0" indent="0">
              <a:buNone/>
              <a:defRPr sz="3100"/>
            </a:lvl1pPr>
            <a:lvl2pPr marL="457129" indent="0">
              <a:buNone/>
              <a:defRPr sz="2800"/>
            </a:lvl2pPr>
            <a:lvl3pPr marL="914260" indent="0">
              <a:buNone/>
              <a:defRPr sz="2400"/>
            </a:lvl3pPr>
            <a:lvl4pPr marL="1371390" indent="0">
              <a:buNone/>
              <a:defRPr sz="2000"/>
            </a:lvl4pPr>
            <a:lvl5pPr marL="1828518" indent="0">
              <a:buNone/>
              <a:defRPr sz="2000"/>
            </a:lvl5pPr>
            <a:lvl6pPr marL="2285650" indent="0">
              <a:buNone/>
              <a:defRPr sz="2000"/>
            </a:lvl6pPr>
            <a:lvl7pPr marL="2742778" indent="0">
              <a:buNone/>
              <a:defRPr sz="2000"/>
            </a:lvl7pPr>
            <a:lvl8pPr marL="3199909" indent="0">
              <a:buNone/>
              <a:defRPr sz="2000"/>
            </a:lvl8pPr>
            <a:lvl9pPr marL="3657039" indent="0">
              <a:buNone/>
              <a:defRPr sz="2000"/>
            </a:lvl9pPr>
          </a:lstStyle>
          <a:p>
            <a:pPr lvl="0"/>
            <a:endParaRPr lang="zh-TW" altLang="en-US" noProof="0" smtClean="0">
              <a:sym typeface="Gill Sans" charset="0"/>
            </a:endParaRPr>
          </a:p>
        </p:txBody>
      </p:sp>
      <p:sp>
        <p:nvSpPr>
          <p:cNvPr id="4" name="文字版面配置區 3"/>
          <p:cNvSpPr>
            <a:spLocks noGrp="1"/>
          </p:cNvSpPr>
          <p:nvPr>
            <p:ph type="body" sz="half" idx="2"/>
          </p:nvPr>
        </p:nvSpPr>
        <p:spPr>
          <a:xfrm>
            <a:off x="2549529" y="7634290"/>
            <a:ext cx="7802563" cy="1144587"/>
          </a:xfrm>
        </p:spPr>
        <p:txBody>
          <a:bodyPr/>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84849840"/>
      </p:ext>
    </p:extLst>
  </p:cSld>
  <p:clrMapOvr>
    <a:masterClrMapping/>
  </p:clrMapOvr>
  <p:transition xmlns:p14="http://schemas.microsoft.com/office/powerpoint/2010/mai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36639211"/>
      </p:ext>
    </p:extLst>
  </p:cSld>
  <p:clrMapOvr>
    <a:masterClrMapping/>
  </p:clrMapOvr>
  <p:transition xmlns:p14="http://schemas.microsoft.com/office/powerpoint/2010/mai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5035552" y="1409699"/>
            <a:ext cx="1466850" cy="6680201"/>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35001" y="1409699"/>
            <a:ext cx="4248149" cy="6680201"/>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216190050"/>
      </p:ext>
    </p:extLst>
  </p:cSld>
  <p:clrMapOvr>
    <a:masterClrMapping/>
  </p:clrMapOvr>
  <p:transition xmlns:p14="http://schemas.microsoft.com/office/powerpoint/2010/mai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74726" y="3030540"/>
            <a:ext cx="11055350" cy="2090736"/>
          </a:xfrm>
        </p:spPr>
        <p:txBody>
          <a:bodyPr/>
          <a:lstStyle/>
          <a:p>
            <a:r>
              <a:rPr lang="zh-TW" altLang="en-US" smtClean="0"/>
              <a:t>按一下以編輯母片標題樣式</a:t>
            </a:r>
            <a:endParaRPr lang="zh-TW" altLang="en-US"/>
          </a:p>
        </p:txBody>
      </p:sp>
      <p:sp>
        <p:nvSpPr>
          <p:cNvPr id="3" name="子標題 2"/>
          <p:cNvSpPr>
            <a:spLocks noGrp="1"/>
          </p:cNvSpPr>
          <p:nvPr>
            <p:ph type="subTitle" idx="1"/>
          </p:nvPr>
        </p:nvSpPr>
        <p:spPr>
          <a:xfrm>
            <a:off x="1951038" y="5527679"/>
            <a:ext cx="9102726" cy="2492375"/>
          </a:xfrm>
          <a:prstGeom prst="rect">
            <a:avLst/>
          </a:prstGeom>
        </p:spPr>
        <p:txBody>
          <a:bodyPr vert="horz" lIns="91425" tIns="45712" rIns="91425" bIns="45712"/>
          <a:lstStyle>
            <a:lvl1pPr marL="0" indent="0" algn="ctr">
              <a:buNone/>
              <a:defRPr/>
            </a:lvl1pPr>
            <a:lvl2pPr marL="457129" indent="0" algn="ctr">
              <a:buNone/>
              <a:defRPr/>
            </a:lvl2pPr>
            <a:lvl3pPr marL="914260" indent="0" algn="ctr">
              <a:buNone/>
              <a:defRPr/>
            </a:lvl3pPr>
            <a:lvl4pPr marL="1371390" indent="0" algn="ctr">
              <a:buNone/>
              <a:defRPr/>
            </a:lvl4pPr>
            <a:lvl5pPr marL="1828518" indent="0" algn="ctr">
              <a:buNone/>
              <a:defRPr/>
            </a:lvl5pPr>
            <a:lvl6pPr marL="2285650" indent="0" algn="ctr">
              <a:buNone/>
              <a:defRPr/>
            </a:lvl6pPr>
            <a:lvl7pPr marL="2742778" indent="0" algn="ctr">
              <a:buNone/>
              <a:defRPr/>
            </a:lvl7pPr>
            <a:lvl8pPr marL="3199909" indent="0" algn="ctr">
              <a:buNone/>
              <a:defRPr/>
            </a:lvl8pPr>
            <a:lvl9pPr marL="3657039" indent="0" algn="ctr">
              <a:buNone/>
              <a:defRPr/>
            </a:lvl9pPr>
          </a:lstStyle>
          <a:p>
            <a:r>
              <a:rPr lang="zh-TW" altLang="en-US" smtClean="0"/>
              <a:t> 按一下以編輯母片子標題樣式</a:t>
            </a:r>
            <a:endParaRPr lang="zh-TW" altLang="en-US"/>
          </a:p>
        </p:txBody>
      </p:sp>
    </p:spTree>
    <p:extLst>
      <p:ext uri="{BB962C8B-B14F-4D97-AF65-F5344CB8AC3E}">
        <p14:creationId xmlns:p14="http://schemas.microsoft.com/office/powerpoint/2010/main" val="3970207978"/>
      </p:ext>
    </p:extLst>
  </p:cSld>
  <p:clrMapOvr>
    <a:masterClrMapping/>
  </p:clrMapOvr>
  <p:transition xmlns:p14="http://schemas.microsoft.com/office/powerpoint/2010/mai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a:xfrm>
            <a:off x="650876" y="2276479"/>
            <a:ext cx="11703050" cy="6435725"/>
          </a:xfrm>
          <a:prstGeom prst="rect">
            <a:avLst/>
          </a:prstGeom>
        </p:spPr>
        <p:txBody>
          <a:bodyPr vert="horz" lIns="91425" tIns="45712" rIns="91425" bIns="45712"/>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826845185"/>
      </p:ext>
    </p:extLst>
  </p:cSld>
  <p:clrMapOvr>
    <a:masterClrMapping/>
  </p:clrMapOvr>
  <p:transition xmlns:p14="http://schemas.microsoft.com/office/powerpoint/2010/mai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區段標頭">
    <p:spTree>
      <p:nvGrpSpPr>
        <p:cNvPr id="1" name=""/>
        <p:cNvGrpSpPr/>
        <p:nvPr/>
      </p:nvGrpSpPr>
      <p:grpSpPr>
        <a:xfrm>
          <a:off x="0" y="0"/>
          <a:ext cx="0" cy="0"/>
          <a:chOff x="0" y="0"/>
          <a:chExt cx="0" cy="0"/>
        </a:xfrm>
      </p:grpSpPr>
      <p:sp>
        <p:nvSpPr>
          <p:cNvPr id="2" name="標題 1"/>
          <p:cNvSpPr>
            <a:spLocks noGrp="1"/>
          </p:cNvSpPr>
          <p:nvPr>
            <p:ph type="title"/>
          </p:nvPr>
        </p:nvSpPr>
        <p:spPr>
          <a:xfrm>
            <a:off x="1027113" y="6267452"/>
            <a:ext cx="11053761" cy="1936750"/>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1027113" y="4133849"/>
            <a:ext cx="11053761" cy="2133601"/>
          </a:xfrm>
          <a:prstGeom prst="rect">
            <a:avLst/>
          </a:prstGeom>
        </p:spPr>
        <p:txBody>
          <a:bodyPr vert="horz" lIns="91425" tIns="45712" rIns="91425" bIns="45712" anchor="b"/>
          <a:lstStyle>
            <a:lvl1pPr marL="0" indent="0">
              <a:buNone/>
              <a:defRPr sz="2000"/>
            </a:lvl1pPr>
            <a:lvl2pPr marL="457129" indent="0">
              <a:buNone/>
              <a:defRPr sz="1800"/>
            </a:lvl2pPr>
            <a:lvl3pPr marL="914260" indent="0">
              <a:buNone/>
              <a:defRPr sz="1600"/>
            </a:lvl3pPr>
            <a:lvl4pPr marL="1371390" indent="0">
              <a:buNone/>
              <a:defRPr sz="1400"/>
            </a:lvl4pPr>
            <a:lvl5pPr marL="1828518" indent="0">
              <a:buNone/>
              <a:defRPr sz="1400"/>
            </a:lvl5pPr>
            <a:lvl6pPr marL="2285650" indent="0">
              <a:buNone/>
              <a:defRPr sz="1400"/>
            </a:lvl6pPr>
            <a:lvl7pPr marL="2742778" indent="0">
              <a:buNone/>
              <a:defRPr sz="1400"/>
            </a:lvl7pPr>
            <a:lvl8pPr marL="3199909" indent="0">
              <a:buNone/>
              <a:defRPr sz="1400"/>
            </a:lvl8pPr>
            <a:lvl9pPr marL="3657039"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200035259"/>
      </p:ext>
    </p:extLst>
  </p:cSld>
  <p:clrMapOvr>
    <a:masterClrMapping/>
  </p:clrMapOvr>
  <p:transition xmlns:p14="http://schemas.microsoft.com/office/powerpoint/2010/mai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50878" y="2276479"/>
            <a:ext cx="5775324" cy="6435725"/>
          </a:xfrm>
          <a:prstGeom prst="rect">
            <a:avLst/>
          </a:prstGeom>
        </p:spPr>
        <p:txBody>
          <a:bodyPr vert="horz" lIns="91425" tIns="45712" rIns="91425" bIns="45712"/>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578602" y="2276479"/>
            <a:ext cx="5775324" cy="6435725"/>
          </a:xfrm>
          <a:prstGeom prst="rect">
            <a:avLst/>
          </a:prstGeom>
        </p:spPr>
        <p:txBody>
          <a:bodyPr vert="horz" lIns="91425" tIns="45712" rIns="91425" bIns="45712"/>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878021564"/>
      </p:ext>
    </p:extLst>
  </p:cSld>
  <p:clrMapOvr>
    <a:masterClrMapping/>
  </p:clrMapOvr>
  <p:transition xmlns:p14="http://schemas.microsoft.com/office/powerpoint/2010/mai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650876" y="390525"/>
            <a:ext cx="11703050" cy="16256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50876" y="2182814"/>
            <a:ext cx="5745163" cy="909638"/>
          </a:xfrm>
          <a:prstGeom prst="rect">
            <a:avLst/>
          </a:prstGeom>
        </p:spPr>
        <p:txBody>
          <a:bodyPr vert="horz" lIns="91425" tIns="45712" rIns="91425" bIns="45712"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650876" y="3092451"/>
            <a:ext cx="5745163" cy="5619750"/>
          </a:xfrm>
          <a:prstGeom prst="rect">
            <a:avLst/>
          </a:prstGeom>
        </p:spPr>
        <p:txBody>
          <a:bodyPr vert="horz" lIns="91425" tIns="45712" rIns="91425" bIns="45712"/>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605590" y="2182814"/>
            <a:ext cx="5748336" cy="909638"/>
          </a:xfrm>
          <a:prstGeom prst="rect">
            <a:avLst/>
          </a:prstGeom>
        </p:spPr>
        <p:txBody>
          <a:bodyPr vert="horz" lIns="91425" tIns="45712" rIns="91425" bIns="45712"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605590" y="3092451"/>
            <a:ext cx="5748336" cy="5619750"/>
          </a:xfrm>
          <a:prstGeom prst="rect">
            <a:avLst/>
          </a:prstGeom>
        </p:spPr>
        <p:txBody>
          <a:bodyPr vert="horz" lIns="91425" tIns="45712" rIns="91425" bIns="45712"/>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580480917"/>
      </p:ext>
    </p:extLst>
  </p:cSld>
  <p:clrMapOvr>
    <a:masterClrMapping/>
  </p:clrMapOvr>
  <p:transition xmlns:p14="http://schemas.microsoft.com/office/powerpoint/2010/mai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56754363"/>
      </p:ext>
    </p:extLst>
  </p:cSld>
  <p:clrMapOvr>
    <a:masterClrMapping/>
  </p:clrMapOvr>
  <p:transition xmlns:p14="http://schemas.microsoft.com/office/powerpoint/2010/mai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803165818"/>
      </p:ext>
    </p:extLst>
  </p:cSld>
  <p:clrMapOvr>
    <a:masterClrMapping/>
  </p:clrMapOvr>
  <p:transition xmlns:p14="http://schemas.microsoft.com/office/powerpoint/2010/mai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50879" y="388943"/>
            <a:ext cx="4278313" cy="1652587"/>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084763" y="388939"/>
            <a:ext cx="7269163" cy="8323263"/>
          </a:xfrm>
          <a:prstGeom prst="rect">
            <a:avLst/>
          </a:prstGeom>
        </p:spPr>
        <p:txBody>
          <a:bodyPr vert="horz" lIns="91425" tIns="45712" rIns="91425" bIns="45712"/>
          <a:lstStyle>
            <a:lvl1pPr>
              <a:defRPr sz="31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50879" y="2041526"/>
            <a:ext cx="4278313" cy="6670674"/>
          </a:xfrm>
          <a:prstGeom prst="rect">
            <a:avLst/>
          </a:prstGeom>
        </p:spPr>
        <p:txBody>
          <a:bodyPr vert="horz" lIns="91425" tIns="45712" rIns="91425" bIns="45712"/>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3024097102"/>
      </p:ext>
    </p:extLst>
  </p:cSld>
  <p:clrMapOvr>
    <a:masterClrMapping/>
  </p:clrMapOvr>
  <p:transition xmlns:p14="http://schemas.microsoft.com/office/powerpoint/2010/mai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549529" y="6827839"/>
            <a:ext cx="7802563" cy="806450"/>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2549529" y="871538"/>
            <a:ext cx="7802563" cy="5851526"/>
          </a:xfrm>
          <a:prstGeom prst="rect">
            <a:avLst/>
          </a:prstGeom>
        </p:spPr>
        <p:txBody>
          <a:bodyPr vert="horz" lIns="91425" tIns="45712" rIns="91425" bIns="45712"/>
          <a:lstStyle>
            <a:lvl1pPr marL="0" indent="0">
              <a:buNone/>
              <a:defRPr sz="3100"/>
            </a:lvl1pPr>
            <a:lvl2pPr marL="457129" indent="0">
              <a:buNone/>
              <a:defRPr sz="2800"/>
            </a:lvl2pPr>
            <a:lvl3pPr marL="914260" indent="0">
              <a:buNone/>
              <a:defRPr sz="2400"/>
            </a:lvl3pPr>
            <a:lvl4pPr marL="1371390" indent="0">
              <a:buNone/>
              <a:defRPr sz="2000"/>
            </a:lvl4pPr>
            <a:lvl5pPr marL="1828518" indent="0">
              <a:buNone/>
              <a:defRPr sz="2000"/>
            </a:lvl5pPr>
            <a:lvl6pPr marL="2285650" indent="0">
              <a:buNone/>
              <a:defRPr sz="2000"/>
            </a:lvl6pPr>
            <a:lvl7pPr marL="2742778" indent="0">
              <a:buNone/>
              <a:defRPr sz="2000"/>
            </a:lvl7pPr>
            <a:lvl8pPr marL="3199909" indent="0">
              <a:buNone/>
              <a:defRPr sz="2000"/>
            </a:lvl8pPr>
            <a:lvl9pPr marL="3657039" indent="0">
              <a:buNone/>
              <a:defRPr sz="2000"/>
            </a:lvl9pPr>
          </a:lstStyle>
          <a:p>
            <a:pPr lvl="0"/>
            <a:endParaRPr lang="zh-TW" altLang="en-US" noProof="0" smtClean="0">
              <a:sym typeface="Gill Sans" charset="0"/>
            </a:endParaRPr>
          </a:p>
        </p:txBody>
      </p:sp>
      <p:sp>
        <p:nvSpPr>
          <p:cNvPr id="4" name="文字版面配置區 3"/>
          <p:cNvSpPr>
            <a:spLocks noGrp="1"/>
          </p:cNvSpPr>
          <p:nvPr>
            <p:ph type="body" sz="half" idx="2"/>
          </p:nvPr>
        </p:nvSpPr>
        <p:spPr>
          <a:xfrm>
            <a:off x="2549529" y="7634290"/>
            <a:ext cx="7802563" cy="1144587"/>
          </a:xfrm>
          <a:prstGeom prst="rect">
            <a:avLst/>
          </a:prstGeom>
        </p:spPr>
        <p:txBody>
          <a:bodyPr vert="horz" lIns="91425" tIns="45712" rIns="91425" bIns="45712"/>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1227434829"/>
      </p:ext>
    </p:extLst>
  </p:cSld>
  <p:clrMapOvr>
    <a:masterClrMapping/>
  </p:clrMapOvr>
  <p:transition xmlns:p14="http://schemas.microsoft.com/office/powerpoint/2010/mai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50876" y="2276479"/>
            <a:ext cx="11703050" cy="6435725"/>
          </a:xfrm>
          <a:prstGeom prst="rect">
            <a:avLst/>
          </a:prstGeom>
        </p:spPr>
        <p:txBody>
          <a:bodyPr vert="eaVert" lIns="91425" tIns="45712" rIns="91425" bIns="45712"/>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4102146932"/>
      </p:ext>
    </p:extLst>
  </p:cSld>
  <p:clrMapOvr>
    <a:masterClrMapping/>
  </p:clrMapOvr>
  <p:transition xmlns:p14="http://schemas.microsoft.com/office/powerpoint/2010/mai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9428163" y="254000"/>
            <a:ext cx="2925761" cy="8458200"/>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50876" y="254000"/>
            <a:ext cx="8624887" cy="8458200"/>
          </a:xfrm>
          <a:prstGeom prst="rect">
            <a:avLst/>
          </a:prstGeom>
        </p:spPr>
        <p:txBody>
          <a:bodyPr vert="eaVert" lIns="91425" tIns="45712" rIns="91425" bIns="45712"/>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950771832"/>
      </p:ext>
    </p:extLst>
  </p:cSld>
  <p:clrMapOvr>
    <a:masterClrMapping/>
  </p:clrMapOvr>
  <p:transition xmlns:p14="http://schemas.microsoft.com/office/powerpoint/2010/mai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74726" y="3030540"/>
            <a:ext cx="11055350" cy="2090736"/>
          </a:xfrm>
        </p:spPr>
        <p:txBody>
          <a:bodyPr/>
          <a:lstStyle/>
          <a:p>
            <a:r>
              <a:rPr lang="zh-TW" altLang="en-US" smtClean="0"/>
              <a:t>按一下以編輯母片標題樣式</a:t>
            </a:r>
            <a:endParaRPr lang="zh-TW" altLang="en-US"/>
          </a:p>
        </p:txBody>
      </p:sp>
      <p:sp>
        <p:nvSpPr>
          <p:cNvPr id="3" name="子標題 2"/>
          <p:cNvSpPr>
            <a:spLocks noGrp="1"/>
          </p:cNvSpPr>
          <p:nvPr>
            <p:ph type="subTitle" idx="1"/>
          </p:nvPr>
        </p:nvSpPr>
        <p:spPr>
          <a:xfrm>
            <a:off x="1951038" y="5527679"/>
            <a:ext cx="9102726" cy="2492375"/>
          </a:xfrm>
          <a:prstGeom prst="rect">
            <a:avLst/>
          </a:prstGeom>
        </p:spPr>
        <p:txBody>
          <a:bodyPr vert="horz" lIns="91425" tIns="45712" rIns="91425" bIns="45712"/>
          <a:lstStyle>
            <a:lvl1pPr marL="0" indent="0" algn="ctr">
              <a:buNone/>
              <a:defRPr/>
            </a:lvl1pPr>
            <a:lvl2pPr marL="457129" indent="0" algn="ctr">
              <a:buNone/>
              <a:defRPr/>
            </a:lvl2pPr>
            <a:lvl3pPr marL="914260" indent="0" algn="ctr">
              <a:buNone/>
              <a:defRPr/>
            </a:lvl3pPr>
            <a:lvl4pPr marL="1371390" indent="0" algn="ctr">
              <a:buNone/>
              <a:defRPr/>
            </a:lvl4pPr>
            <a:lvl5pPr marL="1828518" indent="0" algn="ctr">
              <a:buNone/>
              <a:defRPr/>
            </a:lvl5pPr>
            <a:lvl6pPr marL="2285650" indent="0" algn="ctr">
              <a:buNone/>
              <a:defRPr/>
            </a:lvl6pPr>
            <a:lvl7pPr marL="2742778" indent="0" algn="ctr">
              <a:buNone/>
              <a:defRPr/>
            </a:lvl7pPr>
            <a:lvl8pPr marL="3199909" indent="0" algn="ctr">
              <a:buNone/>
              <a:defRPr/>
            </a:lvl8pPr>
            <a:lvl9pPr marL="3657039" indent="0" algn="ctr">
              <a:buNone/>
              <a:defRPr/>
            </a:lvl9pPr>
          </a:lstStyle>
          <a:p>
            <a:r>
              <a:rPr lang="zh-TW" altLang="en-US" smtClean="0"/>
              <a:t> 按一下以編輯母片子標題樣式</a:t>
            </a:r>
            <a:endParaRPr lang="zh-TW" altLang="en-US"/>
          </a:p>
        </p:txBody>
      </p:sp>
    </p:spTree>
    <p:extLst>
      <p:ext uri="{BB962C8B-B14F-4D97-AF65-F5344CB8AC3E}">
        <p14:creationId xmlns:p14="http://schemas.microsoft.com/office/powerpoint/2010/main" val="796376197"/>
      </p:ext>
    </p:extLst>
  </p:cSld>
  <p:clrMapOvr>
    <a:masterClrMapping/>
  </p:clrMapOvr>
  <p:transition xmlns:p14="http://schemas.microsoft.com/office/powerpoint/2010/mai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a:xfrm>
            <a:off x="650876" y="2276479"/>
            <a:ext cx="11703050" cy="6435725"/>
          </a:xfrm>
          <a:prstGeom prst="rect">
            <a:avLst/>
          </a:prstGeom>
        </p:spPr>
        <p:txBody>
          <a:bodyPr vert="horz" lIns="91425" tIns="45712" rIns="91425" bIns="45712"/>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50836476"/>
      </p:ext>
    </p:extLst>
  </p:cSld>
  <p:clrMapOvr>
    <a:masterClrMapping/>
  </p:clrMapOvr>
  <p:transition xmlns:p14="http://schemas.microsoft.com/office/powerpoint/2010/mai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區段標頭">
    <p:spTree>
      <p:nvGrpSpPr>
        <p:cNvPr id="1" name=""/>
        <p:cNvGrpSpPr/>
        <p:nvPr/>
      </p:nvGrpSpPr>
      <p:grpSpPr>
        <a:xfrm>
          <a:off x="0" y="0"/>
          <a:ext cx="0" cy="0"/>
          <a:chOff x="0" y="0"/>
          <a:chExt cx="0" cy="0"/>
        </a:xfrm>
      </p:grpSpPr>
      <p:sp>
        <p:nvSpPr>
          <p:cNvPr id="2" name="標題 1"/>
          <p:cNvSpPr>
            <a:spLocks noGrp="1"/>
          </p:cNvSpPr>
          <p:nvPr>
            <p:ph type="title"/>
          </p:nvPr>
        </p:nvSpPr>
        <p:spPr>
          <a:xfrm>
            <a:off x="1027113" y="6267452"/>
            <a:ext cx="11053761" cy="1936750"/>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1027113" y="4133849"/>
            <a:ext cx="11053761" cy="2133601"/>
          </a:xfrm>
          <a:prstGeom prst="rect">
            <a:avLst/>
          </a:prstGeom>
        </p:spPr>
        <p:txBody>
          <a:bodyPr vert="horz" lIns="91425" tIns="45712" rIns="91425" bIns="45712" anchor="b"/>
          <a:lstStyle>
            <a:lvl1pPr marL="0" indent="0">
              <a:buNone/>
              <a:defRPr sz="2000"/>
            </a:lvl1pPr>
            <a:lvl2pPr marL="457129" indent="0">
              <a:buNone/>
              <a:defRPr sz="1800"/>
            </a:lvl2pPr>
            <a:lvl3pPr marL="914260" indent="0">
              <a:buNone/>
              <a:defRPr sz="1600"/>
            </a:lvl3pPr>
            <a:lvl4pPr marL="1371390" indent="0">
              <a:buNone/>
              <a:defRPr sz="1400"/>
            </a:lvl4pPr>
            <a:lvl5pPr marL="1828518" indent="0">
              <a:buNone/>
              <a:defRPr sz="1400"/>
            </a:lvl5pPr>
            <a:lvl6pPr marL="2285650" indent="0">
              <a:buNone/>
              <a:defRPr sz="1400"/>
            </a:lvl6pPr>
            <a:lvl7pPr marL="2742778" indent="0">
              <a:buNone/>
              <a:defRPr sz="1400"/>
            </a:lvl7pPr>
            <a:lvl8pPr marL="3199909" indent="0">
              <a:buNone/>
              <a:defRPr sz="1400"/>
            </a:lvl8pPr>
            <a:lvl9pPr marL="3657039"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1071051622"/>
      </p:ext>
    </p:extLst>
  </p:cSld>
  <p:clrMapOvr>
    <a:masterClrMapping/>
  </p:clrMapOvr>
  <p:transition xmlns:p14="http://schemas.microsoft.com/office/powerpoint/2010/mai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50878" y="2276479"/>
            <a:ext cx="5775324" cy="6435725"/>
          </a:xfrm>
          <a:prstGeom prst="rect">
            <a:avLst/>
          </a:prstGeom>
        </p:spPr>
        <p:txBody>
          <a:bodyPr vert="horz" lIns="91425" tIns="45712" rIns="91425" bIns="45712"/>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578602" y="2276479"/>
            <a:ext cx="5775324" cy="6435725"/>
          </a:xfrm>
          <a:prstGeom prst="rect">
            <a:avLst/>
          </a:prstGeom>
        </p:spPr>
        <p:txBody>
          <a:bodyPr vert="horz" lIns="91425" tIns="45712" rIns="91425" bIns="45712"/>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425598293"/>
      </p:ext>
    </p:extLst>
  </p:cSld>
  <p:clrMapOvr>
    <a:masterClrMapping/>
  </p:clrMapOvr>
  <p:transition xmlns:p14="http://schemas.microsoft.com/office/powerpoint/2010/mai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650876" y="390525"/>
            <a:ext cx="11703050" cy="16256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50876" y="2182814"/>
            <a:ext cx="5745163" cy="909638"/>
          </a:xfrm>
          <a:prstGeom prst="rect">
            <a:avLst/>
          </a:prstGeom>
        </p:spPr>
        <p:txBody>
          <a:bodyPr vert="horz" lIns="91425" tIns="45712" rIns="91425" bIns="45712"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650876" y="3092451"/>
            <a:ext cx="5745163" cy="5619750"/>
          </a:xfrm>
          <a:prstGeom prst="rect">
            <a:avLst/>
          </a:prstGeom>
        </p:spPr>
        <p:txBody>
          <a:bodyPr vert="horz" lIns="91425" tIns="45712" rIns="91425" bIns="45712"/>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605590" y="2182814"/>
            <a:ext cx="5748336" cy="909638"/>
          </a:xfrm>
          <a:prstGeom prst="rect">
            <a:avLst/>
          </a:prstGeom>
        </p:spPr>
        <p:txBody>
          <a:bodyPr vert="horz" lIns="91425" tIns="45712" rIns="91425" bIns="45712"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605590" y="3092451"/>
            <a:ext cx="5748336" cy="5619750"/>
          </a:xfrm>
          <a:prstGeom prst="rect">
            <a:avLst/>
          </a:prstGeom>
        </p:spPr>
        <p:txBody>
          <a:bodyPr vert="horz" lIns="91425" tIns="45712" rIns="91425" bIns="45712"/>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683696913"/>
      </p:ext>
    </p:extLst>
  </p:cSld>
  <p:clrMapOvr>
    <a:masterClrMapping/>
  </p:clrMapOvr>
  <p:transition xmlns:p14="http://schemas.microsoft.com/office/powerpoint/2010/mai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659716087"/>
      </p:ext>
    </p:extLst>
  </p:cSld>
  <p:clrMapOvr>
    <a:masterClrMapping/>
  </p:clrMapOvr>
  <p:transition xmlns:p14="http://schemas.microsoft.com/office/powerpoint/2010/mai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7811101"/>
      </p:ext>
    </p:extLst>
  </p:cSld>
  <p:clrMapOvr>
    <a:masterClrMapping/>
  </p:clrMapOvr>
  <p:transition xmlns:p14="http://schemas.microsoft.com/office/powerpoint/2010/mai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50879" y="388943"/>
            <a:ext cx="4278313" cy="1652587"/>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084763" y="388939"/>
            <a:ext cx="7269163" cy="8323263"/>
          </a:xfrm>
          <a:prstGeom prst="rect">
            <a:avLst/>
          </a:prstGeom>
        </p:spPr>
        <p:txBody>
          <a:bodyPr vert="horz" lIns="91425" tIns="45712" rIns="91425" bIns="45712"/>
          <a:lstStyle>
            <a:lvl1pPr>
              <a:defRPr sz="31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50879" y="2041526"/>
            <a:ext cx="4278313" cy="6670674"/>
          </a:xfrm>
          <a:prstGeom prst="rect">
            <a:avLst/>
          </a:prstGeom>
        </p:spPr>
        <p:txBody>
          <a:bodyPr vert="horz" lIns="91425" tIns="45712" rIns="91425" bIns="45712"/>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1793611707"/>
      </p:ext>
    </p:extLst>
  </p:cSld>
  <p:clrMapOvr>
    <a:masterClrMapping/>
  </p:clrMapOvr>
  <p:transition xmlns:p14="http://schemas.microsoft.com/office/powerpoint/2010/mai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549529" y="6827839"/>
            <a:ext cx="7802563" cy="806450"/>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2549529" y="871538"/>
            <a:ext cx="7802563" cy="5851526"/>
          </a:xfrm>
          <a:prstGeom prst="rect">
            <a:avLst/>
          </a:prstGeom>
        </p:spPr>
        <p:txBody>
          <a:bodyPr vert="horz" lIns="91425" tIns="45712" rIns="91425" bIns="45712"/>
          <a:lstStyle>
            <a:lvl1pPr marL="0" indent="0">
              <a:buNone/>
              <a:defRPr sz="3100"/>
            </a:lvl1pPr>
            <a:lvl2pPr marL="457129" indent="0">
              <a:buNone/>
              <a:defRPr sz="2800"/>
            </a:lvl2pPr>
            <a:lvl3pPr marL="914260" indent="0">
              <a:buNone/>
              <a:defRPr sz="2400"/>
            </a:lvl3pPr>
            <a:lvl4pPr marL="1371390" indent="0">
              <a:buNone/>
              <a:defRPr sz="2000"/>
            </a:lvl4pPr>
            <a:lvl5pPr marL="1828518" indent="0">
              <a:buNone/>
              <a:defRPr sz="2000"/>
            </a:lvl5pPr>
            <a:lvl6pPr marL="2285650" indent="0">
              <a:buNone/>
              <a:defRPr sz="2000"/>
            </a:lvl6pPr>
            <a:lvl7pPr marL="2742778" indent="0">
              <a:buNone/>
              <a:defRPr sz="2000"/>
            </a:lvl7pPr>
            <a:lvl8pPr marL="3199909" indent="0">
              <a:buNone/>
              <a:defRPr sz="2000"/>
            </a:lvl8pPr>
            <a:lvl9pPr marL="3657039" indent="0">
              <a:buNone/>
              <a:defRPr sz="2000"/>
            </a:lvl9pPr>
          </a:lstStyle>
          <a:p>
            <a:pPr lvl="0"/>
            <a:endParaRPr lang="zh-TW" altLang="en-US" noProof="0" smtClean="0">
              <a:sym typeface="Gill Sans" charset="0"/>
            </a:endParaRPr>
          </a:p>
        </p:txBody>
      </p:sp>
      <p:sp>
        <p:nvSpPr>
          <p:cNvPr id="4" name="文字版面配置區 3"/>
          <p:cNvSpPr>
            <a:spLocks noGrp="1"/>
          </p:cNvSpPr>
          <p:nvPr>
            <p:ph type="body" sz="half" idx="2"/>
          </p:nvPr>
        </p:nvSpPr>
        <p:spPr>
          <a:xfrm>
            <a:off x="2549529" y="7634290"/>
            <a:ext cx="7802563" cy="1144587"/>
          </a:xfrm>
          <a:prstGeom prst="rect">
            <a:avLst/>
          </a:prstGeom>
        </p:spPr>
        <p:txBody>
          <a:bodyPr vert="horz" lIns="91425" tIns="45712" rIns="91425" bIns="45712"/>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23542700"/>
      </p:ext>
    </p:extLst>
  </p:cSld>
  <p:clrMapOvr>
    <a:masterClrMapping/>
  </p:clrMapOvr>
  <p:transition xmlns:p14="http://schemas.microsoft.com/office/powerpoint/2010/mai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50876" y="2276479"/>
            <a:ext cx="11703050" cy="6435725"/>
          </a:xfrm>
          <a:prstGeom prst="rect">
            <a:avLst/>
          </a:prstGeom>
        </p:spPr>
        <p:txBody>
          <a:bodyPr vert="eaVert" lIns="91425" tIns="45712" rIns="91425" bIns="45712"/>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92857136"/>
      </p:ext>
    </p:extLst>
  </p:cSld>
  <p:clrMapOvr>
    <a:masterClrMapping/>
  </p:clrMapOvr>
  <p:transition xmlns:p14="http://schemas.microsoft.com/office/powerpoint/2010/mai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9428163" y="2276476"/>
            <a:ext cx="2925761" cy="6791324"/>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50876" y="2276476"/>
            <a:ext cx="8624887" cy="6791324"/>
          </a:xfrm>
          <a:prstGeom prst="rect">
            <a:avLst/>
          </a:prstGeom>
        </p:spPr>
        <p:txBody>
          <a:bodyPr vert="eaVert" lIns="91425" tIns="45712" rIns="91425" bIns="45712"/>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235262458"/>
      </p:ext>
    </p:extLst>
  </p:cSld>
  <p:clrMapOvr>
    <a:masterClrMapping/>
  </p:clrMapOvr>
  <p:transition xmlns:p14="http://schemas.microsoft.com/office/powerpoint/2010/mai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74726" y="3030540"/>
            <a:ext cx="11055350" cy="2090736"/>
          </a:xfrm>
        </p:spPr>
        <p:txBody>
          <a:bodyPr/>
          <a:lstStyle/>
          <a:p>
            <a:r>
              <a:rPr lang="zh-TW" altLang="en-US" smtClean="0"/>
              <a:t>按一下以編輯母片標題樣式</a:t>
            </a:r>
            <a:endParaRPr lang="zh-TW" altLang="en-US"/>
          </a:p>
        </p:txBody>
      </p:sp>
      <p:sp>
        <p:nvSpPr>
          <p:cNvPr id="3" name="子標題 2"/>
          <p:cNvSpPr>
            <a:spLocks noGrp="1"/>
          </p:cNvSpPr>
          <p:nvPr>
            <p:ph type="subTitle" idx="1"/>
          </p:nvPr>
        </p:nvSpPr>
        <p:spPr>
          <a:xfrm>
            <a:off x="1951038" y="5527679"/>
            <a:ext cx="9102726" cy="2492375"/>
          </a:xfrm>
        </p:spPr>
        <p:txBody>
          <a:bodyPr/>
          <a:lstStyle>
            <a:lvl1pPr marL="0" indent="0" algn="ctr">
              <a:buNone/>
              <a:defRPr/>
            </a:lvl1pPr>
            <a:lvl2pPr marL="457129" indent="0" algn="ctr">
              <a:buNone/>
              <a:defRPr/>
            </a:lvl2pPr>
            <a:lvl3pPr marL="914260" indent="0" algn="ctr">
              <a:buNone/>
              <a:defRPr/>
            </a:lvl3pPr>
            <a:lvl4pPr marL="1371390" indent="0" algn="ctr">
              <a:buNone/>
              <a:defRPr/>
            </a:lvl4pPr>
            <a:lvl5pPr marL="1828518" indent="0" algn="ctr">
              <a:buNone/>
              <a:defRPr/>
            </a:lvl5pPr>
            <a:lvl6pPr marL="2285650" indent="0" algn="ctr">
              <a:buNone/>
              <a:defRPr/>
            </a:lvl6pPr>
            <a:lvl7pPr marL="2742778" indent="0" algn="ctr">
              <a:buNone/>
              <a:defRPr/>
            </a:lvl7pPr>
            <a:lvl8pPr marL="3199909" indent="0" algn="ctr">
              <a:buNone/>
              <a:defRPr/>
            </a:lvl8pPr>
            <a:lvl9pPr marL="3657039" indent="0" algn="ctr">
              <a:buNone/>
              <a:defRPr/>
            </a:lvl9pPr>
          </a:lstStyle>
          <a:p>
            <a:r>
              <a:rPr lang="zh-TW" altLang="en-US" smtClean="0"/>
              <a:t> 按一下以編輯母片子標題樣式</a:t>
            </a:r>
            <a:endParaRPr lang="zh-TW" altLang="en-US"/>
          </a:p>
        </p:txBody>
      </p:sp>
    </p:spTree>
    <p:extLst>
      <p:ext uri="{BB962C8B-B14F-4D97-AF65-F5344CB8AC3E}">
        <p14:creationId xmlns:p14="http://schemas.microsoft.com/office/powerpoint/2010/main" val="2176920640"/>
      </p:ext>
    </p:extLst>
  </p:cSld>
  <p:clrMapOvr>
    <a:masterClrMapping/>
  </p:clrMapOvr>
  <p:transition xmlns:p14="http://schemas.microsoft.com/office/powerpoint/2010/mai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667147241"/>
      </p:ext>
    </p:extLst>
  </p:cSld>
  <p:clrMapOvr>
    <a:masterClrMapping/>
  </p:clrMapOvr>
  <p:transition xmlns:p14="http://schemas.microsoft.com/office/powerpoint/2010/mai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區段標頭">
    <p:spTree>
      <p:nvGrpSpPr>
        <p:cNvPr id="1" name=""/>
        <p:cNvGrpSpPr/>
        <p:nvPr/>
      </p:nvGrpSpPr>
      <p:grpSpPr>
        <a:xfrm>
          <a:off x="0" y="0"/>
          <a:ext cx="0" cy="0"/>
          <a:chOff x="0" y="0"/>
          <a:chExt cx="0" cy="0"/>
        </a:xfrm>
      </p:grpSpPr>
      <p:sp>
        <p:nvSpPr>
          <p:cNvPr id="2" name="標題 1"/>
          <p:cNvSpPr>
            <a:spLocks noGrp="1"/>
          </p:cNvSpPr>
          <p:nvPr>
            <p:ph type="title"/>
          </p:nvPr>
        </p:nvSpPr>
        <p:spPr>
          <a:xfrm>
            <a:off x="1027113" y="6267452"/>
            <a:ext cx="11053761" cy="1936750"/>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1027113" y="4133849"/>
            <a:ext cx="11053761" cy="2133601"/>
          </a:xfrm>
        </p:spPr>
        <p:txBody>
          <a:bodyPr anchor="b"/>
          <a:lstStyle>
            <a:lvl1pPr marL="0" indent="0">
              <a:buNone/>
              <a:defRPr sz="2000"/>
            </a:lvl1pPr>
            <a:lvl2pPr marL="457129" indent="0">
              <a:buNone/>
              <a:defRPr sz="1800"/>
            </a:lvl2pPr>
            <a:lvl3pPr marL="914260" indent="0">
              <a:buNone/>
              <a:defRPr sz="1600"/>
            </a:lvl3pPr>
            <a:lvl4pPr marL="1371390" indent="0">
              <a:buNone/>
              <a:defRPr sz="1400"/>
            </a:lvl4pPr>
            <a:lvl5pPr marL="1828518" indent="0">
              <a:buNone/>
              <a:defRPr sz="1400"/>
            </a:lvl5pPr>
            <a:lvl6pPr marL="2285650" indent="0">
              <a:buNone/>
              <a:defRPr sz="1400"/>
            </a:lvl6pPr>
            <a:lvl7pPr marL="2742778" indent="0">
              <a:buNone/>
              <a:defRPr sz="1400"/>
            </a:lvl7pPr>
            <a:lvl8pPr marL="3199909" indent="0">
              <a:buNone/>
              <a:defRPr sz="1400"/>
            </a:lvl8pPr>
            <a:lvl9pPr marL="3657039"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570502139"/>
      </p:ext>
    </p:extLst>
  </p:cSld>
  <p:clrMapOvr>
    <a:masterClrMapping/>
  </p:clrMapOvr>
  <p:transition xmlns:p14="http://schemas.microsoft.com/office/powerpoint/2010/mai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1270001" y="2768604"/>
            <a:ext cx="2444750" cy="57149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3867151" y="2768604"/>
            <a:ext cx="2444750" cy="57149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812455474"/>
      </p:ext>
    </p:extLst>
  </p:cSld>
  <p:clrMapOvr>
    <a:masterClrMapping/>
  </p:clrMapOvr>
  <p:transition xmlns:p14="http://schemas.microsoft.com/office/powerpoint/2010/mai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650876" y="390525"/>
            <a:ext cx="11703050" cy="16256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50876" y="2182814"/>
            <a:ext cx="5745163" cy="909638"/>
          </a:xfrm>
        </p:spPr>
        <p:txBody>
          <a:bodyPr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650876" y="3092451"/>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605590" y="2182814"/>
            <a:ext cx="5748336" cy="909638"/>
          </a:xfrm>
        </p:spPr>
        <p:txBody>
          <a:bodyPr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605590" y="3092451"/>
            <a:ext cx="5748336"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467966593"/>
      </p:ext>
    </p:extLst>
  </p:cSld>
  <p:clrMapOvr>
    <a:masterClrMapping/>
  </p:clrMapOvr>
  <p:transition xmlns:p14="http://schemas.microsoft.com/office/powerpoint/2010/mai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283925607"/>
      </p:ext>
    </p:extLst>
  </p:cSld>
  <p:clrMapOvr>
    <a:masterClrMapping/>
  </p:clrMapOvr>
  <p:transition xmlns:p14="http://schemas.microsoft.com/office/powerpoint/2010/mai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7882715"/>
      </p:ext>
    </p:extLst>
  </p:cSld>
  <p:clrMapOvr>
    <a:masterClrMapping/>
  </p:clrMapOvr>
  <p:transition xmlns:p14="http://schemas.microsoft.com/office/powerpoint/2010/mai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50879" y="388943"/>
            <a:ext cx="4278313" cy="1652587"/>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084763" y="388939"/>
            <a:ext cx="7269163" cy="8323263"/>
          </a:xfrm>
        </p:spPr>
        <p:txBody>
          <a:bodyPr/>
          <a:lstStyle>
            <a:lvl1pPr>
              <a:defRPr sz="31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50879" y="2041526"/>
            <a:ext cx="4278313" cy="6670674"/>
          </a:xfrm>
        </p:spPr>
        <p:txBody>
          <a:bodyPr/>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2486625037"/>
      </p:ext>
    </p:extLst>
  </p:cSld>
  <p:clrMapOvr>
    <a:masterClrMapping/>
  </p:clrMapOvr>
  <p:transition xmlns:p14="http://schemas.microsoft.com/office/powerpoint/2010/mai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549529" y="6827839"/>
            <a:ext cx="7802563" cy="806450"/>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2549529" y="871538"/>
            <a:ext cx="7802563" cy="5851526"/>
          </a:xfrm>
        </p:spPr>
        <p:txBody>
          <a:bodyPr/>
          <a:lstStyle>
            <a:lvl1pPr marL="0" indent="0">
              <a:buNone/>
              <a:defRPr sz="3100"/>
            </a:lvl1pPr>
            <a:lvl2pPr marL="457129" indent="0">
              <a:buNone/>
              <a:defRPr sz="2800"/>
            </a:lvl2pPr>
            <a:lvl3pPr marL="914260" indent="0">
              <a:buNone/>
              <a:defRPr sz="2400"/>
            </a:lvl3pPr>
            <a:lvl4pPr marL="1371390" indent="0">
              <a:buNone/>
              <a:defRPr sz="2000"/>
            </a:lvl4pPr>
            <a:lvl5pPr marL="1828518" indent="0">
              <a:buNone/>
              <a:defRPr sz="2000"/>
            </a:lvl5pPr>
            <a:lvl6pPr marL="2285650" indent="0">
              <a:buNone/>
              <a:defRPr sz="2000"/>
            </a:lvl6pPr>
            <a:lvl7pPr marL="2742778" indent="0">
              <a:buNone/>
              <a:defRPr sz="2000"/>
            </a:lvl7pPr>
            <a:lvl8pPr marL="3199909" indent="0">
              <a:buNone/>
              <a:defRPr sz="2000"/>
            </a:lvl8pPr>
            <a:lvl9pPr marL="3657039" indent="0">
              <a:buNone/>
              <a:defRPr sz="2000"/>
            </a:lvl9pPr>
          </a:lstStyle>
          <a:p>
            <a:pPr lvl="0"/>
            <a:endParaRPr lang="zh-TW" altLang="en-US" noProof="0" smtClean="0">
              <a:sym typeface="Gill Sans" charset="0"/>
            </a:endParaRPr>
          </a:p>
        </p:txBody>
      </p:sp>
      <p:sp>
        <p:nvSpPr>
          <p:cNvPr id="4" name="文字版面配置區 3"/>
          <p:cNvSpPr>
            <a:spLocks noGrp="1"/>
          </p:cNvSpPr>
          <p:nvPr>
            <p:ph type="body" sz="half" idx="2"/>
          </p:nvPr>
        </p:nvSpPr>
        <p:spPr>
          <a:xfrm>
            <a:off x="2549529" y="7634290"/>
            <a:ext cx="7802563" cy="1144587"/>
          </a:xfrm>
        </p:spPr>
        <p:txBody>
          <a:bodyPr/>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2875007588"/>
      </p:ext>
    </p:extLst>
  </p:cSld>
  <p:clrMapOvr>
    <a:masterClrMapping/>
  </p:clrMapOvr>
  <p:transition xmlns:p14="http://schemas.microsoft.com/office/powerpoint/2010/mai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360035754"/>
      </p:ext>
    </p:extLst>
  </p:cSld>
  <p:clrMapOvr>
    <a:masterClrMapping/>
  </p:clrMapOvr>
  <p:transition xmlns:p14="http://schemas.microsoft.com/office/powerpoint/2010/mai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9118599" y="254000"/>
            <a:ext cx="2616201" cy="8229601"/>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1270004" y="254000"/>
            <a:ext cx="7696201" cy="8229601"/>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592942347"/>
      </p:ext>
    </p:extLst>
  </p:cSld>
  <p:clrMapOvr>
    <a:masterClrMapping/>
  </p:clrMapOvr>
  <p:transition xmlns:p14="http://schemas.microsoft.com/office/powerpoint/2010/mai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74726" y="3030540"/>
            <a:ext cx="11055350" cy="2090736"/>
          </a:xfrm>
        </p:spPr>
        <p:txBody>
          <a:bodyPr/>
          <a:lstStyle/>
          <a:p>
            <a:r>
              <a:rPr lang="zh-TW" altLang="en-US" smtClean="0"/>
              <a:t>按一下以編輯母片標題樣式</a:t>
            </a:r>
            <a:endParaRPr lang="zh-TW" altLang="en-US"/>
          </a:p>
        </p:txBody>
      </p:sp>
      <p:sp>
        <p:nvSpPr>
          <p:cNvPr id="3" name="子標題 2"/>
          <p:cNvSpPr>
            <a:spLocks noGrp="1"/>
          </p:cNvSpPr>
          <p:nvPr>
            <p:ph type="subTitle" idx="1"/>
          </p:nvPr>
        </p:nvSpPr>
        <p:spPr>
          <a:xfrm>
            <a:off x="1951038" y="5527679"/>
            <a:ext cx="9102726" cy="2492375"/>
          </a:xfrm>
          <a:prstGeom prst="rect">
            <a:avLst/>
          </a:prstGeom>
        </p:spPr>
        <p:txBody>
          <a:bodyPr vert="horz" lIns="91425" tIns="45712" rIns="91425" bIns="45712"/>
          <a:lstStyle>
            <a:lvl1pPr marL="0" indent="0" algn="ctr">
              <a:buNone/>
              <a:defRPr/>
            </a:lvl1pPr>
            <a:lvl2pPr marL="457129" indent="0" algn="ctr">
              <a:buNone/>
              <a:defRPr/>
            </a:lvl2pPr>
            <a:lvl3pPr marL="914260" indent="0" algn="ctr">
              <a:buNone/>
              <a:defRPr/>
            </a:lvl3pPr>
            <a:lvl4pPr marL="1371390" indent="0" algn="ctr">
              <a:buNone/>
              <a:defRPr/>
            </a:lvl4pPr>
            <a:lvl5pPr marL="1828518" indent="0" algn="ctr">
              <a:buNone/>
              <a:defRPr/>
            </a:lvl5pPr>
            <a:lvl6pPr marL="2285650" indent="0" algn="ctr">
              <a:buNone/>
              <a:defRPr/>
            </a:lvl6pPr>
            <a:lvl7pPr marL="2742778" indent="0" algn="ctr">
              <a:buNone/>
              <a:defRPr/>
            </a:lvl7pPr>
            <a:lvl8pPr marL="3199909" indent="0" algn="ctr">
              <a:buNone/>
              <a:defRPr/>
            </a:lvl8pPr>
            <a:lvl9pPr marL="3657039" indent="0" algn="ctr">
              <a:buNone/>
              <a:defRPr/>
            </a:lvl9pPr>
          </a:lstStyle>
          <a:p>
            <a:r>
              <a:rPr lang="zh-TW" altLang="en-US" smtClean="0"/>
              <a:t> 按一下以編輯母片子標題樣式</a:t>
            </a:r>
            <a:endParaRPr lang="zh-TW" altLang="en-US"/>
          </a:p>
        </p:txBody>
      </p:sp>
    </p:spTree>
    <p:extLst>
      <p:ext uri="{BB962C8B-B14F-4D97-AF65-F5344CB8AC3E}">
        <p14:creationId xmlns:p14="http://schemas.microsoft.com/office/powerpoint/2010/main" val="4067402636"/>
      </p:ext>
    </p:extLst>
  </p:cSld>
  <p:clrMapOvr>
    <a:masterClrMapping/>
  </p:clrMapOvr>
  <p:transition xmlns:p14="http://schemas.microsoft.com/office/powerpoint/2010/mai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a:xfrm>
            <a:off x="650876" y="2276479"/>
            <a:ext cx="11703050" cy="6435725"/>
          </a:xfrm>
          <a:prstGeom prst="rect">
            <a:avLst/>
          </a:prstGeom>
        </p:spPr>
        <p:txBody>
          <a:bodyPr vert="horz" lIns="91425" tIns="45712" rIns="91425" bIns="45712"/>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130017577"/>
      </p:ext>
    </p:extLst>
  </p:cSld>
  <p:clrMapOvr>
    <a:masterClrMapping/>
  </p:clrMapOvr>
  <p:transition xmlns:p14="http://schemas.microsoft.com/office/powerpoint/2010/mai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區段標頭">
    <p:spTree>
      <p:nvGrpSpPr>
        <p:cNvPr id="1" name=""/>
        <p:cNvGrpSpPr/>
        <p:nvPr/>
      </p:nvGrpSpPr>
      <p:grpSpPr>
        <a:xfrm>
          <a:off x="0" y="0"/>
          <a:ext cx="0" cy="0"/>
          <a:chOff x="0" y="0"/>
          <a:chExt cx="0" cy="0"/>
        </a:xfrm>
      </p:grpSpPr>
      <p:sp>
        <p:nvSpPr>
          <p:cNvPr id="2" name="標題 1"/>
          <p:cNvSpPr>
            <a:spLocks noGrp="1"/>
          </p:cNvSpPr>
          <p:nvPr>
            <p:ph type="title"/>
          </p:nvPr>
        </p:nvSpPr>
        <p:spPr>
          <a:xfrm>
            <a:off x="1027113" y="6267452"/>
            <a:ext cx="11053761" cy="1936750"/>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1027113" y="4133849"/>
            <a:ext cx="11053761" cy="2133601"/>
          </a:xfrm>
          <a:prstGeom prst="rect">
            <a:avLst/>
          </a:prstGeom>
        </p:spPr>
        <p:txBody>
          <a:bodyPr vert="horz" lIns="91425" tIns="45712" rIns="91425" bIns="45712" anchor="b"/>
          <a:lstStyle>
            <a:lvl1pPr marL="0" indent="0">
              <a:buNone/>
              <a:defRPr sz="2000"/>
            </a:lvl1pPr>
            <a:lvl2pPr marL="457129" indent="0">
              <a:buNone/>
              <a:defRPr sz="1800"/>
            </a:lvl2pPr>
            <a:lvl3pPr marL="914260" indent="0">
              <a:buNone/>
              <a:defRPr sz="1600"/>
            </a:lvl3pPr>
            <a:lvl4pPr marL="1371390" indent="0">
              <a:buNone/>
              <a:defRPr sz="1400"/>
            </a:lvl4pPr>
            <a:lvl5pPr marL="1828518" indent="0">
              <a:buNone/>
              <a:defRPr sz="1400"/>
            </a:lvl5pPr>
            <a:lvl6pPr marL="2285650" indent="0">
              <a:buNone/>
              <a:defRPr sz="1400"/>
            </a:lvl6pPr>
            <a:lvl7pPr marL="2742778" indent="0">
              <a:buNone/>
              <a:defRPr sz="1400"/>
            </a:lvl7pPr>
            <a:lvl8pPr marL="3199909" indent="0">
              <a:buNone/>
              <a:defRPr sz="1400"/>
            </a:lvl8pPr>
            <a:lvl9pPr marL="3657039"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1194903397"/>
      </p:ext>
    </p:extLst>
  </p:cSld>
  <p:clrMapOvr>
    <a:masterClrMapping/>
  </p:clrMapOvr>
  <p:transition xmlns:p14="http://schemas.microsoft.com/office/powerpoint/2010/mai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50878" y="2276479"/>
            <a:ext cx="5775324" cy="6435725"/>
          </a:xfrm>
          <a:prstGeom prst="rect">
            <a:avLst/>
          </a:prstGeom>
        </p:spPr>
        <p:txBody>
          <a:bodyPr vert="horz" lIns="91425" tIns="45712" rIns="91425" bIns="45712"/>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578602" y="2276479"/>
            <a:ext cx="5775324" cy="6435725"/>
          </a:xfrm>
          <a:prstGeom prst="rect">
            <a:avLst/>
          </a:prstGeom>
        </p:spPr>
        <p:txBody>
          <a:bodyPr vert="horz" lIns="91425" tIns="45712" rIns="91425" bIns="45712"/>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240647500"/>
      </p:ext>
    </p:extLst>
  </p:cSld>
  <p:clrMapOvr>
    <a:masterClrMapping/>
  </p:clrMapOvr>
  <p:transition xmlns:p14="http://schemas.microsoft.com/office/powerpoint/2010/mai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650876" y="390525"/>
            <a:ext cx="11703050" cy="16256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50876" y="2182814"/>
            <a:ext cx="5745163" cy="909638"/>
          </a:xfrm>
          <a:prstGeom prst="rect">
            <a:avLst/>
          </a:prstGeom>
        </p:spPr>
        <p:txBody>
          <a:bodyPr vert="horz" lIns="91425" tIns="45712" rIns="91425" bIns="45712"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650876" y="3092451"/>
            <a:ext cx="5745163" cy="5619750"/>
          </a:xfrm>
          <a:prstGeom prst="rect">
            <a:avLst/>
          </a:prstGeom>
        </p:spPr>
        <p:txBody>
          <a:bodyPr vert="horz" lIns="91425" tIns="45712" rIns="91425" bIns="45712"/>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605590" y="2182814"/>
            <a:ext cx="5748336" cy="909638"/>
          </a:xfrm>
          <a:prstGeom prst="rect">
            <a:avLst/>
          </a:prstGeom>
        </p:spPr>
        <p:txBody>
          <a:bodyPr vert="horz" lIns="91425" tIns="45712" rIns="91425" bIns="45712"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605590" y="3092451"/>
            <a:ext cx="5748336" cy="5619750"/>
          </a:xfrm>
          <a:prstGeom prst="rect">
            <a:avLst/>
          </a:prstGeom>
        </p:spPr>
        <p:txBody>
          <a:bodyPr vert="horz" lIns="91425" tIns="45712" rIns="91425" bIns="45712"/>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1598753216"/>
      </p:ext>
    </p:extLst>
  </p:cSld>
  <p:clrMapOvr>
    <a:masterClrMapping/>
  </p:clrMapOvr>
  <p:transition xmlns:p14="http://schemas.microsoft.com/office/powerpoint/2010/mai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290772527"/>
      </p:ext>
    </p:extLst>
  </p:cSld>
  <p:clrMapOvr>
    <a:masterClrMapping/>
  </p:clrMapOvr>
  <p:transition xmlns:p14="http://schemas.microsoft.com/office/powerpoint/2010/mai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5890283"/>
      </p:ext>
    </p:extLst>
  </p:cSld>
  <p:clrMapOvr>
    <a:masterClrMapping/>
  </p:clrMapOvr>
  <p:transition xmlns:p14="http://schemas.microsoft.com/office/powerpoint/2010/mai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50879" y="388943"/>
            <a:ext cx="4278313" cy="1652587"/>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084763" y="388939"/>
            <a:ext cx="7269163" cy="8323263"/>
          </a:xfrm>
          <a:prstGeom prst="rect">
            <a:avLst/>
          </a:prstGeom>
        </p:spPr>
        <p:txBody>
          <a:bodyPr vert="horz" lIns="91425" tIns="45712" rIns="91425" bIns="45712"/>
          <a:lstStyle>
            <a:lvl1pPr>
              <a:defRPr sz="31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50879" y="2041526"/>
            <a:ext cx="4278313" cy="6670674"/>
          </a:xfrm>
          <a:prstGeom prst="rect">
            <a:avLst/>
          </a:prstGeom>
        </p:spPr>
        <p:txBody>
          <a:bodyPr vert="horz" lIns="91425" tIns="45712" rIns="91425" bIns="45712"/>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4105458444"/>
      </p:ext>
    </p:extLst>
  </p:cSld>
  <p:clrMapOvr>
    <a:masterClrMapping/>
  </p:clrMapOvr>
  <p:transition xmlns:p14="http://schemas.microsoft.com/office/powerpoint/2010/mai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549529" y="6827839"/>
            <a:ext cx="7802563" cy="806450"/>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2549529" y="871538"/>
            <a:ext cx="7802563" cy="5851526"/>
          </a:xfrm>
          <a:prstGeom prst="rect">
            <a:avLst/>
          </a:prstGeom>
        </p:spPr>
        <p:txBody>
          <a:bodyPr vert="horz" lIns="91425" tIns="45712" rIns="91425" bIns="45712"/>
          <a:lstStyle>
            <a:lvl1pPr marL="0" indent="0">
              <a:buNone/>
              <a:defRPr sz="3100"/>
            </a:lvl1pPr>
            <a:lvl2pPr marL="457129" indent="0">
              <a:buNone/>
              <a:defRPr sz="2800"/>
            </a:lvl2pPr>
            <a:lvl3pPr marL="914260" indent="0">
              <a:buNone/>
              <a:defRPr sz="2400"/>
            </a:lvl3pPr>
            <a:lvl4pPr marL="1371390" indent="0">
              <a:buNone/>
              <a:defRPr sz="2000"/>
            </a:lvl4pPr>
            <a:lvl5pPr marL="1828518" indent="0">
              <a:buNone/>
              <a:defRPr sz="2000"/>
            </a:lvl5pPr>
            <a:lvl6pPr marL="2285650" indent="0">
              <a:buNone/>
              <a:defRPr sz="2000"/>
            </a:lvl6pPr>
            <a:lvl7pPr marL="2742778" indent="0">
              <a:buNone/>
              <a:defRPr sz="2000"/>
            </a:lvl7pPr>
            <a:lvl8pPr marL="3199909" indent="0">
              <a:buNone/>
              <a:defRPr sz="2000"/>
            </a:lvl8pPr>
            <a:lvl9pPr marL="3657039" indent="0">
              <a:buNone/>
              <a:defRPr sz="2000"/>
            </a:lvl9pPr>
          </a:lstStyle>
          <a:p>
            <a:pPr lvl="0"/>
            <a:endParaRPr lang="zh-TW" altLang="en-US" noProof="0" smtClean="0">
              <a:sym typeface="Gill Sans" charset="0"/>
            </a:endParaRPr>
          </a:p>
        </p:txBody>
      </p:sp>
      <p:sp>
        <p:nvSpPr>
          <p:cNvPr id="4" name="文字版面配置區 3"/>
          <p:cNvSpPr>
            <a:spLocks noGrp="1"/>
          </p:cNvSpPr>
          <p:nvPr>
            <p:ph type="body" sz="half" idx="2"/>
          </p:nvPr>
        </p:nvSpPr>
        <p:spPr>
          <a:xfrm>
            <a:off x="2549529" y="7634290"/>
            <a:ext cx="7802563" cy="1144587"/>
          </a:xfrm>
          <a:prstGeom prst="rect">
            <a:avLst/>
          </a:prstGeom>
        </p:spPr>
        <p:txBody>
          <a:bodyPr vert="horz" lIns="91425" tIns="45712" rIns="91425" bIns="45712"/>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3268659722"/>
      </p:ext>
    </p:extLst>
  </p:cSld>
  <p:clrMapOvr>
    <a:masterClrMapping/>
  </p:clrMapOvr>
  <p:transition xmlns:p14="http://schemas.microsoft.com/office/powerpoint/2010/mai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50876" y="2276479"/>
            <a:ext cx="11703050" cy="6435725"/>
          </a:xfrm>
          <a:prstGeom prst="rect">
            <a:avLst/>
          </a:prstGeom>
        </p:spPr>
        <p:txBody>
          <a:bodyPr vert="eaVert" lIns="91425" tIns="45712" rIns="91425" bIns="45712"/>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459654909"/>
      </p:ext>
    </p:extLst>
  </p:cSld>
  <p:clrMapOvr>
    <a:masterClrMapping/>
  </p:clrMapOvr>
  <p:transition xmlns:p14="http://schemas.microsoft.com/office/powerpoint/2010/mai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9428163" y="2276479"/>
            <a:ext cx="2925761" cy="64357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50876" y="2276479"/>
            <a:ext cx="8624887" cy="6435725"/>
          </a:xfrm>
          <a:prstGeom prst="rect">
            <a:avLst/>
          </a:prstGeom>
        </p:spPr>
        <p:txBody>
          <a:bodyPr vert="eaVert" lIns="91425" tIns="45712" rIns="91425" bIns="45712"/>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4144474304"/>
      </p:ext>
    </p:extLst>
  </p:cSld>
  <p:clrMapOvr>
    <a:masterClrMapping/>
  </p:clrMapOvr>
  <p:transition xmlns:p14="http://schemas.microsoft.com/office/powerpoint/2010/mai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74726" y="3030540"/>
            <a:ext cx="11055350" cy="2090736"/>
          </a:xfrm>
        </p:spPr>
        <p:txBody>
          <a:bodyPr/>
          <a:lstStyle/>
          <a:p>
            <a:r>
              <a:rPr lang="zh-TW" altLang="en-US" smtClean="0"/>
              <a:t>按一下以編輯母片標題樣式</a:t>
            </a:r>
            <a:endParaRPr lang="zh-TW" altLang="en-US"/>
          </a:p>
        </p:txBody>
      </p:sp>
      <p:sp>
        <p:nvSpPr>
          <p:cNvPr id="3" name="子標題 2"/>
          <p:cNvSpPr>
            <a:spLocks noGrp="1"/>
          </p:cNvSpPr>
          <p:nvPr>
            <p:ph type="subTitle" idx="1"/>
          </p:nvPr>
        </p:nvSpPr>
        <p:spPr>
          <a:xfrm>
            <a:off x="1951038" y="5527679"/>
            <a:ext cx="9102726" cy="2492375"/>
          </a:xfrm>
        </p:spPr>
        <p:txBody>
          <a:bodyPr/>
          <a:lstStyle>
            <a:lvl1pPr marL="0" indent="0" algn="ctr">
              <a:buNone/>
              <a:defRPr/>
            </a:lvl1pPr>
            <a:lvl2pPr marL="457129" indent="0" algn="ctr">
              <a:buNone/>
              <a:defRPr/>
            </a:lvl2pPr>
            <a:lvl3pPr marL="914260" indent="0" algn="ctr">
              <a:buNone/>
              <a:defRPr/>
            </a:lvl3pPr>
            <a:lvl4pPr marL="1371390" indent="0" algn="ctr">
              <a:buNone/>
              <a:defRPr/>
            </a:lvl4pPr>
            <a:lvl5pPr marL="1828518" indent="0" algn="ctr">
              <a:buNone/>
              <a:defRPr/>
            </a:lvl5pPr>
            <a:lvl6pPr marL="2285650" indent="0" algn="ctr">
              <a:buNone/>
              <a:defRPr/>
            </a:lvl6pPr>
            <a:lvl7pPr marL="2742778" indent="0" algn="ctr">
              <a:buNone/>
              <a:defRPr/>
            </a:lvl7pPr>
            <a:lvl8pPr marL="3199909" indent="0" algn="ctr">
              <a:buNone/>
              <a:defRPr/>
            </a:lvl8pPr>
            <a:lvl9pPr marL="3657039" indent="0" algn="ctr">
              <a:buNone/>
              <a:defRPr/>
            </a:lvl9pPr>
          </a:lstStyle>
          <a:p>
            <a:r>
              <a:rPr lang="zh-TW" altLang="en-US" smtClean="0"/>
              <a:t> 按一下以編輯母片子標題樣式</a:t>
            </a:r>
            <a:endParaRPr lang="zh-TW" altLang="en-US"/>
          </a:p>
        </p:txBody>
      </p:sp>
    </p:spTree>
    <p:extLst>
      <p:ext uri="{BB962C8B-B14F-4D97-AF65-F5344CB8AC3E}">
        <p14:creationId xmlns:p14="http://schemas.microsoft.com/office/powerpoint/2010/main" val="1264395362"/>
      </p:ext>
    </p:extLst>
  </p:cSld>
  <p:clrMapOvr>
    <a:masterClrMapping/>
  </p:clrMapOvr>
  <p:transition xmlns:p14="http://schemas.microsoft.com/office/powerpoint/2010/mai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114725210"/>
      </p:ext>
    </p:extLst>
  </p:cSld>
  <p:clrMapOvr>
    <a:masterClrMapping/>
  </p:clrMapOvr>
  <p:transition xmlns:p14="http://schemas.microsoft.com/office/powerpoint/2010/mai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區段標頭">
    <p:spTree>
      <p:nvGrpSpPr>
        <p:cNvPr id="1" name=""/>
        <p:cNvGrpSpPr/>
        <p:nvPr/>
      </p:nvGrpSpPr>
      <p:grpSpPr>
        <a:xfrm>
          <a:off x="0" y="0"/>
          <a:ext cx="0" cy="0"/>
          <a:chOff x="0" y="0"/>
          <a:chExt cx="0" cy="0"/>
        </a:xfrm>
      </p:grpSpPr>
      <p:sp>
        <p:nvSpPr>
          <p:cNvPr id="2" name="標題 1"/>
          <p:cNvSpPr>
            <a:spLocks noGrp="1"/>
          </p:cNvSpPr>
          <p:nvPr>
            <p:ph type="title"/>
          </p:nvPr>
        </p:nvSpPr>
        <p:spPr>
          <a:xfrm>
            <a:off x="1027113" y="6267452"/>
            <a:ext cx="11053761" cy="1936750"/>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1027113" y="4133849"/>
            <a:ext cx="11053761" cy="2133601"/>
          </a:xfrm>
        </p:spPr>
        <p:txBody>
          <a:bodyPr anchor="b"/>
          <a:lstStyle>
            <a:lvl1pPr marL="0" indent="0">
              <a:buNone/>
              <a:defRPr sz="2000"/>
            </a:lvl1pPr>
            <a:lvl2pPr marL="457129" indent="0">
              <a:buNone/>
              <a:defRPr sz="1800"/>
            </a:lvl2pPr>
            <a:lvl3pPr marL="914260" indent="0">
              <a:buNone/>
              <a:defRPr sz="1600"/>
            </a:lvl3pPr>
            <a:lvl4pPr marL="1371390" indent="0">
              <a:buNone/>
              <a:defRPr sz="1400"/>
            </a:lvl4pPr>
            <a:lvl5pPr marL="1828518" indent="0">
              <a:buNone/>
              <a:defRPr sz="1400"/>
            </a:lvl5pPr>
            <a:lvl6pPr marL="2285650" indent="0">
              <a:buNone/>
              <a:defRPr sz="1400"/>
            </a:lvl6pPr>
            <a:lvl7pPr marL="2742778" indent="0">
              <a:buNone/>
              <a:defRPr sz="1400"/>
            </a:lvl7pPr>
            <a:lvl8pPr marL="3199909" indent="0">
              <a:buNone/>
              <a:defRPr sz="1400"/>
            </a:lvl8pPr>
            <a:lvl9pPr marL="3657039" indent="0">
              <a:buNone/>
              <a:defRPr sz="1400"/>
            </a:lvl9pPr>
          </a:lstStyle>
          <a:p>
            <a:pPr lvl="0"/>
            <a:r>
              <a:rPr lang="zh-TW" altLang="en-US" smtClean="0"/>
              <a:t>按一下以編輯母片文字樣式</a:t>
            </a:r>
          </a:p>
        </p:txBody>
      </p:sp>
    </p:spTree>
    <p:extLst>
      <p:ext uri="{BB962C8B-B14F-4D97-AF65-F5344CB8AC3E}">
        <p14:creationId xmlns:p14="http://schemas.microsoft.com/office/powerpoint/2010/main" val="1450789794"/>
      </p:ext>
    </p:extLst>
  </p:cSld>
  <p:clrMapOvr>
    <a:masterClrMapping/>
  </p:clrMapOvr>
  <p:transition xmlns:p14="http://schemas.microsoft.com/office/powerpoint/2010/mai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1270001" y="2768604"/>
            <a:ext cx="2444750" cy="57149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3867151" y="2768604"/>
            <a:ext cx="2444750" cy="571499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657254799"/>
      </p:ext>
    </p:extLst>
  </p:cSld>
  <p:clrMapOvr>
    <a:masterClrMapping/>
  </p:clrMapOvr>
  <p:transition xmlns:p14="http://schemas.microsoft.com/office/powerpoint/2010/mai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650876" y="390525"/>
            <a:ext cx="11703050" cy="16256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50876" y="2182814"/>
            <a:ext cx="5745163" cy="909638"/>
          </a:xfrm>
        </p:spPr>
        <p:txBody>
          <a:bodyPr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650876" y="3092451"/>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605590" y="2182814"/>
            <a:ext cx="5748336" cy="909638"/>
          </a:xfrm>
        </p:spPr>
        <p:txBody>
          <a:bodyPr anchor="b"/>
          <a:lstStyle>
            <a:lvl1pPr marL="0" indent="0">
              <a:buNone/>
              <a:defRPr sz="2400" b="1"/>
            </a:lvl1pPr>
            <a:lvl2pPr marL="457129" indent="0">
              <a:buNone/>
              <a:defRPr sz="2000" b="1"/>
            </a:lvl2pPr>
            <a:lvl3pPr marL="914260" indent="0">
              <a:buNone/>
              <a:defRPr sz="1800" b="1"/>
            </a:lvl3pPr>
            <a:lvl4pPr marL="1371390" indent="0">
              <a:buNone/>
              <a:defRPr sz="1600" b="1"/>
            </a:lvl4pPr>
            <a:lvl5pPr marL="1828518" indent="0">
              <a:buNone/>
              <a:defRPr sz="1600" b="1"/>
            </a:lvl5pPr>
            <a:lvl6pPr marL="2285650" indent="0">
              <a:buNone/>
              <a:defRPr sz="1600" b="1"/>
            </a:lvl6pPr>
            <a:lvl7pPr marL="2742778" indent="0">
              <a:buNone/>
              <a:defRPr sz="1600" b="1"/>
            </a:lvl7pPr>
            <a:lvl8pPr marL="3199909" indent="0">
              <a:buNone/>
              <a:defRPr sz="1600" b="1"/>
            </a:lvl8pPr>
            <a:lvl9pPr marL="3657039"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605590" y="3092451"/>
            <a:ext cx="5748336"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3449473256"/>
      </p:ext>
    </p:extLst>
  </p:cSld>
  <p:clrMapOvr>
    <a:masterClrMapping/>
  </p:clrMapOvr>
  <p:transition xmlns:p14="http://schemas.microsoft.com/office/powerpoint/2010/mai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2293831768"/>
      </p:ext>
    </p:extLst>
  </p:cSld>
  <p:clrMapOvr>
    <a:masterClrMapping/>
  </p:clrMapOvr>
  <p:transition xmlns:p14="http://schemas.microsoft.com/office/powerpoint/2010/mai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2848777"/>
      </p:ext>
    </p:extLst>
  </p:cSld>
  <p:clrMapOvr>
    <a:masterClrMapping/>
  </p:clrMapOvr>
  <p:transition xmlns:p14="http://schemas.microsoft.com/office/powerpoint/2010/mai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50879" y="388943"/>
            <a:ext cx="4278313" cy="1652587"/>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084763" y="388939"/>
            <a:ext cx="7269163" cy="8323263"/>
          </a:xfrm>
        </p:spPr>
        <p:txBody>
          <a:bodyPr/>
          <a:lstStyle>
            <a:lvl1pPr>
              <a:defRPr sz="31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50879" y="2041526"/>
            <a:ext cx="4278313" cy="6670674"/>
          </a:xfrm>
        </p:spPr>
        <p:txBody>
          <a:bodyPr/>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1373793728"/>
      </p:ext>
    </p:extLst>
  </p:cSld>
  <p:clrMapOvr>
    <a:masterClrMapping/>
  </p:clrMapOvr>
  <p:transition xmlns:p14="http://schemas.microsoft.com/office/powerpoint/2010/mai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549529" y="6827839"/>
            <a:ext cx="7802563" cy="806450"/>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2549529" y="871538"/>
            <a:ext cx="7802563" cy="5851526"/>
          </a:xfrm>
        </p:spPr>
        <p:txBody>
          <a:bodyPr/>
          <a:lstStyle>
            <a:lvl1pPr marL="0" indent="0">
              <a:buNone/>
              <a:defRPr sz="3100"/>
            </a:lvl1pPr>
            <a:lvl2pPr marL="457129" indent="0">
              <a:buNone/>
              <a:defRPr sz="2800"/>
            </a:lvl2pPr>
            <a:lvl3pPr marL="914260" indent="0">
              <a:buNone/>
              <a:defRPr sz="2400"/>
            </a:lvl3pPr>
            <a:lvl4pPr marL="1371390" indent="0">
              <a:buNone/>
              <a:defRPr sz="2000"/>
            </a:lvl4pPr>
            <a:lvl5pPr marL="1828518" indent="0">
              <a:buNone/>
              <a:defRPr sz="2000"/>
            </a:lvl5pPr>
            <a:lvl6pPr marL="2285650" indent="0">
              <a:buNone/>
              <a:defRPr sz="2000"/>
            </a:lvl6pPr>
            <a:lvl7pPr marL="2742778" indent="0">
              <a:buNone/>
              <a:defRPr sz="2000"/>
            </a:lvl7pPr>
            <a:lvl8pPr marL="3199909" indent="0">
              <a:buNone/>
              <a:defRPr sz="2000"/>
            </a:lvl8pPr>
            <a:lvl9pPr marL="3657039" indent="0">
              <a:buNone/>
              <a:defRPr sz="2000"/>
            </a:lvl9pPr>
          </a:lstStyle>
          <a:p>
            <a:pPr lvl="0"/>
            <a:endParaRPr lang="zh-TW" altLang="en-US" noProof="0" smtClean="0">
              <a:sym typeface="Gill Sans" charset="0"/>
            </a:endParaRPr>
          </a:p>
        </p:txBody>
      </p:sp>
      <p:sp>
        <p:nvSpPr>
          <p:cNvPr id="4" name="文字版面配置區 3"/>
          <p:cNvSpPr>
            <a:spLocks noGrp="1"/>
          </p:cNvSpPr>
          <p:nvPr>
            <p:ph type="body" sz="half" idx="2"/>
          </p:nvPr>
        </p:nvSpPr>
        <p:spPr>
          <a:xfrm>
            <a:off x="2549529" y="7634290"/>
            <a:ext cx="7802563" cy="1144587"/>
          </a:xfrm>
        </p:spPr>
        <p:txBody>
          <a:bodyPr/>
          <a:lstStyle>
            <a:lvl1pPr marL="0" indent="0">
              <a:buNone/>
              <a:defRPr sz="1400"/>
            </a:lvl1pPr>
            <a:lvl2pPr marL="457129" indent="0">
              <a:buNone/>
              <a:defRPr sz="1100"/>
            </a:lvl2pPr>
            <a:lvl3pPr marL="914260" indent="0">
              <a:buNone/>
              <a:defRPr sz="1000"/>
            </a:lvl3pPr>
            <a:lvl4pPr marL="1371390" indent="0">
              <a:buNone/>
              <a:defRPr sz="900"/>
            </a:lvl4pPr>
            <a:lvl5pPr marL="1828518" indent="0">
              <a:buNone/>
              <a:defRPr sz="900"/>
            </a:lvl5pPr>
            <a:lvl6pPr marL="2285650" indent="0">
              <a:buNone/>
              <a:defRPr sz="900"/>
            </a:lvl6pPr>
            <a:lvl7pPr marL="2742778" indent="0">
              <a:buNone/>
              <a:defRPr sz="900"/>
            </a:lvl7pPr>
            <a:lvl8pPr marL="3199909" indent="0">
              <a:buNone/>
              <a:defRPr sz="900"/>
            </a:lvl8pPr>
            <a:lvl9pPr marL="3657039" indent="0">
              <a:buNone/>
              <a:defRPr sz="900"/>
            </a:lvl9pPr>
          </a:lstStyle>
          <a:p>
            <a:pPr lvl="0"/>
            <a:r>
              <a:rPr lang="zh-TW" altLang="en-US" smtClean="0"/>
              <a:t>按一下以編輯母片文字樣式</a:t>
            </a:r>
          </a:p>
        </p:txBody>
      </p:sp>
    </p:spTree>
    <p:extLst>
      <p:ext uri="{BB962C8B-B14F-4D97-AF65-F5344CB8AC3E}">
        <p14:creationId xmlns:p14="http://schemas.microsoft.com/office/powerpoint/2010/main" val="4092246895"/>
      </p:ext>
    </p:extLst>
  </p:cSld>
  <p:clrMapOvr>
    <a:masterClrMapping/>
  </p:clrMapOvr>
  <p:transition xmlns:p14="http://schemas.microsoft.com/office/powerpoint/2010/mai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663672968"/>
      </p:ext>
    </p:extLst>
  </p:cSld>
  <p:clrMapOvr>
    <a:masterClrMapping/>
  </p:clrMapOvr>
  <p:transition xmlns:p14="http://schemas.microsoft.com/office/powerpoint/2010/mai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9118599" y="254000"/>
            <a:ext cx="2616201" cy="8229601"/>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1270004" y="254000"/>
            <a:ext cx="7696201" cy="8229601"/>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extLst>
      <p:ext uri="{BB962C8B-B14F-4D97-AF65-F5344CB8AC3E}">
        <p14:creationId xmlns:p14="http://schemas.microsoft.com/office/powerpoint/2010/main" val="2843262029"/>
      </p:ext>
    </p:extLst>
  </p:cSld>
  <p:clrMapOvr>
    <a:masterClrMapping/>
  </p:clrMapOvr>
  <p:transition xmlns:p14="http://schemas.microsoft.com/office/powerpoint/2010/mai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75360" y="3029940"/>
            <a:ext cx="11054080" cy="2090702"/>
          </a:xfrm>
        </p:spPr>
        <p:txBody>
          <a:bodyPr/>
          <a:lstStyle/>
          <a:p>
            <a:r>
              <a:rPr kumimoji="1" lang="zh-TW" altLang="en-US" smtClean="0"/>
              <a:t>按一下以編輯母片標題樣式</a:t>
            </a:r>
            <a:endParaRPr kumimoji="1" lang="zh-TW" altLang="en-US"/>
          </a:p>
        </p:txBody>
      </p:sp>
      <p:sp>
        <p:nvSpPr>
          <p:cNvPr id="3" name="子標題 2"/>
          <p:cNvSpPr>
            <a:spLocks noGrp="1"/>
          </p:cNvSpPr>
          <p:nvPr>
            <p:ph type="subTitle" idx="1"/>
          </p:nvPr>
        </p:nvSpPr>
        <p:spPr>
          <a:xfrm>
            <a:off x="1950720" y="5527040"/>
            <a:ext cx="9103360" cy="2492587"/>
          </a:xfrm>
        </p:spPr>
        <p:txBody>
          <a:bodyPr/>
          <a:lstStyle>
            <a:lvl1pPr marL="0" indent="0" algn="ctr">
              <a:buNone/>
              <a:defRPr>
                <a:solidFill>
                  <a:schemeClr val="tx1">
                    <a:tint val="75000"/>
                  </a:schemeClr>
                </a:solidFill>
              </a:defRPr>
            </a:lvl1pPr>
            <a:lvl2pPr marL="650130" indent="0" algn="ctr">
              <a:buNone/>
              <a:defRPr>
                <a:solidFill>
                  <a:schemeClr val="tx1">
                    <a:tint val="75000"/>
                  </a:schemeClr>
                </a:solidFill>
              </a:defRPr>
            </a:lvl2pPr>
            <a:lvl3pPr marL="1300259" indent="0" algn="ctr">
              <a:buNone/>
              <a:defRPr>
                <a:solidFill>
                  <a:schemeClr val="tx1">
                    <a:tint val="75000"/>
                  </a:schemeClr>
                </a:solidFill>
              </a:defRPr>
            </a:lvl3pPr>
            <a:lvl4pPr marL="1950391" indent="0" algn="ctr">
              <a:buNone/>
              <a:defRPr>
                <a:solidFill>
                  <a:schemeClr val="tx1">
                    <a:tint val="75000"/>
                  </a:schemeClr>
                </a:solidFill>
              </a:defRPr>
            </a:lvl4pPr>
            <a:lvl5pPr marL="2600520" indent="0" algn="ctr">
              <a:buNone/>
              <a:defRPr>
                <a:solidFill>
                  <a:schemeClr val="tx1">
                    <a:tint val="75000"/>
                  </a:schemeClr>
                </a:solidFill>
              </a:defRPr>
            </a:lvl5pPr>
            <a:lvl6pPr marL="3250650" indent="0" algn="ctr">
              <a:buNone/>
              <a:defRPr>
                <a:solidFill>
                  <a:schemeClr val="tx1">
                    <a:tint val="75000"/>
                  </a:schemeClr>
                </a:solidFill>
              </a:defRPr>
            </a:lvl6pPr>
            <a:lvl7pPr marL="3900782" indent="0" algn="ctr">
              <a:buNone/>
              <a:defRPr>
                <a:solidFill>
                  <a:schemeClr val="tx1">
                    <a:tint val="75000"/>
                  </a:schemeClr>
                </a:solidFill>
              </a:defRPr>
            </a:lvl7pPr>
            <a:lvl8pPr marL="4550909" indent="0" algn="ctr">
              <a:buNone/>
              <a:defRPr>
                <a:solidFill>
                  <a:schemeClr val="tx1">
                    <a:tint val="75000"/>
                  </a:schemeClr>
                </a:solidFill>
              </a:defRPr>
            </a:lvl8pPr>
            <a:lvl9pPr marL="5201041" indent="0" algn="ctr">
              <a:buNone/>
              <a:defRPr>
                <a:solidFill>
                  <a:schemeClr val="tx1">
                    <a:tint val="75000"/>
                  </a:schemeClr>
                </a:solidFill>
              </a:defRPr>
            </a:lvl9pPr>
          </a:lstStyle>
          <a:p>
            <a:r>
              <a:rPr kumimoji="1" lang="zh-TW" altLang="en-US" smtClean="0"/>
              <a:t>按一下以編輯母片子標題樣式</a:t>
            </a:r>
            <a:endParaRPr kumimoji="1" lang="zh-TW" altLang="en-US"/>
          </a:p>
        </p:txBody>
      </p:sp>
      <p:sp>
        <p:nvSpPr>
          <p:cNvPr id="4" name="日期版面配置區 3"/>
          <p:cNvSpPr>
            <a:spLocks noGrp="1"/>
          </p:cNvSpPr>
          <p:nvPr>
            <p:ph type="dt" sz="half" idx="10"/>
          </p:nvPr>
        </p:nvSpPr>
        <p:spPr/>
        <p:txBody>
          <a:bodyPr/>
          <a:lstStyle/>
          <a:p>
            <a:fld id="{27BE9F91-1B30-8741-9147-6D4380B23FA5}" type="datetimeFigureOut">
              <a:rPr kumimoji="1" lang="zh-TW" altLang="en-US" smtClean="0"/>
              <a:t>13/9/4</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185CC33C-1A45-FB43-88A1-AB455F81BE83}" type="slidenum">
              <a:rPr kumimoji="1" lang="zh-TW" altLang="en-US" smtClean="0"/>
              <a:t>‹#›</a:t>
            </a:fld>
            <a:endParaRPr kumimoji="1" lang="zh-TW" altLang="en-US"/>
          </a:p>
        </p:txBody>
      </p:sp>
    </p:spTree>
    <p:extLst>
      <p:ext uri="{BB962C8B-B14F-4D97-AF65-F5344CB8AC3E}">
        <p14:creationId xmlns:p14="http://schemas.microsoft.com/office/powerpoint/2010/main" val="78607075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內容版面配置區 2"/>
          <p:cNvSpPr>
            <a:spLocks noGrp="1"/>
          </p:cNvSpPr>
          <p:nvPr>
            <p:ph idx="1"/>
          </p:nvPr>
        </p:nvSpPr>
        <p:spPr/>
        <p:txBody>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10"/>
          </p:nvPr>
        </p:nvSpPr>
        <p:spPr/>
        <p:txBody>
          <a:bodyPr/>
          <a:lstStyle/>
          <a:p>
            <a:fld id="{27BE9F91-1B30-8741-9147-6D4380B23FA5}" type="datetimeFigureOut">
              <a:rPr kumimoji="1" lang="zh-TW" altLang="en-US" smtClean="0"/>
              <a:t>13/9/4</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185CC33C-1A45-FB43-88A1-AB455F81BE83}" type="slidenum">
              <a:rPr kumimoji="1" lang="zh-TW" altLang="en-US" smtClean="0"/>
              <a:t>‹#›</a:t>
            </a:fld>
            <a:endParaRPr kumimoji="1" lang="zh-TW" altLang="en-US"/>
          </a:p>
        </p:txBody>
      </p:sp>
    </p:spTree>
    <p:extLst>
      <p:ext uri="{BB962C8B-B14F-4D97-AF65-F5344CB8AC3E}">
        <p14:creationId xmlns:p14="http://schemas.microsoft.com/office/powerpoint/2010/main" val="240358393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區段標頭">
    <p:spTree>
      <p:nvGrpSpPr>
        <p:cNvPr id="1" name=""/>
        <p:cNvGrpSpPr/>
        <p:nvPr/>
      </p:nvGrpSpPr>
      <p:grpSpPr>
        <a:xfrm>
          <a:off x="0" y="0"/>
          <a:ext cx="0" cy="0"/>
          <a:chOff x="0" y="0"/>
          <a:chExt cx="0" cy="0"/>
        </a:xfrm>
      </p:grpSpPr>
      <p:sp>
        <p:nvSpPr>
          <p:cNvPr id="2" name="標題 1"/>
          <p:cNvSpPr>
            <a:spLocks noGrp="1"/>
          </p:cNvSpPr>
          <p:nvPr>
            <p:ph type="title"/>
          </p:nvPr>
        </p:nvSpPr>
        <p:spPr>
          <a:xfrm>
            <a:off x="1027290" y="6267596"/>
            <a:ext cx="11054080" cy="1937173"/>
          </a:xfrm>
        </p:spPr>
        <p:txBody>
          <a:bodyPr anchor="t"/>
          <a:lstStyle>
            <a:lvl1pPr algn="l">
              <a:defRPr sz="5700" b="1" cap="all"/>
            </a:lvl1pPr>
          </a:lstStyle>
          <a:p>
            <a:r>
              <a:rPr kumimoji="1" lang="zh-TW" altLang="en-US" smtClean="0"/>
              <a:t>按一下以編輯母片標題樣式</a:t>
            </a:r>
            <a:endParaRPr kumimoji="1" lang="zh-TW" altLang="en-US"/>
          </a:p>
        </p:txBody>
      </p:sp>
      <p:sp>
        <p:nvSpPr>
          <p:cNvPr id="3" name="文字版面配置區 2"/>
          <p:cNvSpPr>
            <a:spLocks noGrp="1"/>
          </p:cNvSpPr>
          <p:nvPr>
            <p:ph type="body" idx="1"/>
          </p:nvPr>
        </p:nvSpPr>
        <p:spPr>
          <a:xfrm>
            <a:off x="1027290" y="4133997"/>
            <a:ext cx="11054080" cy="2133599"/>
          </a:xfrm>
        </p:spPr>
        <p:txBody>
          <a:bodyPr anchor="b"/>
          <a:lstStyle>
            <a:lvl1pPr marL="0" indent="0">
              <a:buNone/>
              <a:defRPr sz="2800">
                <a:solidFill>
                  <a:schemeClr val="tx1">
                    <a:tint val="75000"/>
                  </a:schemeClr>
                </a:solidFill>
              </a:defRPr>
            </a:lvl1pPr>
            <a:lvl2pPr marL="650130" indent="0">
              <a:buNone/>
              <a:defRPr sz="2600">
                <a:solidFill>
                  <a:schemeClr val="tx1">
                    <a:tint val="75000"/>
                  </a:schemeClr>
                </a:solidFill>
              </a:defRPr>
            </a:lvl2pPr>
            <a:lvl3pPr marL="1300259" indent="0">
              <a:buNone/>
              <a:defRPr sz="2300">
                <a:solidFill>
                  <a:schemeClr val="tx1">
                    <a:tint val="75000"/>
                  </a:schemeClr>
                </a:solidFill>
              </a:defRPr>
            </a:lvl3pPr>
            <a:lvl4pPr marL="1950391" indent="0">
              <a:buNone/>
              <a:defRPr sz="2000">
                <a:solidFill>
                  <a:schemeClr val="tx1">
                    <a:tint val="75000"/>
                  </a:schemeClr>
                </a:solidFill>
              </a:defRPr>
            </a:lvl4pPr>
            <a:lvl5pPr marL="2600520" indent="0">
              <a:buNone/>
              <a:defRPr sz="2000">
                <a:solidFill>
                  <a:schemeClr val="tx1">
                    <a:tint val="75000"/>
                  </a:schemeClr>
                </a:solidFill>
              </a:defRPr>
            </a:lvl5pPr>
            <a:lvl6pPr marL="3250650" indent="0">
              <a:buNone/>
              <a:defRPr sz="2000">
                <a:solidFill>
                  <a:schemeClr val="tx1">
                    <a:tint val="75000"/>
                  </a:schemeClr>
                </a:solidFill>
              </a:defRPr>
            </a:lvl6pPr>
            <a:lvl7pPr marL="3900782" indent="0">
              <a:buNone/>
              <a:defRPr sz="2000">
                <a:solidFill>
                  <a:schemeClr val="tx1">
                    <a:tint val="75000"/>
                  </a:schemeClr>
                </a:solidFill>
              </a:defRPr>
            </a:lvl7pPr>
            <a:lvl8pPr marL="4550909" indent="0">
              <a:buNone/>
              <a:defRPr sz="2000">
                <a:solidFill>
                  <a:schemeClr val="tx1">
                    <a:tint val="75000"/>
                  </a:schemeClr>
                </a:solidFill>
              </a:defRPr>
            </a:lvl8pPr>
            <a:lvl9pPr marL="5201041" indent="0">
              <a:buNone/>
              <a:defRPr sz="2000">
                <a:solidFill>
                  <a:schemeClr val="tx1">
                    <a:tint val="75000"/>
                  </a:schemeClr>
                </a:solidFill>
              </a:defRPr>
            </a:lvl9pPr>
          </a:lstStyle>
          <a:p>
            <a:pPr lvl="0"/>
            <a:r>
              <a:rPr kumimoji="1" lang="zh-TW" altLang="en-US" smtClean="0"/>
              <a:t>按一下以編輯母片文字樣式</a:t>
            </a:r>
          </a:p>
        </p:txBody>
      </p:sp>
      <p:sp>
        <p:nvSpPr>
          <p:cNvPr id="4" name="日期版面配置區 3"/>
          <p:cNvSpPr>
            <a:spLocks noGrp="1"/>
          </p:cNvSpPr>
          <p:nvPr>
            <p:ph type="dt" sz="half" idx="10"/>
          </p:nvPr>
        </p:nvSpPr>
        <p:spPr/>
        <p:txBody>
          <a:bodyPr/>
          <a:lstStyle/>
          <a:p>
            <a:fld id="{27BE9F91-1B30-8741-9147-6D4380B23FA5}" type="datetimeFigureOut">
              <a:rPr kumimoji="1" lang="zh-TW" altLang="en-US" smtClean="0"/>
              <a:t>13/9/4</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185CC33C-1A45-FB43-88A1-AB455F81BE83}" type="slidenum">
              <a:rPr kumimoji="1" lang="zh-TW" altLang="en-US" smtClean="0"/>
              <a:t>‹#›</a:t>
            </a:fld>
            <a:endParaRPr kumimoji="1" lang="zh-TW" altLang="en-US"/>
          </a:p>
        </p:txBody>
      </p:sp>
    </p:spTree>
    <p:extLst>
      <p:ext uri="{BB962C8B-B14F-4D97-AF65-F5344CB8AC3E}">
        <p14:creationId xmlns:p14="http://schemas.microsoft.com/office/powerpoint/2010/main" val="259244664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內容版面配置區 2"/>
          <p:cNvSpPr>
            <a:spLocks noGrp="1"/>
          </p:cNvSpPr>
          <p:nvPr>
            <p:ph sz="half" idx="1"/>
          </p:nvPr>
        </p:nvSpPr>
        <p:spPr>
          <a:xfrm>
            <a:off x="650240" y="2275845"/>
            <a:ext cx="5743787" cy="6436925"/>
          </a:xfrm>
        </p:spPr>
        <p:txBody>
          <a:bodyPr/>
          <a:lstStyle>
            <a:lvl1pPr>
              <a:defRPr sz="4000"/>
            </a:lvl1pPr>
            <a:lvl2pPr>
              <a:defRPr sz="3400"/>
            </a:lvl2pPr>
            <a:lvl3pPr>
              <a:defRPr sz="2800"/>
            </a:lvl3pPr>
            <a:lvl4pPr>
              <a:defRPr sz="2600"/>
            </a:lvl4pPr>
            <a:lvl5pPr>
              <a:defRPr sz="2600"/>
            </a:lvl5pPr>
            <a:lvl6pPr>
              <a:defRPr sz="2600"/>
            </a:lvl6pPr>
            <a:lvl7pPr>
              <a:defRPr sz="2600"/>
            </a:lvl7pPr>
            <a:lvl8pPr>
              <a:defRPr sz="2600"/>
            </a:lvl8pPr>
            <a:lvl9pPr>
              <a:defRPr sz="2600"/>
            </a:lvl9p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內容版面配置區 3"/>
          <p:cNvSpPr>
            <a:spLocks noGrp="1"/>
          </p:cNvSpPr>
          <p:nvPr>
            <p:ph sz="half" idx="2"/>
          </p:nvPr>
        </p:nvSpPr>
        <p:spPr>
          <a:xfrm>
            <a:off x="6610773" y="2275845"/>
            <a:ext cx="5743787" cy="6436925"/>
          </a:xfrm>
        </p:spPr>
        <p:txBody>
          <a:bodyPr/>
          <a:lstStyle>
            <a:lvl1pPr>
              <a:defRPr sz="4000"/>
            </a:lvl1pPr>
            <a:lvl2pPr>
              <a:defRPr sz="3400"/>
            </a:lvl2pPr>
            <a:lvl3pPr>
              <a:defRPr sz="2800"/>
            </a:lvl3pPr>
            <a:lvl4pPr>
              <a:defRPr sz="2600"/>
            </a:lvl4pPr>
            <a:lvl5pPr>
              <a:defRPr sz="2600"/>
            </a:lvl5pPr>
            <a:lvl6pPr>
              <a:defRPr sz="2600"/>
            </a:lvl6pPr>
            <a:lvl7pPr>
              <a:defRPr sz="2600"/>
            </a:lvl7pPr>
            <a:lvl8pPr>
              <a:defRPr sz="2600"/>
            </a:lvl8pPr>
            <a:lvl9pPr>
              <a:defRPr sz="2600"/>
            </a:lvl9p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5" name="日期版面配置區 4"/>
          <p:cNvSpPr>
            <a:spLocks noGrp="1"/>
          </p:cNvSpPr>
          <p:nvPr>
            <p:ph type="dt" sz="half" idx="10"/>
          </p:nvPr>
        </p:nvSpPr>
        <p:spPr/>
        <p:txBody>
          <a:bodyPr/>
          <a:lstStyle/>
          <a:p>
            <a:fld id="{27BE9F91-1B30-8741-9147-6D4380B23FA5}" type="datetimeFigureOut">
              <a:rPr kumimoji="1" lang="zh-TW" altLang="en-US" smtClean="0"/>
              <a:t>13/9/4</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185CC33C-1A45-FB43-88A1-AB455F81BE83}" type="slidenum">
              <a:rPr kumimoji="1" lang="zh-TW" altLang="en-US" smtClean="0"/>
              <a:t>‹#›</a:t>
            </a:fld>
            <a:endParaRPr kumimoji="1" lang="zh-TW" altLang="en-US"/>
          </a:p>
        </p:txBody>
      </p:sp>
    </p:spTree>
    <p:extLst>
      <p:ext uri="{BB962C8B-B14F-4D97-AF65-F5344CB8AC3E}">
        <p14:creationId xmlns:p14="http://schemas.microsoft.com/office/powerpoint/2010/main" val="309166548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kumimoji="1" lang="zh-TW" altLang="en-US" smtClean="0"/>
              <a:t>按一下以編輯母片標題樣式</a:t>
            </a:r>
            <a:endParaRPr kumimoji="1" lang="zh-TW" altLang="en-US"/>
          </a:p>
        </p:txBody>
      </p:sp>
      <p:sp>
        <p:nvSpPr>
          <p:cNvPr id="3" name="文字版面配置區 2"/>
          <p:cNvSpPr>
            <a:spLocks noGrp="1"/>
          </p:cNvSpPr>
          <p:nvPr>
            <p:ph type="body" idx="1"/>
          </p:nvPr>
        </p:nvSpPr>
        <p:spPr>
          <a:xfrm>
            <a:off x="650240" y="2183272"/>
            <a:ext cx="5746045" cy="909884"/>
          </a:xfrm>
        </p:spPr>
        <p:txBody>
          <a:bodyPr anchor="b"/>
          <a:lstStyle>
            <a:lvl1pPr marL="0" indent="0">
              <a:buNone/>
              <a:defRPr sz="3400" b="1"/>
            </a:lvl1pPr>
            <a:lvl2pPr marL="650130" indent="0">
              <a:buNone/>
              <a:defRPr sz="2800" b="1"/>
            </a:lvl2pPr>
            <a:lvl3pPr marL="1300259" indent="0">
              <a:buNone/>
              <a:defRPr sz="2600" b="1"/>
            </a:lvl3pPr>
            <a:lvl4pPr marL="1950391" indent="0">
              <a:buNone/>
              <a:defRPr sz="2300" b="1"/>
            </a:lvl4pPr>
            <a:lvl5pPr marL="2600520" indent="0">
              <a:buNone/>
              <a:defRPr sz="2300" b="1"/>
            </a:lvl5pPr>
            <a:lvl6pPr marL="3250650" indent="0">
              <a:buNone/>
              <a:defRPr sz="2300" b="1"/>
            </a:lvl6pPr>
            <a:lvl7pPr marL="3900782" indent="0">
              <a:buNone/>
              <a:defRPr sz="2300" b="1"/>
            </a:lvl7pPr>
            <a:lvl8pPr marL="4550909" indent="0">
              <a:buNone/>
              <a:defRPr sz="2300" b="1"/>
            </a:lvl8pPr>
            <a:lvl9pPr marL="5201041" indent="0">
              <a:buNone/>
              <a:defRPr sz="2300" b="1"/>
            </a:lvl9pPr>
          </a:lstStyle>
          <a:p>
            <a:pPr lvl="0"/>
            <a:r>
              <a:rPr kumimoji="1" lang="zh-TW" altLang="en-US" smtClean="0"/>
              <a:t>按一下以編輯母片文字樣式</a:t>
            </a:r>
          </a:p>
        </p:txBody>
      </p:sp>
      <p:sp>
        <p:nvSpPr>
          <p:cNvPr id="4" name="內容版面配置區 3"/>
          <p:cNvSpPr>
            <a:spLocks noGrp="1"/>
          </p:cNvSpPr>
          <p:nvPr>
            <p:ph sz="half" idx="2"/>
          </p:nvPr>
        </p:nvSpPr>
        <p:spPr>
          <a:xfrm>
            <a:off x="650240" y="3093155"/>
            <a:ext cx="5746045" cy="5619610"/>
          </a:xfrm>
        </p:spPr>
        <p:txBody>
          <a:bodyPr/>
          <a:lstStyle>
            <a:lvl1pPr>
              <a:defRPr sz="3400"/>
            </a:lvl1pPr>
            <a:lvl2pPr>
              <a:defRPr sz="2800"/>
            </a:lvl2pPr>
            <a:lvl3pPr>
              <a:defRPr sz="2600"/>
            </a:lvl3pPr>
            <a:lvl4pPr>
              <a:defRPr sz="2300"/>
            </a:lvl4pPr>
            <a:lvl5pPr>
              <a:defRPr sz="2300"/>
            </a:lvl5pPr>
            <a:lvl6pPr>
              <a:defRPr sz="2300"/>
            </a:lvl6pPr>
            <a:lvl7pPr>
              <a:defRPr sz="2300"/>
            </a:lvl7pPr>
            <a:lvl8pPr>
              <a:defRPr sz="2300"/>
            </a:lvl8pPr>
            <a:lvl9pPr>
              <a:defRPr sz="2300"/>
            </a:lvl9p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5" name="文字版面配置區 4"/>
          <p:cNvSpPr>
            <a:spLocks noGrp="1"/>
          </p:cNvSpPr>
          <p:nvPr>
            <p:ph type="body" sz="quarter" idx="3"/>
          </p:nvPr>
        </p:nvSpPr>
        <p:spPr>
          <a:xfrm>
            <a:off x="6606260" y="2183272"/>
            <a:ext cx="5748302" cy="909884"/>
          </a:xfrm>
        </p:spPr>
        <p:txBody>
          <a:bodyPr anchor="b"/>
          <a:lstStyle>
            <a:lvl1pPr marL="0" indent="0">
              <a:buNone/>
              <a:defRPr sz="3400" b="1"/>
            </a:lvl1pPr>
            <a:lvl2pPr marL="650130" indent="0">
              <a:buNone/>
              <a:defRPr sz="2800" b="1"/>
            </a:lvl2pPr>
            <a:lvl3pPr marL="1300259" indent="0">
              <a:buNone/>
              <a:defRPr sz="2600" b="1"/>
            </a:lvl3pPr>
            <a:lvl4pPr marL="1950391" indent="0">
              <a:buNone/>
              <a:defRPr sz="2300" b="1"/>
            </a:lvl4pPr>
            <a:lvl5pPr marL="2600520" indent="0">
              <a:buNone/>
              <a:defRPr sz="2300" b="1"/>
            </a:lvl5pPr>
            <a:lvl6pPr marL="3250650" indent="0">
              <a:buNone/>
              <a:defRPr sz="2300" b="1"/>
            </a:lvl6pPr>
            <a:lvl7pPr marL="3900782" indent="0">
              <a:buNone/>
              <a:defRPr sz="2300" b="1"/>
            </a:lvl7pPr>
            <a:lvl8pPr marL="4550909" indent="0">
              <a:buNone/>
              <a:defRPr sz="2300" b="1"/>
            </a:lvl8pPr>
            <a:lvl9pPr marL="5201041" indent="0">
              <a:buNone/>
              <a:defRPr sz="2300" b="1"/>
            </a:lvl9pPr>
          </a:lstStyle>
          <a:p>
            <a:pPr lvl="0"/>
            <a:r>
              <a:rPr kumimoji="1" lang="zh-TW" altLang="en-US" smtClean="0"/>
              <a:t>按一下以編輯母片文字樣式</a:t>
            </a:r>
          </a:p>
        </p:txBody>
      </p:sp>
      <p:sp>
        <p:nvSpPr>
          <p:cNvPr id="6" name="內容版面配置區 5"/>
          <p:cNvSpPr>
            <a:spLocks noGrp="1"/>
          </p:cNvSpPr>
          <p:nvPr>
            <p:ph sz="quarter" idx="4"/>
          </p:nvPr>
        </p:nvSpPr>
        <p:spPr>
          <a:xfrm>
            <a:off x="6606260" y="3093155"/>
            <a:ext cx="5748302" cy="5619610"/>
          </a:xfrm>
        </p:spPr>
        <p:txBody>
          <a:bodyPr/>
          <a:lstStyle>
            <a:lvl1pPr>
              <a:defRPr sz="3400"/>
            </a:lvl1pPr>
            <a:lvl2pPr>
              <a:defRPr sz="2800"/>
            </a:lvl2pPr>
            <a:lvl3pPr>
              <a:defRPr sz="2600"/>
            </a:lvl3pPr>
            <a:lvl4pPr>
              <a:defRPr sz="2300"/>
            </a:lvl4pPr>
            <a:lvl5pPr>
              <a:defRPr sz="2300"/>
            </a:lvl5pPr>
            <a:lvl6pPr>
              <a:defRPr sz="2300"/>
            </a:lvl6pPr>
            <a:lvl7pPr>
              <a:defRPr sz="2300"/>
            </a:lvl7pPr>
            <a:lvl8pPr>
              <a:defRPr sz="2300"/>
            </a:lvl8pPr>
            <a:lvl9pPr>
              <a:defRPr sz="2300"/>
            </a:lvl9p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7" name="日期版面配置區 6"/>
          <p:cNvSpPr>
            <a:spLocks noGrp="1"/>
          </p:cNvSpPr>
          <p:nvPr>
            <p:ph type="dt" sz="half" idx="10"/>
          </p:nvPr>
        </p:nvSpPr>
        <p:spPr/>
        <p:txBody>
          <a:bodyPr/>
          <a:lstStyle/>
          <a:p>
            <a:fld id="{27BE9F91-1B30-8741-9147-6D4380B23FA5}" type="datetimeFigureOut">
              <a:rPr kumimoji="1" lang="zh-TW" altLang="en-US" smtClean="0"/>
              <a:t>13/9/4</a:t>
            </a:fld>
            <a:endParaRPr kumimoji="1" lang="zh-TW" altLang="en-US"/>
          </a:p>
        </p:txBody>
      </p:sp>
      <p:sp>
        <p:nvSpPr>
          <p:cNvPr id="8" name="頁尾版面配置區 7"/>
          <p:cNvSpPr>
            <a:spLocks noGrp="1"/>
          </p:cNvSpPr>
          <p:nvPr>
            <p:ph type="ftr" sz="quarter" idx="11"/>
          </p:nvPr>
        </p:nvSpPr>
        <p:spPr/>
        <p:txBody>
          <a:bodyPr/>
          <a:lstStyle/>
          <a:p>
            <a:endParaRPr kumimoji="1" lang="zh-TW" altLang="en-US"/>
          </a:p>
        </p:txBody>
      </p:sp>
      <p:sp>
        <p:nvSpPr>
          <p:cNvPr id="9" name="投影片編號版面配置區 8"/>
          <p:cNvSpPr>
            <a:spLocks noGrp="1"/>
          </p:cNvSpPr>
          <p:nvPr>
            <p:ph type="sldNum" sz="quarter" idx="12"/>
          </p:nvPr>
        </p:nvSpPr>
        <p:spPr/>
        <p:txBody>
          <a:bodyPr/>
          <a:lstStyle/>
          <a:p>
            <a:fld id="{185CC33C-1A45-FB43-88A1-AB455F81BE83}" type="slidenum">
              <a:rPr kumimoji="1" lang="zh-TW" altLang="en-US" smtClean="0"/>
              <a:t>‹#›</a:t>
            </a:fld>
            <a:endParaRPr kumimoji="1" lang="zh-TW" altLang="en-US"/>
          </a:p>
        </p:txBody>
      </p:sp>
    </p:spTree>
    <p:extLst>
      <p:ext uri="{BB962C8B-B14F-4D97-AF65-F5344CB8AC3E}">
        <p14:creationId xmlns:p14="http://schemas.microsoft.com/office/powerpoint/2010/main" val="292370937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日期版面配置區 2"/>
          <p:cNvSpPr>
            <a:spLocks noGrp="1"/>
          </p:cNvSpPr>
          <p:nvPr>
            <p:ph type="dt" sz="half" idx="10"/>
          </p:nvPr>
        </p:nvSpPr>
        <p:spPr/>
        <p:txBody>
          <a:bodyPr/>
          <a:lstStyle/>
          <a:p>
            <a:fld id="{27BE9F91-1B30-8741-9147-6D4380B23FA5}" type="datetimeFigureOut">
              <a:rPr kumimoji="1" lang="zh-TW" altLang="en-US" smtClean="0"/>
              <a:t>13/9/4</a:t>
            </a:fld>
            <a:endParaRPr kumimoji="1" lang="zh-TW" altLang="en-US"/>
          </a:p>
        </p:txBody>
      </p:sp>
      <p:sp>
        <p:nvSpPr>
          <p:cNvPr id="4" name="頁尾版面配置區 3"/>
          <p:cNvSpPr>
            <a:spLocks noGrp="1"/>
          </p:cNvSpPr>
          <p:nvPr>
            <p:ph type="ftr" sz="quarter" idx="11"/>
          </p:nvPr>
        </p:nvSpPr>
        <p:spPr/>
        <p:txBody>
          <a:bodyPr/>
          <a:lstStyle/>
          <a:p>
            <a:endParaRPr kumimoji="1" lang="zh-TW" altLang="en-US"/>
          </a:p>
        </p:txBody>
      </p:sp>
      <p:sp>
        <p:nvSpPr>
          <p:cNvPr id="5" name="投影片編號版面配置區 4"/>
          <p:cNvSpPr>
            <a:spLocks noGrp="1"/>
          </p:cNvSpPr>
          <p:nvPr>
            <p:ph type="sldNum" sz="quarter" idx="12"/>
          </p:nvPr>
        </p:nvSpPr>
        <p:spPr/>
        <p:txBody>
          <a:bodyPr/>
          <a:lstStyle/>
          <a:p>
            <a:fld id="{185CC33C-1A45-FB43-88A1-AB455F81BE83}" type="slidenum">
              <a:rPr kumimoji="1" lang="zh-TW" altLang="en-US" smtClean="0"/>
              <a:t>‹#›</a:t>
            </a:fld>
            <a:endParaRPr kumimoji="1" lang="zh-TW" altLang="en-US"/>
          </a:p>
        </p:txBody>
      </p:sp>
    </p:spTree>
    <p:extLst>
      <p:ext uri="{BB962C8B-B14F-4D97-AF65-F5344CB8AC3E}">
        <p14:creationId xmlns:p14="http://schemas.microsoft.com/office/powerpoint/2010/main" val="346418252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7BE9F91-1B30-8741-9147-6D4380B23FA5}" type="datetimeFigureOut">
              <a:rPr kumimoji="1" lang="zh-TW" altLang="en-US" smtClean="0"/>
              <a:t>13/9/4</a:t>
            </a:fld>
            <a:endParaRPr kumimoji="1" lang="zh-TW" altLang="en-US"/>
          </a:p>
        </p:txBody>
      </p:sp>
      <p:sp>
        <p:nvSpPr>
          <p:cNvPr id="3" name="頁尾版面配置區 2"/>
          <p:cNvSpPr>
            <a:spLocks noGrp="1"/>
          </p:cNvSpPr>
          <p:nvPr>
            <p:ph type="ftr" sz="quarter" idx="11"/>
          </p:nvPr>
        </p:nvSpPr>
        <p:spPr/>
        <p:txBody>
          <a:bodyPr/>
          <a:lstStyle/>
          <a:p>
            <a:endParaRPr kumimoji="1" lang="zh-TW" altLang="en-US"/>
          </a:p>
        </p:txBody>
      </p:sp>
      <p:sp>
        <p:nvSpPr>
          <p:cNvPr id="4" name="投影片編號版面配置區 3"/>
          <p:cNvSpPr>
            <a:spLocks noGrp="1"/>
          </p:cNvSpPr>
          <p:nvPr>
            <p:ph type="sldNum" sz="quarter" idx="12"/>
          </p:nvPr>
        </p:nvSpPr>
        <p:spPr/>
        <p:txBody>
          <a:bodyPr/>
          <a:lstStyle/>
          <a:p>
            <a:fld id="{185CC33C-1A45-FB43-88A1-AB455F81BE83}" type="slidenum">
              <a:rPr kumimoji="1" lang="zh-TW" altLang="en-US" smtClean="0"/>
              <a:t>‹#›</a:t>
            </a:fld>
            <a:endParaRPr kumimoji="1" lang="zh-TW" altLang="en-US"/>
          </a:p>
        </p:txBody>
      </p:sp>
    </p:spTree>
    <p:extLst>
      <p:ext uri="{BB962C8B-B14F-4D97-AF65-F5344CB8AC3E}">
        <p14:creationId xmlns:p14="http://schemas.microsoft.com/office/powerpoint/2010/main" val="305775830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50243" y="388338"/>
            <a:ext cx="4278490" cy="1652693"/>
          </a:xfrm>
        </p:spPr>
        <p:txBody>
          <a:bodyPr anchor="b"/>
          <a:lstStyle>
            <a:lvl1pPr algn="l">
              <a:defRPr sz="2800" b="1"/>
            </a:lvl1pPr>
          </a:lstStyle>
          <a:p>
            <a:r>
              <a:rPr kumimoji="1" lang="zh-TW" altLang="en-US" smtClean="0"/>
              <a:t>按一下以編輯母片標題樣式</a:t>
            </a:r>
            <a:endParaRPr kumimoji="1" lang="zh-TW" altLang="en-US"/>
          </a:p>
        </p:txBody>
      </p:sp>
      <p:sp>
        <p:nvSpPr>
          <p:cNvPr id="3" name="內容版面配置區 2"/>
          <p:cNvSpPr>
            <a:spLocks noGrp="1"/>
          </p:cNvSpPr>
          <p:nvPr>
            <p:ph idx="1"/>
          </p:nvPr>
        </p:nvSpPr>
        <p:spPr>
          <a:xfrm>
            <a:off x="5084516" y="388343"/>
            <a:ext cx="7270044" cy="8324427"/>
          </a:xfrm>
        </p:spPr>
        <p:txBody>
          <a:bodyPr/>
          <a:lstStyle>
            <a:lvl1pPr>
              <a:defRPr sz="4600"/>
            </a:lvl1pPr>
            <a:lvl2pPr>
              <a:defRPr sz="4000"/>
            </a:lvl2pPr>
            <a:lvl3pPr>
              <a:defRPr sz="3400"/>
            </a:lvl3pPr>
            <a:lvl4pPr>
              <a:defRPr sz="2800"/>
            </a:lvl4pPr>
            <a:lvl5pPr>
              <a:defRPr sz="2800"/>
            </a:lvl5pPr>
            <a:lvl6pPr>
              <a:defRPr sz="2800"/>
            </a:lvl6pPr>
            <a:lvl7pPr>
              <a:defRPr sz="2800"/>
            </a:lvl7pPr>
            <a:lvl8pPr>
              <a:defRPr sz="2800"/>
            </a:lvl8pPr>
            <a:lvl9pPr>
              <a:defRPr sz="2800"/>
            </a:lvl9p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文字版面配置區 3"/>
          <p:cNvSpPr>
            <a:spLocks noGrp="1"/>
          </p:cNvSpPr>
          <p:nvPr>
            <p:ph type="body" sz="half" idx="2"/>
          </p:nvPr>
        </p:nvSpPr>
        <p:spPr>
          <a:xfrm>
            <a:off x="650243" y="2041033"/>
            <a:ext cx="4278490" cy="6671734"/>
          </a:xfrm>
        </p:spPr>
        <p:txBody>
          <a:bodyPr/>
          <a:lstStyle>
            <a:lvl1pPr marL="0" indent="0">
              <a:buNone/>
              <a:defRPr sz="2000"/>
            </a:lvl1pPr>
            <a:lvl2pPr marL="650130" indent="0">
              <a:buNone/>
              <a:defRPr sz="1700"/>
            </a:lvl2pPr>
            <a:lvl3pPr marL="1300259" indent="0">
              <a:buNone/>
              <a:defRPr sz="1400"/>
            </a:lvl3pPr>
            <a:lvl4pPr marL="1950391" indent="0">
              <a:buNone/>
              <a:defRPr sz="1300"/>
            </a:lvl4pPr>
            <a:lvl5pPr marL="2600520" indent="0">
              <a:buNone/>
              <a:defRPr sz="1300"/>
            </a:lvl5pPr>
            <a:lvl6pPr marL="3250650" indent="0">
              <a:buNone/>
              <a:defRPr sz="1300"/>
            </a:lvl6pPr>
            <a:lvl7pPr marL="3900782" indent="0">
              <a:buNone/>
              <a:defRPr sz="1300"/>
            </a:lvl7pPr>
            <a:lvl8pPr marL="4550909" indent="0">
              <a:buNone/>
              <a:defRPr sz="1300"/>
            </a:lvl8pPr>
            <a:lvl9pPr marL="5201041" indent="0">
              <a:buNone/>
              <a:defRPr sz="1300"/>
            </a:lvl9pPr>
          </a:lstStyle>
          <a:p>
            <a:pPr lvl="0"/>
            <a:r>
              <a:rPr kumimoji="1" lang="zh-TW" altLang="en-US" smtClean="0"/>
              <a:t>按一下以編輯母片文字樣式</a:t>
            </a:r>
          </a:p>
        </p:txBody>
      </p:sp>
      <p:sp>
        <p:nvSpPr>
          <p:cNvPr id="5" name="日期版面配置區 4"/>
          <p:cNvSpPr>
            <a:spLocks noGrp="1"/>
          </p:cNvSpPr>
          <p:nvPr>
            <p:ph type="dt" sz="half" idx="10"/>
          </p:nvPr>
        </p:nvSpPr>
        <p:spPr/>
        <p:txBody>
          <a:bodyPr/>
          <a:lstStyle/>
          <a:p>
            <a:fld id="{27BE9F91-1B30-8741-9147-6D4380B23FA5}" type="datetimeFigureOut">
              <a:rPr kumimoji="1" lang="zh-TW" altLang="en-US" smtClean="0"/>
              <a:t>13/9/4</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185CC33C-1A45-FB43-88A1-AB455F81BE83}" type="slidenum">
              <a:rPr kumimoji="1" lang="zh-TW" altLang="en-US" smtClean="0"/>
              <a:t>‹#›</a:t>
            </a:fld>
            <a:endParaRPr kumimoji="1" lang="zh-TW" altLang="en-US"/>
          </a:p>
        </p:txBody>
      </p:sp>
    </p:spTree>
    <p:extLst>
      <p:ext uri="{BB962C8B-B14F-4D97-AF65-F5344CB8AC3E}">
        <p14:creationId xmlns:p14="http://schemas.microsoft.com/office/powerpoint/2010/main" val="208504570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549032" y="6827520"/>
            <a:ext cx="7802880" cy="806027"/>
          </a:xfrm>
        </p:spPr>
        <p:txBody>
          <a:bodyPr anchor="b"/>
          <a:lstStyle>
            <a:lvl1pPr algn="l">
              <a:defRPr sz="2800" b="1"/>
            </a:lvl1pPr>
          </a:lstStyle>
          <a:p>
            <a:r>
              <a:rPr kumimoji="1" lang="zh-TW" altLang="en-US" smtClean="0"/>
              <a:t>按一下以編輯母片標題樣式</a:t>
            </a:r>
            <a:endParaRPr kumimoji="1" lang="zh-TW" altLang="en-US"/>
          </a:p>
        </p:txBody>
      </p:sp>
      <p:sp>
        <p:nvSpPr>
          <p:cNvPr id="3" name="圖片版面配置區 2"/>
          <p:cNvSpPr>
            <a:spLocks noGrp="1"/>
          </p:cNvSpPr>
          <p:nvPr>
            <p:ph type="pic" idx="1"/>
          </p:nvPr>
        </p:nvSpPr>
        <p:spPr>
          <a:xfrm>
            <a:off x="2549032" y="871502"/>
            <a:ext cx="7802880" cy="5852160"/>
          </a:xfrm>
        </p:spPr>
        <p:txBody>
          <a:bodyPr/>
          <a:lstStyle>
            <a:lvl1pPr marL="0" indent="0">
              <a:buNone/>
              <a:defRPr sz="4600"/>
            </a:lvl1pPr>
            <a:lvl2pPr marL="650130" indent="0">
              <a:buNone/>
              <a:defRPr sz="4000"/>
            </a:lvl2pPr>
            <a:lvl3pPr marL="1300259" indent="0">
              <a:buNone/>
              <a:defRPr sz="3400"/>
            </a:lvl3pPr>
            <a:lvl4pPr marL="1950391" indent="0">
              <a:buNone/>
              <a:defRPr sz="2800"/>
            </a:lvl4pPr>
            <a:lvl5pPr marL="2600520" indent="0">
              <a:buNone/>
              <a:defRPr sz="2800"/>
            </a:lvl5pPr>
            <a:lvl6pPr marL="3250650" indent="0">
              <a:buNone/>
              <a:defRPr sz="2800"/>
            </a:lvl6pPr>
            <a:lvl7pPr marL="3900782" indent="0">
              <a:buNone/>
              <a:defRPr sz="2800"/>
            </a:lvl7pPr>
            <a:lvl8pPr marL="4550909" indent="0">
              <a:buNone/>
              <a:defRPr sz="2800"/>
            </a:lvl8pPr>
            <a:lvl9pPr marL="5201041" indent="0">
              <a:buNone/>
              <a:defRPr sz="2800"/>
            </a:lvl9pPr>
          </a:lstStyle>
          <a:p>
            <a:endParaRPr kumimoji="1" lang="zh-TW" altLang="en-US"/>
          </a:p>
        </p:txBody>
      </p:sp>
      <p:sp>
        <p:nvSpPr>
          <p:cNvPr id="4" name="文字版面配置區 3"/>
          <p:cNvSpPr>
            <a:spLocks noGrp="1"/>
          </p:cNvSpPr>
          <p:nvPr>
            <p:ph type="body" sz="half" idx="2"/>
          </p:nvPr>
        </p:nvSpPr>
        <p:spPr>
          <a:xfrm>
            <a:off x="2549032" y="7633547"/>
            <a:ext cx="7802880" cy="1144693"/>
          </a:xfrm>
        </p:spPr>
        <p:txBody>
          <a:bodyPr/>
          <a:lstStyle>
            <a:lvl1pPr marL="0" indent="0">
              <a:buNone/>
              <a:defRPr sz="2000"/>
            </a:lvl1pPr>
            <a:lvl2pPr marL="650130" indent="0">
              <a:buNone/>
              <a:defRPr sz="1700"/>
            </a:lvl2pPr>
            <a:lvl3pPr marL="1300259" indent="0">
              <a:buNone/>
              <a:defRPr sz="1400"/>
            </a:lvl3pPr>
            <a:lvl4pPr marL="1950391" indent="0">
              <a:buNone/>
              <a:defRPr sz="1300"/>
            </a:lvl4pPr>
            <a:lvl5pPr marL="2600520" indent="0">
              <a:buNone/>
              <a:defRPr sz="1300"/>
            </a:lvl5pPr>
            <a:lvl6pPr marL="3250650" indent="0">
              <a:buNone/>
              <a:defRPr sz="1300"/>
            </a:lvl6pPr>
            <a:lvl7pPr marL="3900782" indent="0">
              <a:buNone/>
              <a:defRPr sz="1300"/>
            </a:lvl7pPr>
            <a:lvl8pPr marL="4550909" indent="0">
              <a:buNone/>
              <a:defRPr sz="1300"/>
            </a:lvl8pPr>
            <a:lvl9pPr marL="5201041" indent="0">
              <a:buNone/>
              <a:defRPr sz="1300"/>
            </a:lvl9pPr>
          </a:lstStyle>
          <a:p>
            <a:pPr lvl="0"/>
            <a:r>
              <a:rPr kumimoji="1" lang="zh-TW" altLang="en-US" smtClean="0"/>
              <a:t>按一下以編輯母片文字樣式</a:t>
            </a:r>
          </a:p>
        </p:txBody>
      </p:sp>
      <p:sp>
        <p:nvSpPr>
          <p:cNvPr id="5" name="日期版面配置區 4"/>
          <p:cNvSpPr>
            <a:spLocks noGrp="1"/>
          </p:cNvSpPr>
          <p:nvPr>
            <p:ph type="dt" sz="half" idx="10"/>
          </p:nvPr>
        </p:nvSpPr>
        <p:spPr/>
        <p:txBody>
          <a:bodyPr/>
          <a:lstStyle/>
          <a:p>
            <a:fld id="{27BE9F91-1B30-8741-9147-6D4380B23FA5}" type="datetimeFigureOut">
              <a:rPr kumimoji="1" lang="zh-TW" altLang="en-US" smtClean="0"/>
              <a:t>13/9/4</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185CC33C-1A45-FB43-88A1-AB455F81BE83}" type="slidenum">
              <a:rPr kumimoji="1" lang="zh-TW" altLang="en-US" smtClean="0"/>
              <a:t>‹#›</a:t>
            </a:fld>
            <a:endParaRPr kumimoji="1" lang="zh-TW" altLang="en-US"/>
          </a:p>
        </p:txBody>
      </p:sp>
    </p:spTree>
    <p:extLst>
      <p:ext uri="{BB962C8B-B14F-4D97-AF65-F5344CB8AC3E}">
        <p14:creationId xmlns:p14="http://schemas.microsoft.com/office/powerpoint/2010/main" val="228984682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smtClean="0"/>
              <a:t>按一下以編輯母片標題樣式</a:t>
            </a:r>
            <a:endParaRPr kumimoji="1" lang="zh-TW" altLang="en-US"/>
          </a:p>
        </p:txBody>
      </p:sp>
      <p:sp>
        <p:nvSpPr>
          <p:cNvPr id="3" name="直排文字版面配置區 2"/>
          <p:cNvSpPr>
            <a:spLocks noGrp="1"/>
          </p:cNvSpPr>
          <p:nvPr>
            <p:ph type="body" orient="vert" idx="1"/>
          </p:nvPr>
        </p:nvSpPr>
        <p:spPr/>
        <p:txBody>
          <a:bodyPr vert="eaVert"/>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10"/>
          </p:nvPr>
        </p:nvSpPr>
        <p:spPr/>
        <p:txBody>
          <a:bodyPr/>
          <a:lstStyle/>
          <a:p>
            <a:fld id="{27BE9F91-1B30-8741-9147-6D4380B23FA5}" type="datetimeFigureOut">
              <a:rPr kumimoji="1" lang="zh-TW" altLang="en-US" smtClean="0"/>
              <a:t>13/9/4</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185CC33C-1A45-FB43-88A1-AB455F81BE83}" type="slidenum">
              <a:rPr kumimoji="1" lang="zh-TW" altLang="en-US" smtClean="0"/>
              <a:t>‹#›</a:t>
            </a:fld>
            <a:endParaRPr kumimoji="1" lang="zh-TW" altLang="en-US"/>
          </a:p>
        </p:txBody>
      </p:sp>
    </p:spTree>
    <p:extLst>
      <p:ext uri="{BB962C8B-B14F-4D97-AF65-F5344CB8AC3E}">
        <p14:creationId xmlns:p14="http://schemas.microsoft.com/office/powerpoint/2010/main" val="39304176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p:cNvSpPr>
            <a:spLocks noGrp="1"/>
          </p:cNvSpPr>
          <p:nvPr>
            <p:ph type="title" orient="vert"/>
          </p:nvPr>
        </p:nvSpPr>
        <p:spPr>
          <a:xfrm>
            <a:off x="9428480" y="390601"/>
            <a:ext cx="2926080" cy="8322169"/>
          </a:xfrm>
        </p:spPr>
        <p:txBody>
          <a:bodyPr vert="eaVert"/>
          <a:lstStyle/>
          <a:p>
            <a:r>
              <a:rPr kumimoji="1" lang="zh-TW" altLang="en-US" smtClean="0"/>
              <a:t>按一下以編輯母片標題樣式</a:t>
            </a:r>
            <a:endParaRPr kumimoji="1" lang="zh-TW" altLang="en-US"/>
          </a:p>
        </p:txBody>
      </p:sp>
      <p:sp>
        <p:nvSpPr>
          <p:cNvPr id="3" name="直排文字版面配置區 2"/>
          <p:cNvSpPr>
            <a:spLocks noGrp="1"/>
          </p:cNvSpPr>
          <p:nvPr>
            <p:ph type="body" orient="vert" idx="1"/>
          </p:nvPr>
        </p:nvSpPr>
        <p:spPr>
          <a:xfrm>
            <a:off x="650240" y="390601"/>
            <a:ext cx="8561493" cy="8322169"/>
          </a:xfrm>
        </p:spPr>
        <p:txBody>
          <a:bodyPr vert="eaVert"/>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10"/>
          </p:nvPr>
        </p:nvSpPr>
        <p:spPr/>
        <p:txBody>
          <a:bodyPr/>
          <a:lstStyle/>
          <a:p>
            <a:fld id="{27BE9F91-1B30-8741-9147-6D4380B23FA5}" type="datetimeFigureOut">
              <a:rPr kumimoji="1" lang="zh-TW" altLang="en-US" smtClean="0"/>
              <a:t>13/9/4</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185CC33C-1A45-FB43-88A1-AB455F81BE83}" type="slidenum">
              <a:rPr kumimoji="1" lang="zh-TW" altLang="en-US" smtClean="0"/>
              <a:t>‹#›</a:t>
            </a:fld>
            <a:endParaRPr kumimoji="1" lang="zh-TW" altLang="en-US"/>
          </a:p>
        </p:txBody>
      </p:sp>
    </p:spTree>
    <p:extLst>
      <p:ext uri="{BB962C8B-B14F-4D97-AF65-F5344CB8AC3E}">
        <p14:creationId xmlns:p14="http://schemas.microsoft.com/office/powerpoint/2010/main" val="3315960213"/>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3.xml"/><Relationship Id="rId12" Type="http://schemas.openxmlformats.org/officeDocument/2006/relationships/theme" Target="../theme/theme3.xml"/><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4.xml"/><Relationship Id="rId12" Type="http://schemas.openxmlformats.org/officeDocument/2006/relationships/theme" Target="../theme/theme4.xml"/><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5.xml"/><Relationship Id="rId12" Type="http://schemas.openxmlformats.org/officeDocument/2006/relationships/theme" Target="../theme/theme5.xml"/><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9" Type="http://schemas.openxmlformats.org/officeDocument/2006/relationships/slideLayout" Target="../slideLayouts/slideLayout53.xml"/><Relationship Id="rId10"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66.xml"/><Relationship Id="rId12" Type="http://schemas.openxmlformats.org/officeDocument/2006/relationships/theme" Target="../theme/theme6.xml"/><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 Id="rId9" Type="http://schemas.openxmlformats.org/officeDocument/2006/relationships/slideLayout" Target="../slideLayouts/slideLayout64.xml"/><Relationship Id="rId10"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11" Type="http://schemas.openxmlformats.org/officeDocument/2006/relationships/slideLayout" Target="../slideLayouts/slideLayout77.xml"/><Relationship Id="rId12" Type="http://schemas.openxmlformats.org/officeDocument/2006/relationships/theme" Target="../theme/theme7.xml"/><Relationship Id="rId1" Type="http://schemas.openxmlformats.org/officeDocument/2006/relationships/slideLayout" Target="../slideLayouts/slideLayout67.xml"/><Relationship Id="rId2" Type="http://schemas.openxmlformats.org/officeDocument/2006/relationships/slideLayout" Target="../slideLayouts/slideLayout68.xml"/><Relationship Id="rId3" Type="http://schemas.openxmlformats.org/officeDocument/2006/relationships/slideLayout" Target="../slideLayouts/slideLayout69.xml"/><Relationship Id="rId4" Type="http://schemas.openxmlformats.org/officeDocument/2006/relationships/slideLayout" Target="../slideLayouts/slideLayout70.xml"/><Relationship Id="rId5" Type="http://schemas.openxmlformats.org/officeDocument/2006/relationships/slideLayout" Target="../slideLayouts/slideLayout71.xml"/><Relationship Id="rId6" Type="http://schemas.openxmlformats.org/officeDocument/2006/relationships/slideLayout" Target="../slideLayouts/slideLayout72.xml"/><Relationship Id="rId7" Type="http://schemas.openxmlformats.org/officeDocument/2006/relationships/slideLayout" Target="../slideLayouts/slideLayout73.xml"/><Relationship Id="rId8" Type="http://schemas.openxmlformats.org/officeDocument/2006/relationships/slideLayout" Target="../slideLayouts/slideLayout74.xml"/><Relationship Id="rId9" Type="http://schemas.openxmlformats.org/officeDocument/2006/relationships/slideLayout" Target="../slideLayouts/slideLayout75.xml"/><Relationship Id="rId10"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11" Type="http://schemas.openxmlformats.org/officeDocument/2006/relationships/slideLayout" Target="../slideLayouts/slideLayout88.xml"/><Relationship Id="rId12" Type="http://schemas.openxmlformats.org/officeDocument/2006/relationships/theme" Target="../theme/theme8.xml"/><Relationship Id="rId1" Type="http://schemas.openxmlformats.org/officeDocument/2006/relationships/slideLayout" Target="../slideLayouts/slideLayout78.xml"/><Relationship Id="rId2" Type="http://schemas.openxmlformats.org/officeDocument/2006/relationships/slideLayout" Target="../slideLayouts/slideLayout79.xml"/><Relationship Id="rId3" Type="http://schemas.openxmlformats.org/officeDocument/2006/relationships/slideLayout" Target="../slideLayouts/slideLayout80.xml"/><Relationship Id="rId4" Type="http://schemas.openxmlformats.org/officeDocument/2006/relationships/slideLayout" Target="../slideLayouts/slideLayout81.xml"/><Relationship Id="rId5" Type="http://schemas.openxmlformats.org/officeDocument/2006/relationships/slideLayout" Target="../slideLayouts/slideLayout82.xml"/><Relationship Id="rId6" Type="http://schemas.openxmlformats.org/officeDocument/2006/relationships/slideLayout" Target="../slideLayouts/slideLayout83.xml"/><Relationship Id="rId7" Type="http://schemas.openxmlformats.org/officeDocument/2006/relationships/slideLayout" Target="../slideLayouts/slideLayout84.xml"/><Relationship Id="rId8" Type="http://schemas.openxmlformats.org/officeDocument/2006/relationships/slideLayout" Target="../slideLayouts/slideLayout85.xml"/><Relationship Id="rId9" Type="http://schemas.openxmlformats.org/officeDocument/2006/relationships/slideLayout" Target="../slideLayouts/slideLayout86.xml"/><Relationship Id="rId10" Type="http://schemas.openxmlformats.org/officeDocument/2006/relationships/slideLayout" Target="../slideLayouts/slideLayout87.xml"/></Relationships>
</file>

<file path=ppt/slideMasters/_rels/slideMaster9.xml.rels><?xml version="1.0" encoding="UTF-8" standalone="yes"?>
<Relationships xmlns="http://schemas.openxmlformats.org/package/2006/relationships"><Relationship Id="rId11" Type="http://schemas.openxmlformats.org/officeDocument/2006/relationships/slideLayout" Target="../slideLayouts/slideLayout99.xml"/><Relationship Id="rId12" Type="http://schemas.openxmlformats.org/officeDocument/2006/relationships/theme" Target="../theme/theme9.xml"/><Relationship Id="rId1" Type="http://schemas.openxmlformats.org/officeDocument/2006/relationships/slideLayout" Target="../slideLayouts/slideLayout89.xml"/><Relationship Id="rId2" Type="http://schemas.openxmlformats.org/officeDocument/2006/relationships/slideLayout" Target="../slideLayouts/slideLayout90.xml"/><Relationship Id="rId3" Type="http://schemas.openxmlformats.org/officeDocument/2006/relationships/slideLayout" Target="../slideLayouts/slideLayout91.xml"/><Relationship Id="rId4" Type="http://schemas.openxmlformats.org/officeDocument/2006/relationships/slideLayout" Target="../slideLayouts/slideLayout92.xml"/><Relationship Id="rId5" Type="http://schemas.openxmlformats.org/officeDocument/2006/relationships/slideLayout" Target="../slideLayouts/slideLayout93.xml"/><Relationship Id="rId6" Type="http://schemas.openxmlformats.org/officeDocument/2006/relationships/slideLayout" Target="../slideLayouts/slideLayout94.xml"/><Relationship Id="rId7" Type="http://schemas.openxmlformats.org/officeDocument/2006/relationships/slideLayout" Target="../slideLayouts/slideLayout95.xml"/><Relationship Id="rId8" Type="http://schemas.openxmlformats.org/officeDocument/2006/relationships/slideLayout" Target="../slideLayouts/slideLayout96.xml"/><Relationship Id="rId9" Type="http://schemas.openxmlformats.org/officeDocument/2006/relationships/slideLayout" Target="../slideLayouts/slideLayout97.xml"/><Relationship Id="rId10" Type="http://schemas.openxmlformats.org/officeDocument/2006/relationships/slideLayout" Target="../slideLayouts/slideLayout98.xml"/></Relationships>
</file>

<file path=ppt/slideMasters/_rels/slideMaster10.xml.rels><?xml version="1.0" encoding="UTF-8" standalone="yes"?>
<Relationships xmlns="http://schemas.openxmlformats.org/package/2006/relationships"><Relationship Id="rId11" Type="http://schemas.openxmlformats.org/officeDocument/2006/relationships/slideLayout" Target="../slideLayouts/slideLayout110.xml"/><Relationship Id="rId12" Type="http://schemas.openxmlformats.org/officeDocument/2006/relationships/theme" Target="../theme/theme10.xml"/><Relationship Id="rId1" Type="http://schemas.openxmlformats.org/officeDocument/2006/relationships/slideLayout" Target="../slideLayouts/slideLayout100.xml"/><Relationship Id="rId2" Type="http://schemas.openxmlformats.org/officeDocument/2006/relationships/slideLayout" Target="../slideLayouts/slideLayout101.xml"/><Relationship Id="rId3" Type="http://schemas.openxmlformats.org/officeDocument/2006/relationships/slideLayout" Target="../slideLayouts/slideLayout102.xml"/><Relationship Id="rId4" Type="http://schemas.openxmlformats.org/officeDocument/2006/relationships/slideLayout" Target="../slideLayouts/slideLayout103.xml"/><Relationship Id="rId5" Type="http://schemas.openxmlformats.org/officeDocument/2006/relationships/slideLayout" Target="../slideLayouts/slideLayout104.xml"/><Relationship Id="rId6" Type="http://schemas.openxmlformats.org/officeDocument/2006/relationships/slideLayout" Target="../slideLayouts/slideLayout105.xml"/><Relationship Id="rId7" Type="http://schemas.openxmlformats.org/officeDocument/2006/relationships/slideLayout" Target="../slideLayouts/slideLayout106.xml"/><Relationship Id="rId8" Type="http://schemas.openxmlformats.org/officeDocument/2006/relationships/slideLayout" Target="../slideLayouts/slideLayout107.xml"/><Relationship Id="rId9" Type="http://schemas.openxmlformats.org/officeDocument/2006/relationships/slideLayout" Target="../slideLayouts/slideLayout108.xml"/><Relationship Id="rId10" Type="http://schemas.openxmlformats.org/officeDocument/2006/relationships/slideLayout" Target="../slideLayouts/slideLayout10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body" idx="1"/>
          </p:nvPr>
        </p:nvSpPr>
        <p:spPr bwMode="auto">
          <a:xfrm>
            <a:off x="1270004" y="5029200"/>
            <a:ext cx="10464801"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50791" tIns="50791" rIns="50791" bIns="50791" numCol="1" anchor="t" anchorCtr="0" compatLnSpc="1">
            <a:prstTxWarp prst="textNoShape">
              <a:avLst/>
            </a:prstTxWarp>
          </a:bodyPr>
          <a:lstStyle/>
          <a:p>
            <a:pPr lvl="0"/>
            <a:r>
              <a:rPr lang="en-US" altLang="zh-TW">
                <a:sym typeface="Gill Sans" charset="0"/>
              </a:rPr>
              <a:t>Click to edit Master text styles</a:t>
            </a:r>
          </a:p>
          <a:p>
            <a:pPr lvl="1"/>
            <a:r>
              <a:rPr lang="en-US" altLang="zh-TW">
                <a:sym typeface="Gill Sans" charset="0"/>
              </a:rPr>
              <a:t>Second level</a:t>
            </a:r>
          </a:p>
          <a:p>
            <a:pPr lvl="2"/>
            <a:r>
              <a:rPr lang="en-US" altLang="zh-TW">
                <a:sym typeface="Gill Sans" charset="0"/>
              </a:rPr>
              <a:t>Third level</a:t>
            </a:r>
          </a:p>
          <a:p>
            <a:pPr lvl="3"/>
            <a:r>
              <a:rPr lang="en-US" altLang="zh-TW">
                <a:sym typeface="Gill Sans" charset="0"/>
              </a:rPr>
              <a:t>Fourth level</a:t>
            </a:r>
          </a:p>
          <a:p>
            <a:pPr lvl="4"/>
            <a:r>
              <a:rPr lang="en-US" altLang="zh-TW">
                <a:sym typeface="Gill Sans" charset="0"/>
              </a:rPr>
              <a:t>Fifth level</a:t>
            </a:r>
          </a:p>
        </p:txBody>
      </p:sp>
      <p:sp>
        <p:nvSpPr>
          <p:cNvPr id="1027" name="Rectangle 2"/>
          <p:cNvSpPr>
            <a:spLocks noGrp="1" noChangeArrowheads="1"/>
          </p:cNvSpPr>
          <p:nvPr>
            <p:ph type="title"/>
          </p:nvPr>
        </p:nvSpPr>
        <p:spPr bwMode="auto">
          <a:xfrm>
            <a:off x="1270004" y="1638301"/>
            <a:ext cx="10464801"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50791" tIns="50791" rIns="50791" bIns="50791" numCol="1" anchor="b" anchorCtr="0" compatLnSpc="1">
            <a:prstTxWarp prst="textNoShape">
              <a:avLst/>
            </a:prstTxWarp>
          </a:bodyPr>
          <a:lstStyle/>
          <a:p>
            <a:pPr lvl="0"/>
            <a:r>
              <a:rPr lang="en-US" altLang="zh-TW">
                <a:sym typeface="Gill Sans" charset="0"/>
              </a:rPr>
              <a:t>Click to edit Master title style</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xmlns:p14="http://schemas.microsoft.com/office/powerpoint/2010/main"/>
  <p:txStyles>
    <p:titleStyle>
      <a:lvl1pPr algn="ctr" rtl="0" eaLnBrk="0" fontAlgn="base" hangingPunct="0">
        <a:spcBef>
          <a:spcPct val="0"/>
        </a:spcBef>
        <a:spcAft>
          <a:spcPct val="0"/>
        </a:spcAft>
        <a:defRPr kumimoji="1" sz="8400">
          <a:solidFill>
            <a:schemeClr val="tx1"/>
          </a:solidFill>
          <a:latin typeface="+mj-lt"/>
          <a:ea typeface="+mj-ea"/>
          <a:cs typeface="+mj-cs"/>
          <a:sym typeface="Gill Sans" charset="0"/>
        </a:defRPr>
      </a:lvl1pPr>
      <a:lvl2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2pPr>
      <a:lvl3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3pPr>
      <a:lvl4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4pPr>
      <a:lvl5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5pPr>
      <a:lvl6pPr marL="457129"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6pPr>
      <a:lvl7pPr marL="914260"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7pPr>
      <a:lvl8pPr marL="1371390"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8pPr>
      <a:lvl9pPr marL="1828518"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9pPr>
    </p:titleStyle>
    <p:bodyStyle>
      <a:lvl1pPr marL="342847" indent="-342847"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1pPr>
      <a:lvl2pPr marL="742835" indent="-285706"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2pPr>
      <a:lvl3pPr marL="1142824" indent="-228565"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3pPr>
      <a:lvl4pPr marL="1599957" indent="-228565"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4pPr>
      <a:lvl5pPr marL="2057084" indent="-228565"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5pPr>
      <a:lvl6pPr marL="457129" algn="ctr" rtl="0" fontAlgn="base">
        <a:spcBef>
          <a:spcPct val="0"/>
        </a:spcBef>
        <a:spcAft>
          <a:spcPct val="0"/>
        </a:spcAft>
        <a:defRPr sz="3600">
          <a:solidFill>
            <a:schemeClr val="tx1"/>
          </a:solidFill>
          <a:latin typeface="+mn-lt"/>
          <a:ea typeface="+mn-ea"/>
          <a:cs typeface="+mn-cs"/>
          <a:sym typeface="Gill Sans" charset="0"/>
        </a:defRPr>
      </a:lvl6pPr>
      <a:lvl7pPr marL="914260" algn="ctr" rtl="0" fontAlgn="base">
        <a:spcBef>
          <a:spcPct val="0"/>
        </a:spcBef>
        <a:spcAft>
          <a:spcPct val="0"/>
        </a:spcAft>
        <a:defRPr sz="3600">
          <a:solidFill>
            <a:schemeClr val="tx1"/>
          </a:solidFill>
          <a:latin typeface="+mn-lt"/>
          <a:ea typeface="+mn-ea"/>
          <a:cs typeface="+mn-cs"/>
          <a:sym typeface="Gill Sans" charset="0"/>
        </a:defRPr>
      </a:lvl7pPr>
      <a:lvl8pPr marL="1371390" algn="ctr" rtl="0" fontAlgn="base">
        <a:spcBef>
          <a:spcPct val="0"/>
        </a:spcBef>
        <a:spcAft>
          <a:spcPct val="0"/>
        </a:spcAft>
        <a:defRPr sz="3600">
          <a:solidFill>
            <a:schemeClr val="tx1"/>
          </a:solidFill>
          <a:latin typeface="+mn-lt"/>
          <a:ea typeface="+mn-ea"/>
          <a:cs typeface="+mn-cs"/>
          <a:sym typeface="Gill Sans" charset="0"/>
        </a:defRPr>
      </a:lvl8pPr>
      <a:lvl9pPr marL="1828518" algn="ctr" rtl="0" fontAlgn="base">
        <a:spcBef>
          <a:spcPct val="0"/>
        </a:spcBef>
        <a:spcAft>
          <a:spcPct val="0"/>
        </a:spcAft>
        <a:defRPr sz="3600">
          <a:solidFill>
            <a:schemeClr val="tx1"/>
          </a:solidFill>
          <a:latin typeface="+mn-lt"/>
          <a:ea typeface="+mn-ea"/>
          <a:cs typeface="+mn-cs"/>
          <a:sym typeface="Gill Sans" charset="0"/>
        </a:defRPr>
      </a:lvl9pPr>
    </p:bodyStyle>
    <p:otherStyle>
      <a:defPPr>
        <a:defRPr lang="zh-TW"/>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0" algn="l" defTabSz="457129" rtl="0" eaLnBrk="1" latinLnBrk="0" hangingPunct="1">
        <a:defRPr sz="1800" kern="1200">
          <a:solidFill>
            <a:schemeClr val="tx1"/>
          </a:solidFill>
          <a:latin typeface="+mn-lt"/>
          <a:ea typeface="+mn-ea"/>
          <a:cs typeface="+mn-cs"/>
        </a:defRPr>
      </a:lvl3pPr>
      <a:lvl4pPr marL="1371390" algn="l" defTabSz="457129" rtl="0" eaLnBrk="1" latinLnBrk="0" hangingPunct="1">
        <a:defRPr sz="1800" kern="1200">
          <a:solidFill>
            <a:schemeClr val="tx1"/>
          </a:solidFill>
          <a:latin typeface="+mn-lt"/>
          <a:ea typeface="+mn-ea"/>
          <a:cs typeface="+mn-cs"/>
        </a:defRPr>
      </a:lvl4pPr>
      <a:lvl5pPr marL="1828518" algn="l" defTabSz="457129" rtl="0" eaLnBrk="1" latinLnBrk="0" hangingPunct="1">
        <a:defRPr sz="1800" kern="1200">
          <a:solidFill>
            <a:schemeClr val="tx1"/>
          </a:solidFill>
          <a:latin typeface="+mn-lt"/>
          <a:ea typeface="+mn-ea"/>
          <a:cs typeface="+mn-cs"/>
        </a:defRPr>
      </a:lvl5pPr>
      <a:lvl6pPr marL="2285650"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9" algn="l" defTabSz="457129" rtl="0" eaLnBrk="1" latinLnBrk="0" hangingPunct="1">
        <a:defRPr sz="1800" kern="1200">
          <a:solidFill>
            <a:schemeClr val="tx1"/>
          </a:solidFill>
          <a:latin typeface="+mn-lt"/>
          <a:ea typeface="+mn-ea"/>
          <a:cs typeface="+mn-cs"/>
        </a:defRPr>
      </a:lvl8pPr>
      <a:lvl9pPr marL="3657039" algn="l" defTabSz="457129"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1"/>
          <p:cNvSpPr>
            <a:spLocks noGrp="1" noChangeArrowheads="1"/>
          </p:cNvSpPr>
          <p:nvPr>
            <p:ph type="title"/>
          </p:nvPr>
        </p:nvSpPr>
        <p:spPr bwMode="auto">
          <a:xfrm>
            <a:off x="1270004" y="7366000"/>
            <a:ext cx="10464801"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50791" tIns="50791" rIns="50791" bIns="50791" numCol="1" anchor="ctr" anchorCtr="0" compatLnSpc="1">
            <a:prstTxWarp prst="textNoShape">
              <a:avLst/>
            </a:prstTxWarp>
          </a:bodyPr>
          <a:lstStyle/>
          <a:p>
            <a:pPr lvl="0"/>
            <a:r>
              <a:rPr lang="en-US" altLang="zh-TW">
                <a:sym typeface="Gill Sans" charset="0"/>
              </a:rPr>
              <a:t>Click to edit Master title style</a:t>
            </a:r>
          </a:p>
        </p:txBody>
      </p:sp>
    </p:spTree>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ransition xmlns:p14="http://schemas.microsoft.com/office/powerpoint/2010/main"/>
  <p:txStyles>
    <p:titleStyle>
      <a:lvl1pPr algn="ctr" rtl="0" eaLnBrk="0" fontAlgn="base" hangingPunct="0">
        <a:spcBef>
          <a:spcPct val="0"/>
        </a:spcBef>
        <a:spcAft>
          <a:spcPct val="0"/>
        </a:spcAft>
        <a:defRPr kumimoji="1" sz="8400">
          <a:solidFill>
            <a:schemeClr val="tx1"/>
          </a:solidFill>
          <a:latin typeface="+mj-lt"/>
          <a:ea typeface="+mj-ea"/>
          <a:cs typeface="+mj-cs"/>
          <a:sym typeface="Gill Sans" charset="0"/>
        </a:defRPr>
      </a:lvl1pPr>
      <a:lvl2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2pPr>
      <a:lvl3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3pPr>
      <a:lvl4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4pPr>
      <a:lvl5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5pPr>
      <a:lvl6pPr marL="457129"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6pPr>
      <a:lvl7pPr marL="914260"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7pPr>
      <a:lvl8pPr marL="1371390"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8pPr>
      <a:lvl9pPr marL="1828518"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9pPr>
    </p:titleStyle>
    <p:bodyStyle>
      <a:lvl1pPr marL="342847" indent="-342847"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1pPr>
      <a:lvl2pPr marL="742835" indent="-285706"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2pPr>
      <a:lvl3pPr marL="1142824" indent="-228565"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3pPr>
      <a:lvl4pPr marL="1599957" indent="-228565"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4pPr>
      <a:lvl5pPr marL="2057084" indent="-228565"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5pPr>
      <a:lvl6pPr marL="457129" algn="ctr" rtl="0" fontAlgn="base">
        <a:spcBef>
          <a:spcPct val="0"/>
        </a:spcBef>
        <a:spcAft>
          <a:spcPct val="0"/>
        </a:spcAft>
        <a:defRPr sz="3600">
          <a:solidFill>
            <a:schemeClr val="tx1"/>
          </a:solidFill>
          <a:latin typeface="+mn-lt"/>
          <a:ea typeface="+mn-ea"/>
          <a:cs typeface="+mn-cs"/>
          <a:sym typeface="Gill Sans" charset="0"/>
        </a:defRPr>
      </a:lvl6pPr>
      <a:lvl7pPr marL="914260" algn="ctr" rtl="0" fontAlgn="base">
        <a:spcBef>
          <a:spcPct val="0"/>
        </a:spcBef>
        <a:spcAft>
          <a:spcPct val="0"/>
        </a:spcAft>
        <a:defRPr sz="3600">
          <a:solidFill>
            <a:schemeClr val="tx1"/>
          </a:solidFill>
          <a:latin typeface="+mn-lt"/>
          <a:ea typeface="+mn-ea"/>
          <a:cs typeface="+mn-cs"/>
          <a:sym typeface="Gill Sans" charset="0"/>
        </a:defRPr>
      </a:lvl7pPr>
      <a:lvl8pPr marL="1371390" algn="ctr" rtl="0" fontAlgn="base">
        <a:spcBef>
          <a:spcPct val="0"/>
        </a:spcBef>
        <a:spcAft>
          <a:spcPct val="0"/>
        </a:spcAft>
        <a:defRPr sz="3600">
          <a:solidFill>
            <a:schemeClr val="tx1"/>
          </a:solidFill>
          <a:latin typeface="+mn-lt"/>
          <a:ea typeface="+mn-ea"/>
          <a:cs typeface="+mn-cs"/>
          <a:sym typeface="Gill Sans" charset="0"/>
        </a:defRPr>
      </a:lvl8pPr>
      <a:lvl9pPr marL="1828518" algn="ctr" rtl="0" fontAlgn="base">
        <a:spcBef>
          <a:spcPct val="0"/>
        </a:spcBef>
        <a:spcAft>
          <a:spcPct val="0"/>
        </a:spcAft>
        <a:defRPr sz="3600">
          <a:solidFill>
            <a:schemeClr val="tx1"/>
          </a:solidFill>
          <a:latin typeface="+mn-lt"/>
          <a:ea typeface="+mn-ea"/>
          <a:cs typeface="+mn-cs"/>
          <a:sym typeface="Gill Sans" charset="0"/>
        </a:defRPr>
      </a:lvl9pPr>
    </p:bodyStyle>
    <p:otherStyle>
      <a:defPPr>
        <a:defRPr lang="zh-TW"/>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0" algn="l" defTabSz="457129" rtl="0" eaLnBrk="1" latinLnBrk="0" hangingPunct="1">
        <a:defRPr sz="1800" kern="1200">
          <a:solidFill>
            <a:schemeClr val="tx1"/>
          </a:solidFill>
          <a:latin typeface="+mn-lt"/>
          <a:ea typeface="+mn-ea"/>
          <a:cs typeface="+mn-cs"/>
        </a:defRPr>
      </a:lvl3pPr>
      <a:lvl4pPr marL="1371390" algn="l" defTabSz="457129" rtl="0" eaLnBrk="1" latinLnBrk="0" hangingPunct="1">
        <a:defRPr sz="1800" kern="1200">
          <a:solidFill>
            <a:schemeClr val="tx1"/>
          </a:solidFill>
          <a:latin typeface="+mn-lt"/>
          <a:ea typeface="+mn-ea"/>
          <a:cs typeface="+mn-cs"/>
        </a:defRPr>
      </a:lvl4pPr>
      <a:lvl5pPr marL="1828518" algn="l" defTabSz="457129" rtl="0" eaLnBrk="1" latinLnBrk="0" hangingPunct="1">
        <a:defRPr sz="1800" kern="1200">
          <a:solidFill>
            <a:schemeClr val="tx1"/>
          </a:solidFill>
          <a:latin typeface="+mn-lt"/>
          <a:ea typeface="+mn-ea"/>
          <a:cs typeface="+mn-cs"/>
        </a:defRPr>
      </a:lvl5pPr>
      <a:lvl6pPr marL="2285650"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9" algn="l" defTabSz="457129" rtl="0" eaLnBrk="1" latinLnBrk="0" hangingPunct="1">
        <a:defRPr sz="1800" kern="1200">
          <a:solidFill>
            <a:schemeClr val="tx1"/>
          </a:solidFill>
          <a:latin typeface="+mn-lt"/>
          <a:ea typeface="+mn-ea"/>
          <a:cs typeface="+mn-cs"/>
        </a:defRPr>
      </a:lvl8pPr>
      <a:lvl9pPr marL="3657039" algn="l" defTabSz="457129"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1"/>
          <p:cNvSpPr>
            <a:spLocks noGrp="1" noChangeArrowheads="1"/>
          </p:cNvSpPr>
          <p:nvPr>
            <p:ph type="body" idx="1"/>
          </p:nvPr>
        </p:nvSpPr>
        <p:spPr bwMode="auto">
          <a:xfrm>
            <a:off x="634999" y="4787902"/>
            <a:ext cx="5867401"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50791" tIns="50791" rIns="50791" bIns="50791" numCol="1" anchor="t" anchorCtr="0" compatLnSpc="1">
            <a:prstTxWarp prst="textNoShape">
              <a:avLst/>
            </a:prstTxWarp>
          </a:bodyPr>
          <a:lstStyle/>
          <a:p>
            <a:pPr lvl="0"/>
            <a:r>
              <a:rPr lang="en-US" altLang="zh-TW">
                <a:sym typeface="Gill Sans" charset="0"/>
              </a:rPr>
              <a:t>Click to edit Master text styles</a:t>
            </a:r>
          </a:p>
          <a:p>
            <a:pPr lvl="1"/>
            <a:r>
              <a:rPr lang="en-US" altLang="zh-TW">
                <a:sym typeface="Gill Sans" charset="0"/>
              </a:rPr>
              <a:t>Second level</a:t>
            </a:r>
          </a:p>
          <a:p>
            <a:pPr lvl="2"/>
            <a:r>
              <a:rPr lang="en-US" altLang="zh-TW">
                <a:sym typeface="Gill Sans" charset="0"/>
              </a:rPr>
              <a:t>Third level</a:t>
            </a:r>
          </a:p>
          <a:p>
            <a:pPr lvl="3"/>
            <a:r>
              <a:rPr lang="en-US" altLang="zh-TW">
                <a:sym typeface="Gill Sans" charset="0"/>
              </a:rPr>
              <a:t>Fourth level</a:t>
            </a:r>
          </a:p>
          <a:p>
            <a:pPr lvl="4"/>
            <a:r>
              <a:rPr lang="en-US" altLang="zh-TW">
                <a:sym typeface="Gill Sans" charset="0"/>
              </a:rPr>
              <a:t>Fifth level</a:t>
            </a:r>
          </a:p>
        </p:txBody>
      </p:sp>
      <p:sp>
        <p:nvSpPr>
          <p:cNvPr id="7171" name="Rectangle 2"/>
          <p:cNvSpPr>
            <a:spLocks noGrp="1" noChangeArrowheads="1"/>
          </p:cNvSpPr>
          <p:nvPr>
            <p:ph type="title"/>
          </p:nvPr>
        </p:nvSpPr>
        <p:spPr bwMode="auto">
          <a:xfrm>
            <a:off x="634999" y="1409700"/>
            <a:ext cx="5867401"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50791" tIns="50791" rIns="50791" bIns="50791" numCol="1" anchor="b" anchorCtr="0" compatLnSpc="1">
            <a:prstTxWarp prst="textNoShape">
              <a:avLst/>
            </a:prstTxWarp>
          </a:bodyPr>
          <a:lstStyle/>
          <a:p>
            <a:pPr lvl="0"/>
            <a:r>
              <a:rPr lang="en-US" altLang="zh-TW">
                <a:sym typeface="Gill Sans" charset="0"/>
              </a:rPr>
              <a:t>Click to edit Master title style</a:t>
            </a:r>
          </a:p>
        </p:txBody>
      </p:sp>
    </p:spTree>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p:transition xmlns:p14="http://schemas.microsoft.com/office/powerpoint/2010/main"/>
  <p:txStyles>
    <p:titleStyle>
      <a:lvl1pPr algn="ctr" rtl="0" eaLnBrk="0" fontAlgn="base" hangingPunct="0">
        <a:spcBef>
          <a:spcPct val="0"/>
        </a:spcBef>
        <a:spcAft>
          <a:spcPct val="0"/>
        </a:spcAft>
        <a:defRPr kumimoji="1" sz="7000">
          <a:solidFill>
            <a:schemeClr val="tx1"/>
          </a:solidFill>
          <a:latin typeface="+mj-lt"/>
          <a:ea typeface="+mj-ea"/>
          <a:cs typeface="+mj-cs"/>
          <a:sym typeface="Gill Sans" charset="0"/>
        </a:defRPr>
      </a:lvl1pPr>
      <a:lvl2pPr algn="ctr" rtl="0" eaLnBrk="0" fontAlgn="base" hangingPunct="0">
        <a:spcBef>
          <a:spcPct val="0"/>
        </a:spcBef>
        <a:spcAft>
          <a:spcPct val="0"/>
        </a:spcAft>
        <a:defRPr kumimoji="1" sz="7000">
          <a:solidFill>
            <a:schemeClr val="tx1"/>
          </a:solidFill>
          <a:latin typeface="Gill Sans" charset="0"/>
          <a:ea typeface="Heiti TC Light" charset="0"/>
          <a:cs typeface="Heiti TC Light" charset="0"/>
          <a:sym typeface="Gill Sans" charset="0"/>
        </a:defRPr>
      </a:lvl2pPr>
      <a:lvl3pPr algn="ctr" rtl="0" eaLnBrk="0" fontAlgn="base" hangingPunct="0">
        <a:spcBef>
          <a:spcPct val="0"/>
        </a:spcBef>
        <a:spcAft>
          <a:spcPct val="0"/>
        </a:spcAft>
        <a:defRPr kumimoji="1" sz="7000">
          <a:solidFill>
            <a:schemeClr val="tx1"/>
          </a:solidFill>
          <a:latin typeface="Gill Sans" charset="0"/>
          <a:ea typeface="Heiti TC Light" charset="0"/>
          <a:cs typeface="Heiti TC Light" charset="0"/>
          <a:sym typeface="Gill Sans" charset="0"/>
        </a:defRPr>
      </a:lvl3pPr>
      <a:lvl4pPr algn="ctr" rtl="0" eaLnBrk="0" fontAlgn="base" hangingPunct="0">
        <a:spcBef>
          <a:spcPct val="0"/>
        </a:spcBef>
        <a:spcAft>
          <a:spcPct val="0"/>
        </a:spcAft>
        <a:defRPr kumimoji="1" sz="7000">
          <a:solidFill>
            <a:schemeClr val="tx1"/>
          </a:solidFill>
          <a:latin typeface="Gill Sans" charset="0"/>
          <a:ea typeface="Heiti TC Light" charset="0"/>
          <a:cs typeface="Heiti TC Light" charset="0"/>
          <a:sym typeface="Gill Sans" charset="0"/>
        </a:defRPr>
      </a:lvl4pPr>
      <a:lvl5pPr algn="ctr" rtl="0" eaLnBrk="0" fontAlgn="base" hangingPunct="0">
        <a:spcBef>
          <a:spcPct val="0"/>
        </a:spcBef>
        <a:spcAft>
          <a:spcPct val="0"/>
        </a:spcAft>
        <a:defRPr kumimoji="1" sz="7000">
          <a:solidFill>
            <a:schemeClr val="tx1"/>
          </a:solidFill>
          <a:latin typeface="Gill Sans" charset="0"/>
          <a:ea typeface="Heiti TC Light" charset="0"/>
          <a:cs typeface="Heiti TC Light" charset="0"/>
          <a:sym typeface="Gill Sans" charset="0"/>
        </a:defRPr>
      </a:lvl5pPr>
      <a:lvl6pPr marL="457129" algn="ctr" rtl="0" fontAlgn="base">
        <a:spcBef>
          <a:spcPct val="0"/>
        </a:spcBef>
        <a:spcAft>
          <a:spcPct val="0"/>
        </a:spcAft>
        <a:defRPr sz="7000">
          <a:solidFill>
            <a:schemeClr val="tx1"/>
          </a:solidFill>
          <a:latin typeface="Gill Sans" charset="0"/>
          <a:ea typeface="Heiti TC Light" charset="0"/>
          <a:cs typeface="Heiti TC Light" charset="0"/>
          <a:sym typeface="Gill Sans" charset="0"/>
        </a:defRPr>
      </a:lvl6pPr>
      <a:lvl7pPr marL="914260" algn="ctr" rtl="0" fontAlgn="base">
        <a:spcBef>
          <a:spcPct val="0"/>
        </a:spcBef>
        <a:spcAft>
          <a:spcPct val="0"/>
        </a:spcAft>
        <a:defRPr sz="7000">
          <a:solidFill>
            <a:schemeClr val="tx1"/>
          </a:solidFill>
          <a:latin typeface="Gill Sans" charset="0"/>
          <a:ea typeface="Heiti TC Light" charset="0"/>
          <a:cs typeface="Heiti TC Light" charset="0"/>
          <a:sym typeface="Gill Sans" charset="0"/>
        </a:defRPr>
      </a:lvl7pPr>
      <a:lvl8pPr marL="1371390" algn="ctr" rtl="0" fontAlgn="base">
        <a:spcBef>
          <a:spcPct val="0"/>
        </a:spcBef>
        <a:spcAft>
          <a:spcPct val="0"/>
        </a:spcAft>
        <a:defRPr sz="7000">
          <a:solidFill>
            <a:schemeClr val="tx1"/>
          </a:solidFill>
          <a:latin typeface="Gill Sans" charset="0"/>
          <a:ea typeface="Heiti TC Light" charset="0"/>
          <a:cs typeface="Heiti TC Light" charset="0"/>
          <a:sym typeface="Gill Sans" charset="0"/>
        </a:defRPr>
      </a:lvl8pPr>
      <a:lvl9pPr marL="1828518" algn="ctr" rtl="0" fontAlgn="base">
        <a:spcBef>
          <a:spcPct val="0"/>
        </a:spcBef>
        <a:spcAft>
          <a:spcPct val="0"/>
        </a:spcAft>
        <a:defRPr sz="7000">
          <a:solidFill>
            <a:schemeClr val="tx1"/>
          </a:solidFill>
          <a:latin typeface="Gill Sans" charset="0"/>
          <a:ea typeface="Heiti TC Light" charset="0"/>
          <a:cs typeface="Heiti TC Light" charset="0"/>
          <a:sym typeface="Gill Sans" charset="0"/>
        </a:defRPr>
      </a:lvl9pPr>
    </p:titleStyle>
    <p:bodyStyle>
      <a:lvl1pPr marL="342847" indent="-342847" algn="ctr" rtl="0" eaLnBrk="0" fontAlgn="base" hangingPunct="0">
        <a:spcBef>
          <a:spcPct val="0"/>
        </a:spcBef>
        <a:spcAft>
          <a:spcPct val="0"/>
        </a:spcAft>
        <a:buChar char="•"/>
        <a:defRPr kumimoji="1" sz="3400">
          <a:solidFill>
            <a:schemeClr val="tx1"/>
          </a:solidFill>
          <a:latin typeface="+mn-lt"/>
          <a:ea typeface="+mn-ea"/>
          <a:cs typeface="+mn-cs"/>
          <a:sym typeface="Gill Sans" charset="0"/>
        </a:defRPr>
      </a:lvl1pPr>
      <a:lvl2pPr marL="742835" indent="-285706" algn="ctr" rtl="0" eaLnBrk="0" fontAlgn="base" hangingPunct="0">
        <a:spcBef>
          <a:spcPct val="0"/>
        </a:spcBef>
        <a:spcAft>
          <a:spcPct val="0"/>
        </a:spcAft>
        <a:buChar char="–"/>
        <a:defRPr kumimoji="1" sz="3400">
          <a:solidFill>
            <a:schemeClr val="tx1"/>
          </a:solidFill>
          <a:latin typeface="+mn-lt"/>
          <a:ea typeface="+mn-ea"/>
          <a:cs typeface="+mn-cs"/>
          <a:sym typeface="Gill Sans" charset="0"/>
        </a:defRPr>
      </a:lvl2pPr>
      <a:lvl3pPr marL="1142824" indent="-228565" algn="ctr" rtl="0" eaLnBrk="0" fontAlgn="base" hangingPunct="0">
        <a:spcBef>
          <a:spcPct val="0"/>
        </a:spcBef>
        <a:spcAft>
          <a:spcPct val="0"/>
        </a:spcAft>
        <a:buChar char="•"/>
        <a:defRPr kumimoji="1" sz="3400">
          <a:solidFill>
            <a:schemeClr val="tx1"/>
          </a:solidFill>
          <a:latin typeface="+mn-lt"/>
          <a:ea typeface="+mn-ea"/>
          <a:cs typeface="+mn-cs"/>
          <a:sym typeface="Gill Sans" charset="0"/>
        </a:defRPr>
      </a:lvl3pPr>
      <a:lvl4pPr marL="1599957" indent="-228565" algn="ctr" rtl="0" eaLnBrk="0" fontAlgn="base" hangingPunct="0">
        <a:spcBef>
          <a:spcPct val="0"/>
        </a:spcBef>
        <a:spcAft>
          <a:spcPct val="0"/>
        </a:spcAft>
        <a:buChar char="–"/>
        <a:defRPr kumimoji="1" sz="3400">
          <a:solidFill>
            <a:schemeClr val="tx1"/>
          </a:solidFill>
          <a:latin typeface="+mn-lt"/>
          <a:ea typeface="+mn-ea"/>
          <a:cs typeface="+mn-cs"/>
          <a:sym typeface="Gill Sans" charset="0"/>
        </a:defRPr>
      </a:lvl4pPr>
      <a:lvl5pPr marL="2057084" indent="-228565" algn="ctr" rtl="0" eaLnBrk="0" fontAlgn="base" hangingPunct="0">
        <a:spcBef>
          <a:spcPct val="0"/>
        </a:spcBef>
        <a:spcAft>
          <a:spcPct val="0"/>
        </a:spcAft>
        <a:buChar char="»"/>
        <a:defRPr kumimoji="1" sz="3400">
          <a:solidFill>
            <a:schemeClr val="tx1"/>
          </a:solidFill>
          <a:latin typeface="+mn-lt"/>
          <a:ea typeface="+mn-ea"/>
          <a:cs typeface="+mn-cs"/>
          <a:sym typeface="Gill Sans" charset="0"/>
        </a:defRPr>
      </a:lvl5pPr>
      <a:lvl6pPr marL="457129" algn="ctr" rtl="0" fontAlgn="base">
        <a:spcBef>
          <a:spcPct val="0"/>
        </a:spcBef>
        <a:spcAft>
          <a:spcPct val="0"/>
        </a:spcAft>
        <a:defRPr sz="3400">
          <a:solidFill>
            <a:schemeClr val="tx1"/>
          </a:solidFill>
          <a:latin typeface="+mn-lt"/>
          <a:ea typeface="+mn-ea"/>
          <a:cs typeface="+mn-cs"/>
          <a:sym typeface="Gill Sans" charset="0"/>
        </a:defRPr>
      </a:lvl6pPr>
      <a:lvl7pPr marL="914260" algn="ctr" rtl="0" fontAlgn="base">
        <a:spcBef>
          <a:spcPct val="0"/>
        </a:spcBef>
        <a:spcAft>
          <a:spcPct val="0"/>
        </a:spcAft>
        <a:defRPr sz="3400">
          <a:solidFill>
            <a:schemeClr val="tx1"/>
          </a:solidFill>
          <a:latin typeface="+mn-lt"/>
          <a:ea typeface="+mn-ea"/>
          <a:cs typeface="+mn-cs"/>
          <a:sym typeface="Gill Sans" charset="0"/>
        </a:defRPr>
      </a:lvl7pPr>
      <a:lvl8pPr marL="1371390" algn="ctr" rtl="0" fontAlgn="base">
        <a:spcBef>
          <a:spcPct val="0"/>
        </a:spcBef>
        <a:spcAft>
          <a:spcPct val="0"/>
        </a:spcAft>
        <a:defRPr sz="3400">
          <a:solidFill>
            <a:schemeClr val="tx1"/>
          </a:solidFill>
          <a:latin typeface="+mn-lt"/>
          <a:ea typeface="+mn-ea"/>
          <a:cs typeface="+mn-cs"/>
          <a:sym typeface="Gill Sans" charset="0"/>
        </a:defRPr>
      </a:lvl8pPr>
      <a:lvl9pPr marL="1828518" algn="ctr" rtl="0" fontAlgn="base">
        <a:spcBef>
          <a:spcPct val="0"/>
        </a:spcBef>
        <a:spcAft>
          <a:spcPct val="0"/>
        </a:spcAft>
        <a:defRPr sz="3400">
          <a:solidFill>
            <a:schemeClr val="tx1"/>
          </a:solidFill>
          <a:latin typeface="+mn-lt"/>
          <a:ea typeface="+mn-ea"/>
          <a:cs typeface="+mn-cs"/>
          <a:sym typeface="Gill Sans" charset="0"/>
        </a:defRPr>
      </a:lvl9pPr>
    </p:bodyStyle>
    <p:otherStyle>
      <a:defPPr>
        <a:defRPr lang="zh-TW"/>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0" algn="l" defTabSz="457129" rtl="0" eaLnBrk="1" latinLnBrk="0" hangingPunct="1">
        <a:defRPr sz="1800" kern="1200">
          <a:solidFill>
            <a:schemeClr val="tx1"/>
          </a:solidFill>
          <a:latin typeface="+mn-lt"/>
          <a:ea typeface="+mn-ea"/>
          <a:cs typeface="+mn-cs"/>
        </a:defRPr>
      </a:lvl3pPr>
      <a:lvl4pPr marL="1371390" algn="l" defTabSz="457129" rtl="0" eaLnBrk="1" latinLnBrk="0" hangingPunct="1">
        <a:defRPr sz="1800" kern="1200">
          <a:solidFill>
            <a:schemeClr val="tx1"/>
          </a:solidFill>
          <a:latin typeface="+mn-lt"/>
          <a:ea typeface="+mn-ea"/>
          <a:cs typeface="+mn-cs"/>
        </a:defRPr>
      </a:lvl4pPr>
      <a:lvl5pPr marL="1828518" algn="l" defTabSz="457129" rtl="0" eaLnBrk="1" latinLnBrk="0" hangingPunct="1">
        <a:defRPr sz="1800" kern="1200">
          <a:solidFill>
            <a:schemeClr val="tx1"/>
          </a:solidFill>
          <a:latin typeface="+mn-lt"/>
          <a:ea typeface="+mn-ea"/>
          <a:cs typeface="+mn-cs"/>
        </a:defRPr>
      </a:lvl5pPr>
      <a:lvl6pPr marL="2285650"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9" algn="l" defTabSz="457129" rtl="0" eaLnBrk="1" latinLnBrk="0" hangingPunct="1">
        <a:defRPr sz="1800" kern="1200">
          <a:solidFill>
            <a:schemeClr val="tx1"/>
          </a:solidFill>
          <a:latin typeface="+mn-lt"/>
          <a:ea typeface="+mn-ea"/>
          <a:cs typeface="+mn-cs"/>
        </a:defRPr>
      </a:lvl8pPr>
      <a:lvl9pPr marL="3657039" algn="l" defTabSz="457129"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
          <p:cNvSpPr>
            <a:spLocks noGrp="1" noChangeArrowheads="1"/>
          </p:cNvSpPr>
          <p:nvPr>
            <p:ph type="body" idx="1"/>
          </p:nvPr>
        </p:nvSpPr>
        <p:spPr bwMode="auto">
          <a:xfrm>
            <a:off x="634999" y="4787902"/>
            <a:ext cx="5867401"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50791" tIns="50791" rIns="50791" bIns="50791" numCol="1" anchor="t" anchorCtr="0" compatLnSpc="1">
            <a:prstTxWarp prst="textNoShape">
              <a:avLst/>
            </a:prstTxWarp>
          </a:bodyPr>
          <a:lstStyle/>
          <a:p>
            <a:pPr lvl="0"/>
            <a:r>
              <a:rPr lang="en-US" altLang="zh-TW">
                <a:sym typeface="Gill Sans" charset="0"/>
              </a:rPr>
              <a:t>Click to edit Master text styles</a:t>
            </a:r>
          </a:p>
          <a:p>
            <a:pPr lvl="1"/>
            <a:r>
              <a:rPr lang="en-US" altLang="zh-TW">
                <a:sym typeface="Gill Sans" charset="0"/>
              </a:rPr>
              <a:t>Second level</a:t>
            </a:r>
          </a:p>
          <a:p>
            <a:pPr lvl="2"/>
            <a:r>
              <a:rPr lang="en-US" altLang="zh-TW">
                <a:sym typeface="Gill Sans" charset="0"/>
              </a:rPr>
              <a:t>Third level</a:t>
            </a:r>
          </a:p>
          <a:p>
            <a:pPr lvl="3"/>
            <a:r>
              <a:rPr lang="en-US" altLang="zh-TW">
                <a:sym typeface="Gill Sans" charset="0"/>
              </a:rPr>
              <a:t>Fourth level</a:t>
            </a:r>
          </a:p>
          <a:p>
            <a:pPr lvl="4"/>
            <a:r>
              <a:rPr lang="en-US" altLang="zh-TW">
                <a:sym typeface="Gill Sans" charset="0"/>
              </a:rPr>
              <a:t>Fifth level</a:t>
            </a:r>
          </a:p>
        </p:txBody>
      </p:sp>
      <p:sp>
        <p:nvSpPr>
          <p:cNvPr id="8195" name="Rectangle 2"/>
          <p:cNvSpPr>
            <a:spLocks noGrp="1" noChangeArrowheads="1"/>
          </p:cNvSpPr>
          <p:nvPr>
            <p:ph type="title"/>
          </p:nvPr>
        </p:nvSpPr>
        <p:spPr bwMode="auto">
          <a:xfrm>
            <a:off x="634999" y="1409700"/>
            <a:ext cx="5867401"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50791" tIns="50791" rIns="50791" bIns="50791" numCol="1" anchor="b" anchorCtr="0" compatLnSpc="1">
            <a:prstTxWarp prst="textNoShape">
              <a:avLst/>
            </a:prstTxWarp>
          </a:bodyPr>
          <a:lstStyle/>
          <a:p>
            <a:pPr lvl="0"/>
            <a:r>
              <a:rPr lang="en-US" altLang="zh-TW">
                <a:sym typeface="Gill Sans" charset="0"/>
              </a:rPr>
              <a:t>Click to edit Master title style</a:t>
            </a:r>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ransition xmlns:p14="http://schemas.microsoft.com/office/powerpoint/2010/main"/>
  <p:txStyles>
    <p:titleStyle>
      <a:lvl1pPr algn="ctr" rtl="0" eaLnBrk="0" fontAlgn="base" hangingPunct="0">
        <a:spcBef>
          <a:spcPct val="0"/>
        </a:spcBef>
        <a:spcAft>
          <a:spcPct val="0"/>
        </a:spcAft>
        <a:defRPr kumimoji="1" sz="7000">
          <a:solidFill>
            <a:schemeClr val="tx1"/>
          </a:solidFill>
          <a:latin typeface="+mj-lt"/>
          <a:ea typeface="+mj-ea"/>
          <a:cs typeface="+mj-cs"/>
          <a:sym typeface="Gill Sans" charset="0"/>
        </a:defRPr>
      </a:lvl1pPr>
      <a:lvl2pPr algn="ctr" rtl="0" eaLnBrk="0" fontAlgn="base" hangingPunct="0">
        <a:spcBef>
          <a:spcPct val="0"/>
        </a:spcBef>
        <a:spcAft>
          <a:spcPct val="0"/>
        </a:spcAft>
        <a:defRPr kumimoji="1" sz="7000">
          <a:solidFill>
            <a:schemeClr val="tx1"/>
          </a:solidFill>
          <a:latin typeface="Gill Sans" charset="0"/>
          <a:ea typeface="Heiti TC Light" charset="0"/>
          <a:cs typeface="Heiti TC Light" charset="0"/>
          <a:sym typeface="Gill Sans" charset="0"/>
        </a:defRPr>
      </a:lvl2pPr>
      <a:lvl3pPr algn="ctr" rtl="0" eaLnBrk="0" fontAlgn="base" hangingPunct="0">
        <a:spcBef>
          <a:spcPct val="0"/>
        </a:spcBef>
        <a:spcAft>
          <a:spcPct val="0"/>
        </a:spcAft>
        <a:defRPr kumimoji="1" sz="7000">
          <a:solidFill>
            <a:schemeClr val="tx1"/>
          </a:solidFill>
          <a:latin typeface="Gill Sans" charset="0"/>
          <a:ea typeface="Heiti TC Light" charset="0"/>
          <a:cs typeface="Heiti TC Light" charset="0"/>
          <a:sym typeface="Gill Sans" charset="0"/>
        </a:defRPr>
      </a:lvl3pPr>
      <a:lvl4pPr algn="ctr" rtl="0" eaLnBrk="0" fontAlgn="base" hangingPunct="0">
        <a:spcBef>
          <a:spcPct val="0"/>
        </a:spcBef>
        <a:spcAft>
          <a:spcPct val="0"/>
        </a:spcAft>
        <a:defRPr kumimoji="1" sz="7000">
          <a:solidFill>
            <a:schemeClr val="tx1"/>
          </a:solidFill>
          <a:latin typeface="Gill Sans" charset="0"/>
          <a:ea typeface="Heiti TC Light" charset="0"/>
          <a:cs typeface="Heiti TC Light" charset="0"/>
          <a:sym typeface="Gill Sans" charset="0"/>
        </a:defRPr>
      </a:lvl4pPr>
      <a:lvl5pPr algn="ctr" rtl="0" eaLnBrk="0" fontAlgn="base" hangingPunct="0">
        <a:spcBef>
          <a:spcPct val="0"/>
        </a:spcBef>
        <a:spcAft>
          <a:spcPct val="0"/>
        </a:spcAft>
        <a:defRPr kumimoji="1" sz="7000">
          <a:solidFill>
            <a:schemeClr val="tx1"/>
          </a:solidFill>
          <a:latin typeface="Gill Sans" charset="0"/>
          <a:ea typeface="Heiti TC Light" charset="0"/>
          <a:cs typeface="Heiti TC Light" charset="0"/>
          <a:sym typeface="Gill Sans" charset="0"/>
        </a:defRPr>
      </a:lvl5pPr>
      <a:lvl6pPr marL="457129" algn="ctr" rtl="0" fontAlgn="base">
        <a:spcBef>
          <a:spcPct val="0"/>
        </a:spcBef>
        <a:spcAft>
          <a:spcPct val="0"/>
        </a:spcAft>
        <a:defRPr sz="7000">
          <a:solidFill>
            <a:schemeClr val="tx1"/>
          </a:solidFill>
          <a:latin typeface="Gill Sans" charset="0"/>
          <a:ea typeface="Heiti TC Light" charset="0"/>
          <a:cs typeface="Heiti TC Light" charset="0"/>
          <a:sym typeface="Gill Sans" charset="0"/>
        </a:defRPr>
      </a:lvl6pPr>
      <a:lvl7pPr marL="914260" algn="ctr" rtl="0" fontAlgn="base">
        <a:spcBef>
          <a:spcPct val="0"/>
        </a:spcBef>
        <a:spcAft>
          <a:spcPct val="0"/>
        </a:spcAft>
        <a:defRPr sz="7000">
          <a:solidFill>
            <a:schemeClr val="tx1"/>
          </a:solidFill>
          <a:latin typeface="Gill Sans" charset="0"/>
          <a:ea typeface="Heiti TC Light" charset="0"/>
          <a:cs typeface="Heiti TC Light" charset="0"/>
          <a:sym typeface="Gill Sans" charset="0"/>
        </a:defRPr>
      </a:lvl7pPr>
      <a:lvl8pPr marL="1371390" algn="ctr" rtl="0" fontAlgn="base">
        <a:spcBef>
          <a:spcPct val="0"/>
        </a:spcBef>
        <a:spcAft>
          <a:spcPct val="0"/>
        </a:spcAft>
        <a:defRPr sz="7000">
          <a:solidFill>
            <a:schemeClr val="tx1"/>
          </a:solidFill>
          <a:latin typeface="Gill Sans" charset="0"/>
          <a:ea typeface="Heiti TC Light" charset="0"/>
          <a:cs typeface="Heiti TC Light" charset="0"/>
          <a:sym typeface="Gill Sans" charset="0"/>
        </a:defRPr>
      </a:lvl8pPr>
      <a:lvl9pPr marL="1828518" algn="ctr" rtl="0" fontAlgn="base">
        <a:spcBef>
          <a:spcPct val="0"/>
        </a:spcBef>
        <a:spcAft>
          <a:spcPct val="0"/>
        </a:spcAft>
        <a:defRPr sz="7000">
          <a:solidFill>
            <a:schemeClr val="tx1"/>
          </a:solidFill>
          <a:latin typeface="Gill Sans" charset="0"/>
          <a:ea typeface="Heiti TC Light" charset="0"/>
          <a:cs typeface="Heiti TC Light" charset="0"/>
          <a:sym typeface="Gill Sans" charset="0"/>
        </a:defRPr>
      </a:lvl9pPr>
    </p:titleStyle>
    <p:bodyStyle>
      <a:lvl1pPr marL="342847" indent="-342847" algn="ctr" rtl="0" eaLnBrk="0" fontAlgn="base" hangingPunct="0">
        <a:spcBef>
          <a:spcPct val="0"/>
        </a:spcBef>
        <a:spcAft>
          <a:spcPct val="0"/>
        </a:spcAft>
        <a:buChar char="•"/>
        <a:defRPr kumimoji="1" sz="3400">
          <a:solidFill>
            <a:schemeClr val="tx1"/>
          </a:solidFill>
          <a:latin typeface="+mn-lt"/>
          <a:ea typeface="+mn-ea"/>
          <a:cs typeface="+mn-cs"/>
          <a:sym typeface="Gill Sans" charset="0"/>
        </a:defRPr>
      </a:lvl1pPr>
      <a:lvl2pPr marL="742835" indent="-285706" algn="ctr" rtl="0" eaLnBrk="0" fontAlgn="base" hangingPunct="0">
        <a:spcBef>
          <a:spcPct val="0"/>
        </a:spcBef>
        <a:spcAft>
          <a:spcPct val="0"/>
        </a:spcAft>
        <a:buChar char="–"/>
        <a:defRPr kumimoji="1" sz="3400">
          <a:solidFill>
            <a:schemeClr val="tx1"/>
          </a:solidFill>
          <a:latin typeface="+mn-lt"/>
          <a:ea typeface="+mn-ea"/>
          <a:cs typeface="+mn-cs"/>
          <a:sym typeface="Gill Sans" charset="0"/>
        </a:defRPr>
      </a:lvl2pPr>
      <a:lvl3pPr marL="1142824" indent="-228565" algn="ctr" rtl="0" eaLnBrk="0" fontAlgn="base" hangingPunct="0">
        <a:spcBef>
          <a:spcPct val="0"/>
        </a:spcBef>
        <a:spcAft>
          <a:spcPct val="0"/>
        </a:spcAft>
        <a:buChar char="•"/>
        <a:defRPr kumimoji="1" sz="3400">
          <a:solidFill>
            <a:schemeClr val="tx1"/>
          </a:solidFill>
          <a:latin typeface="+mn-lt"/>
          <a:ea typeface="+mn-ea"/>
          <a:cs typeface="+mn-cs"/>
          <a:sym typeface="Gill Sans" charset="0"/>
        </a:defRPr>
      </a:lvl3pPr>
      <a:lvl4pPr marL="1599957" indent="-228565" algn="ctr" rtl="0" eaLnBrk="0" fontAlgn="base" hangingPunct="0">
        <a:spcBef>
          <a:spcPct val="0"/>
        </a:spcBef>
        <a:spcAft>
          <a:spcPct val="0"/>
        </a:spcAft>
        <a:buChar char="–"/>
        <a:defRPr kumimoji="1" sz="3400">
          <a:solidFill>
            <a:schemeClr val="tx1"/>
          </a:solidFill>
          <a:latin typeface="+mn-lt"/>
          <a:ea typeface="+mn-ea"/>
          <a:cs typeface="+mn-cs"/>
          <a:sym typeface="Gill Sans" charset="0"/>
        </a:defRPr>
      </a:lvl4pPr>
      <a:lvl5pPr marL="2057084" indent="-228565" algn="ctr" rtl="0" eaLnBrk="0" fontAlgn="base" hangingPunct="0">
        <a:spcBef>
          <a:spcPct val="0"/>
        </a:spcBef>
        <a:spcAft>
          <a:spcPct val="0"/>
        </a:spcAft>
        <a:buChar char="»"/>
        <a:defRPr kumimoji="1" sz="3400">
          <a:solidFill>
            <a:schemeClr val="tx1"/>
          </a:solidFill>
          <a:latin typeface="+mn-lt"/>
          <a:ea typeface="+mn-ea"/>
          <a:cs typeface="+mn-cs"/>
          <a:sym typeface="Gill Sans" charset="0"/>
        </a:defRPr>
      </a:lvl5pPr>
      <a:lvl6pPr marL="457129" algn="ctr" rtl="0" fontAlgn="base">
        <a:spcBef>
          <a:spcPct val="0"/>
        </a:spcBef>
        <a:spcAft>
          <a:spcPct val="0"/>
        </a:spcAft>
        <a:defRPr sz="3400">
          <a:solidFill>
            <a:schemeClr val="tx1"/>
          </a:solidFill>
          <a:latin typeface="+mn-lt"/>
          <a:ea typeface="+mn-ea"/>
          <a:cs typeface="+mn-cs"/>
          <a:sym typeface="Gill Sans" charset="0"/>
        </a:defRPr>
      </a:lvl6pPr>
      <a:lvl7pPr marL="914260" algn="ctr" rtl="0" fontAlgn="base">
        <a:spcBef>
          <a:spcPct val="0"/>
        </a:spcBef>
        <a:spcAft>
          <a:spcPct val="0"/>
        </a:spcAft>
        <a:defRPr sz="3400">
          <a:solidFill>
            <a:schemeClr val="tx1"/>
          </a:solidFill>
          <a:latin typeface="+mn-lt"/>
          <a:ea typeface="+mn-ea"/>
          <a:cs typeface="+mn-cs"/>
          <a:sym typeface="Gill Sans" charset="0"/>
        </a:defRPr>
      </a:lvl7pPr>
      <a:lvl8pPr marL="1371390" algn="ctr" rtl="0" fontAlgn="base">
        <a:spcBef>
          <a:spcPct val="0"/>
        </a:spcBef>
        <a:spcAft>
          <a:spcPct val="0"/>
        </a:spcAft>
        <a:defRPr sz="3400">
          <a:solidFill>
            <a:schemeClr val="tx1"/>
          </a:solidFill>
          <a:latin typeface="+mn-lt"/>
          <a:ea typeface="+mn-ea"/>
          <a:cs typeface="+mn-cs"/>
          <a:sym typeface="Gill Sans" charset="0"/>
        </a:defRPr>
      </a:lvl8pPr>
      <a:lvl9pPr marL="1828518" algn="ctr" rtl="0" fontAlgn="base">
        <a:spcBef>
          <a:spcPct val="0"/>
        </a:spcBef>
        <a:spcAft>
          <a:spcPct val="0"/>
        </a:spcAft>
        <a:defRPr sz="3400">
          <a:solidFill>
            <a:schemeClr val="tx1"/>
          </a:solidFill>
          <a:latin typeface="+mn-lt"/>
          <a:ea typeface="+mn-ea"/>
          <a:cs typeface="+mn-cs"/>
          <a:sym typeface="Gill Sans" charset="0"/>
        </a:defRPr>
      </a:lvl9pPr>
    </p:bodyStyle>
    <p:otherStyle>
      <a:defPPr>
        <a:defRPr lang="zh-TW"/>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0" algn="l" defTabSz="457129" rtl="0" eaLnBrk="1" latinLnBrk="0" hangingPunct="1">
        <a:defRPr sz="1800" kern="1200">
          <a:solidFill>
            <a:schemeClr val="tx1"/>
          </a:solidFill>
          <a:latin typeface="+mn-lt"/>
          <a:ea typeface="+mn-ea"/>
          <a:cs typeface="+mn-cs"/>
        </a:defRPr>
      </a:lvl3pPr>
      <a:lvl4pPr marL="1371390" algn="l" defTabSz="457129" rtl="0" eaLnBrk="1" latinLnBrk="0" hangingPunct="1">
        <a:defRPr sz="1800" kern="1200">
          <a:solidFill>
            <a:schemeClr val="tx1"/>
          </a:solidFill>
          <a:latin typeface="+mn-lt"/>
          <a:ea typeface="+mn-ea"/>
          <a:cs typeface="+mn-cs"/>
        </a:defRPr>
      </a:lvl4pPr>
      <a:lvl5pPr marL="1828518" algn="l" defTabSz="457129" rtl="0" eaLnBrk="1" latinLnBrk="0" hangingPunct="1">
        <a:defRPr sz="1800" kern="1200">
          <a:solidFill>
            <a:schemeClr val="tx1"/>
          </a:solidFill>
          <a:latin typeface="+mn-lt"/>
          <a:ea typeface="+mn-ea"/>
          <a:cs typeface="+mn-cs"/>
        </a:defRPr>
      </a:lvl5pPr>
      <a:lvl6pPr marL="2285650"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9" algn="l" defTabSz="457129" rtl="0" eaLnBrk="1" latinLnBrk="0" hangingPunct="1">
        <a:defRPr sz="1800" kern="1200">
          <a:solidFill>
            <a:schemeClr val="tx1"/>
          </a:solidFill>
          <a:latin typeface="+mn-lt"/>
          <a:ea typeface="+mn-ea"/>
          <a:cs typeface="+mn-cs"/>
        </a:defRPr>
      </a:lvl8pPr>
      <a:lvl9pPr marL="3657039" algn="l" defTabSz="457129"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1"/>
          <p:cNvSpPr>
            <a:spLocks noGrp="1" noChangeArrowheads="1"/>
          </p:cNvSpPr>
          <p:nvPr>
            <p:ph type="title"/>
          </p:nvPr>
        </p:nvSpPr>
        <p:spPr bwMode="auto">
          <a:xfrm>
            <a:off x="1270004" y="254000"/>
            <a:ext cx="10464801"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50791" tIns="50791" rIns="50791" bIns="50791" numCol="1" anchor="ctr" anchorCtr="0" compatLnSpc="1">
            <a:prstTxWarp prst="textNoShape">
              <a:avLst/>
            </a:prstTxWarp>
          </a:bodyPr>
          <a:lstStyle/>
          <a:p>
            <a:pPr lvl="0"/>
            <a:r>
              <a:rPr lang="en-US" altLang="zh-TW">
                <a:sym typeface="Gill Sans" charset="0"/>
              </a:rPr>
              <a:t>Click to edit Master title style</a:t>
            </a:r>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ransition xmlns:p14="http://schemas.microsoft.com/office/powerpoint/2010/main"/>
  <p:txStyles>
    <p:titleStyle>
      <a:lvl1pPr algn="ctr" rtl="0" eaLnBrk="0" fontAlgn="base" hangingPunct="0">
        <a:spcBef>
          <a:spcPct val="0"/>
        </a:spcBef>
        <a:spcAft>
          <a:spcPct val="0"/>
        </a:spcAft>
        <a:defRPr kumimoji="1" sz="8400">
          <a:solidFill>
            <a:schemeClr val="tx1"/>
          </a:solidFill>
          <a:latin typeface="+mj-lt"/>
          <a:ea typeface="+mj-ea"/>
          <a:cs typeface="+mj-cs"/>
          <a:sym typeface="Gill Sans" charset="0"/>
        </a:defRPr>
      </a:lvl1pPr>
      <a:lvl2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2pPr>
      <a:lvl3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3pPr>
      <a:lvl4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4pPr>
      <a:lvl5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5pPr>
      <a:lvl6pPr marL="457129"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6pPr>
      <a:lvl7pPr marL="914260"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7pPr>
      <a:lvl8pPr marL="1371390"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8pPr>
      <a:lvl9pPr marL="1828518"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9pPr>
    </p:titleStyle>
    <p:bodyStyle>
      <a:lvl1pPr marL="888864" indent="-571412" algn="l" rtl="0" eaLnBrk="0" fontAlgn="base" hangingPunct="0">
        <a:spcBef>
          <a:spcPts val="2399"/>
        </a:spcBef>
        <a:spcAft>
          <a:spcPct val="0"/>
        </a:spcAft>
        <a:buSzPct val="171000"/>
        <a:buFont typeface="Gill Sans" charset="0"/>
        <a:buChar char="•"/>
        <a:defRPr kumimoji="1" sz="4300">
          <a:solidFill>
            <a:schemeClr val="tx1"/>
          </a:solidFill>
          <a:latin typeface="+mn-lt"/>
          <a:ea typeface="+mn-ea"/>
          <a:cs typeface="+mn-cs"/>
          <a:sym typeface="Gill Sans" charset="0"/>
        </a:defRPr>
      </a:lvl1pPr>
      <a:lvl2pPr marL="1333295" indent="-571412" algn="l" rtl="0" eaLnBrk="0" fontAlgn="base" hangingPunct="0">
        <a:spcBef>
          <a:spcPts val="2399"/>
        </a:spcBef>
        <a:spcAft>
          <a:spcPct val="0"/>
        </a:spcAft>
        <a:buSzPct val="171000"/>
        <a:buFont typeface="Gill Sans" charset="0"/>
        <a:buChar char="•"/>
        <a:defRPr kumimoji="1" sz="4300">
          <a:solidFill>
            <a:schemeClr val="tx1"/>
          </a:solidFill>
          <a:latin typeface="+mn-lt"/>
          <a:ea typeface="+mn-ea"/>
          <a:cs typeface="+mn-cs"/>
          <a:sym typeface="Gill Sans" charset="0"/>
        </a:defRPr>
      </a:lvl2pPr>
      <a:lvl3pPr marL="1777727" indent="-571412" algn="l" rtl="0" eaLnBrk="0" fontAlgn="base" hangingPunct="0">
        <a:spcBef>
          <a:spcPts val="2399"/>
        </a:spcBef>
        <a:spcAft>
          <a:spcPct val="0"/>
        </a:spcAft>
        <a:buSzPct val="171000"/>
        <a:buFont typeface="Gill Sans" charset="0"/>
        <a:buChar char="•"/>
        <a:defRPr kumimoji="1" sz="4300">
          <a:solidFill>
            <a:schemeClr val="tx1"/>
          </a:solidFill>
          <a:latin typeface="+mn-lt"/>
          <a:ea typeface="+mn-ea"/>
          <a:cs typeface="+mn-cs"/>
          <a:sym typeface="Gill Sans" charset="0"/>
        </a:defRPr>
      </a:lvl3pPr>
      <a:lvl4pPr marL="2222159" indent="-571412" algn="l" rtl="0" eaLnBrk="0" fontAlgn="base" hangingPunct="0">
        <a:spcBef>
          <a:spcPts val="2399"/>
        </a:spcBef>
        <a:spcAft>
          <a:spcPct val="0"/>
        </a:spcAft>
        <a:buSzPct val="171000"/>
        <a:buFont typeface="Gill Sans" charset="0"/>
        <a:buChar char="•"/>
        <a:defRPr kumimoji="1" sz="4300">
          <a:solidFill>
            <a:schemeClr val="tx1"/>
          </a:solidFill>
          <a:latin typeface="+mn-lt"/>
          <a:ea typeface="+mn-ea"/>
          <a:cs typeface="+mn-cs"/>
          <a:sym typeface="Gill Sans" charset="0"/>
        </a:defRPr>
      </a:lvl4pPr>
      <a:lvl5pPr marL="2666591" indent="-571412" algn="l" rtl="0" eaLnBrk="0" fontAlgn="base" hangingPunct="0">
        <a:spcBef>
          <a:spcPts val="2399"/>
        </a:spcBef>
        <a:spcAft>
          <a:spcPct val="0"/>
        </a:spcAft>
        <a:buSzPct val="171000"/>
        <a:buFont typeface="Gill Sans" charset="0"/>
        <a:buChar char="•"/>
        <a:defRPr kumimoji="1" sz="4300">
          <a:solidFill>
            <a:schemeClr val="tx1"/>
          </a:solidFill>
          <a:latin typeface="+mn-lt"/>
          <a:ea typeface="+mn-ea"/>
          <a:cs typeface="+mn-cs"/>
          <a:sym typeface="Gill Sans" charset="0"/>
        </a:defRPr>
      </a:lvl5pPr>
      <a:lvl6pPr marL="3123722" indent="-571412" algn="l" rtl="0" fontAlgn="base">
        <a:spcBef>
          <a:spcPts val="2399"/>
        </a:spcBef>
        <a:spcAft>
          <a:spcPct val="0"/>
        </a:spcAft>
        <a:buSzPct val="171000"/>
        <a:buFont typeface="Gill Sans" charset="0"/>
        <a:buChar char="•"/>
        <a:defRPr sz="4300">
          <a:solidFill>
            <a:schemeClr val="tx1"/>
          </a:solidFill>
          <a:latin typeface="+mn-lt"/>
          <a:ea typeface="+mn-ea"/>
          <a:cs typeface="+mn-cs"/>
          <a:sym typeface="Gill Sans" charset="0"/>
        </a:defRPr>
      </a:lvl6pPr>
      <a:lvl7pPr marL="3580849" indent="-571412" algn="l" rtl="0" fontAlgn="base">
        <a:spcBef>
          <a:spcPts val="2399"/>
        </a:spcBef>
        <a:spcAft>
          <a:spcPct val="0"/>
        </a:spcAft>
        <a:buSzPct val="171000"/>
        <a:buFont typeface="Gill Sans" charset="0"/>
        <a:buChar char="•"/>
        <a:defRPr sz="4300">
          <a:solidFill>
            <a:schemeClr val="tx1"/>
          </a:solidFill>
          <a:latin typeface="+mn-lt"/>
          <a:ea typeface="+mn-ea"/>
          <a:cs typeface="+mn-cs"/>
          <a:sym typeface="Gill Sans" charset="0"/>
        </a:defRPr>
      </a:lvl7pPr>
      <a:lvl8pPr marL="4037981" indent="-571412" algn="l" rtl="0" fontAlgn="base">
        <a:spcBef>
          <a:spcPts val="2399"/>
        </a:spcBef>
        <a:spcAft>
          <a:spcPct val="0"/>
        </a:spcAft>
        <a:buSzPct val="171000"/>
        <a:buFont typeface="Gill Sans" charset="0"/>
        <a:buChar char="•"/>
        <a:defRPr sz="4300">
          <a:solidFill>
            <a:schemeClr val="tx1"/>
          </a:solidFill>
          <a:latin typeface="+mn-lt"/>
          <a:ea typeface="+mn-ea"/>
          <a:cs typeface="+mn-cs"/>
          <a:sym typeface="Gill Sans" charset="0"/>
        </a:defRPr>
      </a:lvl8pPr>
      <a:lvl9pPr marL="4495111" indent="-571412" algn="l" rtl="0" fontAlgn="base">
        <a:spcBef>
          <a:spcPts val="2399"/>
        </a:spcBef>
        <a:spcAft>
          <a:spcPct val="0"/>
        </a:spcAft>
        <a:buSzPct val="171000"/>
        <a:buFont typeface="Gill Sans" charset="0"/>
        <a:buChar char="•"/>
        <a:defRPr sz="4300">
          <a:solidFill>
            <a:schemeClr val="tx1"/>
          </a:solidFill>
          <a:latin typeface="+mn-lt"/>
          <a:ea typeface="+mn-ea"/>
          <a:cs typeface="+mn-cs"/>
          <a:sym typeface="Gill Sans" charset="0"/>
        </a:defRPr>
      </a:lvl9pPr>
    </p:bodyStyle>
    <p:otherStyle>
      <a:defPPr>
        <a:defRPr lang="zh-TW"/>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0" algn="l" defTabSz="457129" rtl="0" eaLnBrk="1" latinLnBrk="0" hangingPunct="1">
        <a:defRPr sz="1800" kern="1200">
          <a:solidFill>
            <a:schemeClr val="tx1"/>
          </a:solidFill>
          <a:latin typeface="+mn-lt"/>
          <a:ea typeface="+mn-ea"/>
          <a:cs typeface="+mn-cs"/>
        </a:defRPr>
      </a:lvl3pPr>
      <a:lvl4pPr marL="1371390" algn="l" defTabSz="457129" rtl="0" eaLnBrk="1" latinLnBrk="0" hangingPunct="1">
        <a:defRPr sz="1800" kern="1200">
          <a:solidFill>
            <a:schemeClr val="tx1"/>
          </a:solidFill>
          <a:latin typeface="+mn-lt"/>
          <a:ea typeface="+mn-ea"/>
          <a:cs typeface="+mn-cs"/>
        </a:defRPr>
      </a:lvl4pPr>
      <a:lvl5pPr marL="1828518" algn="l" defTabSz="457129" rtl="0" eaLnBrk="1" latinLnBrk="0" hangingPunct="1">
        <a:defRPr sz="1800" kern="1200">
          <a:solidFill>
            <a:schemeClr val="tx1"/>
          </a:solidFill>
          <a:latin typeface="+mn-lt"/>
          <a:ea typeface="+mn-ea"/>
          <a:cs typeface="+mn-cs"/>
        </a:defRPr>
      </a:lvl5pPr>
      <a:lvl6pPr marL="2285650"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9" algn="l" defTabSz="457129" rtl="0" eaLnBrk="1" latinLnBrk="0" hangingPunct="1">
        <a:defRPr sz="1800" kern="1200">
          <a:solidFill>
            <a:schemeClr val="tx1"/>
          </a:solidFill>
          <a:latin typeface="+mn-lt"/>
          <a:ea typeface="+mn-ea"/>
          <a:cs typeface="+mn-cs"/>
        </a:defRPr>
      </a:lvl8pPr>
      <a:lvl9pPr marL="3657039" algn="l" defTabSz="457129"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1"/>
          <p:cNvSpPr>
            <a:spLocks noGrp="1" noChangeArrowheads="1"/>
          </p:cNvSpPr>
          <p:nvPr>
            <p:ph type="title"/>
          </p:nvPr>
        </p:nvSpPr>
        <p:spPr bwMode="auto">
          <a:xfrm>
            <a:off x="1270004" y="7366000"/>
            <a:ext cx="10464801"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50791" tIns="50791" rIns="50791" bIns="50791" numCol="1" anchor="ctr" anchorCtr="0" compatLnSpc="1">
            <a:prstTxWarp prst="textNoShape">
              <a:avLst/>
            </a:prstTxWarp>
          </a:bodyPr>
          <a:lstStyle/>
          <a:p>
            <a:pPr lvl="0"/>
            <a:r>
              <a:rPr lang="en-US" altLang="zh-TW">
                <a:sym typeface="Gill Sans" charset="0"/>
              </a:rPr>
              <a:t>Click to edit Master title style</a:t>
            </a:r>
          </a:p>
        </p:txBody>
      </p:sp>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ransition xmlns:p14="http://schemas.microsoft.com/office/powerpoint/2010/main"/>
  <p:txStyles>
    <p:titleStyle>
      <a:lvl1pPr algn="ctr" rtl="0" eaLnBrk="0" fontAlgn="base" hangingPunct="0">
        <a:spcBef>
          <a:spcPct val="0"/>
        </a:spcBef>
        <a:spcAft>
          <a:spcPct val="0"/>
        </a:spcAft>
        <a:defRPr kumimoji="1" sz="8400">
          <a:solidFill>
            <a:schemeClr val="tx1"/>
          </a:solidFill>
          <a:latin typeface="+mj-lt"/>
          <a:ea typeface="+mj-ea"/>
          <a:cs typeface="+mj-cs"/>
          <a:sym typeface="Gill Sans" charset="0"/>
        </a:defRPr>
      </a:lvl1pPr>
      <a:lvl2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2pPr>
      <a:lvl3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3pPr>
      <a:lvl4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4pPr>
      <a:lvl5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5pPr>
      <a:lvl6pPr marL="457129"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6pPr>
      <a:lvl7pPr marL="914260"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7pPr>
      <a:lvl8pPr marL="1371390"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8pPr>
      <a:lvl9pPr marL="1828518"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9pPr>
    </p:titleStyle>
    <p:bodyStyle>
      <a:lvl1pPr marL="342847" indent="-342847"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1pPr>
      <a:lvl2pPr marL="742835" indent="-285706"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2pPr>
      <a:lvl3pPr marL="1142824" indent="-228565"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3pPr>
      <a:lvl4pPr marL="1599957" indent="-228565"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4pPr>
      <a:lvl5pPr marL="2057084" indent="-228565"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5pPr>
      <a:lvl6pPr marL="457129" algn="ctr" rtl="0" fontAlgn="base">
        <a:spcBef>
          <a:spcPct val="0"/>
        </a:spcBef>
        <a:spcAft>
          <a:spcPct val="0"/>
        </a:spcAft>
        <a:defRPr sz="3600">
          <a:solidFill>
            <a:schemeClr val="tx1"/>
          </a:solidFill>
          <a:latin typeface="+mn-lt"/>
          <a:ea typeface="+mn-ea"/>
          <a:cs typeface="+mn-cs"/>
          <a:sym typeface="Gill Sans" charset="0"/>
        </a:defRPr>
      </a:lvl6pPr>
      <a:lvl7pPr marL="914260" algn="ctr" rtl="0" fontAlgn="base">
        <a:spcBef>
          <a:spcPct val="0"/>
        </a:spcBef>
        <a:spcAft>
          <a:spcPct val="0"/>
        </a:spcAft>
        <a:defRPr sz="3600">
          <a:solidFill>
            <a:schemeClr val="tx1"/>
          </a:solidFill>
          <a:latin typeface="+mn-lt"/>
          <a:ea typeface="+mn-ea"/>
          <a:cs typeface="+mn-cs"/>
          <a:sym typeface="Gill Sans" charset="0"/>
        </a:defRPr>
      </a:lvl7pPr>
      <a:lvl8pPr marL="1371390" algn="ctr" rtl="0" fontAlgn="base">
        <a:spcBef>
          <a:spcPct val="0"/>
        </a:spcBef>
        <a:spcAft>
          <a:spcPct val="0"/>
        </a:spcAft>
        <a:defRPr sz="3600">
          <a:solidFill>
            <a:schemeClr val="tx1"/>
          </a:solidFill>
          <a:latin typeface="+mn-lt"/>
          <a:ea typeface="+mn-ea"/>
          <a:cs typeface="+mn-cs"/>
          <a:sym typeface="Gill Sans" charset="0"/>
        </a:defRPr>
      </a:lvl8pPr>
      <a:lvl9pPr marL="1828518" algn="ctr" rtl="0" fontAlgn="base">
        <a:spcBef>
          <a:spcPct val="0"/>
        </a:spcBef>
        <a:spcAft>
          <a:spcPct val="0"/>
        </a:spcAft>
        <a:defRPr sz="3600">
          <a:solidFill>
            <a:schemeClr val="tx1"/>
          </a:solidFill>
          <a:latin typeface="+mn-lt"/>
          <a:ea typeface="+mn-ea"/>
          <a:cs typeface="+mn-cs"/>
          <a:sym typeface="Gill Sans" charset="0"/>
        </a:defRPr>
      </a:lvl9pPr>
    </p:bodyStyle>
    <p:otherStyle>
      <a:defPPr>
        <a:defRPr lang="zh-TW"/>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0" algn="l" defTabSz="457129" rtl="0" eaLnBrk="1" latinLnBrk="0" hangingPunct="1">
        <a:defRPr sz="1800" kern="1200">
          <a:solidFill>
            <a:schemeClr val="tx1"/>
          </a:solidFill>
          <a:latin typeface="+mn-lt"/>
          <a:ea typeface="+mn-ea"/>
          <a:cs typeface="+mn-cs"/>
        </a:defRPr>
      </a:lvl3pPr>
      <a:lvl4pPr marL="1371390" algn="l" defTabSz="457129" rtl="0" eaLnBrk="1" latinLnBrk="0" hangingPunct="1">
        <a:defRPr sz="1800" kern="1200">
          <a:solidFill>
            <a:schemeClr val="tx1"/>
          </a:solidFill>
          <a:latin typeface="+mn-lt"/>
          <a:ea typeface="+mn-ea"/>
          <a:cs typeface="+mn-cs"/>
        </a:defRPr>
      </a:lvl4pPr>
      <a:lvl5pPr marL="1828518" algn="l" defTabSz="457129" rtl="0" eaLnBrk="1" latinLnBrk="0" hangingPunct="1">
        <a:defRPr sz="1800" kern="1200">
          <a:solidFill>
            <a:schemeClr val="tx1"/>
          </a:solidFill>
          <a:latin typeface="+mn-lt"/>
          <a:ea typeface="+mn-ea"/>
          <a:cs typeface="+mn-cs"/>
        </a:defRPr>
      </a:lvl5pPr>
      <a:lvl6pPr marL="2285650"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9" algn="l" defTabSz="457129" rtl="0" eaLnBrk="1" latinLnBrk="0" hangingPunct="1">
        <a:defRPr sz="1800" kern="1200">
          <a:solidFill>
            <a:schemeClr val="tx1"/>
          </a:solidFill>
          <a:latin typeface="+mn-lt"/>
          <a:ea typeface="+mn-ea"/>
          <a:cs typeface="+mn-cs"/>
        </a:defRPr>
      </a:lvl8pPr>
      <a:lvl9pPr marL="3657039" algn="l" defTabSz="457129"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1"/>
          <p:cNvSpPr>
            <a:spLocks noGrp="1" noChangeArrowheads="1"/>
          </p:cNvSpPr>
          <p:nvPr>
            <p:ph type="title"/>
          </p:nvPr>
        </p:nvSpPr>
        <p:spPr bwMode="auto">
          <a:xfrm>
            <a:off x="1270004" y="254000"/>
            <a:ext cx="10464801"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50791" tIns="50791" rIns="50791" bIns="50791" numCol="1" anchor="ctr" anchorCtr="0" compatLnSpc="1">
            <a:prstTxWarp prst="textNoShape">
              <a:avLst/>
            </a:prstTxWarp>
          </a:bodyPr>
          <a:lstStyle/>
          <a:p>
            <a:pPr lvl="0"/>
            <a:r>
              <a:rPr lang="en-US" altLang="zh-TW">
                <a:sym typeface="Gill Sans" charset="0"/>
              </a:rPr>
              <a:t>Click to edit Master title style</a:t>
            </a:r>
          </a:p>
        </p:txBody>
      </p:sp>
      <p:sp>
        <p:nvSpPr>
          <p:cNvPr id="11267" name="Rectangle 2"/>
          <p:cNvSpPr>
            <a:spLocks noGrp="1" noChangeArrowheads="1"/>
          </p:cNvSpPr>
          <p:nvPr>
            <p:ph type="body" idx="1"/>
          </p:nvPr>
        </p:nvSpPr>
        <p:spPr bwMode="auto">
          <a:xfrm>
            <a:off x="1270000" y="2768604"/>
            <a:ext cx="5041900" cy="5714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50791" tIns="50791" rIns="50791" bIns="50791" numCol="1" anchor="ctr" anchorCtr="0" compatLnSpc="1">
            <a:prstTxWarp prst="textNoShape">
              <a:avLst/>
            </a:prstTxWarp>
          </a:bodyPr>
          <a:lstStyle/>
          <a:p>
            <a:pPr lvl="0"/>
            <a:r>
              <a:rPr lang="en-US" altLang="zh-TW">
                <a:sym typeface="Gill Sans" charset="0"/>
              </a:rPr>
              <a:t>Click to edit Master text styles</a:t>
            </a:r>
          </a:p>
          <a:p>
            <a:pPr lvl="1"/>
            <a:r>
              <a:rPr lang="en-US" altLang="zh-TW">
                <a:sym typeface="Gill Sans" charset="0"/>
              </a:rPr>
              <a:t>Second level</a:t>
            </a:r>
          </a:p>
          <a:p>
            <a:pPr lvl="2"/>
            <a:r>
              <a:rPr lang="en-US" altLang="zh-TW">
                <a:sym typeface="Gill Sans" charset="0"/>
              </a:rPr>
              <a:t>Third level</a:t>
            </a:r>
          </a:p>
          <a:p>
            <a:pPr lvl="3"/>
            <a:r>
              <a:rPr lang="en-US" altLang="zh-TW">
                <a:sym typeface="Gill Sans" charset="0"/>
              </a:rPr>
              <a:t>Fourth level</a:t>
            </a:r>
          </a:p>
          <a:p>
            <a:pPr lvl="4"/>
            <a:r>
              <a:rPr lang="en-US" altLang="zh-TW">
                <a:sym typeface="Gill Sans" charset="0"/>
              </a:rPr>
              <a:t>Fifth level</a:t>
            </a:r>
          </a:p>
        </p:txBody>
      </p:sp>
    </p:spTree>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Lst>
  <p:transition xmlns:p14="http://schemas.microsoft.com/office/powerpoint/2010/main"/>
  <p:txStyles>
    <p:titleStyle>
      <a:lvl1pPr algn="ctr" rtl="0" eaLnBrk="0" fontAlgn="base" hangingPunct="0">
        <a:spcBef>
          <a:spcPct val="0"/>
        </a:spcBef>
        <a:spcAft>
          <a:spcPct val="0"/>
        </a:spcAft>
        <a:defRPr kumimoji="1" sz="8400">
          <a:solidFill>
            <a:schemeClr val="tx1"/>
          </a:solidFill>
          <a:latin typeface="+mj-lt"/>
          <a:ea typeface="+mj-ea"/>
          <a:cs typeface="+mj-cs"/>
          <a:sym typeface="Gill Sans" charset="0"/>
        </a:defRPr>
      </a:lvl1pPr>
      <a:lvl2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2pPr>
      <a:lvl3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3pPr>
      <a:lvl4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4pPr>
      <a:lvl5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5pPr>
      <a:lvl6pPr marL="457129"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6pPr>
      <a:lvl7pPr marL="914260"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7pPr>
      <a:lvl8pPr marL="1371390"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8pPr>
      <a:lvl9pPr marL="1828518"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9pPr>
    </p:titleStyle>
    <p:bodyStyle>
      <a:lvl1pPr marL="760297" indent="-493637" algn="l" rtl="0" eaLnBrk="0" fontAlgn="base" hangingPunct="0">
        <a:spcBef>
          <a:spcPts val="3800"/>
        </a:spcBef>
        <a:spcAft>
          <a:spcPct val="0"/>
        </a:spcAft>
        <a:buSzPct val="171000"/>
        <a:buFont typeface="Gill Sans" charset="0"/>
        <a:buChar char="•"/>
        <a:defRPr kumimoji="1" sz="3100">
          <a:solidFill>
            <a:schemeClr val="tx1"/>
          </a:solidFill>
          <a:latin typeface="+mn-lt"/>
          <a:ea typeface="+mn-ea"/>
          <a:cs typeface="+mn-cs"/>
          <a:sym typeface="Gill Sans" charset="0"/>
        </a:defRPr>
      </a:lvl1pPr>
      <a:lvl2pPr marL="1204729" indent="-493637" algn="l" rtl="0" eaLnBrk="0" fontAlgn="base" hangingPunct="0">
        <a:spcBef>
          <a:spcPts val="3800"/>
        </a:spcBef>
        <a:spcAft>
          <a:spcPct val="0"/>
        </a:spcAft>
        <a:buSzPct val="171000"/>
        <a:buFont typeface="Gill Sans" charset="0"/>
        <a:buChar char="•"/>
        <a:defRPr kumimoji="1" sz="3100">
          <a:solidFill>
            <a:schemeClr val="tx1"/>
          </a:solidFill>
          <a:latin typeface="+mn-lt"/>
          <a:ea typeface="+mn-ea"/>
          <a:cs typeface="+mn-cs"/>
          <a:sym typeface="Gill Sans" charset="0"/>
        </a:defRPr>
      </a:lvl2pPr>
      <a:lvl3pPr marL="1649159" indent="-493637" algn="l" rtl="0" eaLnBrk="0" fontAlgn="base" hangingPunct="0">
        <a:spcBef>
          <a:spcPts val="3800"/>
        </a:spcBef>
        <a:spcAft>
          <a:spcPct val="0"/>
        </a:spcAft>
        <a:buSzPct val="171000"/>
        <a:buFont typeface="Gill Sans" charset="0"/>
        <a:buChar char="•"/>
        <a:defRPr kumimoji="1" sz="3100">
          <a:solidFill>
            <a:schemeClr val="tx1"/>
          </a:solidFill>
          <a:latin typeface="+mn-lt"/>
          <a:ea typeface="+mn-ea"/>
          <a:cs typeface="+mn-cs"/>
          <a:sym typeface="Gill Sans" charset="0"/>
        </a:defRPr>
      </a:lvl3pPr>
      <a:lvl4pPr marL="2093592" indent="-493637" algn="l" rtl="0" eaLnBrk="0" fontAlgn="base" hangingPunct="0">
        <a:spcBef>
          <a:spcPts val="3800"/>
        </a:spcBef>
        <a:spcAft>
          <a:spcPct val="0"/>
        </a:spcAft>
        <a:buSzPct val="171000"/>
        <a:buFont typeface="Gill Sans" charset="0"/>
        <a:buChar char="•"/>
        <a:defRPr kumimoji="1" sz="3100">
          <a:solidFill>
            <a:schemeClr val="tx1"/>
          </a:solidFill>
          <a:latin typeface="+mn-lt"/>
          <a:ea typeface="+mn-ea"/>
          <a:cs typeface="+mn-cs"/>
          <a:sym typeface="Gill Sans" charset="0"/>
        </a:defRPr>
      </a:lvl4pPr>
      <a:lvl5pPr marL="2538023" indent="-493637" algn="l" rtl="0" eaLnBrk="0" fontAlgn="base" hangingPunct="0">
        <a:spcBef>
          <a:spcPts val="3800"/>
        </a:spcBef>
        <a:spcAft>
          <a:spcPct val="0"/>
        </a:spcAft>
        <a:buSzPct val="171000"/>
        <a:buFont typeface="Gill Sans" charset="0"/>
        <a:buChar char="•"/>
        <a:defRPr kumimoji="1" sz="3100">
          <a:solidFill>
            <a:schemeClr val="tx1"/>
          </a:solidFill>
          <a:latin typeface="+mn-lt"/>
          <a:ea typeface="+mn-ea"/>
          <a:cs typeface="+mn-cs"/>
          <a:sym typeface="Gill Sans" charset="0"/>
        </a:defRPr>
      </a:lvl5pPr>
      <a:lvl6pPr marL="2995153" indent="-493637" algn="l" rtl="0" fontAlgn="base">
        <a:spcBef>
          <a:spcPts val="3800"/>
        </a:spcBef>
        <a:spcAft>
          <a:spcPct val="0"/>
        </a:spcAft>
        <a:buSzPct val="171000"/>
        <a:buFont typeface="Gill Sans" charset="0"/>
        <a:buChar char="•"/>
        <a:defRPr sz="3100">
          <a:solidFill>
            <a:schemeClr val="tx1"/>
          </a:solidFill>
          <a:latin typeface="+mn-lt"/>
          <a:ea typeface="+mn-ea"/>
          <a:cs typeface="+mn-cs"/>
          <a:sym typeface="Gill Sans" charset="0"/>
        </a:defRPr>
      </a:lvl6pPr>
      <a:lvl7pPr marL="3452284" indent="-493637" algn="l" rtl="0" fontAlgn="base">
        <a:spcBef>
          <a:spcPts val="3800"/>
        </a:spcBef>
        <a:spcAft>
          <a:spcPct val="0"/>
        </a:spcAft>
        <a:buSzPct val="171000"/>
        <a:buFont typeface="Gill Sans" charset="0"/>
        <a:buChar char="•"/>
        <a:defRPr sz="3100">
          <a:solidFill>
            <a:schemeClr val="tx1"/>
          </a:solidFill>
          <a:latin typeface="+mn-lt"/>
          <a:ea typeface="+mn-ea"/>
          <a:cs typeface="+mn-cs"/>
          <a:sym typeface="Gill Sans" charset="0"/>
        </a:defRPr>
      </a:lvl7pPr>
      <a:lvl8pPr marL="3909414" indent="-493637" algn="l" rtl="0" fontAlgn="base">
        <a:spcBef>
          <a:spcPts val="3800"/>
        </a:spcBef>
        <a:spcAft>
          <a:spcPct val="0"/>
        </a:spcAft>
        <a:buSzPct val="171000"/>
        <a:buFont typeface="Gill Sans" charset="0"/>
        <a:buChar char="•"/>
        <a:defRPr sz="3100">
          <a:solidFill>
            <a:schemeClr val="tx1"/>
          </a:solidFill>
          <a:latin typeface="+mn-lt"/>
          <a:ea typeface="+mn-ea"/>
          <a:cs typeface="+mn-cs"/>
          <a:sym typeface="Gill Sans" charset="0"/>
        </a:defRPr>
      </a:lvl8pPr>
      <a:lvl9pPr marL="4366542" indent="-493637" algn="l" rtl="0" fontAlgn="base">
        <a:spcBef>
          <a:spcPts val="3800"/>
        </a:spcBef>
        <a:spcAft>
          <a:spcPct val="0"/>
        </a:spcAft>
        <a:buSzPct val="171000"/>
        <a:buFont typeface="Gill Sans" charset="0"/>
        <a:buChar char="•"/>
        <a:defRPr sz="3100">
          <a:solidFill>
            <a:schemeClr val="tx1"/>
          </a:solidFill>
          <a:latin typeface="+mn-lt"/>
          <a:ea typeface="+mn-ea"/>
          <a:cs typeface="+mn-cs"/>
          <a:sym typeface="Gill Sans" charset="0"/>
        </a:defRPr>
      </a:lvl9pPr>
    </p:bodyStyle>
    <p:otherStyle>
      <a:defPPr>
        <a:defRPr lang="zh-TW"/>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0" algn="l" defTabSz="457129" rtl="0" eaLnBrk="1" latinLnBrk="0" hangingPunct="1">
        <a:defRPr sz="1800" kern="1200">
          <a:solidFill>
            <a:schemeClr val="tx1"/>
          </a:solidFill>
          <a:latin typeface="+mn-lt"/>
          <a:ea typeface="+mn-ea"/>
          <a:cs typeface="+mn-cs"/>
        </a:defRPr>
      </a:lvl3pPr>
      <a:lvl4pPr marL="1371390" algn="l" defTabSz="457129" rtl="0" eaLnBrk="1" latinLnBrk="0" hangingPunct="1">
        <a:defRPr sz="1800" kern="1200">
          <a:solidFill>
            <a:schemeClr val="tx1"/>
          </a:solidFill>
          <a:latin typeface="+mn-lt"/>
          <a:ea typeface="+mn-ea"/>
          <a:cs typeface="+mn-cs"/>
        </a:defRPr>
      </a:lvl4pPr>
      <a:lvl5pPr marL="1828518" algn="l" defTabSz="457129" rtl="0" eaLnBrk="1" latinLnBrk="0" hangingPunct="1">
        <a:defRPr sz="1800" kern="1200">
          <a:solidFill>
            <a:schemeClr val="tx1"/>
          </a:solidFill>
          <a:latin typeface="+mn-lt"/>
          <a:ea typeface="+mn-ea"/>
          <a:cs typeface="+mn-cs"/>
        </a:defRPr>
      </a:lvl5pPr>
      <a:lvl6pPr marL="2285650"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9" algn="l" defTabSz="457129" rtl="0" eaLnBrk="1" latinLnBrk="0" hangingPunct="1">
        <a:defRPr sz="1800" kern="1200">
          <a:solidFill>
            <a:schemeClr val="tx1"/>
          </a:solidFill>
          <a:latin typeface="+mn-lt"/>
          <a:ea typeface="+mn-ea"/>
          <a:cs typeface="+mn-cs"/>
        </a:defRPr>
      </a:lvl8pPr>
      <a:lvl9pPr marL="3657039" algn="l" defTabSz="457129"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bwMode="auto">
          <a:xfrm>
            <a:off x="1270004" y="2971800"/>
            <a:ext cx="10464801"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50791" tIns="50791" rIns="50791" bIns="50791" numCol="1" anchor="ctr" anchorCtr="0" compatLnSpc="1">
            <a:prstTxWarp prst="textNoShape">
              <a:avLst/>
            </a:prstTxWarp>
          </a:bodyPr>
          <a:lstStyle/>
          <a:p>
            <a:pPr lvl="0"/>
            <a:r>
              <a:rPr lang="en-US" altLang="zh-TW">
                <a:sym typeface="Gill Sans" charset="0"/>
              </a:rPr>
              <a:t>Click to edit Master title style</a:t>
            </a:r>
          </a:p>
        </p:txBody>
      </p:sp>
    </p:spTree>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transition xmlns:p14="http://schemas.microsoft.com/office/powerpoint/2010/main"/>
  <p:txStyles>
    <p:titleStyle>
      <a:lvl1pPr algn="ctr" rtl="0" eaLnBrk="0" fontAlgn="base" hangingPunct="0">
        <a:spcBef>
          <a:spcPct val="0"/>
        </a:spcBef>
        <a:spcAft>
          <a:spcPct val="0"/>
        </a:spcAft>
        <a:defRPr kumimoji="1" sz="8400">
          <a:solidFill>
            <a:schemeClr val="tx1"/>
          </a:solidFill>
          <a:latin typeface="+mj-lt"/>
          <a:ea typeface="+mj-ea"/>
          <a:cs typeface="+mj-cs"/>
          <a:sym typeface="Gill Sans" charset="0"/>
        </a:defRPr>
      </a:lvl1pPr>
      <a:lvl2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2pPr>
      <a:lvl3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3pPr>
      <a:lvl4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4pPr>
      <a:lvl5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5pPr>
      <a:lvl6pPr marL="457129"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6pPr>
      <a:lvl7pPr marL="914260"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7pPr>
      <a:lvl8pPr marL="1371390"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8pPr>
      <a:lvl9pPr marL="1828518"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9pPr>
    </p:titleStyle>
    <p:bodyStyle>
      <a:lvl1pPr marL="342847" indent="-342847"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1pPr>
      <a:lvl2pPr marL="742835" indent="-285706"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2pPr>
      <a:lvl3pPr marL="1142824" indent="-228565"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3pPr>
      <a:lvl4pPr marL="1599957" indent="-228565"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4pPr>
      <a:lvl5pPr marL="2057084" indent="-228565" algn="ctr" rtl="0" eaLnBrk="0" fontAlgn="base" hangingPunct="0">
        <a:spcBef>
          <a:spcPct val="0"/>
        </a:spcBef>
        <a:spcAft>
          <a:spcPct val="0"/>
        </a:spcAft>
        <a:buChar char="»"/>
        <a:defRPr kumimoji="1" sz="3600">
          <a:solidFill>
            <a:schemeClr val="tx1"/>
          </a:solidFill>
          <a:latin typeface="+mn-lt"/>
          <a:ea typeface="+mn-ea"/>
          <a:cs typeface="+mn-cs"/>
          <a:sym typeface="Gill Sans" charset="0"/>
        </a:defRPr>
      </a:lvl5pPr>
      <a:lvl6pPr marL="457129" algn="ctr" rtl="0" fontAlgn="base">
        <a:spcBef>
          <a:spcPct val="0"/>
        </a:spcBef>
        <a:spcAft>
          <a:spcPct val="0"/>
        </a:spcAft>
        <a:defRPr sz="3600">
          <a:solidFill>
            <a:schemeClr val="tx1"/>
          </a:solidFill>
          <a:latin typeface="+mn-lt"/>
          <a:ea typeface="+mn-ea"/>
          <a:cs typeface="+mn-cs"/>
          <a:sym typeface="Gill Sans" charset="0"/>
        </a:defRPr>
      </a:lvl6pPr>
      <a:lvl7pPr marL="914260" algn="ctr" rtl="0" fontAlgn="base">
        <a:spcBef>
          <a:spcPct val="0"/>
        </a:spcBef>
        <a:spcAft>
          <a:spcPct val="0"/>
        </a:spcAft>
        <a:defRPr sz="3600">
          <a:solidFill>
            <a:schemeClr val="tx1"/>
          </a:solidFill>
          <a:latin typeface="+mn-lt"/>
          <a:ea typeface="+mn-ea"/>
          <a:cs typeface="+mn-cs"/>
          <a:sym typeface="Gill Sans" charset="0"/>
        </a:defRPr>
      </a:lvl7pPr>
      <a:lvl8pPr marL="1371390" algn="ctr" rtl="0" fontAlgn="base">
        <a:spcBef>
          <a:spcPct val="0"/>
        </a:spcBef>
        <a:spcAft>
          <a:spcPct val="0"/>
        </a:spcAft>
        <a:defRPr sz="3600">
          <a:solidFill>
            <a:schemeClr val="tx1"/>
          </a:solidFill>
          <a:latin typeface="+mn-lt"/>
          <a:ea typeface="+mn-ea"/>
          <a:cs typeface="+mn-cs"/>
          <a:sym typeface="Gill Sans" charset="0"/>
        </a:defRPr>
      </a:lvl8pPr>
      <a:lvl9pPr marL="1828518" algn="ctr" rtl="0" fontAlgn="base">
        <a:spcBef>
          <a:spcPct val="0"/>
        </a:spcBef>
        <a:spcAft>
          <a:spcPct val="0"/>
        </a:spcAft>
        <a:defRPr sz="3600">
          <a:solidFill>
            <a:schemeClr val="tx1"/>
          </a:solidFill>
          <a:latin typeface="+mn-lt"/>
          <a:ea typeface="+mn-ea"/>
          <a:cs typeface="+mn-cs"/>
          <a:sym typeface="Gill Sans" charset="0"/>
        </a:defRPr>
      </a:lvl9pPr>
    </p:bodyStyle>
    <p:otherStyle>
      <a:defPPr>
        <a:defRPr lang="zh-TW"/>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0" algn="l" defTabSz="457129" rtl="0" eaLnBrk="1" latinLnBrk="0" hangingPunct="1">
        <a:defRPr sz="1800" kern="1200">
          <a:solidFill>
            <a:schemeClr val="tx1"/>
          </a:solidFill>
          <a:latin typeface="+mn-lt"/>
          <a:ea typeface="+mn-ea"/>
          <a:cs typeface="+mn-cs"/>
        </a:defRPr>
      </a:lvl3pPr>
      <a:lvl4pPr marL="1371390" algn="l" defTabSz="457129" rtl="0" eaLnBrk="1" latinLnBrk="0" hangingPunct="1">
        <a:defRPr sz="1800" kern="1200">
          <a:solidFill>
            <a:schemeClr val="tx1"/>
          </a:solidFill>
          <a:latin typeface="+mn-lt"/>
          <a:ea typeface="+mn-ea"/>
          <a:cs typeface="+mn-cs"/>
        </a:defRPr>
      </a:lvl4pPr>
      <a:lvl5pPr marL="1828518" algn="l" defTabSz="457129" rtl="0" eaLnBrk="1" latinLnBrk="0" hangingPunct="1">
        <a:defRPr sz="1800" kern="1200">
          <a:solidFill>
            <a:schemeClr val="tx1"/>
          </a:solidFill>
          <a:latin typeface="+mn-lt"/>
          <a:ea typeface="+mn-ea"/>
          <a:cs typeface="+mn-cs"/>
        </a:defRPr>
      </a:lvl5pPr>
      <a:lvl6pPr marL="2285650"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9" algn="l" defTabSz="457129" rtl="0" eaLnBrk="1" latinLnBrk="0" hangingPunct="1">
        <a:defRPr sz="1800" kern="1200">
          <a:solidFill>
            <a:schemeClr val="tx1"/>
          </a:solidFill>
          <a:latin typeface="+mn-lt"/>
          <a:ea typeface="+mn-ea"/>
          <a:cs typeface="+mn-cs"/>
        </a:defRPr>
      </a:lvl8pPr>
      <a:lvl9pPr marL="3657039" algn="l" defTabSz="457129"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bwMode="auto">
          <a:xfrm>
            <a:off x="1270004" y="254000"/>
            <a:ext cx="10464801"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50791" tIns="50791" rIns="50791" bIns="50791" numCol="1" anchor="ctr" anchorCtr="0" compatLnSpc="1">
            <a:prstTxWarp prst="textNoShape">
              <a:avLst/>
            </a:prstTxWarp>
          </a:bodyPr>
          <a:lstStyle/>
          <a:p>
            <a:pPr lvl="0"/>
            <a:r>
              <a:rPr lang="en-US" altLang="zh-TW">
                <a:sym typeface="Gill Sans" charset="0"/>
              </a:rPr>
              <a:t>Click to edit Master title style</a:t>
            </a:r>
          </a:p>
        </p:txBody>
      </p:sp>
      <p:sp>
        <p:nvSpPr>
          <p:cNvPr id="14339" name="Rectangle 2"/>
          <p:cNvSpPr>
            <a:spLocks noGrp="1" noChangeArrowheads="1"/>
          </p:cNvSpPr>
          <p:nvPr>
            <p:ph type="body" idx="1"/>
          </p:nvPr>
        </p:nvSpPr>
        <p:spPr bwMode="auto">
          <a:xfrm>
            <a:off x="1270000" y="2768604"/>
            <a:ext cx="5041900" cy="5714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50791" tIns="50791" rIns="50791" bIns="50791" numCol="1" anchor="ctr" anchorCtr="0" compatLnSpc="1">
            <a:prstTxWarp prst="textNoShape">
              <a:avLst/>
            </a:prstTxWarp>
          </a:bodyPr>
          <a:lstStyle/>
          <a:p>
            <a:pPr lvl="0"/>
            <a:r>
              <a:rPr lang="en-US" altLang="zh-TW">
                <a:sym typeface="Gill Sans" charset="0"/>
              </a:rPr>
              <a:t>Click to edit Master text styles</a:t>
            </a:r>
          </a:p>
          <a:p>
            <a:pPr lvl="1"/>
            <a:r>
              <a:rPr lang="en-US" altLang="zh-TW">
                <a:sym typeface="Gill Sans" charset="0"/>
              </a:rPr>
              <a:t>Second level</a:t>
            </a:r>
          </a:p>
          <a:p>
            <a:pPr lvl="2"/>
            <a:r>
              <a:rPr lang="en-US" altLang="zh-TW">
                <a:sym typeface="Gill Sans" charset="0"/>
              </a:rPr>
              <a:t>Third level</a:t>
            </a:r>
          </a:p>
          <a:p>
            <a:pPr lvl="3"/>
            <a:r>
              <a:rPr lang="en-US" altLang="zh-TW">
                <a:sym typeface="Gill Sans" charset="0"/>
              </a:rPr>
              <a:t>Fourth level</a:t>
            </a:r>
          </a:p>
          <a:p>
            <a:pPr lvl="4"/>
            <a:r>
              <a:rPr lang="en-US" altLang="zh-TW">
                <a:sym typeface="Gill Sans" charset="0"/>
              </a:rPr>
              <a:t>Fifth level</a:t>
            </a:r>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xmlns:p14="http://schemas.microsoft.com/office/powerpoint/2010/main"/>
  <p:txStyles>
    <p:titleStyle>
      <a:lvl1pPr algn="ctr" rtl="0" eaLnBrk="0" fontAlgn="base" hangingPunct="0">
        <a:spcBef>
          <a:spcPct val="0"/>
        </a:spcBef>
        <a:spcAft>
          <a:spcPct val="0"/>
        </a:spcAft>
        <a:defRPr kumimoji="1" sz="8400">
          <a:solidFill>
            <a:schemeClr val="tx1"/>
          </a:solidFill>
          <a:latin typeface="+mj-lt"/>
          <a:ea typeface="+mj-ea"/>
          <a:cs typeface="+mj-cs"/>
          <a:sym typeface="Gill Sans" charset="0"/>
        </a:defRPr>
      </a:lvl1pPr>
      <a:lvl2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2pPr>
      <a:lvl3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3pPr>
      <a:lvl4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4pPr>
      <a:lvl5pPr algn="ctr" rtl="0" eaLnBrk="0" fontAlgn="base" hangingPunct="0">
        <a:spcBef>
          <a:spcPct val="0"/>
        </a:spcBef>
        <a:spcAft>
          <a:spcPct val="0"/>
        </a:spcAft>
        <a:defRPr kumimoji="1" sz="8400">
          <a:solidFill>
            <a:schemeClr val="tx1"/>
          </a:solidFill>
          <a:latin typeface="Gill Sans" charset="0"/>
          <a:ea typeface="Heiti TC Light" charset="0"/>
          <a:cs typeface="Heiti TC Light" charset="0"/>
          <a:sym typeface="Gill Sans" charset="0"/>
        </a:defRPr>
      </a:lvl5pPr>
      <a:lvl6pPr marL="457129"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6pPr>
      <a:lvl7pPr marL="914260"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7pPr>
      <a:lvl8pPr marL="1371390"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8pPr>
      <a:lvl9pPr marL="1828518" algn="ctr" rtl="0" fontAlgn="base">
        <a:spcBef>
          <a:spcPct val="0"/>
        </a:spcBef>
        <a:spcAft>
          <a:spcPct val="0"/>
        </a:spcAft>
        <a:defRPr sz="8400">
          <a:solidFill>
            <a:schemeClr val="tx1"/>
          </a:solidFill>
          <a:latin typeface="Gill Sans" charset="0"/>
          <a:ea typeface="Heiti TC Light" charset="0"/>
          <a:cs typeface="Heiti TC Light" charset="0"/>
          <a:sym typeface="Gill Sans" charset="0"/>
        </a:defRPr>
      </a:lvl9pPr>
    </p:titleStyle>
    <p:bodyStyle>
      <a:lvl1pPr marL="760297" indent="-493637" algn="l" rtl="0" eaLnBrk="0" fontAlgn="base" hangingPunct="0">
        <a:spcBef>
          <a:spcPts val="3800"/>
        </a:spcBef>
        <a:spcAft>
          <a:spcPct val="0"/>
        </a:spcAft>
        <a:buSzPct val="171000"/>
        <a:buFont typeface="Gill Sans" charset="0"/>
        <a:buChar char="•"/>
        <a:defRPr kumimoji="1" sz="3100">
          <a:solidFill>
            <a:schemeClr val="tx1"/>
          </a:solidFill>
          <a:latin typeface="+mn-lt"/>
          <a:ea typeface="+mn-ea"/>
          <a:cs typeface="+mn-cs"/>
          <a:sym typeface="Gill Sans" charset="0"/>
        </a:defRPr>
      </a:lvl1pPr>
      <a:lvl2pPr marL="1204729" indent="-493637" algn="l" rtl="0" eaLnBrk="0" fontAlgn="base" hangingPunct="0">
        <a:spcBef>
          <a:spcPts val="3800"/>
        </a:spcBef>
        <a:spcAft>
          <a:spcPct val="0"/>
        </a:spcAft>
        <a:buSzPct val="171000"/>
        <a:buFont typeface="Gill Sans" charset="0"/>
        <a:buChar char="•"/>
        <a:defRPr kumimoji="1" sz="3100">
          <a:solidFill>
            <a:schemeClr val="tx1"/>
          </a:solidFill>
          <a:latin typeface="+mn-lt"/>
          <a:ea typeface="+mn-ea"/>
          <a:cs typeface="+mn-cs"/>
          <a:sym typeface="Gill Sans" charset="0"/>
        </a:defRPr>
      </a:lvl2pPr>
      <a:lvl3pPr marL="1649159" indent="-493637" algn="l" rtl="0" eaLnBrk="0" fontAlgn="base" hangingPunct="0">
        <a:spcBef>
          <a:spcPts val="3800"/>
        </a:spcBef>
        <a:spcAft>
          <a:spcPct val="0"/>
        </a:spcAft>
        <a:buSzPct val="171000"/>
        <a:buFont typeface="Gill Sans" charset="0"/>
        <a:buChar char="•"/>
        <a:defRPr kumimoji="1" sz="3100">
          <a:solidFill>
            <a:schemeClr val="tx1"/>
          </a:solidFill>
          <a:latin typeface="+mn-lt"/>
          <a:ea typeface="+mn-ea"/>
          <a:cs typeface="+mn-cs"/>
          <a:sym typeface="Gill Sans" charset="0"/>
        </a:defRPr>
      </a:lvl3pPr>
      <a:lvl4pPr marL="2093592" indent="-493637" algn="l" rtl="0" eaLnBrk="0" fontAlgn="base" hangingPunct="0">
        <a:spcBef>
          <a:spcPts val="3800"/>
        </a:spcBef>
        <a:spcAft>
          <a:spcPct val="0"/>
        </a:spcAft>
        <a:buSzPct val="171000"/>
        <a:buFont typeface="Gill Sans" charset="0"/>
        <a:buChar char="•"/>
        <a:defRPr kumimoji="1" sz="3100">
          <a:solidFill>
            <a:schemeClr val="tx1"/>
          </a:solidFill>
          <a:latin typeface="+mn-lt"/>
          <a:ea typeface="+mn-ea"/>
          <a:cs typeface="+mn-cs"/>
          <a:sym typeface="Gill Sans" charset="0"/>
        </a:defRPr>
      </a:lvl4pPr>
      <a:lvl5pPr marL="2538023" indent="-493637" algn="l" rtl="0" eaLnBrk="0" fontAlgn="base" hangingPunct="0">
        <a:spcBef>
          <a:spcPts val="3800"/>
        </a:spcBef>
        <a:spcAft>
          <a:spcPct val="0"/>
        </a:spcAft>
        <a:buSzPct val="171000"/>
        <a:buFont typeface="Gill Sans" charset="0"/>
        <a:buChar char="•"/>
        <a:defRPr kumimoji="1" sz="3100">
          <a:solidFill>
            <a:schemeClr val="tx1"/>
          </a:solidFill>
          <a:latin typeface="+mn-lt"/>
          <a:ea typeface="+mn-ea"/>
          <a:cs typeface="+mn-cs"/>
          <a:sym typeface="Gill Sans" charset="0"/>
        </a:defRPr>
      </a:lvl5pPr>
      <a:lvl6pPr marL="2995153" indent="-493637" algn="l" rtl="0" fontAlgn="base">
        <a:spcBef>
          <a:spcPts val="3800"/>
        </a:spcBef>
        <a:spcAft>
          <a:spcPct val="0"/>
        </a:spcAft>
        <a:buSzPct val="171000"/>
        <a:buFont typeface="Gill Sans" charset="0"/>
        <a:buChar char="•"/>
        <a:defRPr sz="3100">
          <a:solidFill>
            <a:schemeClr val="tx1"/>
          </a:solidFill>
          <a:latin typeface="+mn-lt"/>
          <a:ea typeface="+mn-ea"/>
          <a:cs typeface="+mn-cs"/>
          <a:sym typeface="Gill Sans" charset="0"/>
        </a:defRPr>
      </a:lvl6pPr>
      <a:lvl7pPr marL="3452284" indent="-493637" algn="l" rtl="0" fontAlgn="base">
        <a:spcBef>
          <a:spcPts val="3800"/>
        </a:spcBef>
        <a:spcAft>
          <a:spcPct val="0"/>
        </a:spcAft>
        <a:buSzPct val="171000"/>
        <a:buFont typeface="Gill Sans" charset="0"/>
        <a:buChar char="•"/>
        <a:defRPr sz="3100">
          <a:solidFill>
            <a:schemeClr val="tx1"/>
          </a:solidFill>
          <a:latin typeface="+mn-lt"/>
          <a:ea typeface="+mn-ea"/>
          <a:cs typeface="+mn-cs"/>
          <a:sym typeface="Gill Sans" charset="0"/>
        </a:defRPr>
      </a:lvl7pPr>
      <a:lvl8pPr marL="3909414" indent="-493637" algn="l" rtl="0" fontAlgn="base">
        <a:spcBef>
          <a:spcPts val="3800"/>
        </a:spcBef>
        <a:spcAft>
          <a:spcPct val="0"/>
        </a:spcAft>
        <a:buSzPct val="171000"/>
        <a:buFont typeface="Gill Sans" charset="0"/>
        <a:buChar char="•"/>
        <a:defRPr sz="3100">
          <a:solidFill>
            <a:schemeClr val="tx1"/>
          </a:solidFill>
          <a:latin typeface="+mn-lt"/>
          <a:ea typeface="+mn-ea"/>
          <a:cs typeface="+mn-cs"/>
          <a:sym typeface="Gill Sans" charset="0"/>
        </a:defRPr>
      </a:lvl8pPr>
      <a:lvl9pPr marL="4366542" indent="-493637" algn="l" rtl="0" fontAlgn="base">
        <a:spcBef>
          <a:spcPts val="3800"/>
        </a:spcBef>
        <a:spcAft>
          <a:spcPct val="0"/>
        </a:spcAft>
        <a:buSzPct val="171000"/>
        <a:buFont typeface="Gill Sans" charset="0"/>
        <a:buChar char="•"/>
        <a:defRPr sz="3100">
          <a:solidFill>
            <a:schemeClr val="tx1"/>
          </a:solidFill>
          <a:latin typeface="+mn-lt"/>
          <a:ea typeface="+mn-ea"/>
          <a:cs typeface="+mn-cs"/>
          <a:sym typeface="Gill Sans" charset="0"/>
        </a:defRPr>
      </a:lvl9pPr>
    </p:bodyStyle>
    <p:otherStyle>
      <a:defPPr>
        <a:defRPr lang="zh-TW"/>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0" algn="l" defTabSz="457129" rtl="0" eaLnBrk="1" latinLnBrk="0" hangingPunct="1">
        <a:defRPr sz="1800" kern="1200">
          <a:solidFill>
            <a:schemeClr val="tx1"/>
          </a:solidFill>
          <a:latin typeface="+mn-lt"/>
          <a:ea typeface="+mn-ea"/>
          <a:cs typeface="+mn-cs"/>
        </a:defRPr>
      </a:lvl3pPr>
      <a:lvl4pPr marL="1371390" algn="l" defTabSz="457129" rtl="0" eaLnBrk="1" latinLnBrk="0" hangingPunct="1">
        <a:defRPr sz="1800" kern="1200">
          <a:solidFill>
            <a:schemeClr val="tx1"/>
          </a:solidFill>
          <a:latin typeface="+mn-lt"/>
          <a:ea typeface="+mn-ea"/>
          <a:cs typeface="+mn-cs"/>
        </a:defRPr>
      </a:lvl4pPr>
      <a:lvl5pPr marL="1828518" algn="l" defTabSz="457129" rtl="0" eaLnBrk="1" latinLnBrk="0" hangingPunct="1">
        <a:defRPr sz="1800" kern="1200">
          <a:solidFill>
            <a:schemeClr val="tx1"/>
          </a:solidFill>
          <a:latin typeface="+mn-lt"/>
          <a:ea typeface="+mn-ea"/>
          <a:cs typeface="+mn-cs"/>
        </a:defRPr>
      </a:lvl5pPr>
      <a:lvl6pPr marL="2285650"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9" algn="l" defTabSz="457129" rtl="0" eaLnBrk="1" latinLnBrk="0" hangingPunct="1">
        <a:defRPr sz="1800" kern="1200">
          <a:solidFill>
            <a:schemeClr val="tx1"/>
          </a:solidFill>
          <a:latin typeface="+mn-lt"/>
          <a:ea typeface="+mn-ea"/>
          <a:cs typeface="+mn-cs"/>
        </a:defRPr>
      </a:lvl8pPr>
      <a:lvl9pPr marL="3657039" algn="l" defTabSz="457129"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650240" y="390596"/>
            <a:ext cx="11704320" cy="1625600"/>
          </a:xfrm>
          <a:prstGeom prst="rect">
            <a:avLst/>
          </a:prstGeom>
        </p:spPr>
        <p:txBody>
          <a:bodyPr vert="horz" lIns="130025" tIns="65013" rIns="130025" bIns="65013" rtlCol="0" anchor="ctr">
            <a:normAutofit/>
          </a:bodyPr>
          <a:lstStyle/>
          <a:p>
            <a:r>
              <a:rPr kumimoji="1" lang="zh-TW" altLang="en-US" smtClean="0"/>
              <a:t>按一下以編輯母片標題樣式</a:t>
            </a:r>
            <a:endParaRPr kumimoji="1" lang="zh-TW" altLang="en-US"/>
          </a:p>
        </p:txBody>
      </p:sp>
      <p:sp>
        <p:nvSpPr>
          <p:cNvPr id="3" name="文字版面配置區 2"/>
          <p:cNvSpPr>
            <a:spLocks noGrp="1"/>
          </p:cNvSpPr>
          <p:nvPr>
            <p:ph type="body" idx="1"/>
          </p:nvPr>
        </p:nvSpPr>
        <p:spPr>
          <a:xfrm>
            <a:off x="650240" y="2275845"/>
            <a:ext cx="11704320" cy="6436925"/>
          </a:xfrm>
          <a:prstGeom prst="rect">
            <a:avLst/>
          </a:prstGeom>
        </p:spPr>
        <p:txBody>
          <a:bodyPr vert="horz" lIns="130025" tIns="65013" rIns="130025" bIns="65013" rtlCol="0">
            <a:normAutofit/>
          </a:bodyPr>
          <a:lstStyle/>
          <a:p>
            <a:pPr lvl="0"/>
            <a:r>
              <a:rPr kumimoji="1" lang="zh-TW" altLang="en-US" smtClean="0"/>
              <a:t>按一下以編輯母片文字樣式</a:t>
            </a:r>
          </a:p>
          <a:p>
            <a:pPr lvl="1"/>
            <a:r>
              <a:rPr kumimoji="1" lang="zh-TW" altLang="en-US" smtClean="0"/>
              <a:t>第二層</a:t>
            </a:r>
          </a:p>
          <a:p>
            <a:pPr lvl="2"/>
            <a:r>
              <a:rPr kumimoji="1" lang="zh-TW" altLang="en-US" smtClean="0"/>
              <a:t>第三層</a:t>
            </a:r>
          </a:p>
          <a:p>
            <a:pPr lvl="3"/>
            <a:r>
              <a:rPr kumimoji="1" lang="zh-TW" altLang="en-US" smtClean="0"/>
              <a:t>第四層</a:t>
            </a:r>
          </a:p>
          <a:p>
            <a:pPr lvl="4"/>
            <a:r>
              <a:rPr kumimoji="1" lang="zh-TW" altLang="en-US" smtClean="0"/>
              <a:t>第五層</a:t>
            </a:r>
            <a:endParaRPr kumimoji="1" lang="zh-TW" altLang="en-US"/>
          </a:p>
        </p:txBody>
      </p:sp>
      <p:sp>
        <p:nvSpPr>
          <p:cNvPr id="4" name="日期版面配置區 3"/>
          <p:cNvSpPr>
            <a:spLocks noGrp="1"/>
          </p:cNvSpPr>
          <p:nvPr>
            <p:ph type="dt" sz="half" idx="2"/>
          </p:nvPr>
        </p:nvSpPr>
        <p:spPr>
          <a:xfrm>
            <a:off x="650240" y="9040147"/>
            <a:ext cx="3034453" cy="519289"/>
          </a:xfrm>
          <a:prstGeom prst="rect">
            <a:avLst/>
          </a:prstGeom>
        </p:spPr>
        <p:txBody>
          <a:bodyPr vert="horz" lIns="130025" tIns="65013" rIns="130025" bIns="65013" rtlCol="0" anchor="ctr"/>
          <a:lstStyle>
            <a:lvl1pPr algn="l">
              <a:defRPr sz="1700">
                <a:solidFill>
                  <a:schemeClr val="tx1">
                    <a:tint val="75000"/>
                  </a:schemeClr>
                </a:solidFill>
              </a:defRPr>
            </a:lvl1pPr>
          </a:lstStyle>
          <a:p>
            <a:fld id="{27BE9F91-1B30-8741-9147-6D4380B23FA5}" type="datetimeFigureOut">
              <a:rPr kumimoji="1" lang="zh-TW" altLang="en-US" smtClean="0"/>
              <a:t>13/9/4</a:t>
            </a:fld>
            <a:endParaRPr kumimoji="1" lang="zh-TW" altLang="en-US"/>
          </a:p>
        </p:txBody>
      </p:sp>
      <p:sp>
        <p:nvSpPr>
          <p:cNvPr id="5" name="頁尾版面配置區 4"/>
          <p:cNvSpPr>
            <a:spLocks noGrp="1"/>
          </p:cNvSpPr>
          <p:nvPr>
            <p:ph type="ftr" sz="quarter" idx="3"/>
          </p:nvPr>
        </p:nvSpPr>
        <p:spPr>
          <a:xfrm>
            <a:off x="4443308" y="9040147"/>
            <a:ext cx="4118187" cy="519289"/>
          </a:xfrm>
          <a:prstGeom prst="rect">
            <a:avLst/>
          </a:prstGeom>
        </p:spPr>
        <p:txBody>
          <a:bodyPr vert="horz" lIns="130025" tIns="65013" rIns="130025" bIns="65013" rtlCol="0" anchor="ctr"/>
          <a:lstStyle>
            <a:lvl1pPr algn="ctr">
              <a:defRPr sz="1700">
                <a:solidFill>
                  <a:schemeClr val="tx1">
                    <a:tint val="75000"/>
                  </a:schemeClr>
                </a:solidFill>
              </a:defRPr>
            </a:lvl1pPr>
          </a:lstStyle>
          <a:p>
            <a:endParaRPr kumimoji="1" lang="zh-TW" altLang="en-US"/>
          </a:p>
        </p:txBody>
      </p:sp>
      <p:sp>
        <p:nvSpPr>
          <p:cNvPr id="6" name="投影片編號版面配置區 5"/>
          <p:cNvSpPr>
            <a:spLocks noGrp="1"/>
          </p:cNvSpPr>
          <p:nvPr>
            <p:ph type="sldNum" sz="quarter" idx="4"/>
          </p:nvPr>
        </p:nvSpPr>
        <p:spPr>
          <a:xfrm>
            <a:off x="9320107" y="9040147"/>
            <a:ext cx="3034453" cy="519289"/>
          </a:xfrm>
          <a:prstGeom prst="rect">
            <a:avLst/>
          </a:prstGeom>
        </p:spPr>
        <p:txBody>
          <a:bodyPr vert="horz" lIns="130025" tIns="65013" rIns="130025" bIns="65013" rtlCol="0" anchor="ctr"/>
          <a:lstStyle>
            <a:lvl1pPr algn="r">
              <a:defRPr sz="1700">
                <a:solidFill>
                  <a:schemeClr val="tx1">
                    <a:tint val="75000"/>
                  </a:schemeClr>
                </a:solidFill>
              </a:defRPr>
            </a:lvl1pPr>
          </a:lstStyle>
          <a:p>
            <a:fld id="{185CC33C-1A45-FB43-88A1-AB455F81BE83}" type="slidenum">
              <a:rPr kumimoji="1" lang="zh-TW" altLang="en-US" smtClean="0"/>
              <a:t>‹#›</a:t>
            </a:fld>
            <a:endParaRPr kumimoji="1" lang="zh-TW" altLang="en-US"/>
          </a:p>
        </p:txBody>
      </p:sp>
    </p:spTree>
    <p:extLst>
      <p:ext uri="{BB962C8B-B14F-4D97-AF65-F5344CB8AC3E}">
        <p14:creationId xmlns:p14="http://schemas.microsoft.com/office/powerpoint/2010/main" val="3249805213"/>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ctr" defTabSz="650130" rtl="0" eaLnBrk="1" latinLnBrk="0" hangingPunct="1">
        <a:spcBef>
          <a:spcPct val="0"/>
        </a:spcBef>
        <a:buNone/>
        <a:defRPr sz="6300" kern="1200">
          <a:solidFill>
            <a:schemeClr val="tx1"/>
          </a:solidFill>
          <a:latin typeface="+mj-lt"/>
          <a:ea typeface="+mj-ea"/>
          <a:cs typeface="+mj-cs"/>
        </a:defRPr>
      </a:lvl1pPr>
    </p:titleStyle>
    <p:bodyStyle>
      <a:lvl1pPr marL="487598" indent="-487598" algn="l" defTabSz="650130" rtl="0" eaLnBrk="1" latinLnBrk="0" hangingPunct="1">
        <a:spcBef>
          <a:spcPct val="20000"/>
        </a:spcBef>
        <a:buFont typeface="Arial"/>
        <a:buChar char="•"/>
        <a:defRPr sz="4600" kern="1200">
          <a:solidFill>
            <a:schemeClr val="tx1"/>
          </a:solidFill>
          <a:latin typeface="+mn-lt"/>
          <a:ea typeface="+mn-ea"/>
          <a:cs typeface="+mn-cs"/>
        </a:defRPr>
      </a:lvl1pPr>
      <a:lvl2pPr marL="1056461" indent="-406332" algn="l" defTabSz="650130" rtl="0" eaLnBrk="1" latinLnBrk="0" hangingPunct="1">
        <a:spcBef>
          <a:spcPct val="20000"/>
        </a:spcBef>
        <a:buFont typeface="Arial"/>
        <a:buChar char="–"/>
        <a:defRPr sz="4000" kern="1200">
          <a:solidFill>
            <a:schemeClr val="tx1"/>
          </a:solidFill>
          <a:latin typeface="+mn-lt"/>
          <a:ea typeface="+mn-ea"/>
          <a:cs typeface="+mn-cs"/>
        </a:defRPr>
      </a:lvl2pPr>
      <a:lvl3pPr marL="1625324" indent="-325064" algn="l" defTabSz="650130" rtl="0" eaLnBrk="1" latinLnBrk="0" hangingPunct="1">
        <a:spcBef>
          <a:spcPct val="20000"/>
        </a:spcBef>
        <a:buFont typeface="Arial"/>
        <a:buChar char="•"/>
        <a:defRPr sz="3400" kern="1200">
          <a:solidFill>
            <a:schemeClr val="tx1"/>
          </a:solidFill>
          <a:latin typeface="+mn-lt"/>
          <a:ea typeface="+mn-ea"/>
          <a:cs typeface="+mn-cs"/>
        </a:defRPr>
      </a:lvl3pPr>
      <a:lvl4pPr marL="2275455" indent="-325064" algn="l" defTabSz="650130" rtl="0" eaLnBrk="1" latinLnBrk="0" hangingPunct="1">
        <a:spcBef>
          <a:spcPct val="20000"/>
        </a:spcBef>
        <a:buFont typeface="Arial"/>
        <a:buChar char="–"/>
        <a:defRPr sz="2800" kern="1200">
          <a:solidFill>
            <a:schemeClr val="tx1"/>
          </a:solidFill>
          <a:latin typeface="+mn-lt"/>
          <a:ea typeface="+mn-ea"/>
          <a:cs typeface="+mn-cs"/>
        </a:defRPr>
      </a:lvl4pPr>
      <a:lvl5pPr marL="2925586" indent="-325064" algn="l" defTabSz="650130" rtl="0" eaLnBrk="1" latinLnBrk="0" hangingPunct="1">
        <a:spcBef>
          <a:spcPct val="20000"/>
        </a:spcBef>
        <a:buFont typeface="Arial"/>
        <a:buChar char="»"/>
        <a:defRPr sz="2800" kern="1200">
          <a:solidFill>
            <a:schemeClr val="tx1"/>
          </a:solidFill>
          <a:latin typeface="+mn-lt"/>
          <a:ea typeface="+mn-ea"/>
          <a:cs typeface="+mn-cs"/>
        </a:defRPr>
      </a:lvl5pPr>
      <a:lvl6pPr marL="3575717" indent="-325064" algn="l" defTabSz="650130" rtl="0" eaLnBrk="1" latinLnBrk="0" hangingPunct="1">
        <a:spcBef>
          <a:spcPct val="20000"/>
        </a:spcBef>
        <a:buFont typeface="Arial"/>
        <a:buChar char="•"/>
        <a:defRPr sz="2800" kern="1200">
          <a:solidFill>
            <a:schemeClr val="tx1"/>
          </a:solidFill>
          <a:latin typeface="+mn-lt"/>
          <a:ea typeface="+mn-ea"/>
          <a:cs typeface="+mn-cs"/>
        </a:defRPr>
      </a:lvl6pPr>
      <a:lvl7pPr marL="4225845" indent="-325064" algn="l" defTabSz="650130" rtl="0" eaLnBrk="1" latinLnBrk="0" hangingPunct="1">
        <a:spcBef>
          <a:spcPct val="20000"/>
        </a:spcBef>
        <a:buFont typeface="Arial"/>
        <a:buChar char="•"/>
        <a:defRPr sz="2800" kern="1200">
          <a:solidFill>
            <a:schemeClr val="tx1"/>
          </a:solidFill>
          <a:latin typeface="+mn-lt"/>
          <a:ea typeface="+mn-ea"/>
          <a:cs typeface="+mn-cs"/>
        </a:defRPr>
      </a:lvl7pPr>
      <a:lvl8pPr marL="4875977" indent="-325064" algn="l" defTabSz="650130" rtl="0" eaLnBrk="1" latinLnBrk="0" hangingPunct="1">
        <a:spcBef>
          <a:spcPct val="20000"/>
        </a:spcBef>
        <a:buFont typeface="Arial"/>
        <a:buChar char="•"/>
        <a:defRPr sz="2800" kern="1200">
          <a:solidFill>
            <a:schemeClr val="tx1"/>
          </a:solidFill>
          <a:latin typeface="+mn-lt"/>
          <a:ea typeface="+mn-ea"/>
          <a:cs typeface="+mn-cs"/>
        </a:defRPr>
      </a:lvl8pPr>
      <a:lvl9pPr marL="5526105" indent="-325064" algn="l" defTabSz="650130" rtl="0" eaLnBrk="1" latinLnBrk="0" hangingPunct="1">
        <a:spcBef>
          <a:spcPct val="20000"/>
        </a:spcBef>
        <a:buFont typeface="Arial"/>
        <a:buChar char="•"/>
        <a:defRPr sz="2800" kern="1200">
          <a:solidFill>
            <a:schemeClr val="tx1"/>
          </a:solidFill>
          <a:latin typeface="+mn-lt"/>
          <a:ea typeface="+mn-ea"/>
          <a:cs typeface="+mn-cs"/>
        </a:defRPr>
      </a:lvl9pPr>
    </p:bodyStyle>
    <p:otherStyle>
      <a:defPPr>
        <a:defRPr lang="zh-TW"/>
      </a:defPPr>
      <a:lvl1pPr marL="0" algn="l" defTabSz="650130" rtl="0" eaLnBrk="1" latinLnBrk="0" hangingPunct="1">
        <a:defRPr sz="2600" kern="1200">
          <a:solidFill>
            <a:schemeClr val="tx1"/>
          </a:solidFill>
          <a:latin typeface="+mn-lt"/>
          <a:ea typeface="+mn-ea"/>
          <a:cs typeface="+mn-cs"/>
        </a:defRPr>
      </a:lvl1pPr>
      <a:lvl2pPr marL="650130" algn="l" defTabSz="650130" rtl="0" eaLnBrk="1" latinLnBrk="0" hangingPunct="1">
        <a:defRPr sz="2600" kern="1200">
          <a:solidFill>
            <a:schemeClr val="tx1"/>
          </a:solidFill>
          <a:latin typeface="+mn-lt"/>
          <a:ea typeface="+mn-ea"/>
          <a:cs typeface="+mn-cs"/>
        </a:defRPr>
      </a:lvl2pPr>
      <a:lvl3pPr marL="1300259" algn="l" defTabSz="650130" rtl="0" eaLnBrk="1" latinLnBrk="0" hangingPunct="1">
        <a:defRPr sz="2600" kern="1200">
          <a:solidFill>
            <a:schemeClr val="tx1"/>
          </a:solidFill>
          <a:latin typeface="+mn-lt"/>
          <a:ea typeface="+mn-ea"/>
          <a:cs typeface="+mn-cs"/>
        </a:defRPr>
      </a:lvl3pPr>
      <a:lvl4pPr marL="1950391" algn="l" defTabSz="650130" rtl="0" eaLnBrk="1" latinLnBrk="0" hangingPunct="1">
        <a:defRPr sz="2600" kern="1200">
          <a:solidFill>
            <a:schemeClr val="tx1"/>
          </a:solidFill>
          <a:latin typeface="+mn-lt"/>
          <a:ea typeface="+mn-ea"/>
          <a:cs typeface="+mn-cs"/>
        </a:defRPr>
      </a:lvl4pPr>
      <a:lvl5pPr marL="2600520" algn="l" defTabSz="650130" rtl="0" eaLnBrk="1" latinLnBrk="0" hangingPunct="1">
        <a:defRPr sz="2600" kern="1200">
          <a:solidFill>
            <a:schemeClr val="tx1"/>
          </a:solidFill>
          <a:latin typeface="+mn-lt"/>
          <a:ea typeface="+mn-ea"/>
          <a:cs typeface="+mn-cs"/>
        </a:defRPr>
      </a:lvl5pPr>
      <a:lvl6pPr marL="3250650" algn="l" defTabSz="650130" rtl="0" eaLnBrk="1" latinLnBrk="0" hangingPunct="1">
        <a:defRPr sz="2600" kern="1200">
          <a:solidFill>
            <a:schemeClr val="tx1"/>
          </a:solidFill>
          <a:latin typeface="+mn-lt"/>
          <a:ea typeface="+mn-ea"/>
          <a:cs typeface="+mn-cs"/>
        </a:defRPr>
      </a:lvl6pPr>
      <a:lvl7pPr marL="3900782" algn="l" defTabSz="650130" rtl="0" eaLnBrk="1" latinLnBrk="0" hangingPunct="1">
        <a:defRPr sz="2600" kern="1200">
          <a:solidFill>
            <a:schemeClr val="tx1"/>
          </a:solidFill>
          <a:latin typeface="+mn-lt"/>
          <a:ea typeface="+mn-ea"/>
          <a:cs typeface="+mn-cs"/>
        </a:defRPr>
      </a:lvl7pPr>
      <a:lvl8pPr marL="4550909" algn="l" defTabSz="650130" rtl="0" eaLnBrk="1" latinLnBrk="0" hangingPunct="1">
        <a:defRPr sz="2600" kern="1200">
          <a:solidFill>
            <a:schemeClr val="tx1"/>
          </a:solidFill>
          <a:latin typeface="+mn-lt"/>
          <a:ea typeface="+mn-ea"/>
          <a:cs typeface="+mn-cs"/>
        </a:defRPr>
      </a:lvl8pPr>
      <a:lvl9pPr marL="5201041" algn="l" defTabSz="650130"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25.xml.rels><?xml version="1.0" encoding="UTF-8" standalone="yes"?>
<Relationships xmlns="http://schemas.openxmlformats.org/package/2006/relationships"><Relationship Id="rId3" Type="http://schemas.openxmlformats.org/officeDocument/2006/relationships/hyperlink" Target="http://www.codeblocks.org/" TargetMode="External"/><Relationship Id="rId4" Type="http://schemas.openxmlformats.org/officeDocument/2006/relationships/image" Target="../media/image2.png"/><Relationship Id="rId1" Type="http://schemas.openxmlformats.org/officeDocument/2006/relationships/slideLayout" Target="../slideLayouts/slideLayout100.xml"/><Relationship Id="rId2" Type="http://schemas.openxmlformats.org/officeDocument/2006/relationships/notesSlide" Target="../notesSlides/notesSlid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12.png"/><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1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19.png"/><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2.xml"/><Relationship Id="rId3" Type="http://schemas.openxmlformats.org/officeDocument/2006/relationships/image" Target="../media/image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hyperlink" Target="http://www.ubuntu.com/" TargetMode="External"/><Relationship Id="rId3" Type="http://schemas.openxmlformats.org/officeDocument/2006/relationships/hyperlink" Target="https://fedoraproject.org/zh_TW/get-fedora"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2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2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2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2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2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2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3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3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3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3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3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3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3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3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3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3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4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4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4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4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4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4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hyperlink" Target="http://www.mgt.ncu.edu.tw/~dino/unix/cmd01.htm"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p:txBody>
          <a:bodyPr/>
          <a:lstStyle/>
          <a:p>
            <a:pPr eaLnBrk="1" hangingPunct="1"/>
            <a:r>
              <a:rPr kumimoji="0" lang="en-US" altLang="zh-TW" dirty="0" smtClean="0">
                <a:latin typeface="Gill Sans" charset="0"/>
                <a:ea typeface="Heiti TC Light" charset="0"/>
                <a:cs typeface="Heiti TC Light" charset="0"/>
              </a:rPr>
              <a:t>Introduction</a:t>
            </a:r>
            <a:r>
              <a:rPr kumimoji="0" lang="zh-TW" altLang="en-US" dirty="0" smtClean="0">
                <a:latin typeface="Gill Sans" charset="0"/>
                <a:ea typeface="Heiti TC Light" charset="0"/>
                <a:cs typeface="Heiti TC Light" charset="0"/>
              </a:rPr>
              <a:t> </a:t>
            </a:r>
            <a:r>
              <a:rPr kumimoji="0" lang="en-US" altLang="zh-TW" dirty="0" smtClean="0">
                <a:latin typeface="Gill Sans" charset="0"/>
                <a:ea typeface="Heiti TC Light" charset="0"/>
                <a:cs typeface="Heiti TC Light" charset="0"/>
              </a:rPr>
              <a:t>to</a:t>
            </a:r>
            <a:r>
              <a:rPr kumimoji="0" lang="zh-TW" altLang="en-US" dirty="0" smtClean="0">
                <a:latin typeface="Gill Sans" charset="0"/>
                <a:ea typeface="Heiti TC Light" charset="0"/>
                <a:cs typeface="Heiti TC Light" charset="0"/>
              </a:rPr>
              <a:t> </a:t>
            </a:r>
            <a:r>
              <a:rPr kumimoji="0" lang="en-US" altLang="zh-TW" dirty="0" smtClean="0">
                <a:latin typeface="Gill Sans" charset="0"/>
                <a:ea typeface="Heiti TC Light" charset="0"/>
                <a:cs typeface="Heiti TC Light" charset="0"/>
              </a:rPr>
              <a:t>Programming</a:t>
            </a:r>
            <a:endParaRPr kumimoji="0" lang="en-US" altLang="zh-TW" dirty="0">
              <a:latin typeface="Gill Sans" charset="0"/>
              <a:ea typeface="Heiti TC Light" charset="0"/>
              <a:cs typeface="Heiti TC Light" charset="0"/>
            </a:endParaRPr>
          </a:p>
        </p:txBody>
      </p:sp>
      <p:sp>
        <p:nvSpPr>
          <p:cNvPr id="15362" name="Rectangle 2"/>
          <p:cNvSpPr>
            <a:spLocks noGrp="1" noChangeArrowheads="1"/>
          </p:cNvSpPr>
          <p:nvPr>
            <p:ph type="body" idx="1"/>
          </p:nvPr>
        </p:nvSpPr>
        <p:spPr/>
        <p:txBody>
          <a:bodyPr/>
          <a:lstStyle/>
          <a:p>
            <a:pPr marL="0" indent="0" eaLnBrk="1" hangingPunct="1">
              <a:buNone/>
            </a:pPr>
            <a:endParaRPr kumimoji="0" lang="zh-TW" altLang="en-US">
              <a:latin typeface="Gill Sans" charset="0"/>
              <a:ea typeface="Heiti TC Light" charset="0"/>
              <a:cs typeface="Heiti TC Light" charset="0"/>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p:nvPr>
        </p:nvSpPr>
        <p:spPr/>
        <p:txBody>
          <a:bodyPr/>
          <a:lstStyle/>
          <a:p>
            <a:pPr eaLnBrk="1" hangingPunct="1"/>
            <a:r>
              <a:rPr kumimoji="0" lang="zh-TW" altLang="en-US" dirty="0" smtClean="0">
                <a:latin typeface="Gill Sans" charset="0"/>
                <a:ea typeface="Heiti TC Light" charset="0"/>
                <a:cs typeface="Heiti TC Light" charset="0"/>
              </a:rPr>
              <a:t>電腦與程式</a:t>
            </a:r>
            <a:endParaRPr kumimoji="0" lang="zh-TW" altLang="en-US" dirty="0">
              <a:latin typeface="Gill Sans" charset="0"/>
              <a:ea typeface="Heiti TC Light" charset="0"/>
              <a:cs typeface="Heiti TC Light" charset="0"/>
            </a:endParaRPr>
          </a:p>
        </p:txBody>
      </p:sp>
      <p:sp>
        <p:nvSpPr>
          <p:cNvPr id="16386" name="Rectangle 2"/>
          <p:cNvSpPr>
            <a:spLocks noGrp="1" noChangeArrowheads="1"/>
          </p:cNvSpPr>
          <p:nvPr>
            <p:ph type="body" idx="1"/>
          </p:nvPr>
        </p:nvSpPr>
        <p:spPr/>
        <p:txBody>
          <a:bodyPr/>
          <a:lstStyle/>
          <a:p>
            <a:pPr marL="0" indent="0" eaLnBrk="1" hangingPunct="1">
              <a:buNone/>
            </a:pPr>
            <a:endParaRPr kumimoji="0" lang="zh-TW" altLang="en-US">
              <a:latin typeface="Gill Sans" charset="0"/>
              <a:ea typeface="Heiti TC Light" charset="0"/>
              <a:cs typeface="Heiti TC Light" charset="0"/>
            </a:endParaRPr>
          </a:p>
        </p:txBody>
      </p:sp>
    </p:spTree>
    <p:extLst>
      <p:ext uri="{BB962C8B-B14F-4D97-AF65-F5344CB8AC3E}">
        <p14:creationId xmlns:p14="http://schemas.microsoft.com/office/powerpoint/2010/main" val="2994866840"/>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a:xfrm>
            <a:off x="597748" y="700336"/>
            <a:ext cx="11756181" cy="8323263"/>
          </a:xfrm>
        </p:spPr>
        <p:txBody>
          <a:bodyPr/>
          <a:lstStyle/>
          <a:p>
            <a:r>
              <a:rPr kumimoji="1" lang="zh-TW" altLang="en-US" dirty="0" smtClean="0">
                <a:latin typeface="Heiti TC Light"/>
                <a:ea typeface="Heiti TC Light"/>
                <a:cs typeface="Heiti TC Light"/>
              </a:rPr>
              <a:t>電腦包含了實際提供計算功能的硬體與使用硬體計算功能的程式</a:t>
            </a:r>
            <a:endParaRPr kumimoji="1" lang="en-US" altLang="zh-TW" dirty="0" smtClean="0">
              <a:latin typeface="Heiti TC Light"/>
              <a:ea typeface="Heiti TC Light"/>
              <a:cs typeface="Heiti TC Light"/>
            </a:endParaRPr>
          </a:p>
          <a:p>
            <a:r>
              <a:rPr kumimoji="1" lang="zh-TW" altLang="en-US" dirty="0" smtClean="0">
                <a:latin typeface="Heiti TC Light"/>
                <a:ea typeface="Heiti TC Light"/>
                <a:cs typeface="Heiti TC Light"/>
              </a:rPr>
              <a:t>我們平常使用電腦，是透過裡面的各式各樣不同的程式來達到不同的目的</a:t>
            </a:r>
          </a:p>
          <a:p>
            <a:r>
              <a:rPr kumimoji="1" lang="en-US" altLang="en-US" dirty="0" smtClean="0">
                <a:latin typeface="Heiti TC Light"/>
                <a:ea typeface="Heiti TC Light"/>
                <a:cs typeface="Heiti TC Light"/>
              </a:rPr>
              <a:t>程式</a:t>
            </a:r>
            <a:r>
              <a:rPr kumimoji="1" lang="zh-TW" altLang="en-US" dirty="0" smtClean="0">
                <a:latin typeface="Heiti TC Light"/>
                <a:ea typeface="Heiti TC Light"/>
                <a:cs typeface="Heiti TC Light"/>
              </a:rPr>
              <a:t>又細分為系統程式與應用程式</a:t>
            </a:r>
            <a:endParaRPr kumimoji="1" lang="en-US" altLang="zh-TW" dirty="0" smtClean="0">
              <a:latin typeface="Heiti TC Light"/>
              <a:ea typeface="Heiti TC Light"/>
              <a:cs typeface="Heiti TC Light"/>
            </a:endParaRPr>
          </a:p>
          <a:p>
            <a:pPr lvl="1"/>
            <a:r>
              <a:rPr kumimoji="1" lang="zh-TW" altLang="en-US" dirty="0" smtClean="0">
                <a:latin typeface="Heiti TC Light"/>
                <a:ea typeface="Heiti TC Light"/>
                <a:cs typeface="Heiti TC Light"/>
              </a:rPr>
              <a:t>系統程式：管理硬體資源，大多時候不是針對特定目的而撰寫</a:t>
            </a:r>
            <a:endParaRPr kumimoji="1" lang="en-US" altLang="zh-TW" dirty="0" smtClean="0">
              <a:latin typeface="Heiti TC Light"/>
              <a:ea typeface="Heiti TC Light"/>
              <a:cs typeface="Heiti TC Light"/>
            </a:endParaRPr>
          </a:p>
          <a:p>
            <a:pPr lvl="2"/>
            <a:r>
              <a:rPr kumimoji="1" lang="zh-TW" altLang="en-US" dirty="0" smtClean="0">
                <a:latin typeface="Heiti TC Light"/>
                <a:ea typeface="Heiti TC Light"/>
                <a:cs typeface="Heiti TC Light"/>
              </a:rPr>
              <a:t>例：</a:t>
            </a:r>
            <a:r>
              <a:rPr kumimoji="1" lang="en-US" altLang="zh-TW" dirty="0" smtClean="0">
                <a:latin typeface="Heiti TC Light"/>
                <a:ea typeface="Heiti TC Light"/>
                <a:cs typeface="Heiti TC Light"/>
              </a:rPr>
              <a:t>Windows</a:t>
            </a:r>
            <a:r>
              <a:rPr kumimoji="1" lang="zh-TW" altLang="en-US" dirty="0" smtClean="0">
                <a:latin typeface="Heiti TC Light"/>
                <a:ea typeface="Heiti TC Light"/>
                <a:cs typeface="Heiti TC Light"/>
              </a:rPr>
              <a:t>、</a:t>
            </a:r>
            <a:r>
              <a:rPr kumimoji="1" lang="en-US" altLang="zh-TW" dirty="0" smtClean="0">
                <a:latin typeface="Heiti TC Light"/>
                <a:ea typeface="Heiti TC Light"/>
                <a:cs typeface="Heiti TC Light"/>
              </a:rPr>
              <a:t>Mac</a:t>
            </a:r>
            <a:r>
              <a:rPr kumimoji="1" lang="zh-TW" altLang="en-US" dirty="0" smtClean="0">
                <a:latin typeface="Heiti TC Light"/>
                <a:ea typeface="Heiti TC Light"/>
                <a:cs typeface="Heiti TC Light"/>
              </a:rPr>
              <a:t>、</a:t>
            </a:r>
            <a:r>
              <a:rPr kumimoji="1" lang="en-US" altLang="zh-TW" dirty="0" err="1" smtClean="0">
                <a:latin typeface="Heiti TC Light"/>
                <a:ea typeface="Heiti TC Light"/>
                <a:cs typeface="Heiti TC Light"/>
              </a:rPr>
              <a:t>iOS</a:t>
            </a:r>
            <a:r>
              <a:rPr kumimoji="1" lang="zh-TW" altLang="en-US" dirty="0" smtClean="0">
                <a:latin typeface="Heiti TC Light"/>
                <a:ea typeface="Heiti TC Light"/>
                <a:cs typeface="Heiti TC Light"/>
              </a:rPr>
              <a:t>、</a:t>
            </a:r>
            <a:r>
              <a:rPr kumimoji="1" lang="en-US" altLang="zh-TW" dirty="0" smtClean="0">
                <a:latin typeface="Heiti TC Light"/>
                <a:ea typeface="Heiti TC Light"/>
                <a:cs typeface="Heiti TC Light"/>
              </a:rPr>
              <a:t>Linux</a:t>
            </a:r>
          </a:p>
          <a:p>
            <a:pPr lvl="1"/>
            <a:r>
              <a:rPr kumimoji="1" lang="zh-TW" altLang="en-US" dirty="0" smtClean="0">
                <a:latin typeface="Heiti TC Light"/>
                <a:ea typeface="Heiti TC Light"/>
                <a:cs typeface="Heiti TC Light"/>
              </a:rPr>
              <a:t>應用程式：針對某些特定目的而撰寫、大多時候運行在系統程式之上</a:t>
            </a:r>
            <a:endParaRPr kumimoji="1" lang="en-US" altLang="zh-TW" dirty="0" smtClean="0">
              <a:latin typeface="Heiti TC Light"/>
              <a:ea typeface="Heiti TC Light"/>
              <a:cs typeface="Heiti TC Light"/>
            </a:endParaRPr>
          </a:p>
          <a:p>
            <a:pPr lvl="2"/>
            <a:r>
              <a:rPr kumimoji="1" lang="en-US" altLang="en-US" dirty="0" err="1" smtClean="0">
                <a:latin typeface="Heiti TC Light"/>
                <a:ea typeface="Heiti TC Light"/>
                <a:cs typeface="Heiti TC Light"/>
              </a:rPr>
              <a:t>例：Office、Angry</a:t>
            </a:r>
            <a:r>
              <a:rPr kumimoji="1" lang="en-US" altLang="en-US" dirty="0" smtClean="0">
                <a:latin typeface="Heiti TC Light"/>
                <a:ea typeface="Heiti TC Light"/>
                <a:cs typeface="Heiti TC Light"/>
              </a:rPr>
              <a:t> </a:t>
            </a:r>
            <a:r>
              <a:rPr kumimoji="1" lang="en-US" altLang="en-US" dirty="0" err="1" smtClean="0">
                <a:latin typeface="Heiti TC Light"/>
                <a:ea typeface="Heiti TC Light"/>
                <a:cs typeface="Heiti TC Light"/>
              </a:rPr>
              <a:t>Bird、Firefox</a:t>
            </a:r>
            <a:endParaRPr kumimoji="1" lang="en-US" altLang="zh-TW" dirty="0" smtClean="0">
              <a:latin typeface="Heiti TC Light"/>
              <a:ea typeface="Heiti TC Light"/>
              <a:cs typeface="Heiti TC Light"/>
            </a:endParaRPr>
          </a:p>
        </p:txBody>
      </p:sp>
    </p:spTree>
    <p:extLst>
      <p:ext uri="{BB962C8B-B14F-4D97-AF65-F5344CB8AC3E}">
        <p14:creationId xmlns:p14="http://schemas.microsoft.com/office/powerpoint/2010/main" val="22938009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a:xfrm>
            <a:off x="597748" y="700336"/>
            <a:ext cx="11756181" cy="8323263"/>
          </a:xfrm>
        </p:spPr>
        <p:txBody>
          <a:bodyPr/>
          <a:lstStyle/>
          <a:p>
            <a:r>
              <a:rPr kumimoji="1" lang="zh-TW" altLang="en-US" dirty="0" smtClean="0">
                <a:latin typeface="Heiti TC Light"/>
                <a:ea typeface="Heiti TC Light"/>
                <a:cs typeface="Heiti TC Light"/>
              </a:rPr>
              <a:t>電腦所使用的語言是機械碼，程式是存在硬體上面的機械碼組合，將這些機械碼送到負責運算的硬體上後，負責運算的硬體會做出對應的反應，進而達到程式所要達到的目的</a:t>
            </a:r>
            <a:endParaRPr kumimoji="1" lang="en-US" altLang="zh-TW" dirty="0" smtClean="0">
              <a:latin typeface="Heiti TC Light"/>
              <a:ea typeface="Heiti TC Light"/>
              <a:cs typeface="Heiti TC Light"/>
            </a:endParaRPr>
          </a:p>
          <a:p>
            <a:r>
              <a:rPr kumimoji="1" lang="zh-TW" altLang="en-US" dirty="0" smtClean="0">
                <a:latin typeface="Heiti TC Light"/>
                <a:ea typeface="Heiti TC Light"/>
                <a:cs typeface="Heiti TC Light"/>
              </a:rPr>
              <a:t>由於現今人們難以直接以機械碼的方式撰寫程式，故人們以比較接近人類自然語言的方式創造了程式語言，來便利程式設計師撰寫程式</a:t>
            </a:r>
            <a:endParaRPr kumimoji="1" lang="zh-TW" altLang="en-US" dirty="0">
              <a:latin typeface="Heiti TC Light"/>
              <a:ea typeface="Heiti TC Light"/>
              <a:cs typeface="Heiti TC Light"/>
            </a:endParaRPr>
          </a:p>
        </p:txBody>
      </p:sp>
    </p:spTree>
    <p:extLst>
      <p:ext uri="{BB962C8B-B14F-4D97-AF65-F5344CB8AC3E}">
        <p14:creationId xmlns:p14="http://schemas.microsoft.com/office/powerpoint/2010/main" val="17227188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a:xfrm>
            <a:off x="597748" y="700336"/>
            <a:ext cx="11756181" cy="8323263"/>
          </a:xfrm>
        </p:spPr>
        <p:txBody>
          <a:bodyPr/>
          <a:lstStyle/>
          <a:p>
            <a:r>
              <a:rPr kumimoji="1" lang="en-US" altLang="en-US" dirty="0" smtClean="0">
                <a:latin typeface="Heiti TC Light"/>
                <a:ea typeface="Heiti TC Light"/>
                <a:cs typeface="Heiti TC Light"/>
              </a:rPr>
              <a:t>因為程式設計師並不是直接撰寫機器看得懂的機械碼，而是用程式語言撰寫程式碼，故需要一套機制將程式碼將程式碼轉換成機械碼的過程，下面我們將介紹這套機制的轉換</a:t>
            </a:r>
            <a:endParaRPr kumimoji="1" lang="zh-TW" altLang="en-US" dirty="0">
              <a:latin typeface="Heiti TC Light"/>
              <a:ea typeface="Heiti TC Light"/>
              <a:cs typeface="Heiti TC Light"/>
            </a:endParaRPr>
          </a:p>
        </p:txBody>
      </p:sp>
    </p:spTree>
    <p:extLst>
      <p:ext uri="{BB962C8B-B14F-4D97-AF65-F5344CB8AC3E}">
        <p14:creationId xmlns:p14="http://schemas.microsoft.com/office/powerpoint/2010/main" val="18756751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p:nvPr>
        </p:nvSpPr>
        <p:spPr/>
        <p:txBody>
          <a:bodyPr/>
          <a:lstStyle/>
          <a:p>
            <a:pPr eaLnBrk="1" hangingPunct="1"/>
            <a:r>
              <a:rPr kumimoji="0" lang="zh-TW" altLang="en-US" dirty="0" smtClean="0">
                <a:latin typeface="Gill Sans" charset="0"/>
                <a:ea typeface="Heiti TC Light" charset="0"/>
                <a:cs typeface="Heiti TC Light" charset="0"/>
              </a:rPr>
              <a:t>程式碼與執行檔</a:t>
            </a:r>
            <a:endParaRPr kumimoji="0" lang="zh-TW" altLang="en-US" dirty="0">
              <a:latin typeface="Gill Sans" charset="0"/>
              <a:ea typeface="Heiti TC Light" charset="0"/>
              <a:cs typeface="Heiti TC Light" charset="0"/>
            </a:endParaRPr>
          </a:p>
        </p:txBody>
      </p:sp>
      <p:sp>
        <p:nvSpPr>
          <p:cNvPr id="16386" name="Rectangle 2"/>
          <p:cNvSpPr>
            <a:spLocks noGrp="1" noChangeArrowheads="1"/>
          </p:cNvSpPr>
          <p:nvPr>
            <p:ph type="body" idx="1"/>
          </p:nvPr>
        </p:nvSpPr>
        <p:spPr/>
        <p:txBody>
          <a:bodyPr/>
          <a:lstStyle/>
          <a:p>
            <a:pPr marL="0" indent="0" eaLnBrk="1" hangingPunct="1">
              <a:buNone/>
            </a:pPr>
            <a:endParaRPr kumimoji="0" lang="zh-TW" altLang="en-US">
              <a:latin typeface="Gill Sans" charset="0"/>
              <a:ea typeface="Heiti TC Light" charset="0"/>
              <a:cs typeface="Heiti TC Light" charset="0"/>
            </a:endParaRPr>
          </a:p>
        </p:txBody>
      </p:sp>
    </p:spTree>
    <p:extLst>
      <p:ext uri="{BB962C8B-B14F-4D97-AF65-F5344CB8AC3E}">
        <p14:creationId xmlns:p14="http://schemas.microsoft.com/office/powerpoint/2010/main" val="1380964934"/>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a:xfrm>
            <a:off x="597748" y="700336"/>
            <a:ext cx="11756181" cy="8323263"/>
          </a:xfrm>
        </p:spPr>
        <p:txBody>
          <a:bodyPr/>
          <a:lstStyle/>
          <a:p>
            <a:r>
              <a:rPr kumimoji="1" lang="zh-TW" altLang="en-US" dirty="0" smtClean="0">
                <a:latin typeface="Heiti TC Light"/>
                <a:ea typeface="Heiti TC Light"/>
                <a:cs typeface="Heiti TC Light"/>
              </a:rPr>
              <a:t>程式碼是提供程式設計師撰寫程式時使用，但由於真正可以讓電腦硬體看得懂的是機械碼，而只有以機械碼撰寫的檔案才可以被電腦執行，故我們稱呼可以以機械碼組成而被電腦看得懂、可以被執行的檔案為「執行檔」</a:t>
            </a:r>
            <a:endParaRPr kumimoji="1" lang="en-US" altLang="zh-TW" dirty="0" smtClean="0">
              <a:latin typeface="Heiti TC Light"/>
              <a:ea typeface="Heiti TC Light"/>
              <a:cs typeface="Heiti TC Light"/>
            </a:endParaRPr>
          </a:p>
          <a:p>
            <a:r>
              <a:rPr kumimoji="1" lang="zh-TW" altLang="en-US" dirty="0" smtClean="0">
                <a:latin typeface="Heiti TC Light"/>
                <a:ea typeface="Heiti TC Light"/>
                <a:cs typeface="Heiti TC Light"/>
              </a:rPr>
              <a:t>程式設計師撰寫的程式碼需要透過一連串的流程才能變成執行檔，而這套過程在不同程式語言當中會有些許不同，我們下面以</a:t>
            </a:r>
            <a:r>
              <a:rPr kumimoji="1" lang="en-US" altLang="zh-TW" dirty="0" smtClean="0">
                <a:latin typeface="Heiti TC Light"/>
                <a:ea typeface="Heiti TC Light"/>
                <a:cs typeface="Heiti TC Light"/>
              </a:rPr>
              <a:t>C</a:t>
            </a:r>
            <a:r>
              <a:rPr kumimoji="1" lang="zh-TW" altLang="en-US" dirty="0" smtClean="0">
                <a:latin typeface="Heiti TC Light"/>
                <a:ea typeface="Heiti TC Light"/>
                <a:cs typeface="Heiti TC Light"/>
              </a:rPr>
              <a:t>語言作為例子，看以</a:t>
            </a:r>
            <a:r>
              <a:rPr kumimoji="1" lang="en-US" altLang="zh-TW" dirty="0" smtClean="0">
                <a:latin typeface="Heiti TC Light"/>
                <a:ea typeface="Heiti TC Light"/>
                <a:cs typeface="Heiti TC Light"/>
              </a:rPr>
              <a:t>C</a:t>
            </a:r>
            <a:r>
              <a:rPr kumimoji="1" lang="zh-TW" altLang="en-US" dirty="0" smtClean="0">
                <a:latin typeface="Heiti TC Light"/>
                <a:ea typeface="Heiti TC Light"/>
                <a:cs typeface="Heiti TC Light"/>
              </a:rPr>
              <a:t>語言撰寫的程式碼如何變成可執行檔</a:t>
            </a:r>
            <a:endParaRPr kumimoji="1" lang="zh-TW" altLang="en-US" dirty="0">
              <a:latin typeface="Heiti TC Light"/>
              <a:ea typeface="Heiti TC Light"/>
              <a:cs typeface="Heiti TC Light"/>
            </a:endParaRPr>
          </a:p>
        </p:txBody>
      </p:sp>
    </p:spTree>
    <p:extLst>
      <p:ext uri="{BB962C8B-B14F-4D97-AF65-F5344CB8AC3E}">
        <p14:creationId xmlns:p14="http://schemas.microsoft.com/office/powerpoint/2010/main" val="15086340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30"/>
          <p:cNvSpPr>
            <a:spLocks noChangeArrowheads="1"/>
          </p:cNvSpPr>
          <p:nvPr/>
        </p:nvSpPr>
        <p:spPr bwMode="auto">
          <a:xfrm>
            <a:off x="1893888" y="7648984"/>
            <a:ext cx="1062226" cy="1188272"/>
          </a:xfrm>
          <a:prstGeom prst="foldedCorner">
            <a:avLst>
              <a:gd name="adj" fmla="val 12500"/>
            </a:avLst>
          </a:prstGeom>
          <a:noFill/>
          <a:ln w="9525">
            <a:solidFill>
              <a:schemeClr val="tx1"/>
            </a:solidFill>
            <a:round/>
            <a:headEnd/>
            <a:tailEnd/>
          </a:ln>
        </p:spPr>
        <p:txBody>
          <a:bodyPr wrap="none" lIns="91435" tIns="45718" rIns="91435" bIns="45718" anchor="ctr"/>
          <a:lstStyle/>
          <a:p>
            <a:pPr algn="ctr"/>
            <a:endParaRPr lang="zh-TW" altLang="zh-TW" sz="1000">
              <a:latin typeface="微軟正黑體" pitchFamily="34" charset="-120"/>
              <a:ea typeface="微軟正黑體" pitchFamily="34" charset="-120"/>
            </a:endParaRPr>
          </a:p>
        </p:txBody>
      </p:sp>
      <p:sp>
        <p:nvSpPr>
          <p:cNvPr id="7" name="AutoShape 29"/>
          <p:cNvSpPr>
            <a:spLocks noChangeArrowheads="1"/>
          </p:cNvSpPr>
          <p:nvPr/>
        </p:nvSpPr>
        <p:spPr bwMode="auto">
          <a:xfrm>
            <a:off x="1893888" y="6019355"/>
            <a:ext cx="1062226" cy="1188272"/>
          </a:xfrm>
          <a:prstGeom prst="foldedCorner">
            <a:avLst>
              <a:gd name="adj" fmla="val 12500"/>
            </a:avLst>
          </a:prstGeom>
          <a:noFill/>
          <a:ln w="9525">
            <a:solidFill>
              <a:schemeClr val="tx1"/>
            </a:solidFill>
            <a:round/>
            <a:headEnd/>
            <a:tailEnd/>
          </a:ln>
        </p:spPr>
        <p:txBody>
          <a:bodyPr wrap="none" lIns="91435" tIns="45718" rIns="91435" bIns="45718" anchor="ctr"/>
          <a:lstStyle/>
          <a:p>
            <a:pPr algn="ctr"/>
            <a:endParaRPr lang="en-US" altLang="zh-TW" sz="1000" dirty="0">
              <a:latin typeface="微軟正黑體" pitchFamily="34" charset="-120"/>
              <a:ea typeface="微軟正黑體" pitchFamily="34" charset="-120"/>
            </a:endParaRPr>
          </a:p>
          <a:p>
            <a:pPr algn="ctr"/>
            <a:r>
              <a:rPr lang="en-US" altLang="zh-TW" sz="2400" dirty="0" err="1">
                <a:latin typeface="微軟正黑體" pitchFamily="34" charset="-120"/>
                <a:ea typeface="微軟正黑體" pitchFamily="34" charset="-120"/>
              </a:rPr>
              <a:t>libc.so</a:t>
            </a:r>
            <a:endParaRPr lang="zh-TW" altLang="zh-TW" sz="2400" dirty="0">
              <a:latin typeface="微軟正黑體" pitchFamily="34" charset="-120"/>
              <a:ea typeface="微軟正黑體" pitchFamily="34" charset="-120"/>
            </a:endParaRPr>
          </a:p>
        </p:txBody>
      </p:sp>
      <p:sp>
        <p:nvSpPr>
          <p:cNvPr id="8" name="AutoShape 28"/>
          <p:cNvSpPr>
            <a:spLocks noChangeArrowheads="1"/>
          </p:cNvSpPr>
          <p:nvPr/>
        </p:nvSpPr>
        <p:spPr bwMode="auto">
          <a:xfrm>
            <a:off x="11038904" y="7973144"/>
            <a:ext cx="1440161" cy="993604"/>
          </a:xfrm>
          <a:prstGeom prst="foldedCorner">
            <a:avLst>
              <a:gd name="adj" fmla="val 12500"/>
            </a:avLst>
          </a:prstGeom>
          <a:noFill/>
          <a:ln w="9525">
            <a:solidFill>
              <a:schemeClr val="tx1"/>
            </a:solidFill>
            <a:round/>
            <a:headEnd/>
            <a:tailEnd/>
          </a:ln>
        </p:spPr>
        <p:txBody>
          <a:bodyPr wrap="none" lIns="91435" tIns="45718" rIns="91435" bIns="45718" anchor="ctr"/>
          <a:lstStyle/>
          <a:p>
            <a:pPr algn="ctr"/>
            <a:r>
              <a:rPr lang="en-US" altLang="zh-TW" sz="2400" dirty="0" err="1">
                <a:latin typeface="微軟正黑體" pitchFamily="34" charset="-120"/>
                <a:ea typeface="微軟正黑體" pitchFamily="34" charset="-120"/>
              </a:rPr>
              <a:t>hello.exe</a:t>
            </a:r>
            <a:endParaRPr lang="en-US" altLang="zh-TW" sz="2400" dirty="0">
              <a:latin typeface="微軟正黑體" pitchFamily="34" charset="-120"/>
              <a:ea typeface="微軟正黑體" pitchFamily="34" charset="-120"/>
            </a:endParaRPr>
          </a:p>
        </p:txBody>
      </p:sp>
      <p:sp>
        <p:nvSpPr>
          <p:cNvPr id="9" name="AutoShape 26"/>
          <p:cNvSpPr>
            <a:spLocks noChangeArrowheads="1"/>
          </p:cNvSpPr>
          <p:nvPr/>
        </p:nvSpPr>
        <p:spPr bwMode="auto">
          <a:xfrm>
            <a:off x="10894888" y="5236841"/>
            <a:ext cx="1584176" cy="792088"/>
          </a:xfrm>
          <a:prstGeom prst="foldedCorner">
            <a:avLst>
              <a:gd name="adj" fmla="val 12500"/>
            </a:avLst>
          </a:prstGeom>
          <a:noFill/>
          <a:ln w="9525">
            <a:solidFill>
              <a:schemeClr val="tx1"/>
            </a:solidFill>
            <a:round/>
            <a:headEnd/>
            <a:tailEnd/>
          </a:ln>
        </p:spPr>
        <p:txBody>
          <a:bodyPr wrap="none" lIns="91435" tIns="45718" rIns="91435" bIns="45718" anchor="ctr"/>
          <a:lstStyle/>
          <a:p>
            <a:pPr algn="ctr"/>
            <a:r>
              <a:rPr lang="en-US" altLang="zh-TW" sz="2400" dirty="0" err="1">
                <a:latin typeface="微軟正黑體" pitchFamily="34" charset="-120"/>
                <a:ea typeface="微軟正黑體" pitchFamily="34" charset="-120"/>
              </a:rPr>
              <a:t>hello.obj</a:t>
            </a:r>
            <a:endParaRPr lang="en-US" altLang="zh-TW" sz="2400" dirty="0">
              <a:latin typeface="微軟正黑體" pitchFamily="34" charset="-120"/>
              <a:ea typeface="微軟正黑體" pitchFamily="34" charset="-120"/>
            </a:endParaRPr>
          </a:p>
        </p:txBody>
      </p:sp>
      <p:sp>
        <p:nvSpPr>
          <p:cNvPr id="10" name="AutoShape 24"/>
          <p:cNvSpPr>
            <a:spLocks noChangeArrowheads="1"/>
          </p:cNvSpPr>
          <p:nvPr/>
        </p:nvSpPr>
        <p:spPr bwMode="auto">
          <a:xfrm>
            <a:off x="10966897" y="2644551"/>
            <a:ext cx="1213973" cy="864097"/>
          </a:xfrm>
          <a:prstGeom prst="foldedCorner">
            <a:avLst>
              <a:gd name="adj" fmla="val 12500"/>
            </a:avLst>
          </a:prstGeom>
          <a:noFill/>
          <a:ln w="9525">
            <a:solidFill>
              <a:schemeClr val="tx1"/>
            </a:solidFill>
            <a:round/>
            <a:headEnd/>
            <a:tailEnd/>
          </a:ln>
        </p:spPr>
        <p:txBody>
          <a:bodyPr wrap="none" lIns="91435" tIns="45718" rIns="91435" bIns="45718" anchor="ctr"/>
          <a:lstStyle/>
          <a:p>
            <a:pPr algn="ctr"/>
            <a:r>
              <a:rPr lang="en-US" altLang="zh-TW" sz="2400" dirty="0" err="1">
                <a:latin typeface="微軟正黑體" pitchFamily="34" charset="-120"/>
                <a:ea typeface="微軟正黑體" pitchFamily="34" charset="-120"/>
              </a:rPr>
              <a:t>hello.c</a:t>
            </a:r>
            <a:endParaRPr lang="en-US" altLang="zh-TW" sz="2400" dirty="0">
              <a:latin typeface="微軟正黑體" pitchFamily="34" charset="-120"/>
              <a:ea typeface="微軟正黑體" pitchFamily="34" charset="-120"/>
            </a:endParaRPr>
          </a:p>
        </p:txBody>
      </p:sp>
      <p:sp>
        <p:nvSpPr>
          <p:cNvPr id="11" name="Text Box 9"/>
          <p:cNvSpPr txBox="1">
            <a:spLocks noChangeArrowheads="1"/>
          </p:cNvSpPr>
          <p:nvPr/>
        </p:nvSpPr>
        <p:spPr bwMode="auto">
          <a:xfrm>
            <a:off x="8086577" y="3004592"/>
            <a:ext cx="2448272" cy="461665"/>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square" lIns="91435" tIns="45718" rIns="91435" bIns="45718" anchor="ctr">
            <a:spAutoFit/>
          </a:bodyPr>
          <a:lstStyle/>
          <a:p>
            <a:r>
              <a:rPr lang="en-US" altLang="zh-TW" sz="2400" dirty="0">
                <a:latin typeface="微軟正黑體" pitchFamily="34" charset="-120"/>
                <a:ea typeface="微軟正黑體" pitchFamily="34" charset="-120"/>
              </a:rPr>
              <a:t>source code</a:t>
            </a:r>
          </a:p>
        </p:txBody>
      </p:sp>
      <p:sp>
        <p:nvSpPr>
          <p:cNvPr id="12" name="Text Box 10"/>
          <p:cNvSpPr txBox="1">
            <a:spLocks noChangeArrowheads="1"/>
          </p:cNvSpPr>
          <p:nvPr/>
        </p:nvSpPr>
        <p:spPr bwMode="auto">
          <a:xfrm>
            <a:off x="7582519" y="4156720"/>
            <a:ext cx="3456384" cy="461665"/>
          </a:xfrm>
          <a:prstGeom prst="rect">
            <a:avLst/>
          </a:prstGeom>
          <a:solidFill>
            <a:srgbClr val="DDDDDD"/>
          </a:solidFill>
          <a:ln w="9525">
            <a:noFill/>
            <a:miter lim="800000"/>
            <a:headEnd/>
            <a:tailEnd/>
          </a:ln>
        </p:spPr>
        <p:txBody>
          <a:bodyPr wrap="square" lIns="91435" tIns="45718" rIns="91435" bIns="45718">
            <a:spAutoFit/>
          </a:bodyPr>
          <a:lstStyle/>
          <a:p>
            <a:r>
              <a:rPr lang="en-US" altLang="zh-TW" sz="2400" dirty="0">
                <a:latin typeface="微軟正黑體" pitchFamily="34" charset="-120"/>
                <a:ea typeface="微軟正黑體" pitchFamily="34" charset="-120"/>
              </a:rPr>
              <a:t>compiler &amp; assembler</a:t>
            </a:r>
          </a:p>
        </p:txBody>
      </p:sp>
      <p:sp>
        <p:nvSpPr>
          <p:cNvPr id="13" name="Text Box 11"/>
          <p:cNvSpPr txBox="1">
            <a:spLocks noChangeArrowheads="1"/>
          </p:cNvSpPr>
          <p:nvPr/>
        </p:nvSpPr>
        <p:spPr bwMode="auto">
          <a:xfrm>
            <a:off x="8374609" y="5380857"/>
            <a:ext cx="1884049" cy="461665"/>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lIns="91435" tIns="45718" rIns="91435" bIns="45718" anchor="ctr">
            <a:spAutoFit/>
          </a:bodyPr>
          <a:lstStyle/>
          <a:p>
            <a:r>
              <a:rPr lang="en-US" altLang="zh-TW" sz="2400" dirty="0">
                <a:latin typeface="微軟正黑體" pitchFamily="34" charset="-120"/>
                <a:ea typeface="微軟正黑體" pitchFamily="34" charset="-120"/>
              </a:rPr>
              <a:t>object code</a:t>
            </a:r>
          </a:p>
        </p:txBody>
      </p:sp>
      <p:sp>
        <p:nvSpPr>
          <p:cNvPr id="14" name="Text Box 12"/>
          <p:cNvSpPr txBox="1">
            <a:spLocks noChangeArrowheads="1"/>
          </p:cNvSpPr>
          <p:nvPr/>
        </p:nvSpPr>
        <p:spPr bwMode="auto">
          <a:xfrm>
            <a:off x="8230593" y="6821016"/>
            <a:ext cx="2160240" cy="461665"/>
          </a:xfrm>
          <a:prstGeom prst="rect">
            <a:avLst/>
          </a:prstGeom>
          <a:solidFill>
            <a:srgbClr val="DDDDDD"/>
          </a:solidFill>
          <a:ln w="9525">
            <a:noFill/>
            <a:miter lim="800000"/>
            <a:headEnd/>
            <a:tailEnd/>
          </a:ln>
        </p:spPr>
        <p:txBody>
          <a:bodyPr wrap="square" lIns="91435" tIns="45718" rIns="91435" bIns="45718">
            <a:spAutoFit/>
          </a:bodyPr>
          <a:lstStyle/>
          <a:p>
            <a:r>
              <a:rPr lang="en-US" altLang="zh-TW" sz="2400" dirty="0">
                <a:latin typeface="微軟正黑體" pitchFamily="34" charset="-120"/>
                <a:ea typeface="微軟正黑體" pitchFamily="34" charset="-120"/>
              </a:rPr>
              <a:t>linker</a:t>
            </a:r>
          </a:p>
        </p:txBody>
      </p:sp>
      <p:sp>
        <p:nvSpPr>
          <p:cNvPr id="15" name="Text Box 13"/>
          <p:cNvSpPr txBox="1">
            <a:spLocks noChangeArrowheads="1"/>
          </p:cNvSpPr>
          <p:nvPr/>
        </p:nvSpPr>
        <p:spPr bwMode="auto">
          <a:xfrm>
            <a:off x="7870553" y="8189168"/>
            <a:ext cx="2880320" cy="461665"/>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square" lIns="91435" tIns="45718" rIns="91435" bIns="45718" anchor="ctr">
            <a:spAutoFit/>
          </a:bodyPr>
          <a:lstStyle/>
          <a:p>
            <a:r>
              <a:rPr lang="en-US" altLang="zh-TW" sz="2400" dirty="0">
                <a:latin typeface="微軟正黑體" pitchFamily="34" charset="-120"/>
                <a:ea typeface="微軟正黑體" pitchFamily="34" charset="-120"/>
              </a:rPr>
              <a:t>executable code</a:t>
            </a:r>
          </a:p>
        </p:txBody>
      </p:sp>
      <p:sp>
        <p:nvSpPr>
          <p:cNvPr id="16" name="Text Box 14"/>
          <p:cNvSpPr txBox="1">
            <a:spLocks noChangeArrowheads="1"/>
          </p:cNvSpPr>
          <p:nvPr/>
        </p:nvSpPr>
        <p:spPr bwMode="auto">
          <a:xfrm>
            <a:off x="3406057" y="6172945"/>
            <a:ext cx="1902083" cy="461665"/>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none" lIns="91435" tIns="45718" rIns="91435" bIns="45718" anchor="ctr">
            <a:spAutoFit/>
          </a:bodyPr>
          <a:lstStyle/>
          <a:p>
            <a:r>
              <a:rPr lang="en-US" altLang="zh-TW" sz="2400" dirty="0">
                <a:latin typeface="微軟正黑體" pitchFamily="34" charset="-120"/>
                <a:ea typeface="微軟正黑體" pitchFamily="34" charset="-120"/>
              </a:rPr>
              <a:t>library code</a:t>
            </a:r>
          </a:p>
        </p:txBody>
      </p:sp>
      <p:sp>
        <p:nvSpPr>
          <p:cNvPr id="17" name="Text Box 15"/>
          <p:cNvSpPr txBox="1">
            <a:spLocks noChangeArrowheads="1"/>
          </p:cNvSpPr>
          <p:nvPr/>
        </p:nvSpPr>
        <p:spPr bwMode="auto">
          <a:xfrm>
            <a:off x="3190058" y="7959242"/>
            <a:ext cx="2159228" cy="461665"/>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square" lIns="91435" tIns="45718" rIns="91435" bIns="45718" anchor="ctr">
            <a:spAutoFit/>
          </a:bodyPr>
          <a:lstStyle/>
          <a:p>
            <a:r>
              <a:rPr lang="en-US" altLang="zh-TW" sz="2400" dirty="0">
                <a:latin typeface="微軟正黑體" pitchFamily="34" charset="-120"/>
                <a:ea typeface="微軟正黑體" pitchFamily="34" charset="-120"/>
              </a:rPr>
              <a:t>startup code</a:t>
            </a:r>
          </a:p>
        </p:txBody>
      </p:sp>
      <p:sp>
        <p:nvSpPr>
          <p:cNvPr id="18" name="Text Box 16"/>
          <p:cNvSpPr txBox="1">
            <a:spLocks noChangeArrowheads="1"/>
          </p:cNvSpPr>
          <p:nvPr/>
        </p:nvSpPr>
        <p:spPr bwMode="auto">
          <a:xfrm>
            <a:off x="8158583" y="1924473"/>
            <a:ext cx="2304256" cy="461665"/>
          </a:xfrm>
          <a:prstGeom prst="rect">
            <a:avLst/>
          </a:prstGeom>
          <a:solidFill>
            <a:srgbClr val="DDDDDD"/>
          </a:solidFill>
          <a:ln w="9525">
            <a:noFill/>
            <a:miter lim="800000"/>
            <a:headEnd/>
            <a:tailEnd/>
          </a:ln>
        </p:spPr>
        <p:txBody>
          <a:bodyPr wrap="square" lIns="91435" tIns="45718" rIns="91435" bIns="45718">
            <a:spAutoFit/>
          </a:bodyPr>
          <a:lstStyle/>
          <a:p>
            <a:r>
              <a:rPr lang="en-US" altLang="zh-TW" sz="2400" dirty="0">
                <a:latin typeface="微軟正黑體" pitchFamily="34" charset="-120"/>
                <a:ea typeface="微軟正黑體" pitchFamily="34" charset="-120"/>
              </a:rPr>
              <a:t>text editor</a:t>
            </a:r>
          </a:p>
        </p:txBody>
      </p:sp>
      <p:cxnSp>
        <p:nvCxnSpPr>
          <p:cNvPr id="24" name="AutoShape 22"/>
          <p:cNvCxnSpPr>
            <a:cxnSpLocks noChangeShapeType="1"/>
            <a:stCxn id="16" idx="3"/>
            <a:endCxn id="14" idx="1"/>
          </p:cNvCxnSpPr>
          <p:nvPr/>
        </p:nvCxnSpPr>
        <p:spPr bwMode="auto">
          <a:xfrm>
            <a:off x="5308139" y="6403777"/>
            <a:ext cx="2922453" cy="648073"/>
          </a:xfrm>
          <a:prstGeom prst="bentConnector3">
            <a:avLst>
              <a:gd name="adj1" fmla="val 50000"/>
            </a:avLst>
          </a:prstGeom>
          <a:noFill/>
          <a:ln w="9525">
            <a:solidFill>
              <a:schemeClr val="tx1"/>
            </a:solidFill>
            <a:miter lim="800000"/>
            <a:headEnd/>
            <a:tailEnd type="triangle" w="med" len="med"/>
          </a:ln>
        </p:spPr>
      </p:cxnSp>
      <p:cxnSp>
        <p:nvCxnSpPr>
          <p:cNvPr id="25" name="AutoShape 23"/>
          <p:cNvCxnSpPr>
            <a:cxnSpLocks noChangeShapeType="1"/>
            <a:stCxn id="17" idx="3"/>
            <a:endCxn id="14" idx="1"/>
          </p:cNvCxnSpPr>
          <p:nvPr/>
        </p:nvCxnSpPr>
        <p:spPr bwMode="auto">
          <a:xfrm flipV="1">
            <a:off x="5349286" y="7051850"/>
            <a:ext cx="2881307" cy="1138224"/>
          </a:xfrm>
          <a:prstGeom prst="bentConnector3">
            <a:avLst>
              <a:gd name="adj1" fmla="val 50000"/>
            </a:avLst>
          </a:prstGeom>
          <a:noFill/>
          <a:ln w="9525">
            <a:solidFill>
              <a:schemeClr val="tx1"/>
            </a:solidFill>
            <a:miter lim="800000"/>
            <a:headEnd/>
            <a:tailEnd type="triangle" w="med" len="med"/>
          </a:ln>
        </p:spPr>
      </p:cxnSp>
      <p:sp>
        <p:nvSpPr>
          <p:cNvPr id="31" name="標題 30"/>
          <p:cNvSpPr>
            <a:spLocks noGrp="1"/>
          </p:cNvSpPr>
          <p:nvPr>
            <p:ph type="title"/>
          </p:nvPr>
        </p:nvSpPr>
        <p:spPr>
          <a:xfrm>
            <a:off x="650240" y="390596"/>
            <a:ext cx="11704320" cy="1245844"/>
          </a:xfrm>
        </p:spPr>
        <p:txBody>
          <a:bodyPr/>
          <a:lstStyle/>
          <a:p>
            <a:r>
              <a:rPr kumimoji="1" lang="zh-TW" altLang="en-US" dirty="0" smtClean="0">
                <a:latin typeface="Heiti TC Light"/>
                <a:ea typeface="Heiti TC Light"/>
                <a:cs typeface="Heiti TC Light"/>
              </a:rPr>
              <a:t>從程式碼到執行檔的流程</a:t>
            </a:r>
            <a:endParaRPr kumimoji="1" lang="zh-TW" altLang="en-US" dirty="0">
              <a:latin typeface="Heiti TC Light"/>
              <a:ea typeface="Heiti TC Light"/>
              <a:cs typeface="Heiti TC Light"/>
            </a:endParaRPr>
          </a:p>
        </p:txBody>
      </p:sp>
      <p:cxnSp>
        <p:nvCxnSpPr>
          <p:cNvPr id="63" name="直線箭頭接點 62"/>
          <p:cNvCxnSpPr>
            <a:stCxn id="18" idx="2"/>
            <a:endCxn id="11" idx="0"/>
          </p:cNvCxnSpPr>
          <p:nvPr/>
        </p:nvCxnSpPr>
        <p:spPr>
          <a:xfrm>
            <a:off x="9310711" y="2386138"/>
            <a:ext cx="0" cy="61845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4" name="直線箭頭接點 73"/>
          <p:cNvCxnSpPr>
            <a:stCxn id="11" idx="2"/>
            <a:endCxn id="12" idx="0"/>
          </p:cNvCxnSpPr>
          <p:nvPr/>
        </p:nvCxnSpPr>
        <p:spPr>
          <a:xfrm>
            <a:off x="9310711" y="3466257"/>
            <a:ext cx="0" cy="69046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直線箭頭接點 25"/>
          <p:cNvCxnSpPr>
            <a:stCxn id="12" idx="2"/>
            <a:endCxn id="13" idx="0"/>
          </p:cNvCxnSpPr>
          <p:nvPr/>
        </p:nvCxnSpPr>
        <p:spPr>
          <a:xfrm>
            <a:off x="9310713" y="4618387"/>
            <a:ext cx="5921" cy="7624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7" name="直線箭頭接點 36"/>
          <p:cNvCxnSpPr>
            <a:stCxn id="13" idx="2"/>
            <a:endCxn id="14" idx="0"/>
          </p:cNvCxnSpPr>
          <p:nvPr/>
        </p:nvCxnSpPr>
        <p:spPr>
          <a:xfrm flipH="1">
            <a:off x="9310713" y="5842521"/>
            <a:ext cx="5921" cy="97849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2" name="直線箭頭接點 41"/>
          <p:cNvCxnSpPr>
            <a:stCxn id="14" idx="2"/>
            <a:endCxn id="15" idx="0"/>
          </p:cNvCxnSpPr>
          <p:nvPr/>
        </p:nvCxnSpPr>
        <p:spPr>
          <a:xfrm>
            <a:off x="9310711" y="7282681"/>
            <a:ext cx="0" cy="9064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835736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2" grpId="0" animBg="1"/>
      <p:bldP spid="13" grpId="0" animBg="1"/>
      <p:bldP spid="14" grpId="0" animBg="1"/>
      <p:bldP spid="15"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a:xfrm>
            <a:off x="597748" y="700336"/>
            <a:ext cx="11756181" cy="8323263"/>
          </a:xfrm>
        </p:spPr>
        <p:txBody>
          <a:bodyPr/>
          <a:lstStyle/>
          <a:p>
            <a:r>
              <a:rPr kumimoji="1" lang="zh-TW" altLang="en-US" dirty="0" smtClean="0">
                <a:latin typeface="Heiti TC Light"/>
                <a:ea typeface="Heiti TC Light"/>
                <a:cs typeface="Heiti TC Light"/>
              </a:rPr>
              <a:t>在實際使用上，通常會把</a:t>
            </a:r>
            <a:r>
              <a:rPr kumimoji="1" lang="en-US" altLang="zh-TW" dirty="0" smtClean="0">
                <a:latin typeface="Heiti TC Light"/>
                <a:ea typeface="Heiti TC Light"/>
                <a:cs typeface="Heiti TC Light"/>
              </a:rPr>
              <a:t>Assembler</a:t>
            </a:r>
            <a:r>
              <a:rPr kumimoji="1" lang="zh-TW" altLang="en-US" dirty="0" smtClean="0">
                <a:latin typeface="Heiti TC Light"/>
                <a:ea typeface="Heiti TC Light"/>
                <a:cs typeface="Heiti TC Light"/>
              </a:rPr>
              <a:t>（組譯器）、</a:t>
            </a:r>
            <a:r>
              <a:rPr kumimoji="1" lang="en-US" altLang="zh-TW" dirty="0" smtClean="0">
                <a:latin typeface="Heiti TC Light"/>
                <a:ea typeface="Heiti TC Light"/>
                <a:cs typeface="Heiti TC Light"/>
              </a:rPr>
              <a:t>Linker</a:t>
            </a:r>
            <a:r>
              <a:rPr kumimoji="1" lang="zh-TW" altLang="en-US" dirty="0" smtClean="0">
                <a:latin typeface="Heiti TC Light"/>
                <a:ea typeface="Heiti TC Light"/>
                <a:cs typeface="Heiti TC Light"/>
              </a:rPr>
              <a:t>（連結器）包在</a:t>
            </a:r>
            <a:r>
              <a:rPr kumimoji="1" lang="en-US" altLang="zh-TW" dirty="0" smtClean="0">
                <a:latin typeface="Heiti TC Light"/>
                <a:ea typeface="Heiti TC Light"/>
                <a:cs typeface="Heiti TC Light"/>
              </a:rPr>
              <a:t>Compiler</a:t>
            </a:r>
            <a:r>
              <a:rPr kumimoji="1" lang="zh-TW" altLang="en-US" dirty="0" smtClean="0">
                <a:latin typeface="Heiti TC Light"/>
                <a:ea typeface="Heiti TC Light"/>
                <a:cs typeface="Heiti TC Light"/>
              </a:rPr>
              <a:t>（編譯器）當中，故對大家目前來說只需要記得需要透過</a:t>
            </a:r>
            <a:r>
              <a:rPr kumimoji="1" lang="en-US" altLang="zh-TW" dirty="0" smtClean="0">
                <a:latin typeface="Heiti TC Light"/>
                <a:ea typeface="Heiti TC Light"/>
                <a:cs typeface="Heiti TC Light"/>
              </a:rPr>
              <a:t>Compiler</a:t>
            </a:r>
            <a:r>
              <a:rPr kumimoji="1" lang="zh-TW" altLang="en-US" dirty="0" smtClean="0">
                <a:latin typeface="Heiti TC Light"/>
                <a:ea typeface="Heiti TC Light"/>
                <a:cs typeface="Heiti TC Light"/>
              </a:rPr>
              <a:t>把程式碼變成執行檔即可</a:t>
            </a:r>
            <a:endParaRPr kumimoji="1" lang="en-US" altLang="zh-TW" dirty="0" smtClean="0">
              <a:latin typeface="Heiti TC Light"/>
              <a:ea typeface="Heiti TC Light"/>
              <a:cs typeface="Heiti TC Light"/>
            </a:endParaRPr>
          </a:p>
          <a:p>
            <a:r>
              <a:rPr kumimoji="1" lang="en-US" altLang="en-US" dirty="0" smtClean="0">
                <a:latin typeface="Heiti TC Light"/>
                <a:ea typeface="Heiti TC Light"/>
                <a:cs typeface="Heiti TC Light"/>
              </a:rPr>
              <a:t>程式設計師在</a:t>
            </a:r>
            <a:r>
              <a:rPr kumimoji="1" lang="zh-TW" altLang="en-US" dirty="0" smtClean="0">
                <a:latin typeface="Heiti TC Light"/>
                <a:ea typeface="Heiti TC Light"/>
                <a:cs typeface="Heiti TC Light"/>
              </a:rPr>
              <a:t>撰寫程式的可選用任意的文字編輯器撰寫後，再使用</a:t>
            </a:r>
            <a:r>
              <a:rPr kumimoji="1" lang="en-US" altLang="zh-TW" dirty="0" smtClean="0">
                <a:latin typeface="Heiti TC Light"/>
                <a:ea typeface="Heiti TC Light"/>
                <a:cs typeface="Heiti TC Light"/>
              </a:rPr>
              <a:t>Compiler</a:t>
            </a:r>
            <a:r>
              <a:rPr kumimoji="1" lang="zh-TW" altLang="en-US" dirty="0" smtClean="0">
                <a:latin typeface="Heiti TC Light"/>
                <a:ea typeface="Heiti TC Light"/>
                <a:cs typeface="Heiti TC Light"/>
              </a:rPr>
              <a:t>將該檔案編譯成執行檔</a:t>
            </a:r>
            <a:endParaRPr kumimoji="1" lang="en-US" altLang="zh-TW" dirty="0" smtClean="0">
              <a:latin typeface="Heiti TC Light"/>
              <a:ea typeface="Heiti TC Light"/>
              <a:cs typeface="Heiti TC Light"/>
            </a:endParaRPr>
          </a:p>
          <a:p>
            <a:pPr lvl="1"/>
            <a:r>
              <a:rPr kumimoji="1" lang="zh-TW" altLang="en-US" dirty="0" smtClean="0">
                <a:latin typeface="Heiti TC Light"/>
                <a:ea typeface="Heiti TC Light"/>
                <a:cs typeface="Heiti TC Light"/>
              </a:rPr>
              <a:t>例如可以用</a:t>
            </a:r>
            <a:r>
              <a:rPr kumimoji="1" lang="en-US" altLang="zh-TW" dirty="0" smtClean="0">
                <a:latin typeface="Heiti TC Light"/>
                <a:ea typeface="Heiti TC Light"/>
                <a:cs typeface="Heiti TC Light"/>
              </a:rPr>
              <a:t>Sublime</a:t>
            </a:r>
            <a:r>
              <a:rPr kumimoji="1" lang="zh-TW" altLang="en-US" dirty="0" smtClean="0">
                <a:latin typeface="Heiti TC Light"/>
                <a:ea typeface="Heiti TC Light"/>
                <a:cs typeface="Heiti TC Light"/>
              </a:rPr>
              <a:t>、</a:t>
            </a:r>
            <a:r>
              <a:rPr kumimoji="1" lang="en-US" altLang="zh-TW" dirty="0" smtClean="0">
                <a:latin typeface="Heiti TC Light"/>
                <a:ea typeface="Heiti TC Light"/>
                <a:cs typeface="Heiti TC Light"/>
              </a:rPr>
              <a:t>vi/vim</a:t>
            </a:r>
            <a:r>
              <a:rPr kumimoji="1" lang="zh-TW" altLang="en-US" dirty="0" smtClean="0">
                <a:latin typeface="Heiti TC Light"/>
                <a:ea typeface="Heiti TC Light"/>
                <a:cs typeface="Heiti TC Light"/>
              </a:rPr>
              <a:t>、</a:t>
            </a:r>
            <a:r>
              <a:rPr kumimoji="1" lang="en-US" altLang="zh-TW" dirty="0" err="1" smtClean="0">
                <a:latin typeface="Heiti TC Light"/>
                <a:ea typeface="Heiti TC Light"/>
                <a:cs typeface="Heiti TC Light"/>
              </a:rPr>
              <a:t>UltraEditor</a:t>
            </a:r>
            <a:r>
              <a:rPr kumimoji="1" lang="zh-TW" altLang="en-US" dirty="0" smtClean="0">
                <a:latin typeface="Heiti TC Light"/>
                <a:ea typeface="Heiti TC Light"/>
                <a:cs typeface="Heiti TC Light"/>
              </a:rPr>
              <a:t>撰寫好程式碼，存成</a:t>
            </a:r>
            <a:r>
              <a:rPr kumimoji="1" lang="en-US" altLang="zh-TW" dirty="0" smtClean="0">
                <a:latin typeface="Heiti TC Light"/>
                <a:ea typeface="Heiti TC Light"/>
                <a:cs typeface="Heiti TC Light"/>
              </a:rPr>
              <a:t>***.c</a:t>
            </a:r>
          </a:p>
          <a:p>
            <a:pPr lvl="1"/>
            <a:r>
              <a:rPr kumimoji="1" lang="zh-TW" altLang="en-US" dirty="0" smtClean="0">
                <a:latin typeface="Heiti TC Light"/>
                <a:ea typeface="Heiti TC Light"/>
                <a:cs typeface="Heiti TC Light"/>
              </a:rPr>
              <a:t>再透過</a:t>
            </a:r>
            <a:r>
              <a:rPr kumimoji="1" lang="en-US" altLang="zh-TW" dirty="0" smtClean="0">
                <a:latin typeface="Heiti TC Light"/>
                <a:ea typeface="Heiti TC Light"/>
                <a:cs typeface="Heiti TC Light"/>
              </a:rPr>
              <a:t>Compiler</a:t>
            </a:r>
            <a:r>
              <a:rPr kumimoji="1" lang="zh-TW" altLang="en-US" dirty="0" smtClean="0">
                <a:latin typeface="Heiti TC Light"/>
                <a:ea typeface="Heiti TC Light"/>
                <a:cs typeface="Heiti TC Light"/>
              </a:rPr>
              <a:t>將其編譯成</a:t>
            </a:r>
            <a:r>
              <a:rPr kumimoji="1" lang="en-US" altLang="zh-TW" dirty="0" smtClean="0">
                <a:latin typeface="Heiti TC Light"/>
                <a:ea typeface="Heiti TC Light"/>
                <a:cs typeface="Heiti TC Light"/>
              </a:rPr>
              <a:t>***.exe</a:t>
            </a:r>
            <a:r>
              <a:rPr kumimoji="1" lang="zh-TW" altLang="en-US" dirty="0" smtClean="0">
                <a:latin typeface="Heiti TC Light"/>
                <a:ea typeface="Heiti TC Light"/>
                <a:cs typeface="Heiti TC Light"/>
              </a:rPr>
              <a:t>或</a:t>
            </a:r>
            <a:r>
              <a:rPr kumimoji="1" lang="en-US" altLang="zh-TW" dirty="0" smtClean="0">
                <a:latin typeface="Heiti TC Light"/>
                <a:ea typeface="Heiti TC Light"/>
                <a:cs typeface="Heiti TC Light"/>
              </a:rPr>
              <a:t>***.out</a:t>
            </a:r>
          </a:p>
          <a:p>
            <a:endParaRPr kumimoji="1" lang="zh-TW" altLang="en-US" dirty="0">
              <a:latin typeface="Heiti TC Light"/>
              <a:ea typeface="Heiti TC Light"/>
              <a:cs typeface="Heiti TC Light"/>
            </a:endParaRPr>
          </a:p>
        </p:txBody>
      </p:sp>
    </p:spTree>
    <p:extLst>
      <p:ext uri="{BB962C8B-B14F-4D97-AF65-F5344CB8AC3E}">
        <p14:creationId xmlns:p14="http://schemas.microsoft.com/office/powerpoint/2010/main" val="1889184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a:xfrm>
            <a:off x="597748" y="700336"/>
            <a:ext cx="11756181" cy="8323263"/>
          </a:xfrm>
        </p:spPr>
        <p:txBody>
          <a:bodyPr/>
          <a:lstStyle/>
          <a:p>
            <a:r>
              <a:rPr kumimoji="1" lang="en-US" altLang="en-US" dirty="0" err="1" smtClean="0">
                <a:latin typeface="Heiti TC Light"/>
                <a:ea typeface="Heiti TC Light"/>
                <a:cs typeface="Heiti TC Light"/>
              </a:rPr>
              <a:t>也有另外一些程式設計師會使用整合性開發環境（Integrated</a:t>
            </a:r>
            <a:r>
              <a:rPr kumimoji="1" lang="en-US" altLang="en-US" dirty="0" smtClean="0">
                <a:latin typeface="Heiti TC Light"/>
                <a:ea typeface="Heiti TC Light"/>
                <a:cs typeface="Heiti TC Light"/>
              </a:rPr>
              <a:t> Development </a:t>
            </a:r>
            <a:r>
              <a:rPr kumimoji="1" lang="en-US" altLang="en-US" dirty="0" err="1" smtClean="0">
                <a:latin typeface="Heiti TC Light"/>
                <a:ea typeface="Heiti TC Light"/>
                <a:cs typeface="Heiti TC Light"/>
              </a:rPr>
              <a:t>Environment，簡稱IDE）來開發，IDE整合了文字編輯器與編譯器，有時也會包含一些除錯與版本控制等等的功能</a:t>
            </a:r>
            <a:endParaRPr kumimoji="1" lang="en-US" altLang="en-US" dirty="0" smtClean="0">
              <a:latin typeface="Heiti TC Light"/>
              <a:ea typeface="Heiti TC Light"/>
              <a:cs typeface="Heiti TC Light"/>
            </a:endParaRPr>
          </a:p>
          <a:p>
            <a:r>
              <a:rPr kumimoji="1" lang="en-US" altLang="en-US" dirty="0" err="1" smtClean="0">
                <a:latin typeface="Heiti TC Light"/>
                <a:ea typeface="Heiti TC Light"/>
                <a:cs typeface="Heiti TC Light"/>
              </a:rPr>
              <a:t>關於如何使用文字編輯器+編譯器編譯出程式以及如何使用IDE來編譯程式，在助教課當中會提供更多細部的資訊</a:t>
            </a:r>
            <a:endParaRPr kumimoji="1" lang="zh-TW" altLang="en-US" dirty="0">
              <a:latin typeface="Heiti TC Light"/>
              <a:ea typeface="Heiti TC Light"/>
              <a:cs typeface="Heiti TC Light"/>
            </a:endParaRPr>
          </a:p>
        </p:txBody>
      </p:sp>
    </p:spTree>
    <p:extLst>
      <p:ext uri="{BB962C8B-B14F-4D97-AF65-F5344CB8AC3E}">
        <p14:creationId xmlns:p14="http://schemas.microsoft.com/office/powerpoint/2010/main" val="33858840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p:nvPr>
        </p:nvSpPr>
        <p:spPr/>
        <p:txBody>
          <a:bodyPr/>
          <a:lstStyle/>
          <a:p>
            <a:pPr eaLnBrk="1" hangingPunct="1"/>
            <a:r>
              <a:rPr kumimoji="0" lang="zh-TW" altLang="en-US" dirty="0" smtClean="0">
                <a:latin typeface="Gill Sans" charset="0"/>
                <a:ea typeface="Heiti TC Light" charset="0"/>
                <a:cs typeface="Heiti TC Light" charset="0"/>
              </a:rPr>
              <a:t>程式輸出介面</a:t>
            </a:r>
            <a:endParaRPr kumimoji="0" lang="zh-TW" altLang="en-US" dirty="0">
              <a:latin typeface="Gill Sans" charset="0"/>
              <a:ea typeface="Heiti TC Light" charset="0"/>
              <a:cs typeface="Heiti TC Light" charset="0"/>
            </a:endParaRPr>
          </a:p>
        </p:txBody>
      </p:sp>
      <p:sp>
        <p:nvSpPr>
          <p:cNvPr id="16386" name="Rectangle 2"/>
          <p:cNvSpPr>
            <a:spLocks noGrp="1" noChangeArrowheads="1"/>
          </p:cNvSpPr>
          <p:nvPr>
            <p:ph type="body" idx="1"/>
          </p:nvPr>
        </p:nvSpPr>
        <p:spPr/>
        <p:txBody>
          <a:bodyPr/>
          <a:lstStyle/>
          <a:p>
            <a:pPr marL="0" indent="0" eaLnBrk="1" hangingPunct="1">
              <a:buNone/>
            </a:pPr>
            <a:endParaRPr kumimoji="0" lang="zh-TW" altLang="en-US">
              <a:latin typeface="Gill Sans" charset="0"/>
              <a:ea typeface="Heiti TC Light" charset="0"/>
              <a:cs typeface="Heiti TC Light" charset="0"/>
            </a:endParaRPr>
          </a:p>
        </p:txBody>
      </p:sp>
    </p:spTree>
    <p:extLst>
      <p:ext uri="{BB962C8B-B14F-4D97-AF65-F5344CB8AC3E}">
        <p14:creationId xmlns:p14="http://schemas.microsoft.com/office/powerpoint/2010/main" val="2189728887"/>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a:xfrm>
            <a:off x="597748" y="700336"/>
            <a:ext cx="11756181" cy="8323263"/>
          </a:xfrm>
        </p:spPr>
        <p:txBody>
          <a:bodyPr>
            <a:normAutofit/>
          </a:bodyPr>
          <a:lstStyle/>
          <a:p>
            <a:r>
              <a:rPr kumimoji="1" lang="zh-TW" altLang="en-US" dirty="0" smtClean="0">
                <a:latin typeface="Heiti TC Light"/>
                <a:ea typeface="Heiti TC Light"/>
                <a:cs typeface="Heiti TC Light"/>
              </a:rPr>
              <a:t>程式在輸出其結果時，主要可以透過兩個介面輸出</a:t>
            </a:r>
            <a:endParaRPr kumimoji="1" lang="en-US" altLang="zh-TW" dirty="0" smtClean="0">
              <a:latin typeface="Heiti TC Light"/>
              <a:ea typeface="Heiti TC Light"/>
              <a:cs typeface="Heiti TC Light"/>
            </a:endParaRPr>
          </a:p>
          <a:p>
            <a:pPr lvl="1"/>
            <a:r>
              <a:rPr kumimoji="1" lang="en-US" altLang="zh-TW" dirty="0" smtClean="0">
                <a:latin typeface="Heiti TC Light"/>
                <a:ea typeface="Heiti TC Light"/>
                <a:cs typeface="Heiti TC Light"/>
              </a:rPr>
              <a:t>CLI(Commend Line Interface)</a:t>
            </a:r>
          </a:p>
          <a:p>
            <a:pPr lvl="1"/>
            <a:r>
              <a:rPr kumimoji="1" lang="en-US" altLang="zh-TW" dirty="0" smtClean="0">
                <a:latin typeface="Heiti TC Light"/>
                <a:ea typeface="Heiti TC Light"/>
                <a:cs typeface="Heiti TC Light"/>
              </a:rPr>
              <a:t>GUI(Graphic User Interface)</a:t>
            </a:r>
          </a:p>
          <a:p>
            <a:r>
              <a:rPr kumimoji="1" lang="en-US" altLang="zh-TW" dirty="0" smtClean="0">
                <a:latin typeface="Heiti TC Light"/>
                <a:ea typeface="Heiti TC Light"/>
                <a:cs typeface="Heiti TC Light"/>
              </a:rPr>
              <a:t>CLI</a:t>
            </a:r>
            <a:r>
              <a:rPr kumimoji="1" lang="zh-TW" altLang="en-US" dirty="0" smtClean="0">
                <a:latin typeface="Heiti TC Light"/>
                <a:ea typeface="Heiti TC Light"/>
                <a:cs typeface="Heiti TC Light"/>
              </a:rPr>
              <a:t>是以輸出到終端機的純文字介面方式輸出，對同學來說可能比較陌生，但是由於此種輸出方式的控制上較為簡易，本堂課程主要是以此種方式來介紹</a:t>
            </a:r>
            <a:endParaRPr kumimoji="1" lang="en-US" altLang="zh-TW" dirty="0" smtClean="0">
              <a:latin typeface="Heiti TC Light"/>
              <a:ea typeface="Heiti TC Light"/>
              <a:cs typeface="Heiti TC Light"/>
            </a:endParaRPr>
          </a:p>
          <a:p>
            <a:r>
              <a:rPr kumimoji="1" lang="en-US" altLang="zh-TW" dirty="0" err="1" smtClean="0">
                <a:latin typeface="Heiti TC Light"/>
                <a:ea typeface="Heiti TC Light"/>
                <a:cs typeface="Heiti TC Light"/>
              </a:rPr>
              <a:t>GUI</a:t>
            </a:r>
            <a:r>
              <a:rPr kumimoji="1" lang="en-US" altLang="en-US" dirty="0" err="1" smtClean="0">
                <a:latin typeface="Heiti TC Light"/>
                <a:ea typeface="Heiti TC Light"/>
                <a:cs typeface="Heiti TC Light"/>
              </a:rPr>
              <a:t>多是以視窗方式呈現，目前大多數的應用上是使用此種輸出方式，但是操控上較為複雜，故在本堂課程當中基本上不涉及</a:t>
            </a:r>
            <a:endParaRPr kumimoji="1" lang="zh-TW" altLang="en-US" dirty="0">
              <a:latin typeface="Heiti TC Light"/>
              <a:ea typeface="Heiti TC Light"/>
              <a:cs typeface="Heiti TC Light"/>
            </a:endParaRPr>
          </a:p>
        </p:txBody>
      </p:sp>
    </p:spTree>
    <p:extLst>
      <p:ext uri="{BB962C8B-B14F-4D97-AF65-F5344CB8AC3E}">
        <p14:creationId xmlns:p14="http://schemas.microsoft.com/office/powerpoint/2010/main" val="5534071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p:nvPr>
        </p:nvSpPr>
        <p:spPr/>
        <p:txBody>
          <a:bodyPr/>
          <a:lstStyle/>
          <a:p>
            <a:pPr eaLnBrk="1" hangingPunct="1"/>
            <a:r>
              <a:rPr kumimoji="0" lang="zh-TW" altLang="en-US" dirty="0" smtClean="0">
                <a:latin typeface="Gill Sans" charset="0"/>
                <a:ea typeface="Heiti TC Light" charset="0"/>
                <a:cs typeface="Heiti TC Light" charset="0"/>
              </a:rPr>
              <a:t>程式語言簡介</a:t>
            </a:r>
            <a:endParaRPr kumimoji="0" lang="zh-TW" altLang="en-US" dirty="0">
              <a:latin typeface="Gill Sans" charset="0"/>
              <a:ea typeface="Heiti TC Light" charset="0"/>
              <a:cs typeface="Heiti TC Light" charset="0"/>
            </a:endParaRPr>
          </a:p>
        </p:txBody>
      </p:sp>
      <p:sp>
        <p:nvSpPr>
          <p:cNvPr id="16386" name="Rectangle 2"/>
          <p:cNvSpPr>
            <a:spLocks noGrp="1" noChangeArrowheads="1"/>
          </p:cNvSpPr>
          <p:nvPr>
            <p:ph type="body" idx="1"/>
          </p:nvPr>
        </p:nvSpPr>
        <p:spPr/>
        <p:txBody>
          <a:bodyPr/>
          <a:lstStyle/>
          <a:p>
            <a:pPr marL="0" indent="0" eaLnBrk="1" hangingPunct="1">
              <a:buNone/>
            </a:pPr>
            <a:endParaRPr kumimoji="0" lang="zh-TW" altLang="en-US">
              <a:latin typeface="Gill Sans" charset="0"/>
              <a:ea typeface="Heiti TC Light" charset="0"/>
              <a:cs typeface="Heiti TC Light" charset="0"/>
            </a:endParaRPr>
          </a:p>
        </p:txBody>
      </p:sp>
    </p:spTree>
    <p:extLst>
      <p:ext uri="{BB962C8B-B14F-4D97-AF65-F5344CB8AC3E}">
        <p14:creationId xmlns:p14="http://schemas.microsoft.com/office/powerpoint/2010/main" val="2189728887"/>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a:xfrm>
            <a:off x="597748" y="700336"/>
            <a:ext cx="11756181" cy="8323263"/>
          </a:xfrm>
        </p:spPr>
        <p:txBody>
          <a:bodyPr>
            <a:normAutofit/>
          </a:bodyPr>
          <a:lstStyle/>
          <a:p>
            <a:r>
              <a:rPr kumimoji="1" lang="zh-TW" altLang="en-US" sz="4400" dirty="0">
                <a:latin typeface="Heiti TC Light"/>
                <a:ea typeface="Heiti TC Light"/>
                <a:cs typeface="Heiti TC Light"/>
              </a:rPr>
              <a:t>前面談到程式設計師是用較接近人類語言的程式語言撰寫程式碼，撰寫完畢後，再將其轉換成電腦讀的懂得機械碼使其可被執行，在這個部分我們將會討論程式語言的特性，以及本堂課要討論的</a:t>
            </a:r>
            <a:r>
              <a:rPr kumimoji="1" lang="en-US" altLang="zh-TW" sz="4400" dirty="0">
                <a:latin typeface="Heiti TC Light"/>
                <a:ea typeface="Heiti TC Light"/>
                <a:cs typeface="Heiti TC Light"/>
              </a:rPr>
              <a:t>C</a:t>
            </a:r>
            <a:r>
              <a:rPr kumimoji="1" lang="zh-TW" altLang="en-US" sz="4400" dirty="0">
                <a:latin typeface="Heiti TC Light"/>
                <a:ea typeface="Heiti TC Light"/>
                <a:cs typeface="Heiti TC Light"/>
              </a:rPr>
              <a:t>語言為何</a:t>
            </a:r>
            <a:endParaRPr kumimoji="1" lang="en-US" altLang="zh-TW" sz="4400" dirty="0">
              <a:latin typeface="Heiti TC Light"/>
              <a:ea typeface="Heiti TC Light"/>
              <a:cs typeface="Heiti TC Light"/>
            </a:endParaRPr>
          </a:p>
          <a:p>
            <a:r>
              <a:rPr kumimoji="1" lang="zh-TW" altLang="en-US" sz="4400" dirty="0">
                <a:latin typeface="Heiti TC Light"/>
                <a:ea typeface="Heiti TC Light"/>
                <a:cs typeface="Heiti TC Light"/>
              </a:rPr>
              <a:t>由於程式語言當初發明的目的是為了方便人類能夠將自己的邏輯撰寫成接近人類使用的語句，但在各個程式語言發明的過程當中，因為諸多的因素，有些程式語言比較接近機械碼，有些程式語言比較接近人類自然語言，我們依照接近人類語言的程度與否，將程式語言分類為高階語言與低階語言</a:t>
            </a:r>
          </a:p>
        </p:txBody>
      </p:sp>
    </p:spTree>
    <p:extLst>
      <p:ext uri="{BB962C8B-B14F-4D97-AF65-F5344CB8AC3E}">
        <p14:creationId xmlns:p14="http://schemas.microsoft.com/office/powerpoint/2010/main" val="5534071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a:xfrm>
            <a:off x="597748" y="700336"/>
            <a:ext cx="11756181" cy="8323263"/>
          </a:xfrm>
        </p:spPr>
        <p:txBody>
          <a:bodyPr>
            <a:normAutofit/>
          </a:bodyPr>
          <a:lstStyle/>
          <a:p>
            <a:r>
              <a:rPr kumimoji="1" lang="zh-TW" altLang="en-US" sz="4000" dirty="0">
                <a:latin typeface="Heiti TC Light"/>
                <a:ea typeface="Heiti TC Light"/>
                <a:cs typeface="Heiti TC Light"/>
              </a:rPr>
              <a:t>程式語言的高低階並不代表該語言可以做到事情的多寡，只是代表與人類自然語言的距離而已</a:t>
            </a:r>
            <a:endParaRPr kumimoji="1" lang="en-US" altLang="zh-TW" sz="4000" dirty="0">
              <a:latin typeface="Heiti TC Light"/>
              <a:ea typeface="Heiti TC Light"/>
              <a:cs typeface="Heiti TC Light"/>
            </a:endParaRPr>
          </a:p>
          <a:p>
            <a:r>
              <a:rPr kumimoji="1" lang="zh-TW" altLang="en-US" sz="4000" dirty="0">
                <a:latin typeface="Heiti TC Light"/>
                <a:ea typeface="Heiti TC Light"/>
                <a:cs typeface="Heiti TC Light"/>
              </a:rPr>
              <a:t>高階語言多會將許多功能包裝好讓你直接使用，但相對的調整彈性也會降低，也較難依照需求優化已經包好的功能。就像你買筆記型電腦時，廠商已經將零件組裝好，容易上手但較難客製化。</a:t>
            </a:r>
            <a:endParaRPr kumimoji="1" lang="en-US" altLang="zh-TW" sz="4000" dirty="0">
              <a:latin typeface="Heiti TC Light"/>
              <a:ea typeface="Heiti TC Light"/>
              <a:cs typeface="Heiti TC Light"/>
            </a:endParaRPr>
          </a:p>
          <a:p>
            <a:r>
              <a:rPr kumimoji="1" lang="zh-TW" altLang="en-US" sz="4000" dirty="0">
                <a:latin typeface="Heiti TC Light"/>
                <a:ea typeface="Heiti TC Light"/>
                <a:cs typeface="Heiti TC Light"/>
              </a:rPr>
              <a:t>低階語言只會提供基本的功能，但程式設計師可以依照自己的需求組合出你所需要的。就像你自行組裝電腦時，可以依照自己的需求選配適合你自己的硬體設備規格，較能符合你自己的需求。</a:t>
            </a:r>
            <a:endParaRPr kumimoji="1" lang="en-US" altLang="zh-TW" sz="4000" dirty="0">
              <a:latin typeface="Heiti TC Light"/>
              <a:ea typeface="Heiti TC Light"/>
              <a:cs typeface="Heiti TC Light"/>
            </a:endParaRPr>
          </a:p>
        </p:txBody>
      </p:sp>
    </p:spTree>
    <p:extLst>
      <p:ext uri="{BB962C8B-B14F-4D97-AF65-F5344CB8AC3E}">
        <p14:creationId xmlns:p14="http://schemas.microsoft.com/office/powerpoint/2010/main" val="38056312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a:xfrm>
            <a:off x="597744" y="1654"/>
            <a:ext cx="11704320" cy="1625600"/>
          </a:xfrm>
        </p:spPr>
        <p:txBody>
          <a:bodyPr/>
          <a:lstStyle/>
          <a:p>
            <a:r>
              <a:rPr kumimoji="1" lang="zh-TW" altLang="en-US" dirty="0" smtClean="0">
                <a:latin typeface="Heiti TC Light"/>
                <a:ea typeface="Heiti TC Light"/>
                <a:cs typeface="Heiti TC Light"/>
              </a:rPr>
              <a:t>程式語言的高低階</a:t>
            </a:r>
            <a:endParaRPr kumimoji="1" lang="zh-TW" altLang="en-US" dirty="0">
              <a:latin typeface="Heiti TC Light"/>
              <a:ea typeface="Heiti TC Light"/>
              <a:cs typeface="Heiti TC Light"/>
            </a:endParaRPr>
          </a:p>
        </p:txBody>
      </p:sp>
      <p:graphicFrame>
        <p:nvGraphicFramePr>
          <p:cNvPr id="7" name="內容版面配置區 6"/>
          <p:cNvGraphicFramePr>
            <a:graphicFrameLocks noGrp="1"/>
          </p:cNvGraphicFramePr>
          <p:nvPr>
            <p:ph idx="1"/>
            <p:extLst>
              <p:ext uri="{D42A27DB-BD31-4B8C-83A1-F6EECF244321}">
                <p14:modId xmlns:p14="http://schemas.microsoft.com/office/powerpoint/2010/main" val="2699600059"/>
              </p:ext>
            </p:extLst>
          </p:nvPr>
        </p:nvGraphicFramePr>
        <p:xfrm>
          <a:off x="669752" y="1924473"/>
          <a:ext cx="11953327" cy="6769364"/>
        </p:xfrm>
        <a:graphic>
          <a:graphicData uri="http://schemas.openxmlformats.org/drawingml/2006/table">
            <a:tbl>
              <a:tblPr firstRow="1" bandRow="1">
                <a:tableStyleId>{073A0DAA-6AF3-43AB-8588-CEC1D06C72B9}</a:tableStyleId>
              </a:tblPr>
              <a:tblGrid>
                <a:gridCol w="2607999"/>
                <a:gridCol w="5360886"/>
                <a:gridCol w="3984442"/>
              </a:tblGrid>
              <a:tr h="589958">
                <a:tc>
                  <a:txBody>
                    <a:bodyPr/>
                    <a:lstStyle/>
                    <a:p>
                      <a:r>
                        <a:rPr lang="zh-TW" altLang="en-US" sz="3300" dirty="0" smtClean="0">
                          <a:latin typeface="Heiti TC Light"/>
                          <a:ea typeface="Heiti TC Light"/>
                          <a:cs typeface="Heiti TC Light"/>
                        </a:rPr>
                        <a:t>語言</a:t>
                      </a:r>
                      <a:endParaRPr lang="zh-TW" altLang="en-US" sz="3300" dirty="0">
                        <a:latin typeface="Heiti TC Light"/>
                        <a:ea typeface="Heiti TC Light"/>
                        <a:cs typeface="Heiti TC Light"/>
                      </a:endParaRPr>
                    </a:p>
                  </a:txBody>
                  <a:tcPr/>
                </a:tc>
                <a:tc>
                  <a:txBody>
                    <a:bodyPr/>
                    <a:lstStyle/>
                    <a:p>
                      <a:r>
                        <a:rPr lang="zh-TW" altLang="en-US" sz="3300" dirty="0" smtClean="0">
                          <a:latin typeface="Heiti TC Light"/>
                          <a:ea typeface="Heiti TC Light"/>
                          <a:cs typeface="Heiti TC Light"/>
                        </a:rPr>
                        <a:t>特性</a:t>
                      </a:r>
                      <a:endParaRPr lang="zh-TW" altLang="en-US" sz="3300" dirty="0">
                        <a:latin typeface="Heiti TC Light"/>
                        <a:ea typeface="Heiti TC Light"/>
                        <a:cs typeface="Heiti TC Light"/>
                      </a:endParaRPr>
                    </a:p>
                  </a:txBody>
                  <a:tcPr/>
                </a:tc>
                <a:tc>
                  <a:txBody>
                    <a:bodyPr/>
                    <a:lstStyle/>
                    <a:p>
                      <a:r>
                        <a:rPr lang="zh-TW" altLang="en-US" sz="3300" dirty="0" smtClean="0">
                          <a:latin typeface="Heiti TC Light"/>
                          <a:ea typeface="Heiti TC Light"/>
                          <a:cs typeface="Heiti TC Light"/>
                        </a:rPr>
                        <a:t>應用</a:t>
                      </a:r>
                      <a:endParaRPr lang="zh-TW" altLang="en-US" sz="3300" dirty="0">
                        <a:latin typeface="Heiti TC Light"/>
                        <a:ea typeface="Heiti TC Light"/>
                        <a:cs typeface="Heiti TC Light"/>
                      </a:endParaRPr>
                    </a:p>
                  </a:txBody>
                  <a:tcPr/>
                </a:tc>
              </a:tr>
              <a:tr h="1586992">
                <a:tc>
                  <a:txBody>
                    <a:bodyPr/>
                    <a:lstStyle/>
                    <a:p>
                      <a:r>
                        <a:rPr lang="en-US" altLang="zh-TW" sz="3300" dirty="0" smtClean="0">
                          <a:latin typeface="Heiti TC Light"/>
                          <a:ea typeface="Heiti TC Light"/>
                          <a:cs typeface="Heiti TC Light"/>
                        </a:rPr>
                        <a:t>Ruby</a:t>
                      </a:r>
                      <a:endParaRPr lang="zh-TW" altLang="en-US" sz="3300" dirty="0">
                        <a:latin typeface="Heiti TC Light"/>
                        <a:ea typeface="Heiti TC Light"/>
                        <a:cs typeface="Heiti TC Light"/>
                      </a:endParaRPr>
                    </a:p>
                  </a:txBody>
                  <a:tcPr/>
                </a:tc>
                <a:tc>
                  <a:txBody>
                    <a:bodyPr/>
                    <a:lstStyle/>
                    <a:p>
                      <a:r>
                        <a:rPr lang="zh-TW" altLang="en-US" sz="3300" dirty="0" smtClean="0">
                          <a:latin typeface="Heiti TC Light"/>
                          <a:ea typeface="Heiti TC Light"/>
                          <a:cs typeface="Heiti TC Light"/>
                        </a:rPr>
                        <a:t>提供極多</a:t>
                      </a:r>
                      <a:r>
                        <a:rPr lang="en-US" altLang="zh-TW" sz="3300" dirty="0" smtClean="0">
                          <a:latin typeface="Heiti TC Light"/>
                          <a:ea typeface="Heiti TC Light"/>
                          <a:cs typeface="Heiti TC Light"/>
                        </a:rPr>
                        <a:t>API</a:t>
                      </a:r>
                      <a:r>
                        <a:rPr lang="zh-TW" altLang="en-US" sz="3300" dirty="0" smtClean="0">
                          <a:latin typeface="Heiti TC Light"/>
                          <a:ea typeface="Heiti TC Light"/>
                          <a:cs typeface="Heiti TC Light"/>
                        </a:rPr>
                        <a:t>、</a:t>
                      </a:r>
                      <a:r>
                        <a:rPr lang="en-US" altLang="zh-TW" sz="3300" dirty="0" smtClean="0">
                          <a:latin typeface="Heiti TC Light"/>
                          <a:ea typeface="Heiti TC Light"/>
                          <a:cs typeface="Heiti TC Light"/>
                        </a:rPr>
                        <a:t>Machine</a:t>
                      </a:r>
                      <a:r>
                        <a:rPr lang="zh-TW" altLang="en-US" sz="3300" dirty="0" smtClean="0">
                          <a:latin typeface="Heiti TC Light"/>
                          <a:ea typeface="Heiti TC Light"/>
                          <a:cs typeface="Heiti TC Light"/>
                        </a:rPr>
                        <a:t> </a:t>
                      </a:r>
                      <a:r>
                        <a:rPr lang="en-US" altLang="zh-TW" sz="3300" dirty="0" smtClean="0">
                          <a:latin typeface="Heiti TC Light"/>
                          <a:ea typeface="Heiti TC Light"/>
                          <a:cs typeface="Heiti TC Light"/>
                        </a:rPr>
                        <a:t>Independent</a:t>
                      </a:r>
                      <a:r>
                        <a:rPr lang="zh-TW" altLang="en-US" sz="3300" dirty="0" smtClean="0">
                          <a:latin typeface="Heiti TC Light"/>
                          <a:ea typeface="Heiti TC Light"/>
                          <a:cs typeface="Heiti TC Light"/>
                        </a:rPr>
                        <a:t>、全物件、可快速開發、運行效能較慢</a:t>
                      </a:r>
                      <a:endParaRPr lang="zh-TW" altLang="en-US" sz="3300" dirty="0">
                        <a:latin typeface="Heiti TC Light"/>
                        <a:ea typeface="Heiti TC Light"/>
                        <a:cs typeface="Heiti TC Light"/>
                      </a:endParaRPr>
                    </a:p>
                  </a:txBody>
                  <a:tcPr/>
                </a:tc>
                <a:tc>
                  <a:txBody>
                    <a:bodyPr/>
                    <a:lstStyle/>
                    <a:p>
                      <a:r>
                        <a:rPr lang="en-US" altLang="zh-TW" sz="3300" dirty="0" smtClean="0">
                          <a:latin typeface="Heiti TC Light"/>
                          <a:ea typeface="Heiti TC Light"/>
                          <a:cs typeface="Heiti TC Light"/>
                        </a:rPr>
                        <a:t>Web</a:t>
                      </a:r>
                      <a:r>
                        <a:rPr lang="zh-TW" altLang="en-US" sz="3300" dirty="0" smtClean="0">
                          <a:latin typeface="Heiti TC Light"/>
                          <a:ea typeface="Heiti TC Light"/>
                          <a:cs typeface="Heiti TC Light"/>
                        </a:rPr>
                        <a:t> </a:t>
                      </a:r>
                      <a:r>
                        <a:rPr lang="en-US" altLang="zh-TW" sz="3300" dirty="0" smtClean="0">
                          <a:latin typeface="Heiti TC Light"/>
                          <a:ea typeface="Heiti TC Light"/>
                          <a:cs typeface="Heiti TC Light"/>
                        </a:rPr>
                        <a:t>framework</a:t>
                      </a:r>
                      <a:endParaRPr lang="zh-TW" altLang="en-US" sz="3300" dirty="0">
                        <a:latin typeface="Heiti TC Light"/>
                        <a:ea typeface="Heiti TC Light"/>
                        <a:cs typeface="Heiti TC Light"/>
                      </a:endParaRPr>
                    </a:p>
                  </a:txBody>
                  <a:tcPr/>
                </a:tc>
              </a:tr>
              <a:tr h="1741891">
                <a:tc>
                  <a:txBody>
                    <a:bodyPr/>
                    <a:lstStyle/>
                    <a:p>
                      <a:r>
                        <a:rPr lang="en-US" altLang="zh-TW" sz="3300" dirty="0" smtClean="0">
                          <a:latin typeface="Heiti TC Light"/>
                          <a:ea typeface="Heiti TC Light"/>
                          <a:cs typeface="Heiti TC Light"/>
                        </a:rPr>
                        <a:t>Java</a:t>
                      </a:r>
                      <a:endParaRPr lang="zh-TW" altLang="en-US" sz="3300" dirty="0">
                        <a:latin typeface="Heiti TC Light"/>
                        <a:ea typeface="Heiti TC Light"/>
                        <a:cs typeface="Heiti TC Light"/>
                      </a:endParaRPr>
                    </a:p>
                  </a:txBody>
                  <a:tcPr/>
                </a:tc>
                <a:tc>
                  <a:txBody>
                    <a:bodyPr/>
                    <a:lstStyle/>
                    <a:p>
                      <a:r>
                        <a:rPr lang="zh-TW" altLang="en-US" sz="3300" dirty="0" smtClean="0">
                          <a:latin typeface="Heiti TC Light"/>
                          <a:ea typeface="Heiti TC Light"/>
                          <a:cs typeface="Heiti TC Light"/>
                        </a:rPr>
                        <a:t>有物件導向特性、提供更多</a:t>
                      </a:r>
                      <a:r>
                        <a:rPr lang="en-US" altLang="zh-TW" sz="3300" dirty="0" smtClean="0">
                          <a:latin typeface="Heiti TC Light"/>
                          <a:ea typeface="Heiti TC Light"/>
                          <a:cs typeface="Heiti TC Light"/>
                        </a:rPr>
                        <a:t>API</a:t>
                      </a:r>
                      <a:r>
                        <a:rPr lang="zh-TW" altLang="en-US" sz="3300" dirty="0" smtClean="0">
                          <a:latin typeface="Heiti TC Light"/>
                          <a:ea typeface="Heiti TC Light"/>
                          <a:cs typeface="Heiti TC Light"/>
                        </a:rPr>
                        <a:t>、原則上</a:t>
                      </a:r>
                      <a:r>
                        <a:rPr lang="en-US" altLang="zh-TW" sz="3300" dirty="0" smtClean="0">
                          <a:latin typeface="Heiti TC Light"/>
                          <a:ea typeface="Heiti TC Light"/>
                          <a:cs typeface="Heiti TC Light"/>
                        </a:rPr>
                        <a:t>Machine</a:t>
                      </a:r>
                      <a:r>
                        <a:rPr lang="zh-TW" altLang="en-US" sz="3300" dirty="0" smtClean="0">
                          <a:latin typeface="Heiti TC Light"/>
                          <a:ea typeface="Heiti TC Light"/>
                          <a:cs typeface="Heiti TC Light"/>
                        </a:rPr>
                        <a:t> </a:t>
                      </a:r>
                      <a:r>
                        <a:rPr lang="en-US" altLang="zh-TW" sz="3300" dirty="0" smtClean="0">
                          <a:latin typeface="Heiti TC Light"/>
                          <a:ea typeface="Heiti TC Light"/>
                          <a:cs typeface="Heiti TC Light"/>
                        </a:rPr>
                        <a:t>Independent</a:t>
                      </a:r>
                      <a:endParaRPr lang="zh-TW" altLang="en-US" sz="3300" dirty="0">
                        <a:latin typeface="Heiti TC Light"/>
                        <a:ea typeface="Heiti TC Light"/>
                        <a:cs typeface="Heiti TC Light"/>
                      </a:endParaRPr>
                    </a:p>
                  </a:txBody>
                  <a:tcPr/>
                </a:tc>
                <a:tc>
                  <a:txBody>
                    <a:bodyPr/>
                    <a:lstStyle/>
                    <a:p>
                      <a:r>
                        <a:rPr lang="en-US" altLang="zh-TW" sz="3300" dirty="0" smtClean="0">
                          <a:latin typeface="Heiti TC Light"/>
                          <a:ea typeface="Heiti TC Light"/>
                          <a:cs typeface="Heiti TC Light"/>
                        </a:rPr>
                        <a:t>App</a:t>
                      </a:r>
                      <a:r>
                        <a:rPr lang="zh-TW" altLang="en-US" sz="3300" dirty="0" smtClean="0">
                          <a:latin typeface="Heiti TC Light"/>
                          <a:ea typeface="Heiti TC Light"/>
                          <a:cs typeface="Heiti TC Light"/>
                        </a:rPr>
                        <a:t> </a:t>
                      </a:r>
                      <a:r>
                        <a:rPr lang="en-US" altLang="zh-TW" sz="3300" dirty="0" smtClean="0">
                          <a:latin typeface="Heiti TC Light"/>
                          <a:ea typeface="Heiti TC Light"/>
                          <a:cs typeface="Heiti TC Light"/>
                        </a:rPr>
                        <a:t>on</a:t>
                      </a:r>
                      <a:r>
                        <a:rPr lang="zh-TW" altLang="en-US" sz="3300" dirty="0" smtClean="0">
                          <a:latin typeface="Heiti TC Light"/>
                          <a:ea typeface="Heiti TC Light"/>
                          <a:cs typeface="Heiti TC Light"/>
                        </a:rPr>
                        <a:t> </a:t>
                      </a:r>
                      <a:r>
                        <a:rPr lang="en-US" altLang="zh-TW" sz="3300" dirty="0" smtClean="0">
                          <a:latin typeface="Heiti TC Light"/>
                          <a:ea typeface="Heiti TC Light"/>
                          <a:cs typeface="Heiti TC Light"/>
                        </a:rPr>
                        <a:t>Android</a:t>
                      </a:r>
                      <a:endParaRPr lang="zh-TW" altLang="en-US" sz="3300" dirty="0">
                        <a:latin typeface="Heiti TC Light"/>
                        <a:ea typeface="Heiti TC Light"/>
                        <a:cs typeface="Heiti TC Light"/>
                      </a:endParaRPr>
                    </a:p>
                  </a:txBody>
                  <a:tcPr/>
                </a:tc>
              </a:tr>
              <a:tr h="1586992">
                <a:tc>
                  <a:txBody>
                    <a:bodyPr/>
                    <a:lstStyle/>
                    <a:p>
                      <a:r>
                        <a:rPr lang="en-US" altLang="zh-TW" sz="3300" dirty="0" smtClean="0">
                          <a:latin typeface="Heiti TC Light"/>
                          <a:ea typeface="Heiti TC Light"/>
                          <a:cs typeface="Heiti TC Light"/>
                        </a:rPr>
                        <a:t>C</a:t>
                      </a:r>
                      <a:endParaRPr lang="zh-TW" altLang="en-US" sz="3300" dirty="0">
                        <a:latin typeface="Heiti TC Light"/>
                        <a:ea typeface="Heiti TC Light"/>
                        <a:cs typeface="Heiti TC Light"/>
                      </a:endParaRPr>
                    </a:p>
                  </a:txBody>
                  <a:tcPr/>
                </a:tc>
                <a:tc>
                  <a:txBody>
                    <a:bodyPr/>
                    <a:lstStyle/>
                    <a:p>
                      <a:r>
                        <a:rPr lang="zh-TW" altLang="en-US" sz="3300" dirty="0" smtClean="0">
                          <a:latin typeface="Heiti TC Light"/>
                          <a:ea typeface="Heiti TC Light"/>
                          <a:cs typeface="Heiti TC Light"/>
                        </a:rPr>
                        <a:t>相較組合語言較接近人類語言、運行效能較快、較其他高階語言可更直接控制硬體</a:t>
                      </a:r>
                      <a:endParaRPr lang="zh-TW" altLang="en-US" sz="3300" dirty="0">
                        <a:latin typeface="Heiti TC Light"/>
                        <a:ea typeface="Heiti TC Light"/>
                        <a:cs typeface="Heiti TC Light"/>
                      </a:endParaRPr>
                    </a:p>
                  </a:txBody>
                  <a:tcPr/>
                </a:tc>
                <a:tc>
                  <a:txBody>
                    <a:bodyPr/>
                    <a:lstStyle/>
                    <a:p>
                      <a:r>
                        <a:rPr lang="en-US" altLang="zh-TW" sz="3300" dirty="0" smtClean="0">
                          <a:latin typeface="Heiti TC Light"/>
                          <a:ea typeface="Heiti TC Light"/>
                          <a:cs typeface="Heiti TC Light"/>
                        </a:rPr>
                        <a:t>OS</a:t>
                      </a:r>
                      <a:r>
                        <a:rPr lang="zh-TW" altLang="en-US" sz="3300" dirty="0" smtClean="0">
                          <a:latin typeface="Heiti TC Light"/>
                          <a:ea typeface="Heiti TC Light"/>
                          <a:cs typeface="Heiti TC Light"/>
                        </a:rPr>
                        <a:t>、</a:t>
                      </a:r>
                      <a:r>
                        <a:rPr lang="en-US" altLang="zh-TW" sz="3300" dirty="0" smtClean="0">
                          <a:latin typeface="Heiti TC Light"/>
                          <a:ea typeface="Heiti TC Light"/>
                          <a:cs typeface="Heiti TC Light"/>
                        </a:rPr>
                        <a:t>http</a:t>
                      </a:r>
                      <a:r>
                        <a:rPr lang="zh-TW" altLang="en-US" sz="3300" dirty="0" smtClean="0">
                          <a:latin typeface="Heiti TC Light"/>
                          <a:ea typeface="Heiti TC Light"/>
                          <a:cs typeface="Heiti TC Light"/>
                        </a:rPr>
                        <a:t> </a:t>
                      </a:r>
                      <a:r>
                        <a:rPr lang="en-US" altLang="zh-TW" sz="3300" dirty="0" smtClean="0">
                          <a:latin typeface="Heiti TC Light"/>
                          <a:ea typeface="Heiti TC Light"/>
                          <a:cs typeface="Heiti TC Light"/>
                        </a:rPr>
                        <a:t>server</a:t>
                      </a:r>
                    </a:p>
                    <a:p>
                      <a:r>
                        <a:rPr lang="zh-TW" altLang="en-US" sz="3300" dirty="0" smtClean="0">
                          <a:latin typeface="Heiti TC Light"/>
                          <a:ea typeface="Heiti TC Light"/>
                          <a:cs typeface="Heiti TC Light"/>
                        </a:rPr>
                        <a:t>等追求效能之程式</a:t>
                      </a:r>
                      <a:endParaRPr lang="zh-TW" altLang="en-US" sz="3300" dirty="0">
                        <a:latin typeface="Heiti TC Light"/>
                        <a:ea typeface="Heiti TC Light"/>
                        <a:cs typeface="Heiti TC Light"/>
                      </a:endParaRPr>
                    </a:p>
                  </a:txBody>
                  <a:tcPr/>
                </a:tc>
              </a:tr>
              <a:tr h="1232714">
                <a:tc>
                  <a:txBody>
                    <a:bodyPr/>
                    <a:lstStyle/>
                    <a:p>
                      <a:r>
                        <a:rPr lang="zh-TW" altLang="en-US" sz="3300" dirty="0" smtClean="0">
                          <a:latin typeface="Heiti TC Light"/>
                          <a:ea typeface="Heiti TC Light"/>
                          <a:cs typeface="Heiti TC Light"/>
                        </a:rPr>
                        <a:t>組合語言</a:t>
                      </a:r>
                      <a:endParaRPr lang="zh-TW" altLang="en-US" sz="3300" dirty="0">
                        <a:latin typeface="Heiti TC Light"/>
                        <a:ea typeface="Heiti TC Light"/>
                        <a:cs typeface="Heiti TC Light"/>
                      </a:endParaRPr>
                    </a:p>
                  </a:txBody>
                  <a:tcPr/>
                </a:tc>
                <a:tc>
                  <a:txBody>
                    <a:bodyPr/>
                    <a:lstStyle/>
                    <a:p>
                      <a:r>
                        <a:rPr lang="zh-TW" altLang="en-US" sz="3300" dirty="0" smtClean="0">
                          <a:latin typeface="Heiti TC Light"/>
                          <a:ea typeface="Heiti TC Light"/>
                          <a:cs typeface="Heiti TC Light"/>
                        </a:rPr>
                        <a:t>與機械碼可完全對應</a:t>
                      </a:r>
                      <a:endParaRPr lang="en-US" altLang="zh-TW" sz="3300" dirty="0" smtClean="0">
                        <a:latin typeface="Heiti TC Light"/>
                        <a:ea typeface="Heiti TC Light"/>
                        <a:cs typeface="Heiti TC Light"/>
                      </a:endParaRPr>
                    </a:p>
                    <a:p>
                      <a:r>
                        <a:rPr lang="en-US" altLang="zh-TW" sz="3300" dirty="0" smtClean="0">
                          <a:latin typeface="Heiti TC Light"/>
                          <a:ea typeface="Heiti TC Light"/>
                          <a:cs typeface="Heiti TC Light"/>
                        </a:rPr>
                        <a:t>Machine</a:t>
                      </a:r>
                      <a:r>
                        <a:rPr lang="zh-TW" altLang="en-US" sz="3300" dirty="0" smtClean="0">
                          <a:latin typeface="Heiti TC Light"/>
                          <a:ea typeface="Heiti TC Light"/>
                          <a:cs typeface="Heiti TC Light"/>
                        </a:rPr>
                        <a:t> </a:t>
                      </a:r>
                      <a:r>
                        <a:rPr lang="en-US" altLang="zh-TW" sz="3300" dirty="0" smtClean="0">
                          <a:latin typeface="Heiti TC Light"/>
                          <a:ea typeface="Heiti TC Light"/>
                          <a:cs typeface="Heiti TC Light"/>
                        </a:rPr>
                        <a:t>Dependent</a:t>
                      </a:r>
                      <a:endParaRPr lang="zh-TW" altLang="en-US" sz="3300" dirty="0">
                        <a:latin typeface="Heiti TC Light"/>
                        <a:ea typeface="Heiti TC Light"/>
                        <a:cs typeface="Heiti TC Light"/>
                      </a:endParaRPr>
                    </a:p>
                  </a:txBody>
                  <a:tcPr/>
                </a:tc>
                <a:tc>
                  <a:txBody>
                    <a:bodyPr/>
                    <a:lstStyle/>
                    <a:p>
                      <a:r>
                        <a:rPr lang="en-US" altLang="zh-TW" sz="3300" dirty="0" smtClean="0">
                          <a:latin typeface="Heiti TC Light"/>
                          <a:ea typeface="Heiti TC Light"/>
                          <a:cs typeface="Heiti TC Light"/>
                        </a:rPr>
                        <a:t>OS</a:t>
                      </a:r>
                      <a:r>
                        <a:rPr lang="zh-TW" altLang="en-US" sz="3300" dirty="0" smtClean="0">
                          <a:latin typeface="Heiti TC Light"/>
                          <a:ea typeface="Heiti TC Light"/>
                          <a:cs typeface="Heiti TC Light"/>
                        </a:rPr>
                        <a:t>部分程式碼</a:t>
                      </a:r>
                      <a:endParaRPr lang="en-US" altLang="zh-TW" sz="3300" dirty="0" smtClean="0">
                        <a:latin typeface="Heiti TC Light"/>
                        <a:ea typeface="Heiti TC Light"/>
                        <a:cs typeface="Heiti TC Light"/>
                      </a:endParaRPr>
                    </a:p>
                    <a:p>
                      <a:r>
                        <a:rPr lang="en-US" altLang="zh-TW" sz="3300" dirty="0" err="1" smtClean="0">
                          <a:latin typeface="Heiti TC Light"/>
                          <a:ea typeface="Heiti TC Light"/>
                          <a:cs typeface="Heiti TC Light"/>
                        </a:rPr>
                        <a:t>Bootloader</a:t>
                      </a:r>
                      <a:endParaRPr lang="zh-TW" altLang="en-US" sz="3300" dirty="0">
                        <a:latin typeface="Heiti TC Light"/>
                        <a:ea typeface="Heiti TC Light"/>
                        <a:cs typeface="Heiti TC Light"/>
                      </a:endParaRPr>
                    </a:p>
                  </a:txBody>
                  <a:tcPr/>
                </a:tc>
              </a:tr>
            </a:tbl>
          </a:graphicData>
        </a:graphic>
      </p:graphicFrame>
    </p:spTree>
    <p:extLst>
      <p:ext uri="{BB962C8B-B14F-4D97-AF65-F5344CB8AC3E}">
        <p14:creationId xmlns:p14="http://schemas.microsoft.com/office/powerpoint/2010/main" val="3943283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a:xfrm>
            <a:off x="597748" y="700336"/>
            <a:ext cx="11756181" cy="8323263"/>
          </a:xfrm>
        </p:spPr>
        <p:txBody>
          <a:bodyPr>
            <a:normAutofit/>
          </a:bodyPr>
          <a:lstStyle/>
          <a:p>
            <a:r>
              <a:rPr kumimoji="1" lang="zh-TW" altLang="en-US" sz="4400" dirty="0">
                <a:latin typeface="Heiti TC Light"/>
                <a:ea typeface="Heiti TC Light"/>
                <a:cs typeface="Heiti TC Light"/>
              </a:rPr>
              <a:t>在本堂課當中，我們要介紹</a:t>
            </a:r>
            <a:r>
              <a:rPr kumimoji="1" lang="en-US" altLang="zh-TW" sz="4400" dirty="0">
                <a:latin typeface="Heiti TC Light"/>
                <a:ea typeface="Heiti TC Light"/>
                <a:cs typeface="Heiti TC Light"/>
              </a:rPr>
              <a:t>C</a:t>
            </a:r>
            <a:r>
              <a:rPr kumimoji="1" lang="zh-TW" altLang="en-US" sz="4400" dirty="0">
                <a:latin typeface="Heiti TC Light"/>
                <a:ea typeface="Heiti TC Light"/>
                <a:cs typeface="Heiti TC Light"/>
              </a:rPr>
              <a:t>語言，基本上程式撰寫主要思維是邏輯，故只要熟悉一種程式語言之後再學習其他程式語言就相當容易上手</a:t>
            </a:r>
            <a:endParaRPr kumimoji="1" lang="en-US" altLang="zh-TW" sz="4400" dirty="0">
              <a:latin typeface="Heiti TC Light"/>
              <a:ea typeface="Heiti TC Light"/>
              <a:cs typeface="Heiti TC Light"/>
            </a:endParaRPr>
          </a:p>
          <a:p>
            <a:r>
              <a:rPr kumimoji="1" lang="zh-TW" altLang="en-US" sz="4400" dirty="0">
                <a:latin typeface="Heiti TC Light"/>
                <a:ea typeface="Heiti TC Light"/>
                <a:cs typeface="Heiti TC Light"/>
              </a:rPr>
              <a:t>由於</a:t>
            </a:r>
            <a:r>
              <a:rPr kumimoji="1" lang="en-US" altLang="zh-TW" sz="4400" dirty="0">
                <a:latin typeface="Heiti TC Light"/>
                <a:ea typeface="Heiti TC Light"/>
                <a:cs typeface="Heiti TC Light"/>
              </a:rPr>
              <a:t>C</a:t>
            </a:r>
            <a:r>
              <a:rPr kumimoji="1" lang="zh-TW" altLang="en-US" sz="4400" dirty="0">
                <a:latin typeface="Heiti TC Light"/>
                <a:ea typeface="Heiti TC Light"/>
                <a:cs typeface="Heiti TC Light"/>
              </a:rPr>
              <a:t>語言較</a:t>
            </a:r>
            <a:r>
              <a:rPr kumimoji="1" lang="en-US" altLang="zh-TW" sz="4400" dirty="0">
                <a:latin typeface="Heiti TC Light"/>
                <a:ea typeface="Heiti TC Light"/>
                <a:cs typeface="Heiti TC Light"/>
              </a:rPr>
              <a:t>Ruby</a:t>
            </a:r>
            <a:r>
              <a:rPr kumimoji="1" lang="zh-TW" altLang="en-US" sz="4400" dirty="0">
                <a:latin typeface="Heiti TC Light"/>
                <a:ea typeface="Heiti TC Light"/>
                <a:cs typeface="Heiti TC Light"/>
              </a:rPr>
              <a:t>、</a:t>
            </a:r>
            <a:r>
              <a:rPr kumimoji="1" lang="en-US" altLang="zh-TW" sz="4400" dirty="0">
                <a:latin typeface="Heiti TC Light"/>
                <a:ea typeface="Heiti TC Light"/>
                <a:cs typeface="Heiti TC Light"/>
              </a:rPr>
              <a:t>Java</a:t>
            </a:r>
            <a:r>
              <a:rPr kumimoji="1" lang="zh-TW" altLang="en-US" sz="4400" dirty="0">
                <a:latin typeface="Heiti TC Light"/>
                <a:ea typeface="Heiti TC Light"/>
                <a:cs typeface="Heiti TC Light"/>
              </a:rPr>
              <a:t>等語言更接近硬體機械碼，故能有更多的硬體控制能力，因此學習</a:t>
            </a:r>
            <a:r>
              <a:rPr kumimoji="1" lang="en-US" altLang="zh-TW" sz="4400" dirty="0">
                <a:latin typeface="Heiti TC Light"/>
                <a:ea typeface="Heiti TC Light"/>
                <a:cs typeface="Heiti TC Light"/>
              </a:rPr>
              <a:t>C</a:t>
            </a:r>
            <a:r>
              <a:rPr kumimoji="1" lang="zh-TW" altLang="en-US" sz="4400" dirty="0">
                <a:latin typeface="Heiti TC Light"/>
                <a:ea typeface="Heiti TC Light"/>
                <a:cs typeface="Heiti TC Light"/>
              </a:rPr>
              <a:t>語言亦可學習到電腦硬體的行為</a:t>
            </a:r>
            <a:endParaRPr kumimoji="1" lang="en-US" altLang="zh-TW" sz="4400" dirty="0">
              <a:latin typeface="Heiti TC Light"/>
              <a:ea typeface="Heiti TC Light"/>
              <a:cs typeface="Heiti TC Light"/>
            </a:endParaRPr>
          </a:p>
          <a:p>
            <a:r>
              <a:rPr kumimoji="1" lang="zh-TW" altLang="en-US" sz="4400" dirty="0">
                <a:latin typeface="Heiti TC Light"/>
                <a:ea typeface="Heiti TC Light"/>
                <a:cs typeface="Heiti TC Light"/>
              </a:rPr>
              <a:t>故學習</a:t>
            </a:r>
            <a:r>
              <a:rPr kumimoji="1" lang="en-US" altLang="zh-TW" sz="4400" dirty="0">
                <a:latin typeface="Heiti TC Light"/>
                <a:ea typeface="Heiti TC Light"/>
                <a:cs typeface="Heiti TC Light"/>
              </a:rPr>
              <a:t>C</a:t>
            </a:r>
            <a:r>
              <a:rPr kumimoji="1" lang="zh-TW" altLang="en-US" sz="4400" dirty="0">
                <a:latin typeface="Heiti TC Light"/>
                <a:ea typeface="Heiti TC Light"/>
                <a:cs typeface="Heiti TC Light"/>
              </a:rPr>
              <a:t>語言可學習到抽象程式邏輯的撰寫與底層硬體的行為與控制，對未來不管往上層與底層發展都有幫助</a:t>
            </a:r>
          </a:p>
        </p:txBody>
      </p:sp>
    </p:spTree>
    <p:extLst>
      <p:ext uri="{BB962C8B-B14F-4D97-AF65-F5344CB8AC3E}">
        <p14:creationId xmlns:p14="http://schemas.microsoft.com/office/powerpoint/2010/main" val="34558528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p:nvPr>
        </p:nvSpPr>
        <p:spPr/>
        <p:txBody>
          <a:bodyPr/>
          <a:lstStyle/>
          <a:p>
            <a:pPr eaLnBrk="1" hangingPunct="1"/>
            <a:r>
              <a:rPr kumimoji="0" lang="en-US" altLang="zh-TW" dirty="0">
                <a:latin typeface="Gill Sans" charset="0"/>
                <a:ea typeface="Heiti TC Light" charset="0"/>
                <a:cs typeface="Heiti TC Light" charset="0"/>
              </a:rPr>
              <a:t>C</a:t>
            </a:r>
            <a:r>
              <a:rPr kumimoji="0" lang="zh-TW" altLang="en-US" dirty="0" smtClean="0">
                <a:latin typeface="Gill Sans" charset="0"/>
                <a:ea typeface="Heiti TC Light" charset="0"/>
                <a:cs typeface="Heiti TC Light" charset="0"/>
              </a:rPr>
              <a:t>語言簡介</a:t>
            </a:r>
            <a:endParaRPr kumimoji="0" lang="zh-TW" altLang="en-US" dirty="0">
              <a:latin typeface="Gill Sans" charset="0"/>
              <a:ea typeface="Heiti TC Light" charset="0"/>
              <a:cs typeface="Heiti TC Light" charset="0"/>
            </a:endParaRPr>
          </a:p>
        </p:txBody>
      </p:sp>
      <p:sp>
        <p:nvSpPr>
          <p:cNvPr id="16386" name="Rectangle 2"/>
          <p:cNvSpPr>
            <a:spLocks noGrp="1" noChangeArrowheads="1"/>
          </p:cNvSpPr>
          <p:nvPr>
            <p:ph type="body" idx="1"/>
          </p:nvPr>
        </p:nvSpPr>
        <p:spPr/>
        <p:txBody>
          <a:bodyPr/>
          <a:lstStyle/>
          <a:p>
            <a:pPr marL="0" indent="0" eaLnBrk="1" hangingPunct="1">
              <a:buNone/>
            </a:pPr>
            <a:endParaRPr kumimoji="0" lang="zh-TW" altLang="en-US">
              <a:latin typeface="Gill Sans" charset="0"/>
              <a:ea typeface="Heiti TC Light" charset="0"/>
              <a:cs typeface="Heiti TC Light" charset="0"/>
            </a:endParaRPr>
          </a:p>
        </p:txBody>
      </p:sp>
      <p:sp>
        <p:nvSpPr>
          <p:cNvPr id="3" name="文字方塊 2"/>
          <p:cNvSpPr txBox="1"/>
          <p:nvPr/>
        </p:nvSpPr>
        <p:spPr>
          <a:xfrm>
            <a:off x="5038624" y="9269288"/>
            <a:ext cx="3029881" cy="311194"/>
          </a:xfrm>
          <a:prstGeom prst="rect">
            <a:avLst/>
          </a:prstGeom>
          <a:noFill/>
        </p:spPr>
        <p:txBody>
          <a:bodyPr wrap="none" lIns="91435" tIns="45718" rIns="91435" bIns="45718" rtlCol="0">
            <a:spAutoFit/>
          </a:bodyPr>
          <a:lstStyle/>
          <a:p>
            <a:r>
              <a:rPr kumimoji="1" lang="en-US" altLang="zh-TW" sz="1400" dirty="0"/>
              <a:t>Ref: http://</a:t>
            </a:r>
            <a:r>
              <a:rPr kumimoji="1" lang="en-US" altLang="zh-TW" sz="1400" dirty="0" err="1"/>
              <a:t>zh.wikipedia.org</a:t>
            </a:r>
            <a:r>
              <a:rPr kumimoji="1" lang="en-US" altLang="zh-TW" sz="1400" dirty="0"/>
              <a:t>/wiki/C</a:t>
            </a:r>
            <a:r>
              <a:rPr kumimoji="1" lang="zh-TW" altLang="en-US" sz="1400" dirty="0"/>
              <a:t>语言</a:t>
            </a:r>
          </a:p>
        </p:txBody>
      </p:sp>
    </p:spTree>
    <p:extLst>
      <p:ext uri="{BB962C8B-B14F-4D97-AF65-F5344CB8AC3E}">
        <p14:creationId xmlns:p14="http://schemas.microsoft.com/office/powerpoint/2010/main" val="1605265926"/>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a:xfrm>
            <a:off x="597748" y="700336"/>
            <a:ext cx="11756181" cy="8323263"/>
          </a:xfrm>
        </p:spPr>
        <p:txBody>
          <a:bodyPr>
            <a:normAutofit/>
          </a:bodyPr>
          <a:lstStyle/>
          <a:p>
            <a:r>
              <a:rPr kumimoji="1" lang="en-US" altLang="en-US" sz="4400" dirty="0">
                <a:latin typeface="Heiti TC Light"/>
                <a:ea typeface="Heiti TC Light"/>
                <a:cs typeface="Heiti TC Light"/>
              </a:rPr>
              <a:t>發明</a:t>
            </a:r>
            <a:r>
              <a:rPr kumimoji="1" lang="zh-TW" altLang="en-US" sz="4400" dirty="0">
                <a:latin typeface="Heiti TC Light"/>
                <a:ea typeface="Heiti TC Light"/>
                <a:cs typeface="Heiti TC Light"/>
              </a:rPr>
              <a:t>目的</a:t>
            </a:r>
            <a:endParaRPr kumimoji="1" lang="en-US" altLang="zh-TW" sz="4400" dirty="0">
              <a:latin typeface="Heiti TC Light"/>
              <a:ea typeface="Heiti TC Light"/>
              <a:cs typeface="Heiti TC Light"/>
            </a:endParaRPr>
          </a:p>
          <a:p>
            <a:pPr lvl="1"/>
            <a:r>
              <a:rPr kumimoji="1" lang="zh-TW" altLang="en-US" sz="3800" dirty="0">
                <a:latin typeface="Heiti TC Light"/>
                <a:ea typeface="Heiti TC Light"/>
                <a:cs typeface="Heiti TC Light"/>
              </a:rPr>
              <a:t>為了用更高階的語言撰寫</a:t>
            </a:r>
            <a:r>
              <a:rPr kumimoji="1" lang="en-US" altLang="zh-TW" sz="3800" dirty="0">
                <a:latin typeface="Heiti TC Light"/>
                <a:ea typeface="Heiti TC Light"/>
                <a:cs typeface="Heiti TC Light"/>
              </a:rPr>
              <a:t>UNIX</a:t>
            </a:r>
            <a:r>
              <a:rPr kumimoji="1" lang="zh-TW" altLang="en-US" sz="3800" dirty="0">
                <a:latin typeface="Heiti TC Light"/>
                <a:ea typeface="Heiti TC Light"/>
                <a:cs typeface="Heiti TC Light"/>
              </a:rPr>
              <a:t>作業系統，降低跨平台移植的快難</a:t>
            </a:r>
            <a:endParaRPr kumimoji="1" lang="en-US" altLang="zh-TW" sz="3800" dirty="0">
              <a:latin typeface="Heiti TC Light"/>
              <a:ea typeface="Heiti TC Light"/>
              <a:cs typeface="Heiti TC Light"/>
            </a:endParaRPr>
          </a:p>
          <a:p>
            <a:r>
              <a:rPr kumimoji="1" lang="zh-TW" altLang="en-US" sz="4400" dirty="0">
                <a:latin typeface="Heiti TC Light"/>
                <a:ea typeface="Heiti TC Light"/>
                <a:cs typeface="Heiti TC Light"/>
              </a:rPr>
              <a:t>發明者</a:t>
            </a:r>
            <a:endParaRPr kumimoji="1" lang="en-US" altLang="zh-TW" sz="4400" dirty="0">
              <a:latin typeface="Heiti TC Light"/>
              <a:ea typeface="Heiti TC Light"/>
              <a:cs typeface="Heiti TC Light"/>
            </a:endParaRPr>
          </a:p>
          <a:p>
            <a:pPr lvl="1"/>
            <a:r>
              <a:rPr kumimoji="1" lang="en-US" altLang="zh-TW" sz="3800" dirty="0">
                <a:latin typeface="Heiti TC Light"/>
                <a:ea typeface="Heiti TC Light"/>
                <a:cs typeface="Heiti TC Light"/>
              </a:rPr>
              <a:t>Ken Thompson</a:t>
            </a:r>
          </a:p>
          <a:p>
            <a:pPr lvl="1"/>
            <a:r>
              <a:rPr kumimoji="1" lang="en-US" altLang="zh-TW" sz="3800" dirty="0">
                <a:latin typeface="Heiti TC Light"/>
                <a:ea typeface="Heiti TC Light"/>
                <a:cs typeface="Heiti TC Light"/>
              </a:rPr>
              <a:t>Dennis Ritchie</a:t>
            </a:r>
          </a:p>
          <a:p>
            <a:r>
              <a:rPr kumimoji="1" lang="zh-TW" altLang="en-US" sz="4400" dirty="0">
                <a:latin typeface="Heiti TC Light"/>
                <a:ea typeface="Heiti TC Light"/>
                <a:cs typeface="Heiti TC Light"/>
              </a:rPr>
              <a:t>特色</a:t>
            </a:r>
            <a:endParaRPr kumimoji="1" lang="en-US" altLang="zh-TW" sz="4400" dirty="0">
              <a:latin typeface="Heiti TC Light"/>
              <a:ea typeface="Heiti TC Light"/>
              <a:cs typeface="Heiti TC Light"/>
            </a:endParaRPr>
          </a:p>
          <a:p>
            <a:pPr lvl="1"/>
            <a:r>
              <a:rPr kumimoji="1" lang="en-US" altLang="en-US" sz="3800" dirty="0">
                <a:latin typeface="Heiti TC Light"/>
                <a:ea typeface="Heiti TC Light"/>
                <a:cs typeface="Heiti TC Light"/>
              </a:rPr>
              <a:t>承先</a:t>
            </a:r>
            <a:r>
              <a:rPr kumimoji="1" lang="zh-TW" altLang="en-US" sz="3800" dirty="0">
                <a:latin typeface="Heiti TC Light"/>
                <a:ea typeface="Heiti TC Light"/>
                <a:cs typeface="Heiti TC Light"/>
              </a:rPr>
              <a:t>：能直接控制系統底層硬體資源，適合用於系統程式的撰寫上</a:t>
            </a:r>
            <a:endParaRPr kumimoji="1" lang="en-US" altLang="zh-TW" sz="3800" dirty="0">
              <a:latin typeface="Heiti TC Light"/>
              <a:ea typeface="Heiti TC Light"/>
              <a:cs typeface="Heiti TC Light"/>
            </a:endParaRPr>
          </a:p>
          <a:p>
            <a:pPr lvl="1"/>
            <a:r>
              <a:rPr kumimoji="1" lang="zh-TW" altLang="en-US" sz="3800" dirty="0">
                <a:latin typeface="Heiti TC Light"/>
                <a:ea typeface="Heiti TC Light"/>
                <a:cs typeface="Heiti TC Light"/>
              </a:rPr>
              <a:t>啟後：能夠抽離</a:t>
            </a:r>
            <a:r>
              <a:rPr kumimoji="1" lang="en-US" altLang="zh-TW" sz="3800" dirty="0">
                <a:latin typeface="Heiti TC Light"/>
                <a:ea typeface="Heiti TC Light"/>
                <a:cs typeface="Heiti TC Light"/>
              </a:rPr>
              <a:t>CPU</a:t>
            </a:r>
            <a:r>
              <a:rPr kumimoji="1" lang="zh-TW" altLang="en-US" sz="3800" dirty="0">
                <a:latin typeface="Heiti TC Light"/>
                <a:ea typeface="Heiti TC Light"/>
                <a:cs typeface="Heiti TC Light"/>
              </a:rPr>
              <a:t>相依指令，絕大多數開發時只需要針對抽象邏輯來撰寫即可，與當今多數高階程式語言相仿</a:t>
            </a:r>
          </a:p>
        </p:txBody>
      </p:sp>
    </p:spTree>
    <p:extLst>
      <p:ext uri="{BB962C8B-B14F-4D97-AF65-F5344CB8AC3E}">
        <p14:creationId xmlns:p14="http://schemas.microsoft.com/office/powerpoint/2010/main" val="42829128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latin typeface="Heiti TC Light"/>
                <a:ea typeface="Heiti TC Light"/>
                <a:cs typeface="Heiti TC Light"/>
              </a:rPr>
              <a:t>C</a:t>
            </a:r>
            <a:r>
              <a:rPr kumimoji="1" lang="zh-TW" altLang="en-US" dirty="0" smtClean="0">
                <a:latin typeface="Heiti TC Light"/>
                <a:ea typeface="Heiti TC Light"/>
                <a:cs typeface="Heiti TC Light"/>
              </a:rPr>
              <a:t>語言各版本</a:t>
            </a:r>
            <a:endParaRPr kumimoji="1" lang="zh-TW" altLang="en-US" dirty="0">
              <a:latin typeface="Heiti TC Light"/>
              <a:ea typeface="Heiti TC Light"/>
              <a:cs typeface="Heiti TC Light"/>
            </a:endParaRPr>
          </a:p>
        </p:txBody>
      </p:sp>
      <p:sp>
        <p:nvSpPr>
          <p:cNvPr id="5" name="內容版面配置區 4"/>
          <p:cNvSpPr>
            <a:spLocks noGrp="1"/>
          </p:cNvSpPr>
          <p:nvPr>
            <p:ph idx="1"/>
          </p:nvPr>
        </p:nvSpPr>
        <p:spPr>
          <a:xfrm>
            <a:off x="650240" y="2275844"/>
            <a:ext cx="11704320" cy="7065452"/>
          </a:xfrm>
        </p:spPr>
        <p:txBody>
          <a:bodyPr>
            <a:normAutofit/>
          </a:bodyPr>
          <a:lstStyle/>
          <a:p>
            <a:r>
              <a:rPr kumimoji="1" lang="en-US" altLang="zh-TW" sz="4400" dirty="0">
                <a:latin typeface="Heiti TC Light"/>
                <a:ea typeface="Heiti TC Light"/>
                <a:cs typeface="Heiti TC Light"/>
              </a:rPr>
              <a:t>K&amp;R C</a:t>
            </a:r>
          </a:p>
          <a:p>
            <a:pPr lvl="1"/>
            <a:r>
              <a:rPr kumimoji="1" lang="zh-TW" altLang="en-US" sz="3800" dirty="0">
                <a:latin typeface="Heiti TC Light"/>
                <a:ea typeface="Heiti TC Light"/>
                <a:cs typeface="Heiti TC Light"/>
              </a:rPr>
              <a:t>在</a:t>
            </a:r>
            <a:r>
              <a:rPr kumimoji="1" lang="en-US" altLang="zh-TW" sz="3800" dirty="0">
                <a:latin typeface="Heiti TC Light"/>
                <a:ea typeface="Heiti TC Light"/>
                <a:cs typeface="Heiti TC Light"/>
              </a:rPr>
              <a:t>1978</a:t>
            </a:r>
            <a:r>
              <a:rPr kumimoji="1" lang="zh-TW" altLang="en-US" sz="3800" dirty="0">
                <a:latin typeface="Heiti TC Light"/>
                <a:ea typeface="Heiti TC Light"/>
                <a:cs typeface="Heiti TC Light"/>
              </a:rPr>
              <a:t>年</a:t>
            </a:r>
            <a:r>
              <a:rPr kumimoji="1" lang="en-US" altLang="zh-TW" sz="3800" dirty="0">
                <a:latin typeface="Heiti TC Light"/>
                <a:ea typeface="Heiti TC Light"/>
                <a:cs typeface="Heiti TC Light"/>
              </a:rPr>
              <a:t>”</a:t>
            </a:r>
            <a:r>
              <a:rPr lang="en-US" altLang="zh-TW" sz="3600" i="1" dirty="0"/>
              <a:t> The C Programming Language</a:t>
            </a:r>
            <a:r>
              <a:rPr kumimoji="1" lang="en-US" altLang="zh-TW" sz="3800" dirty="0">
                <a:latin typeface="Heiti TC Light"/>
                <a:ea typeface="Heiti TC Light"/>
                <a:cs typeface="Heiti TC Light"/>
              </a:rPr>
              <a:t>”</a:t>
            </a:r>
            <a:r>
              <a:rPr kumimoji="1" lang="zh-TW" altLang="en-US" sz="3800" dirty="0">
                <a:latin typeface="Heiti TC Light"/>
                <a:ea typeface="Heiti TC Light"/>
                <a:cs typeface="Heiti TC Light"/>
              </a:rPr>
              <a:t>被定義出來的</a:t>
            </a:r>
            <a:r>
              <a:rPr kumimoji="1" lang="en-US" altLang="zh-TW" sz="3800" dirty="0">
                <a:latin typeface="Heiti TC Light"/>
                <a:ea typeface="Heiti TC Light"/>
                <a:cs typeface="Heiti TC Light"/>
              </a:rPr>
              <a:t>C</a:t>
            </a:r>
            <a:r>
              <a:rPr kumimoji="1" lang="zh-TW" altLang="en-US" sz="3800" dirty="0">
                <a:latin typeface="Heiti TC Light"/>
                <a:ea typeface="Heiti TC Light"/>
                <a:cs typeface="Heiti TC Light"/>
              </a:rPr>
              <a:t>語言，其中的許多語法與當今習慣有相當的不同，但此標準仍為許多編譯器的基本標準，使用此語法仍能於許多當今編譯器中正確被編譯</a:t>
            </a:r>
            <a:endParaRPr kumimoji="1" lang="en-US" altLang="zh-TW" sz="3800" dirty="0">
              <a:latin typeface="Heiti TC Light"/>
              <a:ea typeface="Heiti TC Light"/>
              <a:cs typeface="Heiti TC Light"/>
            </a:endParaRPr>
          </a:p>
          <a:p>
            <a:r>
              <a:rPr kumimoji="1" lang="en-US" altLang="zh-TW" sz="4400" dirty="0">
                <a:latin typeface="Heiti TC Light"/>
                <a:ea typeface="Heiti TC Light"/>
                <a:cs typeface="Heiti TC Light"/>
              </a:rPr>
              <a:t>C89</a:t>
            </a:r>
          </a:p>
          <a:p>
            <a:pPr lvl="1"/>
            <a:r>
              <a:rPr kumimoji="1" lang="zh-TW" altLang="en-US" sz="3800" dirty="0">
                <a:latin typeface="Heiti TC Light"/>
                <a:ea typeface="Heiti TC Light"/>
                <a:cs typeface="Heiti TC Light"/>
              </a:rPr>
              <a:t>於</a:t>
            </a:r>
            <a:r>
              <a:rPr kumimoji="1" lang="en-US" altLang="zh-TW" sz="3800" dirty="0">
                <a:latin typeface="Heiti TC Light"/>
                <a:ea typeface="Heiti TC Light"/>
                <a:cs typeface="Heiti TC Light"/>
              </a:rPr>
              <a:t>1989</a:t>
            </a:r>
            <a:r>
              <a:rPr kumimoji="1" lang="zh-TW" altLang="en-US" sz="3800" dirty="0">
                <a:latin typeface="Heiti TC Light"/>
                <a:ea typeface="Heiti TC Light"/>
                <a:cs typeface="Heiti TC Light"/>
              </a:rPr>
              <a:t>年，被</a:t>
            </a:r>
            <a:r>
              <a:rPr kumimoji="1" lang="en-US" altLang="zh-TW" sz="3800" dirty="0">
                <a:latin typeface="Heiti TC Light"/>
                <a:ea typeface="Heiti TC Light"/>
                <a:cs typeface="Heiti TC Light"/>
              </a:rPr>
              <a:t>ANSI</a:t>
            </a:r>
            <a:r>
              <a:rPr kumimoji="1" lang="zh-TW" altLang="en-US" sz="3800" dirty="0">
                <a:latin typeface="Heiti TC Light"/>
                <a:ea typeface="Heiti TC Light"/>
                <a:cs typeface="Heiti TC Light"/>
              </a:rPr>
              <a:t>標準化後的</a:t>
            </a:r>
            <a:r>
              <a:rPr kumimoji="1" lang="en-US" altLang="zh-TW" sz="3800" dirty="0">
                <a:latin typeface="Heiti TC Light"/>
                <a:ea typeface="Heiti TC Light"/>
                <a:cs typeface="Heiti TC Light"/>
              </a:rPr>
              <a:t>C</a:t>
            </a:r>
            <a:r>
              <a:rPr kumimoji="1" lang="zh-TW" altLang="en-US" sz="3800" dirty="0">
                <a:latin typeface="Heiti TC Light"/>
                <a:ea typeface="Heiti TC Light"/>
                <a:cs typeface="Heiti TC Light"/>
              </a:rPr>
              <a:t>語言</a:t>
            </a:r>
            <a:endParaRPr kumimoji="1" lang="en-US" altLang="zh-TW" sz="3800" dirty="0">
              <a:latin typeface="Heiti TC Light"/>
              <a:ea typeface="Heiti TC Light"/>
              <a:cs typeface="Heiti TC Light"/>
            </a:endParaRPr>
          </a:p>
          <a:p>
            <a:pPr lvl="1"/>
            <a:r>
              <a:rPr kumimoji="1" lang="zh-TW" altLang="en-US" sz="3800" dirty="0">
                <a:latin typeface="Heiti TC Light"/>
                <a:ea typeface="Heiti TC Light"/>
                <a:cs typeface="Heiti TC Light"/>
              </a:rPr>
              <a:t>後此標準又被</a:t>
            </a:r>
            <a:r>
              <a:rPr kumimoji="1" lang="en-US" altLang="zh-TW" sz="3800" dirty="0">
                <a:latin typeface="Heiti TC Light"/>
                <a:ea typeface="Heiti TC Light"/>
                <a:cs typeface="Heiti TC Light"/>
              </a:rPr>
              <a:t>ISO</a:t>
            </a:r>
            <a:r>
              <a:rPr kumimoji="1" lang="zh-TW" altLang="en-US" sz="3800" dirty="0">
                <a:latin typeface="Heiti TC Light"/>
                <a:ea typeface="Heiti TC Light"/>
                <a:cs typeface="Heiti TC Light"/>
              </a:rPr>
              <a:t>組織納為國際標準</a:t>
            </a:r>
            <a:endParaRPr kumimoji="1" lang="en-US" altLang="zh-TW" sz="3800" dirty="0">
              <a:latin typeface="Heiti TC Light"/>
              <a:ea typeface="Heiti TC Light"/>
              <a:cs typeface="Heiti TC Light"/>
            </a:endParaRPr>
          </a:p>
          <a:p>
            <a:pPr lvl="1"/>
            <a:r>
              <a:rPr kumimoji="1" lang="zh-TW" altLang="en-US" sz="3800" dirty="0">
                <a:latin typeface="Heiti TC Light"/>
                <a:ea typeface="Heiti TC Light"/>
                <a:cs typeface="Heiti TC Light"/>
              </a:rPr>
              <a:t>亦稱為</a:t>
            </a:r>
            <a:r>
              <a:rPr kumimoji="1" lang="en-US" altLang="zh-TW" sz="3800" dirty="0">
                <a:latin typeface="Heiti TC Light"/>
                <a:ea typeface="Heiti TC Light"/>
                <a:cs typeface="Heiti TC Light"/>
              </a:rPr>
              <a:t>ANSI C</a:t>
            </a:r>
            <a:r>
              <a:rPr kumimoji="1" lang="zh-TW" altLang="en-US" sz="3800" dirty="0">
                <a:latin typeface="Heiti TC Light"/>
                <a:ea typeface="Heiti TC Light"/>
                <a:cs typeface="Heiti TC Light"/>
              </a:rPr>
              <a:t>或</a:t>
            </a:r>
            <a:r>
              <a:rPr kumimoji="1" lang="en-US" altLang="zh-TW" sz="3800" dirty="0">
                <a:latin typeface="Heiti TC Light"/>
                <a:ea typeface="Heiti TC Light"/>
                <a:cs typeface="Heiti TC Light"/>
              </a:rPr>
              <a:t>ISO C</a:t>
            </a:r>
          </a:p>
          <a:p>
            <a:pPr lvl="1"/>
            <a:r>
              <a:rPr kumimoji="1" lang="zh-TW" altLang="en-US" sz="3800" dirty="0">
                <a:latin typeface="Heiti TC Light"/>
                <a:ea typeface="Heiti TC Light"/>
                <a:cs typeface="Heiti TC Light"/>
              </a:rPr>
              <a:t>絕大多數編譯器皆支援此標準</a:t>
            </a:r>
            <a:endParaRPr kumimoji="1" lang="en-US" altLang="zh-TW" sz="3800" dirty="0">
              <a:latin typeface="Heiti TC Light"/>
              <a:ea typeface="Heiti TC Light"/>
              <a:cs typeface="Heiti TC Light"/>
            </a:endParaRPr>
          </a:p>
        </p:txBody>
      </p:sp>
    </p:spTree>
    <p:extLst>
      <p:ext uri="{BB962C8B-B14F-4D97-AF65-F5344CB8AC3E}">
        <p14:creationId xmlns:p14="http://schemas.microsoft.com/office/powerpoint/2010/main" val="39049785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latin typeface="Heiti TC Light"/>
                <a:ea typeface="Heiti TC Light"/>
                <a:cs typeface="Heiti TC Light"/>
              </a:rPr>
              <a:t>C</a:t>
            </a:r>
            <a:r>
              <a:rPr kumimoji="1" lang="zh-TW" altLang="en-US" dirty="0" smtClean="0">
                <a:latin typeface="Heiti TC Light"/>
                <a:ea typeface="Heiti TC Light"/>
                <a:cs typeface="Heiti TC Light"/>
              </a:rPr>
              <a:t>語言各版本</a:t>
            </a:r>
            <a:endParaRPr kumimoji="1" lang="zh-TW" altLang="en-US" dirty="0">
              <a:latin typeface="Heiti TC Light"/>
              <a:ea typeface="Heiti TC Light"/>
              <a:cs typeface="Heiti TC Light"/>
            </a:endParaRPr>
          </a:p>
        </p:txBody>
      </p:sp>
      <p:sp>
        <p:nvSpPr>
          <p:cNvPr id="5" name="內容版面配置區 4"/>
          <p:cNvSpPr>
            <a:spLocks noGrp="1"/>
          </p:cNvSpPr>
          <p:nvPr>
            <p:ph idx="1"/>
          </p:nvPr>
        </p:nvSpPr>
        <p:spPr>
          <a:xfrm>
            <a:off x="650240" y="2275844"/>
            <a:ext cx="11704320" cy="7065452"/>
          </a:xfrm>
        </p:spPr>
        <p:txBody>
          <a:bodyPr>
            <a:normAutofit/>
          </a:bodyPr>
          <a:lstStyle/>
          <a:p>
            <a:r>
              <a:rPr kumimoji="1" lang="en-US" altLang="zh-TW" sz="4400" dirty="0">
                <a:latin typeface="Heiti TC Light"/>
                <a:ea typeface="Heiti TC Light"/>
                <a:cs typeface="Heiti TC Light"/>
              </a:rPr>
              <a:t>C99</a:t>
            </a:r>
          </a:p>
          <a:p>
            <a:pPr lvl="1"/>
            <a:r>
              <a:rPr kumimoji="1" lang="zh-TW" altLang="en-US" sz="3800" dirty="0">
                <a:latin typeface="Heiti TC Light"/>
                <a:ea typeface="Heiti TC Light"/>
                <a:cs typeface="Heiti TC Light"/>
              </a:rPr>
              <a:t>於</a:t>
            </a:r>
            <a:r>
              <a:rPr kumimoji="1" lang="en-US" altLang="zh-TW" sz="3800" dirty="0">
                <a:latin typeface="Heiti TC Light"/>
                <a:ea typeface="Heiti TC Light"/>
                <a:cs typeface="Heiti TC Light"/>
              </a:rPr>
              <a:t>1999</a:t>
            </a:r>
            <a:r>
              <a:rPr kumimoji="1" lang="zh-TW" altLang="en-US" sz="3800" dirty="0">
                <a:latin typeface="Heiti TC Light"/>
                <a:ea typeface="Heiti TC Light"/>
                <a:cs typeface="Heiti TC Light"/>
              </a:rPr>
              <a:t>年大幅修訂</a:t>
            </a:r>
            <a:r>
              <a:rPr kumimoji="1" lang="en-US" altLang="zh-TW" sz="3800" dirty="0">
                <a:latin typeface="Heiti TC Light"/>
                <a:ea typeface="Heiti TC Light"/>
                <a:cs typeface="Heiti TC Light"/>
              </a:rPr>
              <a:t>C</a:t>
            </a:r>
            <a:r>
              <a:rPr kumimoji="1" lang="zh-TW" altLang="en-US" sz="3800" dirty="0">
                <a:latin typeface="Heiti TC Light"/>
                <a:ea typeface="Heiti TC Light"/>
                <a:cs typeface="Heiti TC Light"/>
              </a:rPr>
              <a:t>語言標準</a:t>
            </a:r>
            <a:endParaRPr kumimoji="1" lang="en-US" altLang="zh-TW" sz="3800" dirty="0">
              <a:latin typeface="Heiti TC Light"/>
              <a:ea typeface="Heiti TC Light"/>
              <a:cs typeface="Heiti TC Light"/>
            </a:endParaRPr>
          </a:p>
          <a:p>
            <a:pPr lvl="1"/>
            <a:r>
              <a:rPr kumimoji="1" lang="zh-TW" altLang="en-US" sz="3800" dirty="0">
                <a:latin typeface="Heiti TC Light"/>
                <a:ea typeface="Heiti TC Light"/>
                <a:cs typeface="Heiti TC Light"/>
              </a:rPr>
              <a:t>強化</a:t>
            </a:r>
            <a:r>
              <a:rPr kumimoji="1" lang="en-US" altLang="zh-TW" sz="3800" dirty="0">
                <a:latin typeface="Heiti TC Light"/>
                <a:ea typeface="Heiti TC Light"/>
                <a:cs typeface="Heiti TC Light"/>
              </a:rPr>
              <a:t>Preprocessor</a:t>
            </a:r>
            <a:r>
              <a:rPr kumimoji="1" lang="zh-TW" altLang="en-US" sz="3800" dirty="0">
                <a:latin typeface="Heiti TC Light"/>
                <a:ea typeface="Heiti TC Light"/>
                <a:cs typeface="Heiti TC Light"/>
              </a:rPr>
              <a:t>、新增新關鍵字等中多功能</a:t>
            </a:r>
            <a:endParaRPr kumimoji="1" lang="en-US" altLang="zh-TW" sz="3800" dirty="0">
              <a:latin typeface="Heiti TC Light"/>
              <a:ea typeface="Heiti TC Light"/>
              <a:cs typeface="Heiti TC Light"/>
            </a:endParaRPr>
          </a:p>
          <a:p>
            <a:pPr lvl="1"/>
            <a:r>
              <a:rPr kumimoji="1" lang="zh-TW" altLang="en-US" sz="3800" dirty="0">
                <a:latin typeface="Heiti TC Light"/>
                <a:ea typeface="Heiti TC Light"/>
                <a:cs typeface="Heiti TC Light"/>
              </a:rPr>
              <a:t>部分編譯器並未完整實作</a:t>
            </a:r>
            <a:r>
              <a:rPr kumimoji="1" lang="en-US" altLang="zh-TW" sz="3800" dirty="0">
                <a:latin typeface="Heiti TC Light"/>
                <a:ea typeface="Heiti TC Light"/>
                <a:cs typeface="Heiti TC Light"/>
              </a:rPr>
              <a:t>C99</a:t>
            </a:r>
            <a:r>
              <a:rPr kumimoji="1" lang="zh-TW" altLang="en-US" sz="3800" dirty="0">
                <a:latin typeface="Heiti TC Light"/>
                <a:ea typeface="Heiti TC Light"/>
                <a:cs typeface="Heiti TC Light"/>
              </a:rPr>
              <a:t>標準</a:t>
            </a:r>
            <a:endParaRPr kumimoji="1" lang="en-US" altLang="zh-TW" sz="3800" dirty="0">
              <a:latin typeface="Heiti TC Light"/>
              <a:ea typeface="Heiti TC Light"/>
              <a:cs typeface="Heiti TC Light"/>
            </a:endParaRPr>
          </a:p>
          <a:p>
            <a:r>
              <a:rPr kumimoji="1" lang="en-US" altLang="zh-TW" sz="4400" dirty="0">
                <a:latin typeface="Heiti TC Light"/>
                <a:ea typeface="Heiti TC Light"/>
                <a:cs typeface="Heiti TC Light"/>
              </a:rPr>
              <a:t>C11</a:t>
            </a:r>
          </a:p>
          <a:p>
            <a:pPr lvl="1"/>
            <a:r>
              <a:rPr kumimoji="1" lang="zh-TW" altLang="en-US" sz="3800" dirty="0">
                <a:latin typeface="Heiti TC Light"/>
                <a:ea typeface="Heiti TC Light"/>
                <a:cs typeface="Heiti TC Light"/>
              </a:rPr>
              <a:t>於</a:t>
            </a:r>
            <a:r>
              <a:rPr kumimoji="1" lang="en-US" altLang="zh-TW" sz="3800" dirty="0">
                <a:latin typeface="Heiti TC Light"/>
                <a:ea typeface="Heiti TC Light"/>
                <a:cs typeface="Heiti TC Light"/>
              </a:rPr>
              <a:t>2011</a:t>
            </a:r>
            <a:r>
              <a:rPr kumimoji="1" lang="zh-TW" altLang="en-US" sz="3800" dirty="0">
                <a:latin typeface="Heiti TC Light"/>
                <a:ea typeface="Heiti TC Light"/>
                <a:cs typeface="Heiti TC Light"/>
              </a:rPr>
              <a:t>年，再次修訂</a:t>
            </a:r>
            <a:r>
              <a:rPr kumimoji="1" lang="en-US" altLang="zh-TW" sz="3800" dirty="0">
                <a:latin typeface="Heiti TC Light"/>
                <a:ea typeface="Heiti TC Light"/>
                <a:cs typeface="Heiti TC Light"/>
              </a:rPr>
              <a:t>C</a:t>
            </a:r>
            <a:r>
              <a:rPr kumimoji="1" lang="zh-TW" altLang="en-US" sz="3800" dirty="0">
                <a:latin typeface="Heiti TC Light"/>
                <a:ea typeface="Heiti TC Light"/>
                <a:cs typeface="Heiti TC Light"/>
              </a:rPr>
              <a:t>語言標準，將許多已納入編譯器功能的特性納入標準規範當中</a:t>
            </a:r>
            <a:endParaRPr kumimoji="1" lang="en-US" altLang="zh-TW" sz="3800" dirty="0">
              <a:latin typeface="Heiti TC Light"/>
              <a:ea typeface="Heiti TC Light"/>
              <a:cs typeface="Heiti TC Light"/>
            </a:endParaRPr>
          </a:p>
          <a:p>
            <a:pPr lvl="1"/>
            <a:r>
              <a:rPr kumimoji="1" lang="en-US" altLang="en-US" sz="3800" dirty="0">
                <a:latin typeface="Heiti TC Light"/>
                <a:ea typeface="Heiti TC Light"/>
                <a:cs typeface="Heiti TC Light"/>
              </a:rPr>
              <a:t>針對對齊處理標準化、多執行序(Thread)</a:t>
            </a:r>
            <a:r>
              <a:rPr kumimoji="1" lang="en-US" altLang="en-US" sz="3800" dirty="0" err="1">
                <a:latin typeface="Heiti TC Light"/>
                <a:ea typeface="Heiti TC Light"/>
                <a:cs typeface="Heiti TC Light"/>
              </a:rPr>
              <a:t>納為語言層級標準而不再為OS-dependent、增強檔案處理與字串處理等</a:t>
            </a:r>
            <a:endParaRPr kumimoji="1" lang="en-US" altLang="zh-TW" sz="3800" dirty="0">
              <a:latin typeface="Heiti TC Light"/>
              <a:ea typeface="Heiti TC Light"/>
              <a:cs typeface="Heiti TC Light"/>
            </a:endParaRPr>
          </a:p>
        </p:txBody>
      </p:sp>
    </p:spTree>
    <p:extLst>
      <p:ext uri="{BB962C8B-B14F-4D97-AF65-F5344CB8AC3E}">
        <p14:creationId xmlns:p14="http://schemas.microsoft.com/office/powerpoint/2010/main" val="21902872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p:cNvSpPr>
            <a:spLocks noGrp="1"/>
          </p:cNvSpPr>
          <p:nvPr>
            <p:ph idx="1"/>
          </p:nvPr>
        </p:nvSpPr>
        <p:spPr>
          <a:xfrm>
            <a:off x="597748" y="700336"/>
            <a:ext cx="11756181" cy="8323263"/>
          </a:xfrm>
        </p:spPr>
        <p:txBody>
          <a:bodyPr>
            <a:normAutofit/>
          </a:bodyPr>
          <a:lstStyle/>
          <a:p>
            <a:r>
              <a:rPr kumimoji="1" lang="en-US" altLang="en-US" sz="3800" dirty="0" err="1">
                <a:latin typeface="Heiti TC Light"/>
                <a:ea typeface="Heiti TC Light"/>
                <a:cs typeface="Heiti TC Light"/>
              </a:rPr>
              <a:t>除了上述討論的C語言各版本外，各個編譯器設計者皆會在自己的編譯器上實作部分特殊函式、關鍵字、語法，在本課程當中將不會特別提及</a:t>
            </a:r>
            <a:endParaRPr kumimoji="1" lang="en-US" altLang="en-US" sz="3800" dirty="0">
              <a:latin typeface="Heiti TC Light"/>
              <a:ea typeface="Heiti TC Light"/>
              <a:cs typeface="Heiti TC Light"/>
            </a:endParaRPr>
          </a:p>
          <a:p>
            <a:endParaRPr kumimoji="1" lang="en-US" altLang="en-US" sz="3800" dirty="0">
              <a:latin typeface="Heiti TC Light"/>
              <a:ea typeface="Heiti TC Light"/>
              <a:cs typeface="Heiti TC Light"/>
            </a:endParaRPr>
          </a:p>
          <a:p>
            <a:r>
              <a:rPr kumimoji="1" lang="en-US" altLang="en-US" sz="3800" dirty="0" err="1">
                <a:latin typeface="Heiti TC Light"/>
                <a:ea typeface="Heiti TC Light"/>
                <a:cs typeface="Heiti TC Light"/>
              </a:rPr>
              <a:t>接下來，我們將針對C語言語法開始介紹</a:t>
            </a:r>
            <a:r>
              <a:rPr kumimoji="1" lang="en-US" altLang="en-US" sz="3800" dirty="0" smtClean="0">
                <a:latin typeface="Heiti TC Light"/>
                <a:ea typeface="Heiti TC Light"/>
                <a:cs typeface="Heiti TC Light"/>
              </a:rPr>
              <a:t>。</a:t>
            </a:r>
          </a:p>
          <a:p>
            <a:endParaRPr kumimoji="1" lang="en-US" altLang="en-US" sz="3800" dirty="0">
              <a:latin typeface="Heiti TC Light"/>
              <a:ea typeface="Heiti TC Light"/>
              <a:cs typeface="Heiti TC Light"/>
            </a:endParaRPr>
          </a:p>
          <a:p>
            <a:r>
              <a:rPr kumimoji="1" lang="en-US" altLang="en-US" sz="3800" dirty="0" err="1" smtClean="0">
                <a:latin typeface="Heiti TC Light"/>
                <a:ea typeface="Heiti TC Light"/>
                <a:cs typeface="Heiti TC Light"/>
              </a:rPr>
              <a:t>PS:</a:t>
            </a:r>
            <a:r>
              <a:rPr kumimoji="1" lang="en-US" altLang="en-US" sz="3800" dirty="0" err="1" smtClean="0">
                <a:latin typeface="Heiti TC Light"/>
                <a:ea typeface="Heiti TC Light"/>
                <a:cs typeface="Heiti TC Light"/>
              </a:rPr>
              <a:t>在後面附錄的部份有提供開發C語言開發環境的使用教學，同學們可自行參考</a:t>
            </a:r>
            <a:r>
              <a:rPr kumimoji="1" lang="en-US" altLang="en-US" sz="3800" smtClean="0">
                <a:latin typeface="Heiti TC Light"/>
                <a:ea typeface="Heiti TC Light"/>
                <a:cs typeface="Heiti TC Light"/>
              </a:rPr>
              <a:t>。</a:t>
            </a:r>
            <a:endParaRPr kumimoji="1" lang="en-US" altLang="en-US" sz="3800" dirty="0">
              <a:latin typeface="Heiti TC Light"/>
              <a:ea typeface="Heiti TC Light"/>
              <a:cs typeface="Heiti TC Light"/>
            </a:endParaRPr>
          </a:p>
        </p:txBody>
      </p:sp>
    </p:spTree>
    <p:extLst>
      <p:ext uri="{BB962C8B-B14F-4D97-AF65-F5344CB8AC3E}">
        <p14:creationId xmlns:p14="http://schemas.microsoft.com/office/powerpoint/2010/main" val="11754219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p:nvPr>
        </p:nvSpPr>
        <p:spPr/>
        <p:txBody>
          <a:bodyPr/>
          <a:lstStyle/>
          <a:p>
            <a:pPr eaLnBrk="1" hangingPunct="1"/>
            <a:r>
              <a:rPr kumimoji="0" lang="en-US" altLang="zh-TW" dirty="0" smtClean="0">
                <a:latin typeface="Gill Sans" charset="0"/>
                <a:ea typeface="Heiti TC Light" charset="0"/>
                <a:cs typeface="Heiti TC Light" charset="0"/>
              </a:rPr>
              <a:t>Appendix</a:t>
            </a:r>
            <a:endParaRPr kumimoji="0" lang="zh-TW" altLang="en-US" dirty="0">
              <a:latin typeface="Gill Sans" charset="0"/>
              <a:ea typeface="Heiti TC Light" charset="0"/>
              <a:cs typeface="Heiti TC Light" charset="0"/>
            </a:endParaRPr>
          </a:p>
        </p:txBody>
      </p:sp>
      <p:sp>
        <p:nvSpPr>
          <p:cNvPr id="16386" name="Rectangle 2"/>
          <p:cNvSpPr>
            <a:spLocks noGrp="1" noChangeArrowheads="1"/>
          </p:cNvSpPr>
          <p:nvPr>
            <p:ph type="body" idx="1"/>
          </p:nvPr>
        </p:nvSpPr>
        <p:spPr/>
        <p:txBody>
          <a:bodyPr/>
          <a:lstStyle/>
          <a:p>
            <a:pPr marL="0" indent="0" eaLnBrk="1" hangingPunct="1">
              <a:buNone/>
            </a:pPr>
            <a:endParaRPr kumimoji="0" lang="zh-TW" altLang="en-US">
              <a:latin typeface="Gill Sans" charset="0"/>
              <a:ea typeface="Heiti TC Light" charset="0"/>
              <a:cs typeface="Heiti TC Light" charset="0"/>
            </a:endParaRPr>
          </a:p>
        </p:txBody>
      </p:sp>
    </p:spTree>
    <p:extLst>
      <p:ext uri="{BB962C8B-B14F-4D97-AF65-F5344CB8AC3E}">
        <p14:creationId xmlns:p14="http://schemas.microsoft.com/office/powerpoint/2010/main" val="2494672317"/>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ctrTitle"/>
          </p:nvPr>
        </p:nvSpPr>
        <p:spPr/>
        <p:txBody>
          <a:bodyPr/>
          <a:lstStyle/>
          <a:p>
            <a:r>
              <a:rPr lang="en-US" altLang="zh-TW" b="1" dirty="0" smtClean="0"/>
              <a:t>Appendix A	</a:t>
            </a:r>
            <a:endParaRPr lang="zh-TW" altLang="en-US" b="1" dirty="0"/>
          </a:p>
        </p:txBody>
      </p:sp>
      <p:sp>
        <p:nvSpPr>
          <p:cNvPr id="7" name="副標題 6"/>
          <p:cNvSpPr>
            <a:spLocks noGrp="1"/>
          </p:cNvSpPr>
          <p:nvPr>
            <p:ph type="subTitle" idx="1"/>
          </p:nvPr>
        </p:nvSpPr>
        <p:spPr/>
        <p:txBody>
          <a:bodyPr/>
          <a:lstStyle/>
          <a:p>
            <a:r>
              <a:rPr lang="en-US" altLang="zh-TW" b="1" dirty="0"/>
              <a:t>Windows </a:t>
            </a:r>
            <a:r>
              <a:rPr lang="zh-TW" altLang="en-US" b="1" dirty="0"/>
              <a:t>開發環境</a:t>
            </a:r>
            <a:endParaRPr lang="zh-TW" altLang="en-US" dirty="0"/>
          </a:p>
        </p:txBody>
      </p:sp>
    </p:spTree>
    <p:extLst>
      <p:ext uri="{BB962C8B-B14F-4D97-AF65-F5344CB8AC3E}">
        <p14:creationId xmlns:p14="http://schemas.microsoft.com/office/powerpoint/2010/main" val="3857455156"/>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標題 2"/>
          <p:cNvSpPr>
            <a:spLocks noGrp="1"/>
          </p:cNvSpPr>
          <p:nvPr>
            <p:ph type="subTitle" idx="1"/>
          </p:nvPr>
        </p:nvSpPr>
        <p:spPr/>
        <p:txBody>
          <a:bodyPr/>
          <a:lstStyle/>
          <a:p>
            <a:r>
              <a:rPr lang="en-US" altLang="zh-TW" dirty="0" smtClean="0">
                <a:hlinkClick r:id="rId3"/>
              </a:rPr>
              <a:t>http://www.codeblocks.org/</a:t>
            </a:r>
            <a:endParaRPr lang="zh-TW" altLang="en-US" dirty="0"/>
          </a:p>
        </p:txBody>
      </p:sp>
      <p:pic>
        <p:nvPicPr>
          <p:cNvPr id="17412" name="Picture 4" descr="http://www.codeblocks.org/templates/rt_rokwebify/images/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6974" y="3340629"/>
            <a:ext cx="5960533" cy="1625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7020735"/>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1586654" y="3340629"/>
            <a:ext cx="10036315" cy="2648246"/>
          </a:xfrm>
          <a:prstGeom prst="rect">
            <a:avLst/>
          </a:prstGeom>
          <a:noFill/>
        </p:spPr>
        <p:txBody>
          <a:bodyPr wrap="square" lIns="130039" tIns="65020" rIns="130039" bIns="65020" rtlCol="0">
            <a:spAutoFit/>
          </a:bodyPr>
          <a:lstStyle/>
          <a:p>
            <a:pPr algn="ctr"/>
            <a:r>
              <a:rPr lang="en-US" altLang="zh-TW" sz="16400" dirty="0"/>
              <a:t>Download</a:t>
            </a:r>
            <a:endParaRPr lang="zh-TW" altLang="en-US" sz="16400" dirty="0"/>
          </a:p>
        </p:txBody>
      </p:sp>
    </p:spTree>
    <p:extLst>
      <p:ext uri="{BB962C8B-B14F-4D97-AF65-F5344CB8AC3E}">
        <p14:creationId xmlns:p14="http://schemas.microsoft.com/office/powerpoint/2010/main" val="2764406258"/>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360" y="1036321"/>
            <a:ext cx="11054080" cy="768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1458459"/>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360" y="1036321"/>
            <a:ext cx="11054080" cy="768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6409185"/>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935" y="826348"/>
            <a:ext cx="12462933" cy="8100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4253359"/>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1791478" y="2726161"/>
            <a:ext cx="10036315" cy="3764449"/>
          </a:xfrm>
          <a:prstGeom prst="rect">
            <a:avLst/>
          </a:prstGeom>
          <a:noFill/>
        </p:spPr>
        <p:txBody>
          <a:bodyPr wrap="square" lIns="130039" tIns="65020" rIns="130039" bIns="65020" rtlCol="0">
            <a:spAutoFit/>
          </a:bodyPr>
          <a:lstStyle/>
          <a:p>
            <a:pPr algn="ctr"/>
            <a:r>
              <a:rPr lang="en-US" altLang="zh-TW" sz="23600" dirty="0"/>
              <a:t>Setup</a:t>
            </a:r>
            <a:endParaRPr lang="zh-TW" altLang="en-US" sz="23600" dirty="0"/>
          </a:p>
        </p:txBody>
      </p:sp>
    </p:spTree>
    <p:extLst>
      <p:ext uri="{BB962C8B-B14F-4D97-AF65-F5344CB8AC3E}">
        <p14:creationId xmlns:p14="http://schemas.microsoft.com/office/powerpoint/2010/main" val="3834501810"/>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7681" y="2623750"/>
            <a:ext cx="6949440" cy="5405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標題 3"/>
          <p:cNvSpPr>
            <a:spLocks noGrp="1"/>
          </p:cNvSpPr>
          <p:nvPr>
            <p:ph type="title"/>
          </p:nvPr>
        </p:nvSpPr>
        <p:spPr/>
        <p:txBody>
          <a:bodyPr/>
          <a:lstStyle/>
          <a:p>
            <a:r>
              <a:rPr lang="en-US" altLang="zh-TW" dirty="0" smtClean="0"/>
              <a:t>Next, Next, Next….</a:t>
            </a:r>
            <a:endParaRPr lang="zh-TW" altLang="en-US" dirty="0"/>
          </a:p>
        </p:txBody>
      </p:sp>
    </p:spTree>
    <p:extLst>
      <p:ext uri="{BB962C8B-B14F-4D97-AF65-F5344CB8AC3E}">
        <p14:creationId xmlns:p14="http://schemas.microsoft.com/office/powerpoint/2010/main" val="3580468845"/>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Open</a:t>
            </a:r>
            <a:endParaRPr lang="zh-TW" altLang="en-US"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3818" y="2316518"/>
            <a:ext cx="3495040" cy="7003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7939305"/>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GNU GCC Compiler -&gt; OK</a:t>
            </a:r>
            <a:endParaRPr lang="zh-TW"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0768" y="3135806"/>
            <a:ext cx="8046720" cy="4849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7364898"/>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OK</a:t>
            </a:r>
            <a:endParaRPr lang="zh-TW"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3228" y="2959949"/>
            <a:ext cx="7938347" cy="3833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4356416"/>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Settings - Editor</a:t>
            </a:r>
            <a:endParaRPr lang="zh-TW" alt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8711" y="2009282"/>
            <a:ext cx="9319435" cy="6951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2922691"/>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Encoding: UTF-8</a:t>
            </a:r>
            <a:endParaRPr lang="zh-TW" altLang="en-US" dirty="0"/>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2470" y="2418927"/>
            <a:ext cx="6238325" cy="640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3902796"/>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Font: Consolas</a:t>
            </a:r>
            <a:br>
              <a:rPr lang="en-US" altLang="zh-TW" dirty="0" smtClean="0"/>
            </a:br>
            <a:r>
              <a:rPr lang="en-US" altLang="zh-TW" dirty="0" smtClean="0"/>
              <a:t>Size: 12</a:t>
            </a:r>
            <a:endParaRPr lang="zh-TW" altLang="en-US" dirty="0"/>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129" y="2879509"/>
            <a:ext cx="5790470" cy="5947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0001" y="2425850"/>
            <a:ext cx="5974080" cy="6854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2402363"/>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Settings – Compiler and debugger</a:t>
            </a:r>
            <a:endParaRPr lang="zh-TW" altLang="en-US" dirty="0"/>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3890" y="2009283"/>
            <a:ext cx="9419484" cy="7067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9108526"/>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New file</a:t>
            </a:r>
            <a:endParaRPr lang="zh-TW" altLang="en-US" dirty="0"/>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1122" y="2111694"/>
            <a:ext cx="9042588" cy="6781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1119499"/>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Write and save</a:t>
            </a:r>
            <a:endParaRPr lang="zh-TW" altLang="en-US" dirty="0"/>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3889" y="2009282"/>
            <a:ext cx="9719945" cy="7289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1476651"/>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Build – Build and run (F9)</a:t>
            </a:r>
            <a:endParaRPr lang="zh-TW" alt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1121" y="2214104"/>
            <a:ext cx="9501575" cy="7155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1694870"/>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Run</a:t>
            </a:r>
            <a:endParaRPr lang="zh-TW" altLang="en-US" dirty="0"/>
          </a:p>
        </p:txBody>
      </p:sp>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6856" y="2316517"/>
            <a:ext cx="9171093" cy="5310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8012257"/>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Plugins – Source code formatter</a:t>
            </a:r>
            <a:endParaRPr lang="zh-TW" altLang="en-US" dirty="0"/>
          </a:p>
        </p:txBody>
      </p:sp>
      <p:pic>
        <p:nvPicPr>
          <p:cNvPr id="153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363" y="2764636"/>
            <a:ext cx="5143302" cy="5248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2046" y="2458363"/>
            <a:ext cx="5474971" cy="5577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向右箭號 2"/>
          <p:cNvSpPr/>
          <p:nvPr/>
        </p:nvSpPr>
        <p:spPr>
          <a:xfrm>
            <a:off x="5324669" y="5469053"/>
            <a:ext cx="2150639" cy="409646"/>
          </a:xfrm>
          <a:prstGeom prst="rightArrow">
            <a:avLst/>
          </a:prstGeom>
        </p:spPr>
        <p:style>
          <a:lnRef idx="1">
            <a:schemeClr val="accent2"/>
          </a:lnRef>
          <a:fillRef idx="3">
            <a:schemeClr val="accent2"/>
          </a:fillRef>
          <a:effectRef idx="2">
            <a:schemeClr val="accent2"/>
          </a:effectRef>
          <a:fontRef idx="minor">
            <a:schemeClr val="lt1"/>
          </a:fontRef>
        </p:style>
        <p:txBody>
          <a:bodyPr lIns="130039" tIns="65020" rIns="130039" bIns="65020" rtlCol="0" anchor="ctr"/>
          <a:lstStyle/>
          <a:p>
            <a:pPr algn="ctr"/>
            <a:endParaRPr lang="zh-TW" altLang="en-US"/>
          </a:p>
        </p:txBody>
      </p:sp>
    </p:spTree>
    <p:extLst>
      <p:ext uri="{BB962C8B-B14F-4D97-AF65-F5344CB8AC3E}">
        <p14:creationId xmlns:p14="http://schemas.microsoft.com/office/powerpoint/2010/main" val="429485371"/>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dirty="0" smtClean="0"/>
              <a:t>其他注意事項</a:t>
            </a:r>
            <a:endParaRPr lang="zh-TW" altLang="en-US" dirty="0"/>
          </a:p>
        </p:txBody>
      </p:sp>
      <p:sp>
        <p:nvSpPr>
          <p:cNvPr id="3" name="內容版面配置區 2"/>
          <p:cNvSpPr>
            <a:spLocks noGrp="1"/>
          </p:cNvSpPr>
          <p:nvPr>
            <p:ph idx="1"/>
          </p:nvPr>
        </p:nvSpPr>
        <p:spPr/>
        <p:txBody>
          <a:bodyPr/>
          <a:lstStyle/>
          <a:p>
            <a:r>
              <a:rPr lang="zh-TW" altLang="en-US" dirty="0" smtClean="0"/>
              <a:t>程式碼副檔名為</a:t>
            </a:r>
            <a:r>
              <a:rPr lang="en-US" altLang="zh-TW" dirty="0" smtClean="0"/>
              <a:t>c</a:t>
            </a:r>
            <a:r>
              <a:rPr lang="zh-TW" altLang="en-US" dirty="0" smtClean="0"/>
              <a:t>而非</a:t>
            </a:r>
            <a:r>
              <a:rPr lang="en-US" altLang="zh-TW" dirty="0" err="1" smtClean="0"/>
              <a:t>cpp</a:t>
            </a:r>
            <a:endParaRPr lang="en-US" altLang="zh-TW" dirty="0" smtClean="0"/>
          </a:p>
          <a:p>
            <a:pPr lvl="1"/>
            <a:r>
              <a:rPr lang="en-US" altLang="zh-TW" dirty="0" smtClean="0"/>
              <a:t>hw1_1.c </a:t>
            </a:r>
            <a:r>
              <a:rPr lang="en-US" altLang="zh-TW" sz="4600" dirty="0">
                <a:solidFill>
                  <a:srgbClr val="00B050"/>
                </a:solidFill>
                <a:sym typeface="Wingdings"/>
              </a:rPr>
              <a:t></a:t>
            </a:r>
            <a:endParaRPr lang="en-US" altLang="zh-TW" dirty="0" smtClean="0">
              <a:solidFill>
                <a:srgbClr val="00B050"/>
              </a:solidFill>
              <a:sym typeface="Wingdings"/>
            </a:endParaRPr>
          </a:p>
          <a:p>
            <a:pPr lvl="1"/>
            <a:r>
              <a:rPr lang="en-US" altLang="zh-TW" dirty="0" smtClean="0">
                <a:sym typeface="Wingdings"/>
              </a:rPr>
              <a:t>hw1_1.cpp </a:t>
            </a:r>
            <a:r>
              <a:rPr lang="en-US" altLang="zh-TW" sz="4600" dirty="0">
                <a:solidFill>
                  <a:srgbClr val="FF0000"/>
                </a:solidFill>
                <a:sym typeface="Wingdings"/>
              </a:rPr>
              <a:t></a:t>
            </a:r>
          </a:p>
          <a:p>
            <a:r>
              <a:rPr lang="zh-TW" altLang="en-US" dirty="0" smtClean="0"/>
              <a:t>閱讀編譯訊息</a:t>
            </a:r>
            <a:r>
              <a:rPr lang="en-US" altLang="zh-TW" dirty="0" smtClean="0"/>
              <a:t>( errors &amp; warnings)</a:t>
            </a:r>
            <a:endParaRPr lang="zh-TW" altLang="en-US" dirty="0"/>
          </a:p>
        </p:txBody>
      </p:sp>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27102" t="36530" r="1388" b="9102"/>
          <a:stretch/>
        </p:blipFill>
        <p:spPr bwMode="auto">
          <a:xfrm>
            <a:off x="2211364" y="5696093"/>
            <a:ext cx="6394796" cy="364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92094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ctrTitle"/>
          </p:nvPr>
        </p:nvSpPr>
        <p:spPr/>
        <p:txBody>
          <a:bodyPr/>
          <a:lstStyle/>
          <a:p>
            <a:r>
              <a:rPr lang="en-US" altLang="zh-TW" b="1" dirty="0" smtClean="0"/>
              <a:t>Appendix B	</a:t>
            </a:r>
            <a:endParaRPr lang="zh-TW" altLang="en-US" b="1" dirty="0"/>
          </a:p>
        </p:txBody>
      </p:sp>
      <p:sp>
        <p:nvSpPr>
          <p:cNvPr id="7" name="副標題 6"/>
          <p:cNvSpPr>
            <a:spLocks noGrp="1"/>
          </p:cNvSpPr>
          <p:nvPr>
            <p:ph type="subTitle" idx="1"/>
          </p:nvPr>
        </p:nvSpPr>
        <p:spPr/>
        <p:txBody>
          <a:bodyPr/>
          <a:lstStyle/>
          <a:p>
            <a:r>
              <a:rPr lang="zh-TW" altLang="en-US" b="1" dirty="0" smtClean="0"/>
              <a:t>泛</a:t>
            </a:r>
            <a:r>
              <a:rPr lang="en-US" altLang="zh-TW" b="1" dirty="0" smtClean="0"/>
              <a:t>UNIX </a:t>
            </a:r>
            <a:r>
              <a:rPr lang="zh-TW" altLang="en-US" b="1" dirty="0"/>
              <a:t>開發環境</a:t>
            </a:r>
            <a:endParaRPr lang="zh-TW" altLang="en-US" dirty="0"/>
          </a:p>
        </p:txBody>
      </p:sp>
    </p:spTree>
    <p:extLst>
      <p:ext uri="{BB962C8B-B14F-4D97-AF65-F5344CB8AC3E}">
        <p14:creationId xmlns:p14="http://schemas.microsoft.com/office/powerpoint/2010/main" val="3157439332"/>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dirty="0" smtClean="0"/>
              <a:t>說明</a:t>
            </a:r>
            <a:endParaRPr kumimoji="1" lang="zh-TW" altLang="en-US" dirty="0"/>
          </a:p>
        </p:txBody>
      </p:sp>
      <p:sp>
        <p:nvSpPr>
          <p:cNvPr id="3" name="內容版面配置區 2"/>
          <p:cNvSpPr>
            <a:spLocks noGrp="1"/>
          </p:cNvSpPr>
          <p:nvPr>
            <p:ph idx="1"/>
          </p:nvPr>
        </p:nvSpPr>
        <p:spPr/>
        <p:txBody>
          <a:bodyPr/>
          <a:lstStyle/>
          <a:p>
            <a:r>
              <a:rPr kumimoji="1" lang="zh-TW" altLang="en-US" dirty="0" smtClean="0"/>
              <a:t>以下將介紹如何在</a:t>
            </a:r>
            <a:r>
              <a:rPr kumimoji="1" lang="en-US" altLang="zh-TW" dirty="0" smtClean="0"/>
              <a:t>UNIX</a:t>
            </a:r>
            <a:r>
              <a:rPr kumimoji="1" lang="zh-TW" altLang="en-US" dirty="0" smtClean="0"/>
              <a:t>環境下開發程式</a:t>
            </a:r>
            <a:endParaRPr kumimoji="1" lang="en-US" altLang="zh-TW" dirty="0" smtClean="0"/>
          </a:p>
          <a:p>
            <a:pPr lvl="1"/>
            <a:r>
              <a:rPr kumimoji="1" lang="en-US" altLang="zh-TW" dirty="0" smtClean="0"/>
              <a:t>Free</a:t>
            </a:r>
            <a:r>
              <a:rPr kumimoji="1" lang="zh-TW" altLang="en-US" dirty="0" smtClean="0"/>
              <a:t> </a:t>
            </a:r>
            <a:r>
              <a:rPr kumimoji="1" lang="en-US" altLang="zh-TW" dirty="0" smtClean="0"/>
              <a:t>BSD</a:t>
            </a:r>
            <a:r>
              <a:rPr kumimoji="1" lang="zh-TW" altLang="en-US" dirty="0" smtClean="0"/>
              <a:t> </a:t>
            </a:r>
            <a:r>
              <a:rPr kumimoji="1" lang="en-US" altLang="zh-TW" dirty="0" smtClean="0"/>
              <a:t>/</a:t>
            </a:r>
            <a:r>
              <a:rPr kumimoji="1" lang="zh-TW" altLang="en-US" dirty="0" smtClean="0"/>
              <a:t> </a:t>
            </a:r>
            <a:r>
              <a:rPr kumimoji="1" lang="en-US" altLang="zh-TW" dirty="0" smtClean="0"/>
              <a:t>Solaris</a:t>
            </a:r>
          </a:p>
          <a:p>
            <a:pPr lvl="1"/>
            <a:r>
              <a:rPr kumimoji="1" lang="en-US" altLang="zh-TW" dirty="0" smtClean="0"/>
              <a:t>Mac</a:t>
            </a:r>
            <a:r>
              <a:rPr kumimoji="1" lang="zh-TW" altLang="en-US" dirty="0" smtClean="0"/>
              <a:t> </a:t>
            </a:r>
            <a:r>
              <a:rPr kumimoji="1" lang="en-US" altLang="zh-TW" dirty="0" smtClean="0"/>
              <a:t>OS</a:t>
            </a:r>
            <a:r>
              <a:rPr kumimoji="1" lang="zh-TW" altLang="en-US" dirty="0" smtClean="0"/>
              <a:t> </a:t>
            </a:r>
            <a:r>
              <a:rPr kumimoji="1" lang="en-US" altLang="zh-TW" dirty="0" smtClean="0"/>
              <a:t>X</a:t>
            </a:r>
          </a:p>
          <a:p>
            <a:pPr lvl="1"/>
            <a:r>
              <a:rPr kumimoji="1" lang="en-US" altLang="zh-TW" dirty="0" smtClean="0"/>
              <a:t>Linux</a:t>
            </a:r>
            <a:r>
              <a:rPr kumimoji="1" lang="zh-TW" altLang="en-US" dirty="0" smtClean="0"/>
              <a:t> </a:t>
            </a:r>
            <a:r>
              <a:rPr kumimoji="1" lang="en-US" altLang="zh-TW" dirty="0" smtClean="0"/>
              <a:t>(Ubuntu,</a:t>
            </a:r>
            <a:r>
              <a:rPr kumimoji="1" lang="zh-TW" altLang="en-US" dirty="0" smtClean="0"/>
              <a:t> </a:t>
            </a:r>
            <a:r>
              <a:rPr kumimoji="1" lang="en-US" altLang="zh-TW" dirty="0" smtClean="0"/>
              <a:t>Fedora,</a:t>
            </a:r>
            <a:r>
              <a:rPr kumimoji="1" lang="zh-TW" altLang="en-US" dirty="0" smtClean="0"/>
              <a:t> </a:t>
            </a:r>
            <a:r>
              <a:rPr kumimoji="1" lang="en-US" altLang="zh-TW" dirty="0" err="1" smtClean="0"/>
              <a:t>OpenSUSE</a:t>
            </a:r>
            <a:r>
              <a:rPr kumimoji="1" lang="en-US" altLang="zh-TW" dirty="0" smtClean="0"/>
              <a:t>,</a:t>
            </a:r>
            <a:r>
              <a:rPr kumimoji="1" lang="zh-TW" altLang="en-US" dirty="0" smtClean="0"/>
              <a:t> </a:t>
            </a:r>
            <a:r>
              <a:rPr kumimoji="1" lang="en-US" altLang="zh-TW" dirty="0" smtClean="0"/>
              <a:t>…)</a:t>
            </a:r>
          </a:p>
          <a:p>
            <a:r>
              <a:rPr kumimoji="1" lang="zh-TW" altLang="en-US" dirty="0" smtClean="0"/>
              <a:t>不強迫一定要在</a:t>
            </a:r>
            <a:r>
              <a:rPr kumimoji="1" lang="en-US" altLang="zh-TW" dirty="0" smtClean="0"/>
              <a:t>UNIX</a:t>
            </a:r>
            <a:r>
              <a:rPr kumimoji="1" lang="zh-TW" altLang="en-US" dirty="0" smtClean="0"/>
              <a:t>下開發</a:t>
            </a:r>
            <a:endParaRPr kumimoji="1" lang="en-US" altLang="zh-TW" dirty="0" smtClean="0"/>
          </a:p>
          <a:p>
            <a:r>
              <a:rPr kumimoji="1" lang="zh-TW" altLang="en-US" dirty="0" smtClean="0"/>
              <a:t>若你已經習慣在</a:t>
            </a:r>
            <a:r>
              <a:rPr kumimoji="1" lang="en-US" altLang="zh-TW" dirty="0" smtClean="0"/>
              <a:t>UNIX</a:t>
            </a:r>
            <a:r>
              <a:rPr kumimoji="1" lang="zh-TW" altLang="en-US" dirty="0" smtClean="0"/>
              <a:t>環境下開發，歡迎持續下去</a:t>
            </a:r>
            <a:r>
              <a:rPr kumimoji="1" lang="zh-TW" altLang="en-US" dirty="0" smtClean="0">
                <a:sym typeface="Wingdings"/>
              </a:rPr>
              <a:t></a:t>
            </a:r>
            <a:endParaRPr kumimoji="1" lang="en-US" altLang="zh-TW" dirty="0" smtClean="0">
              <a:sym typeface="Wingdings"/>
            </a:endParaRPr>
          </a:p>
          <a:p>
            <a:r>
              <a:rPr kumimoji="1" lang="en-US" altLang="zh-TW" dirty="0" smtClean="0">
                <a:sym typeface="Wingdings"/>
              </a:rPr>
              <a:t>Demo</a:t>
            </a:r>
            <a:r>
              <a:rPr kumimoji="1" lang="zh-TW" altLang="en-US" dirty="0" smtClean="0">
                <a:sym typeface="Wingdings"/>
              </a:rPr>
              <a:t>時不限定平台</a:t>
            </a:r>
            <a:endParaRPr kumimoji="1" lang="zh-TW" altLang="en-US" dirty="0"/>
          </a:p>
        </p:txBody>
      </p:sp>
    </p:spTree>
    <p:extLst>
      <p:ext uri="{BB962C8B-B14F-4D97-AF65-F5344CB8AC3E}">
        <p14:creationId xmlns:p14="http://schemas.microsoft.com/office/powerpoint/2010/main" val="8266138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t>What</a:t>
            </a:r>
            <a:r>
              <a:rPr kumimoji="1" lang="zh-TW" altLang="en-US" dirty="0" smtClean="0"/>
              <a:t> </a:t>
            </a:r>
            <a:r>
              <a:rPr kumimoji="1" lang="en-US" altLang="zh-TW" dirty="0" smtClean="0"/>
              <a:t>is</a:t>
            </a:r>
            <a:r>
              <a:rPr kumimoji="1" lang="zh-TW" altLang="en-US" dirty="0" smtClean="0"/>
              <a:t> </a:t>
            </a:r>
            <a:r>
              <a:rPr kumimoji="1" lang="en-US" altLang="zh-TW" dirty="0" smtClean="0"/>
              <a:t>UNIX</a:t>
            </a:r>
            <a:endParaRPr kumimoji="1" lang="zh-TW" altLang="en-US" dirty="0"/>
          </a:p>
        </p:txBody>
      </p:sp>
      <p:sp>
        <p:nvSpPr>
          <p:cNvPr id="3" name="內容版面配置區 2"/>
          <p:cNvSpPr>
            <a:spLocks noGrp="1"/>
          </p:cNvSpPr>
          <p:nvPr>
            <p:ph idx="1"/>
          </p:nvPr>
        </p:nvSpPr>
        <p:spPr/>
        <p:txBody>
          <a:bodyPr/>
          <a:lstStyle/>
          <a:p>
            <a:r>
              <a:rPr kumimoji="1" lang="en-US" altLang="zh-TW" dirty="0" smtClean="0"/>
              <a:t>UNIX</a:t>
            </a:r>
            <a:r>
              <a:rPr kumimoji="1" lang="zh-TW" altLang="en-US" dirty="0" smtClean="0"/>
              <a:t>是美國</a:t>
            </a:r>
            <a:r>
              <a:rPr kumimoji="1" lang="en-US" altLang="zh-TW" dirty="0" smtClean="0"/>
              <a:t>AT&amp;T</a:t>
            </a:r>
            <a:r>
              <a:rPr kumimoji="1" lang="zh-TW" altLang="en-US" dirty="0" smtClean="0"/>
              <a:t>公司</a:t>
            </a:r>
            <a:r>
              <a:rPr kumimoji="1" lang="en-US" altLang="zh-TW" dirty="0" smtClean="0"/>
              <a:t>1971</a:t>
            </a:r>
            <a:r>
              <a:rPr kumimoji="1" lang="zh-TW" altLang="en-US" dirty="0" smtClean="0"/>
              <a:t>年在</a:t>
            </a:r>
            <a:r>
              <a:rPr kumimoji="1" lang="en-US" altLang="zh-TW" dirty="0" smtClean="0"/>
              <a:t>PDP-11</a:t>
            </a:r>
            <a:r>
              <a:rPr kumimoji="1" lang="zh-TW" altLang="en-US" dirty="0" smtClean="0"/>
              <a:t>上執行的當時最先進的作業系統。</a:t>
            </a:r>
            <a:endParaRPr kumimoji="1" lang="en-US" altLang="zh-TW" dirty="0" smtClean="0"/>
          </a:p>
          <a:p>
            <a:r>
              <a:rPr kumimoji="1" lang="en-US" altLang="zh-TW" dirty="0" smtClean="0"/>
              <a:t>C</a:t>
            </a:r>
            <a:r>
              <a:rPr kumimoji="1" lang="zh-TW" altLang="en-US" dirty="0" smtClean="0"/>
              <a:t>語言是當初為了寫</a:t>
            </a:r>
            <a:r>
              <a:rPr kumimoji="1" lang="en-US" altLang="zh-TW" dirty="0" smtClean="0"/>
              <a:t>UNIX</a:t>
            </a:r>
            <a:r>
              <a:rPr kumimoji="1" lang="zh-TW" altLang="en-US" dirty="0" smtClean="0"/>
              <a:t>而開發出來的語言</a:t>
            </a:r>
            <a:endParaRPr kumimoji="1" lang="zh-TW" altLang="en-US" dirty="0"/>
          </a:p>
        </p:txBody>
      </p:sp>
    </p:spTree>
    <p:extLst>
      <p:ext uri="{BB962C8B-B14F-4D97-AF65-F5344CB8AC3E}">
        <p14:creationId xmlns:p14="http://schemas.microsoft.com/office/powerpoint/2010/main" val="28651535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t>What</a:t>
            </a:r>
            <a:r>
              <a:rPr kumimoji="1" lang="zh-TW" altLang="en-US" dirty="0" smtClean="0"/>
              <a:t> </a:t>
            </a:r>
            <a:r>
              <a:rPr kumimoji="1" lang="en-US" altLang="zh-TW" dirty="0" smtClean="0"/>
              <a:t>is</a:t>
            </a:r>
            <a:r>
              <a:rPr kumimoji="1" lang="zh-TW" altLang="en-US" dirty="0" smtClean="0"/>
              <a:t> </a:t>
            </a:r>
            <a:r>
              <a:rPr kumimoji="1" lang="en-US" altLang="zh-TW" dirty="0" smtClean="0"/>
              <a:t>UNIX?</a:t>
            </a:r>
            <a:endParaRPr kumimoji="1" lang="zh-TW" altLang="en-US" dirty="0"/>
          </a:p>
        </p:txBody>
      </p:sp>
      <p:sp>
        <p:nvSpPr>
          <p:cNvPr id="3" name="內容版面配置區 2"/>
          <p:cNvSpPr>
            <a:spLocks noGrp="1"/>
          </p:cNvSpPr>
          <p:nvPr>
            <p:ph idx="1"/>
          </p:nvPr>
        </p:nvSpPr>
        <p:spPr/>
        <p:txBody>
          <a:bodyPr/>
          <a:lstStyle/>
          <a:p>
            <a:r>
              <a:rPr kumimoji="1" lang="en-US" altLang="zh-TW" dirty="0" smtClean="0"/>
              <a:t>UNIX</a:t>
            </a:r>
            <a:r>
              <a:rPr kumimoji="1" lang="zh-TW" altLang="en-US" dirty="0" smtClean="0"/>
              <a:t>有很多子孫</a:t>
            </a:r>
            <a:endParaRPr kumimoji="1" lang="en-US" altLang="zh-TW" dirty="0" smtClean="0"/>
          </a:p>
          <a:p>
            <a:pPr lvl="1"/>
            <a:r>
              <a:rPr kumimoji="1" lang="en-US" altLang="zh-TW" dirty="0" smtClean="0"/>
              <a:t>Free</a:t>
            </a:r>
            <a:r>
              <a:rPr kumimoji="1" lang="zh-TW" altLang="en-US" dirty="0" smtClean="0"/>
              <a:t> </a:t>
            </a:r>
            <a:r>
              <a:rPr kumimoji="1" lang="en-US" altLang="zh-TW" dirty="0" smtClean="0"/>
              <a:t>BSD</a:t>
            </a:r>
          </a:p>
          <a:p>
            <a:pPr lvl="1"/>
            <a:r>
              <a:rPr kumimoji="1" lang="en-US" altLang="zh-TW" dirty="0" smtClean="0"/>
              <a:t>SUN</a:t>
            </a:r>
            <a:r>
              <a:rPr kumimoji="1" lang="zh-TW" altLang="en-US" dirty="0" smtClean="0"/>
              <a:t> </a:t>
            </a:r>
            <a:r>
              <a:rPr kumimoji="1" lang="en-US" altLang="zh-TW" dirty="0" smtClean="0"/>
              <a:t>Solaris,</a:t>
            </a:r>
            <a:r>
              <a:rPr kumimoji="1" lang="zh-TW" altLang="en-US" dirty="0" smtClean="0"/>
              <a:t> </a:t>
            </a:r>
            <a:r>
              <a:rPr kumimoji="1" lang="en-US" altLang="zh-TW" dirty="0" smtClean="0"/>
              <a:t>Open</a:t>
            </a:r>
            <a:r>
              <a:rPr kumimoji="1" lang="zh-TW" altLang="en-US" dirty="0" smtClean="0"/>
              <a:t> </a:t>
            </a:r>
            <a:r>
              <a:rPr kumimoji="1" lang="en-US" altLang="zh-TW" dirty="0" smtClean="0"/>
              <a:t>Solaris</a:t>
            </a:r>
          </a:p>
          <a:p>
            <a:pPr lvl="1"/>
            <a:r>
              <a:rPr kumimoji="1" lang="en-US" altLang="zh-TW" dirty="0" smtClean="0"/>
              <a:t>Mac</a:t>
            </a:r>
            <a:r>
              <a:rPr kumimoji="1" lang="zh-TW" altLang="en-US" dirty="0" smtClean="0"/>
              <a:t> </a:t>
            </a:r>
            <a:r>
              <a:rPr kumimoji="1" lang="en-US" altLang="zh-TW" dirty="0" smtClean="0"/>
              <a:t>OS</a:t>
            </a:r>
            <a:r>
              <a:rPr kumimoji="1" lang="zh-TW" altLang="en-US" dirty="0" smtClean="0"/>
              <a:t> </a:t>
            </a:r>
            <a:r>
              <a:rPr kumimoji="1" lang="en-US" altLang="zh-TW" dirty="0" smtClean="0"/>
              <a:t>X,</a:t>
            </a:r>
            <a:r>
              <a:rPr kumimoji="1" lang="zh-TW" altLang="en-US" dirty="0" smtClean="0"/>
              <a:t> </a:t>
            </a:r>
            <a:r>
              <a:rPr kumimoji="1" lang="en-US" altLang="zh-TW" dirty="0" err="1" smtClean="0"/>
              <a:t>iOS</a:t>
            </a:r>
            <a:endParaRPr kumimoji="1" lang="en-US" altLang="zh-TW" dirty="0" smtClean="0"/>
          </a:p>
          <a:p>
            <a:pPr lvl="1"/>
            <a:r>
              <a:rPr kumimoji="1" lang="en-US" altLang="zh-TW" dirty="0" smtClean="0"/>
              <a:t>Linux</a:t>
            </a:r>
            <a:endParaRPr kumimoji="1" lang="zh-TW" altLang="en-US" dirty="0"/>
          </a:p>
        </p:txBody>
      </p:sp>
    </p:spTree>
    <p:extLst>
      <p:ext uri="{BB962C8B-B14F-4D97-AF65-F5344CB8AC3E}">
        <p14:creationId xmlns:p14="http://schemas.microsoft.com/office/powerpoint/2010/main" val="23786539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0" y="0"/>
            <a:ext cx="13004800" cy="9054592"/>
          </a:xfrm>
          <a:prstGeom prst="rect">
            <a:avLst/>
          </a:prstGeom>
        </p:spPr>
      </p:pic>
      <p:sp>
        <p:nvSpPr>
          <p:cNvPr id="5" name="矩形 4"/>
          <p:cNvSpPr/>
          <p:nvPr/>
        </p:nvSpPr>
        <p:spPr>
          <a:xfrm>
            <a:off x="2723821" y="9054807"/>
            <a:ext cx="8482950" cy="1454755"/>
          </a:xfrm>
          <a:prstGeom prst="rect">
            <a:avLst/>
          </a:prstGeom>
        </p:spPr>
        <p:txBody>
          <a:bodyPr wrap="square" lIns="130046" tIns="65023" rIns="130046" bIns="65023">
            <a:spAutoFit/>
          </a:bodyPr>
          <a:lstStyle/>
          <a:p>
            <a:r>
              <a:rPr lang="en-US" altLang="zh-TW" dirty="0" smtClean="0"/>
              <a:t>http://</a:t>
            </a:r>
            <a:r>
              <a:rPr lang="en-US" altLang="zh-TW" dirty="0" err="1" smtClean="0"/>
              <a:t>zh.wikipedia.org</a:t>
            </a:r>
            <a:r>
              <a:rPr lang="en-US" altLang="zh-TW" dirty="0" smtClean="0"/>
              <a:t>/wiki/</a:t>
            </a:r>
            <a:r>
              <a:rPr lang="en-US" altLang="zh-TW" dirty="0" err="1" smtClean="0"/>
              <a:t>File:Unix_history-simple.svg</a:t>
            </a:r>
            <a:endParaRPr lang="zh-TW" altLang="en-US" dirty="0"/>
          </a:p>
        </p:txBody>
      </p:sp>
    </p:spTree>
    <p:extLst>
      <p:ext uri="{BB962C8B-B14F-4D97-AF65-F5344CB8AC3E}">
        <p14:creationId xmlns:p14="http://schemas.microsoft.com/office/powerpoint/2010/main" val="7692710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t>UNIX</a:t>
            </a:r>
            <a:r>
              <a:rPr kumimoji="1" lang="zh-TW" altLang="en-US" dirty="0" smtClean="0"/>
              <a:t>的好處</a:t>
            </a:r>
            <a:endParaRPr kumimoji="1" lang="zh-TW" altLang="en-US" dirty="0"/>
          </a:p>
        </p:txBody>
      </p:sp>
      <p:sp>
        <p:nvSpPr>
          <p:cNvPr id="3" name="內容版面配置區 2"/>
          <p:cNvSpPr>
            <a:spLocks noGrp="1"/>
          </p:cNvSpPr>
          <p:nvPr>
            <p:ph idx="1"/>
          </p:nvPr>
        </p:nvSpPr>
        <p:spPr/>
        <p:txBody>
          <a:bodyPr/>
          <a:lstStyle/>
          <a:p>
            <a:r>
              <a:rPr kumimoji="1" lang="en-US" altLang="zh-TW" dirty="0" smtClean="0"/>
              <a:t>Developer-friendly</a:t>
            </a:r>
          </a:p>
          <a:p>
            <a:pPr lvl="1"/>
            <a:r>
              <a:rPr kumimoji="1" lang="zh-TW" altLang="en-US" dirty="0" smtClean="0"/>
              <a:t>很多工具都是內建的</a:t>
            </a:r>
            <a:endParaRPr kumimoji="1" lang="en-US" altLang="zh-TW" dirty="0" smtClean="0"/>
          </a:p>
          <a:p>
            <a:r>
              <a:rPr kumimoji="1" lang="en-US" altLang="zh-TW" dirty="0" smtClean="0"/>
              <a:t>Fantastic</a:t>
            </a:r>
            <a:r>
              <a:rPr kumimoji="1" lang="zh-TW" altLang="en-US" dirty="0" smtClean="0"/>
              <a:t> </a:t>
            </a:r>
            <a:r>
              <a:rPr kumimoji="1" lang="en-US" altLang="zh-TW" dirty="0" smtClean="0"/>
              <a:t>Command</a:t>
            </a:r>
            <a:r>
              <a:rPr kumimoji="1" lang="zh-TW" altLang="en-US" dirty="0" smtClean="0"/>
              <a:t> </a:t>
            </a:r>
            <a:r>
              <a:rPr kumimoji="1" lang="en-US" altLang="zh-TW" dirty="0" smtClean="0"/>
              <a:t>Line</a:t>
            </a:r>
            <a:r>
              <a:rPr kumimoji="1" lang="zh-TW" altLang="en-US" dirty="0" smtClean="0"/>
              <a:t> </a:t>
            </a:r>
            <a:r>
              <a:rPr kumimoji="1" lang="en-US" altLang="zh-TW" dirty="0" smtClean="0"/>
              <a:t>Interface</a:t>
            </a:r>
          </a:p>
          <a:p>
            <a:r>
              <a:rPr kumimoji="1" lang="zh-TW" altLang="en-US" dirty="0" smtClean="0"/>
              <a:t>問題簡單化</a:t>
            </a:r>
            <a:endParaRPr kumimoji="1" lang="en-US" altLang="zh-TW" dirty="0" smtClean="0"/>
          </a:p>
          <a:p>
            <a:r>
              <a:rPr kumimoji="1" lang="zh-TW" altLang="en-US" strike="sngStrike" dirty="0" smtClean="0"/>
              <a:t>很潮</a:t>
            </a:r>
            <a:endParaRPr kumimoji="1" lang="en-US" altLang="zh-TW" strike="sngStrike" dirty="0" smtClean="0"/>
          </a:p>
          <a:p>
            <a:pPr lvl="1"/>
            <a:r>
              <a:rPr kumimoji="1" lang="en-US" altLang="zh-TW" dirty="0" smtClean="0"/>
              <a:t>Apple</a:t>
            </a:r>
            <a:r>
              <a:rPr kumimoji="1" lang="zh-TW" altLang="en-US" dirty="0" smtClean="0"/>
              <a:t> </a:t>
            </a:r>
            <a:r>
              <a:rPr kumimoji="1" lang="en-US" altLang="zh-TW" dirty="0" smtClean="0"/>
              <a:t>Mac</a:t>
            </a:r>
            <a:r>
              <a:rPr kumimoji="1" lang="zh-TW" altLang="en-US" dirty="0" smtClean="0"/>
              <a:t> </a:t>
            </a:r>
            <a:r>
              <a:rPr kumimoji="1" lang="en-US" altLang="zh-TW" dirty="0" smtClean="0"/>
              <a:t>OS</a:t>
            </a:r>
            <a:r>
              <a:rPr kumimoji="1" lang="zh-TW" altLang="en-US" dirty="0" smtClean="0"/>
              <a:t> </a:t>
            </a:r>
            <a:r>
              <a:rPr kumimoji="1" lang="en-US" altLang="zh-TW" dirty="0" smtClean="0"/>
              <a:t>X</a:t>
            </a:r>
            <a:r>
              <a:rPr kumimoji="1" lang="zh-TW" altLang="en-US" dirty="0" smtClean="0"/>
              <a:t>、</a:t>
            </a:r>
            <a:r>
              <a:rPr kumimoji="1" lang="en-US" altLang="zh-TW" dirty="0" err="1" smtClean="0"/>
              <a:t>iOS</a:t>
            </a:r>
            <a:r>
              <a:rPr kumimoji="1" lang="zh-TW" altLang="en-US" dirty="0" smtClean="0"/>
              <a:t> </a:t>
            </a:r>
            <a:endParaRPr kumimoji="1" lang="en-US" altLang="zh-TW" dirty="0" smtClean="0"/>
          </a:p>
          <a:p>
            <a:pPr lvl="1"/>
            <a:r>
              <a:rPr kumimoji="1" lang="en-US" altLang="zh-TW" dirty="0" smtClean="0"/>
              <a:t>Android</a:t>
            </a:r>
            <a:r>
              <a:rPr kumimoji="1" lang="zh-TW" altLang="en-US" dirty="0" smtClean="0"/>
              <a:t>底層使用</a:t>
            </a:r>
            <a:r>
              <a:rPr kumimoji="1" lang="en-US" altLang="zh-TW" dirty="0" smtClean="0"/>
              <a:t>Linux</a:t>
            </a:r>
          </a:p>
        </p:txBody>
      </p:sp>
    </p:spTree>
    <p:extLst>
      <p:ext uri="{BB962C8B-B14F-4D97-AF65-F5344CB8AC3E}">
        <p14:creationId xmlns:p14="http://schemas.microsoft.com/office/powerpoint/2010/main" val="3849720427"/>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dirty="0" smtClean="0"/>
              <a:t>如何取得</a:t>
            </a:r>
            <a:r>
              <a:rPr kumimoji="1" lang="en-US" altLang="zh-TW" dirty="0" smtClean="0"/>
              <a:t>UNIX?</a:t>
            </a:r>
            <a:endParaRPr kumimoji="1" lang="zh-TW" altLang="en-US" dirty="0"/>
          </a:p>
        </p:txBody>
      </p:sp>
      <p:sp>
        <p:nvSpPr>
          <p:cNvPr id="3" name="內容版面配置區 2"/>
          <p:cNvSpPr>
            <a:spLocks noGrp="1"/>
          </p:cNvSpPr>
          <p:nvPr>
            <p:ph idx="1"/>
          </p:nvPr>
        </p:nvSpPr>
        <p:spPr/>
        <p:txBody>
          <a:bodyPr/>
          <a:lstStyle/>
          <a:p>
            <a:r>
              <a:rPr kumimoji="1" lang="zh-TW" altLang="en-US" dirty="0" smtClean="0"/>
              <a:t>連線到工作站</a:t>
            </a:r>
            <a:endParaRPr kumimoji="1" lang="en-US" altLang="zh-TW" dirty="0" smtClean="0"/>
          </a:p>
          <a:p>
            <a:pPr lvl="1"/>
            <a:r>
              <a:rPr kumimoji="1" lang="zh-TW" altLang="en-US" dirty="0" smtClean="0"/>
              <a:t>系上工作站（</a:t>
            </a:r>
            <a:r>
              <a:rPr kumimoji="1" lang="en-US" altLang="zh-TW" dirty="0" smtClean="0"/>
              <a:t>BSD,</a:t>
            </a:r>
            <a:r>
              <a:rPr kumimoji="1" lang="zh-TW" altLang="en-US" dirty="0" smtClean="0"/>
              <a:t> </a:t>
            </a:r>
            <a:r>
              <a:rPr kumimoji="1" lang="en-US" altLang="zh-TW" dirty="0" smtClean="0"/>
              <a:t>Solaris,</a:t>
            </a:r>
            <a:r>
              <a:rPr kumimoji="1" lang="zh-TW" altLang="en-US" dirty="0" smtClean="0"/>
              <a:t> </a:t>
            </a:r>
            <a:r>
              <a:rPr kumimoji="1" lang="en-US" altLang="zh-TW" dirty="0" smtClean="0"/>
              <a:t>Linux</a:t>
            </a:r>
            <a:r>
              <a:rPr kumimoji="1" lang="zh-TW" altLang="en-US" dirty="0" smtClean="0"/>
              <a:t>）</a:t>
            </a:r>
            <a:endParaRPr kumimoji="1" lang="en-US" altLang="zh-TW" dirty="0" smtClean="0"/>
          </a:p>
          <a:p>
            <a:pPr lvl="1"/>
            <a:r>
              <a:rPr kumimoji="1" lang="zh-TW" altLang="en-US" dirty="0" smtClean="0"/>
              <a:t>若有需要我們也可提供</a:t>
            </a:r>
            <a:endParaRPr kumimoji="1" lang="en-US" altLang="zh-TW" dirty="0" smtClean="0"/>
          </a:p>
          <a:p>
            <a:r>
              <a:rPr kumimoji="1" lang="zh-TW" altLang="en-US" dirty="0" smtClean="0"/>
              <a:t>安裝在桌機上</a:t>
            </a:r>
            <a:endParaRPr kumimoji="1" lang="en-US" altLang="zh-TW" dirty="0" smtClean="0"/>
          </a:p>
          <a:p>
            <a:pPr lvl="1"/>
            <a:r>
              <a:rPr kumimoji="1" lang="en-US" altLang="zh-TW" dirty="0" smtClean="0"/>
              <a:t>Linux</a:t>
            </a:r>
          </a:p>
          <a:p>
            <a:pPr lvl="2"/>
            <a:r>
              <a:rPr kumimoji="1" lang="en-US" altLang="zh-TW" dirty="0" smtClean="0"/>
              <a:t>Ubuntu(</a:t>
            </a:r>
            <a:r>
              <a:rPr kumimoji="1" lang="en-US" altLang="zh-TW" dirty="0" smtClean="0">
                <a:hlinkClick r:id="rId2"/>
              </a:rPr>
              <a:t>http://</a:t>
            </a:r>
            <a:r>
              <a:rPr kumimoji="1" lang="en-US" altLang="zh-TW" dirty="0" err="1" smtClean="0">
                <a:hlinkClick r:id="rId2"/>
              </a:rPr>
              <a:t>www.ubuntu.com</a:t>
            </a:r>
            <a:r>
              <a:rPr kumimoji="1" lang="en-US" altLang="zh-TW" dirty="0" smtClean="0">
                <a:hlinkClick r:id="rId2"/>
              </a:rPr>
              <a:t>/</a:t>
            </a:r>
            <a:r>
              <a:rPr kumimoji="1" lang="en-US" altLang="zh-TW" dirty="0" smtClean="0"/>
              <a:t>)</a:t>
            </a:r>
          </a:p>
          <a:p>
            <a:pPr lvl="2"/>
            <a:r>
              <a:rPr kumimoji="1" lang="en-US" altLang="zh-TW" dirty="0" smtClean="0"/>
              <a:t>Fedora(</a:t>
            </a:r>
            <a:r>
              <a:rPr kumimoji="1" lang="en-US" altLang="zh-TW" dirty="0" smtClean="0">
                <a:hlinkClick r:id="rId3"/>
              </a:rPr>
              <a:t>https://</a:t>
            </a:r>
            <a:r>
              <a:rPr kumimoji="1" lang="en-US" altLang="zh-TW" dirty="0" err="1" smtClean="0">
                <a:hlinkClick r:id="rId3"/>
              </a:rPr>
              <a:t>fedoraproject.org</a:t>
            </a:r>
            <a:r>
              <a:rPr kumimoji="1" lang="en-US" altLang="zh-TW" dirty="0" smtClean="0">
                <a:hlinkClick r:id="rId3"/>
              </a:rPr>
              <a:t>/</a:t>
            </a:r>
            <a:r>
              <a:rPr kumimoji="1" lang="en-US" altLang="zh-TW" dirty="0" err="1" smtClean="0">
                <a:hlinkClick r:id="rId3"/>
              </a:rPr>
              <a:t>zh_TW</a:t>
            </a:r>
            <a:r>
              <a:rPr kumimoji="1" lang="en-US" altLang="zh-TW" dirty="0" smtClean="0">
                <a:hlinkClick r:id="rId3"/>
              </a:rPr>
              <a:t>/get-fedora</a:t>
            </a:r>
            <a:r>
              <a:rPr kumimoji="1" lang="en-US" altLang="zh-TW" dirty="0" smtClean="0"/>
              <a:t>)</a:t>
            </a:r>
          </a:p>
          <a:p>
            <a:pPr lvl="1"/>
            <a:r>
              <a:rPr kumimoji="1" lang="en-US" altLang="zh-TW" dirty="0" smtClean="0"/>
              <a:t>Mac</a:t>
            </a:r>
          </a:p>
        </p:txBody>
      </p:sp>
    </p:spTree>
    <p:extLst>
      <p:ext uri="{BB962C8B-B14F-4D97-AF65-F5344CB8AC3E}">
        <p14:creationId xmlns:p14="http://schemas.microsoft.com/office/powerpoint/2010/main" val="95764552"/>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zh-TW" altLang="en-US" dirty="0" smtClean="0"/>
              <a:t>連線到工作站上開發</a:t>
            </a:r>
            <a:endParaRPr kumimoji="1" lang="zh-TW" altLang="en-US" dirty="0"/>
          </a:p>
        </p:txBody>
      </p:sp>
      <p:sp>
        <p:nvSpPr>
          <p:cNvPr id="5" name="文字版面配置區 4"/>
          <p:cNvSpPr>
            <a:spLocks noGrp="1"/>
          </p:cNvSpPr>
          <p:nvPr>
            <p:ph type="body" idx="1"/>
          </p:nvPr>
        </p:nvSpPr>
        <p:spPr/>
        <p:txBody>
          <a:bodyPr/>
          <a:lstStyle/>
          <a:p>
            <a:r>
              <a:rPr kumimoji="1" lang="zh-TW" altLang="en-US" dirty="0" smtClean="0"/>
              <a:t>方法</a:t>
            </a:r>
            <a:r>
              <a:rPr kumimoji="1" lang="en-US" altLang="zh-TW" dirty="0" smtClean="0"/>
              <a:t>1</a:t>
            </a:r>
            <a:endParaRPr kumimoji="1" lang="zh-TW" altLang="en-US" dirty="0"/>
          </a:p>
        </p:txBody>
      </p:sp>
    </p:spTree>
    <p:extLst>
      <p:ext uri="{BB962C8B-B14F-4D97-AF65-F5344CB8AC3E}">
        <p14:creationId xmlns:p14="http://schemas.microsoft.com/office/powerpoint/2010/main" val="2297315446"/>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647536" y="4614164"/>
            <a:ext cx="262632" cy="793036"/>
          </a:xfrm>
          <a:prstGeom prst="rect">
            <a:avLst/>
          </a:prstGeom>
        </p:spPr>
        <p:txBody>
          <a:bodyPr wrap="none" lIns="130046" tIns="65023" rIns="130046" bIns="65023">
            <a:spAutoFit/>
          </a:bodyPr>
          <a:lstStyle/>
          <a:p>
            <a:endParaRPr lang="zh-TW" altLang="en-US" dirty="0"/>
          </a:p>
        </p:txBody>
      </p:sp>
      <p:sp>
        <p:nvSpPr>
          <p:cNvPr id="7" name="文字方塊 6"/>
          <p:cNvSpPr txBox="1"/>
          <p:nvPr/>
        </p:nvSpPr>
        <p:spPr>
          <a:xfrm>
            <a:off x="1428440" y="2694565"/>
            <a:ext cx="10036315" cy="4333494"/>
          </a:xfrm>
          <a:prstGeom prst="rect">
            <a:avLst/>
          </a:prstGeom>
          <a:noFill/>
        </p:spPr>
        <p:txBody>
          <a:bodyPr wrap="square" lIns="130046" tIns="65023" rIns="130046" bIns="65023" rtlCol="0">
            <a:spAutoFit/>
          </a:bodyPr>
          <a:lstStyle/>
          <a:p>
            <a:pPr algn="ctr"/>
            <a:r>
              <a:rPr lang="en-US" altLang="zh-TW" sz="13700" dirty="0"/>
              <a:t>Step</a:t>
            </a:r>
            <a:r>
              <a:rPr lang="zh-TW" altLang="en-US" sz="13700" dirty="0"/>
              <a:t> </a:t>
            </a:r>
            <a:r>
              <a:rPr lang="en-US" altLang="zh-TW" sz="13700" dirty="0"/>
              <a:t>1</a:t>
            </a:r>
          </a:p>
          <a:p>
            <a:pPr algn="ctr"/>
            <a:r>
              <a:rPr lang="zh-TW" altLang="en-US" sz="13700" dirty="0"/>
              <a:t>打開終端機</a:t>
            </a:r>
          </a:p>
        </p:txBody>
      </p:sp>
    </p:spTree>
    <p:extLst>
      <p:ext uri="{BB962C8B-B14F-4D97-AF65-F5344CB8AC3E}">
        <p14:creationId xmlns:p14="http://schemas.microsoft.com/office/powerpoint/2010/main" val="2911668743"/>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dirty="0" smtClean="0"/>
              <a:t>先下載連結工作站的程式</a:t>
            </a:r>
            <a:endParaRPr kumimoji="1" lang="zh-TW" altLang="en-US" dirty="0"/>
          </a:p>
        </p:txBody>
      </p:sp>
      <p:sp>
        <p:nvSpPr>
          <p:cNvPr id="3" name="內容版面配置區 2"/>
          <p:cNvSpPr>
            <a:spLocks noGrp="1"/>
          </p:cNvSpPr>
          <p:nvPr>
            <p:ph idx="1"/>
          </p:nvPr>
        </p:nvSpPr>
        <p:spPr/>
        <p:txBody>
          <a:bodyPr/>
          <a:lstStyle/>
          <a:p>
            <a:r>
              <a:rPr kumimoji="1" lang="en-US" altLang="zh-TW" dirty="0" smtClean="0"/>
              <a:t>Putty</a:t>
            </a:r>
          </a:p>
          <a:p>
            <a:pPr lvl="1"/>
            <a:r>
              <a:rPr kumimoji="1" lang="en-US" altLang="zh-TW" dirty="0" smtClean="0"/>
              <a:t>http://</a:t>
            </a:r>
            <a:r>
              <a:rPr kumimoji="1" lang="en-US" altLang="zh-TW" dirty="0" err="1" smtClean="0"/>
              <a:t>www.chiark.greenend.org.uk</a:t>
            </a:r>
            <a:r>
              <a:rPr kumimoji="1" lang="en-US" altLang="zh-TW" dirty="0" smtClean="0"/>
              <a:t>/~</a:t>
            </a:r>
            <a:r>
              <a:rPr kumimoji="1" lang="en-US" altLang="zh-TW" dirty="0" err="1" smtClean="0"/>
              <a:t>sgtatham</a:t>
            </a:r>
            <a:r>
              <a:rPr kumimoji="1" lang="en-US" altLang="zh-TW" dirty="0" smtClean="0"/>
              <a:t>/putty/</a:t>
            </a:r>
            <a:r>
              <a:rPr kumimoji="1" lang="en-US" altLang="zh-TW" dirty="0" err="1" smtClean="0"/>
              <a:t>download.html</a:t>
            </a:r>
            <a:endParaRPr kumimoji="1" lang="en-US" altLang="zh-TW" dirty="0" smtClean="0"/>
          </a:p>
          <a:p>
            <a:r>
              <a:rPr kumimoji="1" lang="en-US" altLang="zh-TW" dirty="0" err="1" smtClean="0"/>
              <a:t>Pietty</a:t>
            </a:r>
            <a:endParaRPr kumimoji="1" lang="en-US" altLang="zh-TW" dirty="0" smtClean="0"/>
          </a:p>
          <a:p>
            <a:pPr lvl="1"/>
            <a:r>
              <a:rPr kumimoji="1" lang="en-US" altLang="zh-TW" dirty="0" smtClean="0"/>
              <a:t>http://</a:t>
            </a:r>
            <a:r>
              <a:rPr kumimoji="1" lang="en-US" altLang="zh-TW" dirty="0" err="1" smtClean="0"/>
              <a:t>ntu.csie.org</a:t>
            </a:r>
            <a:r>
              <a:rPr kumimoji="1" lang="en-US" altLang="zh-TW" dirty="0" smtClean="0"/>
              <a:t>/~</a:t>
            </a:r>
            <a:r>
              <a:rPr kumimoji="1" lang="en-US" altLang="zh-TW" dirty="0" err="1" smtClean="0"/>
              <a:t>piaip</a:t>
            </a:r>
            <a:r>
              <a:rPr kumimoji="1" lang="en-US" altLang="zh-TW" dirty="0" smtClean="0"/>
              <a:t>/</a:t>
            </a:r>
            <a:r>
              <a:rPr kumimoji="1" lang="en-US" altLang="zh-TW" dirty="0" err="1" smtClean="0"/>
              <a:t>pietty</a:t>
            </a:r>
            <a:r>
              <a:rPr kumimoji="1" lang="en-US" altLang="zh-TW" dirty="0" smtClean="0"/>
              <a:t>/</a:t>
            </a:r>
            <a:endParaRPr kumimoji="1" lang="zh-TW" altLang="en-US" dirty="0"/>
          </a:p>
        </p:txBody>
      </p:sp>
    </p:spTree>
    <p:extLst>
      <p:ext uri="{BB962C8B-B14F-4D97-AF65-F5344CB8AC3E}">
        <p14:creationId xmlns:p14="http://schemas.microsoft.com/office/powerpoint/2010/main" val="36599398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dirty="0" smtClean="0"/>
              <a:t>直接打開</a:t>
            </a:r>
            <a:r>
              <a:rPr kumimoji="1" lang="en-US" altLang="zh-TW" dirty="0" smtClean="0"/>
              <a:t>Putty/</a:t>
            </a:r>
            <a:r>
              <a:rPr kumimoji="1" lang="en-US" altLang="zh-TW" dirty="0" err="1" smtClean="0"/>
              <a:t>Pietty</a:t>
            </a:r>
            <a:endParaRPr kumimoji="1" lang="zh-TW" altLang="en-US" dirty="0"/>
          </a:p>
        </p:txBody>
      </p:sp>
      <p:pic>
        <p:nvPicPr>
          <p:cNvPr id="4" name="圖片 3" descr="w-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6325" y="2201899"/>
            <a:ext cx="9097262" cy="6839710"/>
          </a:xfrm>
          <a:prstGeom prst="rect">
            <a:avLst/>
          </a:prstGeom>
        </p:spPr>
      </p:pic>
    </p:spTree>
    <p:extLst>
      <p:ext uri="{BB962C8B-B14F-4D97-AF65-F5344CB8AC3E}">
        <p14:creationId xmlns:p14="http://schemas.microsoft.com/office/powerpoint/2010/main" val="6413097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dirty="0" smtClean="0"/>
              <a:t>輸入工作站</a:t>
            </a:r>
            <a:r>
              <a:rPr kumimoji="1" lang="en-US" altLang="zh-TW" dirty="0" smtClean="0"/>
              <a:t>IP</a:t>
            </a:r>
            <a:r>
              <a:rPr kumimoji="1" lang="zh-TW" altLang="en-US" dirty="0" smtClean="0"/>
              <a:t>並連線</a:t>
            </a:r>
            <a:endParaRPr kumimoji="1" lang="zh-TW" altLang="en-US" dirty="0"/>
          </a:p>
        </p:txBody>
      </p:sp>
      <p:pic>
        <p:nvPicPr>
          <p:cNvPr id="3" name="圖片 2" descr="w-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2421" y="2149154"/>
            <a:ext cx="7305670" cy="7101426"/>
          </a:xfrm>
          <a:prstGeom prst="rect">
            <a:avLst/>
          </a:prstGeom>
        </p:spPr>
      </p:pic>
    </p:spTree>
    <p:extLst>
      <p:ext uri="{BB962C8B-B14F-4D97-AF65-F5344CB8AC3E}">
        <p14:creationId xmlns:p14="http://schemas.microsoft.com/office/powerpoint/2010/main" val="11569032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dirty="0" smtClean="0"/>
              <a:t>按「是」認證</a:t>
            </a:r>
            <a:r>
              <a:rPr kumimoji="1" lang="en-US" altLang="zh-TW" dirty="0" smtClean="0"/>
              <a:t>RSA</a:t>
            </a:r>
            <a:r>
              <a:rPr kumimoji="1" lang="zh-TW" altLang="en-US" dirty="0" smtClean="0"/>
              <a:t> </a:t>
            </a:r>
            <a:r>
              <a:rPr kumimoji="1" lang="en-US" altLang="zh-TW" dirty="0" smtClean="0"/>
              <a:t>Key</a:t>
            </a:r>
            <a:endParaRPr kumimoji="1" lang="zh-TW" altLang="en-US" dirty="0"/>
          </a:p>
        </p:txBody>
      </p:sp>
      <p:pic>
        <p:nvPicPr>
          <p:cNvPr id="3" name="圖片 2" descr="w-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9843" y="2213773"/>
            <a:ext cx="10653026" cy="6900617"/>
          </a:xfrm>
          <a:prstGeom prst="rect">
            <a:avLst/>
          </a:prstGeom>
        </p:spPr>
      </p:pic>
    </p:spTree>
    <p:extLst>
      <p:ext uri="{BB962C8B-B14F-4D97-AF65-F5344CB8AC3E}">
        <p14:creationId xmlns:p14="http://schemas.microsoft.com/office/powerpoint/2010/main" val="36282560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dirty="0" smtClean="0"/>
              <a:t>就可以用了！</a:t>
            </a:r>
            <a:endParaRPr kumimoji="1" lang="zh-TW" altLang="en-US" dirty="0"/>
          </a:p>
        </p:txBody>
      </p:sp>
      <p:pic>
        <p:nvPicPr>
          <p:cNvPr id="3" name="圖片 2" descr="w-4.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6324" y="2130653"/>
            <a:ext cx="9782852" cy="6230746"/>
          </a:xfrm>
          <a:prstGeom prst="rect">
            <a:avLst/>
          </a:prstGeom>
        </p:spPr>
      </p:pic>
    </p:spTree>
    <p:extLst>
      <p:ext uri="{BB962C8B-B14F-4D97-AF65-F5344CB8AC3E}">
        <p14:creationId xmlns:p14="http://schemas.microsoft.com/office/powerpoint/2010/main" val="25764905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dirty="0" smtClean="0"/>
              <a:t>在</a:t>
            </a:r>
            <a:r>
              <a:rPr kumimoji="1" lang="en-US" altLang="zh-TW" dirty="0" smtClean="0"/>
              <a:t>UNIX</a:t>
            </a:r>
            <a:r>
              <a:rPr kumimoji="1" lang="zh-TW" altLang="en-US" dirty="0" smtClean="0"/>
              <a:t>環境下直接開發</a:t>
            </a:r>
            <a:endParaRPr kumimoji="1" lang="zh-TW" altLang="en-US" dirty="0"/>
          </a:p>
        </p:txBody>
      </p:sp>
      <p:sp>
        <p:nvSpPr>
          <p:cNvPr id="3" name="文字版面配置區 2"/>
          <p:cNvSpPr>
            <a:spLocks noGrp="1"/>
          </p:cNvSpPr>
          <p:nvPr>
            <p:ph type="body" idx="1"/>
          </p:nvPr>
        </p:nvSpPr>
        <p:spPr/>
        <p:txBody>
          <a:bodyPr/>
          <a:lstStyle/>
          <a:p>
            <a:r>
              <a:rPr kumimoji="1" lang="zh-TW" altLang="en-US" dirty="0" smtClean="0"/>
              <a:t>方法</a:t>
            </a:r>
            <a:r>
              <a:rPr kumimoji="1" lang="en-US" altLang="zh-TW" dirty="0" smtClean="0"/>
              <a:t>2</a:t>
            </a:r>
            <a:endParaRPr kumimoji="1" lang="zh-TW" altLang="en-US" dirty="0"/>
          </a:p>
        </p:txBody>
      </p:sp>
    </p:spTree>
    <p:extLst>
      <p:ext uri="{BB962C8B-B14F-4D97-AF65-F5344CB8AC3E}">
        <p14:creationId xmlns:p14="http://schemas.microsoft.com/office/powerpoint/2010/main" val="1485702120"/>
      </p:ext>
    </p:extLst>
  </p:cSld>
  <p:clrMapOvr>
    <a:masterClrMapping/>
  </p:clrMapOvr>
  <p:timing>
    <p:tnLst>
      <p:par>
        <p:cTn xmlns:p14="http://schemas.microsoft.com/office/powerpoint/2010/mai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647536" y="4614164"/>
            <a:ext cx="262632" cy="793036"/>
          </a:xfrm>
          <a:prstGeom prst="rect">
            <a:avLst/>
          </a:prstGeom>
        </p:spPr>
        <p:txBody>
          <a:bodyPr wrap="none" lIns="130046" tIns="65023" rIns="130046" bIns="65023">
            <a:spAutoFit/>
          </a:bodyPr>
          <a:lstStyle/>
          <a:p>
            <a:endParaRPr lang="zh-TW" altLang="en-US" dirty="0"/>
          </a:p>
        </p:txBody>
      </p:sp>
      <p:sp>
        <p:nvSpPr>
          <p:cNvPr id="7" name="文字方塊 6"/>
          <p:cNvSpPr txBox="1"/>
          <p:nvPr/>
        </p:nvSpPr>
        <p:spPr>
          <a:xfrm>
            <a:off x="1428440" y="2694565"/>
            <a:ext cx="10036315" cy="4333494"/>
          </a:xfrm>
          <a:prstGeom prst="rect">
            <a:avLst/>
          </a:prstGeom>
          <a:noFill/>
        </p:spPr>
        <p:txBody>
          <a:bodyPr wrap="square" lIns="130046" tIns="65023" rIns="130046" bIns="65023" rtlCol="0">
            <a:spAutoFit/>
          </a:bodyPr>
          <a:lstStyle/>
          <a:p>
            <a:pPr algn="ctr"/>
            <a:r>
              <a:rPr lang="en-US" altLang="zh-TW" sz="13700" dirty="0"/>
              <a:t>Step</a:t>
            </a:r>
            <a:r>
              <a:rPr lang="zh-TW" altLang="en-US" sz="13700" dirty="0"/>
              <a:t> </a:t>
            </a:r>
            <a:r>
              <a:rPr lang="en-US" altLang="zh-TW" sz="13700" dirty="0"/>
              <a:t>1</a:t>
            </a:r>
          </a:p>
          <a:p>
            <a:pPr algn="ctr"/>
            <a:r>
              <a:rPr lang="zh-TW" altLang="en-US" sz="13700" dirty="0"/>
              <a:t>打開終端機</a:t>
            </a:r>
          </a:p>
        </p:txBody>
      </p:sp>
    </p:spTree>
    <p:extLst>
      <p:ext uri="{BB962C8B-B14F-4D97-AF65-F5344CB8AC3E}">
        <p14:creationId xmlns:p14="http://schemas.microsoft.com/office/powerpoint/2010/main" val="1706670394"/>
      </p:ext>
    </p:extLst>
  </p:cSld>
  <p:clrMapOvr>
    <a:masterClrMapping/>
  </p:clrMapOvr>
  <p:timing>
    <p:tnLst>
      <p:par>
        <p:cTn xmlns:p14="http://schemas.microsoft.com/office/powerpoint/2010/mai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1"/>
          <p:cNvSpPr txBox="1">
            <a:spLocks/>
          </p:cNvSpPr>
          <p:nvPr/>
        </p:nvSpPr>
        <p:spPr>
          <a:xfrm>
            <a:off x="698362" y="4064510"/>
            <a:ext cx="11704320" cy="1099308"/>
          </a:xfrm>
          <a:prstGeom prst="rect">
            <a:avLst/>
          </a:prstGeom>
        </p:spPr>
        <p:txBody>
          <a:bodyPr lIns="130046" tIns="65023" rIns="130046" bIns="65023"/>
          <a:lstStyle>
            <a:lvl1pPr algn="ctr" defTabSz="457200" rtl="0" eaLnBrk="1" latinLnBrk="0" hangingPunct="1">
              <a:spcBef>
                <a:spcPct val="0"/>
              </a:spcBef>
              <a:buNone/>
              <a:defRPr sz="4400" kern="1200">
                <a:solidFill>
                  <a:schemeClr val="tx1"/>
                </a:solidFill>
                <a:latin typeface="+mj-lt"/>
                <a:ea typeface="+mj-ea"/>
                <a:cs typeface="+mj-cs"/>
              </a:defRPr>
            </a:lvl1pPr>
          </a:lstStyle>
          <a:p>
            <a:r>
              <a:rPr kumimoji="1" lang="en-US" altLang="zh-TW" smtClean="0"/>
              <a:t>For</a:t>
            </a:r>
            <a:r>
              <a:rPr kumimoji="1" lang="zh-TW" altLang="en-US" smtClean="0"/>
              <a:t> </a:t>
            </a:r>
            <a:r>
              <a:rPr kumimoji="1" lang="en-US" altLang="zh-TW" smtClean="0"/>
              <a:t>Mac</a:t>
            </a:r>
            <a:r>
              <a:rPr kumimoji="1" lang="zh-TW" altLang="en-US" smtClean="0"/>
              <a:t> </a:t>
            </a:r>
            <a:r>
              <a:rPr kumimoji="1" lang="en-US" altLang="zh-TW" smtClean="0"/>
              <a:t>User</a:t>
            </a:r>
            <a:endParaRPr kumimoji="1" lang="zh-TW" altLang="en-US" dirty="0"/>
          </a:p>
        </p:txBody>
      </p:sp>
    </p:spTree>
    <p:extLst>
      <p:ext uri="{BB962C8B-B14F-4D97-AF65-F5344CB8AC3E}">
        <p14:creationId xmlns:p14="http://schemas.microsoft.com/office/powerpoint/2010/main" val="17905641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50240" y="390597"/>
            <a:ext cx="11704320" cy="1099308"/>
          </a:xfrm>
        </p:spPr>
        <p:txBody>
          <a:bodyPr/>
          <a:lstStyle/>
          <a:p>
            <a:r>
              <a:rPr kumimoji="1" lang="en-US" altLang="zh-TW" dirty="0" smtClean="0"/>
              <a:t>For</a:t>
            </a:r>
            <a:r>
              <a:rPr kumimoji="1" lang="zh-TW" altLang="en-US" dirty="0" smtClean="0"/>
              <a:t> </a:t>
            </a:r>
            <a:r>
              <a:rPr kumimoji="1" lang="en-US" altLang="zh-TW" dirty="0" smtClean="0"/>
              <a:t>Mac</a:t>
            </a:r>
            <a:r>
              <a:rPr kumimoji="1" lang="zh-TW" altLang="en-US" dirty="0" smtClean="0"/>
              <a:t> </a:t>
            </a:r>
            <a:r>
              <a:rPr kumimoji="1" lang="en-US" altLang="zh-TW" dirty="0" smtClean="0"/>
              <a:t>User</a:t>
            </a:r>
            <a:endParaRPr kumimoji="1" lang="zh-TW" altLang="en-US" dirty="0"/>
          </a:p>
        </p:txBody>
      </p:sp>
      <p:pic>
        <p:nvPicPr>
          <p:cNvPr id="5" name="圖片 4" desc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067" y="1844791"/>
            <a:ext cx="11357446" cy="7737404"/>
          </a:xfrm>
          <a:prstGeom prst="rect">
            <a:avLst/>
          </a:prstGeom>
        </p:spPr>
      </p:pic>
    </p:spTree>
    <p:extLst>
      <p:ext uri="{BB962C8B-B14F-4D97-AF65-F5344CB8AC3E}">
        <p14:creationId xmlns:p14="http://schemas.microsoft.com/office/powerpoint/2010/main" val="779081450"/>
      </p:ext>
    </p:extLst>
  </p:cSld>
  <p:clrMapOvr>
    <a:masterClrMapping/>
  </p:clrMapOvr>
  <p:timing>
    <p:tnLst>
      <p:par>
        <p:cTn xmlns:p14="http://schemas.microsoft.com/office/powerpoint/2010/mai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50240" y="390597"/>
            <a:ext cx="11704320" cy="1099308"/>
          </a:xfrm>
        </p:spPr>
        <p:txBody>
          <a:bodyPr/>
          <a:lstStyle/>
          <a:p>
            <a:r>
              <a:rPr kumimoji="1" lang="en-US" altLang="zh-TW" dirty="0" smtClean="0"/>
              <a:t>For</a:t>
            </a:r>
            <a:r>
              <a:rPr kumimoji="1" lang="zh-TW" altLang="en-US" dirty="0" smtClean="0"/>
              <a:t> </a:t>
            </a:r>
            <a:r>
              <a:rPr kumimoji="1" lang="en-US" altLang="zh-TW" dirty="0" smtClean="0"/>
              <a:t>Mac</a:t>
            </a:r>
            <a:r>
              <a:rPr kumimoji="1" lang="zh-TW" altLang="en-US" dirty="0" smtClean="0"/>
              <a:t> </a:t>
            </a:r>
            <a:r>
              <a:rPr kumimoji="1" lang="en-US" altLang="zh-TW" dirty="0" smtClean="0"/>
              <a:t>User</a:t>
            </a:r>
            <a:endParaRPr kumimoji="1" lang="zh-TW" altLang="en-US" dirty="0"/>
          </a:p>
        </p:txBody>
      </p:sp>
      <p:pic>
        <p:nvPicPr>
          <p:cNvPr id="6" name="圖片 5" descr="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7882" y="1606412"/>
            <a:ext cx="11378170" cy="7791194"/>
          </a:xfrm>
          <a:prstGeom prst="rect">
            <a:avLst/>
          </a:prstGeom>
        </p:spPr>
      </p:pic>
    </p:spTree>
    <p:extLst>
      <p:ext uri="{BB962C8B-B14F-4D97-AF65-F5344CB8AC3E}">
        <p14:creationId xmlns:p14="http://schemas.microsoft.com/office/powerpoint/2010/main" val="2875738760"/>
      </p:ext>
    </p:extLst>
  </p:cSld>
  <p:clrMapOvr>
    <a:masterClrMapping/>
  </p:clrMapOvr>
  <p:timing>
    <p:tnLst>
      <p:par>
        <p:cTn xmlns:p14="http://schemas.microsoft.com/office/powerpoint/2010/mai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50240" y="390596"/>
            <a:ext cx="11704320" cy="1415748"/>
          </a:xfrm>
        </p:spPr>
        <p:txBody>
          <a:bodyPr/>
          <a:lstStyle/>
          <a:p>
            <a:r>
              <a:rPr kumimoji="1" lang="en-US" altLang="zh-TW" dirty="0" smtClean="0"/>
              <a:t>For</a:t>
            </a:r>
            <a:r>
              <a:rPr kumimoji="1" lang="zh-TW" altLang="en-US" dirty="0" smtClean="0"/>
              <a:t> </a:t>
            </a:r>
            <a:r>
              <a:rPr kumimoji="1" lang="en-US" altLang="zh-TW" dirty="0" smtClean="0"/>
              <a:t>Mac</a:t>
            </a:r>
            <a:r>
              <a:rPr kumimoji="1" lang="zh-TW" altLang="en-US" dirty="0" smtClean="0"/>
              <a:t> </a:t>
            </a:r>
            <a:r>
              <a:rPr kumimoji="1" lang="en-US" altLang="zh-TW" dirty="0" smtClean="0"/>
              <a:t>user</a:t>
            </a:r>
            <a:endParaRPr kumimoji="1" lang="zh-TW" altLang="en-US" dirty="0"/>
          </a:p>
        </p:txBody>
      </p:sp>
      <p:pic>
        <p:nvPicPr>
          <p:cNvPr id="3" name="圖片 2" descr="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8054" y="1600668"/>
            <a:ext cx="9769668" cy="8034267"/>
          </a:xfrm>
          <a:prstGeom prst="rect">
            <a:avLst/>
          </a:prstGeom>
        </p:spPr>
      </p:pic>
    </p:spTree>
    <p:extLst>
      <p:ext uri="{BB962C8B-B14F-4D97-AF65-F5344CB8AC3E}">
        <p14:creationId xmlns:p14="http://schemas.microsoft.com/office/powerpoint/2010/main" val="23297577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50240" y="3199000"/>
            <a:ext cx="11704320" cy="1625600"/>
          </a:xfrm>
        </p:spPr>
        <p:txBody>
          <a:bodyPr/>
          <a:lstStyle/>
          <a:p>
            <a:r>
              <a:rPr kumimoji="1" lang="en-US" altLang="zh-TW" dirty="0" smtClean="0"/>
              <a:t>For</a:t>
            </a:r>
            <a:r>
              <a:rPr kumimoji="1" lang="zh-TW" altLang="en-US" dirty="0" smtClean="0"/>
              <a:t> </a:t>
            </a:r>
            <a:r>
              <a:rPr kumimoji="1" lang="en-US" altLang="zh-TW" dirty="0" smtClean="0"/>
              <a:t>Fedora</a:t>
            </a:r>
            <a:r>
              <a:rPr kumimoji="1" lang="zh-TW" altLang="en-US" dirty="0" smtClean="0"/>
              <a:t> </a:t>
            </a:r>
            <a:r>
              <a:rPr kumimoji="1" lang="en-US" altLang="zh-TW" dirty="0" smtClean="0"/>
              <a:t>Linux</a:t>
            </a:r>
            <a:r>
              <a:rPr kumimoji="1" lang="zh-TW" altLang="en-US" dirty="0" smtClean="0"/>
              <a:t> </a:t>
            </a:r>
            <a:r>
              <a:rPr kumimoji="1" lang="en-US" altLang="zh-TW" dirty="0" smtClean="0"/>
              <a:t>User</a:t>
            </a:r>
            <a:endParaRPr kumimoji="1" lang="zh-TW" altLang="en-US" dirty="0"/>
          </a:p>
        </p:txBody>
      </p:sp>
    </p:spTree>
    <p:extLst>
      <p:ext uri="{BB962C8B-B14F-4D97-AF65-F5344CB8AC3E}">
        <p14:creationId xmlns:p14="http://schemas.microsoft.com/office/powerpoint/2010/main" val="27620586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t>For</a:t>
            </a:r>
            <a:r>
              <a:rPr kumimoji="1" lang="zh-TW" altLang="en-US" dirty="0" smtClean="0"/>
              <a:t> </a:t>
            </a:r>
            <a:r>
              <a:rPr kumimoji="1" lang="en-US" altLang="zh-TW" dirty="0" smtClean="0"/>
              <a:t>Fedora</a:t>
            </a:r>
            <a:r>
              <a:rPr kumimoji="1" lang="zh-TW" altLang="en-US" dirty="0" smtClean="0"/>
              <a:t> </a:t>
            </a:r>
            <a:r>
              <a:rPr kumimoji="1" lang="en-US" altLang="zh-TW" dirty="0" smtClean="0"/>
              <a:t>Linux</a:t>
            </a:r>
            <a:r>
              <a:rPr kumimoji="1" lang="zh-TW" altLang="en-US" dirty="0" smtClean="0"/>
              <a:t> </a:t>
            </a:r>
            <a:r>
              <a:rPr kumimoji="1" lang="en-US" altLang="zh-TW" dirty="0" smtClean="0"/>
              <a:t>User</a:t>
            </a:r>
            <a:endParaRPr kumimoji="1" lang="zh-TW" altLang="en-US" dirty="0"/>
          </a:p>
        </p:txBody>
      </p:sp>
      <p:pic>
        <p:nvPicPr>
          <p:cNvPr id="3" name="圖片 2" descr="f-0.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183" y="1852688"/>
            <a:ext cx="10257493" cy="7703137"/>
          </a:xfrm>
          <a:prstGeom prst="rect">
            <a:avLst/>
          </a:prstGeom>
        </p:spPr>
      </p:pic>
    </p:spTree>
    <p:extLst>
      <p:ext uri="{BB962C8B-B14F-4D97-AF65-F5344CB8AC3E}">
        <p14:creationId xmlns:p14="http://schemas.microsoft.com/office/powerpoint/2010/main" val="42104803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t>For</a:t>
            </a:r>
            <a:r>
              <a:rPr kumimoji="1" lang="zh-TW" altLang="en-US" dirty="0" smtClean="0"/>
              <a:t> </a:t>
            </a:r>
            <a:r>
              <a:rPr kumimoji="1" lang="en-US" altLang="zh-TW" dirty="0" smtClean="0"/>
              <a:t>Fedora</a:t>
            </a:r>
            <a:r>
              <a:rPr kumimoji="1" lang="zh-TW" altLang="en-US" dirty="0" smtClean="0"/>
              <a:t> </a:t>
            </a:r>
            <a:r>
              <a:rPr kumimoji="1" lang="en-US" altLang="zh-TW" dirty="0" smtClean="0"/>
              <a:t>Linux</a:t>
            </a:r>
            <a:r>
              <a:rPr kumimoji="1" lang="zh-TW" altLang="en-US" dirty="0" smtClean="0"/>
              <a:t> </a:t>
            </a:r>
            <a:r>
              <a:rPr kumimoji="1" lang="en-US" altLang="zh-TW" dirty="0" smtClean="0"/>
              <a:t>User</a:t>
            </a:r>
            <a:r>
              <a:rPr kumimoji="1" lang="zh-TW" altLang="en-US" dirty="0" smtClean="0"/>
              <a:t> </a:t>
            </a:r>
            <a:endParaRPr kumimoji="1" lang="zh-TW" altLang="en-US" dirty="0"/>
          </a:p>
        </p:txBody>
      </p:sp>
      <p:pic>
        <p:nvPicPr>
          <p:cNvPr id="4" name="圖片 3" descr="f-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5821" y="1915055"/>
            <a:ext cx="9743300" cy="7297960"/>
          </a:xfrm>
          <a:prstGeom prst="rect">
            <a:avLst/>
          </a:prstGeom>
        </p:spPr>
      </p:pic>
    </p:spTree>
    <p:extLst>
      <p:ext uri="{BB962C8B-B14F-4D97-AF65-F5344CB8AC3E}">
        <p14:creationId xmlns:p14="http://schemas.microsoft.com/office/powerpoint/2010/main" val="27760975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t>For</a:t>
            </a:r>
            <a:r>
              <a:rPr kumimoji="1" lang="zh-TW" altLang="en-US" dirty="0" smtClean="0"/>
              <a:t> </a:t>
            </a:r>
            <a:r>
              <a:rPr kumimoji="1" lang="en-US" altLang="zh-TW" dirty="0" smtClean="0"/>
              <a:t>Fedora</a:t>
            </a:r>
            <a:r>
              <a:rPr kumimoji="1" lang="zh-TW" altLang="en-US" dirty="0" smtClean="0"/>
              <a:t> </a:t>
            </a:r>
            <a:r>
              <a:rPr kumimoji="1" lang="en-US" altLang="zh-TW" dirty="0" smtClean="0"/>
              <a:t>Linux</a:t>
            </a:r>
            <a:r>
              <a:rPr kumimoji="1" lang="zh-TW" altLang="en-US" dirty="0" smtClean="0"/>
              <a:t> </a:t>
            </a:r>
            <a:r>
              <a:rPr kumimoji="1" lang="en-US" altLang="zh-TW" dirty="0" smtClean="0"/>
              <a:t>User</a:t>
            </a:r>
            <a:endParaRPr kumimoji="1" lang="zh-TW" altLang="en-US" dirty="0"/>
          </a:p>
        </p:txBody>
      </p:sp>
      <p:pic>
        <p:nvPicPr>
          <p:cNvPr id="3" name="圖片 2" descr="f-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7095" y="1930201"/>
            <a:ext cx="10387113" cy="7823398"/>
          </a:xfrm>
          <a:prstGeom prst="rect">
            <a:avLst/>
          </a:prstGeom>
        </p:spPr>
      </p:pic>
    </p:spTree>
    <p:extLst>
      <p:ext uri="{BB962C8B-B14F-4D97-AF65-F5344CB8AC3E}">
        <p14:creationId xmlns:p14="http://schemas.microsoft.com/office/powerpoint/2010/main" val="19957111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t>For</a:t>
            </a:r>
            <a:r>
              <a:rPr kumimoji="1" lang="zh-TW" altLang="en-US" dirty="0" smtClean="0"/>
              <a:t> </a:t>
            </a:r>
            <a:r>
              <a:rPr kumimoji="1" lang="en-US" altLang="zh-TW" dirty="0" smtClean="0"/>
              <a:t>Fedora</a:t>
            </a:r>
            <a:r>
              <a:rPr kumimoji="1" lang="zh-TW" altLang="en-US" dirty="0" smtClean="0"/>
              <a:t> </a:t>
            </a:r>
            <a:r>
              <a:rPr kumimoji="1" lang="en-US" altLang="zh-TW" dirty="0" smtClean="0"/>
              <a:t>Linux</a:t>
            </a:r>
            <a:r>
              <a:rPr kumimoji="1" lang="zh-TW" altLang="en-US" dirty="0" smtClean="0"/>
              <a:t> </a:t>
            </a:r>
            <a:r>
              <a:rPr kumimoji="1" lang="en-US" altLang="zh-TW" dirty="0" smtClean="0"/>
              <a:t>User</a:t>
            </a:r>
            <a:endParaRPr kumimoji="1" lang="zh-TW" altLang="en-US" dirty="0"/>
          </a:p>
        </p:txBody>
      </p:sp>
      <p:pic>
        <p:nvPicPr>
          <p:cNvPr id="3" name="圖片 2" descr="f-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4928" y="2016197"/>
            <a:ext cx="9901513" cy="7428550"/>
          </a:xfrm>
          <a:prstGeom prst="rect">
            <a:avLst/>
          </a:prstGeom>
        </p:spPr>
      </p:pic>
    </p:spTree>
    <p:extLst>
      <p:ext uri="{BB962C8B-B14F-4D97-AF65-F5344CB8AC3E}">
        <p14:creationId xmlns:p14="http://schemas.microsoft.com/office/powerpoint/2010/main" val="31814713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smtClean="0"/>
              <a:t>For</a:t>
            </a:r>
            <a:r>
              <a:rPr kumimoji="1" lang="zh-TW" altLang="en-US" dirty="0" smtClean="0"/>
              <a:t> </a:t>
            </a:r>
            <a:r>
              <a:rPr kumimoji="1" lang="en-US" altLang="zh-TW" dirty="0" smtClean="0"/>
              <a:t>Fedora</a:t>
            </a:r>
            <a:r>
              <a:rPr kumimoji="1" lang="zh-TW" altLang="en-US" dirty="0" smtClean="0"/>
              <a:t> </a:t>
            </a:r>
            <a:r>
              <a:rPr kumimoji="1" lang="en-US" altLang="zh-TW" dirty="0" smtClean="0"/>
              <a:t>Linux</a:t>
            </a:r>
            <a:r>
              <a:rPr kumimoji="1" lang="zh-TW" altLang="en-US" dirty="0" smtClean="0"/>
              <a:t> </a:t>
            </a:r>
            <a:r>
              <a:rPr kumimoji="1" lang="en-US" altLang="zh-TW" dirty="0" smtClean="0"/>
              <a:t>User</a:t>
            </a:r>
            <a:endParaRPr kumimoji="1" lang="zh-TW" altLang="en-US" dirty="0"/>
          </a:p>
        </p:txBody>
      </p:sp>
      <p:pic>
        <p:nvPicPr>
          <p:cNvPr id="3" name="圖片 2" descr="f-4.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183" y="2016197"/>
            <a:ext cx="10257493" cy="7720694"/>
          </a:xfrm>
          <a:prstGeom prst="rect">
            <a:avLst/>
          </a:prstGeom>
        </p:spPr>
      </p:pic>
    </p:spTree>
    <p:extLst>
      <p:ext uri="{BB962C8B-B14F-4D97-AF65-F5344CB8AC3E}">
        <p14:creationId xmlns:p14="http://schemas.microsoft.com/office/powerpoint/2010/main" val="5828812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647536" y="4614164"/>
            <a:ext cx="262632" cy="793036"/>
          </a:xfrm>
          <a:prstGeom prst="rect">
            <a:avLst/>
          </a:prstGeom>
        </p:spPr>
        <p:txBody>
          <a:bodyPr wrap="none" lIns="130046" tIns="65023" rIns="130046" bIns="65023">
            <a:spAutoFit/>
          </a:bodyPr>
          <a:lstStyle/>
          <a:p>
            <a:endParaRPr lang="zh-TW" altLang="en-US" dirty="0"/>
          </a:p>
        </p:txBody>
      </p:sp>
      <p:sp>
        <p:nvSpPr>
          <p:cNvPr id="7" name="文字方塊 6"/>
          <p:cNvSpPr txBox="1"/>
          <p:nvPr/>
        </p:nvSpPr>
        <p:spPr>
          <a:xfrm>
            <a:off x="1428440" y="2694565"/>
            <a:ext cx="10036315" cy="4333494"/>
          </a:xfrm>
          <a:prstGeom prst="rect">
            <a:avLst/>
          </a:prstGeom>
          <a:noFill/>
        </p:spPr>
        <p:txBody>
          <a:bodyPr wrap="square" lIns="130046" tIns="65023" rIns="130046" bIns="65023" rtlCol="0">
            <a:spAutoFit/>
          </a:bodyPr>
          <a:lstStyle/>
          <a:p>
            <a:pPr algn="ctr"/>
            <a:r>
              <a:rPr lang="en-US" altLang="zh-TW" sz="13700" dirty="0"/>
              <a:t>Step</a:t>
            </a:r>
            <a:r>
              <a:rPr lang="zh-TW" altLang="en-US" sz="13700" dirty="0"/>
              <a:t> </a:t>
            </a:r>
            <a:r>
              <a:rPr lang="en-US" altLang="zh-TW" sz="13700" dirty="0"/>
              <a:t>2</a:t>
            </a:r>
          </a:p>
          <a:p>
            <a:pPr algn="ctr"/>
            <a:r>
              <a:rPr lang="zh-TW" altLang="en-US" sz="13700" dirty="0"/>
              <a:t>建立資料夾</a:t>
            </a:r>
            <a:endParaRPr lang="en-US" altLang="zh-TW" sz="13700" dirty="0"/>
          </a:p>
        </p:txBody>
      </p:sp>
    </p:spTree>
    <p:extLst>
      <p:ext uri="{BB962C8B-B14F-4D97-AF65-F5344CB8AC3E}">
        <p14:creationId xmlns:p14="http://schemas.microsoft.com/office/powerpoint/2010/main" val="56297302"/>
      </p:ext>
    </p:extLst>
  </p:cSld>
  <p:clrMapOvr>
    <a:masterClrMapping/>
  </p:clrMapOvr>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mkdir-0.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98609"/>
            <a:ext cx="13004800" cy="5465163"/>
          </a:xfrm>
          <a:prstGeom prst="rect">
            <a:avLst/>
          </a:prstGeom>
        </p:spPr>
      </p:pic>
      <p:sp>
        <p:nvSpPr>
          <p:cNvPr id="3" name="文字方塊 2"/>
          <p:cNvSpPr txBox="1"/>
          <p:nvPr/>
        </p:nvSpPr>
        <p:spPr>
          <a:xfrm>
            <a:off x="3006052" y="395551"/>
            <a:ext cx="6828535" cy="1181862"/>
          </a:xfrm>
          <a:prstGeom prst="rect">
            <a:avLst/>
          </a:prstGeom>
          <a:noFill/>
        </p:spPr>
        <p:txBody>
          <a:bodyPr wrap="none" lIns="130046" tIns="65023" rIns="130046" bIns="65023" rtlCol="0">
            <a:spAutoFit/>
          </a:bodyPr>
          <a:lstStyle/>
          <a:p>
            <a:r>
              <a:rPr kumimoji="1" lang="zh-TW" altLang="en-US" sz="3400" dirty="0"/>
              <a:t>指令： </a:t>
            </a:r>
            <a:r>
              <a:rPr kumimoji="1" lang="en-US" altLang="zh-TW" sz="3400" dirty="0" err="1"/>
              <a:t>ls</a:t>
            </a:r>
            <a:r>
              <a:rPr kumimoji="1" lang="en-US" altLang="zh-TW" sz="3400" dirty="0"/>
              <a:t/>
            </a:r>
            <a:br>
              <a:rPr kumimoji="1" lang="en-US" altLang="zh-TW" sz="3400" dirty="0"/>
            </a:br>
            <a:r>
              <a:rPr kumimoji="1" lang="zh-TW" altLang="en-US" sz="3400" dirty="0"/>
              <a:t>目的：看看我這個資料夾下有什麼</a:t>
            </a:r>
          </a:p>
        </p:txBody>
      </p:sp>
    </p:spTree>
    <p:extLst>
      <p:ext uri="{BB962C8B-B14F-4D97-AF65-F5344CB8AC3E}">
        <p14:creationId xmlns:p14="http://schemas.microsoft.com/office/powerpoint/2010/main" val="37492422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mkdi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18532"/>
            <a:ext cx="13004800" cy="5719835"/>
          </a:xfrm>
          <a:prstGeom prst="rect">
            <a:avLst/>
          </a:prstGeom>
        </p:spPr>
      </p:pic>
      <p:sp>
        <p:nvSpPr>
          <p:cNvPr id="3" name="文字方塊 2"/>
          <p:cNvSpPr txBox="1"/>
          <p:nvPr/>
        </p:nvSpPr>
        <p:spPr>
          <a:xfrm>
            <a:off x="3006051" y="395551"/>
            <a:ext cx="3764449" cy="1181862"/>
          </a:xfrm>
          <a:prstGeom prst="rect">
            <a:avLst/>
          </a:prstGeom>
          <a:noFill/>
        </p:spPr>
        <p:txBody>
          <a:bodyPr wrap="none" lIns="130046" tIns="65023" rIns="130046" bIns="65023" rtlCol="0">
            <a:spAutoFit/>
          </a:bodyPr>
          <a:lstStyle/>
          <a:p>
            <a:r>
              <a:rPr kumimoji="1" lang="zh-TW" altLang="en-US" sz="3400" dirty="0"/>
              <a:t>指令： </a:t>
            </a:r>
            <a:r>
              <a:rPr kumimoji="1" lang="en-US" altLang="zh-TW" sz="3400" dirty="0" err="1"/>
              <a:t>mkdir</a:t>
            </a:r>
            <a:endParaRPr kumimoji="1" lang="en-US" altLang="zh-TW" sz="3400" dirty="0"/>
          </a:p>
          <a:p>
            <a:r>
              <a:rPr kumimoji="1" lang="zh-TW" altLang="en-US" sz="3400" dirty="0"/>
              <a:t>目的：新增資料夾</a:t>
            </a:r>
          </a:p>
        </p:txBody>
      </p:sp>
    </p:spTree>
    <p:extLst>
      <p:ext uri="{BB962C8B-B14F-4D97-AF65-F5344CB8AC3E}">
        <p14:creationId xmlns:p14="http://schemas.microsoft.com/office/powerpoint/2010/main" val="505180212"/>
      </p:ext>
    </p:extLst>
  </p:cSld>
  <p:clrMapOvr>
    <a:masterClrMapping/>
  </p:clrMapOvr>
  <p:timing>
    <p:tnLst>
      <p:par>
        <p:cTn xmlns:p14="http://schemas.microsoft.com/office/powerpoint/2010/mai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mkdir-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22691"/>
            <a:ext cx="13004800" cy="5397136"/>
          </a:xfrm>
          <a:prstGeom prst="rect">
            <a:avLst/>
          </a:prstGeom>
        </p:spPr>
      </p:pic>
      <p:sp>
        <p:nvSpPr>
          <p:cNvPr id="3" name="文字方塊 2"/>
          <p:cNvSpPr txBox="1"/>
          <p:nvPr/>
        </p:nvSpPr>
        <p:spPr>
          <a:xfrm>
            <a:off x="3006052" y="395551"/>
            <a:ext cx="4639903" cy="1181862"/>
          </a:xfrm>
          <a:prstGeom prst="rect">
            <a:avLst/>
          </a:prstGeom>
          <a:noFill/>
        </p:spPr>
        <p:txBody>
          <a:bodyPr wrap="none" lIns="130046" tIns="65023" rIns="130046" bIns="65023" rtlCol="0">
            <a:spAutoFit/>
          </a:bodyPr>
          <a:lstStyle/>
          <a:p>
            <a:r>
              <a:rPr kumimoji="1" lang="zh-TW" altLang="en-US" sz="3400" dirty="0"/>
              <a:t>指令： </a:t>
            </a:r>
            <a:r>
              <a:rPr kumimoji="1" lang="en-US" altLang="zh-TW" sz="3400" dirty="0"/>
              <a:t>cd </a:t>
            </a:r>
            <a:r>
              <a:rPr kumimoji="1" lang="zh-TW" altLang="en-US" sz="3400" dirty="0"/>
              <a:t>某某</a:t>
            </a:r>
            <a:endParaRPr kumimoji="1" lang="en-US" altLang="zh-TW" sz="3400" dirty="0"/>
          </a:p>
          <a:p>
            <a:r>
              <a:rPr kumimoji="1" lang="zh-TW" altLang="en-US" sz="3400" dirty="0"/>
              <a:t>目的：換到某某資料夾</a:t>
            </a:r>
          </a:p>
        </p:txBody>
      </p:sp>
    </p:spTree>
    <p:extLst>
      <p:ext uri="{BB962C8B-B14F-4D97-AF65-F5344CB8AC3E}">
        <p14:creationId xmlns:p14="http://schemas.microsoft.com/office/powerpoint/2010/main" val="24850227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647536" y="4614164"/>
            <a:ext cx="262632" cy="793036"/>
          </a:xfrm>
          <a:prstGeom prst="rect">
            <a:avLst/>
          </a:prstGeom>
        </p:spPr>
        <p:txBody>
          <a:bodyPr wrap="none" lIns="130046" tIns="65023" rIns="130046" bIns="65023">
            <a:spAutoFit/>
          </a:bodyPr>
          <a:lstStyle/>
          <a:p>
            <a:endParaRPr lang="zh-TW" altLang="en-US" dirty="0"/>
          </a:p>
        </p:txBody>
      </p:sp>
      <p:sp>
        <p:nvSpPr>
          <p:cNvPr id="7" name="文字方塊 6"/>
          <p:cNvSpPr txBox="1"/>
          <p:nvPr/>
        </p:nvSpPr>
        <p:spPr>
          <a:xfrm>
            <a:off x="1428440" y="2694565"/>
            <a:ext cx="10036315" cy="4333494"/>
          </a:xfrm>
          <a:prstGeom prst="rect">
            <a:avLst/>
          </a:prstGeom>
          <a:noFill/>
        </p:spPr>
        <p:txBody>
          <a:bodyPr wrap="square" lIns="130046" tIns="65023" rIns="130046" bIns="65023" rtlCol="0">
            <a:spAutoFit/>
          </a:bodyPr>
          <a:lstStyle/>
          <a:p>
            <a:pPr algn="ctr"/>
            <a:r>
              <a:rPr lang="en-US" altLang="zh-TW" sz="13700" dirty="0"/>
              <a:t>Step</a:t>
            </a:r>
            <a:r>
              <a:rPr lang="zh-TW" altLang="en-US" sz="13700" dirty="0"/>
              <a:t> </a:t>
            </a:r>
            <a:r>
              <a:rPr lang="en-US" altLang="zh-TW" sz="13700" dirty="0"/>
              <a:t>3</a:t>
            </a:r>
          </a:p>
          <a:p>
            <a:pPr algn="ctr"/>
            <a:r>
              <a:rPr lang="zh-TW" altLang="en-US" sz="13700" dirty="0"/>
              <a:t>開啟編輯器</a:t>
            </a:r>
            <a:endParaRPr lang="en-US" altLang="zh-TW" sz="13700" dirty="0"/>
          </a:p>
        </p:txBody>
      </p:sp>
    </p:spTree>
    <p:extLst>
      <p:ext uri="{BB962C8B-B14F-4D97-AF65-F5344CB8AC3E}">
        <p14:creationId xmlns:p14="http://schemas.microsoft.com/office/powerpoint/2010/main" val="1809159728"/>
      </p:ext>
    </p:extLst>
  </p:cSld>
  <p:clrMapOvr>
    <a:masterClrMapping/>
  </p:clrMapOvr>
  <p:timing>
    <p:tnLst>
      <p:par>
        <p:cTn xmlns:p14="http://schemas.microsoft.com/office/powerpoint/2010/mai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hello-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79633"/>
            <a:ext cx="13004800" cy="5463724"/>
          </a:xfrm>
          <a:prstGeom prst="rect">
            <a:avLst/>
          </a:prstGeom>
        </p:spPr>
      </p:pic>
    </p:spTree>
    <p:extLst>
      <p:ext uri="{BB962C8B-B14F-4D97-AF65-F5344CB8AC3E}">
        <p14:creationId xmlns:p14="http://schemas.microsoft.com/office/powerpoint/2010/main" val="16208569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647536" y="4614164"/>
            <a:ext cx="262632" cy="793036"/>
          </a:xfrm>
          <a:prstGeom prst="rect">
            <a:avLst/>
          </a:prstGeom>
        </p:spPr>
        <p:txBody>
          <a:bodyPr wrap="none" lIns="130046" tIns="65023" rIns="130046" bIns="65023">
            <a:spAutoFit/>
          </a:bodyPr>
          <a:lstStyle/>
          <a:p>
            <a:endParaRPr lang="zh-TW" altLang="en-US" dirty="0"/>
          </a:p>
        </p:txBody>
      </p:sp>
      <p:sp>
        <p:nvSpPr>
          <p:cNvPr id="7" name="文字方塊 6"/>
          <p:cNvSpPr txBox="1"/>
          <p:nvPr/>
        </p:nvSpPr>
        <p:spPr>
          <a:xfrm>
            <a:off x="1428440" y="2694565"/>
            <a:ext cx="10036315" cy="4333494"/>
          </a:xfrm>
          <a:prstGeom prst="rect">
            <a:avLst/>
          </a:prstGeom>
          <a:noFill/>
        </p:spPr>
        <p:txBody>
          <a:bodyPr wrap="square" lIns="130046" tIns="65023" rIns="130046" bIns="65023" rtlCol="0">
            <a:spAutoFit/>
          </a:bodyPr>
          <a:lstStyle/>
          <a:p>
            <a:pPr algn="ctr"/>
            <a:r>
              <a:rPr lang="en-US" altLang="zh-TW" sz="13700" dirty="0"/>
              <a:t>Step</a:t>
            </a:r>
            <a:r>
              <a:rPr lang="zh-TW" altLang="en-US" sz="13700" dirty="0"/>
              <a:t> </a:t>
            </a:r>
            <a:r>
              <a:rPr lang="en-US" altLang="zh-TW" sz="13700" dirty="0"/>
              <a:t>4</a:t>
            </a:r>
          </a:p>
          <a:p>
            <a:pPr algn="ctr"/>
            <a:r>
              <a:rPr lang="zh-TW" altLang="en-US" sz="13700" dirty="0"/>
              <a:t>開始寫程式</a:t>
            </a:r>
            <a:endParaRPr lang="en-US" altLang="zh-TW" sz="13700" dirty="0"/>
          </a:p>
        </p:txBody>
      </p:sp>
    </p:spTree>
    <p:extLst>
      <p:ext uri="{BB962C8B-B14F-4D97-AF65-F5344CB8AC3E}">
        <p14:creationId xmlns:p14="http://schemas.microsoft.com/office/powerpoint/2010/main" val="2814852506"/>
      </p:ext>
    </p:extLst>
  </p:cSld>
  <p:clrMapOvr>
    <a:masterClrMapping/>
  </p:clrMapOvr>
  <p:timing>
    <p:tnLst>
      <p:par>
        <p:cTn xmlns:p14="http://schemas.microsoft.com/office/powerpoint/2010/mai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hello-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9963"/>
            <a:ext cx="13004800" cy="5483952"/>
          </a:xfrm>
          <a:prstGeom prst="rect">
            <a:avLst/>
          </a:prstGeom>
        </p:spPr>
      </p:pic>
    </p:spTree>
    <p:extLst>
      <p:ext uri="{BB962C8B-B14F-4D97-AF65-F5344CB8AC3E}">
        <p14:creationId xmlns:p14="http://schemas.microsoft.com/office/powerpoint/2010/main" val="37962005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hello-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98307"/>
            <a:ext cx="13004800" cy="5496582"/>
          </a:xfrm>
          <a:prstGeom prst="rect">
            <a:avLst/>
          </a:prstGeom>
        </p:spPr>
      </p:pic>
    </p:spTree>
    <p:extLst>
      <p:ext uri="{BB962C8B-B14F-4D97-AF65-F5344CB8AC3E}">
        <p14:creationId xmlns:p14="http://schemas.microsoft.com/office/powerpoint/2010/main" val="8707940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hello4.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16642"/>
            <a:ext cx="13004800" cy="5455464"/>
          </a:xfrm>
          <a:prstGeom prst="rect">
            <a:avLst/>
          </a:prstGeom>
        </p:spPr>
      </p:pic>
    </p:spTree>
    <p:extLst>
      <p:ext uri="{BB962C8B-B14F-4D97-AF65-F5344CB8AC3E}">
        <p14:creationId xmlns:p14="http://schemas.microsoft.com/office/powerpoint/2010/main" val="38802245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647536" y="4614164"/>
            <a:ext cx="262632" cy="793036"/>
          </a:xfrm>
          <a:prstGeom prst="rect">
            <a:avLst/>
          </a:prstGeom>
        </p:spPr>
        <p:txBody>
          <a:bodyPr wrap="none" lIns="130046" tIns="65023" rIns="130046" bIns="65023">
            <a:spAutoFit/>
          </a:bodyPr>
          <a:lstStyle/>
          <a:p>
            <a:endParaRPr lang="zh-TW" altLang="en-US" dirty="0"/>
          </a:p>
        </p:txBody>
      </p:sp>
      <p:sp>
        <p:nvSpPr>
          <p:cNvPr id="7" name="文字方塊 6"/>
          <p:cNvSpPr txBox="1"/>
          <p:nvPr/>
        </p:nvSpPr>
        <p:spPr>
          <a:xfrm>
            <a:off x="1428440" y="2694565"/>
            <a:ext cx="10036315" cy="4333494"/>
          </a:xfrm>
          <a:prstGeom prst="rect">
            <a:avLst/>
          </a:prstGeom>
          <a:noFill/>
        </p:spPr>
        <p:txBody>
          <a:bodyPr wrap="square" lIns="130046" tIns="65023" rIns="130046" bIns="65023" rtlCol="0">
            <a:spAutoFit/>
          </a:bodyPr>
          <a:lstStyle/>
          <a:p>
            <a:pPr algn="ctr"/>
            <a:r>
              <a:rPr lang="en-US" altLang="zh-TW" sz="13700" dirty="0"/>
              <a:t>Step</a:t>
            </a:r>
            <a:r>
              <a:rPr lang="zh-TW" altLang="en-US" sz="13700" dirty="0"/>
              <a:t> </a:t>
            </a:r>
            <a:r>
              <a:rPr lang="en-US" altLang="zh-TW" sz="13700" dirty="0"/>
              <a:t>5</a:t>
            </a:r>
          </a:p>
          <a:p>
            <a:pPr algn="ctr"/>
            <a:r>
              <a:rPr lang="zh-TW" altLang="en-US" sz="13700" dirty="0"/>
              <a:t>編譯程式</a:t>
            </a:r>
            <a:endParaRPr lang="en-US" altLang="zh-TW" sz="13700" dirty="0"/>
          </a:p>
        </p:txBody>
      </p:sp>
    </p:spTree>
    <p:extLst>
      <p:ext uri="{BB962C8B-B14F-4D97-AF65-F5344CB8AC3E}">
        <p14:creationId xmlns:p14="http://schemas.microsoft.com/office/powerpoint/2010/main" val="2891889532"/>
      </p:ext>
    </p:extLst>
  </p:cSld>
  <p:clrMapOvr>
    <a:masterClrMapping/>
  </p:clrMapOvr>
  <p:timing>
    <p:tnLst>
      <p:par>
        <p:cTn xmlns:p14="http://schemas.microsoft.com/office/powerpoint/2010/mai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gcc-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65380"/>
            <a:ext cx="13004800" cy="5514150"/>
          </a:xfrm>
          <a:prstGeom prst="rect">
            <a:avLst/>
          </a:prstGeom>
        </p:spPr>
      </p:pic>
    </p:spTree>
    <p:extLst>
      <p:ext uri="{BB962C8B-B14F-4D97-AF65-F5344CB8AC3E}">
        <p14:creationId xmlns:p14="http://schemas.microsoft.com/office/powerpoint/2010/main" val="1134233126"/>
      </p:ext>
    </p:extLst>
  </p:cSld>
  <p:clrMapOvr>
    <a:masterClrMapping/>
  </p:clrMapOvr>
  <p:timing>
    <p:tnLst>
      <p:par>
        <p:cTn xmlns:p14="http://schemas.microsoft.com/office/powerpoint/2010/mai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gcc-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00174"/>
            <a:ext cx="13004800" cy="699362"/>
          </a:xfrm>
          <a:prstGeom prst="rect">
            <a:avLst/>
          </a:prstGeom>
        </p:spPr>
      </p:pic>
      <p:sp>
        <p:nvSpPr>
          <p:cNvPr id="3" name="文字方塊 2"/>
          <p:cNvSpPr txBox="1"/>
          <p:nvPr/>
        </p:nvSpPr>
        <p:spPr>
          <a:xfrm>
            <a:off x="1794690" y="2286837"/>
            <a:ext cx="10540022" cy="1006771"/>
          </a:xfrm>
          <a:prstGeom prst="rect">
            <a:avLst/>
          </a:prstGeom>
          <a:noFill/>
        </p:spPr>
        <p:txBody>
          <a:bodyPr wrap="none" lIns="130046" tIns="65023" rIns="130046" bIns="65023" rtlCol="0">
            <a:spAutoFit/>
          </a:bodyPr>
          <a:lstStyle/>
          <a:p>
            <a:r>
              <a:rPr kumimoji="1" lang="en-US" altLang="zh-TW" sz="5700" dirty="0" err="1"/>
              <a:t>gcc</a:t>
            </a:r>
            <a:r>
              <a:rPr kumimoji="1" lang="zh-TW" altLang="en-US" sz="5700" dirty="0"/>
              <a:t> </a:t>
            </a:r>
            <a:r>
              <a:rPr kumimoji="1" lang="en-US" altLang="zh-TW" sz="5700" dirty="0"/>
              <a:t>–o</a:t>
            </a:r>
            <a:r>
              <a:rPr kumimoji="1" lang="zh-TW" altLang="en-US" sz="5700" dirty="0"/>
              <a:t> 輸出檔案名稱</a:t>
            </a:r>
            <a:r>
              <a:rPr kumimoji="1" lang="en-US" altLang="zh-TW" sz="5700" dirty="0"/>
              <a:t> </a:t>
            </a:r>
            <a:r>
              <a:rPr kumimoji="1" lang="zh-TW" altLang="en-US" sz="5700" dirty="0"/>
              <a:t>原始碼名稱</a:t>
            </a:r>
          </a:p>
        </p:txBody>
      </p:sp>
    </p:spTree>
    <p:extLst>
      <p:ext uri="{BB962C8B-B14F-4D97-AF65-F5344CB8AC3E}">
        <p14:creationId xmlns:p14="http://schemas.microsoft.com/office/powerpoint/2010/main" val="6540678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gcc-4.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86458"/>
            <a:ext cx="13004800" cy="1759670"/>
          </a:xfrm>
          <a:prstGeom prst="rect">
            <a:avLst/>
          </a:prstGeom>
        </p:spPr>
      </p:pic>
    </p:spTree>
    <p:extLst>
      <p:ext uri="{BB962C8B-B14F-4D97-AF65-F5344CB8AC3E}">
        <p14:creationId xmlns:p14="http://schemas.microsoft.com/office/powerpoint/2010/main" val="37325446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647536" y="4614164"/>
            <a:ext cx="262632" cy="793036"/>
          </a:xfrm>
          <a:prstGeom prst="rect">
            <a:avLst/>
          </a:prstGeom>
        </p:spPr>
        <p:txBody>
          <a:bodyPr wrap="none" lIns="130046" tIns="65023" rIns="130046" bIns="65023">
            <a:spAutoFit/>
          </a:bodyPr>
          <a:lstStyle/>
          <a:p>
            <a:endParaRPr lang="zh-TW" altLang="en-US" dirty="0"/>
          </a:p>
        </p:txBody>
      </p:sp>
      <p:sp>
        <p:nvSpPr>
          <p:cNvPr id="7" name="文字方塊 6"/>
          <p:cNvSpPr txBox="1"/>
          <p:nvPr/>
        </p:nvSpPr>
        <p:spPr>
          <a:xfrm>
            <a:off x="1428440" y="2694565"/>
            <a:ext cx="10036315" cy="4333494"/>
          </a:xfrm>
          <a:prstGeom prst="rect">
            <a:avLst/>
          </a:prstGeom>
          <a:noFill/>
        </p:spPr>
        <p:txBody>
          <a:bodyPr wrap="square" lIns="130046" tIns="65023" rIns="130046" bIns="65023" rtlCol="0">
            <a:spAutoFit/>
          </a:bodyPr>
          <a:lstStyle/>
          <a:p>
            <a:pPr algn="ctr"/>
            <a:r>
              <a:rPr lang="en-US" altLang="zh-TW" sz="13700" dirty="0"/>
              <a:t>Step</a:t>
            </a:r>
            <a:r>
              <a:rPr lang="zh-TW" altLang="en-US" sz="13700" dirty="0"/>
              <a:t> </a:t>
            </a:r>
            <a:r>
              <a:rPr lang="en-US" altLang="zh-TW" sz="13700" dirty="0"/>
              <a:t>6</a:t>
            </a:r>
          </a:p>
          <a:p>
            <a:pPr algn="ctr"/>
            <a:r>
              <a:rPr lang="zh-TW" altLang="en-US" sz="13700" dirty="0"/>
              <a:t>執行程式</a:t>
            </a:r>
            <a:endParaRPr lang="en-US" altLang="zh-TW" sz="13700" dirty="0"/>
          </a:p>
        </p:txBody>
      </p:sp>
    </p:spTree>
    <p:extLst>
      <p:ext uri="{BB962C8B-B14F-4D97-AF65-F5344CB8AC3E}">
        <p14:creationId xmlns:p14="http://schemas.microsoft.com/office/powerpoint/2010/main" val="792324956"/>
      </p:ext>
    </p:extLst>
  </p:cSld>
  <p:clrMapOvr>
    <a:masterClrMapping/>
  </p:clrMapOvr>
  <p:timing>
    <p:tnLst>
      <p:par>
        <p:cTn xmlns:p14="http://schemas.microsoft.com/office/powerpoint/2010/mai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exec.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0930" y="3939399"/>
            <a:ext cx="10837333" cy="1535289"/>
          </a:xfrm>
          <a:prstGeom prst="rect">
            <a:avLst/>
          </a:prstGeom>
        </p:spPr>
      </p:pic>
    </p:spTree>
    <p:extLst>
      <p:ext uri="{BB962C8B-B14F-4D97-AF65-F5344CB8AC3E}">
        <p14:creationId xmlns:p14="http://schemas.microsoft.com/office/powerpoint/2010/main" val="2238118792"/>
      </p:ext>
    </p:extLst>
  </p:cSld>
  <p:clrMapOvr>
    <a:masterClrMapping/>
  </p:clrMapOvr>
  <p:timing>
    <p:tnLst>
      <p:par>
        <p:cTn xmlns:p14="http://schemas.microsoft.com/office/powerpoint/2010/mai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dirty="0" smtClean="0"/>
              <a:t>附錄</a:t>
            </a:r>
            <a:endParaRPr kumimoji="1" lang="zh-TW" altLang="en-US" dirty="0"/>
          </a:p>
        </p:txBody>
      </p:sp>
      <p:sp>
        <p:nvSpPr>
          <p:cNvPr id="3" name="內容版面配置區 2"/>
          <p:cNvSpPr>
            <a:spLocks noGrp="1"/>
          </p:cNvSpPr>
          <p:nvPr>
            <p:ph idx="1"/>
          </p:nvPr>
        </p:nvSpPr>
        <p:spPr/>
        <p:txBody>
          <a:bodyPr/>
          <a:lstStyle/>
          <a:p>
            <a:r>
              <a:rPr kumimoji="1" lang="en-US" altLang="zh-TW" dirty="0" smtClean="0"/>
              <a:t>UNIX</a:t>
            </a:r>
            <a:r>
              <a:rPr kumimoji="1" lang="zh-TW" altLang="en-US" dirty="0" smtClean="0"/>
              <a:t>指令表</a:t>
            </a:r>
            <a:endParaRPr kumimoji="1" lang="en-US" altLang="zh-TW" dirty="0" smtClean="0"/>
          </a:p>
          <a:p>
            <a:pPr lvl="1"/>
            <a:r>
              <a:rPr kumimoji="1" lang="en-US" altLang="zh-TW" dirty="0" smtClean="0">
                <a:hlinkClick r:id="rId2"/>
              </a:rPr>
              <a:t>http://www.mgt.ncu.edu.tw/~dino/unix/cmd01.htm</a:t>
            </a:r>
            <a:endParaRPr kumimoji="1" lang="en-US" altLang="zh-TW" dirty="0" smtClean="0"/>
          </a:p>
          <a:p>
            <a:pPr lvl="1"/>
            <a:r>
              <a:rPr kumimoji="1" lang="en-US" altLang="zh-TW" dirty="0" smtClean="0"/>
              <a:t>http://</a:t>
            </a:r>
            <a:r>
              <a:rPr kumimoji="1" lang="en-US" altLang="zh-TW" dirty="0" err="1" smtClean="0"/>
              <a:t>homepage.ttu.edu.tw</a:t>
            </a:r>
            <a:r>
              <a:rPr kumimoji="1" lang="en-US" altLang="zh-TW" dirty="0" smtClean="0"/>
              <a:t>/u9106240/</a:t>
            </a:r>
            <a:r>
              <a:rPr kumimoji="1" lang="en-US" altLang="zh-TW" dirty="0" err="1" smtClean="0"/>
              <a:t>page_main</a:t>
            </a:r>
            <a:r>
              <a:rPr kumimoji="1" lang="en-US" altLang="zh-TW" dirty="0" smtClean="0"/>
              <a:t>/</a:t>
            </a:r>
            <a:r>
              <a:rPr kumimoji="1" lang="en-US" altLang="zh-TW" dirty="0" err="1" smtClean="0"/>
              <a:t>linux.html</a:t>
            </a:r>
            <a:endParaRPr kumimoji="1" lang="zh-TW" altLang="en-US" dirty="0"/>
          </a:p>
        </p:txBody>
      </p:sp>
    </p:spTree>
    <p:extLst>
      <p:ext uri="{BB962C8B-B14F-4D97-AF65-F5344CB8AC3E}">
        <p14:creationId xmlns:p14="http://schemas.microsoft.com/office/powerpoint/2010/main" val="199312962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dirty="0" smtClean="0"/>
              <a:t>附錄</a:t>
            </a:r>
            <a:endParaRPr kumimoji="1" lang="zh-TW" altLang="en-US" dirty="0"/>
          </a:p>
        </p:txBody>
      </p:sp>
      <p:sp>
        <p:nvSpPr>
          <p:cNvPr id="3" name="內容版面配置區 2"/>
          <p:cNvSpPr>
            <a:spLocks noGrp="1"/>
          </p:cNvSpPr>
          <p:nvPr>
            <p:ph idx="1"/>
          </p:nvPr>
        </p:nvSpPr>
        <p:spPr/>
        <p:txBody>
          <a:bodyPr/>
          <a:lstStyle/>
          <a:p>
            <a:r>
              <a:rPr kumimoji="1" lang="en-US" altLang="zh-TW" dirty="0" smtClean="0"/>
              <a:t>VIM</a:t>
            </a:r>
            <a:r>
              <a:rPr kumimoji="1" lang="zh-TW" altLang="en-US" dirty="0" smtClean="0"/>
              <a:t>編輯器教學</a:t>
            </a:r>
            <a:endParaRPr kumimoji="1" lang="en-US" altLang="zh-TW" dirty="0" smtClean="0"/>
          </a:p>
          <a:p>
            <a:pPr lvl="1"/>
            <a:r>
              <a:rPr kumimoji="1" lang="en-US" altLang="zh-TW" dirty="0" smtClean="0"/>
              <a:t>http://</a:t>
            </a:r>
            <a:r>
              <a:rPr kumimoji="1" lang="en-US" altLang="zh-TW" dirty="0" err="1" smtClean="0"/>
              <a:t>linux.vbird.org</a:t>
            </a:r>
            <a:r>
              <a:rPr kumimoji="1" lang="en-US" altLang="zh-TW" dirty="0" smtClean="0"/>
              <a:t>/</a:t>
            </a:r>
            <a:r>
              <a:rPr kumimoji="1" lang="en-US" altLang="zh-TW" dirty="0" err="1" smtClean="0"/>
              <a:t>linux_basic</a:t>
            </a:r>
            <a:r>
              <a:rPr kumimoji="1" lang="en-US" altLang="zh-TW" smtClean="0"/>
              <a:t>/0310vi.php</a:t>
            </a:r>
            <a:endParaRPr kumimoji="1" lang="zh-TW" altLang="en-US"/>
          </a:p>
        </p:txBody>
      </p:sp>
    </p:spTree>
    <p:extLst>
      <p:ext uri="{BB962C8B-B14F-4D97-AF65-F5344CB8AC3E}">
        <p14:creationId xmlns:p14="http://schemas.microsoft.com/office/powerpoint/2010/main" val="12569126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_rels/theme7.xml.rels><?xml version="1.0" encoding="UTF-8" standalone="yes"?>
<Relationships xmlns="http://schemas.openxmlformats.org/package/2006/relationships"><Relationship Id="rId1" Type="http://schemas.openxmlformats.org/officeDocument/2006/relationships/image" Target="../media/image1.jpeg"/></Relationships>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_rels/theme9.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標題與副標題">
  <a:themeElements>
    <a:clrScheme name="標題與副標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標題與副標題">
      <a:majorFont>
        <a:latin typeface="Gill Sans"/>
        <a:ea typeface="Heiti TC Light"/>
        <a:cs typeface="Heiti TC Light"/>
      </a:majorFont>
      <a:minorFont>
        <a:latin typeface="Gill Sans"/>
        <a:ea typeface="Heiti TC Light"/>
        <a:cs typeface="Heiti T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lnDef>
  </a:objectDefaults>
  <a:extraClrSchemeLst>
    <a:extraClrScheme>
      <a:clrScheme name="標題與副標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照片 - 水平反射">
  <a:themeElements>
    <a:clrScheme name="照片 - 水平反射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照片 - 水平反射">
      <a:majorFont>
        <a:latin typeface="Gill Sans"/>
        <a:ea typeface="Heiti TC Light"/>
        <a:cs typeface="Heiti TC Light"/>
      </a:majorFont>
      <a:minorFont>
        <a:latin typeface="Gill Sans"/>
        <a:ea typeface="Heiti TC Light"/>
        <a:cs typeface="Heiti T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lnDef>
  </a:objectDefaults>
  <a:extraClrSchemeLst>
    <a:extraClrScheme>
      <a:clrScheme name="照片 - 水平反射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照片 - 直式">
  <a:themeElements>
    <a:clrScheme name="照片 - 直式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照片 - 直式">
      <a:majorFont>
        <a:latin typeface="Gill Sans"/>
        <a:ea typeface="Heiti TC Light"/>
        <a:cs typeface="Heiti TC Light"/>
      </a:majorFont>
      <a:minorFont>
        <a:latin typeface="Gill Sans"/>
        <a:ea typeface="Heiti TC Light"/>
        <a:cs typeface="Heiti T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lnDef>
  </a:objectDefaults>
  <a:extraClrSchemeLst>
    <a:extraClrScheme>
      <a:clrScheme name="照片 - 直式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照片 - 垂直反射">
  <a:themeElements>
    <a:clrScheme name="照片 - 垂直反射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照片 - 垂直反射">
      <a:majorFont>
        <a:latin typeface="Gill Sans"/>
        <a:ea typeface="Heiti TC Light"/>
        <a:cs typeface="Heiti TC Light"/>
      </a:majorFont>
      <a:minorFont>
        <a:latin typeface="Gill Sans"/>
        <a:ea typeface="Heiti TC Light"/>
        <a:cs typeface="Heiti T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lnDef>
  </a:objectDefaults>
  <a:extraClrSchemeLst>
    <a:extraClrScheme>
      <a:clrScheme name="照片 - 垂直反射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標題 - 上方">
  <a:themeElements>
    <a:clrScheme name="標題 - 上方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標題 - 上方">
      <a:majorFont>
        <a:latin typeface="Gill Sans"/>
        <a:ea typeface="Heiti TC Light"/>
        <a:cs typeface="Heiti TC Light"/>
      </a:majorFont>
      <a:minorFont>
        <a:latin typeface="Gill Sans"/>
        <a:ea typeface="Heiti TC Light"/>
        <a:cs typeface="Heiti T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lnDef>
  </a:objectDefaults>
  <a:extraClrSchemeLst>
    <a:extraClrScheme>
      <a:clrScheme name="標題 - 上方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照片 - 橫式">
  <a:themeElements>
    <a:clrScheme name="照片 - 橫式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照片 - 橫式">
      <a:majorFont>
        <a:latin typeface="Gill Sans"/>
        <a:ea typeface="Heiti TC Light"/>
        <a:cs typeface="Heiti TC Light"/>
      </a:majorFont>
      <a:minorFont>
        <a:latin typeface="Gill Sans"/>
        <a:ea typeface="Heiti TC Light"/>
        <a:cs typeface="Heiti T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lnDef>
  </a:objectDefaults>
  <a:extraClrSchemeLst>
    <a:extraClrScheme>
      <a:clrScheme name="照片 - 橫式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標題與項目符號 - 左側">
  <a:themeElements>
    <a:clrScheme name="標題與項目符號 - 左側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標題與項目符號 - 左側">
      <a:majorFont>
        <a:latin typeface="Gill Sans"/>
        <a:ea typeface="Heiti TC Light"/>
        <a:cs typeface="Heiti TC Light"/>
      </a:majorFont>
      <a:minorFont>
        <a:latin typeface="Gill Sans"/>
        <a:ea typeface="Heiti TC Light"/>
        <a:cs typeface="Heiti T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lnDef>
  </a:objectDefaults>
  <a:extraClrSchemeLst>
    <a:extraClrScheme>
      <a:clrScheme name="標題與項目符號 - 左側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標題 - 中央">
  <a:themeElements>
    <a:clrScheme name="標題 - 中央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標題 - 中央">
      <a:majorFont>
        <a:latin typeface="Gill Sans"/>
        <a:ea typeface="Heiti TC Light"/>
        <a:cs typeface="Heiti TC Light"/>
      </a:majorFont>
      <a:minorFont>
        <a:latin typeface="Gill Sans"/>
        <a:ea typeface="Heiti TC Light"/>
        <a:cs typeface="Heiti T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lnDef>
  </a:objectDefaults>
  <a:extraClrSchemeLst>
    <a:extraClrScheme>
      <a:clrScheme name="標題 - 中央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標題、項目符號與照片">
  <a:themeElements>
    <a:clrScheme name="標題、項目符號與照片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標題、項目符號與照片">
      <a:majorFont>
        <a:latin typeface="Gill Sans"/>
        <a:ea typeface="Heiti TC Light"/>
        <a:cs typeface="Heiti TC Light"/>
      </a:majorFont>
      <a:minorFont>
        <a:latin typeface="Gill Sans"/>
        <a:ea typeface="Heiti TC Light"/>
        <a:cs typeface="Heiti TC Ligh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Heiti TC Light" charset="0"/>
            <a:cs typeface="Heiti TC Light" charset="0"/>
            <a:sym typeface="Gill Sans" charset="0"/>
          </a:defRPr>
        </a:defPPr>
      </a:lstStyle>
    </a:lnDef>
  </a:objectDefaults>
  <a:extraClrSchemeLst>
    <a:extraClrScheme>
      <a:clrScheme name="標題、項目符號與照片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1340</TotalTime>
  <Pages>0</Pages>
  <Words>1574</Words>
  <Characters>0</Characters>
  <Application>Microsoft Macintosh PowerPoint</Application>
  <PresentationFormat>自訂</PresentationFormat>
  <Lines>0</Lines>
  <Paragraphs>213</Paragraphs>
  <Slides>88</Slides>
  <Notes>2</Notes>
  <HiddenSlides>0</HiddenSlides>
  <MMClips>0</MMClips>
  <ScaleCrop>false</ScaleCrop>
  <HeadingPairs>
    <vt:vector size="4" baseType="variant">
      <vt:variant>
        <vt:lpstr>佈景主題</vt:lpstr>
      </vt:variant>
      <vt:variant>
        <vt:i4>10</vt:i4>
      </vt:variant>
      <vt:variant>
        <vt:lpstr>投影片標題</vt:lpstr>
      </vt:variant>
      <vt:variant>
        <vt:i4>88</vt:i4>
      </vt:variant>
    </vt:vector>
  </HeadingPairs>
  <TitlesOfParts>
    <vt:vector size="98" baseType="lpstr">
      <vt:lpstr>標題與副標題</vt:lpstr>
      <vt:lpstr>照片 - 水平反射</vt:lpstr>
      <vt:lpstr>照片 - 直式</vt:lpstr>
      <vt:lpstr>照片 - 垂直反射</vt:lpstr>
      <vt:lpstr>標題 - 上方</vt:lpstr>
      <vt:lpstr>照片 - 橫式</vt:lpstr>
      <vt:lpstr>標題與項目符號 - 左側</vt:lpstr>
      <vt:lpstr>標題 - 中央</vt:lpstr>
      <vt:lpstr>標題、項目符號與照片</vt:lpstr>
      <vt:lpstr>Office 佈景主題</vt:lpstr>
      <vt:lpstr>Introduction to Programming</vt:lpstr>
      <vt:lpstr>電腦與程式</vt:lpstr>
      <vt:lpstr>PowerPoint 簡報</vt:lpstr>
      <vt:lpstr>PowerPoint 簡報</vt:lpstr>
      <vt:lpstr>PowerPoint 簡報</vt:lpstr>
      <vt:lpstr>程式碼與執行檔</vt:lpstr>
      <vt:lpstr>PowerPoint 簡報</vt:lpstr>
      <vt:lpstr>從程式碼到執行檔的流程</vt:lpstr>
      <vt:lpstr>PowerPoint 簡報</vt:lpstr>
      <vt:lpstr>PowerPoint 簡報</vt:lpstr>
      <vt:lpstr>程式輸出介面</vt:lpstr>
      <vt:lpstr>PowerPoint 簡報</vt:lpstr>
      <vt:lpstr>程式語言簡介</vt:lpstr>
      <vt:lpstr>PowerPoint 簡報</vt:lpstr>
      <vt:lpstr>PowerPoint 簡報</vt:lpstr>
      <vt:lpstr>程式語言的高低階</vt:lpstr>
      <vt:lpstr>PowerPoint 簡報</vt:lpstr>
      <vt:lpstr>C語言簡介</vt:lpstr>
      <vt:lpstr>PowerPoint 簡報</vt:lpstr>
      <vt:lpstr>C語言各版本</vt:lpstr>
      <vt:lpstr>C語言各版本</vt:lpstr>
      <vt:lpstr>PowerPoint 簡報</vt:lpstr>
      <vt:lpstr>Appendix</vt:lpstr>
      <vt:lpstr>Appendix A </vt:lpstr>
      <vt:lpstr>PowerPoint 簡報</vt:lpstr>
      <vt:lpstr>PowerPoint 簡報</vt:lpstr>
      <vt:lpstr>PowerPoint 簡報</vt:lpstr>
      <vt:lpstr>PowerPoint 簡報</vt:lpstr>
      <vt:lpstr>PowerPoint 簡報</vt:lpstr>
      <vt:lpstr>PowerPoint 簡報</vt:lpstr>
      <vt:lpstr>Next, Next, Next….</vt:lpstr>
      <vt:lpstr>Open</vt:lpstr>
      <vt:lpstr>GNU GCC Compiler -&gt; OK</vt:lpstr>
      <vt:lpstr>OK</vt:lpstr>
      <vt:lpstr>Settings - Editor</vt:lpstr>
      <vt:lpstr>Encoding: UTF-8</vt:lpstr>
      <vt:lpstr>Font: Consolas Size: 12</vt:lpstr>
      <vt:lpstr>Settings – Compiler and debugger</vt:lpstr>
      <vt:lpstr>New file</vt:lpstr>
      <vt:lpstr>Write and save</vt:lpstr>
      <vt:lpstr>Build – Build and run (F9)</vt:lpstr>
      <vt:lpstr>Run</vt:lpstr>
      <vt:lpstr>Plugins – Source code formatter</vt:lpstr>
      <vt:lpstr>其他注意事項</vt:lpstr>
      <vt:lpstr>Appendix B </vt:lpstr>
      <vt:lpstr>說明</vt:lpstr>
      <vt:lpstr>What is UNIX</vt:lpstr>
      <vt:lpstr>What is UNIX?</vt:lpstr>
      <vt:lpstr>PowerPoint 簡報</vt:lpstr>
      <vt:lpstr>UNIX的好處</vt:lpstr>
      <vt:lpstr>如何取得UNIX?</vt:lpstr>
      <vt:lpstr>連線到工作站上開發</vt:lpstr>
      <vt:lpstr>PowerPoint 簡報</vt:lpstr>
      <vt:lpstr>先下載連結工作站的程式</vt:lpstr>
      <vt:lpstr>直接打開Putty/Pietty</vt:lpstr>
      <vt:lpstr>輸入工作站IP並連線</vt:lpstr>
      <vt:lpstr>按「是」認證RSA Key</vt:lpstr>
      <vt:lpstr>就可以用了！</vt:lpstr>
      <vt:lpstr>在UNIX環境下直接開發</vt:lpstr>
      <vt:lpstr>PowerPoint 簡報</vt:lpstr>
      <vt:lpstr>PowerPoint 簡報</vt:lpstr>
      <vt:lpstr>For Mac User</vt:lpstr>
      <vt:lpstr>For Mac User</vt:lpstr>
      <vt:lpstr>For Mac user</vt:lpstr>
      <vt:lpstr>For Fedora Linux User</vt:lpstr>
      <vt:lpstr>For Fedora Linux User</vt:lpstr>
      <vt:lpstr>For Fedora Linux User </vt:lpstr>
      <vt:lpstr>For Fedora Linux User</vt:lpstr>
      <vt:lpstr>For Fedora Linux User</vt:lpstr>
      <vt:lpstr>For Fedora Linux User</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附錄</vt:lpstr>
      <vt:lpstr>附錄</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dc:title>
  <dc:subject/>
  <dc:creator/>
  <cp:keywords/>
  <dc:description/>
  <cp:lastModifiedBy>PING HAO CHANG</cp:lastModifiedBy>
  <cp:revision>193</cp:revision>
  <dcterms:modified xsi:type="dcterms:W3CDTF">2013-09-03T17:13:54Z</dcterms:modified>
</cp:coreProperties>
</file>