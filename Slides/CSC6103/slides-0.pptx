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352" r:id="rId3"/>
    <p:sldId id="353" r:id="rId4"/>
    <p:sldId id="354" r:id="rId5"/>
    <p:sldId id="356" r:id="rId6"/>
    <p:sldId id="357" r:id="rId7"/>
    <p:sldId id="358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852" y="18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2026/8/25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2026/8/25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b.cuhk.edu.cn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6103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Virtualization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041262-85F6-B52A-AE74-B8505CB81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868680"/>
            <a:ext cx="7970520" cy="356616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Yeh-Ching Chung (ychung@cuhk.edu.hk)</a:t>
            </a: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汪梁森</a:t>
            </a:r>
            <a:r>
              <a:rPr lang="en-US" altLang="zh-C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liangsenwang@link.cuhk.edu.cn</a:t>
            </a: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Time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10:30am – 11: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0am	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 106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	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10:30am – 11:50am	TC 106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Blackboard (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https://bb.cuhk.edu.cn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http://www.cs.nthu.edu.tw/~ychung/syllabus/CSC6103-2026-Fall.htm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9F5611-8F8F-590C-7538-604F9238A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 &amp; References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4E7B392-61B3-FA29-3056-3DC07CA34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126" y="814630"/>
            <a:ext cx="7367776" cy="349828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Textbook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Virtualization-From Desktop to Enterprise by </a:t>
            </a:r>
            <a:r>
              <a:rPr lang="en-US" altLang="zh-CN" sz="2000" b="0" i="0" u="none" strike="noStrike" baseline="0" dirty="0">
                <a:solidFill>
                  <a:srgbClr val="0605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Chris Wolf and Erick M. Halter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References</a:t>
            </a:r>
          </a:p>
          <a:p>
            <a:pPr lvl="1"/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Matthew Portnoy, Virtualization Essential, Third Edition, John Wiley &amp; Sons, 2023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Mitch Tulloch, Understanding Microsoft Virtualization Solutions, Microsoft Press, 2010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Shashank Mohan Jain, Linux Containers and Virtualization: Utilizing Rust for Linux Containers, 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APress 2023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F207271-ED92-68FC-74E9-633F9DA25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94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308" y="861060"/>
            <a:ext cx="6309360" cy="3390900"/>
          </a:xfrm>
        </p:spPr>
        <p:txBody>
          <a:bodyPr/>
          <a:lstStyle/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Storage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IO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Virtualization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74AE57-6893-AC7F-605B-12EEDAC3F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12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024" y="845538"/>
            <a:ext cx="7348909" cy="3032761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(25%)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Projects (50%)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(25%)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need to apply for a leave, send email/WeChat note to me in advance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ill, obtain a medical note and email it to me as soon as possible and no later than a week after your absence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responsible to keep track on their marks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4114F7-5AB9-46A7-7CF9-ADCC65B07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81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42" y="108349"/>
            <a:ext cx="7734548" cy="51911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533" y="845822"/>
            <a:ext cx="6824134" cy="2930311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completing this course, students will be able to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C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 Virtualization	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Network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GPU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content of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Virtualization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2D8C87-C5A6-9017-DD9D-07B166A97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098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844153"/>
            <a:ext cx="7368540" cy="344871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Tolerance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Plagiarism, cheating, misconduct in test/exam will be reported to the School for handing.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marks for the concerned assignments/test/exam/whole course, reviewable demerits, non-reviewable demerits, suspension of study, dismissal from University.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Policy to Academic Honesty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https://registry.cuhk.edu.cn/en/page/30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E2E4C6-DDC8-1518-1255-2C30A743A8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786242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2566</TotalTime>
  <Words>533</Words>
  <Application>Microsoft Office PowerPoint</Application>
  <PresentationFormat>全屏显示(16:9)</PresentationFormat>
  <Paragraphs>68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MS Sans Serif</vt:lpstr>
      <vt:lpstr>新細明體</vt:lpstr>
      <vt:lpstr>Arial</vt:lpstr>
      <vt:lpstr>Calibri</vt:lpstr>
      <vt:lpstr>Times New Roman</vt:lpstr>
      <vt:lpstr>Wingdings</vt:lpstr>
      <vt:lpstr>NTHU UniCloud</vt:lpstr>
      <vt:lpstr>CSC6103 – Virtualization Techniques</vt:lpstr>
      <vt:lpstr>PowerPoint 演示文稿</vt:lpstr>
      <vt:lpstr>Textbook &amp; References</vt:lpstr>
      <vt:lpstr>Course Syllabus</vt:lpstr>
      <vt:lpstr>Course Assessment</vt:lpstr>
      <vt:lpstr>Learning Outcome</vt:lpstr>
      <vt:lpstr>Academic Honesty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319</cp:revision>
  <dcterms:created xsi:type="dcterms:W3CDTF">2015-06-05T07:23:35Z</dcterms:created>
  <dcterms:modified xsi:type="dcterms:W3CDTF">2026-08-25T01:13:24Z</dcterms:modified>
</cp:coreProperties>
</file>