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2" y="116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50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2026/10/19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434809"/>
            <a:chOff x="3124200" y="3810000"/>
            <a:chExt cx="685800" cy="660879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altLang="zh-TW" sz="600" b="1" dirty="0">
                  <a:solidFill>
                    <a:prstClr val="black"/>
                  </a:solidFill>
                </a:rPr>
                <a:t>2.bak</a:t>
              </a:r>
              <a:endParaRPr lang="en-US" sz="600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69277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501" y="1456425"/>
            <a:ext cx="308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884357" y="800100"/>
            <a:ext cx="3429000" cy="3741490"/>
            <a:chOff x="1200150" y="800100"/>
            <a:chExt cx="3429000" cy="3741490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200150" y="1479203"/>
              <a:ext cx="3429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00100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2" cy="702078"/>
            <a:chOff x="4499992" y="2276872"/>
            <a:chExt cx="273630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607859" cy="648072"/>
            <a:chOff x="2555776" y="4869160"/>
            <a:chExt cx="810479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81047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crash</a:t>
              </a:r>
              <a:endParaRPr lang="zh-TW" altLang="en-US" sz="135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88" dirty="0"/>
              <a:t>spare</a:t>
            </a:r>
            <a:endParaRPr lang="zh-TW" altLang="en-US" sz="788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data</a:t>
            </a:r>
            <a:endParaRPr lang="zh-TW" altLang="en-US" sz="12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2763</TotalTime>
  <Words>5917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296</cp:revision>
  <dcterms:created xsi:type="dcterms:W3CDTF">2015-06-05T07:23:35Z</dcterms:created>
  <dcterms:modified xsi:type="dcterms:W3CDTF">2026-10-19T07:10:45Z</dcterms:modified>
</cp:coreProperties>
</file>