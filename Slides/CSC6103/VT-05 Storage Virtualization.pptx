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7"/>
  </p:notesMasterIdLst>
  <p:handoutMasterIdLst>
    <p:handoutMasterId r:id="rId118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72" y="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5072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handoutMaster" Target="handoutMasters/handout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2026/10/11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2026/10/11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/>
          <a:stretch>
            <a:fillRect/>
          </a:stretch>
        </p:blipFill>
        <p:spPr>
          <a:xfrm>
            <a:off x="4561898" y="1123862"/>
            <a:ext cx="4402715" cy="3222406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248177" y="1064595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solidFill>
                  <a:srgbClr val="1F497D">
                    <a:lumMod val="75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rgbClr val="9BBB59">
                  <a:lumMod val="50000"/>
                </a:srgbClr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solidFill>
                  <a:srgbClr val="9BBB59">
                    <a:lumMod val="50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rgbClr val="9BBB59">
                  <a:lumMod val="50000"/>
                </a:srgbClr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solidFill>
                  <a:srgbClr val="9BBB59">
                    <a:lumMod val="50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rgbClr val="9BBB59">
                  <a:lumMod val="50000"/>
                </a:srgbClr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solidFill>
                  <a:srgbClr val="9BBB59">
                    <a:lumMod val="50000"/>
                  </a:srgb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5759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1183" y="2412205"/>
            <a:ext cx="2647950" cy="1380117"/>
          </a:xfrm>
          <a:prstGeom prst="rect">
            <a:avLst/>
          </a:prstGeom>
          <a:gradFill>
            <a:gsLst>
              <a:gs pos="100000">
                <a:schemeClr val="accent3">
                  <a:tint val="50000"/>
                  <a:satMod val="300000"/>
                </a:schemeClr>
              </a:gs>
              <a:gs pos="65000">
                <a:schemeClr val="accent3">
                  <a:tint val="37000"/>
                  <a:satMod val="300000"/>
                </a:schemeClr>
              </a:gs>
              <a:gs pos="0">
                <a:schemeClr val="accent3">
                  <a:tint val="15000"/>
                  <a:satMod val="350000"/>
                </a:schemeClr>
              </a:gs>
            </a:gsLst>
          </a:gradFill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Kernel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1183" y="1364481"/>
            <a:ext cx="2647950" cy="1020087"/>
          </a:xfrm>
          <a:prstGeom prst="rect">
            <a:avLst/>
          </a:prstGeom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User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725" y="151412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1725" y="1994160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System call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725" y="247084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File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1725" y="2950881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Block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1725" y="3370917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Device driver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1183" y="3790952"/>
            <a:ext cx="2647950" cy="360031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Storage Device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3" y="844153"/>
            <a:ext cx="7552268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1267" y="108349"/>
            <a:ext cx="78544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5632" y="916154"/>
            <a:ext cx="6913035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201" y="823382"/>
            <a:ext cx="8754532" cy="3579285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467" y="855133"/>
            <a:ext cx="7679266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932" y="801953"/>
            <a:ext cx="8515880" cy="3829314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784143"/>
            <a:ext cx="8195733" cy="25943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3178" y="771525"/>
            <a:ext cx="7888289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042" y="78375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30870" y="1896533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67266" y="888206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54213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66" y="852291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6" y="858641"/>
            <a:ext cx="7183968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865" y="931667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1333" y="844153"/>
            <a:ext cx="7188200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1741" y="1572072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54330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108349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354948"/>
            <a:chOff x="3124200" y="3810000"/>
            <a:chExt cx="685800" cy="539496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354948"/>
            <a:chOff x="3124200" y="3810000"/>
            <a:chExt cx="685800" cy="539496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354948"/>
            <a:chOff x="3124200" y="3810000"/>
            <a:chExt cx="685800" cy="539496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altLang="zh-TW" sz="675" b="1" dirty="0">
                  <a:solidFill>
                    <a:prstClr val="black"/>
                  </a:solidFill>
                </a:rPr>
                <a:t>2.bak</a:t>
              </a:r>
              <a:endParaRPr lang="en-US" sz="675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217833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18325" y="2057400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33024" y="2057400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30777" y="1143000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385022" y="1143000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2001" y="1543050"/>
            <a:ext cx="3086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237" y="1543050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2" y="844153"/>
            <a:ext cx="7532691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667" y="108349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108349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2067" y="835686"/>
            <a:ext cx="758613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109" y="825750"/>
            <a:ext cx="6066934" cy="306850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4951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4099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517049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259999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116999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59949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774099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519335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262285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5963981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335456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335456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706931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706931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078406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030703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403321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774796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402178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774796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146271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060099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602899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814920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590527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366134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002949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002949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002949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5888399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633635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376585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884357" y="800100"/>
            <a:ext cx="3429000" cy="3741490"/>
            <a:chOff x="1200150" y="800100"/>
            <a:chExt cx="3429000" cy="3741490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200150" y="1479203"/>
              <a:ext cx="34290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00100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5133" y="861086"/>
            <a:ext cx="6815667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91228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156" y="1036391"/>
            <a:ext cx="2268252" cy="34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50899"/>
            <a:ext cx="5908146" cy="3691400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RAID5: 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distributes parity on different disk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5845454" y="119380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2066" y="108349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RAID1(mirror)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RAID5(parity)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6300" y="108349"/>
            <a:ext cx="7799390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6300" y="820672"/>
            <a:ext cx="6172200" cy="51454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9423" y="108349"/>
            <a:ext cx="7806267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space.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1267" y="108349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2" y="108349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8510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900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108349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011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1700" y="108349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170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14400" y="844153"/>
            <a:ext cx="7772400" cy="43431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6733" y="108349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4708" y="108349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09" y="844153"/>
            <a:ext cx="7812090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2132" y="108349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51216" y="822381"/>
            <a:ext cx="8024474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108349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6232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5933" y="108349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2490" y="108349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  <a:p>
            <a:endParaRPr lang="zh-TW" altLang="en-US" sz="2400" dirty="0"/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/>
                <a:t>data</a:t>
              </a:r>
              <a:endParaRPr lang="zh-TW" altLang="en-US" sz="12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135812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Logical Volume</a:t>
            </a:r>
            <a:endParaRPr lang="zh-TW" altLang="en-US" sz="135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8" y="3020676"/>
            <a:ext cx="1728192" cy="702078"/>
            <a:chOff x="4499992" y="2276872"/>
            <a:chExt cx="2736304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900" dirty="0"/>
                  <a:t>data</a:t>
                </a:r>
                <a:endParaRPr lang="zh-TW" altLang="en-US" sz="9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9" y="1508508"/>
            <a:ext cx="2842830" cy="702078"/>
            <a:chOff x="4788024" y="2204864"/>
            <a:chExt cx="3790439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8" y="2348880"/>
              <a:ext cx="105413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Storage</a:t>
              </a:r>
            </a:p>
            <a:p>
              <a:r>
                <a:rPr lang="en-US" altLang="zh-TW" sz="1350" dirty="0"/>
                <a:t>Server1</a:t>
              </a:r>
              <a:endParaRPr lang="zh-TW" altLang="en-US" sz="135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0163" y="3020676"/>
            <a:ext cx="607859" cy="648072"/>
            <a:chOff x="2555776" y="4869160"/>
            <a:chExt cx="810479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81047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crash</a:t>
              </a:r>
              <a:endParaRPr lang="zh-TW" altLang="en-US" sz="135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652121" y="3020676"/>
            <a:ext cx="363830" cy="206494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788" dirty="0"/>
              <a:t>spare</a:t>
            </a:r>
            <a:endParaRPr lang="zh-TW" altLang="en-US" sz="788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Copy</a:t>
            </a:r>
            <a:endParaRPr lang="zh-TW" altLang="en-US" sz="135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/>
              <a:t>data</a:t>
            </a:r>
            <a:endParaRPr lang="zh-TW" altLang="en-US" sz="12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03438"/>
            <a:ext cx="3261662" cy="606889"/>
            <a:chOff x="2271849" y="3664770"/>
            <a:chExt cx="4348883" cy="809185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631718" y="3664770"/>
              <a:ext cx="146450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1st Network</a:t>
              </a:r>
              <a:endParaRPr lang="zh-TW" altLang="en-US" sz="135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5"/>
            <a:ext cx="2806685" cy="517662"/>
            <a:chOff x="1780700" y="4767246"/>
            <a:chExt cx="3742247" cy="690215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542644" y="5057352"/>
              <a:ext cx="154144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2nd Network</a:t>
              </a:r>
              <a:endParaRPr lang="zh-TW" altLang="en-US" sz="135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0190" y="2463797"/>
            <a:ext cx="2640864" cy="606891"/>
            <a:chOff x="2271849" y="3664766"/>
            <a:chExt cx="4348883" cy="809189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491260" y="3664766"/>
              <a:ext cx="1745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Recovering</a:t>
              </a:r>
              <a:endParaRPr lang="zh-TW" altLang="en-US" sz="135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7" y="772938"/>
            <a:ext cx="7033986" cy="146452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them. </a:t>
            </a:r>
            <a:endParaRPr lang="zh-TW" altLang="en-US" sz="2000" b="1" dirty="0"/>
          </a:p>
        </p:txBody>
      </p:sp>
      <p:grpSp>
        <p:nvGrpSpPr>
          <p:cNvPr id="14" name="群組 13"/>
          <p:cNvGrpSpPr/>
          <p:nvPr/>
        </p:nvGrpSpPr>
        <p:grpSpPr>
          <a:xfrm>
            <a:off x="5602038" y="2006175"/>
            <a:ext cx="2524188" cy="2531646"/>
            <a:chOff x="4079962" y="2939398"/>
            <a:chExt cx="3365584" cy="3375527"/>
          </a:xfrm>
        </p:grpSpPr>
        <p:grpSp>
          <p:nvGrpSpPr>
            <p:cNvPr id="16" name="群組 15"/>
            <p:cNvGrpSpPr/>
            <p:nvPr/>
          </p:nvGrpSpPr>
          <p:grpSpPr>
            <a:xfrm>
              <a:off x="4086655" y="3823490"/>
              <a:ext cx="3358891" cy="725684"/>
              <a:chOff x="4788024" y="2204864"/>
              <a:chExt cx="3834896" cy="948970"/>
            </a:xfrm>
          </p:grpSpPr>
          <p:grpSp>
            <p:nvGrpSpPr>
              <p:cNvPr id="86" name="群組 85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88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4" name="圓柱 10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圓柱 10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6" name="圓柱 10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7" name="圓柱 10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0" name="圓柱 9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1" name="圓柱 10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圓柱 10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3" name="圓柱 10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0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6" name="圓柱 9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圓柱 9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8" name="圓柱 9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9" name="圓柱 9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2" name="圓柱 9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圓柱 9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圓柱 9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5" name="圓柱 9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文字方塊 86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Server2</a:t>
                </a:r>
                <a:endParaRPr lang="zh-TW" altLang="en-US" sz="1200" dirty="0"/>
              </a:p>
            </p:txBody>
          </p:sp>
        </p:grpSp>
        <p:grpSp>
          <p:nvGrpSpPr>
            <p:cNvPr id="17" name="群組 16"/>
            <p:cNvGrpSpPr/>
            <p:nvPr/>
          </p:nvGrpSpPr>
          <p:grpSpPr>
            <a:xfrm>
              <a:off x="4086655" y="2939398"/>
              <a:ext cx="3358891" cy="725684"/>
              <a:chOff x="4788024" y="2204864"/>
              <a:chExt cx="3834896" cy="948970"/>
            </a:xfrm>
          </p:grpSpPr>
          <p:grpSp>
            <p:nvGrpSpPr>
              <p:cNvPr id="64" name="群組 63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66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82" name="圓柱 8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3" name="圓柱 8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4" name="圓柱 8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5" name="圓柱 8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7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8" name="圓柱 7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圓柱 7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圓柱 7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圓柱 8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68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4" name="圓柱 7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5" name="圓柱 7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圓柱 7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77" name="圓柱 7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9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0" name="圓柱 6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1" name="圓柱 7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2" name="圓柱 7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3" name="圓柱 7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65" name="文字方塊 64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Server1</a:t>
                </a:r>
                <a:endParaRPr lang="zh-TW" altLang="en-US" sz="1200" dirty="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4079962" y="4695286"/>
              <a:ext cx="3358891" cy="725684"/>
              <a:chOff x="4788024" y="2204864"/>
              <a:chExt cx="3834896" cy="948970"/>
            </a:xfrm>
          </p:grpSpPr>
          <p:grpSp>
            <p:nvGrpSpPr>
              <p:cNvPr id="42" name="群組 41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44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60" name="圓柱 5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圓柱 6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圓柱 6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63" name="圓柱 6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5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6" name="圓柱 5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7" name="圓柱 5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8" name="圓柱 5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圓柱 5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6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2" name="圓柱 5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" name="圓柱 5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4" name="圓柱 5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5" name="圓柱 5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7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48" name="圓柱 4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圓柱 4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圓柱 4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1" name="圓柱 5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3" name="文字方塊 42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Server3</a:t>
                </a:r>
                <a:endParaRPr lang="zh-TW" altLang="en-US" sz="1200" dirty="0"/>
              </a:p>
            </p:txBody>
          </p:sp>
        </p:grpSp>
        <p:grpSp>
          <p:nvGrpSpPr>
            <p:cNvPr id="19" name="群組 18"/>
            <p:cNvGrpSpPr/>
            <p:nvPr/>
          </p:nvGrpSpPr>
          <p:grpSpPr>
            <a:xfrm>
              <a:off x="4086655" y="5589241"/>
              <a:ext cx="3358891" cy="725684"/>
              <a:chOff x="4788024" y="2204864"/>
              <a:chExt cx="3834896" cy="948970"/>
            </a:xfrm>
          </p:grpSpPr>
          <p:grpSp>
            <p:nvGrpSpPr>
              <p:cNvPr id="20" name="群組 19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22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8" name="圓柱 3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9" name="圓柱 3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0" name="圓柱 3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" name="圓柱 4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4" name="圓柱 3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5" name="圓柱 3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圓柱 3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7" name="圓柱 3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24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0" name="圓柱 2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1" name="圓柱 3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32" name="圓柱 3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" name="圓柱 3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5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26" name="圓柱 2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圓柱 2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圓柱 2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圓柱 2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" name="文字方塊 20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Server4</a:t>
                </a:r>
                <a:endParaRPr lang="zh-TW" altLang="en-US" sz="1200" dirty="0"/>
              </a:p>
            </p:txBody>
          </p:sp>
        </p:grpSp>
      </p:grpSp>
      <p:sp>
        <p:nvSpPr>
          <p:cNvPr id="15" name="文字方塊 14"/>
          <p:cNvSpPr txBox="1"/>
          <p:nvPr/>
        </p:nvSpPr>
        <p:spPr>
          <a:xfrm>
            <a:off x="6286210" y="1797562"/>
            <a:ext cx="7825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 Pool</a:t>
            </a:r>
            <a:endParaRPr lang="zh-TW" altLang="en-US" sz="800" dirty="0"/>
          </a:p>
        </p:txBody>
      </p:sp>
      <p:sp>
        <p:nvSpPr>
          <p:cNvPr id="10" name="文字方塊 9"/>
          <p:cNvSpPr txBox="1"/>
          <p:nvPr/>
        </p:nvSpPr>
        <p:spPr>
          <a:xfrm>
            <a:off x="4454050" y="180797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138" name="群組 137"/>
          <p:cNvGrpSpPr/>
          <p:nvPr/>
        </p:nvGrpSpPr>
        <p:grpSpPr>
          <a:xfrm>
            <a:off x="4762471" y="2040621"/>
            <a:ext cx="328668" cy="474551"/>
            <a:chOff x="2822987" y="3239707"/>
            <a:chExt cx="438224" cy="632734"/>
          </a:xfrm>
        </p:grpSpPr>
        <p:sp>
          <p:nvSpPr>
            <p:cNvPr id="116" name="圓柱 115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39" name="圓柱 138"/>
            <p:cNvSpPr/>
            <p:nvPr/>
          </p:nvSpPr>
          <p:spPr>
            <a:xfrm>
              <a:off x="2822987" y="3429453"/>
              <a:ext cx="438224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0" name="圓柱 139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4" name="群組 153"/>
          <p:cNvGrpSpPr/>
          <p:nvPr/>
        </p:nvGrpSpPr>
        <p:grpSpPr>
          <a:xfrm>
            <a:off x="4762471" y="2677821"/>
            <a:ext cx="328668" cy="474551"/>
            <a:chOff x="2822987" y="3239707"/>
            <a:chExt cx="438224" cy="632734"/>
          </a:xfrm>
        </p:grpSpPr>
        <p:sp>
          <p:nvSpPr>
            <p:cNvPr id="155" name="圓柱 154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6" name="圓柱 155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7" name="圓柱 156"/>
            <p:cNvSpPr/>
            <p:nvPr/>
          </p:nvSpPr>
          <p:spPr>
            <a:xfrm>
              <a:off x="2822987" y="3239707"/>
              <a:ext cx="438224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群組 157"/>
          <p:cNvGrpSpPr/>
          <p:nvPr/>
        </p:nvGrpSpPr>
        <p:grpSpPr>
          <a:xfrm>
            <a:off x="4759251" y="3338052"/>
            <a:ext cx="328667" cy="474551"/>
            <a:chOff x="2822987" y="3239707"/>
            <a:chExt cx="438223" cy="632734"/>
          </a:xfrm>
        </p:grpSpPr>
        <p:sp>
          <p:nvSpPr>
            <p:cNvPr id="159" name="圓柱 158"/>
            <p:cNvSpPr/>
            <p:nvPr/>
          </p:nvSpPr>
          <p:spPr>
            <a:xfrm>
              <a:off x="2822987" y="3626379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0" name="圓柱 159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1" name="圓柱 160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62" name="群組 161"/>
          <p:cNvGrpSpPr/>
          <p:nvPr/>
        </p:nvGrpSpPr>
        <p:grpSpPr>
          <a:xfrm>
            <a:off x="4762471" y="4017396"/>
            <a:ext cx="328668" cy="474551"/>
            <a:chOff x="2822987" y="3475705"/>
            <a:chExt cx="438224" cy="632734"/>
          </a:xfrm>
        </p:grpSpPr>
        <p:sp>
          <p:nvSpPr>
            <p:cNvPr id="163" name="圓柱 162"/>
            <p:cNvSpPr/>
            <p:nvPr/>
          </p:nvSpPr>
          <p:spPr>
            <a:xfrm>
              <a:off x="2822988" y="3862377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D3   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4" name="圓柱 163"/>
            <p:cNvSpPr/>
            <p:nvPr/>
          </p:nvSpPr>
          <p:spPr>
            <a:xfrm>
              <a:off x="2822988" y="3665451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D2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5" name="圓柱 164"/>
            <p:cNvSpPr/>
            <p:nvPr/>
          </p:nvSpPr>
          <p:spPr>
            <a:xfrm>
              <a:off x="2822987" y="3475705"/>
              <a:ext cx="438224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D1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553" y="108349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553" y="805089"/>
            <a:ext cx="765515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: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7897" y="799062"/>
            <a:ext cx="7761290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7897" y="857250"/>
            <a:ext cx="7506393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338" y="108349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589" y="108349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1874" y="874513"/>
            <a:ext cx="6172200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81149" y="108349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881148" y="844153"/>
            <a:ext cx="7794542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713" y="108349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 ,reliability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1149" y="108349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149" y="820269"/>
            <a:ext cx="7514706" cy="535116"/>
          </a:xfrm>
        </p:spPr>
        <p:txBody>
          <a:bodyPr/>
          <a:lstStyle/>
          <a:p>
            <a:pPr marL="0" indent="-300038"/>
            <a:r>
              <a:rPr lang="en-US" altLang="zh-TW" sz="22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2836" y="108349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2836" y="108349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5933" y="108349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108349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/>
              <a:t>Because using hash functions, client can </a:t>
            </a:r>
            <a:r>
              <a:rPr lang="en-GB" altLang="zh-TW" sz="1800" dirty="0">
                <a:ea typeface="新細明體" charset="-120"/>
              </a:rPr>
              <a:t>calculate object location directly.</a:t>
            </a:r>
          </a:p>
          <a:p>
            <a:pPr lvl="2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025" y="108349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713" y="108349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84200" y="815307"/>
            <a:ext cx="7941733" cy="18516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87401" y="108349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pPr marL="42863" indent="-342900">
              <a:buFont typeface="+mj-lt"/>
              <a:buAutoNum type="arabicPeriod" startAt="2"/>
            </a:pPr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06335" y="108349"/>
            <a:ext cx="7869355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06334" y="844153"/>
            <a:ext cx="7880465" cy="1636580"/>
          </a:xfrm>
        </p:spPr>
        <p:txBody>
          <a:bodyPr/>
          <a:lstStyle/>
          <a:p>
            <a:pPr marL="42863" indent="-342900">
              <a:buFont typeface="+mj-lt"/>
              <a:buAutoNum type="arabicPeriod" startAt="3"/>
            </a:pPr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108349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809534" y="1991980"/>
            <a:ext cx="5696703" cy="2524058"/>
            <a:chOff x="107504" y="2420888"/>
            <a:chExt cx="8928992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107504" y="2420888"/>
              <a:ext cx="8928992" cy="3960440"/>
              <a:chOff x="107504" y="2420888"/>
              <a:chExt cx="8928992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Return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map file data into objects(CRUSH) </a:t>
                </a:r>
                <a:endParaRPr lang="zh-TW" altLang="en-US" sz="135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107504" y="4293097"/>
                <a:ext cx="1017654" cy="6993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87401" y="91415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85801" y="844153"/>
            <a:ext cx="7989889" cy="2144580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108349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9732" y="844153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9338" y="108349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14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2" y="844153"/>
            <a:ext cx="7899398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6211" y="108349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2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897775" y="108349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03480" y="1256611"/>
            <a:ext cx="2916324" cy="2808597"/>
            <a:chOff x="5004048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04048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901" y="108349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108349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0" y="844153"/>
            <a:ext cx="7708207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0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108349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108349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108349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7898" y="108349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2727</TotalTime>
  <Words>5917</Words>
  <Application>Microsoft Office PowerPoint</Application>
  <PresentationFormat>全屏显示(16:9)</PresentationFormat>
  <Paragraphs>1086</Paragraphs>
  <Slides>115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115</vt:i4>
      </vt:variant>
    </vt:vector>
  </HeadingPairs>
  <TitlesOfParts>
    <vt:vector size="123" baseType="lpstr">
      <vt:lpstr>MS Sans Serif</vt:lpstr>
      <vt:lpstr>新細明體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289</cp:revision>
  <dcterms:created xsi:type="dcterms:W3CDTF">2015-06-05T07:23:35Z</dcterms:created>
  <dcterms:modified xsi:type="dcterms:W3CDTF">2026-10-11T03:08:08Z</dcterms:modified>
</cp:coreProperties>
</file>