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10"/>
  </p:notesMasterIdLst>
  <p:sldIdLst>
    <p:sldId id="256" r:id="rId3"/>
    <p:sldId id="258" r:id="rId4"/>
    <p:sldId id="289" r:id="rId5"/>
    <p:sldId id="516" r:id="rId6"/>
    <p:sldId id="517" r:id="rId7"/>
    <p:sldId id="509" r:id="rId8"/>
    <p:sldId id="518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>
        <p:scale>
          <a:sx n="50" d="100"/>
          <a:sy n="50" d="100"/>
        </p:scale>
        <p:origin x="124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703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grpSp>
        <p:nvGrpSpPr>
          <p:cNvPr id="2" name="群組 1"/>
          <p:cNvGrpSpPr/>
          <p:nvPr userDrawn="1"/>
        </p:nvGrpSpPr>
        <p:grpSpPr>
          <a:xfrm>
            <a:off x="86980" y="6239920"/>
            <a:ext cx="3223375" cy="569415"/>
            <a:chOff x="86980" y="6239920"/>
            <a:chExt cx="3223375" cy="569415"/>
          </a:xfrm>
        </p:grpSpPr>
        <p:pic>
          <p:nvPicPr>
            <p:cNvPr id="12" name="圖片 11"/>
            <p:cNvPicPr>
              <a:picLocks noChangeAspect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80" y="6239920"/>
              <a:ext cx="817930" cy="569415"/>
            </a:xfrm>
            <a:prstGeom prst="rect">
              <a:avLst/>
            </a:prstGeom>
          </p:spPr>
        </p:pic>
        <p:sp>
          <p:nvSpPr>
            <p:cNvPr id="15" name="矩形 14"/>
            <p:cNvSpPr/>
            <p:nvPr userDrawn="1"/>
          </p:nvSpPr>
          <p:spPr>
            <a:xfrm>
              <a:off x="829837" y="6347770"/>
              <a:ext cx="248051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lang="zh-CN" altLang="zh-TW" sz="1200" kern="100" dirty="0">
                  <a:solidFill>
                    <a:schemeClr val="bg1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香港中文大学（深圳）数据科学院</a:t>
              </a:r>
              <a:endParaRPr lang="zh-TW" altLang="zh-TW" sz="1200" kern="1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>
                <a:spcAft>
                  <a:spcPts val="0"/>
                </a:spcAft>
              </a:pP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CUHK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DengXian"/>
                  <a:cs typeface="Times New Roman" panose="02020603050405020304" pitchFamily="18" charset="0"/>
                </a:rPr>
                <a:t>-SZ Sc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hool of Data Science</a:t>
              </a:r>
              <a:endParaRPr lang="zh-TW" altLang="zh-TW" sz="1000" kern="100" dirty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2600" y="1406845"/>
            <a:ext cx="11145742" cy="1882455"/>
          </a:xfrm>
        </p:spPr>
        <p:txBody>
          <a:bodyPr/>
          <a:lstStyle/>
          <a:p>
            <a:pPr algn="ctr"/>
            <a:r>
              <a:rPr lang="en-US" altLang="zh-CN" sz="6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Techniques</a:t>
            </a:r>
            <a:endParaRPr lang="zh-TW" alt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55632"/>
            <a:ext cx="8534400" cy="1882455"/>
          </a:xfrm>
        </p:spPr>
        <p:txBody>
          <a:bodyPr/>
          <a:lstStyle/>
          <a:p>
            <a:r>
              <a:rPr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Yeh-Ching Chung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6610" y="106366"/>
            <a:ext cx="10270977" cy="692151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311423" y="1125537"/>
            <a:ext cx="10270977" cy="3560763"/>
          </a:xfrm>
        </p:spPr>
        <p:txBody>
          <a:bodyPr>
            <a:noAutofit/>
          </a:bodyPr>
          <a:lstStyle/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altLang="zh-TW" sz="29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Related</a:t>
            </a:r>
            <a:r>
              <a:rPr lang="zh-CN" altLang="en-US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</a:t>
            </a:r>
          </a:p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Methods</a:t>
            </a:r>
          </a:p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</a:t>
            </a:r>
          </a:p>
          <a:p>
            <a:r>
              <a:rPr lang="en-US" altLang="zh-CN" sz="29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2246313" y="1844824"/>
            <a:ext cx="7772400" cy="2562077"/>
          </a:xfrm>
        </p:spPr>
        <p:txBody>
          <a:bodyPr>
            <a:normAutofit fontScale="62500" lnSpcReduction="20000"/>
          </a:bodyPr>
          <a:lstStyle/>
          <a:p>
            <a:r>
              <a:rPr lang="en-US" altLang="zh-CN" sz="4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altLang="zh-TW" sz="4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Related</a:t>
            </a:r>
            <a:r>
              <a:rPr lang="zh-CN" alt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Methods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571" y="106366"/>
            <a:ext cx="10722429" cy="692151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Emulation Technique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125538"/>
            <a:ext cx="10972800" cy="2836864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do we talk about emulation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fact, virtualization technique can be treated as a special case of emulation technique.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virtualization techniques were developed in or inherited from emulation technique.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of emulation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 method for enabling a (sub)system to present the same interface and characteristics as another.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46173" y="4082144"/>
            <a:ext cx="4446130" cy="1963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4D8AE41-E9DB-DC4B-0813-8BAB041C6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285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9867" y="106366"/>
            <a:ext cx="10517721" cy="692151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- Emulation Technique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4678" y="1125538"/>
            <a:ext cx="10517722" cy="4796292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emulation implementations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Emulator interprets only one instruction at a time.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Static Binary Translation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Emulator translates a block of guest binary at a time and further optimizes for repeated instruction executions.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Binary Translation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a hybrid approach of emulator, which mix two approaches above.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challenges and issues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Register mapping problem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improvement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DA1E-DF89-AFB5-6372-BF049FEF9A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8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49867" y="111808"/>
            <a:ext cx="10517721" cy="692151"/>
          </a:xfrm>
        </p:spPr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- </a:t>
            </a: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</a:t>
            </a:r>
            <a:endParaRPr kumimoji="1"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86540" y="1077686"/>
            <a:ext cx="10112829" cy="145868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(VM) is a software implementation of a machine (i.e. a computer) that executes programs like a physical machine, i.e., add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Virtualizing Software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</a:t>
            </a:r>
            <a:r>
              <a:rPr lang="en-US" altLang="zh-TW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 and support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Guest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or system</a:t>
            </a: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572" y="3004457"/>
            <a:ext cx="75438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219C45F4-7572-2CE8-3D02-7331B11AB2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6854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2246313" y="1844824"/>
            <a:ext cx="7772400" cy="2562077"/>
          </a:xfrm>
        </p:spPr>
        <p:txBody>
          <a:bodyPr>
            <a:normAutofit fontScale="62500" lnSpcReduction="20000"/>
          </a:bodyPr>
          <a:lstStyle/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altLang="zh-TW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4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Related</a:t>
            </a:r>
            <a:r>
              <a:rPr lang="zh-CN" altLang="en-US" sz="4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4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Preliminaries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Methods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</a:t>
            </a:r>
          </a:p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296525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241</Words>
  <Application>Microsoft Office PowerPoint</Application>
  <PresentationFormat>宽屏</PresentationFormat>
  <Paragraphs>53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MS Sans Serif</vt:lpstr>
      <vt:lpstr>楷体</vt:lpstr>
      <vt:lpstr>Arial</vt:lpstr>
      <vt:lpstr>Calibri</vt:lpstr>
      <vt:lpstr>Calibri Light</vt:lpstr>
      <vt:lpstr>Times New Roman</vt:lpstr>
      <vt:lpstr>Wingdings</vt:lpstr>
      <vt:lpstr>NTHU UniCloud</vt:lpstr>
      <vt:lpstr>自訂設計</vt:lpstr>
      <vt:lpstr>Virtualization Techniques</vt:lpstr>
      <vt:lpstr>Outline</vt:lpstr>
      <vt:lpstr>Virtualization Techniques</vt:lpstr>
      <vt:lpstr>Introduction - Emulation Technique (1)</vt:lpstr>
      <vt:lpstr>Introduction - Emulation Technique (2)</vt:lpstr>
      <vt:lpstr>Introduction - Virtual Machine</vt:lpstr>
      <vt:lpstr>Virtualization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Yeh-Ching Chung</cp:lastModifiedBy>
  <cp:revision>19</cp:revision>
  <dcterms:created xsi:type="dcterms:W3CDTF">2020-07-15T11:13:39Z</dcterms:created>
  <dcterms:modified xsi:type="dcterms:W3CDTF">2026-09-16T05:38:09Z</dcterms:modified>
</cp:coreProperties>
</file>