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52" r:id="rId3"/>
    <p:sldId id="353" r:id="rId4"/>
    <p:sldId id="354" r:id="rId5"/>
    <p:sldId id="356" r:id="rId6"/>
    <p:sldId id="357" r:id="rId7"/>
    <p:sldId id="358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b.cuhk.edu.cn/" TargetMode="External"/><Relationship Id="rId2" Type="http://schemas.openxmlformats.org/officeDocument/2006/relationships/hyperlink" Target="mailto:liangsenwang@link.cuhk.edu.cn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mypage.cuhk.edu.cn/ychung/syllabus/CSC6032-2027-Fall.ht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125" y="822251"/>
            <a:ext cx="8138598" cy="377223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Instructor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Dr. Yeh-Ching Chung (ychung@cuhk.edu.hk)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Course T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汪梁森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: </a:t>
            </a:r>
            <a:r>
              <a:rPr lang="de-DE" altLang="zh-CN" dirty="0">
                <a:hlinkClick r:id="rId2"/>
              </a:rPr>
              <a:t>liangsenwang@link.cuhk.edu.cn</a:t>
            </a:r>
            <a:endParaRPr lang="en-US" altLang="zh-CN" dirty="0">
              <a:effectLst/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Lectures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Tuesday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	09:00am – 10: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0am	TD 209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Thursday	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09:00am – 10:20am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	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TD 209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Tutorials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1 session (TA will announce the time and classrooms)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Online Platform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Blackboard 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hlinkClick r:id="rId3"/>
              </a:rPr>
              <a:t>https://bb.cuhk.edu.cn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Website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hlinkClick r:id="rId4"/>
              </a:rPr>
              <a:t>http://mypage.cuhk.edu.cn/ychung/syllabus/CSC6032-2027-Spring.htm</a:t>
            </a:r>
            <a:endParaRPr lang="en-US" altLang="zh-C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4E7B392-61B3-FA29-3056-3DC07CA34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34" y="903171"/>
            <a:ext cx="7367776" cy="3466528"/>
          </a:xfrm>
        </p:spPr>
        <p:txBody>
          <a:bodyPr>
            <a:noAutofit/>
          </a:bodyPr>
          <a:lstStyle/>
          <a:p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Textbook</a:t>
            </a:r>
          </a:p>
          <a:p>
            <a:pPr lvl="1"/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Virtualization-From Desktop to Enterprise by </a:t>
            </a:r>
            <a:r>
              <a:rPr lang="en-US" altLang="zh-CN" sz="2000" b="0" i="0" u="none" strike="noStrike" baseline="0" dirty="0">
                <a:solidFill>
                  <a:srgbClr val="060505"/>
                </a:solidFill>
              </a:rPr>
              <a:t>Chris Wolf and Erick M. Halter</a:t>
            </a:r>
          </a:p>
          <a:p>
            <a:r>
              <a:rPr lang="en-US" altLang="zh-CN" sz="2000" dirty="0">
                <a:ea typeface="楷体" panose="02010609060101010101" pitchFamily="49" charset="-122"/>
              </a:rPr>
              <a:t>References</a:t>
            </a:r>
          </a:p>
          <a:p>
            <a:pPr lvl="1"/>
            <a:r>
              <a:rPr lang="zh-CN" altLang="zh-CN" sz="2000" dirty="0"/>
              <a:t>Matthew Portnoy, Virtualization Essential, Third Edition, John Wiley &amp; Sons, 2023</a:t>
            </a:r>
            <a:endParaRPr lang="en-US" altLang="zh-CN" sz="2000" dirty="0"/>
          </a:p>
          <a:p>
            <a:pPr lvl="1"/>
            <a:r>
              <a:rPr lang="zh-CN" altLang="zh-CN" sz="2000" dirty="0"/>
              <a:t>Mitch Tulloch, Understanding Microsoft Virtualization Solutions, Microsoft Press, 2010</a:t>
            </a:r>
            <a:endParaRPr lang="en-US" altLang="zh-CN" sz="2000" dirty="0"/>
          </a:p>
          <a:p>
            <a:pPr lvl="1"/>
            <a:r>
              <a:rPr lang="en-US" altLang="zh-CN" sz="2000" dirty="0"/>
              <a:t>Shashank Mohan Jain, Linux Containers and Virtualization: Utilizing Rust for Linux Containers, </a:t>
            </a:r>
            <a:r>
              <a:rPr lang="zh-CN" altLang="zh-CN" sz="2000" dirty="0"/>
              <a:t>APress 2023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881" y="831355"/>
            <a:ext cx="7900450" cy="370739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en-US" sz="1800" dirty="0"/>
              <a:t>Distributed Systems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en-US" sz="1800" dirty="0"/>
              <a:t>Process and Thread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en-US" sz="1800" dirty="0"/>
              <a:t>Distributed Shared Memory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en-US" sz="1800" dirty="0"/>
              <a:t>Distributed File Systems</a:t>
            </a:r>
          </a:p>
          <a:p>
            <a:pPr>
              <a:spcBef>
                <a:spcPts val="0"/>
              </a:spcBef>
              <a:buSzPct val="70000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Virtualization	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80" y="822959"/>
            <a:ext cx="7208520" cy="3032761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participation</a:t>
            </a:r>
            <a:r>
              <a:rPr lang="en-US" sz="2000" dirty="0"/>
              <a:t> (10%)</a:t>
            </a:r>
          </a:p>
          <a:p>
            <a:r>
              <a:rPr lang="en-US" altLang="zh-CN" sz="2000" dirty="0"/>
              <a:t>Term</a:t>
            </a:r>
            <a:r>
              <a:rPr lang="en-US" sz="2000" dirty="0"/>
              <a:t> Projects (65%)</a:t>
            </a:r>
          </a:p>
          <a:p>
            <a:r>
              <a:rPr lang="en-US" altLang="zh-CN" sz="2000"/>
              <a:t>Report </a:t>
            </a:r>
            <a:r>
              <a:rPr lang="en-US" sz="2000"/>
              <a:t>(</a:t>
            </a:r>
            <a:r>
              <a:rPr lang="en-US" sz="2000" dirty="0"/>
              <a:t>25%)</a:t>
            </a:r>
          </a:p>
          <a:p>
            <a:r>
              <a:rPr lang="en-US" sz="2000" dirty="0"/>
              <a:t>If you need to apply for a leave for final exam, send email to me with supporting document beforehand.</a:t>
            </a:r>
          </a:p>
          <a:p>
            <a:r>
              <a:rPr lang="en-US" sz="2000" dirty="0"/>
              <a:t>If you are ill, obtain a medical note and email it to me as soon as possible and no later than a week after your absence.</a:t>
            </a:r>
          </a:p>
          <a:p>
            <a:r>
              <a:rPr lang="en-US" sz="2000" dirty="0"/>
              <a:t>Students are responsible to keep track on their marks.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142" y="845821"/>
            <a:ext cx="7608498" cy="326493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completing this course, students will be able 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Distributed Systems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Distributed Shared-Memory Systems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Distributed File Systems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C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Virtualization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 Virtualization	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theory of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8" y="844153"/>
            <a:ext cx="7443302" cy="36718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Plagiarism, cheating, misconduct in test/exam will be reported to the School for handing.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http://www.cuhk.edu.cn/departsite/ar/en/Academic.html</a:t>
            </a: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2548</TotalTime>
  <Words>416</Words>
  <Application>Microsoft Office PowerPoint</Application>
  <PresentationFormat>全屏显示(16:9)</PresentationFormat>
  <Paragraphs>63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MS Sans Serif</vt:lpstr>
      <vt:lpstr>楷体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PowerPoint 演示文稿</vt:lpstr>
      <vt:lpstr>Textbooks &amp; Reference</vt:lpstr>
      <vt:lpstr>Course Syllabus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286</cp:revision>
  <dcterms:created xsi:type="dcterms:W3CDTF">2015-06-05T07:23:35Z</dcterms:created>
  <dcterms:modified xsi:type="dcterms:W3CDTF">2026-09-28T11:12:58Z</dcterms:modified>
</cp:coreProperties>
</file>