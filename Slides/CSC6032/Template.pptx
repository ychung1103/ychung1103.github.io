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988C7A-F935-D4B0-8A52-9D5BCEEE8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492" y="108349"/>
            <a:ext cx="7753198" cy="51911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9596" y="844153"/>
            <a:ext cx="5955739" cy="2975288"/>
          </a:xfrm>
        </p:spPr>
        <p:txBody>
          <a:bodyPr/>
          <a:lstStyle/>
          <a:p>
            <a:r>
              <a:rPr lang="en-US" sz="2000" dirty="0"/>
              <a:t>What is Cloud Computing ?</a:t>
            </a:r>
          </a:p>
          <a:p>
            <a:pPr lvl="1"/>
            <a:r>
              <a:rPr lang="en-US" sz="2000" dirty="0"/>
              <a:t>Different perspectives</a:t>
            </a:r>
          </a:p>
          <a:p>
            <a:pPr lvl="1"/>
            <a:r>
              <a:rPr lang="en-US" sz="2000" dirty="0"/>
              <a:t>Properties and characteristics</a:t>
            </a:r>
          </a:p>
          <a:p>
            <a:pPr lvl="1"/>
            <a:r>
              <a:rPr lang="en-US" sz="2000" dirty="0"/>
              <a:t>Benefits from cloud computing</a:t>
            </a:r>
          </a:p>
          <a:p>
            <a:endParaRPr lang="en-US" sz="2000" dirty="0"/>
          </a:p>
          <a:p>
            <a:r>
              <a:rPr lang="en-US" sz="2000" dirty="0"/>
              <a:t>Service and deployment models</a:t>
            </a:r>
          </a:p>
          <a:p>
            <a:pPr lvl="1"/>
            <a:r>
              <a:rPr lang="en-US" sz="2000" dirty="0"/>
              <a:t>Three service models</a:t>
            </a:r>
          </a:p>
          <a:p>
            <a:pPr lvl="1"/>
            <a:r>
              <a:rPr lang="en-US" sz="2000" dirty="0"/>
              <a:t>Four deployment models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134E72-FB3D-02C6-3FB8-8EBC62CC3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2618</TotalTime>
  <Words>47</Words>
  <Application>Microsoft Office PowerPoint</Application>
  <PresentationFormat>全屏显示(16:9)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MS Sans Serif</vt:lpstr>
      <vt:lpstr>Arial</vt:lpstr>
      <vt:lpstr>Calibri</vt:lpstr>
      <vt:lpstr>Times New Roman</vt:lpstr>
      <vt:lpstr>Wingdings</vt:lpstr>
      <vt:lpstr>NTHU UniCloud</vt:lpstr>
      <vt:lpstr>CSC6032 – Advanced Operating Systems</vt:lpstr>
      <vt:lpstr>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288</cp:revision>
  <dcterms:created xsi:type="dcterms:W3CDTF">2015-06-05T07:23:35Z</dcterms:created>
  <dcterms:modified xsi:type="dcterms:W3CDTF">2026-09-27T11:37:04Z</dcterms:modified>
</cp:coreProperties>
</file>