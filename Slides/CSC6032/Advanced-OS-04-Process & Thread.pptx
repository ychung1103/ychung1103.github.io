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  <p:sldMasterId id="2147483660" r:id="rId2"/>
  </p:sldMasterIdLst>
  <p:notesMasterIdLst>
    <p:notesMasterId r:id="rId57"/>
  </p:notesMasterIdLst>
  <p:sldIdLst>
    <p:sldId id="256" r:id="rId3"/>
    <p:sldId id="315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6" r:id="rId51"/>
    <p:sldId id="307" r:id="rId52"/>
    <p:sldId id="308" r:id="rId53"/>
    <p:sldId id="309" r:id="rId54"/>
    <p:sldId id="310" r:id="rId55"/>
    <p:sldId id="311" r:id="rId5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0" autoAdjust="0"/>
    <p:restoredTop sz="94660"/>
  </p:normalViewPr>
  <p:slideViewPr>
    <p:cSldViewPr snapToGrid="0">
      <p:cViewPr>
        <p:scale>
          <a:sx n="50" d="100"/>
          <a:sy n="50" d="100"/>
        </p:scale>
        <p:origin x="1244" y="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805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presProps" Target="presProps.xml"/><Relationship Id="rId5" Type="http://schemas.openxmlformats.org/officeDocument/2006/relationships/slide" Target="slides/slide3.xml"/><Relationship Id="rId61" Type="http://schemas.openxmlformats.org/officeDocument/2006/relationships/tableStyles" Target="tableStyles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viewProps" Target="view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1F4A7B-8284-4E61-88F9-84C6CA6E31E8}" type="datetimeFigureOut">
              <a:rPr lang="zh-TW" altLang="en-US" smtClean="0"/>
              <a:t>2024/7/19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1D5518-E2B7-47D3-A483-775D3998244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370072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17685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718388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317529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109594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825083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33760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314076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136648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185819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015818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941052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544011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42476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6903753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323277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8572719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555994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8329816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8214358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6522736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9841739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29202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9647233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7605136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5457041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0364482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165321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7335708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0716854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000846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8477674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6524749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9386751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478687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6087967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467270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7946294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736723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40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678754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41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1376532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42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4871267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43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761163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44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8256387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45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52757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46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19667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47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0670415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48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350565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49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0316840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50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51112490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51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4482080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52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6491766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53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392545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6C40E4-B9C8-417B-AB00-3BF7F8038A2D}" type="slidenum">
              <a:rPr lang="zh-TW" altLang="en-US" smtClean="0"/>
              <a:pPr/>
              <a:t>54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829108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3pPr>
              <a:defRPr sz="2667">
                <a:latin typeface="Calibri" pitchFamily="34" charset="0"/>
                <a:ea typeface="標楷體" pitchFamily="65" charset="-120"/>
                <a:cs typeface="Calibri" pitchFamily="34" charset="0"/>
              </a:defRPr>
            </a:lvl3pPr>
            <a:lvl4pPr>
              <a:defRPr sz="2400">
                <a:latin typeface="Calibri" pitchFamily="34" charset="0"/>
                <a:ea typeface="標楷體" pitchFamily="65" charset="-120"/>
                <a:cs typeface="Calibri" pitchFamily="34" charset="0"/>
              </a:defRPr>
            </a:lvl4pPr>
            <a:lvl5pPr>
              <a:defRPr sz="2133">
                <a:latin typeface="Calibri" pitchFamily="34" charset="0"/>
                <a:ea typeface="標楷體" pitchFamily="65" charset="-120"/>
                <a:cs typeface="Calibri" pitchFamily="34" charset="0"/>
              </a:defRPr>
            </a:lvl5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84839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267" b="1" cap="all"/>
            </a:lvl1pPr>
          </a:lstStyle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3733"/>
            </a:lvl1pPr>
            <a:lvl2pPr marL="457177" indent="0">
              <a:buNone/>
              <a:defRPr sz="1801"/>
            </a:lvl2pPr>
            <a:lvl3pPr marL="914354" indent="0">
              <a:buNone/>
              <a:defRPr sz="1600"/>
            </a:lvl3pPr>
            <a:lvl4pPr marL="1371531" indent="0">
              <a:buNone/>
              <a:defRPr sz="1401"/>
            </a:lvl4pPr>
            <a:lvl5pPr marL="1828709" indent="0">
              <a:buNone/>
              <a:defRPr sz="1401"/>
            </a:lvl5pPr>
            <a:lvl6pPr marL="2285886" indent="0">
              <a:buNone/>
              <a:defRPr sz="1401"/>
            </a:lvl6pPr>
            <a:lvl7pPr marL="2743063" indent="0">
              <a:buNone/>
              <a:defRPr sz="1401"/>
            </a:lvl7pPr>
            <a:lvl8pPr marL="3200240" indent="0">
              <a:buNone/>
              <a:defRPr sz="1401"/>
            </a:lvl8pPr>
            <a:lvl9pPr marL="3657417" indent="0">
              <a:buNone/>
              <a:defRPr sz="140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603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125536"/>
            <a:ext cx="5384800" cy="4227699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1801"/>
            </a:lvl6pPr>
            <a:lvl7pPr>
              <a:defRPr sz="1801"/>
            </a:lvl7pPr>
            <a:lvl8pPr>
              <a:defRPr sz="1801"/>
            </a:lvl8pPr>
            <a:lvl9pPr>
              <a:defRPr sz="180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7600" y="1125536"/>
            <a:ext cx="5384800" cy="4227699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1801"/>
            </a:lvl6pPr>
            <a:lvl7pPr>
              <a:defRPr sz="1801"/>
            </a:lvl7pPr>
            <a:lvl8pPr>
              <a:defRPr sz="1801"/>
            </a:lvl8pPr>
            <a:lvl9pPr>
              <a:defRPr sz="180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649854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2" y="1268773"/>
            <a:ext cx="5386917" cy="639763"/>
          </a:xfrm>
        </p:spPr>
        <p:txBody>
          <a:bodyPr anchor="b"/>
          <a:lstStyle>
            <a:lvl1pPr marL="0" indent="0">
              <a:buNone/>
              <a:defRPr sz="2667" b="1"/>
            </a:lvl1pPr>
            <a:lvl2pPr marL="457177" indent="0">
              <a:buNone/>
              <a:defRPr sz="2000" b="1"/>
            </a:lvl2pPr>
            <a:lvl3pPr marL="914354" indent="0">
              <a:buNone/>
              <a:defRPr sz="1801" b="1"/>
            </a:lvl3pPr>
            <a:lvl4pPr marL="1371531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3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7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2" y="1908535"/>
            <a:ext cx="5386917" cy="3951288"/>
          </a:xfrm>
        </p:spPr>
        <p:txBody>
          <a:bodyPr/>
          <a:lstStyle>
            <a:lvl1pPr>
              <a:defRPr sz="2667"/>
            </a:lvl1pPr>
            <a:lvl2pPr>
              <a:defRPr sz="2133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73" y="1268773"/>
            <a:ext cx="5389033" cy="639763"/>
          </a:xfrm>
        </p:spPr>
        <p:txBody>
          <a:bodyPr anchor="b"/>
          <a:lstStyle>
            <a:lvl1pPr marL="0" indent="0">
              <a:buNone/>
              <a:defRPr sz="2667" b="1"/>
            </a:lvl1pPr>
            <a:lvl2pPr marL="457177" indent="0">
              <a:buNone/>
              <a:defRPr sz="2000" b="1"/>
            </a:lvl2pPr>
            <a:lvl3pPr marL="914354" indent="0">
              <a:buNone/>
              <a:defRPr sz="1801" b="1"/>
            </a:lvl3pPr>
            <a:lvl4pPr marL="1371531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3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7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73" y="1908535"/>
            <a:ext cx="5389033" cy="3951288"/>
          </a:xfrm>
        </p:spPr>
        <p:txBody>
          <a:bodyPr/>
          <a:lstStyle>
            <a:lvl1pPr>
              <a:defRPr sz="2667"/>
            </a:lvl1pPr>
            <a:lvl2pPr>
              <a:defRPr sz="2133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標題 1"/>
          <p:cNvSpPr>
            <a:spLocks noGrp="1"/>
          </p:cNvSpPr>
          <p:nvPr>
            <p:ph type="title"/>
          </p:nvPr>
        </p:nvSpPr>
        <p:spPr>
          <a:xfrm>
            <a:off x="624421" y="144466"/>
            <a:ext cx="10943167" cy="692151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794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07014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33198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6" y="273049"/>
            <a:ext cx="4011084" cy="11620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4" y="273056"/>
            <a:ext cx="6815668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6" y="1435104"/>
            <a:ext cx="4011084" cy="4691063"/>
          </a:xfrm>
        </p:spPr>
        <p:txBody>
          <a:bodyPr/>
          <a:lstStyle>
            <a:lvl1pPr marL="0" indent="0">
              <a:buNone/>
              <a:defRPr sz="1401"/>
            </a:lvl1pPr>
            <a:lvl2pPr marL="457177" indent="0">
              <a:buNone/>
              <a:defRPr sz="1200"/>
            </a:lvl2pPr>
            <a:lvl3pPr marL="914354" indent="0">
              <a:buNone/>
              <a:defRPr sz="1001"/>
            </a:lvl3pPr>
            <a:lvl4pPr marL="1371531" indent="0">
              <a:buNone/>
              <a:defRPr sz="900"/>
            </a:lvl4pPr>
            <a:lvl5pPr marL="1828709" indent="0">
              <a:buNone/>
              <a:defRPr sz="900"/>
            </a:lvl5pPr>
            <a:lvl6pPr marL="2285886" indent="0">
              <a:buNone/>
              <a:defRPr sz="900"/>
            </a:lvl6pPr>
            <a:lvl7pPr marL="2743063" indent="0">
              <a:buNone/>
              <a:defRPr sz="900"/>
            </a:lvl7pPr>
            <a:lvl8pPr marL="3200240" indent="0">
              <a:buNone/>
              <a:defRPr sz="900"/>
            </a:lvl8pPr>
            <a:lvl9pPr marL="3657417" indent="0">
              <a:buNone/>
              <a:defRPr sz="9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50483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9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177" indent="0">
              <a:buNone/>
              <a:defRPr sz="2800"/>
            </a:lvl2pPr>
            <a:lvl3pPr marL="914354" indent="0">
              <a:buNone/>
              <a:defRPr sz="2400"/>
            </a:lvl3pPr>
            <a:lvl4pPr marL="1371531" indent="0">
              <a:buNone/>
              <a:defRPr sz="2000"/>
            </a:lvl4pPr>
            <a:lvl5pPr marL="1828709" indent="0">
              <a:buNone/>
              <a:defRPr sz="2000"/>
            </a:lvl5pPr>
            <a:lvl6pPr marL="2285886" indent="0">
              <a:buNone/>
              <a:defRPr sz="2000"/>
            </a:lvl6pPr>
            <a:lvl7pPr marL="2743063" indent="0">
              <a:buNone/>
              <a:defRPr sz="2000"/>
            </a:lvl7pPr>
            <a:lvl8pPr marL="3200240" indent="0">
              <a:buNone/>
              <a:defRPr sz="2000"/>
            </a:lvl8pPr>
            <a:lvl9pPr marL="3657417" indent="0">
              <a:buNone/>
              <a:defRPr sz="2000"/>
            </a:lvl9pPr>
          </a:lstStyle>
          <a:p>
            <a:pPr lvl="0"/>
            <a:r>
              <a:rPr lang="en-US" altLang="zh-TW" noProof="0"/>
              <a:t>Click icon to add picture</a:t>
            </a:r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41"/>
            <a:ext cx="7315200" cy="804863"/>
          </a:xfrm>
        </p:spPr>
        <p:txBody>
          <a:bodyPr/>
          <a:lstStyle>
            <a:lvl1pPr marL="0" indent="0">
              <a:buNone/>
              <a:defRPr sz="1401"/>
            </a:lvl1pPr>
            <a:lvl2pPr marL="457177" indent="0">
              <a:buNone/>
              <a:defRPr sz="1200"/>
            </a:lvl2pPr>
            <a:lvl3pPr marL="914354" indent="0">
              <a:buNone/>
              <a:defRPr sz="1001"/>
            </a:lvl3pPr>
            <a:lvl4pPr marL="1371531" indent="0">
              <a:buNone/>
              <a:defRPr sz="900"/>
            </a:lvl4pPr>
            <a:lvl5pPr marL="1828709" indent="0">
              <a:buNone/>
              <a:defRPr sz="900"/>
            </a:lvl5pPr>
            <a:lvl6pPr marL="2285886" indent="0">
              <a:buNone/>
              <a:defRPr sz="900"/>
            </a:lvl6pPr>
            <a:lvl7pPr marL="2743063" indent="0">
              <a:buNone/>
              <a:defRPr sz="900"/>
            </a:lvl7pPr>
            <a:lvl8pPr marL="3200240" indent="0">
              <a:buNone/>
              <a:defRPr sz="900"/>
            </a:lvl8pPr>
            <a:lvl9pPr marL="3657417" indent="0">
              <a:buNone/>
              <a:defRPr sz="9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256574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736764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33043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/>
          </p:nvPr>
        </p:nvSpPr>
        <p:spPr>
          <a:xfrm>
            <a:off x="609600" y="73028"/>
            <a:ext cx="10972800" cy="1700213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8601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609600" y="1125542"/>
            <a:ext cx="10972800" cy="647700"/>
          </a:xfrm>
        </p:spPr>
        <p:txBody>
          <a:bodyPr/>
          <a:lstStyle/>
          <a:p>
            <a:pPr lvl="0"/>
            <a:r>
              <a:rPr lang="en-US" altLang="zh-TW" noProof="0"/>
              <a:t>Click icon to add table</a:t>
            </a:r>
            <a:endParaRPr lang="zh-TW" altLang="en-US" noProof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992217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14400" y="2130432"/>
            <a:ext cx="10363200" cy="1470025"/>
          </a:xfrm>
        </p:spPr>
        <p:txBody>
          <a:bodyPr/>
          <a:lstStyle>
            <a:lvl1pPr algn="ctr">
              <a:defRPr sz="5333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177" indent="0" algn="ctr">
              <a:buNone/>
              <a:defRPr/>
            </a:lvl2pPr>
            <a:lvl3pPr marL="914354" indent="0" algn="ctr">
              <a:buNone/>
              <a:defRPr/>
            </a:lvl3pPr>
            <a:lvl4pPr marL="1371531" indent="0" algn="ctr">
              <a:buNone/>
              <a:defRPr/>
            </a:lvl4pPr>
            <a:lvl5pPr marL="1828709" indent="0" algn="ctr">
              <a:buNone/>
              <a:defRPr/>
            </a:lvl5pPr>
            <a:lvl6pPr marL="2285886" indent="0" algn="ctr">
              <a:buNone/>
              <a:defRPr/>
            </a:lvl6pPr>
            <a:lvl7pPr marL="2743063" indent="0" algn="ctr">
              <a:buNone/>
              <a:defRPr/>
            </a:lvl7pPr>
            <a:lvl8pPr marL="3200240" indent="0" algn="ctr">
              <a:buNone/>
              <a:defRPr/>
            </a:lvl8pPr>
            <a:lvl9pPr marL="3657417" indent="0" algn="ctr">
              <a:buNone/>
              <a:defRPr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99471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7986553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283935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634368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6378302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555587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984383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3886289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1853755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0796229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4827845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27367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17"/>
          <p:cNvSpPr>
            <a:spLocks noGrp="1" noChangeArrowheads="1"/>
          </p:cNvSpPr>
          <p:nvPr>
            <p:ph type="title"/>
          </p:nvPr>
        </p:nvSpPr>
        <p:spPr bwMode="auto">
          <a:xfrm>
            <a:off x="1049867" y="144466"/>
            <a:ext cx="10517721" cy="6921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8" name="Rectangle 1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125537"/>
            <a:ext cx="10972800" cy="4895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按一下以編輯母片</a:t>
            </a:r>
          </a:p>
          <a:p>
            <a:pPr lvl="1"/>
            <a:endParaRPr lang="zh-TW" altLang="en-US" dirty="0"/>
          </a:p>
          <a:p>
            <a:pPr lvl="0"/>
            <a:endParaRPr lang="en-US" altLang="zh-TW" dirty="0"/>
          </a:p>
        </p:txBody>
      </p:sp>
      <p:pic>
        <p:nvPicPr>
          <p:cNvPr id="1029" name="Picture 25" descr="name"/>
          <p:cNvPicPr>
            <a:picLocks noChangeAspect="1" noChangeArrowheads="1"/>
          </p:cNvPicPr>
          <p:nvPr/>
        </p:nvPicPr>
        <p:blipFill>
          <a:blip r:embed="rId15" cstate="print"/>
          <a:srcRect/>
          <a:stretch>
            <a:fillRect/>
          </a:stretch>
        </p:blipFill>
        <p:spPr bwMode="auto">
          <a:xfrm>
            <a:off x="3" y="6357940"/>
            <a:ext cx="5111751" cy="1984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矩形 7"/>
          <p:cNvSpPr/>
          <p:nvPr/>
        </p:nvSpPr>
        <p:spPr>
          <a:xfrm>
            <a:off x="792808" y="6581777"/>
            <a:ext cx="357482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新細明體" pitchFamily="18" charset="-120"/>
                <a:cs typeface="Arial" pitchFamily="34" charset="0"/>
              </a:rPr>
              <a:t>National Tsing Hua University ® copyright OIA</a:t>
            </a:r>
            <a:endParaRPr lang="zh-TW" altLang="en-US" sz="1200" b="1" dirty="0">
              <a:solidFill>
                <a:schemeClr val="bg1"/>
              </a:solidFill>
              <a:latin typeface="Arial" pitchFamily="34" charset="0"/>
              <a:ea typeface="新細明體" pitchFamily="18" charset="-120"/>
              <a:cs typeface="Arial" pitchFamily="34" charset="0"/>
            </a:endParaRPr>
          </a:p>
        </p:txBody>
      </p:sp>
      <p:sp>
        <p:nvSpPr>
          <p:cNvPr id="4105" name="Rectangle 9"/>
          <p:cNvSpPr>
            <a:spLocks noChangeArrowheads="1"/>
          </p:cNvSpPr>
          <p:nvPr/>
        </p:nvSpPr>
        <p:spPr bwMode="auto">
          <a:xfrm>
            <a:off x="0" y="908055"/>
            <a:ext cx="12192000" cy="144463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801">
              <a:ea typeface="新細明體" pitchFamily="18" charset="-120"/>
            </a:endParaRPr>
          </a:p>
        </p:txBody>
      </p:sp>
      <p:sp>
        <p:nvSpPr>
          <p:cNvPr id="4106" name="Rectangle 10"/>
          <p:cNvSpPr>
            <a:spLocks noChangeArrowheads="1"/>
          </p:cNvSpPr>
          <p:nvPr userDrawn="1"/>
        </p:nvSpPr>
        <p:spPr bwMode="auto">
          <a:xfrm>
            <a:off x="0" y="6165849"/>
            <a:ext cx="12192000" cy="719139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801">
              <a:ea typeface="新細明體" pitchFamily="18" charset="-120"/>
            </a:endParaRPr>
          </a:p>
        </p:txBody>
      </p:sp>
      <p:sp>
        <p:nvSpPr>
          <p:cNvPr id="1043" name="Rectangle 19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108017" y="6524628"/>
            <a:ext cx="2844800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chemeClr val="bg1"/>
                </a:solidFill>
                <a:latin typeface="Arial" pitchFamily="34" charset="0"/>
                <a:ea typeface="新細明體" pitchFamily="18" charset="-120"/>
              </a:defRPr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pic>
        <p:nvPicPr>
          <p:cNvPr id="14" name="圖片 13"/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280" y="124614"/>
            <a:ext cx="916587" cy="672311"/>
          </a:xfrm>
          <a:prstGeom prst="rect">
            <a:avLst/>
          </a:prstGeom>
        </p:spPr>
      </p:pic>
      <p:grpSp>
        <p:nvGrpSpPr>
          <p:cNvPr id="2" name="群組 1"/>
          <p:cNvGrpSpPr/>
          <p:nvPr userDrawn="1"/>
        </p:nvGrpSpPr>
        <p:grpSpPr>
          <a:xfrm>
            <a:off x="86980" y="6239920"/>
            <a:ext cx="3223375" cy="569415"/>
            <a:chOff x="86980" y="6239920"/>
            <a:chExt cx="3223375" cy="569415"/>
          </a:xfrm>
        </p:grpSpPr>
        <p:pic>
          <p:nvPicPr>
            <p:cNvPr id="12" name="圖片 11"/>
            <p:cNvPicPr>
              <a:picLocks noChangeAspect="1"/>
            </p:cNvPicPr>
            <p:nvPr userDrawn="1"/>
          </p:nvPicPr>
          <p:blipFill>
            <a:blip r:embed="rId1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980" y="6239920"/>
              <a:ext cx="817930" cy="569415"/>
            </a:xfrm>
            <a:prstGeom prst="rect">
              <a:avLst/>
            </a:prstGeom>
          </p:spPr>
        </p:pic>
        <p:sp>
          <p:nvSpPr>
            <p:cNvPr id="15" name="矩形 14"/>
            <p:cNvSpPr/>
            <p:nvPr userDrawn="1"/>
          </p:nvSpPr>
          <p:spPr>
            <a:xfrm>
              <a:off x="829837" y="6347770"/>
              <a:ext cx="2480518" cy="43088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lang="zh-CN" altLang="zh-TW" sz="1200" kern="100" dirty="0">
                  <a:solidFill>
                    <a:schemeClr val="bg1"/>
                  </a:solidFill>
                  <a:latin typeface="华文楷体" panose="02010600040101010101" pitchFamily="2" charset="-122"/>
                  <a:ea typeface="华文楷体" panose="02010600040101010101" pitchFamily="2" charset="-122"/>
                  <a:cs typeface="Times New Roman" panose="02020603050405020304" pitchFamily="18" charset="0"/>
                </a:rPr>
                <a:t>香港中文大学（深圳）数据科学院</a:t>
              </a:r>
              <a:endParaRPr lang="zh-TW" altLang="zh-TW" sz="1200" kern="100" dirty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endParaRPr>
            </a:p>
            <a:p>
              <a:pPr algn="ctr">
                <a:spcAft>
                  <a:spcPts val="0"/>
                </a:spcAft>
              </a:pPr>
              <a:r>
                <a:rPr lang="en-US" altLang="zh-TW" sz="1000" kern="100" dirty="0">
                  <a:solidFill>
                    <a:schemeClr val="bg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CUHK</a:t>
              </a:r>
              <a:r>
                <a:rPr lang="en-US" altLang="zh-TW" sz="1000" kern="100" dirty="0">
                  <a:solidFill>
                    <a:schemeClr val="bg1"/>
                  </a:solidFill>
                  <a:latin typeface="Times New Roman" panose="02020603050405020304" pitchFamily="18" charset="0"/>
                  <a:ea typeface="DengXian"/>
                  <a:cs typeface="Times New Roman" panose="02020603050405020304" pitchFamily="18" charset="0"/>
                </a:rPr>
                <a:t>-SZ Sc</a:t>
              </a:r>
              <a:r>
                <a:rPr lang="en-US" altLang="zh-TW" sz="1000" kern="100" dirty="0">
                  <a:solidFill>
                    <a:schemeClr val="bg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hool of Data Science</a:t>
              </a:r>
              <a:endParaRPr lang="zh-TW" altLang="zh-TW" sz="1000" kern="100" dirty="0">
                <a:solidFill>
                  <a:schemeClr val="bg1"/>
                </a:solidFill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66231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4800" b="1">
          <a:solidFill>
            <a:schemeClr val="tx2"/>
          </a:solidFill>
          <a:latin typeface="Calibri" pitchFamily="34" charset="0"/>
          <a:ea typeface="標楷體" pitchFamily="65" charset="-120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5pPr>
      <a:lvl6pPr marL="457177" algn="l" rtl="0" eaLnBrk="1" fontAlgn="base" hangingPunct="1">
        <a:spcBef>
          <a:spcPct val="0"/>
        </a:spcBef>
        <a:spcAft>
          <a:spcPct val="0"/>
        </a:spcAft>
        <a:defRPr kumimoji="1" sz="3001" b="1">
          <a:solidFill>
            <a:schemeClr val="tx2"/>
          </a:solidFill>
          <a:latin typeface="MS Sans Serif"/>
          <a:ea typeface="MS Sans Serif"/>
          <a:cs typeface="MS Sans Serif"/>
        </a:defRPr>
      </a:lvl6pPr>
      <a:lvl7pPr marL="914354" algn="l" rtl="0" eaLnBrk="1" fontAlgn="base" hangingPunct="1">
        <a:spcBef>
          <a:spcPct val="0"/>
        </a:spcBef>
        <a:spcAft>
          <a:spcPct val="0"/>
        </a:spcAft>
        <a:defRPr kumimoji="1" sz="3001" b="1">
          <a:solidFill>
            <a:schemeClr val="tx2"/>
          </a:solidFill>
          <a:latin typeface="MS Sans Serif"/>
          <a:ea typeface="MS Sans Serif"/>
          <a:cs typeface="MS Sans Serif"/>
        </a:defRPr>
      </a:lvl7pPr>
      <a:lvl8pPr marL="1371531" algn="l" rtl="0" eaLnBrk="1" fontAlgn="base" hangingPunct="1">
        <a:spcBef>
          <a:spcPct val="0"/>
        </a:spcBef>
        <a:spcAft>
          <a:spcPct val="0"/>
        </a:spcAft>
        <a:defRPr kumimoji="1" sz="3001" b="1">
          <a:solidFill>
            <a:schemeClr val="tx2"/>
          </a:solidFill>
          <a:latin typeface="MS Sans Serif"/>
          <a:ea typeface="MS Sans Serif"/>
          <a:cs typeface="MS Sans Serif"/>
        </a:defRPr>
      </a:lvl8pPr>
      <a:lvl9pPr marL="1828709" algn="l" rtl="0" eaLnBrk="1" fontAlgn="base" hangingPunct="1">
        <a:spcBef>
          <a:spcPct val="0"/>
        </a:spcBef>
        <a:spcAft>
          <a:spcPct val="0"/>
        </a:spcAft>
        <a:defRPr kumimoji="1" sz="3001" b="1">
          <a:solidFill>
            <a:schemeClr val="tx2"/>
          </a:solidFill>
          <a:latin typeface="MS Sans Serif"/>
          <a:ea typeface="MS Sans Serif"/>
          <a:cs typeface="MS Sans Serif"/>
        </a:defRPr>
      </a:lvl9pPr>
    </p:titleStyle>
    <p:bodyStyle>
      <a:lvl1pPr marL="342882" indent="-342882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80000"/>
        <a:buFont typeface="Wingdings" pitchFamily="2" charset="2"/>
        <a:buChar char="l"/>
        <a:defRPr kumimoji="1" sz="3733">
          <a:solidFill>
            <a:schemeClr val="tx1"/>
          </a:solidFill>
          <a:latin typeface="Calibri" pitchFamily="34" charset="0"/>
          <a:ea typeface="標楷體" pitchFamily="65" charset="-120"/>
          <a:cs typeface="+mn-cs"/>
        </a:defRPr>
      </a:lvl1pPr>
      <a:lvl2pPr marL="742913" indent="-285737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90000"/>
        <a:buFont typeface="Arial" charset="0"/>
        <a:buChar char="–"/>
        <a:defRPr kumimoji="1" sz="3200">
          <a:solidFill>
            <a:schemeClr val="tx1"/>
          </a:solidFill>
          <a:latin typeface="Calibri" pitchFamily="34" charset="0"/>
          <a:ea typeface="標楷體" pitchFamily="65" charset="-120"/>
        </a:defRPr>
      </a:lvl2pPr>
      <a:lvl3pPr marL="1142943" indent="-228589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</a:defRPr>
      </a:lvl3pPr>
      <a:lvl4pPr marL="1600121" indent="-228589" algn="l" rtl="0" eaLnBrk="1" fontAlgn="base" hangingPunct="1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298" indent="-228589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476" indent="-228589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652" indent="-228589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8829" indent="-228589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007" indent="-228589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177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1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3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7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568717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8" Type="http://schemas.microsoft.com/office/2007/relationships/hdphoto" Target="../media/hdphoto5.wdp"/><Relationship Id="rId3" Type="http://schemas.openxmlformats.org/officeDocument/2006/relationships/image" Target="../media/image55.png"/><Relationship Id="rId7" Type="http://schemas.openxmlformats.org/officeDocument/2006/relationships/image" Target="../media/image57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microsoft.com/office/2007/relationships/hdphoto" Target="../media/hdphoto4.wdp"/><Relationship Id="rId5" Type="http://schemas.openxmlformats.org/officeDocument/2006/relationships/image" Target="../media/image56.png"/><Relationship Id="rId4" Type="http://schemas.microsoft.com/office/2007/relationships/hdphoto" Target="../media/hdphoto3.wdp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4671" y="1102045"/>
            <a:ext cx="11396871" cy="1742755"/>
          </a:xfrm>
        </p:spPr>
        <p:txBody>
          <a:bodyPr/>
          <a:lstStyle/>
          <a:p>
            <a:pPr algn="ctr"/>
            <a:r>
              <a:rPr lang="en-US" altLang="zh-TW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CSC</a:t>
            </a:r>
            <a:r>
              <a:rPr lang="en-US" altLang="zh-CN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6032</a:t>
            </a:r>
            <a:r>
              <a:rPr lang="en-US" altLang="zh-TW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– Advanced Operating Systems</a:t>
            </a:r>
            <a:endParaRPr lang="zh-TW" alt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398432"/>
            <a:ext cx="8534400" cy="2402395"/>
          </a:xfrm>
        </p:spPr>
        <p:txBody>
          <a:bodyPr/>
          <a:lstStyle/>
          <a:p>
            <a:r>
              <a:rPr lang="en-US" altLang="zh-TW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Prof. </a:t>
            </a:r>
            <a:r>
              <a:rPr lang="en-US" altLang="zh-TW" sz="3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Yeh-Ching</a:t>
            </a:r>
            <a:r>
              <a:rPr lang="en-US" altLang="zh-TW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Chung</a:t>
            </a:r>
          </a:p>
          <a:p>
            <a:endParaRPr lang="en-US" altLang="zh-TW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en-US" altLang="zh-TW" sz="3200" dirty="0"/>
              <a:t>School of </a:t>
            </a:r>
            <a:r>
              <a:rPr lang="en-US" altLang="zh-CN" sz="3200" dirty="0"/>
              <a:t>Data </a:t>
            </a:r>
            <a:r>
              <a:rPr lang="en-US" altLang="zh-TW" sz="3200" dirty="0"/>
              <a:t>Science</a:t>
            </a:r>
          </a:p>
          <a:p>
            <a:r>
              <a:rPr lang="en-US" altLang="zh-TW" sz="3200" dirty="0"/>
              <a:t>Chinese University of Hong Kong, Shenzhen</a:t>
            </a:r>
          </a:p>
        </p:txBody>
      </p:sp>
    </p:spTree>
    <p:extLst>
      <p:ext uri="{BB962C8B-B14F-4D97-AF65-F5344CB8AC3E}">
        <p14:creationId xmlns:p14="http://schemas.microsoft.com/office/powerpoint/2010/main" val="406468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189973" y="187890"/>
            <a:ext cx="9125220" cy="597391"/>
          </a:xfrm>
        </p:spPr>
        <p:txBody>
          <a:bodyPr/>
          <a:lstStyle/>
          <a:p>
            <a:r>
              <a:rPr lang="en-US" altLang="zh-TW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  <a:endParaRPr lang="zh-TW" alt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1283977" y="1120588"/>
            <a:ext cx="9547123" cy="4796118"/>
          </a:xfrm>
        </p:spPr>
        <p:txBody>
          <a:bodyPr/>
          <a:lstStyle/>
          <a:p>
            <a:r>
              <a:rPr lang="en-US" altLang="zh-C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 &amp; Thread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Concurrent Process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Mutual Exclusion Schemes</a:t>
            </a:r>
          </a:p>
          <a:p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Pthread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programming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EADC77B9-3C3A-6B84-5E75-3956C3F844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42787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4976" y="1065319"/>
            <a:ext cx="7573336" cy="2189880"/>
          </a:xfrm>
          <a:prstGeom prst="rect">
            <a:avLst/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3</a:t>
            </a:fld>
            <a:endParaRPr lang="zh-TW" altLang="en-US"/>
          </a:p>
        </p:txBody>
      </p:sp>
      <p:pic>
        <p:nvPicPr>
          <p:cNvPr id="7" name="圖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3827" y="3439065"/>
            <a:ext cx="5303328" cy="2614316"/>
          </a:xfrm>
          <a:prstGeom prst="rect">
            <a:avLst/>
          </a:prstGeom>
        </p:spPr>
      </p:pic>
      <p:sp>
        <p:nvSpPr>
          <p:cNvPr id="8" name="Title 3"/>
          <p:cNvSpPr>
            <a:spLocks noGrp="1"/>
          </p:cNvSpPr>
          <p:nvPr>
            <p:ph type="title"/>
          </p:nvPr>
        </p:nvSpPr>
        <p:spPr>
          <a:xfrm>
            <a:off x="1005840" y="187890"/>
            <a:ext cx="9309353" cy="597391"/>
          </a:xfrm>
        </p:spPr>
        <p:txBody>
          <a:bodyPr/>
          <a:lstStyle/>
          <a:p>
            <a:r>
              <a: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Programming with Shared Memory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10566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2215" y="1138793"/>
            <a:ext cx="7328986" cy="4781716"/>
          </a:xfrm>
          <a:prstGeom prst="rect">
            <a:avLst/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4</a:t>
            </a:fld>
            <a:endParaRPr lang="zh-TW" altLang="en-US"/>
          </a:p>
        </p:txBody>
      </p:sp>
      <p:sp>
        <p:nvSpPr>
          <p:cNvPr id="7" name="Title 3"/>
          <p:cNvSpPr>
            <a:spLocks noGrp="1"/>
          </p:cNvSpPr>
          <p:nvPr>
            <p:ph type="title"/>
          </p:nvPr>
        </p:nvSpPr>
        <p:spPr>
          <a:xfrm>
            <a:off x="1005840" y="187890"/>
            <a:ext cx="9309353" cy="597391"/>
          </a:xfrm>
        </p:spPr>
        <p:txBody>
          <a:bodyPr/>
          <a:lstStyle/>
          <a:p>
            <a:r>
              <a: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Several Alternatives for Programming (1)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91519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5</a:t>
            </a:fld>
            <a:endParaRPr lang="zh-TW" altLang="en-US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105" y="1395947"/>
            <a:ext cx="10387099" cy="3795813"/>
          </a:xfrm>
          <a:prstGeom prst="rect">
            <a:avLst/>
          </a:prstGeom>
        </p:spPr>
      </p:pic>
      <p:sp>
        <p:nvSpPr>
          <p:cNvPr id="7" name="Title 3"/>
          <p:cNvSpPr>
            <a:spLocks noGrp="1"/>
          </p:cNvSpPr>
          <p:nvPr>
            <p:ph type="title"/>
          </p:nvPr>
        </p:nvSpPr>
        <p:spPr>
          <a:xfrm>
            <a:off x="1036320" y="187890"/>
            <a:ext cx="9278873" cy="597391"/>
          </a:xfrm>
        </p:spPr>
        <p:txBody>
          <a:bodyPr/>
          <a:lstStyle/>
          <a:p>
            <a:r>
              <a: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Several Alternatives for Programming (2)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80226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2660" y="1127184"/>
            <a:ext cx="3754888" cy="4961816"/>
          </a:xfrm>
          <a:prstGeom prst="rect">
            <a:avLst/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6</a:t>
            </a:fld>
            <a:endParaRPr lang="zh-TW" altLang="en-US"/>
          </a:p>
        </p:txBody>
      </p:sp>
      <p:sp>
        <p:nvSpPr>
          <p:cNvPr id="7" name="Title 3"/>
          <p:cNvSpPr>
            <a:spLocks noGrp="1"/>
          </p:cNvSpPr>
          <p:nvPr>
            <p:ph type="title"/>
          </p:nvPr>
        </p:nvSpPr>
        <p:spPr>
          <a:xfrm>
            <a:off x="1016000" y="187890"/>
            <a:ext cx="11054080" cy="597391"/>
          </a:xfrm>
        </p:spPr>
        <p:txBody>
          <a:bodyPr/>
          <a:lstStyle/>
          <a:p>
            <a:r>
              <a: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Creating Concurrent Process – </a:t>
            </a:r>
            <a:r>
              <a:rPr lang="en-US" altLang="zh-CN" sz="2800" dirty="0">
                <a:latin typeface="+mj-ea"/>
                <a:ea typeface="+mj-ea"/>
                <a:cs typeface="Times New Roman" panose="02020603050405020304" pitchFamily="18" charset="0"/>
              </a:rPr>
              <a:t>FORK-JOIN</a:t>
            </a:r>
            <a:r>
              <a:rPr lang="en-US" altLang="zh-CN" sz="3600" dirty="0">
                <a:latin typeface="Bahnschrift SemiBold Condensed" panose="020B0502040204020203" pitchFamily="34" charset="0"/>
                <a:cs typeface="Times New Roman" panose="02020603050405020304" pitchFamily="18" charset="0"/>
              </a:rPr>
              <a:t> </a:t>
            </a:r>
            <a:r>
              <a: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Construct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66214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3606" y="1126839"/>
            <a:ext cx="7959301" cy="4907157"/>
          </a:xfrm>
          <a:prstGeom prst="rect">
            <a:avLst/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7</a:t>
            </a:fld>
            <a:endParaRPr lang="zh-TW" altLang="en-US"/>
          </a:p>
        </p:txBody>
      </p:sp>
      <p:sp>
        <p:nvSpPr>
          <p:cNvPr id="7" name="Title 3"/>
          <p:cNvSpPr>
            <a:spLocks noGrp="1"/>
          </p:cNvSpPr>
          <p:nvPr>
            <p:ph type="title"/>
          </p:nvPr>
        </p:nvSpPr>
        <p:spPr>
          <a:xfrm>
            <a:off x="1026160" y="187890"/>
            <a:ext cx="11043920" cy="597391"/>
          </a:xfrm>
        </p:spPr>
        <p:txBody>
          <a:bodyPr/>
          <a:lstStyle/>
          <a:p>
            <a:r>
              <a: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UNIX Heavyweight Processes (1)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28161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8</a:t>
            </a:fld>
            <a:endParaRPr lang="zh-TW" altLang="en-US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4227" y="1119200"/>
            <a:ext cx="6326037" cy="4953504"/>
          </a:xfrm>
          <a:prstGeom prst="rect">
            <a:avLst/>
          </a:prstGeom>
        </p:spPr>
      </p:pic>
      <p:sp>
        <p:nvSpPr>
          <p:cNvPr id="5" name="Title 3"/>
          <p:cNvSpPr>
            <a:spLocks noGrp="1"/>
          </p:cNvSpPr>
          <p:nvPr>
            <p:ph type="title"/>
          </p:nvPr>
        </p:nvSpPr>
        <p:spPr>
          <a:xfrm>
            <a:off x="985520" y="187890"/>
            <a:ext cx="11084560" cy="597391"/>
          </a:xfrm>
        </p:spPr>
        <p:txBody>
          <a:bodyPr/>
          <a:lstStyle/>
          <a:p>
            <a:r>
              <a: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UNIX Heavyweight Processes (2)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87848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9</a:t>
            </a:fld>
            <a:endParaRPr lang="zh-TW" altLang="en-US"/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1016" y="1131915"/>
            <a:ext cx="6756283" cy="4946908"/>
          </a:xfrm>
          <a:prstGeom prst="rect">
            <a:avLst/>
          </a:prstGeom>
        </p:spPr>
      </p:pic>
      <p:sp>
        <p:nvSpPr>
          <p:cNvPr id="7" name="Title 3"/>
          <p:cNvSpPr>
            <a:spLocks noGrp="1"/>
          </p:cNvSpPr>
          <p:nvPr>
            <p:ph type="title"/>
          </p:nvPr>
        </p:nvSpPr>
        <p:spPr>
          <a:xfrm>
            <a:off x="985520" y="187890"/>
            <a:ext cx="11084560" cy="597391"/>
          </a:xfrm>
        </p:spPr>
        <p:txBody>
          <a:bodyPr/>
          <a:lstStyle/>
          <a:p>
            <a:r>
              <a: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Thread 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87007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10</a:t>
            </a:fld>
            <a:endParaRPr lang="zh-TW" altLang="en-US"/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4152" y="1124018"/>
            <a:ext cx="7431536" cy="4978013"/>
          </a:xfrm>
          <a:prstGeom prst="rect">
            <a:avLst/>
          </a:prstGeom>
        </p:spPr>
      </p:pic>
      <p:sp>
        <p:nvSpPr>
          <p:cNvPr id="7" name="Title 3"/>
          <p:cNvSpPr>
            <a:spLocks noGrp="1"/>
          </p:cNvSpPr>
          <p:nvPr>
            <p:ph type="title"/>
          </p:nvPr>
        </p:nvSpPr>
        <p:spPr>
          <a:xfrm>
            <a:off x="1005840" y="187890"/>
            <a:ext cx="11064240" cy="597391"/>
          </a:xfrm>
        </p:spPr>
        <p:txBody>
          <a:bodyPr/>
          <a:lstStyle/>
          <a:p>
            <a:r>
              <a:rPr lang="en-US" altLang="zh-CN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Pthread</a:t>
            </a:r>
            <a:r>
              <a: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43441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11</a:t>
            </a:fld>
            <a:endParaRPr lang="zh-TW" altLang="en-US"/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789" y="1246836"/>
            <a:ext cx="9653695" cy="4249724"/>
          </a:xfrm>
          <a:prstGeom prst="rect">
            <a:avLst/>
          </a:prstGeom>
        </p:spPr>
      </p:pic>
      <p:sp>
        <p:nvSpPr>
          <p:cNvPr id="7" name="Title 3"/>
          <p:cNvSpPr>
            <a:spLocks noGrp="1"/>
          </p:cNvSpPr>
          <p:nvPr>
            <p:ph type="title"/>
          </p:nvPr>
        </p:nvSpPr>
        <p:spPr>
          <a:xfrm>
            <a:off x="1005840" y="187890"/>
            <a:ext cx="11064240" cy="597391"/>
          </a:xfrm>
        </p:spPr>
        <p:txBody>
          <a:bodyPr/>
          <a:lstStyle/>
          <a:p>
            <a:r>
              <a:rPr lang="en-US" altLang="zh-CN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Pthread</a:t>
            </a:r>
            <a:r>
              <a: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Barrier 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52132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12</a:t>
            </a:fld>
            <a:endParaRPr lang="zh-TW" altLang="en-US"/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0099" y="1115684"/>
            <a:ext cx="7542277" cy="4987139"/>
          </a:xfrm>
          <a:prstGeom prst="rect">
            <a:avLst/>
          </a:prstGeom>
        </p:spPr>
      </p:pic>
      <p:sp>
        <p:nvSpPr>
          <p:cNvPr id="7" name="Title 3"/>
          <p:cNvSpPr>
            <a:spLocks noGrp="1"/>
          </p:cNvSpPr>
          <p:nvPr>
            <p:ph type="title"/>
          </p:nvPr>
        </p:nvSpPr>
        <p:spPr>
          <a:xfrm>
            <a:off x="1005840" y="187890"/>
            <a:ext cx="11064240" cy="597391"/>
          </a:xfrm>
        </p:spPr>
        <p:txBody>
          <a:bodyPr/>
          <a:lstStyle/>
          <a:p>
            <a:r>
              <a: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Detached Threads 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08057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2136" y="1109376"/>
            <a:ext cx="7545237" cy="5013072"/>
          </a:xfrm>
          <a:prstGeom prst="rect">
            <a:avLst/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13</a:t>
            </a:fld>
            <a:endParaRPr lang="zh-TW" altLang="en-US"/>
          </a:p>
        </p:txBody>
      </p:sp>
      <p:sp>
        <p:nvSpPr>
          <p:cNvPr id="7" name="Title 3"/>
          <p:cNvSpPr>
            <a:spLocks noGrp="1"/>
          </p:cNvSpPr>
          <p:nvPr>
            <p:ph type="title"/>
          </p:nvPr>
        </p:nvSpPr>
        <p:spPr>
          <a:xfrm>
            <a:off x="1016000" y="187890"/>
            <a:ext cx="11054080" cy="597391"/>
          </a:xfrm>
        </p:spPr>
        <p:txBody>
          <a:bodyPr/>
          <a:lstStyle/>
          <a:p>
            <a:r>
              <a: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Statement Execution Order (1) 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33462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14</a:t>
            </a:fld>
            <a:endParaRPr lang="zh-TW" altLang="en-US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414" y="1534344"/>
            <a:ext cx="10618637" cy="2600776"/>
          </a:xfrm>
          <a:prstGeom prst="rect">
            <a:avLst/>
          </a:prstGeom>
        </p:spPr>
      </p:pic>
      <p:sp>
        <p:nvSpPr>
          <p:cNvPr id="5" name="Title 3"/>
          <p:cNvSpPr>
            <a:spLocks noGrp="1"/>
          </p:cNvSpPr>
          <p:nvPr>
            <p:ph type="title"/>
          </p:nvPr>
        </p:nvSpPr>
        <p:spPr>
          <a:xfrm>
            <a:off x="1016000" y="187890"/>
            <a:ext cx="11054080" cy="597391"/>
          </a:xfrm>
        </p:spPr>
        <p:txBody>
          <a:bodyPr/>
          <a:lstStyle/>
          <a:p>
            <a:r>
              <a: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Statement Execution Order (2) 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98130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5614" y="1104911"/>
            <a:ext cx="7890295" cy="4992909"/>
          </a:xfrm>
          <a:prstGeom prst="rect">
            <a:avLst/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15</a:t>
            </a:fld>
            <a:endParaRPr lang="zh-TW" altLang="en-US"/>
          </a:p>
        </p:txBody>
      </p:sp>
      <p:sp>
        <p:nvSpPr>
          <p:cNvPr id="7" name="Title 3"/>
          <p:cNvSpPr>
            <a:spLocks noGrp="1"/>
          </p:cNvSpPr>
          <p:nvPr>
            <p:ph type="title"/>
          </p:nvPr>
        </p:nvSpPr>
        <p:spPr>
          <a:xfrm>
            <a:off x="1016000" y="187890"/>
            <a:ext cx="11054080" cy="597391"/>
          </a:xfrm>
        </p:spPr>
        <p:txBody>
          <a:bodyPr/>
          <a:lstStyle/>
          <a:p>
            <a:r>
              <a: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Compiler/Processor Optimizations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47781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3124" y="1136548"/>
            <a:ext cx="7809781" cy="4941961"/>
          </a:xfrm>
          <a:prstGeom prst="rect">
            <a:avLst/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16</a:t>
            </a:fld>
            <a:endParaRPr lang="zh-TW" altLang="en-US"/>
          </a:p>
        </p:txBody>
      </p:sp>
      <p:sp>
        <p:nvSpPr>
          <p:cNvPr id="7" name="Title 3"/>
          <p:cNvSpPr>
            <a:spLocks noGrp="1"/>
          </p:cNvSpPr>
          <p:nvPr>
            <p:ph type="title"/>
          </p:nvPr>
        </p:nvSpPr>
        <p:spPr>
          <a:xfrm>
            <a:off x="1016000" y="187890"/>
            <a:ext cx="11054080" cy="597391"/>
          </a:xfrm>
        </p:spPr>
        <p:txBody>
          <a:bodyPr/>
          <a:lstStyle/>
          <a:p>
            <a:r>
              <a: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Thread-Safe Routines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39267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17</a:t>
            </a:fld>
            <a:endParaRPr lang="zh-TW" altLang="en-US"/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2422" y="1093552"/>
            <a:ext cx="8675817" cy="2594527"/>
          </a:xfrm>
          <a:prstGeom prst="rect">
            <a:avLst/>
          </a:prstGeom>
        </p:spPr>
      </p:pic>
      <p:pic>
        <p:nvPicPr>
          <p:cNvPr id="7" name="圖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4020" y="3850639"/>
            <a:ext cx="2629438" cy="2281423"/>
          </a:xfrm>
          <a:prstGeom prst="rect">
            <a:avLst/>
          </a:prstGeom>
        </p:spPr>
      </p:pic>
      <p:sp>
        <p:nvSpPr>
          <p:cNvPr id="8" name="Title 3"/>
          <p:cNvSpPr>
            <a:spLocks noGrp="1"/>
          </p:cNvSpPr>
          <p:nvPr>
            <p:ph type="title"/>
          </p:nvPr>
        </p:nvSpPr>
        <p:spPr>
          <a:xfrm>
            <a:off x="1016000" y="187890"/>
            <a:ext cx="11054080" cy="597391"/>
          </a:xfrm>
        </p:spPr>
        <p:txBody>
          <a:bodyPr/>
          <a:lstStyle/>
          <a:p>
            <a:r>
              <a: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Accessing Shared Data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31230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18</a:t>
            </a:fld>
            <a:endParaRPr lang="zh-TW" altLang="en-US"/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0595" y="1131101"/>
            <a:ext cx="7936304" cy="4968256"/>
          </a:xfrm>
          <a:prstGeom prst="rect">
            <a:avLst/>
          </a:prstGeom>
        </p:spPr>
      </p:pic>
      <p:sp>
        <p:nvSpPr>
          <p:cNvPr id="7" name="Title 3"/>
          <p:cNvSpPr>
            <a:spLocks noGrp="1"/>
          </p:cNvSpPr>
          <p:nvPr>
            <p:ph type="title"/>
          </p:nvPr>
        </p:nvSpPr>
        <p:spPr>
          <a:xfrm>
            <a:off x="1016000" y="187890"/>
            <a:ext cx="11054080" cy="597391"/>
          </a:xfrm>
        </p:spPr>
        <p:txBody>
          <a:bodyPr/>
          <a:lstStyle/>
          <a:p>
            <a:r>
              <a: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Critical Section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6985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8355013" y="6559134"/>
            <a:ext cx="2133600" cy="339725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19</a:t>
            </a:fld>
            <a:endParaRPr lang="zh-TW" altLang="en-US"/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800" y="1324393"/>
            <a:ext cx="9199400" cy="4461458"/>
          </a:xfrm>
          <a:prstGeom prst="rect">
            <a:avLst/>
          </a:prstGeom>
        </p:spPr>
      </p:pic>
      <p:sp>
        <p:nvSpPr>
          <p:cNvPr id="7" name="Title 3"/>
          <p:cNvSpPr>
            <a:spLocks noGrp="1"/>
          </p:cNvSpPr>
          <p:nvPr>
            <p:ph type="title"/>
          </p:nvPr>
        </p:nvSpPr>
        <p:spPr>
          <a:xfrm>
            <a:off x="1016000" y="187890"/>
            <a:ext cx="11054080" cy="597391"/>
          </a:xfrm>
        </p:spPr>
        <p:txBody>
          <a:bodyPr/>
          <a:lstStyle/>
          <a:p>
            <a:r>
              <a: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Locks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53170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20</a:t>
            </a:fld>
            <a:endParaRPr lang="zh-TW" altLang="en-US"/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4941" y="1426235"/>
            <a:ext cx="8663673" cy="3071123"/>
          </a:xfrm>
          <a:prstGeom prst="rect">
            <a:avLst/>
          </a:prstGeom>
        </p:spPr>
      </p:pic>
      <p:sp>
        <p:nvSpPr>
          <p:cNvPr id="8" name="Title 3"/>
          <p:cNvSpPr>
            <a:spLocks noGrp="1"/>
          </p:cNvSpPr>
          <p:nvPr>
            <p:ph type="title"/>
          </p:nvPr>
        </p:nvSpPr>
        <p:spPr>
          <a:xfrm>
            <a:off x="1016000" y="187890"/>
            <a:ext cx="11054080" cy="597391"/>
          </a:xfrm>
        </p:spPr>
        <p:txBody>
          <a:bodyPr/>
          <a:lstStyle/>
          <a:p>
            <a:r>
              <a: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Spin Lock (1)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92457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21</a:t>
            </a:fld>
            <a:endParaRPr lang="zh-TW" altLang="en-US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8103" y="1120961"/>
            <a:ext cx="7855792" cy="4970700"/>
          </a:xfrm>
          <a:prstGeom prst="rect">
            <a:avLst/>
          </a:prstGeom>
        </p:spPr>
      </p:pic>
      <p:sp>
        <p:nvSpPr>
          <p:cNvPr id="5" name="Title 3"/>
          <p:cNvSpPr>
            <a:spLocks noGrp="1"/>
          </p:cNvSpPr>
          <p:nvPr>
            <p:ph type="title"/>
          </p:nvPr>
        </p:nvSpPr>
        <p:spPr>
          <a:xfrm>
            <a:off x="1016000" y="187890"/>
            <a:ext cx="11054080" cy="597391"/>
          </a:xfrm>
        </p:spPr>
        <p:txBody>
          <a:bodyPr/>
          <a:lstStyle/>
          <a:p>
            <a:r>
              <a: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Spin Lock (2)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1963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2158" y="1097302"/>
            <a:ext cx="8267460" cy="5037277"/>
          </a:xfrm>
          <a:prstGeom prst="rect">
            <a:avLst/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22</a:t>
            </a:fld>
            <a:endParaRPr lang="zh-TW" altLang="en-US"/>
          </a:p>
        </p:txBody>
      </p:sp>
      <p:sp>
        <p:nvSpPr>
          <p:cNvPr id="7" name="Title 3"/>
          <p:cNvSpPr>
            <a:spLocks noGrp="1"/>
          </p:cNvSpPr>
          <p:nvPr>
            <p:ph type="title"/>
          </p:nvPr>
        </p:nvSpPr>
        <p:spPr>
          <a:xfrm>
            <a:off x="1016000" y="187890"/>
            <a:ext cx="11054080" cy="597391"/>
          </a:xfrm>
        </p:spPr>
        <p:txBody>
          <a:bodyPr/>
          <a:lstStyle/>
          <a:p>
            <a:r>
              <a:rPr lang="en-US" altLang="zh-CN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Pthread</a:t>
            </a:r>
            <a:r>
              <a: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Lock Routines (1)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49001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23</a:t>
            </a:fld>
            <a:endParaRPr lang="zh-TW" altLang="en-US"/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9169" y="1111694"/>
            <a:ext cx="7167353" cy="4984305"/>
          </a:xfrm>
          <a:prstGeom prst="rect">
            <a:avLst/>
          </a:prstGeom>
        </p:spPr>
      </p:pic>
      <p:sp>
        <p:nvSpPr>
          <p:cNvPr id="5" name="Title 3"/>
          <p:cNvSpPr>
            <a:spLocks noGrp="1"/>
          </p:cNvSpPr>
          <p:nvPr>
            <p:ph type="title"/>
          </p:nvPr>
        </p:nvSpPr>
        <p:spPr>
          <a:xfrm>
            <a:off x="1016000" y="187890"/>
            <a:ext cx="11054080" cy="597391"/>
          </a:xfrm>
        </p:spPr>
        <p:txBody>
          <a:bodyPr/>
          <a:lstStyle/>
          <a:p>
            <a:r>
              <a:rPr lang="en-US" altLang="zh-CN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Pthread</a:t>
            </a:r>
            <a:r>
              <a: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Lock Routines (2)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244279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24</a:t>
            </a:fld>
            <a:endParaRPr lang="zh-TW" altLang="en-US"/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4756" y="1169739"/>
            <a:ext cx="9274523" cy="4807609"/>
          </a:xfrm>
          <a:prstGeom prst="rect">
            <a:avLst/>
          </a:prstGeom>
        </p:spPr>
      </p:pic>
      <p:sp>
        <p:nvSpPr>
          <p:cNvPr id="7" name="Title 3"/>
          <p:cNvSpPr>
            <a:spLocks noGrp="1"/>
          </p:cNvSpPr>
          <p:nvPr>
            <p:ph type="title"/>
          </p:nvPr>
        </p:nvSpPr>
        <p:spPr>
          <a:xfrm>
            <a:off x="1016000" y="187890"/>
            <a:ext cx="11054080" cy="597391"/>
          </a:xfrm>
        </p:spPr>
        <p:txBody>
          <a:bodyPr/>
          <a:lstStyle/>
          <a:p>
            <a:r>
              <a: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Deadlock (1)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55617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25</a:t>
            </a:fld>
            <a:endParaRPr lang="zh-TW" altLang="en-US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5575" y="1088019"/>
            <a:ext cx="8212347" cy="5000259"/>
          </a:xfrm>
          <a:prstGeom prst="rect">
            <a:avLst/>
          </a:prstGeom>
        </p:spPr>
      </p:pic>
      <p:sp>
        <p:nvSpPr>
          <p:cNvPr id="5" name="Title 3"/>
          <p:cNvSpPr>
            <a:spLocks noGrp="1"/>
          </p:cNvSpPr>
          <p:nvPr>
            <p:ph type="title"/>
          </p:nvPr>
        </p:nvSpPr>
        <p:spPr>
          <a:xfrm>
            <a:off x="1016000" y="187890"/>
            <a:ext cx="11054080" cy="597391"/>
          </a:xfrm>
        </p:spPr>
        <p:txBody>
          <a:bodyPr/>
          <a:lstStyle/>
          <a:p>
            <a:r>
              <a: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Deadlock (2)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31714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26</a:t>
            </a:fld>
            <a:endParaRPr lang="zh-TW" altLang="en-US"/>
          </a:p>
        </p:txBody>
      </p:sp>
      <p:pic>
        <p:nvPicPr>
          <p:cNvPr id="7" name="圖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6090" y="1227803"/>
            <a:ext cx="8118415" cy="1555295"/>
          </a:xfrm>
          <a:prstGeom prst="rect">
            <a:avLst/>
          </a:prstGeom>
        </p:spPr>
      </p:pic>
      <p:sp>
        <p:nvSpPr>
          <p:cNvPr id="8" name="Title 3"/>
          <p:cNvSpPr>
            <a:spLocks noGrp="1"/>
          </p:cNvSpPr>
          <p:nvPr>
            <p:ph type="title"/>
          </p:nvPr>
        </p:nvSpPr>
        <p:spPr>
          <a:xfrm>
            <a:off x="1016000" y="187890"/>
            <a:ext cx="11054080" cy="597391"/>
          </a:xfrm>
        </p:spPr>
        <p:txBody>
          <a:bodyPr/>
          <a:lstStyle/>
          <a:p>
            <a:r>
              <a:rPr lang="en-US" altLang="zh-CN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Pthread</a:t>
            </a:r>
            <a:r>
              <a: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Lock Checking Routine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52337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27</a:t>
            </a:fld>
            <a:endParaRPr lang="zh-TW" altLang="en-US"/>
          </a:p>
        </p:txBody>
      </p:sp>
      <p:pic>
        <p:nvPicPr>
          <p:cNvPr id="7" name="圖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9239" y="1104181"/>
            <a:ext cx="7362420" cy="5003681"/>
          </a:xfrm>
          <a:prstGeom prst="rect">
            <a:avLst/>
          </a:prstGeom>
        </p:spPr>
      </p:pic>
      <p:sp>
        <p:nvSpPr>
          <p:cNvPr id="8" name="Title 3"/>
          <p:cNvSpPr>
            <a:spLocks noGrp="1"/>
          </p:cNvSpPr>
          <p:nvPr>
            <p:ph type="title"/>
          </p:nvPr>
        </p:nvSpPr>
        <p:spPr>
          <a:xfrm>
            <a:off x="1016000" y="187890"/>
            <a:ext cx="11054080" cy="597391"/>
          </a:xfrm>
        </p:spPr>
        <p:txBody>
          <a:bodyPr/>
          <a:lstStyle/>
          <a:p>
            <a:r>
              <a: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Semaphore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57909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2061" y="1127097"/>
            <a:ext cx="8596552" cy="4893961"/>
          </a:xfrm>
          <a:prstGeom prst="rect">
            <a:avLst/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28</a:t>
            </a:fld>
            <a:endParaRPr lang="zh-TW" altLang="en-US"/>
          </a:p>
        </p:txBody>
      </p:sp>
      <p:sp>
        <p:nvSpPr>
          <p:cNvPr id="7" name="Title 3"/>
          <p:cNvSpPr>
            <a:spLocks noGrp="1"/>
          </p:cNvSpPr>
          <p:nvPr>
            <p:ph type="title"/>
          </p:nvPr>
        </p:nvSpPr>
        <p:spPr>
          <a:xfrm>
            <a:off x="1016000" y="187890"/>
            <a:ext cx="11054080" cy="597391"/>
          </a:xfrm>
        </p:spPr>
        <p:txBody>
          <a:bodyPr/>
          <a:lstStyle/>
          <a:p>
            <a:r>
              <a: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Mutual Exclusion of Critical Sections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774297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8563" y="1195072"/>
            <a:ext cx="8286391" cy="2810459"/>
          </a:xfrm>
          <a:prstGeom prst="rect">
            <a:avLst/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29</a:t>
            </a:fld>
            <a:endParaRPr lang="zh-TW" altLang="en-US"/>
          </a:p>
        </p:txBody>
      </p:sp>
      <p:sp>
        <p:nvSpPr>
          <p:cNvPr id="7" name="Title 3"/>
          <p:cNvSpPr>
            <a:spLocks noGrp="1"/>
          </p:cNvSpPr>
          <p:nvPr>
            <p:ph type="title"/>
          </p:nvPr>
        </p:nvSpPr>
        <p:spPr>
          <a:xfrm>
            <a:off x="1016000" y="187890"/>
            <a:ext cx="11054080" cy="597391"/>
          </a:xfrm>
        </p:spPr>
        <p:txBody>
          <a:bodyPr/>
          <a:lstStyle/>
          <a:p>
            <a:r>
              <a: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General Semaphore (1)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47105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30</a:t>
            </a:fld>
            <a:endParaRPr lang="zh-TW" altLang="en-US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8461" y="1127183"/>
            <a:ext cx="7886595" cy="4970647"/>
          </a:xfrm>
          <a:prstGeom prst="rect">
            <a:avLst/>
          </a:prstGeom>
        </p:spPr>
      </p:pic>
      <p:sp>
        <p:nvSpPr>
          <p:cNvPr id="8" name="Title 3"/>
          <p:cNvSpPr>
            <a:spLocks noGrp="1"/>
          </p:cNvSpPr>
          <p:nvPr>
            <p:ph type="title"/>
          </p:nvPr>
        </p:nvSpPr>
        <p:spPr>
          <a:xfrm>
            <a:off x="1016000" y="187890"/>
            <a:ext cx="11054080" cy="597391"/>
          </a:xfrm>
        </p:spPr>
        <p:txBody>
          <a:bodyPr/>
          <a:lstStyle/>
          <a:p>
            <a:r>
              <a: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General Semaphore (2)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94948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31</a:t>
            </a:fld>
            <a:endParaRPr lang="zh-TW" altLang="en-US"/>
          </a:p>
        </p:txBody>
      </p:sp>
      <p:pic>
        <p:nvPicPr>
          <p:cNvPr id="7" name="圖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7903" y="1098608"/>
            <a:ext cx="7775992" cy="4989771"/>
          </a:xfrm>
          <a:prstGeom prst="rect">
            <a:avLst/>
          </a:prstGeom>
        </p:spPr>
      </p:pic>
      <p:sp>
        <p:nvSpPr>
          <p:cNvPr id="5" name="Title 3"/>
          <p:cNvSpPr>
            <a:spLocks noGrp="1"/>
          </p:cNvSpPr>
          <p:nvPr>
            <p:ph type="title"/>
          </p:nvPr>
        </p:nvSpPr>
        <p:spPr>
          <a:xfrm>
            <a:off x="1016000" y="187890"/>
            <a:ext cx="11054080" cy="597391"/>
          </a:xfrm>
        </p:spPr>
        <p:txBody>
          <a:bodyPr/>
          <a:lstStyle/>
          <a:p>
            <a:r>
              <a: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Monitor 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02356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874" y="1200187"/>
            <a:ext cx="8312151" cy="3173525"/>
          </a:xfrm>
          <a:prstGeom prst="rect">
            <a:avLst/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32</a:t>
            </a:fld>
            <a:endParaRPr lang="zh-TW" altLang="en-US"/>
          </a:p>
        </p:txBody>
      </p:sp>
      <p:sp>
        <p:nvSpPr>
          <p:cNvPr id="7" name="Title 3"/>
          <p:cNvSpPr>
            <a:spLocks noGrp="1"/>
          </p:cNvSpPr>
          <p:nvPr>
            <p:ph type="title"/>
          </p:nvPr>
        </p:nvSpPr>
        <p:spPr>
          <a:xfrm>
            <a:off x="1016000" y="187890"/>
            <a:ext cx="11054080" cy="597391"/>
          </a:xfrm>
        </p:spPr>
        <p:txBody>
          <a:bodyPr/>
          <a:lstStyle/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Condition Variables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71239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33</a:t>
            </a:fld>
            <a:endParaRPr lang="zh-TW" altLang="en-US"/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5062" y="1107729"/>
            <a:ext cx="8536477" cy="4999772"/>
          </a:xfrm>
          <a:prstGeom prst="rect">
            <a:avLst/>
          </a:prstGeom>
        </p:spPr>
      </p:pic>
      <p:sp>
        <p:nvSpPr>
          <p:cNvPr id="7" name="Title 3"/>
          <p:cNvSpPr>
            <a:spLocks noGrp="1"/>
          </p:cNvSpPr>
          <p:nvPr>
            <p:ph type="title"/>
          </p:nvPr>
        </p:nvSpPr>
        <p:spPr>
          <a:xfrm>
            <a:off x="1016000" y="187890"/>
            <a:ext cx="11054080" cy="597391"/>
          </a:xfrm>
        </p:spPr>
        <p:txBody>
          <a:bodyPr/>
          <a:lstStyle/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Condition Variable Operations (1)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198779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34</a:t>
            </a:fld>
            <a:endParaRPr lang="zh-TW" altLang="en-US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6055" y="1104602"/>
            <a:ext cx="8551469" cy="5002900"/>
          </a:xfrm>
          <a:prstGeom prst="rect">
            <a:avLst/>
          </a:prstGeom>
        </p:spPr>
      </p:pic>
      <p:sp>
        <p:nvSpPr>
          <p:cNvPr id="5" name="Title 3"/>
          <p:cNvSpPr>
            <a:spLocks noGrp="1"/>
          </p:cNvSpPr>
          <p:nvPr>
            <p:ph type="title"/>
          </p:nvPr>
        </p:nvSpPr>
        <p:spPr>
          <a:xfrm>
            <a:off x="1016000" y="187890"/>
            <a:ext cx="11054080" cy="597391"/>
          </a:xfrm>
        </p:spPr>
        <p:txBody>
          <a:bodyPr/>
          <a:lstStyle/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Condition Variable Operations (2)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18103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35</a:t>
            </a:fld>
            <a:endParaRPr lang="zh-TW" altLang="en-US"/>
          </a:p>
        </p:txBody>
      </p:sp>
      <p:pic>
        <p:nvPicPr>
          <p:cNvPr id="7" name="圖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8492" y="1129370"/>
            <a:ext cx="7858027" cy="4955129"/>
          </a:xfrm>
          <a:prstGeom prst="rect">
            <a:avLst/>
          </a:prstGeom>
        </p:spPr>
      </p:pic>
      <p:sp>
        <p:nvSpPr>
          <p:cNvPr id="8" name="Title 3"/>
          <p:cNvSpPr>
            <a:spLocks noGrp="1"/>
          </p:cNvSpPr>
          <p:nvPr>
            <p:ph type="title"/>
          </p:nvPr>
        </p:nvSpPr>
        <p:spPr>
          <a:xfrm>
            <a:off x="1016000" y="187890"/>
            <a:ext cx="11054080" cy="597391"/>
          </a:xfrm>
        </p:spPr>
        <p:txBody>
          <a:bodyPr/>
          <a:lstStyle/>
          <a:p>
            <a:r>
              <a:rPr lang="en-US" altLang="zh-TW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Pthread</a:t>
            </a:r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Condition Variable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024632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6680" y="1109149"/>
            <a:ext cx="5577336" cy="4964332"/>
          </a:xfrm>
          <a:prstGeom prst="rect">
            <a:avLst/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36</a:t>
            </a:fld>
            <a:endParaRPr lang="zh-TW" altLang="en-US"/>
          </a:p>
        </p:txBody>
      </p:sp>
      <p:sp>
        <p:nvSpPr>
          <p:cNvPr id="7" name="Title 3"/>
          <p:cNvSpPr>
            <a:spLocks noGrp="1"/>
          </p:cNvSpPr>
          <p:nvPr>
            <p:ph type="title"/>
          </p:nvPr>
        </p:nvSpPr>
        <p:spPr>
          <a:xfrm>
            <a:off x="1016000" y="187890"/>
            <a:ext cx="11054080" cy="597391"/>
          </a:xfrm>
        </p:spPr>
        <p:txBody>
          <a:bodyPr/>
          <a:lstStyle/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Language </a:t>
            </a:r>
            <a:r>
              <a: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Constructs for Parallelism (1)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037869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37</a:t>
            </a:fld>
            <a:endParaRPr lang="zh-TW" altLang="en-US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4702" y="1140019"/>
            <a:ext cx="6878129" cy="4933911"/>
          </a:xfrm>
          <a:prstGeom prst="rect">
            <a:avLst/>
          </a:prstGeom>
        </p:spPr>
      </p:pic>
      <p:sp>
        <p:nvSpPr>
          <p:cNvPr id="5" name="Title 3"/>
          <p:cNvSpPr>
            <a:spLocks noGrp="1"/>
          </p:cNvSpPr>
          <p:nvPr>
            <p:ph type="title"/>
          </p:nvPr>
        </p:nvSpPr>
        <p:spPr>
          <a:xfrm>
            <a:off x="1016000" y="187890"/>
            <a:ext cx="11054080" cy="597391"/>
          </a:xfrm>
        </p:spPr>
        <p:txBody>
          <a:bodyPr/>
          <a:lstStyle/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Language </a:t>
            </a:r>
            <a:r>
              <a: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Constructs for Parallelism (2)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30669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6566" y="1119101"/>
            <a:ext cx="8427700" cy="4976897"/>
          </a:xfrm>
          <a:prstGeom prst="rect">
            <a:avLst/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38</a:t>
            </a:fld>
            <a:endParaRPr lang="zh-TW" altLang="en-US"/>
          </a:p>
        </p:txBody>
      </p:sp>
      <p:sp>
        <p:nvSpPr>
          <p:cNvPr id="7" name="Title 3"/>
          <p:cNvSpPr>
            <a:spLocks noGrp="1"/>
          </p:cNvSpPr>
          <p:nvPr>
            <p:ph type="title"/>
          </p:nvPr>
        </p:nvSpPr>
        <p:spPr>
          <a:xfrm>
            <a:off x="1016000" y="187890"/>
            <a:ext cx="11054080" cy="597391"/>
          </a:xfrm>
        </p:spPr>
        <p:txBody>
          <a:bodyPr/>
          <a:lstStyle/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Dependency Analysis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385431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097" y="1113523"/>
            <a:ext cx="7944689" cy="4989784"/>
          </a:xfrm>
          <a:prstGeom prst="rect">
            <a:avLst/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39</a:t>
            </a:fld>
            <a:endParaRPr lang="zh-TW" altLang="en-US"/>
          </a:p>
        </p:txBody>
      </p:sp>
      <p:sp>
        <p:nvSpPr>
          <p:cNvPr id="7" name="Title 3"/>
          <p:cNvSpPr>
            <a:spLocks noGrp="1"/>
          </p:cNvSpPr>
          <p:nvPr>
            <p:ph type="title"/>
          </p:nvPr>
        </p:nvSpPr>
        <p:spPr>
          <a:xfrm>
            <a:off x="1016000" y="187890"/>
            <a:ext cx="11054080" cy="597391"/>
          </a:xfrm>
        </p:spPr>
        <p:txBody>
          <a:bodyPr/>
          <a:lstStyle/>
          <a:p>
            <a:r>
              <a:rPr lang="en-US" altLang="zh-TW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Berstein’s</a:t>
            </a:r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Conditions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494244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40</a:t>
            </a:fld>
            <a:endParaRPr lang="zh-TW" altLang="en-US"/>
          </a:p>
        </p:txBody>
      </p:sp>
      <p:pic>
        <p:nvPicPr>
          <p:cNvPr id="7" name="圖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5615" y="1127185"/>
            <a:ext cx="7847580" cy="4963064"/>
          </a:xfrm>
          <a:prstGeom prst="rect">
            <a:avLst/>
          </a:prstGeom>
        </p:spPr>
      </p:pic>
      <p:sp>
        <p:nvSpPr>
          <p:cNvPr id="8" name="Title 3"/>
          <p:cNvSpPr>
            <a:spLocks noGrp="1"/>
          </p:cNvSpPr>
          <p:nvPr>
            <p:ph type="title"/>
          </p:nvPr>
        </p:nvSpPr>
        <p:spPr>
          <a:xfrm>
            <a:off x="1016000" y="187890"/>
            <a:ext cx="11054080" cy="597391"/>
          </a:xfrm>
        </p:spPr>
        <p:txBody>
          <a:bodyPr/>
          <a:lstStyle/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206844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0559" y="1162802"/>
            <a:ext cx="8471019" cy="4332943"/>
          </a:xfrm>
          <a:prstGeom prst="rect">
            <a:avLst/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41</a:t>
            </a:fld>
            <a:endParaRPr lang="zh-TW" altLang="en-US"/>
          </a:p>
        </p:txBody>
      </p:sp>
      <p:sp>
        <p:nvSpPr>
          <p:cNvPr id="7" name="Title 3"/>
          <p:cNvSpPr>
            <a:spLocks noGrp="1"/>
          </p:cNvSpPr>
          <p:nvPr>
            <p:ph type="title"/>
          </p:nvPr>
        </p:nvSpPr>
        <p:spPr>
          <a:xfrm>
            <a:off x="1016000" y="187890"/>
            <a:ext cx="11054080" cy="597391"/>
          </a:xfrm>
        </p:spPr>
        <p:txBody>
          <a:bodyPr/>
          <a:lstStyle/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Shared Data in System with Caches </a:t>
            </a:r>
            <a:r>
              <a: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779521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42</a:t>
            </a:fld>
            <a:endParaRPr lang="zh-TW" altLang="en-US"/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187" y="1136144"/>
            <a:ext cx="2263836" cy="4020261"/>
          </a:xfrm>
          <a:prstGeom prst="rect">
            <a:avLst/>
          </a:prstGeom>
        </p:spPr>
      </p:pic>
      <p:pic>
        <p:nvPicPr>
          <p:cNvPr id="8" name="圖片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2777" y="1101640"/>
            <a:ext cx="3646099" cy="4126651"/>
          </a:xfrm>
          <a:prstGeom prst="rect">
            <a:avLst/>
          </a:prstGeom>
        </p:spPr>
      </p:pic>
      <p:pic>
        <p:nvPicPr>
          <p:cNvPr id="9" name="圖片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76701" y="5371290"/>
            <a:ext cx="7290639" cy="695292"/>
          </a:xfrm>
          <a:prstGeom prst="rect">
            <a:avLst/>
          </a:prstGeom>
        </p:spPr>
      </p:pic>
      <p:sp>
        <p:nvSpPr>
          <p:cNvPr id="11" name="Title 3"/>
          <p:cNvSpPr>
            <a:spLocks noGrp="1"/>
          </p:cNvSpPr>
          <p:nvPr>
            <p:ph type="title"/>
          </p:nvPr>
        </p:nvSpPr>
        <p:spPr>
          <a:xfrm>
            <a:off x="1016000" y="187890"/>
            <a:ext cx="11054080" cy="597391"/>
          </a:xfrm>
        </p:spPr>
        <p:txBody>
          <a:bodyPr/>
          <a:lstStyle/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Shared Data in System with Caches </a:t>
            </a:r>
            <a:r>
              <a: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463692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9545" y="1324613"/>
            <a:ext cx="6954287" cy="3115116"/>
          </a:xfrm>
          <a:prstGeom prst="rect">
            <a:avLst/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43</a:t>
            </a:fld>
            <a:endParaRPr lang="zh-TW" altLang="en-US"/>
          </a:p>
        </p:txBody>
      </p:sp>
      <p:sp>
        <p:nvSpPr>
          <p:cNvPr id="7" name="Title 3"/>
          <p:cNvSpPr>
            <a:spLocks noGrp="1"/>
          </p:cNvSpPr>
          <p:nvPr>
            <p:ph type="title"/>
          </p:nvPr>
        </p:nvSpPr>
        <p:spPr>
          <a:xfrm>
            <a:off x="1016000" y="187890"/>
            <a:ext cx="11054080" cy="597391"/>
          </a:xfrm>
        </p:spPr>
        <p:txBody>
          <a:bodyPr/>
          <a:lstStyle/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 Example (1)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332333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44</a:t>
            </a:fld>
            <a:endParaRPr lang="zh-TW" altLang="en-US"/>
          </a:p>
        </p:txBody>
      </p:sp>
      <p:pic>
        <p:nvPicPr>
          <p:cNvPr id="7" name="圖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5541" y="1226722"/>
            <a:ext cx="8610959" cy="3608743"/>
          </a:xfrm>
          <a:prstGeom prst="rect">
            <a:avLst/>
          </a:prstGeom>
        </p:spPr>
      </p:pic>
      <p:sp>
        <p:nvSpPr>
          <p:cNvPr id="9" name="Title 3"/>
          <p:cNvSpPr>
            <a:spLocks noGrp="1"/>
          </p:cNvSpPr>
          <p:nvPr>
            <p:ph type="title"/>
          </p:nvPr>
        </p:nvSpPr>
        <p:spPr>
          <a:xfrm>
            <a:off x="1016000" y="187890"/>
            <a:ext cx="11054080" cy="597391"/>
          </a:xfrm>
        </p:spPr>
        <p:txBody>
          <a:bodyPr/>
          <a:lstStyle/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 Example (2)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20057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45</a:t>
            </a:fld>
            <a:endParaRPr lang="zh-TW" altLang="en-US"/>
          </a:p>
        </p:txBody>
      </p:sp>
      <p:pic>
        <p:nvPicPr>
          <p:cNvPr id="7" name="圖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8500" y="1892300"/>
            <a:ext cx="8255000" cy="3073400"/>
          </a:xfrm>
          <a:prstGeom prst="rect">
            <a:avLst/>
          </a:prstGeom>
        </p:spPr>
      </p:pic>
      <p:sp>
        <p:nvSpPr>
          <p:cNvPr id="5" name="Title 3"/>
          <p:cNvSpPr>
            <a:spLocks noGrp="1"/>
          </p:cNvSpPr>
          <p:nvPr>
            <p:ph type="title"/>
          </p:nvPr>
        </p:nvSpPr>
        <p:spPr>
          <a:xfrm>
            <a:off x="1016000" y="187890"/>
            <a:ext cx="11054080" cy="597391"/>
          </a:xfrm>
        </p:spPr>
        <p:txBody>
          <a:bodyPr/>
          <a:lstStyle/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 Example (3)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054108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46</a:t>
            </a:fld>
            <a:endParaRPr lang="zh-TW" altLang="en-US"/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452880" y="1124912"/>
            <a:ext cx="8910320" cy="4991365"/>
          </a:xfrm>
          <a:prstGeom prst="rect">
            <a:avLst/>
          </a:prstGeom>
        </p:spPr>
      </p:pic>
      <p:sp>
        <p:nvSpPr>
          <p:cNvPr id="8" name="Title 3"/>
          <p:cNvSpPr>
            <a:spLocks noGrp="1"/>
          </p:cNvSpPr>
          <p:nvPr>
            <p:ph type="title"/>
          </p:nvPr>
        </p:nvSpPr>
        <p:spPr>
          <a:xfrm>
            <a:off x="1016000" y="187890"/>
            <a:ext cx="11054080" cy="597391"/>
          </a:xfrm>
        </p:spPr>
        <p:txBody>
          <a:bodyPr/>
          <a:lstStyle/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 Example (4)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000193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47</a:t>
            </a:fld>
            <a:endParaRPr lang="zh-TW" altLang="en-US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rcRect l="2452" t="8172" r="4510" b="3871"/>
          <a:stretch/>
        </p:blipFill>
        <p:spPr>
          <a:xfrm>
            <a:off x="1229360" y="1259840"/>
            <a:ext cx="9662036" cy="4500880"/>
          </a:xfrm>
          <a:prstGeom prst="rect">
            <a:avLst/>
          </a:prstGeom>
        </p:spPr>
      </p:pic>
      <p:sp>
        <p:nvSpPr>
          <p:cNvPr id="5" name="Title 3"/>
          <p:cNvSpPr>
            <a:spLocks noGrp="1"/>
          </p:cNvSpPr>
          <p:nvPr>
            <p:ph type="title"/>
          </p:nvPr>
        </p:nvSpPr>
        <p:spPr>
          <a:xfrm>
            <a:off x="1016000" y="187890"/>
            <a:ext cx="11054080" cy="597391"/>
          </a:xfrm>
        </p:spPr>
        <p:txBody>
          <a:bodyPr/>
          <a:lstStyle/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 Example (5)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618504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48</a:t>
            </a:fld>
            <a:endParaRPr lang="zh-TW" altLang="en-US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5520" y="1141994"/>
            <a:ext cx="7396480" cy="4965149"/>
          </a:xfrm>
          <a:prstGeom prst="rect">
            <a:avLst/>
          </a:prstGeom>
        </p:spPr>
      </p:pic>
      <p:sp>
        <p:nvSpPr>
          <p:cNvPr id="7" name="Title 3"/>
          <p:cNvSpPr>
            <a:spLocks noGrp="1"/>
          </p:cNvSpPr>
          <p:nvPr>
            <p:ph type="title"/>
          </p:nvPr>
        </p:nvSpPr>
        <p:spPr>
          <a:xfrm>
            <a:off x="1016000" y="187890"/>
            <a:ext cx="11054080" cy="597391"/>
          </a:xfrm>
        </p:spPr>
        <p:txBody>
          <a:bodyPr/>
          <a:lstStyle/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 Example (6)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920191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49</a:t>
            </a:fld>
            <a:endParaRPr lang="zh-TW" altLang="en-US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5045" y="1178560"/>
            <a:ext cx="9584875" cy="4848256"/>
          </a:xfrm>
          <a:prstGeom prst="rect">
            <a:avLst/>
          </a:prstGeom>
        </p:spPr>
      </p:pic>
      <p:sp>
        <p:nvSpPr>
          <p:cNvPr id="5" name="Title 3"/>
          <p:cNvSpPr>
            <a:spLocks noGrp="1"/>
          </p:cNvSpPr>
          <p:nvPr>
            <p:ph type="title"/>
          </p:nvPr>
        </p:nvSpPr>
        <p:spPr>
          <a:xfrm>
            <a:off x="1016000" y="187890"/>
            <a:ext cx="11054080" cy="597391"/>
          </a:xfrm>
        </p:spPr>
        <p:txBody>
          <a:bodyPr/>
          <a:lstStyle/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 Example (7)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701422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50</a:t>
            </a:fld>
            <a:endParaRPr lang="zh-TW" altLang="en-US"/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458657" y="4520241"/>
            <a:ext cx="4896356" cy="1483744"/>
          </a:xfrm>
          <a:prstGeom prst="rect">
            <a:avLst/>
          </a:prstGeom>
        </p:spPr>
      </p:pic>
      <p:pic>
        <p:nvPicPr>
          <p:cNvPr id="9" name="圖片 8"/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052009" y="1162888"/>
            <a:ext cx="3924300" cy="3175000"/>
          </a:xfrm>
          <a:prstGeom prst="rect">
            <a:avLst/>
          </a:prstGeom>
        </p:spPr>
      </p:pic>
      <p:pic>
        <p:nvPicPr>
          <p:cNvPr id="10" name="圖片 9"/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37312" y="1175589"/>
            <a:ext cx="3835400" cy="3162300"/>
          </a:xfrm>
          <a:prstGeom prst="rect">
            <a:avLst/>
          </a:prstGeom>
        </p:spPr>
      </p:pic>
      <p:sp>
        <p:nvSpPr>
          <p:cNvPr id="7" name="Title 3"/>
          <p:cNvSpPr>
            <a:spLocks noGrp="1"/>
          </p:cNvSpPr>
          <p:nvPr>
            <p:ph type="title"/>
          </p:nvPr>
        </p:nvSpPr>
        <p:spPr>
          <a:xfrm>
            <a:off x="1016000" y="187890"/>
            <a:ext cx="11054080" cy="597391"/>
          </a:xfrm>
        </p:spPr>
        <p:txBody>
          <a:bodyPr/>
          <a:lstStyle/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 Example (8)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10818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51</a:t>
            </a:fld>
            <a:endParaRPr lang="zh-TW" altLang="en-US"/>
          </a:p>
        </p:txBody>
      </p:sp>
      <p:pic>
        <p:nvPicPr>
          <p:cNvPr id="7" name="圖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1200" y="1279985"/>
            <a:ext cx="8304960" cy="4325268"/>
          </a:xfrm>
          <a:prstGeom prst="rect">
            <a:avLst/>
          </a:prstGeom>
        </p:spPr>
      </p:pic>
      <p:sp>
        <p:nvSpPr>
          <p:cNvPr id="8" name="Title 3"/>
          <p:cNvSpPr>
            <a:spLocks noGrp="1"/>
          </p:cNvSpPr>
          <p:nvPr>
            <p:ph type="title"/>
          </p:nvPr>
        </p:nvSpPr>
        <p:spPr>
          <a:xfrm>
            <a:off x="1016000" y="187890"/>
            <a:ext cx="11054080" cy="597391"/>
          </a:xfrm>
        </p:spPr>
        <p:txBody>
          <a:bodyPr/>
          <a:lstStyle/>
          <a:p>
            <a:r>
              <a:rPr lang="en-US" altLang="zh-TW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Pthread</a:t>
            </a:r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Example (1)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742913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52</a:t>
            </a:fld>
            <a:endParaRPr lang="zh-TW" altLang="en-US"/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250" y="1879600"/>
            <a:ext cx="8699500" cy="3098800"/>
          </a:xfrm>
          <a:prstGeom prst="rect">
            <a:avLst/>
          </a:prstGeom>
        </p:spPr>
      </p:pic>
      <p:sp>
        <p:nvSpPr>
          <p:cNvPr id="8" name="Title 3"/>
          <p:cNvSpPr>
            <a:spLocks noGrp="1"/>
          </p:cNvSpPr>
          <p:nvPr>
            <p:ph type="title"/>
          </p:nvPr>
        </p:nvSpPr>
        <p:spPr>
          <a:xfrm>
            <a:off x="1016000" y="187890"/>
            <a:ext cx="11054080" cy="597391"/>
          </a:xfrm>
        </p:spPr>
        <p:txBody>
          <a:bodyPr/>
          <a:lstStyle/>
          <a:p>
            <a:r>
              <a:rPr lang="en-US" altLang="zh-TW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Pthread</a:t>
            </a:r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Example (2)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739327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53</a:t>
            </a:fld>
            <a:endParaRPr lang="zh-TW" altLang="en-US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5765" y="1127186"/>
            <a:ext cx="5717787" cy="4980317"/>
          </a:xfrm>
          <a:prstGeom prst="rect">
            <a:avLst/>
          </a:prstGeom>
        </p:spPr>
      </p:pic>
      <p:sp>
        <p:nvSpPr>
          <p:cNvPr id="7" name="Title 3"/>
          <p:cNvSpPr>
            <a:spLocks noGrp="1"/>
          </p:cNvSpPr>
          <p:nvPr>
            <p:ph type="title"/>
          </p:nvPr>
        </p:nvSpPr>
        <p:spPr>
          <a:xfrm>
            <a:off x="1016000" y="187890"/>
            <a:ext cx="11054080" cy="597391"/>
          </a:xfrm>
        </p:spPr>
        <p:txBody>
          <a:bodyPr/>
          <a:lstStyle/>
          <a:p>
            <a:r>
              <a:rPr lang="en-US" altLang="zh-TW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Pthread</a:t>
            </a:r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Example (3)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124662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54</a:t>
            </a:fld>
            <a:endParaRPr lang="zh-TW" altLang="en-US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2404" y="1108582"/>
            <a:ext cx="6723392" cy="4984372"/>
          </a:xfrm>
          <a:prstGeom prst="rect">
            <a:avLst/>
          </a:prstGeom>
        </p:spPr>
      </p:pic>
      <p:sp>
        <p:nvSpPr>
          <p:cNvPr id="7" name="Title 3"/>
          <p:cNvSpPr>
            <a:spLocks noGrp="1"/>
          </p:cNvSpPr>
          <p:nvPr>
            <p:ph type="title"/>
          </p:nvPr>
        </p:nvSpPr>
        <p:spPr>
          <a:xfrm>
            <a:off x="1016000" y="187890"/>
            <a:ext cx="11054080" cy="597391"/>
          </a:xfrm>
        </p:spPr>
        <p:txBody>
          <a:bodyPr/>
          <a:lstStyle/>
          <a:p>
            <a:r>
              <a:rPr lang="en-US" altLang="zh-TW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Pthread</a:t>
            </a:r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Example (4)</a:t>
            </a:r>
            <a:endParaRPr lang="zh-TW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5742217"/>
      </p:ext>
    </p:extLst>
  </p:cSld>
  <p:clrMapOvr>
    <a:masterClrMapping/>
  </p:clrMapOvr>
</p:sld>
</file>

<file path=ppt/theme/theme1.xml><?xml version="1.0" encoding="utf-8"?>
<a:theme xmlns:a="http://schemas.openxmlformats.org/drawingml/2006/main" name="NTHU UniCloud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預設簡報設計">
      <a:majorFont>
        <a:latin typeface="MS Sans Serif"/>
        <a:ea typeface="MS Sans Serif"/>
        <a:cs typeface="MS Sans Serif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lnDef>
    <a:txDef>
      <a:spPr>
        <a:noFill/>
      </a:spPr>
      <a:bodyPr wrap="none" rtlCol="0" anchor="ctr" anchorCtr="1">
        <a:spAutoFit/>
      </a:bodyPr>
      <a:lstStyle>
        <a:defPPr>
          <a:defRPr dirty="0" smtClean="0">
            <a:ea typeface="標楷體" pitchFamily="65" charset="-120"/>
            <a:cs typeface="Calibri" pitchFamily="34" charset="0"/>
          </a:defRPr>
        </a:defPPr>
      </a:lstStyle>
    </a:txDef>
  </a:objectDefaults>
  <a:extraClrSchemeLst>
    <a:extraClrScheme>
      <a:clrScheme name="預設簡報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NTHU UniCloud" id="{771810AA-CEBD-463A-B947-7C0DFAF8BB54}" vid="{30CF6CD1-9989-4B2E-8702-709C1DF65D80}"/>
    </a:ext>
  </a:extLst>
</a:theme>
</file>

<file path=ppt/theme/theme2.xml><?xml version="1.0" encoding="utf-8"?>
<a:theme xmlns:a="http://schemas.openxmlformats.org/drawingml/2006/main" name="自訂設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368</Words>
  <Application>Microsoft Office PowerPoint</Application>
  <PresentationFormat>宽屏</PresentationFormat>
  <Paragraphs>168</Paragraphs>
  <Slides>54</Slides>
  <Notes>53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54</vt:i4>
      </vt:variant>
    </vt:vector>
  </HeadingPairs>
  <TitlesOfParts>
    <vt:vector size="64" baseType="lpstr">
      <vt:lpstr>MS Sans Serif</vt:lpstr>
      <vt:lpstr>华文楷体</vt:lpstr>
      <vt:lpstr>Arial</vt:lpstr>
      <vt:lpstr>Bahnschrift SemiBold Condensed</vt:lpstr>
      <vt:lpstr>Calibri</vt:lpstr>
      <vt:lpstr>Calibri Light</vt:lpstr>
      <vt:lpstr>Times New Roman</vt:lpstr>
      <vt:lpstr>Wingdings</vt:lpstr>
      <vt:lpstr>NTHU UniCloud</vt:lpstr>
      <vt:lpstr>自訂設計</vt:lpstr>
      <vt:lpstr>CSC6032 – Advanced Operating Systems</vt:lpstr>
      <vt:lpstr>Outline</vt:lpstr>
      <vt:lpstr>Programming with Shared Memory</vt:lpstr>
      <vt:lpstr>Several Alternatives for Programming (1)</vt:lpstr>
      <vt:lpstr>Several Alternatives for Programming (2)</vt:lpstr>
      <vt:lpstr>Creating Concurrent Process – FORK-JOIN Construct</vt:lpstr>
      <vt:lpstr>UNIX Heavyweight Processes (1)</vt:lpstr>
      <vt:lpstr>UNIX Heavyweight Processes (2)</vt:lpstr>
      <vt:lpstr>Thread </vt:lpstr>
      <vt:lpstr>Pthread </vt:lpstr>
      <vt:lpstr>Pthread Barrier </vt:lpstr>
      <vt:lpstr>Detached Threads </vt:lpstr>
      <vt:lpstr>Statement Execution Order (1) </vt:lpstr>
      <vt:lpstr>Statement Execution Order (2) </vt:lpstr>
      <vt:lpstr>Compiler/Processor Optimizations</vt:lpstr>
      <vt:lpstr>Thread-Safe Routines</vt:lpstr>
      <vt:lpstr>Accessing Shared Data</vt:lpstr>
      <vt:lpstr>Critical Section</vt:lpstr>
      <vt:lpstr>Locks</vt:lpstr>
      <vt:lpstr>Spin Lock (1)</vt:lpstr>
      <vt:lpstr>Spin Lock (2)</vt:lpstr>
      <vt:lpstr>Pthread Lock Routines (1)</vt:lpstr>
      <vt:lpstr>Pthread Lock Routines (2)</vt:lpstr>
      <vt:lpstr>Deadlock (1)</vt:lpstr>
      <vt:lpstr>Deadlock (2)</vt:lpstr>
      <vt:lpstr>Pthread Lock Checking Routine</vt:lpstr>
      <vt:lpstr>Semaphore</vt:lpstr>
      <vt:lpstr>Mutual Exclusion of Critical Sections</vt:lpstr>
      <vt:lpstr>General Semaphore (1)</vt:lpstr>
      <vt:lpstr>General Semaphore (2)</vt:lpstr>
      <vt:lpstr>Monitor </vt:lpstr>
      <vt:lpstr>Condition Variables</vt:lpstr>
      <vt:lpstr>Condition Variable Operations (1)</vt:lpstr>
      <vt:lpstr>Condition Variable Operations (2)</vt:lpstr>
      <vt:lpstr>Pthread Condition Variable</vt:lpstr>
      <vt:lpstr>Language Constructs for Parallelism (1)</vt:lpstr>
      <vt:lpstr>Language Constructs for Parallelism (2)</vt:lpstr>
      <vt:lpstr>Dependency Analysis</vt:lpstr>
      <vt:lpstr>Berstein’s Conditions</vt:lpstr>
      <vt:lpstr>Example</vt:lpstr>
      <vt:lpstr>Shared Data in System with Caches (1)</vt:lpstr>
      <vt:lpstr>Shared Data in System with Caches (2)</vt:lpstr>
      <vt:lpstr>Program Example (1)</vt:lpstr>
      <vt:lpstr>Program Example (2)</vt:lpstr>
      <vt:lpstr>Program Example (3)</vt:lpstr>
      <vt:lpstr>Program Example (4)</vt:lpstr>
      <vt:lpstr>Program Example (5)</vt:lpstr>
      <vt:lpstr>Program Example (6)</vt:lpstr>
      <vt:lpstr>Program Example (7)</vt:lpstr>
      <vt:lpstr>Program Example (8)</vt:lpstr>
      <vt:lpstr>Pthread Example (1)</vt:lpstr>
      <vt:lpstr>Pthread Example (2)</vt:lpstr>
      <vt:lpstr>Pthread Example (3)</vt:lpstr>
      <vt:lpstr>Pthread Example (4)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香港中文大学(深圳)数据科学院 School of Data Science</dc:title>
  <dc:creator>Windows 使用者</dc:creator>
  <cp:lastModifiedBy>Prof. Chung Yehching (SDS)</cp:lastModifiedBy>
  <cp:revision>21</cp:revision>
  <dcterms:created xsi:type="dcterms:W3CDTF">2020-07-15T11:13:39Z</dcterms:created>
  <dcterms:modified xsi:type="dcterms:W3CDTF">2024-07-18T23:23:54Z</dcterms:modified>
</cp:coreProperties>
</file>