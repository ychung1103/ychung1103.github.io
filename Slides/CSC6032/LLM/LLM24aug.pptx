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png" ContentType="image/pn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Default Extension="jpg" ContentType="image/jpg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3763" y="403859"/>
            <a:ext cx="2005329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" y="0"/>
            <a:ext cx="4848225" cy="8229600"/>
          </a:xfrm>
          <a:custGeom>
            <a:avLst/>
            <a:gdLst/>
            <a:ahLst/>
            <a:cxnLst/>
            <a:rect l="l" t="t" r="r" b="b"/>
            <a:pathLst>
              <a:path w="4848225" h="8229600">
                <a:moveTo>
                  <a:pt x="0" y="8229599"/>
                </a:moveTo>
                <a:lnTo>
                  <a:pt x="4848057" y="8229599"/>
                </a:lnTo>
                <a:lnTo>
                  <a:pt x="4848057" y="0"/>
                </a:lnTo>
                <a:lnTo>
                  <a:pt x="0" y="0"/>
                </a:lnTo>
                <a:lnTo>
                  <a:pt x="0" y="8229599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848085" y="0"/>
            <a:ext cx="76835" cy="8229600"/>
          </a:xfrm>
          <a:custGeom>
            <a:avLst/>
            <a:gdLst/>
            <a:ahLst/>
            <a:cxnLst/>
            <a:rect l="l" t="t" r="r" b="b"/>
            <a:pathLst>
              <a:path w="76835" h="8229600">
                <a:moveTo>
                  <a:pt x="76809" y="0"/>
                </a:moveTo>
                <a:lnTo>
                  <a:pt x="0" y="0"/>
                </a:lnTo>
                <a:lnTo>
                  <a:pt x="0" y="8229599"/>
                </a:lnTo>
                <a:lnTo>
                  <a:pt x="76809" y="8229599"/>
                </a:lnTo>
                <a:lnTo>
                  <a:pt x="76809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42570" cy="8229600"/>
          </a:xfrm>
          <a:custGeom>
            <a:avLst/>
            <a:gdLst/>
            <a:ahLst/>
            <a:cxnLst/>
            <a:rect l="l" t="t" r="r" b="b"/>
            <a:pathLst>
              <a:path w="242570" h="8229600">
                <a:moveTo>
                  <a:pt x="242012" y="0"/>
                </a:moveTo>
                <a:lnTo>
                  <a:pt x="242012" y="8229600"/>
                </a:lnTo>
                <a:lnTo>
                  <a:pt x="0" y="8229603"/>
                </a:lnTo>
                <a:lnTo>
                  <a:pt x="0" y="0"/>
                </a:lnTo>
                <a:lnTo>
                  <a:pt x="242012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70059" y="17989"/>
            <a:ext cx="73660" cy="8211820"/>
          </a:xfrm>
          <a:custGeom>
            <a:avLst/>
            <a:gdLst/>
            <a:ahLst/>
            <a:cxnLst/>
            <a:rect l="l" t="t" r="r" b="b"/>
            <a:pathLst>
              <a:path w="73660" h="8211820">
                <a:moveTo>
                  <a:pt x="73150" y="0"/>
                </a:moveTo>
                <a:lnTo>
                  <a:pt x="0" y="0"/>
                </a:lnTo>
                <a:lnTo>
                  <a:pt x="0" y="8211610"/>
                </a:lnTo>
                <a:lnTo>
                  <a:pt x="73150" y="8211610"/>
                </a:lnTo>
                <a:lnTo>
                  <a:pt x="7315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3763" y="403859"/>
            <a:ext cx="11802872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4042" y="1757172"/>
            <a:ext cx="11867515" cy="575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Relationship Id="rId20" Type="http://schemas.openxmlformats.org/officeDocument/2006/relationships/image" Target="../media/image44.png"/><Relationship Id="rId21" Type="http://schemas.openxmlformats.org/officeDocument/2006/relationships/image" Target="../media/image45.png"/><Relationship Id="rId22" Type="http://schemas.openxmlformats.org/officeDocument/2006/relationships/image" Target="../media/image46.png"/><Relationship Id="rId23" Type="http://schemas.openxmlformats.org/officeDocument/2006/relationships/image" Target="../media/image47.png"/><Relationship Id="rId24" Type="http://schemas.openxmlformats.org/officeDocument/2006/relationships/image" Target="../media/image48.png"/><Relationship Id="rId25" Type="http://schemas.openxmlformats.org/officeDocument/2006/relationships/image" Target="../media/image49.png"/><Relationship Id="rId26" Type="http://schemas.openxmlformats.org/officeDocument/2006/relationships/image" Target="../media/image50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68.png"/><Relationship Id="rId19" Type="http://schemas.openxmlformats.org/officeDocument/2006/relationships/image" Target="../media/image69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5.jpg"/><Relationship Id="rId3" Type="http://schemas.openxmlformats.org/officeDocument/2006/relationships/image" Target="../media/image76.jpg"/><Relationship Id="rId4" Type="http://schemas.openxmlformats.org/officeDocument/2006/relationships/image" Target="../media/image77.jpg"/><Relationship Id="rId5" Type="http://schemas.openxmlformats.org/officeDocument/2006/relationships/image" Target="../media/image78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9.jp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.jp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731125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Introduction</a:t>
            </a:r>
            <a:r>
              <a:rPr dirty="0" sz="4800" spc="-14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to</a:t>
            </a:r>
            <a:r>
              <a:rPr dirty="0" sz="4800" spc="-13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4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Language Models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Language</a:t>
            </a:r>
            <a:r>
              <a:rPr dirty="0" spc="-235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412855" cy="5026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Remember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dirty="0" sz="43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n-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gram</a:t>
            </a:r>
            <a:r>
              <a:rPr dirty="0" sz="43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43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endParaRPr sz="4300">
              <a:latin typeface="Calibri"/>
              <a:cs typeface="Calibri"/>
            </a:endParaRPr>
          </a:p>
          <a:p>
            <a:pPr lvl="1" marL="1174115" indent="-685165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Arial"/>
              <a:buChar char="•"/>
              <a:tabLst>
                <a:tab pos="11741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Assigns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probabilities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sequences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endParaRPr sz="3800">
              <a:latin typeface="Calibri"/>
              <a:cs typeface="Calibri"/>
            </a:endParaRPr>
          </a:p>
          <a:p>
            <a:pPr lvl="1" marL="1174115" indent="-685165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Font typeface="Arial"/>
              <a:buChar char="•"/>
              <a:tabLst>
                <a:tab pos="11741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Generate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sampling possible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words</a:t>
            </a:r>
            <a:endParaRPr sz="3800">
              <a:latin typeface="Calibri"/>
              <a:cs typeface="Calibri"/>
            </a:endParaRPr>
          </a:p>
          <a:p>
            <a:pPr lvl="1" marL="1174115" indent="-685165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Font typeface="Arial"/>
              <a:buChar char="•"/>
              <a:tabLst>
                <a:tab pos="11741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trained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counts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computed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lots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endParaRPr sz="3800">
              <a:latin typeface="Calibri"/>
              <a:cs typeface="Calibri"/>
            </a:endParaRPr>
          </a:p>
          <a:p>
            <a:pPr marL="697865" indent="-685165">
              <a:lnSpc>
                <a:spcPct val="100000"/>
              </a:lnSpc>
              <a:spcBef>
                <a:spcPts val="844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similar</a:t>
            </a:r>
            <a:r>
              <a:rPr dirty="0" sz="43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different:</a:t>
            </a:r>
            <a:endParaRPr sz="4300">
              <a:latin typeface="Calibri"/>
              <a:cs typeface="Calibri"/>
            </a:endParaRPr>
          </a:p>
          <a:p>
            <a:pPr lvl="1" marL="1174115" indent="-685165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Font typeface="Arial"/>
              <a:buChar char="•"/>
              <a:tabLst>
                <a:tab pos="11741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Assigns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probabilities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sequences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endParaRPr sz="3800">
              <a:latin typeface="Calibri"/>
              <a:cs typeface="Calibri"/>
            </a:endParaRPr>
          </a:p>
          <a:p>
            <a:pPr lvl="1" marL="1174115" indent="-685165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Font typeface="Arial"/>
              <a:buChar char="•"/>
              <a:tabLst>
                <a:tab pos="11741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Generate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sampling possible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words</a:t>
            </a:r>
            <a:endParaRPr sz="3800">
              <a:latin typeface="Calibri"/>
              <a:cs typeface="Calibri"/>
            </a:endParaRPr>
          </a:p>
          <a:p>
            <a:pPr lvl="1" marL="1174115" indent="-685165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Font typeface="Arial"/>
              <a:buChar char="•"/>
              <a:tabLst>
                <a:tab pos="1174115" algn="l"/>
              </a:tabLst>
            </a:pP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3800" spc="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trained</a:t>
            </a:r>
            <a:r>
              <a:rPr dirty="0" sz="3800" spc="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800" spc="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learning</a:t>
            </a:r>
            <a:r>
              <a:rPr dirty="0" sz="3800" spc="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guess</a:t>
            </a:r>
            <a:r>
              <a:rPr dirty="0" sz="3800" spc="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800" spc="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 b="1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Large</a:t>
            </a:r>
            <a:r>
              <a:rPr dirty="0" spc="-225"/>
              <a:t> </a:t>
            </a:r>
            <a:r>
              <a:rPr dirty="0" spc="-25"/>
              <a:t>language</a:t>
            </a:r>
            <a:r>
              <a:rPr dirty="0" spc="-220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10975340" cy="230568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960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Even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through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pretrained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predict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endParaRPr sz="4300">
              <a:latin typeface="Calibri"/>
              <a:cs typeface="Calibri"/>
            </a:endParaRPr>
          </a:p>
          <a:p>
            <a:pPr marL="697865" indent="-68516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Learn</a:t>
            </a:r>
            <a:r>
              <a:rPr dirty="0" sz="43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43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lot</a:t>
            </a:r>
            <a:r>
              <a:rPr dirty="0" sz="43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3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useful</a:t>
            </a:r>
            <a:r>
              <a:rPr dirty="0" sz="43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43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knowledge</a:t>
            </a:r>
            <a:endParaRPr sz="4300">
              <a:latin typeface="Calibri"/>
              <a:cs typeface="Calibri"/>
            </a:endParaRPr>
          </a:p>
          <a:p>
            <a:pPr marL="697865" indent="-685165">
              <a:lnSpc>
                <a:spcPct val="100000"/>
              </a:lnSpc>
              <a:spcBef>
                <a:spcPts val="745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Since</a:t>
            </a:r>
            <a:r>
              <a:rPr dirty="0" sz="43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dirty="0" sz="43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43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b="1">
                <a:solidFill>
                  <a:srgbClr val="404040"/>
                </a:solidFill>
                <a:latin typeface="Calibri"/>
                <a:cs typeface="Calibri"/>
              </a:rPr>
              <a:t>lot</a:t>
            </a:r>
            <a:r>
              <a:rPr dirty="0" sz="43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 text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Three</a:t>
            </a:r>
            <a:r>
              <a:rPr dirty="0" spc="-235"/>
              <a:t> </a:t>
            </a:r>
            <a:r>
              <a:rPr dirty="0" spc="-45"/>
              <a:t>architectures</a:t>
            </a:r>
            <a:r>
              <a:rPr dirty="0" spc="-229"/>
              <a:t> </a:t>
            </a:r>
            <a:r>
              <a:rPr dirty="0" spc="-20"/>
              <a:t>for</a:t>
            </a:r>
            <a:r>
              <a:rPr dirty="0" spc="-229"/>
              <a:t> </a:t>
            </a:r>
            <a:r>
              <a:rPr dirty="0" spc="-20"/>
              <a:t>large</a:t>
            </a:r>
            <a:r>
              <a:rPr dirty="0" spc="-235"/>
              <a:t> </a:t>
            </a:r>
            <a:r>
              <a:rPr dirty="0" spc="-25"/>
              <a:t>language</a:t>
            </a:r>
            <a:r>
              <a:rPr dirty="0" spc="-229"/>
              <a:t> </a:t>
            </a:r>
            <a:r>
              <a:rPr dirty="0" spc="-10"/>
              <a:t>models</a:t>
            </a:r>
          </a:p>
        </p:txBody>
      </p:sp>
      <p:grpSp>
        <p:nvGrpSpPr>
          <p:cNvPr id="23" name="object 23"/>
          <p:cNvGrpSpPr/>
          <p:nvPr/>
        </p:nvGrpSpPr>
        <p:grpSpPr>
          <a:xfrm>
            <a:off x="1473170" y="2410045"/>
            <a:ext cx="2520315" cy="1674495"/>
            <a:chOff x="1473170" y="2410045"/>
            <a:chExt cx="2520315" cy="1674495"/>
          </a:xfrm>
        </p:grpSpPr>
        <p:sp>
          <p:nvSpPr>
            <p:cNvPr id="24" name="object 24"/>
            <p:cNvSpPr/>
            <p:nvPr/>
          </p:nvSpPr>
          <p:spPr>
            <a:xfrm>
              <a:off x="1480889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259806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8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6" y="614441"/>
                  </a:lnTo>
                  <a:lnTo>
                    <a:pt x="280032" y="610383"/>
                  </a:lnTo>
                  <a:lnTo>
                    <a:pt x="296549" y="599317"/>
                  </a:lnTo>
                  <a:lnTo>
                    <a:pt x="307685" y="582905"/>
                  </a:lnTo>
                  <a:lnTo>
                    <a:pt x="311768" y="562808"/>
                  </a:lnTo>
                  <a:lnTo>
                    <a:pt x="311768" y="51633"/>
                  </a:lnTo>
                  <a:lnTo>
                    <a:pt x="307685" y="31535"/>
                  </a:lnTo>
                  <a:lnTo>
                    <a:pt x="296549" y="15123"/>
                  </a:lnTo>
                  <a:lnTo>
                    <a:pt x="280032" y="4057"/>
                  </a:lnTo>
                  <a:lnTo>
                    <a:pt x="2598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80889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80889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259806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6" y="614441"/>
                  </a:lnTo>
                  <a:lnTo>
                    <a:pt x="280032" y="610383"/>
                  </a:lnTo>
                  <a:lnTo>
                    <a:pt x="296549" y="599318"/>
                  </a:lnTo>
                  <a:lnTo>
                    <a:pt x="307685" y="582906"/>
                  </a:lnTo>
                  <a:lnTo>
                    <a:pt x="311768" y="562808"/>
                  </a:lnTo>
                  <a:lnTo>
                    <a:pt x="311768" y="51634"/>
                  </a:lnTo>
                  <a:lnTo>
                    <a:pt x="307685" y="31536"/>
                  </a:lnTo>
                  <a:lnTo>
                    <a:pt x="296549" y="15123"/>
                  </a:lnTo>
                  <a:lnTo>
                    <a:pt x="280032" y="4057"/>
                  </a:lnTo>
                  <a:lnTo>
                    <a:pt x="2598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80889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039999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259805" y="0"/>
                  </a:moveTo>
                  <a:lnTo>
                    <a:pt x="51963" y="0"/>
                  </a:lnTo>
                  <a:lnTo>
                    <a:pt x="31737" y="4057"/>
                  </a:lnTo>
                  <a:lnTo>
                    <a:pt x="15219" y="15123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8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7" y="610383"/>
                  </a:lnTo>
                  <a:lnTo>
                    <a:pt x="51963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7"/>
                  </a:lnTo>
                  <a:lnTo>
                    <a:pt x="307684" y="582905"/>
                  </a:lnTo>
                  <a:lnTo>
                    <a:pt x="311768" y="562808"/>
                  </a:lnTo>
                  <a:lnTo>
                    <a:pt x="311768" y="51633"/>
                  </a:lnTo>
                  <a:lnTo>
                    <a:pt x="307684" y="31535"/>
                  </a:lnTo>
                  <a:lnTo>
                    <a:pt x="296548" y="15123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039999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039999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259805" y="0"/>
                  </a:moveTo>
                  <a:lnTo>
                    <a:pt x="51963" y="0"/>
                  </a:lnTo>
                  <a:lnTo>
                    <a:pt x="31737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7" y="610383"/>
                  </a:lnTo>
                  <a:lnTo>
                    <a:pt x="51963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8"/>
                  </a:lnTo>
                  <a:lnTo>
                    <a:pt x="307684" y="582906"/>
                  </a:lnTo>
                  <a:lnTo>
                    <a:pt x="311768" y="562808"/>
                  </a:lnTo>
                  <a:lnTo>
                    <a:pt x="311768" y="51634"/>
                  </a:lnTo>
                  <a:lnTo>
                    <a:pt x="307684" y="31536"/>
                  </a:lnTo>
                  <a:lnTo>
                    <a:pt x="296548" y="15123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039999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599109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259806" y="0"/>
                  </a:moveTo>
                  <a:lnTo>
                    <a:pt x="51962" y="0"/>
                  </a:lnTo>
                  <a:lnTo>
                    <a:pt x="31735" y="4057"/>
                  </a:lnTo>
                  <a:lnTo>
                    <a:pt x="15219" y="15123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8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5" y="610383"/>
                  </a:lnTo>
                  <a:lnTo>
                    <a:pt x="51962" y="614441"/>
                  </a:lnTo>
                  <a:lnTo>
                    <a:pt x="259806" y="614441"/>
                  </a:lnTo>
                  <a:lnTo>
                    <a:pt x="280032" y="610383"/>
                  </a:lnTo>
                  <a:lnTo>
                    <a:pt x="296549" y="599317"/>
                  </a:lnTo>
                  <a:lnTo>
                    <a:pt x="307685" y="582905"/>
                  </a:lnTo>
                  <a:lnTo>
                    <a:pt x="311768" y="562808"/>
                  </a:lnTo>
                  <a:lnTo>
                    <a:pt x="311768" y="51633"/>
                  </a:lnTo>
                  <a:lnTo>
                    <a:pt x="307685" y="31535"/>
                  </a:lnTo>
                  <a:lnTo>
                    <a:pt x="296549" y="15123"/>
                  </a:lnTo>
                  <a:lnTo>
                    <a:pt x="280032" y="4057"/>
                  </a:lnTo>
                  <a:lnTo>
                    <a:pt x="2598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599109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99109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259806" y="0"/>
                  </a:moveTo>
                  <a:lnTo>
                    <a:pt x="51962" y="0"/>
                  </a:lnTo>
                  <a:lnTo>
                    <a:pt x="31735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5" y="610383"/>
                  </a:lnTo>
                  <a:lnTo>
                    <a:pt x="51962" y="614441"/>
                  </a:lnTo>
                  <a:lnTo>
                    <a:pt x="259806" y="614441"/>
                  </a:lnTo>
                  <a:lnTo>
                    <a:pt x="280032" y="610383"/>
                  </a:lnTo>
                  <a:lnTo>
                    <a:pt x="296549" y="599318"/>
                  </a:lnTo>
                  <a:lnTo>
                    <a:pt x="307685" y="582906"/>
                  </a:lnTo>
                  <a:lnTo>
                    <a:pt x="311768" y="562808"/>
                  </a:lnTo>
                  <a:lnTo>
                    <a:pt x="311768" y="51634"/>
                  </a:lnTo>
                  <a:lnTo>
                    <a:pt x="307685" y="31536"/>
                  </a:lnTo>
                  <a:lnTo>
                    <a:pt x="296549" y="15123"/>
                  </a:lnTo>
                  <a:lnTo>
                    <a:pt x="280032" y="4057"/>
                  </a:lnTo>
                  <a:lnTo>
                    <a:pt x="2598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599109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158219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259805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8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7"/>
                  </a:lnTo>
                  <a:lnTo>
                    <a:pt x="307684" y="582905"/>
                  </a:lnTo>
                  <a:lnTo>
                    <a:pt x="311768" y="562808"/>
                  </a:lnTo>
                  <a:lnTo>
                    <a:pt x="311768" y="51633"/>
                  </a:lnTo>
                  <a:lnTo>
                    <a:pt x="307684" y="31535"/>
                  </a:lnTo>
                  <a:lnTo>
                    <a:pt x="296548" y="15123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158219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158219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259805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8"/>
                  </a:lnTo>
                  <a:lnTo>
                    <a:pt x="307684" y="582906"/>
                  </a:lnTo>
                  <a:lnTo>
                    <a:pt x="311768" y="562808"/>
                  </a:lnTo>
                  <a:lnTo>
                    <a:pt x="311768" y="51634"/>
                  </a:lnTo>
                  <a:lnTo>
                    <a:pt x="307684" y="31536"/>
                  </a:lnTo>
                  <a:lnTo>
                    <a:pt x="296548" y="15123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158219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673528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259805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8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5" y="614441"/>
                  </a:lnTo>
                  <a:lnTo>
                    <a:pt x="280032" y="610383"/>
                  </a:lnTo>
                  <a:lnTo>
                    <a:pt x="296548" y="599317"/>
                  </a:lnTo>
                  <a:lnTo>
                    <a:pt x="307684" y="582905"/>
                  </a:lnTo>
                  <a:lnTo>
                    <a:pt x="311767" y="562808"/>
                  </a:lnTo>
                  <a:lnTo>
                    <a:pt x="311767" y="51633"/>
                  </a:lnTo>
                  <a:lnTo>
                    <a:pt x="307684" y="31535"/>
                  </a:lnTo>
                  <a:lnTo>
                    <a:pt x="296548" y="15123"/>
                  </a:lnTo>
                  <a:lnTo>
                    <a:pt x="280032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673528" y="2417765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673528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259805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5" y="614441"/>
                  </a:lnTo>
                  <a:lnTo>
                    <a:pt x="280032" y="610383"/>
                  </a:lnTo>
                  <a:lnTo>
                    <a:pt x="296548" y="599318"/>
                  </a:lnTo>
                  <a:lnTo>
                    <a:pt x="307684" y="582906"/>
                  </a:lnTo>
                  <a:lnTo>
                    <a:pt x="311767" y="562808"/>
                  </a:lnTo>
                  <a:lnTo>
                    <a:pt x="311767" y="51634"/>
                  </a:lnTo>
                  <a:lnTo>
                    <a:pt x="307684" y="31536"/>
                  </a:lnTo>
                  <a:lnTo>
                    <a:pt x="296548" y="15123"/>
                  </a:lnTo>
                  <a:lnTo>
                    <a:pt x="280032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673528" y="3462313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5" h="614679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574939" y="2995726"/>
              <a:ext cx="2316480" cy="474345"/>
            </a:xfrm>
            <a:custGeom>
              <a:avLst/>
              <a:gdLst/>
              <a:ahLst/>
              <a:cxnLst/>
              <a:rect l="l" t="t" r="r" b="b"/>
              <a:pathLst>
                <a:path w="2316479" h="474345">
                  <a:moveTo>
                    <a:pt x="2316302" y="159372"/>
                  </a:moveTo>
                  <a:lnTo>
                    <a:pt x="2306002" y="138887"/>
                  </a:lnTo>
                  <a:lnTo>
                    <a:pt x="2254466" y="36487"/>
                  </a:lnTo>
                  <a:lnTo>
                    <a:pt x="2144623" y="6426"/>
                  </a:lnTo>
                  <a:lnTo>
                    <a:pt x="2144623" y="118122"/>
                  </a:lnTo>
                  <a:lnTo>
                    <a:pt x="1746885" y="450126"/>
                  </a:lnTo>
                  <a:lnTo>
                    <a:pt x="1746885" y="247967"/>
                  </a:lnTo>
                  <a:lnTo>
                    <a:pt x="2139023" y="90982"/>
                  </a:lnTo>
                  <a:lnTo>
                    <a:pt x="2139289" y="91300"/>
                  </a:lnTo>
                  <a:lnTo>
                    <a:pt x="2144623" y="118122"/>
                  </a:lnTo>
                  <a:lnTo>
                    <a:pt x="2144623" y="6426"/>
                  </a:lnTo>
                  <a:lnTo>
                    <a:pt x="2128558" y="2032"/>
                  </a:lnTo>
                  <a:lnTo>
                    <a:pt x="2128558" y="78613"/>
                  </a:lnTo>
                  <a:lnTo>
                    <a:pt x="1746885" y="231406"/>
                  </a:lnTo>
                  <a:lnTo>
                    <a:pt x="1746885" y="178092"/>
                  </a:lnTo>
                  <a:lnTo>
                    <a:pt x="2127847" y="77774"/>
                  </a:lnTo>
                  <a:lnTo>
                    <a:pt x="2128558" y="78613"/>
                  </a:lnTo>
                  <a:lnTo>
                    <a:pt x="2128558" y="2032"/>
                  </a:lnTo>
                  <a:lnTo>
                    <a:pt x="2121166" y="0"/>
                  </a:lnTo>
                  <a:lnTo>
                    <a:pt x="2123021" y="9398"/>
                  </a:lnTo>
                  <a:lnTo>
                    <a:pt x="2119084" y="8572"/>
                  </a:lnTo>
                  <a:lnTo>
                    <a:pt x="2123719" y="25984"/>
                  </a:lnTo>
                  <a:lnTo>
                    <a:pt x="2116645" y="25412"/>
                  </a:lnTo>
                  <a:lnTo>
                    <a:pt x="2128012" y="53479"/>
                  </a:lnTo>
                  <a:lnTo>
                    <a:pt x="2019554" y="74764"/>
                  </a:lnTo>
                  <a:lnTo>
                    <a:pt x="2019554" y="90398"/>
                  </a:lnTo>
                  <a:lnTo>
                    <a:pt x="1795919" y="149288"/>
                  </a:lnTo>
                  <a:lnTo>
                    <a:pt x="1790687" y="138887"/>
                  </a:lnTo>
                  <a:lnTo>
                    <a:pt x="1789036" y="135623"/>
                  </a:lnTo>
                  <a:lnTo>
                    <a:pt x="2019554" y="90398"/>
                  </a:lnTo>
                  <a:lnTo>
                    <a:pt x="2019554" y="74764"/>
                  </a:lnTo>
                  <a:lnTo>
                    <a:pt x="1781873" y="121386"/>
                  </a:lnTo>
                  <a:lnTo>
                    <a:pt x="1757603" y="73152"/>
                  </a:lnTo>
                  <a:lnTo>
                    <a:pt x="1757603" y="159372"/>
                  </a:lnTo>
                  <a:lnTo>
                    <a:pt x="1746885" y="162204"/>
                  </a:lnTo>
                  <a:lnTo>
                    <a:pt x="1746885" y="159372"/>
                  </a:lnTo>
                  <a:lnTo>
                    <a:pt x="1757603" y="159372"/>
                  </a:lnTo>
                  <a:lnTo>
                    <a:pt x="1757603" y="73152"/>
                  </a:lnTo>
                  <a:lnTo>
                    <a:pt x="1739163" y="36487"/>
                  </a:lnTo>
                  <a:lnTo>
                    <a:pt x="1731429" y="35763"/>
                  </a:lnTo>
                  <a:lnTo>
                    <a:pt x="1731429" y="159372"/>
                  </a:lnTo>
                  <a:lnTo>
                    <a:pt x="1731429" y="166268"/>
                  </a:lnTo>
                  <a:lnTo>
                    <a:pt x="1731429" y="182156"/>
                  </a:lnTo>
                  <a:lnTo>
                    <a:pt x="1731429" y="237591"/>
                  </a:lnTo>
                  <a:lnTo>
                    <a:pt x="1228813" y="438797"/>
                  </a:lnTo>
                  <a:lnTo>
                    <a:pt x="1474482" y="249809"/>
                  </a:lnTo>
                  <a:lnTo>
                    <a:pt x="1731429" y="182156"/>
                  </a:lnTo>
                  <a:lnTo>
                    <a:pt x="1731429" y="166268"/>
                  </a:lnTo>
                  <a:lnTo>
                    <a:pt x="1505889" y="225653"/>
                  </a:lnTo>
                  <a:lnTo>
                    <a:pt x="1566062" y="179362"/>
                  </a:lnTo>
                  <a:lnTo>
                    <a:pt x="1677085" y="157581"/>
                  </a:lnTo>
                  <a:lnTo>
                    <a:pt x="1677771" y="158470"/>
                  </a:lnTo>
                  <a:lnTo>
                    <a:pt x="1677327" y="159372"/>
                  </a:lnTo>
                  <a:lnTo>
                    <a:pt x="1678482" y="159372"/>
                  </a:lnTo>
                  <a:lnTo>
                    <a:pt x="1679219" y="160299"/>
                  </a:lnTo>
                  <a:lnTo>
                    <a:pt x="1679663" y="159372"/>
                  </a:lnTo>
                  <a:lnTo>
                    <a:pt x="1731429" y="159372"/>
                  </a:lnTo>
                  <a:lnTo>
                    <a:pt x="1731429" y="35763"/>
                  </a:lnTo>
                  <a:lnTo>
                    <a:pt x="1666506" y="29667"/>
                  </a:lnTo>
                  <a:lnTo>
                    <a:pt x="1666506" y="144005"/>
                  </a:lnTo>
                  <a:lnTo>
                    <a:pt x="1593367" y="158356"/>
                  </a:lnTo>
                  <a:lnTo>
                    <a:pt x="1640027" y="122466"/>
                  </a:lnTo>
                  <a:lnTo>
                    <a:pt x="1646148" y="138150"/>
                  </a:lnTo>
                  <a:lnTo>
                    <a:pt x="1654683" y="128828"/>
                  </a:lnTo>
                  <a:lnTo>
                    <a:pt x="1666506" y="144005"/>
                  </a:lnTo>
                  <a:lnTo>
                    <a:pt x="1666506" y="29667"/>
                  </a:lnTo>
                  <a:lnTo>
                    <a:pt x="1634197" y="26619"/>
                  </a:lnTo>
                  <a:lnTo>
                    <a:pt x="1634197" y="107505"/>
                  </a:lnTo>
                  <a:lnTo>
                    <a:pt x="1559471" y="165011"/>
                  </a:lnTo>
                  <a:lnTo>
                    <a:pt x="1532153" y="170370"/>
                  </a:lnTo>
                  <a:lnTo>
                    <a:pt x="1532153" y="186016"/>
                  </a:lnTo>
                  <a:lnTo>
                    <a:pt x="1467472" y="235762"/>
                  </a:lnTo>
                  <a:lnTo>
                    <a:pt x="1436077" y="244030"/>
                  </a:lnTo>
                  <a:lnTo>
                    <a:pt x="1436077" y="259918"/>
                  </a:lnTo>
                  <a:lnTo>
                    <a:pt x="1187780" y="450938"/>
                  </a:lnTo>
                  <a:lnTo>
                    <a:pt x="1187780" y="325297"/>
                  </a:lnTo>
                  <a:lnTo>
                    <a:pt x="1436077" y="259918"/>
                  </a:lnTo>
                  <a:lnTo>
                    <a:pt x="1436077" y="244030"/>
                  </a:lnTo>
                  <a:lnTo>
                    <a:pt x="1187780" y="309410"/>
                  </a:lnTo>
                  <a:lnTo>
                    <a:pt x="1187780" y="256819"/>
                  </a:lnTo>
                  <a:lnTo>
                    <a:pt x="1205026" y="250177"/>
                  </a:lnTo>
                  <a:lnTo>
                    <a:pt x="1532153" y="186016"/>
                  </a:lnTo>
                  <a:lnTo>
                    <a:pt x="1532153" y="170370"/>
                  </a:lnTo>
                  <a:lnTo>
                    <a:pt x="1288072" y="218236"/>
                  </a:lnTo>
                  <a:lnTo>
                    <a:pt x="1623745" y="89115"/>
                  </a:lnTo>
                  <a:lnTo>
                    <a:pt x="1630324" y="97548"/>
                  </a:lnTo>
                  <a:lnTo>
                    <a:pt x="1634197" y="107505"/>
                  </a:lnTo>
                  <a:lnTo>
                    <a:pt x="1634197" y="26619"/>
                  </a:lnTo>
                  <a:lnTo>
                    <a:pt x="1601508" y="23545"/>
                  </a:lnTo>
                  <a:lnTo>
                    <a:pt x="1615973" y="60693"/>
                  </a:lnTo>
                  <a:lnTo>
                    <a:pt x="1603514" y="63131"/>
                  </a:lnTo>
                  <a:lnTo>
                    <a:pt x="1613877" y="76441"/>
                  </a:lnTo>
                  <a:lnTo>
                    <a:pt x="1200683" y="235369"/>
                  </a:lnTo>
                  <a:lnTo>
                    <a:pt x="1187780" y="237909"/>
                  </a:lnTo>
                  <a:lnTo>
                    <a:pt x="1187780" y="159372"/>
                  </a:lnTo>
                  <a:lnTo>
                    <a:pt x="1241882" y="159372"/>
                  </a:lnTo>
                  <a:lnTo>
                    <a:pt x="1231582" y="138887"/>
                  </a:lnTo>
                  <a:lnTo>
                    <a:pt x="1180045" y="36487"/>
                  </a:lnTo>
                  <a:lnTo>
                    <a:pt x="1172324" y="35763"/>
                  </a:lnTo>
                  <a:lnTo>
                    <a:pt x="1172324" y="159372"/>
                  </a:lnTo>
                  <a:lnTo>
                    <a:pt x="1172324" y="240944"/>
                  </a:lnTo>
                  <a:lnTo>
                    <a:pt x="1172324" y="262763"/>
                  </a:lnTo>
                  <a:lnTo>
                    <a:pt x="1172324" y="313474"/>
                  </a:lnTo>
                  <a:lnTo>
                    <a:pt x="754354" y="423519"/>
                  </a:lnTo>
                  <a:lnTo>
                    <a:pt x="1172324" y="262763"/>
                  </a:lnTo>
                  <a:lnTo>
                    <a:pt x="1172324" y="240944"/>
                  </a:lnTo>
                  <a:lnTo>
                    <a:pt x="1117587" y="251688"/>
                  </a:lnTo>
                  <a:lnTo>
                    <a:pt x="1117587" y="267335"/>
                  </a:lnTo>
                  <a:lnTo>
                    <a:pt x="667600" y="440423"/>
                  </a:lnTo>
                  <a:lnTo>
                    <a:pt x="815581" y="326580"/>
                  </a:lnTo>
                  <a:lnTo>
                    <a:pt x="1117587" y="267335"/>
                  </a:lnTo>
                  <a:lnTo>
                    <a:pt x="1117587" y="251688"/>
                  </a:lnTo>
                  <a:lnTo>
                    <a:pt x="842924" y="305549"/>
                  </a:lnTo>
                  <a:lnTo>
                    <a:pt x="1080922" y="122466"/>
                  </a:lnTo>
                  <a:lnTo>
                    <a:pt x="1087043" y="138150"/>
                  </a:lnTo>
                  <a:lnTo>
                    <a:pt x="1095578" y="128828"/>
                  </a:lnTo>
                  <a:lnTo>
                    <a:pt x="1118666" y="158457"/>
                  </a:lnTo>
                  <a:lnTo>
                    <a:pt x="1118209" y="159372"/>
                  </a:lnTo>
                  <a:lnTo>
                    <a:pt x="1119390" y="159372"/>
                  </a:lnTo>
                  <a:lnTo>
                    <a:pt x="1120114" y="160299"/>
                  </a:lnTo>
                  <a:lnTo>
                    <a:pt x="1120559" y="159372"/>
                  </a:lnTo>
                  <a:lnTo>
                    <a:pt x="1172324" y="159372"/>
                  </a:lnTo>
                  <a:lnTo>
                    <a:pt x="1172324" y="35763"/>
                  </a:lnTo>
                  <a:lnTo>
                    <a:pt x="1075093" y="26631"/>
                  </a:lnTo>
                  <a:lnTo>
                    <a:pt x="1075093" y="107505"/>
                  </a:lnTo>
                  <a:lnTo>
                    <a:pt x="809002" y="312204"/>
                  </a:lnTo>
                  <a:lnTo>
                    <a:pt x="781659" y="317576"/>
                  </a:lnTo>
                  <a:lnTo>
                    <a:pt x="781659" y="333235"/>
                  </a:lnTo>
                  <a:lnTo>
                    <a:pt x="628662" y="450938"/>
                  </a:lnTo>
                  <a:lnTo>
                    <a:pt x="628662" y="363245"/>
                  </a:lnTo>
                  <a:lnTo>
                    <a:pt x="781659" y="333235"/>
                  </a:lnTo>
                  <a:lnTo>
                    <a:pt x="781659" y="317576"/>
                  </a:lnTo>
                  <a:lnTo>
                    <a:pt x="628662" y="347573"/>
                  </a:lnTo>
                  <a:lnTo>
                    <a:pt x="628662" y="256806"/>
                  </a:lnTo>
                  <a:lnTo>
                    <a:pt x="1064641" y="89115"/>
                  </a:lnTo>
                  <a:lnTo>
                    <a:pt x="1071219" y="97548"/>
                  </a:lnTo>
                  <a:lnTo>
                    <a:pt x="1075093" y="107505"/>
                  </a:lnTo>
                  <a:lnTo>
                    <a:pt x="1075093" y="26631"/>
                  </a:lnTo>
                  <a:lnTo>
                    <a:pt x="1042390" y="23545"/>
                  </a:lnTo>
                  <a:lnTo>
                    <a:pt x="1056855" y="60693"/>
                  </a:lnTo>
                  <a:lnTo>
                    <a:pt x="1044409" y="63131"/>
                  </a:lnTo>
                  <a:lnTo>
                    <a:pt x="1054773" y="76441"/>
                  </a:lnTo>
                  <a:lnTo>
                    <a:pt x="628662" y="240334"/>
                  </a:lnTo>
                  <a:lnTo>
                    <a:pt x="628675" y="138887"/>
                  </a:lnTo>
                  <a:lnTo>
                    <a:pt x="628675" y="159372"/>
                  </a:lnTo>
                  <a:lnTo>
                    <a:pt x="682777" y="159372"/>
                  </a:lnTo>
                  <a:lnTo>
                    <a:pt x="672465" y="138887"/>
                  </a:lnTo>
                  <a:lnTo>
                    <a:pt x="620941" y="36487"/>
                  </a:lnTo>
                  <a:lnTo>
                    <a:pt x="613206" y="38011"/>
                  </a:lnTo>
                  <a:lnTo>
                    <a:pt x="613206" y="159372"/>
                  </a:lnTo>
                  <a:lnTo>
                    <a:pt x="613206" y="246291"/>
                  </a:lnTo>
                  <a:lnTo>
                    <a:pt x="613206" y="262763"/>
                  </a:lnTo>
                  <a:lnTo>
                    <a:pt x="613206" y="350608"/>
                  </a:lnTo>
                  <a:lnTo>
                    <a:pt x="147091" y="442036"/>
                  </a:lnTo>
                  <a:lnTo>
                    <a:pt x="613206" y="262763"/>
                  </a:lnTo>
                  <a:lnTo>
                    <a:pt x="613206" y="246291"/>
                  </a:lnTo>
                  <a:lnTo>
                    <a:pt x="108483" y="440423"/>
                  </a:lnTo>
                  <a:lnTo>
                    <a:pt x="527875" y="117792"/>
                  </a:lnTo>
                  <a:lnTo>
                    <a:pt x="559562" y="158470"/>
                  </a:lnTo>
                  <a:lnTo>
                    <a:pt x="559104" y="159372"/>
                  </a:lnTo>
                  <a:lnTo>
                    <a:pt x="560273" y="159372"/>
                  </a:lnTo>
                  <a:lnTo>
                    <a:pt x="560997" y="160299"/>
                  </a:lnTo>
                  <a:lnTo>
                    <a:pt x="561441" y="159372"/>
                  </a:lnTo>
                  <a:lnTo>
                    <a:pt x="613206" y="159372"/>
                  </a:lnTo>
                  <a:lnTo>
                    <a:pt x="613206" y="38011"/>
                  </a:lnTo>
                  <a:lnTo>
                    <a:pt x="485292" y="63131"/>
                  </a:lnTo>
                  <a:lnTo>
                    <a:pt x="518414" y="105638"/>
                  </a:lnTo>
                  <a:lnTo>
                    <a:pt x="69557" y="450938"/>
                  </a:lnTo>
                  <a:lnTo>
                    <a:pt x="69557" y="159372"/>
                  </a:lnTo>
                  <a:lnTo>
                    <a:pt x="123672" y="159372"/>
                  </a:lnTo>
                  <a:lnTo>
                    <a:pt x="113360" y="138887"/>
                  </a:lnTo>
                  <a:lnTo>
                    <a:pt x="61836" y="36487"/>
                  </a:lnTo>
                  <a:lnTo>
                    <a:pt x="0" y="159372"/>
                  </a:lnTo>
                  <a:lnTo>
                    <a:pt x="54102" y="159372"/>
                  </a:lnTo>
                  <a:lnTo>
                    <a:pt x="54102" y="466598"/>
                  </a:lnTo>
                  <a:lnTo>
                    <a:pt x="61823" y="466598"/>
                  </a:lnTo>
                  <a:lnTo>
                    <a:pt x="63322" y="474129"/>
                  </a:lnTo>
                  <a:lnTo>
                    <a:pt x="613206" y="366268"/>
                  </a:lnTo>
                  <a:lnTo>
                    <a:pt x="613206" y="466598"/>
                  </a:lnTo>
                  <a:lnTo>
                    <a:pt x="620941" y="466598"/>
                  </a:lnTo>
                  <a:lnTo>
                    <a:pt x="622922" y="474014"/>
                  </a:lnTo>
                  <a:lnTo>
                    <a:pt x="1172324" y="329361"/>
                  </a:lnTo>
                  <a:lnTo>
                    <a:pt x="1172324" y="466598"/>
                  </a:lnTo>
                  <a:lnTo>
                    <a:pt x="1180045" y="466598"/>
                  </a:lnTo>
                  <a:lnTo>
                    <a:pt x="1182941" y="473722"/>
                  </a:lnTo>
                  <a:lnTo>
                    <a:pt x="1731429" y="254152"/>
                  </a:lnTo>
                  <a:lnTo>
                    <a:pt x="1731429" y="466598"/>
                  </a:lnTo>
                  <a:lnTo>
                    <a:pt x="1739150" y="466598"/>
                  </a:lnTo>
                  <a:lnTo>
                    <a:pt x="1744129" y="472478"/>
                  </a:lnTo>
                  <a:lnTo>
                    <a:pt x="2157882" y="127139"/>
                  </a:lnTo>
                  <a:lnTo>
                    <a:pt x="2162860" y="139395"/>
                  </a:lnTo>
                  <a:lnTo>
                    <a:pt x="2171611" y="129552"/>
                  </a:lnTo>
                  <a:lnTo>
                    <a:pt x="2194191" y="156260"/>
                  </a:lnTo>
                  <a:lnTo>
                    <a:pt x="2192629" y="159372"/>
                  </a:lnTo>
                  <a:lnTo>
                    <a:pt x="2196820" y="159372"/>
                  </a:lnTo>
                  <a:lnTo>
                    <a:pt x="2199538" y="162572"/>
                  </a:lnTo>
                  <a:lnTo>
                    <a:pt x="2200922" y="159372"/>
                  </a:lnTo>
                  <a:lnTo>
                    <a:pt x="2246744" y="159372"/>
                  </a:lnTo>
                  <a:lnTo>
                    <a:pt x="2246744" y="466598"/>
                  </a:lnTo>
                  <a:lnTo>
                    <a:pt x="2262200" y="466598"/>
                  </a:lnTo>
                  <a:lnTo>
                    <a:pt x="2262200" y="159372"/>
                  </a:lnTo>
                  <a:lnTo>
                    <a:pt x="2316302" y="159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" name="object 4"/>
          <p:cNvGrpSpPr/>
          <p:nvPr/>
        </p:nvGrpSpPr>
        <p:grpSpPr>
          <a:xfrm>
            <a:off x="5422868" y="2364967"/>
            <a:ext cx="2500630" cy="1674495"/>
            <a:chOff x="5422868" y="2364967"/>
            <a:chExt cx="2500630" cy="1674495"/>
          </a:xfrm>
        </p:grpSpPr>
        <p:sp>
          <p:nvSpPr>
            <p:cNvPr id="5" name="object 5"/>
            <p:cNvSpPr/>
            <p:nvPr/>
          </p:nvSpPr>
          <p:spPr>
            <a:xfrm>
              <a:off x="5422862" y="2364968"/>
              <a:ext cx="2500630" cy="1674495"/>
            </a:xfrm>
            <a:custGeom>
              <a:avLst/>
              <a:gdLst/>
              <a:ahLst/>
              <a:cxnLst/>
              <a:rect l="l" t="t" r="r" b="b"/>
              <a:pathLst>
                <a:path w="2500629" h="1674495">
                  <a:moveTo>
                    <a:pt x="311226" y="1106144"/>
                  </a:moveTo>
                  <a:lnTo>
                    <a:pt x="307149" y="1085862"/>
                  </a:lnTo>
                  <a:lnTo>
                    <a:pt x="296024" y="1069301"/>
                  </a:lnTo>
                  <a:lnTo>
                    <a:pt x="279539" y="1058138"/>
                  </a:lnTo>
                  <a:lnTo>
                    <a:pt x="259346" y="1054049"/>
                  </a:lnTo>
                  <a:lnTo>
                    <a:pt x="51866" y="1054049"/>
                  </a:lnTo>
                  <a:lnTo>
                    <a:pt x="31686" y="1058138"/>
                  </a:lnTo>
                  <a:lnTo>
                    <a:pt x="15189" y="1069301"/>
                  </a:lnTo>
                  <a:lnTo>
                    <a:pt x="4076" y="1085862"/>
                  </a:lnTo>
                  <a:lnTo>
                    <a:pt x="0" y="1106144"/>
                  </a:lnTo>
                  <a:lnTo>
                    <a:pt x="0" y="1621967"/>
                  </a:lnTo>
                  <a:lnTo>
                    <a:pt x="4076" y="1642249"/>
                  </a:lnTo>
                  <a:lnTo>
                    <a:pt x="15189" y="1658810"/>
                  </a:lnTo>
                  <a:lnTo>
                    <a:pt x="31686" y="1669973"/>
                  </a:lnTo>
                  <a:lnTo>
                    <a:pt x="51866" y="1674063"/>
                  </a:lnTo>
                  <a:lnTo>
                    <a:pt x="259346" y="1674063"/>
                  </a:lnTo>
                  <a:lnTo>
                    <a:pt x="279539" y="1669973"/>
                  </a:lnTo>
                  <a:lnTo>
                    <a:pt x="296024" y="1658810"/>
                  </a:lnTo>
                  <a:lnTo>
                    <a:pt x="307149" y="1642249"/>
                  </a:lnTo>
                  <a:lnTo>
                    <a:pt x="311226" y="1621967"/>
                  </a:lnTo>
                  <a:lnTo>
                    <a:pt x="311226" y="1106144"/>
                  </a:lnTo>
                  <a:close/>
                </a:path>
                <a:path w="2500629" h="1674495">
                  <a:moveTo>
                    <a:pt x="311226" y="52108"/>
                  </a:moveTo>
                  <a:lnTo>
                    <a:pt x="307149" y="31826"/>
                  </a:lnTo>
                  <a:lnTo>
                    <a:pt x="296024" y="15265"/>
                  </a:lnTo>
                  <a:lnTo>
                    <a:pt x="279539" y="4102"/>
                  </a:lnTo>
                  <a:lnTo>
                    <a:pt x="259346" y="0"/>
                  </a:lnTo>
                  <a:lnTo>
                    <a:pt x="51866" y="0"/>
                  </a:lnTo>
                  <a:lnTo>
                    <a:pt x="31686" y="4102"/>
                  </a:lnTo>
                  <a:lnTo>
                    <a:pt x="15189" y="15265"/>
                  </a:lnTo>
                  <a:lnTo>
                    <a:pt x="4076" y="31826"/>
                  </a:lnTo>
                  <a:lnTo>
                    <a:pt x="0" y="52108"/>
                  </a:lnTo>
                  <a:lnTo>
                    <a:pt x="0" y="567931"/>
                  </a:lnTo>
                  <a:lnTo>
                    <a:pt x="4076" y="588213"/>
                  </a:lnTo>
                  <a:lnTo>
                    <a:pt x="15189" y="604774"/>
                  </a:lnTo>
                  <a:lnTo>
                    <a:pt x="31686" y="615937"/>
                  </a:lnTo>
                  <a:lnTo>
                    <a:pt x="51866" y="620026"/>
                  </a:lnTo>
                  <a:lnTo>
                    <a:pt x="259346" y="620026"/>
                  </a:lnTo>
                  <a:lnTo>
                    <a:pt x="279539" y="615937"/>
                  </a:lnTo>
                  <a:lnTo>
                    <a:pt x="296024" y="604774"/>
                  </a:lnTo>
                  <a:lnTo>
                    <a:pt x="307149" y="588213"/>
                  </a:lnTo>
                  <a:lnTo>
                    <a:pt x="311226" y="567931"/>
                  </a:lnTo>
                  <a:lnTo>
                    <a:pt x="311226" y="52108"/>
                  </a:lnTo>
                  <a:close/>
                </a:path>
                <a:path w="2500629" h="1674495">
                  <a:moveTo>
                    <a:pt x="869353" y="1106144"/>
                  </a:moveTo>
                  <a:lnTo>
                    <a:pt x="865276" y="1085862"/>
                  </a:lnTo>
                  <a:lnTo>
                    <a:pt x="854163" y="1069301"/>
                  </a:lnTo>
                  <a:lnTo>
                    <a:pt x="837666" y="1058138"/>
                  </a:lnTo>
                  <a:lnTo>
                    <a:pt x="817486" y="1054049"/>
                  </a:lnTo>
                  <a:lnTo>
                    <a:pt x="610006" y="1054049"/>
                  </a:lnTo>
                  <a:lnTo>
                    <a:pt x="589813" y="1058138"/>
                  </a:lnTo>
                  <a:lnTo>
                    <a:pt x="573328" y="1069301"/>
                  </a:lnTo>
                  <a:lnTo>
                    <a:pt x="562203" y="1085862"/>
                  </a:lnTo>
                  <a:lnTo>
                    <a:pt x="558126" y="1106144"/>
                  </a:lnTo>
                  <a:lnTo>
                    <a:pt x="558126" y="1621967"/>
                  </a:lnTo>
                  <a:lnTo>
                    <a:pt x="562203" y="1642249"/>
                  </a:lnTo>
                  <a:lnTo>
                    <a:pt x="573328" y="1658810"/>
                  </a:lnTo>
                  <a:lnTo>
                    <a:pt x="589813" y="1669973"/>
                  </a:lnTo>
                  <a:lnTo>
                    <a:pt x="610006" y="1674063"/>
                  </a:lnTo>
                  <a:lnTo>
                    <a:pt x="817486" y="1674063"/>
                  </a:lnTo>
                  <a:lnTo>
                    <a:pt x="837666" y="1669973"/>
                  </a:lnTo>
                  <a:lnTo>
                    <a:pt x="854163" y="1658810"/>
                  </a:lnTo>
                  <a:lnTo>
                    <a:pt x="865276" y="1642249"/>
                  </a:lnTo>
                  <a:lnTo>
                    <a:pt x="869353" y="1621967"/>
                  </a:lnTo>
                  <a:lnTo>
                    <a:pt x="869353" y="1106144"/>
                  </a:lnTo>
                  <a:close/>
                </a:path>
                <a:path w="2500629" h="1674495">
                  <a:moveTo>
                    <a:pt x="869353" y="52108"/>
                  </a:moveTo>
                  <a:lnTo>
                    <a:pt x="865276" y="31826"/>
                  </a:lnTo>
                  <a:lnTo>
                    <a:pt x="854163" y="15265"/>
                  </a:lnTo>
                  <a:lnTo>
                    <a:pt x="837666" y="4102"/>
                  </a:lnTo>
                  <a:lnTo>
                    <a:pt x="817486" y="0"/>
                  </a:lnTo>
                  <a:lnTo>
                    <a:pt x="610006" y="0"/>
                  </a:lnTo>
                  <a:lnTo>
                    <a:pt x="589813" y="4102"/>
                  </a:lnTo>
                  <a:lnTo>
                    <a:pt x="573328" y="15265"/>
                  </a:lnTo>
                  <a:lnTo>
                    <a:pt x="562203" y="31826"/>
                  </a:lnTo>
                  <a:lnTo>
                    <a:pt x="558126" y="52108"/>
                  </a:lnTo>
                  <a:lnTo>
                    <a:pt x="558126" y="567931"/>
                  </a:lnTo>
                  <a:lnTo>
                    <a:pt x="562203" y="588213"/>
                  </a:lnTo>
                  <a:lnTo>
                    <a:pt x="573328" y="604774"/>
                  </a:lnTo>
                  <a:lnTo>
                    <a:pt x="589813" y="615937"/>
                  </a:lnTo>
                  <a:lnTo>
                    <a:pt x="610006" y="620026"/>
                  </a:lnTo>
                  <a:lnTo>
                    <a:pt x="817486" y="620026"/>
                  </a:lnTo>
                  <a:lnTo>
                    <a:pt x="837666" y="615937"/>
                  </a:lnTo>
                  <a:lnTo>
                    <a:pt x="854163" y="604774"/>
                  </a:lnTo>
                  <a:lnTo>
                    <a:pt x="865276" y="588213"/>
                  </a:lnTo>
                  <a:lnTo>
                    <a:pt x="869353" y="567931"/>
                  </a:lnTo>
                  <a:lnTo>
                    <a:pt x="869353" y="52108"/>
                  </a:lnTo>
                  <a:close/>
                </a:path>
                <a:path w="2500629" h="1674495">
                  <a:moveTo>
                    <a:pt x="1427480" y="1106144"/>
                  </a:moveTo>
                  <a:lnTo>
                    <a:pt x="1423403" y="1085862"/>
                  </a:lnTo>
                  <a:lnTo>
                    <a:pt x="1412290" y="1069301"/>
                  </a:lnTo>
                  <a:lnTo>
                    <a:pt x="1395806" y="1058138"/>
                  </a:lnTo>
                  <a:lnTo>
                    <a:pt x="1375613" y="1054049"/>
                  </a:lnTo>
                  <a:lnTo>
                    <a:pt x="1168133" y="1054049"/>
                  </a:lnTo>
                  <a:lnTo>
                    <a:pt x="1147940" y="1058138"/>
                  </a:lnTo>
                  <a:lnTo>
                    <a:pt x="1131455" y="1069301"/>
                  </a:lnTo>
                  <a:lnTo>
                    <a:pt x="1120343" y="1085862"/>
                  </a:lnTo>
                  <a:lnTo>
                    <a:pt x="1116266" y="1106144"/>
                  </a:lnTo>
                  <a:lnTo>
                    <a:pt x="1116266" y="1621967"/>
                  </a:lnTo>
                  <a:lnTo>
                    <a:pt x="1120343" y="1642249"/>
                  </a:lnTo>
                  <a:lnTo>
                    <a:pt x="1131455" y="1658810"/>
                  </a:lnTo>
                  <a:lnTo>
                    <a:pt x="1147940" y="1669973"/>
                  </a:lnTo>
                  <a:lnTo>
                    <a:pt x="1168133" y="1674063"/>
                  </a:lnTo>
                  <a:lnTo>
                    <a:pt x="1375613" y="1674063"/>
                  </a:lnTo>
                  <a:lnTo>
                    <a:pt x="1395806" y="1669973"/>
                  </a:lnTo>
                  <a:lnTo>
                    <a:pt x="1412290" y="1658810"/>
                  </a:lnTo>
                  <a:lnTo>
                    <a:pt x="1423403" y="1642249"/>
                  </a:lnTo>
                  <a:lnTo>
                    <a:pt x="1427480" y="1621967"/>
                  </a:lnTo>
                  <a:lnTo>
                    <a:pt x="1427480" y="1106144"/>
                  </a:lnTo>
                  <a:close/>
                </a:path>
                <a:path w="2500629" h="1674495">
                  <a:moveTo>
                    <a:pt x="1427480" y="52108"/>
                  </a:moveTo>
                  <a:lnTo>
                    <a:pt x="1423403" y="31826"/>
                  </a:lnTo>
                  <a:lnTo>
                    <a:pt x="1412290" y="15265"/>
                  </a:lnTo>
                  <a:lnTo>
                    <a:pt x="1395806" y="4102"/>
                  </a:lnTo>
                  <a:lnTo>
                    <a:pt x="1375613" y="0"/>
                  </a:lnTo>
                  <a:lnTo>
                    <a:pt x="1168133" y="0"/>
                  </a:lnTo>
                  <a:lnTo>
                    <a:pt x="1147940" y="4102"/>
                  </a:lnTo>
                  <a:lnTo>
                    <a:pt x="1131455" y="15265"/>
                  </a:lnTo>
                  <a:lnTo>
                    <a:pt x="1120343" y="31826"/>
                  </a:lnTo>
                  <a:lnTo>
                    <a:pt x="1116266" y="52108"/>
                  </a:lnTo>
                  <a:lnTo>
                    <a:pt x="1116266" y="567931"/>
                  </a:lnTo>
                  <a:lnTo>
                    <a:pt x="1120343" y="588213"/>
                  </a:lnTo>
                  <a:lnTo>
                    <a:pt x="1131455" y="604774"/>
                  </a:lnTo>
                  <a:lnTo>
                    <a:pt x="1147940" y="615937"/>
                  </a:lnTo>
                  <a:lnTo>
                    <a:pt x="1168133" y="620026"/>
                  </a:lnTo>
                  <a:lnTo>
                    <a:pt x="1375613" y="620026"/>
                  </a:lnTo>
                  <a:lnTo>
                    <a:pt x="1395806" y="615937"/>
                  </a:lnTo>
                  <a:lnTo>
                    <a:pt x="1412290" y="604774"/>
                  </a:lnTo>
                  <a:lnTo>
                    <a:pt x="1423403" y="588213"/>
                  </a:lnTo>
                  <a:lnTo>
                    <a:pt x="1427480" y="567931"/>
                  </a:lnTo>
                  <a:lnTo>
                    <a:pt x="1427480" y="52108"/>
                  </a:lnTo>
                  <a:close/>
                </a:path>
                <a:path w="2500629" h="1674495">
                  <a:moveTo>
                    <a:pt x="1985619" y="1106144"/>
                  </a:moveTo>
                  <a:lnTo>
                    <a:pt x="1981542" y="1085862"/>
                  </a:lnTo>
                  <a:lnTo>
                    <a:pt x="1970417" y="1069301"/>
                  </a:lnTo>
                  <a:lnTo>
                    <a:pt x="1953933" y="1058138"/>
                  </a:lnTo>
                  <a:lnTo>
                    <a:pt x="1933740" y="1054049"/>
                  </a:lnTo>
                  <a:lnTo>
                    <a:pt x="1726260" y="1054049"/>
                  </a:lnTo>
                  <a:lnTo>
                    <a:pt x="1706079" y="1058138"/>
                  </a:lnTo>
                  <a:lnTo>
                    <a:pt x="1689582" y="1069301"/>
                  </a:lnTo>
                  <a:lnTo>
                    <a:pt x="1678470" y="1085862"/>
                  </a:lnTo>
                  <a:lnTo>
                    <a:pt x="1674393" y="1106144"/>
                  </a:lnTo>
                  <a:lnTo>
                    <a:pt x="1674393" y="1621967"/>
                  </a:lnTo>
                  <a:lnTo>
                    <a:pt x="1678470" y="1642249"/>
                  </a:lnTo>
                  <a:lnTo>
                    <a:pt x="1689582" y="1658810"/>
                  </a:lnTo>
                  <a:lnTo>
                    <a:pt x="1706079" y="1669973"/>
                  </a:lnTo>
                  <a:lnTo>
                    <a:pt x="1726260" y="1674063"/>
                  </a:lnTo>
                  <a:lnTo>
                    <a:pt x="1933740" y="1674063"/>
                  </a:lnTo>
                  <a:lnTo>
                    <a:pt x="1953933" y="1669973"/>
                  </a:lnTo>
                  <a:lnTo>
                    <a:pt x="1970417" y="1658810"/>
                  </a:lnTo>
                  <a:lnTo>
                    <a:pt x="1981542" y="1642249"/>
                  </a:lnTo>
                  <a:lnTo>
                    <a:pt x="1985619" y="1621967"/>
                  </a:lnTo>
                  <a:lnTo>
                    <a:pt x="1985619" y="1106144"/>
                  </a:lnTo>
                  <a:close/>
                </a:path>
                <a:path w="2500629" h="1674495">
                  <a:moveTo>
                    <a:pt x="1985619" y="52108"/>
                  </a:moveTo>
                  <a:lnTo>
                    <a:pt x="1981542" y="31826"/>
                  </a:lnTo>
                  <a:lnTo>
                    <a:pt x="1970417" y="15265"/>
                  </a:lnTo>
                  <a:lnTo>
                    <a:pt x="1953933" y="4102"/>
                  </a:lnTo>
                  <a:lnTo>
                    <a:pt x="1933740" y="0"/>
                  </a:lnTo>
                  <a:lnTo>
                    <a:pt x="1726260" y="0"/>
                  </a:lnTo>
                  <a:lnTo>
                    <a:pt x="1706079" y="4102"/>
                  </a:lnTo>
                  <a:lnTo>
                    <a:pt x="1689582" y="15265"/>
                  </a:lnTo>
                  <a:lnTo>
                    <a:pt x="1678470" y="31826"/>
                  </a:lnTo>
                  <a:lnTo>
                    <a:pt x="1674393" y="52108"/>
                  </a:lnTo>
                  <a:lnTo>
                    <a:pt x="1674393" y="567931"/>
                  </a:lnTo>
                  <a:lnTo>
                    <a:pt x="1678470" y="588213"/>
                  </a:lnTo>
                  <a:lnTo>
                    <a:pt x="1689582" y="604774"/>
                  </a:lnTo>
                  <a:lnTo>
                    <a:pt x="1706079" y="615937"/>
                  </a:lnTo>
                  <a:lnTo>
                    <a:pt x="1726260" y="620026"/>
                  </a:lnTo>
                  <a:lnTo>
                    <a:pt x="1933740" y="620026"/>
                  </a:lnTo>
                  <a:lnTo>
                    <a:pt x="1953933" y="615937"/>
                  </a:lnTo>
                  <a:lnTo>
                    <a:pt x="1970417" y="604774"/>
                  </a:lnTo>
                  <a:lnTo>
                    <a:pt x="1981542" y="588213"/>
                  </a:lnTo>
                  <a:lnTo>
                    <a:pt x="1985619" y="567931"/>
                  </a:lnTo>
                  <a:lnTo>
                    <a:pt x="1985619" y="52108"/>
                  </a:lnTo>
                  <a:close/>
                </a:path>
                <a:path w="2500629" h="1674495">
                  <a:moveTo>
                    <a:pt x="2500020" y="1106144"/>
                  </a:moveTo>
                  <a:lnTo>
                    <a:pt x="2495943" y="1085862"/>
                  </a:lnTo>
                  <a:lnTo>
                    <a:pt x="2484831" y="1069301"/>
                  </a:lnTo>
                  <a:lnTo>
                    <a:pt x="2468346" y="1058138"/>
                  </a:lnTo>
                  <a:lnTo>
                    <a:pt x="2448153" y="1054049"/>
                  </a:lnTo>
                  <a:lnTo>
                    <a:pt x="2240673" y="1054049"/>
                  </a:lnTo>
                  <a:lnTo>
                    <a:pt x="2220480" y="1058138"/>
                  </a:lnTo>
                  <a:lnTo>
                    <a:pt x="2203996" y="1069301"/>
                  </a:lnTo>
                  <a:lnTo>
                    <a:pt x="2192871" y="1085862"/>
                  </a:lnTo>
                  <a:lnTo>
                    <a:pt x="2188807" y="1106144"/>
                  </a:lnTo>
                  <a:lnTo>
                    <a:pt x="2188807" y="1621967"/>
                  </a:lnTo>
                  <a:lnTo>
                    <a:pt x="2192871" y="1642249"/>
                  </a:lnTo>
                  <a:lnTo>
                    <a:pt x="2203996" y="1658810"/>
                  </a:lnTo>
                  <a:lnTo>
                    <a:pt x="2220480" y="1669973"/>
                  </a:lnTo>
                  <a:lnTo>
                    <a:pt x="2240673" y="1674063"/>
                  </a:lnTo>
                  <a:lnTo>
                    <a:pt x="2448153" y="1674063"/>
                  </a:lnTo>
                  <a:lnTo>
                    <a:pt x="2468346" y="1669973"/>
                  </a:lnTo>
                  <a:lnTo>
                    <a:pt x="2484831" y="1658810"/>
                  </a:lnTo>
                  <a:lnTo>
                    <a:pt x="2495943" y="1642249"/>
                  </a:lnTo>
                  <a:lnTo>
                    <a:pt x="2500020" y="1621967"/>
                  </a:lnTo>
                  <a:lnTo>
                    <a:pt x="2500020" y="1106144"/>
                  </a:lnTo>
                  <a:close/>
                </a:path>
                <a:path w="2500629" h="1674495">
                  <a:moveTo>
                    <a:pt x="2500020" y="52108"/>
                  </a:moveTo>
                  <a:lnTo>
                    <a:pt x="2495943" y="31826"/>
                  </a:lnTo>
                  <a:lnTo>
                    <a:pt x="2484831" y="15265"/>
                  </a:lnTo>
                  <a:lnTo>
                    <a:pt x="2468346" y="4102"/>
                  </a:lnTo>
                  <a:lnTo>
                    <a:pt x="2448153" y="0"/>
                  </a:lnTo>
                  <a:lnTo>
                    <a:pt x="2240673" y="0"/>
                  </a:lnTo>
                  <a:lnTo>
                    <a:pt x="2220480" y="4102"/>
                  </a:lnTo>
                  <a:lnTo>
                    <a:pt x="2203996" y="15265"/>
                  </a:lnTo>
                  <a:lnTo>
                    <a:pt x="2192871" y="31826"/>
                  </a:lnTo>
                  <a:lnTo>
                    <a:pt x="2188807" y="52108"/>
                  </a:lnTo>
                  <a:lnTo>
                    <a:pt x="2188807" y="567931"/>
                  </a:lnTo>
                  <a:lnTo>
                    <a:pt x="2192871" y="588213"/>
                  </a:lnTo>
                  <a:lnTo>
                    <a:pt x="2203996" y="604774"/>
                  </a:lnTo>
                  <a:lnTo>
                    <a:pt x="2220480" y="615937"/>
                  </a:lnTo>
                  <a:lnTo>
                    <a:pt x="2240673" y="620026"/>
                  </a:lnTo>
                  <a:lnTo>
                    <a:pt x="2448153" y="620026"/>
                  </a:lnTo>
                  <a:lnTo>
                    <a:pt x="2468346" y="615937"/>
                  </a:lnTo>
                  <a:lnTo>
                    <a:pt x="2484831" y="604774"/>
                  </a:lnTo>
                  <a:lnTo>
                    <a:pt x="2495943" y="588213"/>
                  </a:lnTo>
                  <a:lnTo>
                    <a:pt x="2500020" y="567931"/>
                  </a:lnTo>
                  <a:lnTo>
                    <a:pt x="2500020" y="52108"/>
                  </a:lnTo>
                  <a:close/>
                </a:path>
              </a:pathLst>
            </a:custGeom>
            <a:solidFill>
              <a:srgbClr val="6D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16753" y="2948190"/>
              <a:ext cx="2312670" cy="478790"/>
            </a:xfrm>
            <a:custGeom>
              <a:avLst/>
              <a:gdLst/>
              <a:ahLst/>
              <a:cxnLst/>
              <a:rect l="l" t="t" r="r" b="b"/>
              <a:pathLst>
                <a:path w="2312670" h="478789">
                  <a:moveTo>
                    <a:pt x="2312251" y="160807"/>
                  </a:moveTo>
                  <a:lnTo>
                    <a:pt x="2301964" y="140144"/>
                  </a:lnTo>
                  <a:lnTo>
                    <a:pt x="2250529" y="36804"/>
                  </a:lnTo>
                  <a:lnTo>
                    <a:pt x="2250427" y="36995"/>
                  </a:lnTo>
                  <a:lnTo>
                    <a:pt x="2250516" y="36804"/>
                  </a:lnTo>
                  <a:lnTo>
                    <a:pt x="2242807" y="34683"/>
                  </a:lnTo>
                  <a:lnTo>
                    <a:pt x="2242807" y="160807"/>
                  </a:lnTo>
                  <a:lnTo>
                    <a:pt x="2242807" y="454190"/>
                  </a:lnTo>
                  <a:lnTo>
                    <a:pt x="2208466" y="425221"/>
                  </a:lnTo>
                  <a:lnTo>
                    <a:pt x="2208466" y="445477"/>
                  </a:lnTo>
                  <a:lnTo>
                    <a:pt x="2132292" y="414655"/>
                  </a:lnTo>
                  <a:lnTo>
                    <a:pt x="2132292" y="431355"/>
                  </a:lnTo>
                  <a:lnTo>
                    <a:pt x="2016213" y="400456"/>
                  </a:lnTo>
                  <a:lnTo>
                    <a:pt x="2016213" y="416483"/>
                  </a:lnTo>
                  <a:lnTo>
                    <a:pt x="1851291" y="383768"/>
                  </a:lnTo>
                  <a:lnTo>
                    <a:pt x="1861375" y="375272"/>
                  </a:lnTo>
                  <a:lnTo>
                    <a:pt x="2016213" y="416483"/>
                  </a:lnTo>
                  <a:lnTo>
                    <a:pt x="2016213" y="400456"/>
                  </a:lnTo>
                  <a:lnTo>
                    <a:pt x="1875815" y="363080"/>
                  </a:lnTo>
                  <a:lnTo>
                    <a:pt x="1904263" y="339077"/>
                  </a:lnTo>
                  <a:lnTo>
                    <a:pt x="2132292" y="431355"/>
                  </a:lnTo>
                  <a:lnTo>
                    <a:pt x="2132292" y="414655"/>
                  </a:lnTo>
                  <a:lnTo>
                    <a:pt x="1917649" y="327787"/>
                  </a:lnTo>
                  <a:lnTo>
                    <a:pt x="1993315" y="263944"/>
                  </a:lnTo>
                  <a:lnTo>
                    <a:pt x="2208466" y="445477"/>
                  </a:lnTo>
                  <a:lnTo>
                    <a:pt x="2208466" y="425221"/>
                  </a:lnTo>
                  <a:lnTo>
                    <a:pt x="2005317" y="253822"/>
                  </a:lnTo>
                  <a:lnTo>
                    <a:pt x="2154097" y="128282"/>
                  </a:lnTo>
                  <a:lnTo>
                    <a:pt x="2159076" y="140652"/>
                  </a:lnTo>
                  <a:lnTo>
                    <a:pt x="2167813" y="130721"/>
                  </a:lnTo>
                  <a:lnTo>
                    <a:pt x="2190356" y="157670"/>
                  </a:lnTo>
                  <a:lnTo>
                    <a:pt x="2188794" y="160807"/>
                  </a:lnTo>
                  <a:lnTo>
                    <a:pt x="2192972" y="160807"/>
                  </a:lnTo>
                  <a:lnTo>
                    <a:pt x="2195690" y="164045"/>
                  </a:lnTo>
                  <a:lnTo>
                    <a:pt x="2197074" y="160807"/>
                  </a:lnTo>
                  <a:lnTo>
                    <a:pt x="2242807" y="160807"/>
                  </a:lnTo>
                  <a:lnTo>
                    <a:pt x="2242807" y="34683"/>
                  </a:lnTo>
                  <a:lnTo>
                    <a:pt x="2140864" y="6489"/>
                  </a:lnTo>
                  <a:lnTo>
                    <a:pt x="2140864" y="119202"/>
                  </a:lnTo>
                  <a:lnTo>
                    <a:pt x="1993315" y="243700"/>
                  </a:lnTo>
                  <a:lnTo>
                    <a:pt x="1981314" y="233578"/>
                  </a:lnTo>
                  <a:lnTo>
                    <a:pt x="1981314" y="253822"/>
                  </a:lnTo>
                  <a:lnTo>
                    <a:pt x="1901431" y="321221"/>
                  </a:lnTo>
                  <a:lnTo>
                    <a:pt x="1888045" y="315810"/>
                  </a:lnTo>
                  <a:lnTo>
                    <a:pt x="1888045" y="332511"/>
                  </a:lnTo>
                  <a:lnTo>
                    <a:pt x="1857565" y="358228"/>
                  </a:lnTo>
                  <a:lnTo>
                    <a:pt x="1843125" y="354393"/>
                  </a:lnTo>
                  <a:lnTo>
                    <a:pt x="1843125" y="370408"/>
                  </a:lnTo>
                  <a:lnTo>
                    <a:pt x="1831860" y="379920"/>
                  </a:lnTo>
                  <a:lnTo>
                    <a:pt x="1816709" y="376923"/>
                  </a:lnTo>
                  <a:lnTo>
                    <a:pt x="1816709" y="392709"/>
                  </a:lnTo>
                  <a:lnTo>
                    <a:pt x="1743837" y="454190"/>
                  </a:lnTo>
                  <a:lnTo>
                    <a:pt x="1743837" y="378256"/>
                  </a:lnTo>
                  <a:lnTo>
                    <a:pt x="1816709" y="392709"/>
                  </a:lnTo>
                  <a:lnTo>
                    <a:pt x="1816709" y="376923"/>
                  </a:lnTo>
                  <a:lnTo>
                    <a:pt x="1743837" y="362458"/>
                  </a:lnTo>
                  <a:lnTo>
                    <a:pt x="1743837" y="343979"/>
                  </a:lnTo>
                  <a:lnTo>
                    <a:pt x="1843125" y="370408"/>
                  </a:lnTo>
                  <a:lnTo>
                    <a:pt x="1843125" y="354393"/>
                  </a:lnTo>
                  <a:lnTo>
                    <a:pt x="1743837" y="327952"/>
                  </a:lnTo>
                  <a:lnTo>
                    <a:pt x="1743837" y="274154"/>
                  </a:lnTo>
                  <a:lnTo>
                    <a:pt x="1888045" y="332511"/>
                  </a:lnTo>
                  <a:lnTo>
                    <a:pt x="1888045" y="315810"/>
                  </a:lnTo>
                  <a:lnTo>
                    <a:pt x="1743837" y="257441"/>
                  </a:lnTo>
                  <a:lnTo>
                    <a:pt x="1743837" y="250215"/>
                  </a:lnTo>
                  <a:lnTo>
                    <a:pt x="1901444" y="186436"/>
                  </a:lnTo>
                  <a:lnTo>
                    <a:pt x="1981314" y="253822"/>
                  </a:lnTo>
                  <a:lnTo>
                    <a:pt x="1981314" y="233578"/>
                  </a:lnTo>
                  <a:lnTo>
                    <a:pt x="1917661" y="179870"/>
                  </a:lnTo>
                  <a:lnTo>
                    <a:pt x="2135276" y="91808"/>
                  </a:lnTo>
                  <a:lnTo>
                    <a:pt x="2135530" y="92113"/>
                  </a:lnTo>
                  <a:lnTo>
                    <a:pt x="2140864" y="119202"/>
                  </a:lnTo>
                  <a:lnTo>
                    <a:pt x="2140864" y="6489"/>
                  </a:lnTo>
                  <a:lnTo>
                    <a:pt x="2124837" y="2044"/>
                  </a:lnTo>
                  <a:lnTo>
                    <a:pt x="2124837" y="79324"/>
                  </a:lnTo>
                  <a:lnTo>
                    <a:pt x="1904276" y="168579"/>
                  </a:lnTo>
                  <a:lnTo>
                    <a:pt x="1888058" y="154901"/>
                  </a:lnTo>
                  <a:lnTo>
                    <a:pt x="1888058" y="175145"/>
                  </a:lnTo>
                  <a:lnTo>
                    <a:pt x="1743837" y="233502"/>
                  </a:lnTo>
                  <a:lnTo>
                    <a:pt x="1743837" y="179705"/>
                  </a:lnTo>
                  <a:lnTo>
                    <a:pt x="1857578" y="149440"/>
                  </a:lnTo>
                  <a:lnTo>
                    <a:pt x="1888058" y="175145"/>
                  </a:lnTo>
                  <a:lnTo>
                    <a:pt x="1888058" y="154901"/>
                  </a:lnTo>
                  <a:lnTo>
                    <a:pt x="1875828" y="144576"/>
                  </a:lnTo>
                  <a:lnTo>
                    <a:pt x="2124138" y="78486"/>
                  </a:lnTo>
                  <a:lnTo>
                    <a:pt x="2124837" y="79324"/>
                  </a:lnTo>
                  <a:lnTo>
                    <a:pt x="2124837" y="2044"/>
                  </a:lnTo>
                  <a:lnTo>
                    <a:pt x="2117445" y="0"/>
                  </a:lnTo>
                  <a:lnTo>
                    <a:pt x="2119299" y="9461"/>
                  </a:lnTo>
                  <a:lnTo>
                    <a:pt x="2115375" y="8636"/>
                  </a:lnTo>
                  <a:lnTo>
                    <a:pt x="2119998" y="26212"/>
                  </a:lnTo>
                  <a:lnTo>
                    <a:pt x="2112949" y="25628"/>
                  </a:lnTo>
                  <a:lnTo>
                    <a:pt x="2124303" y="53949"/>
                  </a:lnTo>
                  <a:lnTo>
                    <a:pt x="2015921" y="75450"/>
                  </a:lnTo>
                  <a:lnTo>
                    <a:pt x="2015921" y="91224"/>
                  </a:lnTo>
                  <a:lnTo>
                    <a:pt x="1861362" y="132372"/>
                  </a:lnTo>
                  <a:lnTo>
                    <a:pt x="1851291" y="123875"/>
                  </a:lnTo>
                  <a:lnTo>
                    <a:pt x="2015921" y="91224"/>
                  </a:lnTo>
                  <a:lnTo>
                    <a:pt x="2015921" y="75450"/>
                  </a:lnTo>
                  <a:lnTo>
                    <a:pt x="1843125" y="109702"/>
                  </a:lnTo>
                  <a:lnTo>
                    <a:pt x="1843125" y="137236"/>
                  </a:lnTo>
                  <a:lnTo>
                    <a:pt x="1804835" y="147421"/>
                  </a:lnTo>
                  <a:lnTo>
                    <a:pt x="1819198" y="130238"/>
                  </a:lnTo>
                  <a:lnTo>
                    <a:pt x="1831860" y="127736"/>
                  </a:lnTo>
                  <a:lnTo>
                    <a:pt x="1843125" y="137236"/>
                  </a:lnTo>
                  <a:lnTo>
                    <a:pt x="1843125" y="109702"/>
                  </a:lnTo>
                  <a:lnTo>
                    <a:pt x="1836140" y="111086"/>
                  </a:lnTo>
                  <a:lnTo>
                    <a:pt x="1835607" y="110629"/>
                  </a:lnTo>
                  <a:lnTo>
                    <a:pt x="1846719" y="97332"/>
                  </a:lnTo>
                  <a:lnTo>
                    <a:pt x="1870341" y="69088"/>
                  </a:lnTo>
                  <a:lnTo>
                    <a:pt x="1754517" y="41236"/>
                  </a:lnTo>
                  <a:lnTo>
                    <a:pt x="1754517" y="160807"/>
                  </a:lnTo>
                  <a:lnTo>
                    <a:pt x="1743837" y="163652"/>
                  </a:lnTo>
                  <a:lnTo>
                    <a:pt x="1743837" y="160807"/>
                  </a:lnTo>
                  <a:lnTo>
                    <a:pt x="1754517" y="160807"/>
                  </a:lnTo>
                  <a:lnTo>
                    <a:pt x="1754517" y="41236"/>
                  </a:lnTo>
                  <a:lnTo>
                    <a:pt x="1736115" y="36804"/>
                  </a:lnTo>
                  <a:lnTo>
                    <a:pt x="1728393" y="36080"/>
                  </a:lnTo>
                  <a:lnTo>
                    <a:pt x="1728393" y="160807"/>
                  </a:lnTo>
                  <a:lnTo>
                    <a:pt x="1728393" y="167767"/>
                  </a:lnTo>
                  <a:lnTo>
                    <a:pt x="1728393" y="455015"/>
                  </a:lnTo>
                  <a:lnTo>
                    <a:pt x="1689531" y="424802"/>
                  </a:lnTo>
                  <a:lnTo>
                    <a:pt x="1689531" y="444411"/>
                  </a:lnTo>
                  <a:lnTo>
                    <a:pt x="1610334" y="413626"/>
                  </a:lnTo>
                  <a:lnTo>
                    <a:pt x="1610334" y="430237"/>
                  </a:lnTo>
                  <a:lnTo>
                    <a:pt x="1420558" y="381038"/>
                  </a:lnTo>
                  <a:lnTo>
                    <a:pt x="1451546" y="368503"/>
                  </a:lnTo>
                  <a:lnTo>
                    <a:pt x="1610334" y="430237"/>
                  </a:lnTo>
                  <a:lnTo>
                    <a:pt x="1610334" y="413626"/>
                  </a:lnTo>
                  <a:lnTo>
                    <a:pt x="1472501" y="360019"/>
                  </a:lnTo>
                  <a:lnTo>
                    <a:pt x="1531493" y="336156"/>
                  </a:lnTo>
                  <a:lnTo>
                    <a:pt x="1556740" y="341160"/>
                  </a:lnTo>
                  <a:lnTo>
                    <a:pt x="1689531" y="444411"/>
                  </a:lnTo>
                  <a:lnTo>
                    <a:pt x="1689531" y="424802"/>
                  </a:lnTo>
                  <a:lnTo>
                    <a:pt x="1590573" y="347865"/>
                  </a:lnTo>
                  <a:lnTo>
                    <a:pt x="1728393" y="375196"/>
                  </a:lnTo>
                  <a:lnTo>
                    <a:pt x="1728393" y="359397"/>
                  </a:lnTo>
                  <a:lnTo>
                    <a:pt x="1563306" y="326669"/>
                  </a:lnTo>
                  <a:lnTo>
                    <a:pt x="1560449" y="324434"/>
                  </a:lnTo>
                  <a:lnTo>
                    <a:pt x="1604060" y="306781"/>
                  </a:lnTo>
                  <a:lnTo>
                    <a:pt x="1728393" y="339877"/>
                  </a:lnTo>
                  <a:lnTo>
                    <a:pt x="1728393" y="323850"/>
                  </a:lnTo>
                  <a:lnTo>
                    <a:pt x="1627962" y="297116"/>
                  </a:lnTo>
                  <a:lnTo>
                    <a:pt x="1714258" y="262191"/>
                  </a:lnTo>
                  <a:lnTo>
                    <a:pt x="1728393" y="267906"/>
                  </a:lnTo>
                  <a:lnTo>
                    <a:pt x="1728393" y="239750"/>
                  </a:lnTo>
                  <a:lnTo>
                    <a:pt x="1714258" y="245478"/>
                  </a:lnTo>
                  <a:lnTo>
                    <a:pt x="1693608" y="237121"/>
                  </a:lnTo>
                  <a:lnTo>
                    <a:pt x="1693608" y="253834"/>
                  </a:lnTo>
                  <a:lnTo>
                    <a:pt x="1603044" y="290487"/>
                  </a:lnTo>
                  <a:lnTo>
                    <a:pt x="1579143" y="284124"/>
                  </a:lnTo>
                  <a:lnTo>
                    <a:pt x="1579143" y="300151"/>
                  </a:lnTo>
                  <a:lnTo>
                    <a:pt x="1546313" y="313436"/>
                  </a:lnTo>
                  <a:lnTo>
                    <a:pt x="1529473" y="300355"/>
                  </a:lnTo>
                  <a:lnTo>
                    <a:pt x="1529473" y="319963"/>
                  </a:lnTo>
                  <a:lnTo>
                    <a:pt x="1503768" y="314871"/>
                  </a:lnTo>
                  <a:lnTo>
                    <a:pt x="1503768" y="330657"/>
                  </a:lnTo>
                  <a:lnTo>
                    <a:pt x="1451432" y="351828"/>
                  </a:lnTo>
                  <a:lnTo>
                    <a:pt x="1430489" y="343687"/>
                  </a:lnTo>
                  <a:lnTo>
                    <a:pt x="1430489" y="360311"/>
                  </a:lnTo>
                  <a:lnTo>
                    <a:pt x="1395387" y="374510"/>
                  </a:lnTo>
                  <a:lnTo>
                    <a:pt x="1371282" y="368261"/>
                  </a:lnTo>
                  <a:lnTo>
                    <a:pt x="1371282" y="384263"/>
                  </a:lnTo>
                  <a:lnTo>
                    <a:pt x="1226654" y="442785"/>
                  </a:lnTo>
                  <a:lnTo>
                    <a:pt x="1319250" y="370776"/>
                  </a:lnTo>
                  <a:lnTo>
                    <a:pt x="1371282" y="384263"/>
                  </a:lnTo>
                  <a:lnTo>
                    <a:pt x="1371282" y="368261"/>
                  </a:lnTo>
                  <a:lnTo>
                    <a:pt x="1334693" y="358775"/>
                  </a:lnTo>
                  <a:lnTo>
                    <a:pt x="1365313" y="334975"/>
                  </a:lnTo>
                  <a:lnTo>
                    <a:pt x="1430489" y="360311"/>
                  </a:lnTo>
                  <a:lnTo>
                    <a:pt x="1430489" y="343687"/>
                  </a:lnTo>
                  <a:lnTo>
                    <a:pt x="1379562" y="323888"/>
                  </a:lnTo>
                  <a:lnTo>
                    <a:pt x="1397863" y="309651"/>
                  </a:lnTo>
                  <a:lnTo>
                    <a:pt x="1503768" y="330657"/>
                  </a:lnTo>
                  <a:lnTo>
                    <a:pt x="1503768" y="314871"/>
                  </a:lnTo>
                  <a:lnTo>
                    <a:pt x="1414043" y="297065"/>
                  </a:lnTo>
                  <a:lnTo>
                    <a:pt x="1453184" y="266623"/>
                  </a:lnTo>
                  <a:lnTo>
                    <a:pt x="1464894" y="269748"/>
                  </a:lnTo>
                  <a:lnTo>
                    <a:pt x="1529473" y="319963"/>
                  </a:lnTo>
                  <a:lnTo>
                    <a:pt x="1529473" y="300355"/>
                  </a:lnTo>
                  <a:lnTo>
                    <a:pt x="1503235" y="279946"/>
                  </a:lnTo>
                  <a:lnTo>
                    <a:pt x="1579143" y="300151"/>
                  </a:lnTo>
                  <a:lnTo>
                    <a:pt x="1579143" y="284124"/>
                  </a:lnTo>
                  <a:lnTo>
                    <a:pt x="1471904" y="255574"/>
                  </a:lnTo>
                  <a:lnTo>
                    <a:pt x="1469656" y="253822"/>
                  </a:lnTo>
                  <a:lnTo>
                    <a:pt x="1471891" y="252082"/>
                  </a:lnTo>
                  <a:lnTo>
                    <a:pt x="1603044" y="217182"/>
                  </a:lnTo>
                  <a:lnTo>
                    <a:pt x="1693608" y="253834"/>
                  </a:lnTo>
                  <a:lnTo>
                    <a:pt x="1693608" y="237121"/>
                  </a:lnTo>
                  <a:lnTo>
                    <a:pt x="1627962" y="210553"/>
                  </a:lnTo>
                  <a:lnTo>
                    <a:pt x="1728393" y="183819"/>
                  </a:lnTo>
                  <a:lnTo>
                    <a:pt x="1728393" y="167767"/>
                  </a:lnTo>
                  <a:lnTo>
                    <a:pt x="1604035" y="200875"/>
                  </a:lnTo>
                  <a:lnTo>
                    <a:pt x="1579130" y="190804"/>
                  </a:lnTo>
                  <a:lnTo>
                    <a:pt x="1579130" y="207505"/>
                  </a:lnTo>
                  <a:lnTo>
                    <a:pt x="1503235" y="227698"/>
                  </a:lnTo>
                  <a:lnTo>
                    <a:pt x="1546288" y="194221"/>
                  </a:lnTo>
                  <a:lnTo>
                    <a:pt x="1579130" y="207505"/>
                  </a:lnTo>
                  <a:lnTo>
                    <a:pt x="1579130" y="190804"/>
                  </a:lnTo>
                  <a:lnTo>
                    <a:pt x="1560423" y="183222"/>
                  </a:lnTo>
                  <a:lnTo>
                    <a:pt x="1563319" y="180975"/>
                  </a:lnTo>
                  <a:lnTo>
                    <a:pt x="1674152" y="159004"/>
                  </a:lnTo>
                  <a:lnTo>
                    <a:pt x="1674837" y="159905"/>
                  </a:lnTo>
                  <a:lnTo>
                    <a:pt x="1674393" y="160807"/>
                  </a:lnTo>
                  <a:lnTo>
                    <a:pt x="1675549" y="160807"/>
                  </a:lnTo>
                  <a:lnTo>
                    <a:pt x="1676285" y="161747"/>
                  </a:lnTo>
                  <a:lnTo>
                    <a:pt x="1676730" y="160807"/>
                  </a:lnTo>
                  <a:lnTo>
                    <a:pt x="1728393" y="160807"/>
                  </a:lnTo>
                  <a:lnTo>
                    <a:pt x="1728393" y="36080"/>
                  </a:lnTo>
                  <a:lnTo>
                    <a:pt x="1663598" y="29921"/>
                  </a:lnTo>
                  <a:lnTo>
                    <a:pt x="1663598" y="145300"/>
                  </a:lnTo>
                  <a:lnTo>
                    <a:pt x="1590573" y="159778"/>
                  </a:lnTo>
                  <a:lnTo>
                    <a:pt x="1637157" y="123558"/>
                  </a:lnTo>
                  <a:lnTo>
                    <a:pt x="1643265" y="139395"/>
                  </a:lnTo>
                  <a:lnTo>
                    <a:pt x="1651787" y="129984"/>
                  </a:lnTo>
                  <a:lnTo>
                    <a:pt x="1663598" y="145300"/>
                  </a:lnTo>
                  <a:lnTo>
                    <a:pt x="1663598" y="29921"/>
                  </a:lnTo>
                  <a:lnTo>
                    <a:pt x="1631340" y="26860"/>
                  </a:lnTo>
                  <a:lnTo>
                    <a:pt x="1631340" y="108470"/>
                  </a:lnTo>
                  <a:lnTo>
                    <a:pt x="1556740" y="166484"/>
                  </a:lnTo>
                  <a:lnTo>
                    <a:pt x="1531454" y="171500"/>
                  </a:lnTo>
                  <a:lnTo>
                    <a:pt x="1529486" y="170713"/>
                  </a:lnTo>
                  <a:lnTo>
                    <a:pt x="1529486" y="187680"/>
                  </a:lnTo>
                  <a:lnTo>
                    <a:pt x="1464906" y="237896"/>
                  </a:lnTo>
                  <a:lnTo>
                    <a:pt x="1453184" y="241020"/>
                  </a:lnTo>
                  <a:lnTo>
                    <a:pt x="1433563" y="225767"/>
                  </a:lnTo>
                  <a:lnTo>
                    <a:pt x="1433563" y="262280"/>
                  </a:lnTo>
                  <a:lnTo>
                    <a:pt x="1393952" y="293090"/>
                  </a:lnTo>
                  <a:lnTo>
                    <a:pt x="1377772" y="289890"/>
                  </a:lnTo>
                  <a:lnTo>
                    <a:pt x="1377772" y="305663"/>
                  </a:lnTo>
                  <a:lnTo>
                    <a:pt x="1362748" y="317347"/>
                  </a:lnTo>
                  <a:lnTo>
                    <a:pt x="1348498" y="311810"/>
                  </a:lnTo>
                  <a:lnTo>
                    <a:pt x="1348498" y="328434"/>
                  </a:lnTo>
                  <a:lnTo>
                    <a:pt x="1315783" y="353872"/>
                  </a:lnTo>
                  <a:lnTo>
                    <a:pt x="1300340" y="349872"/>
                  </a:lnTo>
                  <a:lnTo>
                    <a:pt x="1300340" y="365874"/>
                  </a:lnTo>
                  <a:lnTo>
                    <a:pt x="1185697" y="455028"/>
                  </a:lnTo>
                  <a:lnTo>
                    <a:pt x="1185697" y="336156"/>
                  </a:lnTo>
                  <a:lnTo>
                    <a:pt x="1300340" y="365874"/>
                  </a:lnTo>
                  <a:lnTo>
                    <a:pt x="1300340" y="349872"/>
                  </a:lnTo>
                  <a:lnTo>
                    <a:pt x="1201102" y="324154"/>
                  </a:lnTo>
                  <a:lnTo>
                    <a:pt x="1282077" y="302602"/>
                  </a:lnTo>
                  <a:lnTo>
                    <a:pt x="1348498" y="328434"/>
                  </a:lnTo>
                  <a:lnTo>
                    <a:pt x="1348498" y="311810"/>
                  </a:lnTo>
                  <a:lnTo>
                    <a:pt x="1307452" y="295846"/>
                  </a:lnTo>
                  <a:lnTo>
                    <a:pt x="1316329" y="293484"/>
                  </a:lnTo>
                  <a:lnTo>
                    <a:pt x="1377772" y="305663"/>
                  </a:lnTo>
                  <a:lnTo>
                    <a:pt x="1377772" y="289890"/>
                  </a:lnTo>
                  <a:lnTo>
                    <a:pt x="1350340" y="284441"/>
                  </a:lnTo>
                  <a:lnTo>
                    <a:pt x="1433563" y="262280"/>
                  </a:lnTo>
                  <a:lnTo>
                    <a:pt x="1433563" y="225767"/>
                  </a:lnTo>
                  <a:lnTo>
                    <a:pt x="1433537" y="245364"/>
                  </a:lnTo>
                  <a:lnTo>
                    <a:pt x="1405102" y="237807"/>
                  </a:lnTo>
                  <a:lnTo>
                    <a:pt x="1405102" y="253834"/>
                  </a:lnTo>
                  <a:lnTo>
                    <a:pt x="1315821" y="277596"/>
                  </a:lnTo>
                  <a:lnTo>
                    <a:pt x="1257592" y="266052"/>
                  </a:lnTo>
                  <a:lnTo>
                    <a:pt x="1257592" y="293090"/>
                  </a:lnTo>
                  <a:lnTo>
                    <a:pt x="1185697" y="312216"/>
                  </a:lnTo>
                  <a:lnTo>
                    <a:pt x="1185697" y="267589"/>
                  </a:lnTo>
                  <a:lnTo>
                    <a:pt x="1198499" y="270116"/>
                  </a:lnTo>
                  <a:lnTo>
                    <a:pt x="1257592" y="293090"/>
                  </a:lnTo>
                  <a:lnTo>
                    <a:pt x="1257592" y="266052"/>
                  </a:lnTo>
                  <a:lnTo>
                    <a:pt x="1202880" y="255193"/>
                  </a:lnTo>
                  <a:lnTo>
                    <a:pt x="1199362" y="253822"/>
                  </a:lnTo>
                  <a:lnTo>
                    <a:pt x="1202905" y="252437"/>
                  </a:lnTo>
                  <a:lnTo>
                    <a:pt x="1315808" y="230060"/>
                  </a:lnTo>
                  <a:lnTo>
                    <a:pt x="1405102" y="253834"/>
                  </a:lnTo>
                  <a:lnTo>
                    <a:pt x="1405102" y="237807"/>
                  </a:lnTo>
                  <a:lnTo>
                    <a:pt x="1350327" y="223215"/>
                  </a:lnTo>
                  <a:lnTo>
                    <a:pt x="1393952" y="214566"/>
                  </a:lnTo>
                  <a:lnTo>
                    <a:pt x="1433537" y="245364"/>
                  </a:lnTo>
                  <a:lnTo>
                    <a:pt x="1433537" y="225755"/>
                  </a:lnTo>
                  <a:lnTo>
                    <a:pt x="1414030" y="210578"/>
                  </a:lnTo>
                  <a:lnTo>
                    <a:pt x="1529486" y="187680"/>
                  </a:lnTo>
                  <a:lnTo>
                    <a:pt x="1529486" y="170713"/>
                  </a:lnTo>
                  <a:lnTo>
                    <a:pt x="1503743" y="160299"/>
                  </a:lnTo>
                  <a:lnTo>
                    <a:pt x="1503743" y="176999"/>
                  </a:lnTo>
                  <a:lnTo>
                    <a:pt x="1397850" y="197993"/>
                  </a:lnTo>
                  <a:lnTo>
                    <a:pt x="1379550" y="183756"/>
                  </a:lnTo>
                  <a:lnTo>
                    <a:pt x="1451406" y="155816"/>
                  </a:lnTo>
                  <a:lnTo>
                    <a:pt x="1503743" y="176999"/>
                  </a:lnTo>
                  <a:lnTo>
                    <a:pt x="1503743" y="160299"/>
                  </a:lnTo>
                  <a:lnTo>
                    <a:pt x="1472463" y="147637"/>
                  </a:lnTo>
                  <a:lnTo>
                    <a:pt x="1620901" y="89916"/>
                  </a:lnTo>
                  <a:lnTo>
                    <a:pt x="1627479" y="98450"/>
                  </a:lnTo>
                  <a:lnTo>
                    <a:pt x="1631340" y="108470"/>
                  </a:lnTo>
                  <a:lnTo>
                    <a:pt x="1631340" y="26860"/>
                  </a:lnTo>
                  <a:lnTo>
                    <a:pt x="1598701" y="23749"/>
                  </a:lnTo>
                  <a:lnTo>
                    <a:pt x="1613128" y="61226"/>
                  </a:lnTo>
                  <a:lnTo>
                    <a:pt x="1600708" y="63690"/>
                  </a:lnTo>
                  <a:lnTo>
                    <a:pt x="1611045" y="77127"/>
                  </a:lnTo>
                  <a:lnTo>
                    <a:pt x="1451533" y="139153"/>
                  </a:lnTo>
                  <a:lnTo>
                    <a:pt x="1430464" y="130632"/>
                  </a:lnTo>
                  <a:lnTo>
                    <a:pt x="1430464" y="147345"/>
                  </a:lnTo>
                  <a:lnTo>
                    <a:pt x="1377772" y="167843"/>
                  </a:lnTo>
                  <a:lnTo>
                    <a:pt x="1377772" y="201980"/>
                  </a:lnTo>
                  <a:lnTo>
                    <a:pt x="1316316" y="214160"/>
                  </a:lnTo>
                  <a:lnTo>
                    <a:pt x="1307439" y="211797"/>
                  </a:lnTo>
                  <a:lnTo>
                    <a:pt x="1362748" y="190296"/>
                  </a:lnTo>
                  <a:lnTo>
                    <a:pt x="1377772" y="201980"/>
                  </a:lnTo>
                  <a:lnTo>
                    <a:pt x="1377772" y="167843"/>
                  </a:lnTo>
                  <a:lnTo>
                    <a:pt x="1365300" y="172681"/>
                  </a:lnTo>
                  <a:lnTo>
                    <a:pt x="1348498" y="159626"/>
                  </a:lnTo>
                  <a:lnTo>
                    <a:pt x="1348498" y="179222"/>
                  </a:lnTo>
                  <a:lnTo>
                    <a:pt x="1282065" y="205054"/>
                  </a:lnTo>
                  <a:lnTo>
                    <a:pt x="1257592" y="198551"/>
                  </a:lnTo>
                  <a:lnTo>
                    <a:pt x="1257592" y="214566"/>
                  </a:lnTo>
                  <a:lnTo>
                    <a:pt x="1198549" y="237515"/>
                  </a:lnTo>
                  <a:lnTo>
                    <a:pt x="1185697" y="240068"/>
                  </a:lnTo>
                  <a:lnTo>
                    <a:pt x="1185697" y="195427"/>
                  </a:lnTo>
                  <a:lnTo>
                    <a:pt x="1257592" y="214566"/>
                  </a:lnTo>
                  <a:lnTo>
                    <a:pt x="1257592" y="198551"/>
                  </a:lnTo>
                  <a:lnTo>
                    <a:pt x="1185697" y="179400"/>
                  </a:lnTo>
                  <a:lnTo>
                    <a:pt x="1185697" y="160807"/>
                  </a:lnTo>
                  <a:lnTo>
                    <a:pt x="1237361" y="160807"/>
                  </a:lnTo>
                  <a:lnTo>
                    <a:pt x="1237818" y="161747"/>
                  </a:lnTo>
                  <a:lnTo>
                    <a:pt x="1238542" y="160807"/>
                  </a:lnTo>
                  <a:lnTo>
                    <a:pt x="1239710" y="160807"/>
                  </a:lnTo>
                  <a:lnTo>
                    <a:pt x="1239240" y="159893"/>
                  </a:lnTo>
                  <a:lnTo>
                    <a:pt x="1261237" y="131356"/>
                  </a:lnTo>
                  <a:lnTo>
                    <a:pt x="1269428" y="140652"/>
                  </a:lnTo>
                  <a:lnTo>
                    <a:pt x="1276426" y="123177"/>
                  </a:lnTo>
                  <a:lnTo>
                    <a:pt x="1348498" y="179222"/>
                  </a:lnTo>
                  <a:lnTo>
                    <a:pt x="1348498" y="159626"/>
                  </a:lnTo>
                  <a:lnTo>
                    <a:pt x="1282420" y="108242"/>
                  </a:lnTo>
                  <a:lnTo>
                    <a:pt x="1286078" y="99123"/>
                  </a:lnTo>
                  <a:lnTo>
                    <a:pt x="1290078" y="93941"/>
                  </a:lnTo>
                  <a:lnTo>
                    <a:pt x="1292072" y="91338"/>
                  </a:lnTo>
                  <a:lnTo>
                    <a:pt x="1430464" y="147345"/>
                  </a:lnTo>
                  <a:lnTo>
                    <a:pt x="1430464" y="130632"/>
                  </a:lnTo>
                  <a:lnTo>
                    <a:pt x="1301889" y="78600"/>
                  </a:lnTo>
                  <a:lnTo>
                    <a:pt x="1313383" y="63690"/>
                  </a:lnTo>
                  <a:lnTo>
                    <a:pt x="1301254" y="61290"/>
                  </a:lnTo>
                  <a:lnTo>
                    <a:pt x="1315554" y="25628"/>
                  </a:lnTo>
                  <a:lnTo>
                    <a:pt x="1177988" y="36804"/>
                  </a:lnTo>
                  <a:lnTo>
                    <a:pt x="1170266" y="36080"/>
                  </a:lnTo>
                  <a:lnTo>
                    <a:pt x="1170266" y="160807"/>
                  </a:lnTo>
                  <a:lnTo>
                    <a:pt x="1170266" y="175298"/>
                  </a:lnTo>
                  <a:lnTo>
                    <a:pt x="1170266" y="455015"/>
                  </a:lnTo>
                  <a:lnTo>
                    <a:pt x="1131404" y="424802"/>
                  </a:lnTo>
                  <a:lnTo>
                    <a:pt x="1131404" y="444411"/>
                  </a:lnTo>
                  <a:lnTo>
                    <a:pt x="976109" y="384022"/>
                  </a:lnTo>
                  <a:lnTo>
                    <a:pt x="1033957" y="368630"/>
                  </a:lnTo>
                  <a:lnTo>
                    <a:pt x="1131404" y="444411"/>
                  </a:lnTo>
                  <a:lnTo>
                    <a:pt x="1131404" y="424802"/>
                  </a:lnTo>
                  <a:lnTo>
                    <a:pt x="1052741" y="363626"/>
                  </a:lnTo>
                  <a:lnTo>
                    <a:pt x="1170266" y="332346"/>
                  </a:lnTo>
                  <a:lnTo>
                    <a:pt x="1170266" y="316153"/>
                  </a:lnTo>
                  <a:lnTo>
                    <a:pt x="1140129" y="308343"/>
                  </a:lnTo>
                  <a:lnTo>
                    <a:pt x="1140129" y="324345"/>
                  </a:lnTo>
                  <a:lnTo>
                    <a:pt x="1037386" y="351688"/>
                  </a:lnTo>
                  <a:lnTo>
                    <a:pt x="1018603" y="337096"/>
                  </a:lnTo>
                  <a:lnTo>
                    <a:pt x="1018603" y="356692"/>
                  </a:lnTo>
                  <a:lnTo>
                    <a:pt x="951636" y="374510"/>
                  </a:lnTo>
                  <a:lnTo>
                    <a:pt x="926249" y="364642"/>
                  </a:lnTo>
                  <a:lnTo>
                    <a:pt x="926249" y="381266"/>
                  </a:lnTo>
                  <a:lnTo>
                    <a:pt x="752983" y="427380"/>
                  </a:lnTo>
                  <a:lnTo>
                    <a:pt x="898918" y="370636"/>
                  </a:lnTo>
                  <a:lnTo>
                    <a:pt x="926249" y="381266"/>
                  </a:lnTo>
                  <a:lnTo>
                    <a:pt x="926249" y="364642"/>
                  </a:lnTo>
                  <a:lnTo>
                    <a:pt x="920305" y="362331"/>
                  </a:lnTo>
                  <a:lnTo>
                    <a:pt x="990676" y="334975"/>
                  </a:lnTo>
                  <a:lnTo>
                    <a:pt x="1018603" y="356692"/>
                  </a:lnTo>
                  <a:lnTo>
                    <a:pt x="1018603" y="337096"/>
                  </a:lnTo>
                  <a:lnTo>
                    <a:pt x="1007478" y="328434"/>
                  </a:lnTo>
                  <a:lnTo>
                    <a:pt x="1066850" y="305358"/>
                  </a:lnTo>
                  <a:lnTo>
                    <a:pt x="1140129" y="324345"/>
                  </a:lnTo>
                  <a:lnTo>
                    <a:pt x="1140129" y="308343"/>
                  </a:lnTo>
                  <a:lnTo>
                    <a:pt x="1091552" y="295744"/>
                  </a:lnTo>
                  <a:lnTo>
                    <a:pt x="1170266" y="265137"/>
                  </a:lnTo>
                  <a:lnTo>
                    <a:pt x="1170266" y="242506"/>
                  </a:lnTo>
                  <a:lnTo>
                    <a:pt x="1116342" y="221551"/>
                  </a:lnTo>
                  <a:lnTo>
                    <a:pt x="1116342" y="253834"/>
                  </a:lnTo>
                  <a:lnTo>
                    <a:pt x="1115593" y="253987"/>
                  </a:lnTo>
                  <a:lnTo>
                    <a:pt x="1115593" y="269760"/>
                  </a:lnTo>
                  <a:lnTo>
                    <a:pt x="1065872" y="289102"/>
                  </a:lnTo>
                  <a:lnTo>
                    <a:pt x="1045171" y="283730"/>
                  </a:lnTo>
                  <a:lnTo>
                    <a:pt x="1115593" y="269760"/>
                  </a:lnTo>
                  <a:lnTo>
                    <a:pt x="1115593" y="253987"/>
                  </a:lnTo>
                  <a:lnTo>
                    <a:pt x="1041184" y="268744"/>
                  </a:lnTo>
                  <a:lnTo>
                    <a:pt x="1041184" y="298704"/>
                  </a:lnTo>
                  <a:lnTo>
                    <a:pt x="993216" y="317347"/>
                  </a:lnTo>
                  <a:lnTo>
                    <a:pt x="976414" y="304279"/>
                  </a:lnTo>
                  <a:lnTo>
                    <a:pt x="976414" y="323888"/>
                  </a:lnTo>
                  <a:lnTo>
                    <a:pt x="898918" y="354012"/>
                  </a:lnTo>
                  <a:lnTo>
                    <a:pt x="877531" y="345706"/>
                  </a:lnTo>
                  <a:lnTo>
                    <a:pt x="877531" y="362331"/>
                  </a:lnTo>
                  <a:lnTo>
                    <a:pt x="666445" y="444398"/>
                  </a:lnTo>
                  <a:lnTo>
                    <a:pt x="807161" y="334962"/>
                  </a:lnTo>
                  <a:lnTo>
                    <a:pt x="877531" y="362331"/>
                  </a:lnTo>
                  <a:lnTo>
                    <a:pt x="877531" y="345706"/>
                  </a:lnTo>
                  <a:lnTo>
                    <a:pt x="828611" y="326669"/>
                  </a:lnTo>
                  <a:lnTo>
                    <a:pt x="949236" y="302755"/>
                  </a:lnTo>
                  <a:lnTo>
                    <a:pt x="976414" y="323888"/>
                  </a:lnTo>
                  <a:lnTo>
                    <a:pt x="976414" y="304279"/>
                  </a:lnTo>
                  <a:lnTo>
                    <a:pt x="969327" y="298767"/>
                  </a:lnTo>
                  <a:lnTo>
                    <a:pt x="1010196" y="290664"/>
                  </a:lnTo>
                  <a:lnTo>
                    <a:pt x="1041184" y="298704"/>
                  </a:lnTo>
                  <a:lnTo>
                    <a:pt x="1041184" y="268744"/>
                  </a:lnTo>
                  <a:lnTo>
                    <a:pt x="1010678" y="274789"/>
                  </a:lnTo>
                  <a:lnTo>
                    <a:pt x="975702" y="265722"/>
                  </a:lnTo>
                  <a:lnTo>
                    <a:pt x="975702" y="281724"/>
                  </a:lnTo>
                  <a:lnTo>
                    <a:pt x="953147" y="286194"/>
                  </a:lnTo>
                  <a:lnTo>
                    <a:pt x="933234" y="270713"/>
                  </a:lnTo>
                  <a:lnTo>
                    <a:pt x="975702" y="281724"/>
                  </a:lnTo>
                  <a:lnTo>
                    <a:pt x="975702" y="265722"/>
                  </a:lnTo>
                  <a:lnTo>
                    <a:pt x="933056" y="254673"/>
                  </a:lnTo>
                  <a:lnTo>
                    <a:pt x="933056" y="290169"/>
                  </a:lnTo>
                  <a:lnTo>
                    <a:pt x="841400" y="308343"/>
                  </a:lnTo>
                  <a:lnTo>
                    <a:pt x="898918" y="263626"/>
                  </a:lnTo>
                  <a:lnTo>
                    <a:pt x="933056" y="290169"/>
                  </a:lnTo>
                  <a:lnTo>
                    <a:pt x="933056" y="254673"/>
                  </a:lnTo>
                  <a:lnTo>
                    <a:pt x="916089" y="250266"/>
                  </a:lnTo>
                  <a:lnTo>
                    <a:pt x="953122" y="221475"/>
                  </a:lnTo>
                  <a:lnTo>
                    <a:pt x="1116342" y="253834"/>
                  </a:lnTo>
                  <a:lnTo>
                    <a:pt x="1116342" y="221551"/>
                  </a:lnTo>
                  <a:lnTo>
                    <a:pt x="1115606" y="221259"/>
                  </a:lnTo>
                  <a:lnTo>
                    <a:pt x="1115606" y="237896"/>
                  </a:lnTo>
                  <a:lnTo>
                    <a:pt x="969314" y="208889"/>
                  </a:lnTo>
                  <a:lnTo>
                    <a:pt x="993216" y="190296"/>
                  </a:lnTo>
                  <a:lnTo>
                    <a:pt x="1115606" y="237896"/>
                  </a:lnTo>
                  <a:lnTo>
                    <a:pt x="1115606" y="221259"/>
                  </a:lnTo>
                  <a:lnTo>
                    <a:pt x="1007465" y="179209"/>
                  </a:lnTo>
                  <a:lnTo>
                    <a:pt x="1037374" y="155956"/>
                  </a:lnTo>
                  <a:lnTo>
                    <a:pt x="1170266" y="191325"/>
                  </a:lnTo>
                  <a:lnTo>
                    <a:pt x="1170266" y="175298"/>
                  </a:lnTo>
                  <a:lnTo>
                    <a:pt x="1118285" y="161455"/>
                  </a:lnTo>
                  <a:lnTo>
                    <a:pt x="1118590" y="160807"/>
                  </a:lnTo>
                  <a:lnTo>
                    <a:pt x="1170266" y="160807"/>
                  </a:lnTo>
                  <a:lnTo>
                    <a:pt x="1170266" y="36080"/>
                  </a:lnTo>
                  <a:lnTo>
                    <a:pt x="1117803" y="31089"/>
                  </a:lnTo>
                  <a:lnTo>
                    <a:pt x="1117803" y="161328"/>
                  </a:lnTo>
                  <a:lnTo>
                    <a:pt x="1052728" y="144005"/>
                  </a:lnTo>
                  <a:lnTo>
                    <a:pt x="1079030" y="123558"/>
                  </a:lnTo>
                  <a:lnTo>
                    <a:pt x="1085138" y="139395"/>
                  </a:lnTo>
                  <a:lnTo>
                    <a:pt x="1093660" y="129984"/>
                  </a:lnTo>
                  <a:lnTo>
                    <a:pt x="1116711" y="159893"/>
                  </a:lnTo>
                  <a:lnTo>
                    <a:pt x="1116253" y="160807"/>
                  </a:lnTo>
                  <a:lnTo>
                    <a:pt x="1117409" y="160807"/>
                  </a:lnTo>
                  <a:lnTo>
                    <a:pt x="1117803" y="161328"/>
                  </a:lnTo>
                  <a:lnTo>
                    <a:pt x="1117803" y="31089"/>
                  </a:lnTo>
                  <a:lnTo>
                    <a:pt x="1073213" y="26860"/>
                  </a:lnTo>
                  <a:lnTo>
                    <a:pt x="1073213" y="108470"/>
                  </a:lnTo>
                  <a:lnTo>
                    <a:pt x="1033945" y="139014"/>
                  </a:lnTo>
                  <a:lnTo>
                    <a:pt x="1018590" y="134937"/>
                  </a:lnTo>
                  <a:lnTo>
                    <a:pt x="1018590" y="150952"/>
                  </a:lnTo>
                  <a:lnTo>
                    <a:pt x="990650" y="172681"/>
                  </a:lnTo>
                  <a:lnTo>
                    <a:pt x="976401" y="167144"/>
                  </a:lnTo>
                  <a:lnTo>
                    <a:pt x="976401" y="183756"/>
                  </a:lnTo>
                  <a:lnTo>
                    <a:pt x="949210" y="204901"/>
                  </a:lnTo>
                  <a:lnTo>
                    <a:pt x="933030" y="201701"/>
                  </a:lnTo>
                  <a:lnTo>
                    <a:pt x="933030" y="217487"/>
                  </a:lnTo>
                  <a:lnTo>
                    <a:pt x="898906" y="244017"/>
                  </a:lnTo>
                  <a:lnTo>
                    <a:pt x="881748" y="230682"/>
                  </a:lnTo>
                  <a:lnTo>
                    <a:pt x="881748" y="257378"/>
                  </a:lnTo>
                  <a:lnTo>
                    <a:pt x="807567" y="315048"/>
                  </a:lnTo>
                  <a:lnTo>
                    <a:pt x="801712" y="316217"/>
                  </a:lnTo>
                  <a:lnTo>
                    <a:pt x="780300" y="307898"/>
                  </a:lnTo>
                  <a:lnTo>
                    <a:pt x="780300" y="336257"/>
                  </a:lnTo>
                  <a:lnTo>
                    <a:pt x="627570" y="455015"/>
                  </a:lnTo>
                  <a:lnTo>
                    <a:pt x="627570" y="366534"/>
                  </a:lnTo>
                  <a:lnTo>
                    <a:pt x="780300" y="336257"/>
                  </a:lnTo>
                  <a:lnTo>
                    <a:pt x="780300" y="307898"/>
                  </a:lnTo>
                  <a:lnTo>
                    <a:pt x="773379" y="305206"/>
                  </a:lnTo>
                  <a:lnTo>
                    <a:pt x="773379" y="321830"/>
                  </a:lnTo>
                  <a:lnTo>
                    <a:pt x="627570" y="350735"/>
                  </a:lnTo>
                  <a:lnTo>
                    <a:pt x="627570" y="265137"/>
                  </a:lnTo>
                  <a:lnTo>
                    <a:pt x="773379" y="321830"/>
                  </a:lnTo>
                  <a:lnTo>
                    <a:pt x="773379" y="305206"/>
                  </a:lnTo>
                  <a:lnTo>
                    <a:pt x="641248" y="253834"/>
                  </a:lnTo>
                  <a:lnTo>
                    <a:pt x="731989" y="218554"/>
                  </a:lnTo>
                  <a:lnTo>
                    <a:pt x="881748" y="257378"/>
                  </a:lnTo>
                  <a:lnTo>
                    <a:pt x="881748" y="230682"/>
                  </a:lnTo>
                  <a:lnTo>
                    <a:pt x="864539" y="217297"/>
                  </a:lnTo>
                  <a:lnTo>
                    <a:pt x="864539" y="236905"/>
                  </a:lnTo>
                  <a:lnTo>
                    <a:pt x="756691" y="208953"/>
                  </a:lnTo>
                  <a:lnTo>
                    <a:pt x="801712" y="191452"/>
                  </a:lnTo>
                  <a:lnTo>
                    <a:pt x="807580" y="192608"/>
                  </a:lnTo>
                  <a:lnTo>
                    <a:pt x="864539" y="236905"/>
                  </a:lnTo>
                  <a:lnTo>
                    <a:pt x="864539" y="217297"/>
                  </a:lnTo>
                  <a:lnTo>
                    <a:pt x="841413" y="199313"/>
                  </a:lnTo>
                  <a:lnTo>
                    <a:pt x="933030" y="217487"/>
                  </a:lnTo>
                  <a:lnTo>
                    <a:pt x="933030" y="201701"/>
                  </a:lnTo>
                  <a:lnTo>
                    <a:pt x="828611" y="180987"/>
                  </a:lnTo>
                  <a:lnTo>
                    <a:pt x="898931" y="153631"/>
                  </a:lnTo>
                  <a:lnTo>
                    <a:pt x="976401" y="183756"/>
                  </a:lnTo>
                  <a:lnTo>
                    <a:pt x="976401" y="167144"/>
                  </a:lnTo>
                  <a:lnTo>
                    <a:pt x="920305" y="145326"/>
                  </a:lnTo>
                  <a:lnTo>
                    <a:pt x="951649" y="133146"/>
                  </a:lnTo>
                  <a:lnTo>
                    <a:pt x="1018590" y="150952"/>
                  </a:lnTo>
                  <a:lnTo>
                    <a:pt x="1018590" y="134937"/>
                  </a:lnTo>
                  <a:lnTo>
                    <a:pt x="976122" y="123621"/>
                  </a:lnTo>
                  <a:lnTo>
                    <a:pt x="1062774" y="89916"/>
                  </a:lnTo>
                  <a:lnTo>
                    <a:pt x="1069352" y="98450"/>
                  </a:lnTo>
                  <a:lnTo>
                    <a:pt x="1073213" y="108470"/>
                  </a:lnTo>
                  <a:lnTo>
                    <a:pt x="1073213" y="26860"/>
                  </a:lnTo>
                  <a:lnTo>
                    <a:pt x="1040574" y="23749"/>
                  </a:lnTo>
                  <a:lnTo>
                    <a:pt x="1055001" y="61226"/>
                  </a:lnTo>
                  <a:lnTo>
                    <a:pt x="1042581" y="63690"/>
                  </a:lnTo>
                  <a:lnTo>
                    <a:pt x="1052918" y="77127"/>
                  </a:lnTo>
                  <a:lnTo>
                    <a:pt x="950734" y="116865"/>
                  </a:lnTo>
                  <a:lnTo>
                    <a:pt x="926249" y="110350"/>
                  </a:lnTo>
                  <a:lnTo>
                    <a:pt x="926249" y="126377"/>
                  </a:lnTo>
                  <a:lnTo>
                    <a:pt x="898918" y="137007"/>
                  </a:lnTo>
                  <a:lnTo>
                    <a:pt x="877544" y="128701"/>
                  </a:lnTo>
                  <a:lnTo>
                    <a:pt x="877544" y="145326"/>
                  </a:lnTo>
                  <a:lnTo>
                    <a:pt x="807173" y="172681"/>
                  </a:lnTo>
                  <a:lnTo>
                    <a:pt x="780326" y="151815"/>
                  </a:lnTo>
                  <a:lnTo>
                    <a:pt x="780326" y="171411"/>
                  </a:lnTo>
                  <a:lnTo>
                    <a:pt x="773366" y="170040"/>
                  </a:lnTo>
                  <a:lnTo>
                    <a:pt x="773366" y="185826"/>
                  </a:lnTo>
                  <a:lnTo>
                    <a:pt x="730999" y="202298"/>
                  </a:lnTo>
                  <a:lnTo>
                    <a:pt x="706310" y="195897"/>
                  </a:lnTo>
                  <a:lnTo>
                    <a:pt x="706310" y="211899"/>
                  </a:lnTo>
                  <a:lnTo>
                    <a:pt x="627570" y="242506"/>
                  </a:lnTo>
                  <a:lnTo>
                    <a:pt x="627570" y="191490"/>
                  </a:lnTo>
                  <a:lnTo>
                    <a:pt x="706310" y="211899"/>
                  </a:lnTo>
                  <a:lnTo>
                    <a:pt x="706310" y="195897"/>
                  </a:lnTo>
                  <a:lnTo>
                    <a:pt x="627570" y="175475"/>
                  </a:lnTo>
                  <a:lnTo>
                    <a:pt x="627570" y="160807"/>
                  </a:lnTo>
                  <a:lnTo>
                    <a:pt x="647230" y="160807"/>
                  </a:lnTo>
                  <a:lnTo>
                    <a:pt x="773366" y="185826"/>
                  </a:lnTo>
                  <a:lnTo>
                    <a:pt x="773366" y="170040"/>
                  </a:lnTo>
                  <a:lnTo>
                    <a:pt x="686562" y="152819"/>
                  </a:lnTo>
                  <a:lnTo>
                    <a:pt x="704164" y="129984"/>
                  </a:lnTo>
                  <a:lnTo>
                    <a:pt x="712698" y="139395"/>
                  </a:lnTo>
                  <a:lnTo>
                    <a:pt x="718540" y="124218"/>
                  </a:lnTo>
                  <a:lnTo>
                    <a:pt x="723379" y="128498"/>
                  </a:lnTo>
                  <a:lnTo>
                    <a:pt x="723671" y="127368"/>
                  </a:lnTo>
                  <a:lnTo>
                    <a:pt x="780326" y="171411"/>
                  </a:lnTo>
                  <a:lnTo>
                    <a:pt x="780326" y="151815"/>
                  </a:lnTo>
                  <a:lnTo>
                    <a:pt x="727964" y="111086"/>
                  </a:lnTo>
                  <a:lnTo>
                    <a:pt x="732764" y="92875"/>
                  </a:lnTo>
                  <a:lnTo>
                    <a:pt x="735050" y="89916"/>
                  </a:lnTo>
                  <a:lnTo>
                    <a:pt x="877544" y="145326"/>
                  </a:lnTo>
                  <a:lnTo>
                    <a:pt x="877544" y="128701"/>
                  </a:lnTo>
                  <a:lnTo>
                    <a:pt x="752906" y="80251"/>
                  </a:lnTo>
                  <a:lnTo>
                    <a:pt x="926249" y="126377"/>
                  </a:lnTo>
                  <a:lnTo>
                    <a:pt x="926249" y="110350"/>
                  </a:lnTo>
                  <a:lnTo>
                    <a:pt x="754519" y="64643"/>
                  </a:lnTo>
                  <a:lnTo>
                    <a:pt x="755256" y="63690"/>
                  </a:lnTo>
                  <a:lnTo>
                    <a:pt x="742810" y="61226"/>
                  </a:lnTo>
                  <a:lnTo>
                    <a:pt x="757262" y="23749"/>
                  </a:lnTo>
                  <a:lnTo>
                    <a:pt x="750849" y="24358"/>
                  </a:lnTo>
                  <a:lnTo>
                    <a:pt x="755002" y="8636"/>
                  </a:lnTo>
                  <a:lnTo>
                    <a:pt x="619848" y="36804"/>
                  </a:lnTo>
                  <a:lnTo>
                    <a:pt x="612140" y="38341"/>
                  </a:lnTo>
                  <a:lnTo>
                    <a:pt x="612140" y="160807"/>
                  </a:lnTo>
                  <a:lnTo>
                    <a:pt x="612140" y="455028"/>
                  </a:lnTo>
                  <a:lnTo>
                    <a:pt x="524586" y="386943"/>
                  </a:lnTo>
                  <a:lnTo>
                    <a:pt x="612140" y="369582"/>
                  </a:lnTo>
                  <a:lnTo>
                    <a:pt x="612140" y="353796"/>
                  </a:lnTo>
                  <a:lnTo>
                    <a:pt x="508406" y="374370"/>
                  </a:lnTo>
                  <a:lnTo>
                    <a:pt x="488315" y="358749"/>
                  </a:lnTo>
                  <a:lnTo>
                    <a:pt x="488315" y="378358"/>
                  </a:lnTo>
                  <a:lnTo>
                    <a:pt x="146812" y="446062"/>
                  </a:lnTo>
                  <a:lnTo>
                    <a:pt x="432536" y="334975"/>
                  </a:lnTo>
                  <a:lnTo>
                    <a:pt x="488315" y="378358"/>
                  </a:lnTo>
                  <a:lnTo>
                    <a:pt x="488315" y="358749"/>
                  </a:lnTo>
                  <a:lnTo>
                    <a:pt x="449338" y="328434"/>
                  </a:lnTo>
                  <a:lnTo>
                    <a:pt x="612140" y="265137"/>
                  </a:lnTo>
                  <a:lnTo>
                    <a:pt x="612140" y="242506"/>
                  </a:lnTo>
                  <a:lnTo>
                    <a:pt x="598487" y="237210"/>
                  </a:lnTo>
                  <a:lnTo>
                    <a:pt x="598487" y="253822"/>
                  </a:lnTo>
                  <a:lnTo>
                    <a:pt x="435089" y="317360"/>
                  </a:lnTo>
                  <a:lnTo>
                    <a:pt x="418287" y="304304"/>
                  </a:lnTo>
                  <a:lnTo>
                    <a:pt x="418287" y="323888"/>
                  </a:lnTo>
                  <a:lnTo>
                    <a:pt x="108305" y="444398"/>
                  </a:lnTo>
                  <a:lnTo>
                    <a:pt x="340779" y="263626"/>
                  </a:lnTo>
                  <a:lnTo>
                    <a:pt x="418287" y="323888"/>
                  </a:lnTo>
                  <a:lnTo>
                    <a:pt x="418287" y="304304"/>
                  </a:lnTo>
                  <a:lnTo>
                    <a:pt x="353377" y="253822"/>
                  </a:lnTo>
                  <a:lnTo>
                    <a:pt x="435076" y="190296"/>
                  </a:lnTo>
                  <a:lnTo>
                    <a:pt x="598487" y="253822"/>
                  </a:lnTo>
                  <a:lnTo>
                    <a:pt x="598487" y="237210"/>
                  </a:lnTo>
                  <a:lnTo>
                    <a:pt x="449326" y="179209"/>
                  </a:lnTo>
                  <a:lnTo>
                    <a:pt x="482041" y="153771"/>
                  </a:lnTo>
                  <a:lnTo>
                    <a:pt x="612140" y="187490"/>
                  </a:lnTo>
                  <a:lnTo>
                    <a:pt x="612140" y="171488"/>
                  </a:lnTo>
                  <a:lnTo>
                    <a:pt x="570979" y="160807"/>
                  </a:lnTo>
                  <a:lnTo>
                    <a:pt x="612140" y="160807"/>
                  </a:lnTo>
                  <a:lnTo>
                    <a:pt x="612140" y="38341"/>
                  </a:lnTo>
                  <a:lnTo>
                    <a:pt x="556361" y="49415"/>
                  </a:lnTo>
                  <a:lnTo>
                    <a:pt x="556361" y="157022"/>
                  </a:lnTo>
                  <a:lnTo>
                    <a:pt x="497484" y="141770"/>
                  </a:lnTo>
                  <a:lnTo>
                    <a:pt x="508393" y="133286"/>
                  </a:lnTo>
                  <a:lnTo>
                    <a:pt x="543420" y="140233"/>
                  </a:lnTo>
                  <a:lnTo>
                    <a:pt x="556361" y="157022"/>
                  </a:lnTo>
                  <a:lnTo>
                    <a:pt x="556361" y="49415"/>
                  </a:lnTo>
                  <a:lnTo>
                    <a:pt x="529056" y="54838"/>
                  </a:lnTo>
                  <a:lnTo>
                    <a:pt x="529056" y="121589"/>
                  </a:lnTo>
                  <a:lnTo>
                    <a:pt x="524573" y="120700"/>
                  </a:lnTo>
                  <a:lnTo>
                    <a:pt x="526961" y="118846"/>
                  </a:lnTo>
                  <a:lnTo>
                    <a:pt x="529056" y="121589"/>
                  </a:lnTo>
                  <a:lnTo>
                    <a:pt x="529056" y="54838"/>
                  </a:lnTo>
                  <a:lnTo>
                    <a:pt x="484441" y="63690"/>
                  </a:lnTo>
                  <a:lnTo>
                    <a:pt x="517512" y="106591"/>
                  </a:lnTo>
                  <a:lnTo>
                    <a:pt x="504494" y="116713"/>
                  </a:lnTo>
                  <a:lnTo>
                    <a:pt x="488315" y="113512"/>
                  </a:lnTo>
                  <a:lnTo>
                    <a:pt x="488315" y="129298"/>
                  </a:lnTo>
                  <a:lnTo>
                    <a:pt x="478586" y="136867"/>
                  </a:lnTo>
                  <a:lnTo>
                    <a:pt x="463143" y="132867"/>
                  </a:lnTo>
                  <a:lnTo>
                    <a:pt x="463143" y="148869"/>
                  </a:lnTo>
                  <a:lnTo>
                    <a:pt x="432523" y="172681"/>
                  </a:lnTo>
                  <a:lnTo>
                    <a:pt x="418274" y="167144"/>
                  </a:lnTo>
                  <a:lnTo>
                    <a:pt x="418274" y="183756"/>
                  </a:lnTo>
                  <a:lnTo>
                    <a:pt x="340779" y="244017"/>
                  </a:lnTo>
                  <a:lnTo>
                    <a:pt x="328180" y="234226"/>
                  </a:lnTo>
                  <a:lnTo>
                    <a:pt x="328180" y="253822"/>
                  </a:lnTo>
                  <a:lnTo>
                    <a:pt x="69443" y="455015"/>
                  </a:lnTo>
                  <a:lnTo>
                    <a:pt x="69443" y="160807"/>
                  </a:lnTo>
                  <a:lnTo>
                    <a:pt x="121094" y="160807"/>
                  </a:lnTo>
                  <a:lnTo>
                    <a:pt x="121551" y="161747"/>
                  </a:lnTo>
                  <a:lnTo>
                    <a:pt x="122275" y="160807"/>
                  </a:lnTo>
                  <a:lnTo>
                    <a:pt x="123444" y="160807"/>
                  </a:lnTo>
                  <a:lnTo>
                    <a:pt x="122974" y="159893"/>
                  </a:lnTo>
                  <a:lnTo>
                    <a:pt x="146037" y="129984"/>
                  </a:lnTo>
                  <a:lnTo>
                    <a:pt x="154571" y="139395"/>
                  </a:lnTo>
                  <a:lnTo>
                    <a:pt x="160667" y="123558"/>
                  </a:lnTo>
                  <a:lnTo>
                    <a:pt x="163271" y="125590"/>
                  </a:lnTo>
                  <a:lnTo>
                    <a:pt x="165836" y="127825"/>
                  </a:lnTo>
                  <a:lnTo>
                    <a:pt x="165887" y="127622"/>
                  </a:lnTo>
                  <a:lnTo>
                    <a:pt x="328180" y="253822"/>
                  </a:lnTo>
                  <a:lnTo>
                    <a:pt x="328180" y="234226"/>
                  </a:lnTo>
                  <a:lnTo>
                    <a:pt x="172529" y="113220"/>
                  </a:lnTo>
                  <a:lnTo>
                    <a:pt x="177101" y="89992"/>
                  </a:lnTo>
                  <a:lnTo>
                    <a:pt x="418274" y="183756"/>
                  </a:lnTo>
                  <a:lnTo>
                    <a:pt x="418274" y="167144"/>
                  </a:lnTo>
                  <a:lnTo>
                    <a:pt x="187502" y="77419"/>
                  </a:lnTo>
                  <a:lnTo>
                    <a:pt x="463143" y="148869"/>
                  </a:lnTo>
                  <a:lnTo>
                    <a:pt x="463143" y="132867"/>
                  </a:lnTo>
                  <a:lnTo>
                    <a:pt x="322694" y="96469"/>
                  </a:lnTo>
                  <a:lnTo>
                    <a:pt x="488315" y="129298"/>
                  </a:lnTo>
                  <a:lnTo>
                    <a:pt x="488315" y="113512"/>
                  </a:lnTo>
                  <a:lnTo>
                    <a:pt x="187515" y="53860"/>
                  </a:lnTo>
                  <a:lnTo>
                    <a:pt x="199136" y="23749"/>
                  </a:lnTo>
                  <a:lnTo>
                    <a:pt x="192405" y="24396"/>
                  </a:lnTo>
                  <a:lnTo>
                    <a:pt x="196684" y="7759"/>
                  </a:lnTo>
                  <a:lnTo>
                    <a:pt x="193103" y="8534"/>
                  </a:lnTo>
                  <a:lnTo>
                    <a:pt x="194792" y="0"/>
                  </a:lnTo>
                  <a:lnTo>
                    <a:pt x="61722" y="36804"/>
                  </a:lnTo>
                  <a:lnTo>
                    <a:pt x="0" y="160807"/>
                  </a:lnTo>
                  <a:lnTo>
                    <a:pt x="54000" y="160807"/>
                  </a:lnTo>
                  <a:lnTo>
                    <a:pt x="54000" y="470827"/>
                  </a:lnTo>
                  <a:lnTo>
                    <a:pt x="61722" y="470827"/>
                  </a:lnTo>
                  <a:lnTo>
                    <a:pt x="63220" y="478421"/>
                  </a:lnTo>
                  <a:lnTo>
                    <a:pt x="504494" y="390931"/>
                  </a:lnTo>
                  <a:lnTo>
                    <a:pt x="615124" y="476948"/>
                  </a:lnTo>
                  <a:lnTo>
                    <a:pt x="619836" y="470827"/>
                  </a:lnTo>
                  <a:lnTo>
                    <a:pt x="621830" y="478307"/>
                  </a:lnTo>
                  <a:lnTo>
                    <a:pt x="950722" y="390779"/>
                  </a:lnTo>
                  <a:lnTo>
                    <a:pt x="1175194" y="478053"/>
                  </a:lnTo>
                  <a:lnTo>
                    <a:pt x="1177963" y="470852"/>
                  </a:lnTo>
                  <a:lnTo>
                    <a:pt x="1180871" y="478015"/>
                  </a:lnTo>
                  <a:lnTo>
                    <a:pt x="1396453" y="390791"/>
                  </a:lnTo>
                  <a:lnTo>
                    <a:pt x="1734185" y="478320"/>
                  </a:lnTo>
                  <a:lnTo>
                    <a:pt x="1736077" y="470916"/>
                  </a:lnTo>
                  <a:lnTo>
                    <a:pt x="1741081" y="476758"/>
                  </a:lnTo>
                  <a:lnTo>
                    <a:pt x="1836140" y="396557"/>
                  </a:lnTo>
                  <a:lnTo>
                    <a:pt x="2249030" y="478421"/>
                  </a:lnTo>
                  <a:lnTo>
                    <a:pt x="2250490" y="470903"/>
                  </a:lnTo>
                  <a:lnTo>
                    <a:pt x="2258237" y="470827"/>
                  </a:lnTo>
                  <a:lnTo>
                    <a:pt x="2258237" y="160807"/>
                  </a:lnTo>
                  <a:lnTo>
                    <a:pt x="2312251" y="1608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9305817" y="1513594"/>
            <a:ext cx="3062605" cy="2600325"/>
            <a:chOff x="9305817" y="1513594"/>
            <a:chExt cx="3062605" cy="2600325"/>
          </a:xfrm>
        </p:grpSpPr>
        <p:sp>
          <p:nvSpPr>
            <p:cNvPr id="8" name="object 8"/>
            <p:cNvSpPr/>
            <p:nvPr/>
          </p:nvSpPr>
          <p:spPr>
            <a:xfrm>
              <a:off x="9305811" y="2443022"/>
              <a:ext cx="1383665" cy="1670685"/>
            </a:xfrm>
            <a:custGeom>
              <a:avLst/>
              <a:gdLst/>
              <a:ahLst/>
              <a:cxnLst/>
              <a:rect l="l" t="t" r="r" b="b"/>
              <a:pathLst>
                <a:path w="1383665" h="1670685">
                  <a:moveTo>
                    <a:pt x="311162" y="1103757"/>
                  </a:moveTo>
                  <a:lnTo>
                    <a:pt x="307086" y="1083525"/>
                  </a:lnTo>
                  <a:lnTo>
                    <a:pt x="295973" y="1067003"/>
                  </a:lnTo>
                  <a:lnTo>
                    <a:pt x="279488" y="1055852"/>
                  </a:lnTo>
                  <a:lnTo>
                    <a:pt x="259308" y="1051763"/>
                  </a:lnTo>
                  <a:lnTo>
                    <a:pt x="51866" y="1051763"/>
                  </a:lnTo>
                  <a:lnTo>
                    <a:pt x="31673" y="1055852"/>
                  </a:lnTo>
                  <a:lnTo>
                    <a:pt x="15189" y="1067003"/>
                  </a:lnTo>
                  <a:lnTo>
                    <a:pt x="4076" y="1083525"/>
                  </a:lnTo>
                  <a:lnTo>
                    <a:pt x="0" y="1103757"/>
                  </a:lnTo>
                  <a:lnTo>
                    <a:pt x="0" y="1618462"/>
                  </a:lnTo>
                  <a:lnTo>
                    <a:pt x="4076" y="1638706"/>
                  </a:lnTo>
                  <a:lnTo>
                    <a:pt x="15189" y="1655229"/>
                  </a:lnTo>
                  <a:lnTo>
                    <a:pt x="31673" y="1666367"/>
                  </a:lnTo>
                  <a:lnTo>
                    <a:pt x="51866" y="1670456"/>
                  </a:lnTo>
                  <a:lnTo>
                    <a:pt x="259308" y="1670456"/>
                  </a:lnTo>
                  <a:lnTo>
                    <a:pt x="279488" y="1666367"/>
                  </a:lnTo>
                  <a:lnTo>
                    <a:pt x="295973" y="1655229"/>
                  </a:lnTo>
                  <a:lnTo>
                    <a:pt x="307086" y="1638706"/>
                  </a:lnTo>
                  <a:lnTo>
                    <a:pt x="311162" y="1618462"/>
                  </a:lnTo>
                  <a:lnTo>
                    <a:pt x="311162" y="1103757"/>
                  </a:lnTo>
                  <a:close/>
                </a:path>
                <a:path w="1383665" h="1670685">
                  <a:moveTo>
                    <a:pt x="311162" y="51993"/>
                  </a:moveTo>
                  <a:lnTo>
                    <a:pt x="307086" y="31762"/>
                  </a:lnTo>
                  <a:lnTo>
                    <a:pt x="295973" y="15227"/>
                  </a:lnTo>
                  <a:lnTo>
                    <a:pt x="279488" y="4089"/>
                  </a:lnTo>
                  <a:lnTo>
                    <a:pt x="259308" y="0"/>
                  </a:lnTo>
                  <a:lnTo>
                    <a:pt x="51866" y="0"/>
                  </a:lnTo>
                  <a:lnTo>
                    <a:pt x="31673" y="4089"/>
                  </a:lnTo>
                  <a:lnTo>
                    <a:pt x="15189" y="15227"/>
                  </a:lnTo>
                  <a:lnTo>
                    <a:pt x="4076" y="31762"/>
                  </a:lnTo>
                  <a:lnTo>
                    <a:pt x="0" y="51993"/>
                  </a:lnTo>
                  <a:lnTo>
                    <a:pt x="0" y="566699"/>
                  </a:lnTo>
                  <a:lnTo>
                    <a:pt x="4076" y="586943"/>
                  </a:lnTo>
                  <a:lnTo>
                    <a:pt x="15189" y="603465"/>
                  </a:lnTo>
                  <a:lnTo>
                    <a:pt x="31673" y="614603"/>
                  </a:lnTo>
                  <a:lnTo>
                    <a:pt x="51866" y="618693"/>
                  </a:lnTo>
                  <a:lnTo>
                    <a:pt x="259308" y="618693"/>
                  </a:lnTo>
                  <a:lnTo>
                    <a:pt x="279488" y="614603"/>
                  </a:lnTo>
                  <a:lnTo>
                    <a:pt x="295973" y="603465"/>
                  </a:lnTo>
                  <a:lnTo>
                    <a:pt x="307086" y="586943"/>
                  </a:lnTo>
                  <a:lnTo>
                    <a:pt x="311162" y="566699"/>
                  </a:lnTo>
                  <a:lnTo>
                    <a:pt x="311162" y="51993"/>
                  </a:lnTo>
                  <a:close/>
                </a:path>
                <a:path w="1383665" h="1670685">
                  <a:moveTo>
                    <a:pt x="869200" y="1103757"/>
                  </a:moveTo>
                  <a:lnTo>
                    <a:pt x="865124" y="1083525"/>
                  </a:lnTo>
                  <a:lnTo>
                    <a:pt x="854011" y="1067003"/>
                  </a:lnTo>
                  <a:lnTo>
                    <a:pt x="837526" y="1055852"/>
                  </a:lnTo>
                  <a:lnTo>
                    <a:pt x="817333" y="1051763"/>
                  </a:lnTo>
                  <a:lnTo>
                    <a:pt x="609892" y="1051763"/>
                  </a:lnTo>
                  <a:lnTo>
                    <a:pt x="589711" y="1055852"/>
                  </a:lnTo>
                  <a:lnTo>
                    <a:pt x="573227" y="1067003"/>
                  </a:lnTo>
                  <a:lnTo>
                    <a:pt x="562114" y="1083525"/>
                  </a:lnTo>
                  <a:lnTo>
                    <a:pt x="558038" y="1103757"/>
                  </a:lnTo>
                  <a:lnTo>
                    <a:pt x="558038" y="1618462"/>
                  </a:lnTo>
                  <a:lnTo>
                    <a:pt x="562114" y="1638706"/>
                  </a:lnTo>
                  <a:lnTo>
                    <a:pt x="573227" y="1655229"/>
                  </a:lnTo>
                  <a:lnTo>
                    <a:pt x="589711" y="1666367"/>
                  </a:lnTo>
                  <a:lnTo>
                    <a:pt x="609892" y="1670456"/>
                  </a:lnTo>
                  <a:lnTo>
                    <a:pt x="817333" y="1670456"/>
                  </a:lnTo>
                  <a:lnTo>
                    <a:pt x="837526" y="1666367"/>
                  </a:lnTo>
                  <a:lnTo>
                    <a:pt x="854011" y="1655229"/>
                  </a:lnTo>
                  <a:lnTo>
                    <a:pt x="865124" y="1638706"/>
                  </a:lnTo>
                  <a:lnTo>
                    <a:pt x="869200" y="1618462"/>
                  </a:lnTo>
                  <a:lnTo>
                    <a:pt x="869200" y="1103757"/>
                  </a:lnTo>
                  <a:close/>
                </a:path>
                <a:path w="1383665" h="1670685">
                  <a:moveTo>
                    <a:pt x="869200" y="51993"/>
                  </a:moveTo>
                  <a:lnTo>
                    <a:pt x="865124" y="31762"/>
                  </a:lnTo>
                  <a:lnTo>
                    <a:pt x="854011" y="15227"/>
                  </a:lnTo>
                  <a:lnTo>
                    <a:pt x="837526" y="4089"/>
                  </a:lnTo>
                  <a:lnTo>
                    <a:pt x="817333" y="0"/>
                  </a:lnTo>
                  <a:lnTo>
                    <a:pt x="609892" y="0"/>
                  </a:lnTo>
                  <a:lnTo>
                    <a:pt x="589711" y="4089"/>
                  </a:lnTo>
                  <a:lnTo>
                    <a:pt x="573227" y="15227"/>
                  </a:lnTo>
                  <a:lnTo>
                    <a:pt x="562114" y="31762"/>
                  </a:lnTo>
                  <a:lnTo>
                    <a:pt x="558038" y="51993"/>
                  </a:lnTo>
                  <a:lnTo>
                    <a:pt x="558038" y="566699"/>
                  </a:lnTo>
                  <a:lnTo>
                    <a:pt x="562114" y="586943"/>
                  </a:lnTo>
                  <a:lnTo>
                    <a:pt x="573227" y="603465"/>
                  </a:lnTo>
                  <a:lnTo>
                    <a:pt x="589711" y="614603"/>
                  </a:lnTo>
                  <a:lnTo>
                    <a:pt x="609892" y="618693"/>
                  </a:lnTo>
                  <a:lnTo>
                    <a:pt x="817333" y="618693"/>
                  </a:lnTo>
                  <a:lnTo>
                    <a:pt x="837526" y="614603"/>
                  </a:lnTo>
                  <a:lnTo>
                    <a:pt x="854011" y="603465"/>
                  </a:lnTo>
                  <a:lnTo>
                    <a:pt x="865124" y="586943"/>
                  </a:lnTo>
                  <a:lnTo>
                    <a:pt x="869200" y="566699"/>
                  </a:lnTo>
                  <a:lnTo>
                    <a:pt x="869200" y="51993"/>
                  </a:lnTo>
                  <a:close/>
                </a:path>
                <a:path w="1383665" h="1670685">
                  <a:moveTo>
                    <a:pt x="1383512" y="1103757"/>
                  </a:moveTo>
                  <a:lnTo>
                    <a:pt x="1379435" y="1083525"/>
                  </a:lnTo>
                  <a:lnTo>
                    <a:pt x="1368323" y="1067003"/>
                  </a:lnTo>
                  <a:lnTo>
                    <a:pt x="1351838" y="1055852"/>
                  </a:lnTo>
                  <a:lnTo>
                    <a:pt x="1331658" y="1051763"/>
                  </a:lnTo>
                  <a:lnTo>
                    <a:pt x="1124216" y="1051763"/>
                  </a:lnTo>
                  <a:lnTo>
                    <a:pt x="1104023" y="1055852"/>
                  </a:lnTo>
                  <a:lnTo>
                    <a:pt x="1087539" y="1067003"/>
                  </a:lnTo>
                  <a:lnTo>
                    <a:pt x="1076426" y="1083525"/>
                  </a:lnTo>
                  <a:lnTo>
                    <a:pt x="1072349" y="1103757"/>
                  </a:lnTo>
                  <a:lnTo>
                    <a:pt x="1072349" y="1618462"/>
                  </a:lnTo>
                  <a:lnTo>
                    <a:pt x="1076426" y="1638706"/>
                  </a:lnTo>
                  <a:lnTo>
                    <a:pt x="1087539" y="1655229"/>
                  </a:lnTo>
                  <a:lnTo>
                    <a:pt x="1104023" y="1666367"/>
                  </a:lnTo>
                  <a:lnTo>
                    <a:pt x="1124216" y="1670456"/>
                  </a:lnTo>
                  <a:lnTo>
                    <a:pt x="1331658" y="1670456"/>
                  </a:lnTo>
                  <a:lnTo>
                    <a:pt x="1351838" y="1666367"/>
                  </a:lnTo>
                  <a:lnTo>
                    <a:pt x="1368323" y="1655229"/>
                  </a:lnTo>
                  <a:lnTo>
                    <a:pt x="1379435" y="1638706"/>
                  </a:lnTo>
                  <a:lnTo>
                    <a:pt x="1383512" y="1618462"/>
                  </a:lnTo>
                  <a:lnTo>
                    <a:pt x="1383512" y="1103757"/>
                  </a:lnTo>
                  <a:close/>
                </a:path>
                <a:path w="1383665" h="1670685">
                  <a:moveTo>
                    <a:pt x="1383512" y="51993"/>
                  </a:moveTo>
                  <a:lnTo>
                    <a:pt x="1379435" y="31762"/>
                  </a:lnTo>
                  <a:lnTo>
                    <a:pt x="1368323" y="15227"/>
                  </a:lnTo>
                  <a:lnTo>
                    <a:pt x="1351838" y="4089"/>
                  </a:lnTo>
                  <a:lnTo>
                    <a:pt x="1331658" y="0"/>
                  </a:lnTo>
                  <a:lnTo>
                    <a:pt x="1124216" y="0"/>
                  </a:lnTo>
                  <a:lnTo>
                    <a:pt x="1104023" y="4089"/>
                  </a:lnTo>
                  <a:lnTo>
                    <a:pt x="1087539" y="15227"/>
                  </a:lnTo>
                  <a:lnTo>
                    <a:pt x="1076426" y="31762"/>
                  </a:lnTo>
                  <a:lnTo>
                    <a:pt x="1072349" y="51993"/>
                  </a:lnTo>
                  <a:lnTo>
                    <a:pt x="1072349" y="566699"/>
                  </a:lnTo>
                  <a:lnTo>
                    <a:pt x="1076426" y="586943"/>
                  </a:lnTo>
                  <a:lnTo>
                    <a:pt x="1087539" y="603465"/>
                  </a:lnTo>
                  <a:lnTo>
                    <a:pt x="1104023" y="614603"/>
                  </a:lnTo>
                  <a:lnTo>
                    <a:pt x="1124216" y="618693"/>
                  </a:lnTo>
                  <a:lnTo>
                    <a:pt x="1331658" y="618693"/>
                  </a:lnTo>
                  <a:lnTo>
                    <a:pt x="1351838" y="614603"/>
                  </a:lnTo>
                  <a:lnTo>
                    <a:pt x="1368323" y="603465"/>
                  </a:lnTo>
                  <a:lnTo>
                    <a:pt x="1379435" y="586943"/>
                  </a:lnTo>
                  <a:lnTo>
                    <a:pt x="1383512" y="566699"/>
                  </a:lnTo>
                  <a:lnTo>
                    <a:pt x="1383512" y="51993"/>
                  </a:lnTo>
                  <a:close/>
                </a:path>
              </a:pathLst>
            </a:custGeom>
            <a:solidFill>
              <a:srgbClr val="6D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399677" y="3050565"/>
              <a:ext cx="1196340" cy="451484"/>
            </a:xfrm>
            <a:custGeom>
              <a:avLst/>
              <a:gdLst/>
              <a:ahLst/>
              <a:cxnLst/>
              <a:rect l="l" t="t" r="r" b="b"/>
              <a:pathLst>
                <a:path w="1196340" h="451485">
                  <a:moveTo>
                    <a:pt x="1195781" y="134886"/>
                  </a:moveTo>
                  <a:lnTo>
                    <a:pt x="1185494" y="114261"/>
                  </a:lnTo>
                  <a:lnTo>
                    <a:pt x="1134071" y="11150"/>
                  </a:lnTo>
                  <a:lnTo>
                    <a:pt x="1126350" y="10528"/>
                  </a:lnTo>
                  <a:lnTo>
                    <a:pt x="1126350" y="134886"/>
                  </a:lnTo>
                  <a:lnTo>
                    <a:pt x="1126350" y="427634"/>
                  </a:lnTo>
                  <a:lnTo>
                    <a:pt x="1091996" y="398716"/>
                  </a:lnTo>
                  <a:lnTo>
                    <a:pt x="1091996" y="418909"/>
                  </a:lnTo>
                  <a:lnTo>
                    <a:pt x="801255" y="301498"/>
                  </a:lnTo>
                  <a:lnTo>
                    <a:pt x="876909" y="237794"/>
                  </a:lnTo>
                  <a:lnTo>
                    <a:pt x="1091996" y="418909"/>
                  </a:lnTo>
                  <a:lnTo>
                    <a:pt x="1091996" y="398716"/>
                  </a:lnTo>
                  <a:lnTo>
                    <a:pt x="888898" y="227698"/>
                  </a:lnTo>
                  <a:lnTo>
                    <a:pt x="1037666" y="102425"/>
                  </a:lnTo>
                  <a:lnTo>
                    <a:pt x="1042644" y="114769"/>
                  </a:lnTo>
                  <a:lnTo>
                    <a:pt x="1051382" y="104863"/>
                  </a:lnTo>
                  <a:lnTo>
                    <a:pt x="1073912" y="131762"/>
                  </a:lnTo>
                  <a:lnTo>
                    <a:pt x="1072349" y="134886"/>
                  </a:lnTo>
                  <a:lnTo>
                    <a:pt x="1076540" y="134886"/>
                  </a:lnTo>
                  <a:lnTo>
                    <a:pt x="1079246" y="138112"/>
                  </a:lnTo>
                  <a:lnTo>
                    <a:pt x="1080630" y="134886"/>
                  </a:lnTo>
                  <a:lnTo>
                    <a:pt x="1126350" y="134886"/>
                  </a:lnTo>
                  <a:lnTo>
                    <a:pt x="1126350" y="10528"/>
                  </a:lnTo>
                  <a:lnTo>
                    <a:pt x="1031608" y="2844"/>
                  </a:lnTo>
                  <a:lnTo>
                    <a:pt x="1031608" y="87325"/>
                  </a:lnTo>
                  <a:lnTo>
                    <a:pt x="876909" y="217601"/>
                  </a:lnTo>
                  <a:lnTo>
                    <a:pt x="864908" y="207505"/>
                  </a:lnTo>
                  <a:lnTo>
                    <a:pt x="864908" y="227698"/>
                  </a:lnTo>
                  <a:lnTo>
                    <a:pt x="785050" y="294944"/>
                  </a:lnTo>
                  <a:lnTo>
                    <a:pt x="771664" y="289547"/>
                  </a:lnTo>
                  <a:lnTo>
                    <a:pt x="771664" y="306209"/>
                  </a:lnTo>
                  <a:lnTo>
                    <a:pt x="627468" y="427634"/>
                  </a:lnTo>
                  <a:lnTo>
                    <a:pt x="627468" y="247980"/>
                  </a:lnTo>
                  <a:lnTo>
                    <a:pt x="771664" y="306209"/>
                  </a:lnTo>
                  <a:lnTo>
                    <a:pt x="771664" y="289547"/>
                  </a:lnTo>
                  <a:lnTo>
                    <a:pt x="627468" y="231305"/>
                  </a:lnTo>
                  <a:lnTo>
                    <a:pt x="627468" y="224078"/>
                  </a:lnTo>
                  <a:lnTo>
                    <a:pt x="785050" y="160451"/>
                  </a:lnTo>
                  <a:lnTo>
                    <a:pt x="864908" y="227698"/>
                  </a:lnTo>
                  <a:lnTo>
                    <a:pt x="864908" y="207505"/>
                  </a:lnTo>
                  <a:lnTo>
                    <a:pt x="801255" y="153898"/>
                  </a:lnTo>
                  <a:lnTo>
                    <a:pt x="1018832" y="66027"/>
                  </a:lnTo>
                  <a:lnTo>
                    <a:pt x="1026922" y="75666"/>
                  </a:lnTo>
                  <a:lnTo>
                    <a:pt x="1031608" y="87325"/>
                  </a:lnTo>
                  <a:lnTo>
                    <a:pt x="1031608" y="2844"/>
                  </a:lnTo>
                  <a:lnTo>
                    <a:pt x="996518" y="0"/>
                  </a:lnTo>
                  <a:lnTo>
                    <a:pt x="1012698" y="40284"/>
                  </a:lnTo>
                  <a:lnTo>
                    <a:pt x="999858" y="43357"/>
                  </a:lnTo>
                  <a:lnTo>
                    <a:pt x="1008405" y="53568"/>
                  </a:lnTo>
                  <a:lnTo>
                    <a:pt x="787882" y="142633"/>
                  </a:lnTo>
                  <a:lnTo>
                    <a:pt x="771664" y="128981"/>
                  </a:lnTo>
                  <a:lnTo>
                    <a:pt x="771664" y="149186"/>
                  </a:lnTo>
                  <a:lnTo>
                    <a:pt x="627468" y="207416"/>
                  </a:lnTo>
                  <a:lnTo>
                    <a:pt x="627468" y="134886"/>
                  </a:lnTo>
                  <a:lnTo>
                    <a:pt x="673176" y="134886"/>
                  </a:lnTo>
                  <a:lnTo>
                    <a:pt x="674573" y="138112"/>
                  </a:lnTo>
                  <a:lnTo>
                    <a:pt x="677265" y="134886"/>
                  </a:lnTo>
                  <a:lnTo>
                    <a:pt x="681469" y="134886"/>
                  </a:lnTo>
                  <a:lnTo>
                    <a:pt x="679894" y="131749"/>
                  </a:lnTo>
                  <a:lnTo>
                    <a:pt x="709307" y="96659"/>
                  </a:lnTo>
                  <a:lnTo>
                    <a:pt x="771664" y="149186"/>
                  </a:lnTo>
                  <a:lnTo>
                    <a:pt x="771664" y="128981"/>
                  </a:lnTo>
                  <a:lnTo>
                    <a:pt x="719226" y="84810"/>
                  </a:lnTo>
                  <a:lnTo>
                    <a:pt x="730338" y="71551"/>
                  </a:lnTo>
                  <a:lnTo>
                    <a:pt x="753960" y="43357"/>
                  </a:lnTo>
                  <a:lnTo>
                    <a:pt x="619747" y="11150"/>
                  </a:lnTo>
                  <a:lnTo>
                    <a:pt x="612038" y="12687"/>
                  </a:lnTo>
                  <a:lnTo>
                    <a:pt x="612038" y="134886"/>
                  </a:lnTo>
                  <a:lnTo>
                    <a:pt x="612038" y="213652"/>
                  </a:lnTo>
                  <a:lnTo>
                    <a:pt x="612038" y="241744"/>
                  </a:lnTo>
                  <a:lnTo>
                    <a:pt x="612038" y="428472"/>
                  </a:lnTo>
                  <a:lnTo>
                    <a:pt x="444106" y="298145"/>
                  </a:lnTo>
                  <a:lnTo>
                    <a:pt x="597890" y="236029"/>
                  </a:lnTo>
                  <a:lnTo>
                    <a:pt x="612038" y="241744"/>
                  </a:lnTo>
                  <a:lnTo>
                    <a:pt x="612038" y="213652"/>
                  </a:lnTo>
                  <a:lnTo>
                    <a:pt x="597903" y="219367"/>
                  </a:lnTo>
                  <a:lnTo>
                    <a:pt x="577265" y="211035"/>
                  </a:lnTo>
                  <a:lnTo>
                    <a:pt x="577265" y="227698"/>
                  </a:lnTo>
                  <a:lnTo>
                    <a:pt x="429983" y="287185"/>
                  </a:lnTo>
                  <a:lnTo>
                    <a:pt x="413397" y="274320"/>
                  </a:lnTo>
                  <a:lnTo>
                    <a:pt x="413397" y="293878"/>
                  </a:lnTo>
                  <a:lnTo>
                    <a:pt x="110388" y="416242"/>
                  </a:lnTo>
                  <a:lnTo>
                    <a:pt x="340728" y="237477"/>
                  </a:lnTo>
                  <a:lnTo>
                    <a:pt x="413397" y="293878"/>
                  </a:lnTo>
                  <a:lnTo>
                    <a:pt x="413397" y="274320"/>
                  </a:lnTo>
                  <a:lnTo>
                    <a:pt x="353326" y="227698"/>
                  </a:lnTo>
                  <a:lnTo>
                    <a:pt x="429971" y="168224"/>
                  </a:lnTo>
                  <a:lnTo>
                    <a:pt x="577265" y="227698"/>
                  </a:lnTo>
                  <a:lnTo>
                    <a:pt x="577265" y="211035"/>
                  </a:lnTo>
                  <a:lnTo>
                    <a:pt x="444106" y="157251"/>
                  </a:lnTo>
                  <a:lnTo>
                    <a:pt x="526872" y="93014"/>
                  </a:lnTo>
                  <a:lnTo>
                    <a:pt x="558495" y="133972"/>
                  </a:lnTo>
                  <a:lnTo>
                    <a:pt x="558038" y="134886"/>
                  </a:lnTo>
                  <a:lnTo>
                    <a:pt x="559206" y="134886"/>
                  </a:lnTo>
                  <a:lnTo>
                    <a:pt x="559930" y="135813"/>
                  </a:lnTo>
                  <a:lnTo>
                    <a:pt x="560374" y="134886"/>
                  </a:lnTo>
                  <a:lnTo>
                    <a:pt x="612038" y="134886"/>
                  </a:lnTo>
                  <a:lnTo>
                    <a:pt x="612038" y="12687"/>
                  </a:lnTo>
                  <a:lnTo>
                    <a:pt x="484365" y="37973"/>
                  </a:lnTo>
                  <a:lnTo>
                    <a:pt x="517423" y="80784"/>
                  </a:lnTo>
                  <a:lnTo>
                    <a:pt x="427520" y="150558"/>
                  </a:lnTo>
                  <a:lnTo>
                    <a:pt x="413397" y="144856"/>
                  </a:lnTo>
                  <a:lnTo>
                    <a:pt x="413397" y="161518"/>
                  </a:lnTo>
                  <a:lnTo>
                    <a:pt x="340728" y="217919"/>
                  </a:lnTo>
                  <a:lnTo>
                    <a:pt x="328129" y="208153"/>
                  </a:lnTo>
                  <a:lnTo>
                    <a:pt x="328129" y="227698"/>
                  </a:lnTo>
                  <a:lnTo>
                    <a:pt x="69430" y="428472"/>
                  </a:lnTo>
                  <a:lnTo>
                    <a:pt x="69430" y="134886"/>
                  </a:lnTo>
                  <a:lnTo>
                    <a:pt x="121081" y="134886"/>
                  </a:lnTo>
                  <a:lnTo>
                    <a:pt x="121539" y="135813"/>
                  </a:lnTo>
                  <a:lnTo>
                    <a:pt x="122250" y="134886"/>
                  </a:lnTo>
                  <a:lnTo>
                    <a:pt x="123431" y="134886"/>
                  </a:lnTo>
                  <a:lnTo>
                    <a:pt x="122961" y="133972"/>
                  </a:lnTo>
                  <a:lnTo>
                    <a:pt x="144957" y="105498"/>
                  </a:lnTo>
                  <a:lnTo>
                    <a:pt x="153149" y="114769"/>
                  </a:lnTo>
                  <a:lnTo>
                    <a:pt x="160147" y="97332"/>
                  </a:lnTo>
                  <a:lnTo>
                    <a:pt x="328129" y="227698"/>
                  </a:lnTo>
                  <a:lnTo>
                    <a:pt x="328129" y="208153"/>
                  </a:lnTo>
                  <a:lnTo>
                    <a:pt x="166141" y="82423"/>
                  </a:lnTo>
                  <a:lnTo>
                    <a:pt x="169799" y="73329"/>
                  </a:lnTo>
                  <a:lnTo>
                    <a:pt x="173799" y="68160"/>
                  </a:lnTo>
                  <a:lnTo>
                    <a:pt x="175793" y="65570"/>
                  </a:lnTo>
                  <a:lnTo>
                    <a:pt x="413397" y="161518"/>
                  </a:lnTo>
                  <a:lnTo>
                    <a:pt x="413397" y="144856"/>
                  </a:lnTo>
                  <a:lnTo>
                    <a:pt x="185610" y="52857"/>
                  </a:lnTo>
                  <a:lnTo>
                    <a:pt x="197104" y="37973"/>
                  </a:lnTo>
                  <a:lnTo>
                    <a:pt x="184975" y="35572"/>
                  </a:lnTo>
                  <a:lnTo>
                    <a:pt x="199275" y="0"/>
                  </a:lnTo>
                  <a:lnTo>
                    <a:pt x="61722" y="11150"/>
                  </a:lnTo>
                  <a:lnTo>
                    <a:pt x="0" y="134886"/>
                  </a:lnTo>
                  <a:lnTo>
                    <a:pt x="54000" y="134886"/>
                  </a:lnTo>
                  <a:lnTo>
                    <a:pt x="54000" y="444220"/>
                  </a:lnTo>
                  <a:lnTo>
                    <a:pt x="61709" y="444220"/>
                  </a:lnTo>
                  <a:lnTo>
                    <a:pt x="64604" y="451396"/>
                  </a:lnTo>
                  <a:lnTo>
                    <a:pt x="427520" y="304838"/>
                  </a:lnTo>
                  <a:lnTo>
                    <a:pt x="615035" y="450342"/>
                  </a:lnTo>
                  <a:lnTo>
                    <a:pt x="619747" y="444233"/>
                  </a:lnTo>
                  <a:lnTo>
                    <a:pt x="624713" y="450151"/>
                  </a:lnTo>
                  <a:lnTo>
                    <a:pt x="787882" y="312762"/>
                  </a:lnTo>
                  <a:lnTo>
                    <a:pt x="1131189" y="451396"/>
                  </a:lnTo>
                  <a:lnTo>
                    <a:pt x="1134071" y="444220"/>
                  </a:lnTo>
                  <a:lnTo>
                    <a:pt x="1141780" y="444220"/>
                  </a:lnTo>
                  <a:lnTo>
                    <a:pt x="1141780" y="134886"/>
                  </a:lnTo>
                  <a:lnTo>
                    <a:pt x="1195781" y="1348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933205" y="1521312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4" y="0"/>
                  </a:moveTo>
                  <a:lnTo>
                    <a:pt x="51861" y="0"/>
                  </a:lnTo>
                  <a:lnTo>
                    <a:pt x="31674" y="4085"/>
                  </a:lnTo>
                  <a:lnTo>
                    <a:pt x="15189" y="15228"/>
                  </a:lnTo>
                  <a:lnTo>
                    <a:pt x="4075" y="31754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5" y="586934"/>
                  </a:lnTo>
                  <a:lnTo>
                    <a:pt x="15189" y="603459"/>
                  </a:lnTo>
                  <a:lnTo>
                    <a:pt x="31674" y="614601"/>
                  </a:lnTo>
                  <a:lnTo>
                    <a:pt x="51861" y="618686"/>
                  </a:lnTo>
                  <a:lnTo>
                    <a:pt x="259304" y="618686"/>
                  </a:lnTo>
                  <a:lnTo>
                    <a:pt x="279491" y="614601"/>
                  </a:lnTo>
                  <a:lnTo>
                    <a:pt x="295976" y="603459"/>
                  </a:lnTo>
                  <a:lnTo>
                    <a:pt x="307090" y="586934"/>
                  </a:lnTo>
                  <a:lnTo>
                    <a:pt x="311166" y="566696"/>
                  </a:lnTo>
                  <a:lnTo>
                    <a:pt x="311166" y="51991"/>
                  </a:lnTo>
                  <a:lnTo>
                    <a:pt x="307090" y="31754"/>
                  </a:lnTo>
                  <a:lnTo>
                    <a:pt x="295976" y="15228"/>
                  </a:lnTo>
                  <a:lnTo>
                    <a:pt x="279491" y="4085"/>
                  </a:lnTo>
                  <a:lnTo>
                    <a:pt x="259304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933205" y="1521312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933205" y="2573079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4" y="0"/>
                  </a:moveTo>
                  <a:lnTo>
                    <a:pt x="51861" y="0"/>
                  </a:lnTo>
                  <a:lnTo>
                    <a:pt x="31674" y="4085"/>
                  </a:lnTo>
                  <a:lnTo>
                    <a:pt x="15189" y="15226"/>
                  </a:lnTo>
                  <a:lnTo>
                    <a:pt x="4075" y="31752"/>
                  </a:lnTo>
                  <a:lnTo>
                    <a:pt x="0" y="51989"/>
                  </a:lnTo>
                  <a:lnTo>
                    <a:pt x="0" y="566696"/>
                  </a:lnTo>
                  <a:lnTo>
                    <a:pt x="4075" y="586933"/>
                  </a:lnTo>
                  <a:lnTo>
                    <a:pt x="15189" y="603458"/>
                  </a:lnTo>
                  <a:lnTo>
                    <a:pt x="31674" y="614601"/>
                  </a:lnTo>
                  <a:lnTo>
                    <a:pt x="51861" y="618686"/>
                  </a:lnTo>
                  <a:lnTo>
                    <a:pt x="259304" y="618686"/>
                  </a:lnTo>
                  <a:lnTo>
                    <a:pt x="279491" y="614601"/>
                  </a:lnTo>
                  <a:lnTo>
                    <a:pt x="295976" y="603458"/>
                  </a:lnTo>
                  <a:lnTo>
                    <a:pt x="307090" y="586933"/>
                  </a:lnTo>
                  <a:lnTo>
                    <a:pt x="311166" y="566696"/>
                  </a:lnTo>
                  <a:lnTo>
                    <a:pt x="311166" y="51989"/>
                  </a:lnTo>
                  <a:lnTo>
                    <a:pt x="307090" y="31752"/>
                  </a:lnTo>
                  <a:lnTo>
                    <a:pt x="295976" y="15226"/>
                  </a:lnTo>
                  <a:lnTo>
                    <a:pt x="279491" y="4085"/>
                  </a:lnTo>
                  <a:lnTo>
                    <a:pt x="259304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933205" y="2573079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491237" y="1521312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6" y="0"/>
                  </a:moveTo>
                  <a:lnTo>
                    <a:pt x="51861" y="0"/>
                  </a:lnTo>
                  <a:lnTo>
                    <a:pt x="31674" y="4085"/>
                  </a:lnTo>
                  <a:lnTo>
                    <a:pt x="15189" y="15228"/>
                  </a:lnTo>
                  <a:lnTo>
                    <a:pt x="4075" y="31754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5" y="586934"/>
                  </a:lnTo>
                  <a:lnTo>
                    <a:pt x="15189" y="603459"/>
                  </a:lnTo>
                  <a:lnTo>
                    <a:pt x="31674" y="614601"/>
                  </a:lnTo>
                  <a:lnTo>
                    <a:pt x="51861" y="618686"/>
                  </a:lnTo>
                  <a:lnTo>
                    <a:pt x="259306" y="618686"/>
                  </a:lnTo>
                  <a:lnTo>
                    <a:pt x="279493" y="614601"/>
                  </a:lnTo>
                  <a:lnTo>
                    <a:pt x="295978" y="603459"/>
                  </a:lnTo>
                  <a:lnTo>
                    <a:pt x="307093" y="586934"/>
                  </a:lnTo>
                  <a:lnTo>
                    <a:pt x="311169" y="566696"/>
                  </a:lnTo>
                  <a:lnTo>
                    <a:pt x="311169" y="51991"/>
                  </a:lnTo>
                  <a:lnTo>
                    <a:pt x="307093" y="31754"/>
                  </a:lnTo>
                  <a:lnTo>
                    <a:pt x="295978" y="15228"/>
                  </a:lnTo>
                  <a:lnTo>
                    <a:pt x="279493" y="4085"/>
                  </a:lnTo>
                  <a:lnTo>
                    <a:pt x="2593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491237" y="1521312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491237" y="2573079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6" y="0"/>
                  </a:moveTo>
                  <a:lnTo>
                    <a:pt x="51861" y="0"/>
                  </a:lnTo>
                  <a:lnTo>
                    <a:pt x="31674" y="4085"/>
                  </a:lnTo>
                  <a:lnTo>
                    <a:pt x="15189" y="15226"/>
                  </a:lnTo>
                  <a:lnTo>
                    <a:pt x="4075" y="31752"/>
                  </a:lnTo>
                  <a:lnTo>
                    <a:pt x="0" y="51989"/>
                  </a:lnTo>
                  <a:lnTo>
                    <a:pt x="0" y="566696"/>
                  </a:lnTo>
                  <a:lnTo>
                    <a:pt x="4075" y="586933"/>
                  </a:lnTo>
                  <a:lnTo>
                    <a:pt x="15189" y="603458"/>
                  </a:lnTo>
                  <a:lnTo>
                    <a:pt x="31674" y="614601"/>
                  </a:lnTo>
                  <a:lnTo>
                    <a:pt x="51861" y="618686"/>
                  </a:lnTo>
                  <a:lnTo>
                    <a:pt x="259306" y="618686"/>
                  </a:lnTo>
                  <a:lnTo>
                    <a:pt x="279493" y="614601"/>
                  </a:lnTo>
                  <a:lnTo>
                    <a:pt x="295978" y="603458"/>
                  </a:lnTo>
                  <a:lnTo>
                    <a:pt x="307093" y="586933"/>
                  </a:lnTo>
                  <a:lnTo>
                    <a:pt x="311169" y="566696"/>
                  </a:lnTo>
                  <a:lnTo>
                    <a:pt x="311169" y="51989"/>
                  </a:lnTo>
                  <a:lnTo>
                    <a:pt x="307093" y="31752"/>
                  </a:lnTo>
                  <a:lnTo>
                    <a:pt x="295978" y="15226"/>
                  </a:lnTo>
                  <a:lnTo>
                    <a:pt x="279493" y="4085"/>
                  </a:lnTo>
                  <a:lnTo>
                    <a:pt x="2593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491237" y="2573079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049269" y="1521312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4" y="0"/>
                  </a:moveTo>
                  <a:lnTo>
                    <a:pt x="51862" y="0"/>
                  </a:lnTo>
                  <a:lnTo>
                    <a:pt x="31675" y="4085"/>
                  </a:lnTo>
                  <a:lnTo>
                    <a:pt x="15190" y="15228"/>
                  </a:lnTo>
                  <a:lnTo>
                    <a:pt x="4075" y="31754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5" y="586934"/>
                  </a:lnTo>
                  <a:lnTo>
                    <a:pt x="15190" y="603459"/>
                  </a:lnTo>
                  <a:lnTo>
                    <a:pt x="31675" y="614601"/>
                  </a:lnTo>
                  <a:lnTo>
                    <a:pt x="51862" y="618686"/>
                  </a:lnTo>
                  <a:lnTo>
                    <a:pt x="259304" y="618686"/>
                  </a:lnTo>
                  <a:lnTo>
                    <a:pt x="279492" y="614601"/>
                  </a:lnTo>
                  <a:lnTo>
                    <a:pt x="295977" y="603459"/>
                  </a:lnTo>
                  <a:lnTo>
                    <a:pt x="307092" y="586934"/>
                  </a:lnTo>
                  <a:lnTo>
                    <a:pt x="311167" y="566696"/>
                  </a:lnTo>
                  <a:lnTo>
                    <a:pt x="311167" y="51991"/>
                  </a:lnTo>
                  <a:lnTo>
                    <a:pt x="307092" y="31754"/>
                  </a:lnTo>
                  <a:lnTo>
                    <a:pt x="295977" y="15228"/>
                  </a:lnTo>
                  <a:lnTo>
                    <a:pt x="279492" y="4085"/>
                  </a:lnTo>
                  <a:lnTo>
                    <a:pt x="259304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049269" y="1521312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049269" y="2573079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4" y="0"/>
                  </a:moveTo>
                  <a:lnTo>
                    <a:pt x="51862" y="0"/>
                  </a:lnTo>
                  <a:lnTo>
                    <a:pt x="31675" y="4085"/>
                  </a:lnTo>
                  <a:lnTo>
                    <a:pt x="15190" y="15226"/>
                  </a:lnTo>
                  <a:lnTo>
                    <a:pt x="4075" y="31752"/>
                  </a:lnTo>
                  <a:lnTo>
                    <a:pt x="0" y="51989"/>
                  </a:lnTo>
                  <a:lnTo>
                    <a:pt x="0" y="566696"/>
                  </a:lnTo>
                  <a:lnTo>
                    <a:pt x="4075" y="586933"/>
                  </a:lnTo>
                  <a:lnTo>
                    <a:pt x="15190" y="603458"/>
                  </a:lnTo>
                  <a:lnTo>
                    <a:pt x="31675" y="614601"/>
                  </a:lnTo>
                  <a:lnTo>
                    <a:pt x="51862" y="618686"/>
                  </a:lnTo>
                  <a:lnTo>
                    <a:pt x="259304" y="618686"/>
                  </a:lnTo>
                  <a:lnTo>
                    <a:pt x="279492" y="614601"/>
                  </a:lnTo>
                  <a:lnTo>
                    <a:pt x="295977" y="603458"/>
                  </a:lnTo>
                  <a:lnTo>
                    <a:pt x="307092" y="586933"/>
                  </a:lnTo>
                  <a:lnTo>
                    <a:pt x="311167" y="566696"/>
                  </a:lnTo>
                  <a:lnTo>
                    <a:pt x="311167" y="51989"/>
                  </a:lnTo>
                  <a:lnTo>
                    <a:pt x="307092" y="31752"/>
                  </a:lnTo>
                  <a:lnTo>
                    <a:pt x="295977" y="15226"/>
                  </a:lnTo>
                  <a:lnTo>
                    <a:pt x="279492" y="4085"/>
                  </a:lnTo>
                  <a:lnTo>
                    <a:pt x="259304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049269" y="2573079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459989" y="2092058"/>
              <a:ext cx="2806700" cy="488315"/>
            </a:xfrm>
            <a:custGeom>
              <a:avLst/>
              <a:gdLst/>
              <a:ahLst/>
              <a:cxnLst/>
              <a:rect l="l" t="t" r="r" b="b"/>
              <a:pathLst>
                <a:path w="2806700" h="488314">
                  <a:moveTo>
                    <a:pt x="2806573" y="171678"/>
                  </a:moveTo>
                  <a:lnTo>
                    <a:pt x="2796286" y="151066"/>
                  </a:lnTo>
                  <a:lnTo>
                    <a:pt x="2744863" y="47942"/>
                  </a:lnTo>
                  <a:lnTo>
                    <a:pt x="2633281" y="6629"/>
                  </a:lnTo>
                  <a:lnTo>
                    <a:pt x="2633281" y="124764"/>
                  </a:lnTo>
                  <a:lnTo>
                    <a:pt x="2194547" y="465264"/>
                  </a:lnTo>
                  <a:lnTo>
                    <a:pt x="2194547" y="269786"/>
                  </a:lnTo>
                  <a:lnTo>
                    <a:pt x="2626626" y="102120"/>
                  </a:lnTo>
                  <a:lnTo>
                    <a:pt x="2628925" y="122999"/>
                  </a:lnTo>
                  <a:lnTo>
                    <a:pt x="2630462" y="122008"/>
                  </a:lnTo>
                  <a:lnTo>
                    <a:pt x="2631046" y="126187"/>
                  </a:lnTo>
                  <a:lnTo>
                    <a:pt x="2633268" y="124663"/>
                  </a:lnTo>
                  <a:lnTo>
                    <a:pt x="2633281" y="6629"/>
                  </a:lnTo>
                  <a:lnTo>
                    <a:pt x="2619819" y="1638"/>
                  </a:lnTo>
                  <a:lnTo>
                    <a:pt x="2619819" y="88188"/>
                  </a:lnTo>
                  <a:lnTo>
                    <a:pt x="2194547" y="253212"/>
                  </a:lnTo>
                  <a:lnTo>
                    <a:pt x="2194547" y="171678"/>
                  </a:lnTo>
                  <a:lnTo>
                    <a:pt x="2248547" y="171678"/>
                  </a:lnTo>
                  <a:lnTo>
                    <a:pt x="2238260" y="151066"/>
                  </a:lnTo>
                  <a:lnTo>
                    <a:pt x="2236698" y="147955"/>
                  </a:lnTo>
                  <a:lnTo>
                    <a:pt x="2613253" y="79679"/>
                  </a:lnTo>
                  <a:lnTo>
                    <a:pt x="2619819" y="88188"/>
                  </a:lnTo>
                  <a:lnTo>
                    <a:pt x="2619819" y="1638"/>
                  </a:lnTo>
                  <a:lnTo>
                    <a:pt x="2615412" y="0"/>
                  </a:lnTo>
                  <a:lnTo>
                    <a:pt x="2615869" y="4216"/>
                  </a:lnTo>
                  <a:lnTo>
                    <a:pt x="2614142" y="3619"/>
                  </a:lnTo>
                  <a:lnTo>
                    <a:pt x="2614993" y="9855"/>
                  </a:lnTo>
                  <a:lnTo>
                    <a:pt x="2612415" y="9093"/>
                  </a:lnTo>
                  <a:lnTo>
                    <a:pt x="2617241" y="35852"/>
                  </a:lnTo>
                  <a:lnTo>
                    <a:pt x="2607475" y="34912"/>
                  </a:lnTo>
                  <a:lnTo>
                    <a:pt x="2615031" y="54508"/>
                  </a:lnTo>
                  <a:lnTo>
                    <a:pt x="2377363" y="80772"/>
                  </a:lnTo>
                  <a:lnTo>
                    <a:pt x="2377363" y="106730"/>
                  </a:lnTo>
                  <a:lnTo>
                    <a:pt x="2229497" y="133540"/>
                  </a:lnTo>
                  <a:lnTo>
                    <a:pt x="2226551" y="127635"/>
                  </a:lnTo>
                  <a:lnTo>
                    <a:pt x="2377363" y="106730"/>
                  </a:lnTo>
                  <a:lnTo>
                    <a:pt x="2377363" y="80772"/>
                  </a:lnTo>
                  <a:lnTo>
                    <a:pt x="2212276" y="98996"/>
                  </a:lnTo>
                  <a:lnTo>
                    <a:pt x="2186825" y="47942"/>
                  </a:lnTo>
                  <a:lnTo>
                    <a:pt x="2179116" y="45339"/>
                  </a:lnTo>
                  <a:lnTo>
                    <a:pt x="2179116" y="171678"/>
                  </a:lnTo>
                  <a:lnTo>
                    <a:pt x="2179116" y="259194"/>
                  </a:lnTo>
                  <a:lnTo>
                    <a:pt x="1675396" y="454647"/>
                  </a:lnTo>
                  <a:lnTo>
                    <a:pt x="2019909" y="187274"/>
                  </a:lnTo>
                  <a:lnTo>
                    <a:pt x="2123770" y="168440"/>
                  </a:lnTo>
                  <a:lnTo>
                    <a:pt x="2125573" y="170764"/>
                  </a:lnTo>
                  <a:lnTo>
                    <a:pt x="2125116" y="171678"/>
                  </a:lnTo>
                  <a:lnTo>
                    <a:pt x="2126272" y="171678"/>
                  </a:lnTo>
                  <a:lnTo>
                    <a:pt x="2127008" y="172618"/>
                  </a:lnTo>
                  <a:lnTo>
                    <a:pt x="2127453" y="171678"/>
                  </a:lnTo>
                  <a:lnTo>
                    <a:pt x="2179116" y="171678"/>
                  </a:lnTo>
                  <a:lnTo>
                    <a:pt x="2179116" y="45339"/>
                  </a:lnTo>
                  <a:lnTo>
                    <a:pt x="2113102" y="22948"/>
                  </a:lnTo>
                  <a:lnTo>
                    <a:pt x="2113102" y="154647"/>
                  </a:lnTo>
                  <a:lnTo>
                    <a:pt x="2046351" y="166751"/>
                  </a:lnTo>
                  <a:lnTo>
                    <a:pt x="2068525" y="149542"/>
                  </a:lnTo>
                  <a:lnTo>
                    <a:pt x="2105240" y="144449"/>
                  </a:lnTo>
                  <a:lnTo>
                    <a:pt x="2113102" y="154647"/>
                  </a:lnTo>
                  <a:lnTo>
                    <a:pt x="2113102" y="22948"/>
                  </a:lnTo>
                  <a:lnTo>
                    <a:pt x="2071408" y="8813"/>
                  </a:lnTo>
                  <a:lnTo>
                    <a:pt x="2071408" y="114554"/>
                  </a:lnTo>
                  <a:lnTo>
                    <a:pt x="2067826" y="114960"/>
                  </a:lnTo>
                  <a:lnTo>
                    <a:pt x="2067826" y="130517"/>
                  </a:lnTo>
                  <a:lnTo>
                    <a:pt x="2062340" y="134785"/>
                  </a:lnTo>
                  <a:lnTo>
                    <a:pt x="2037829" y="138188"/>
                  </a:lnTo>
                  <a:lnTo>
                    <a:pt x="2037829" y="153797"/>
                  </a:lnTo>
                  <a:lnTo>
                    <a:pt x="2013458" y="172720"/>
                  </a:lnTo>
                  <a:lnTo>
                    <a:pt x="1987016" y="177520"/>
                  </a:lnTo>
                  <a:lnTo>
                    <a:pt x="1987016" y="193230"/>
                  </a:lnTo>
                  <a:lnTo>
                    <a:pt x="1636509" y="465277"/>
                  </a:lnTo>
                  <a:lnTo>
                    <a:pt x="1636509" y="256794"/>
                  </a:lnTo>
                  <a:lnTo>
                    <a:pt x="1987016" y="193230"/>
                  </a:lnTo>
                  <a:lnTo>
                    <a:pt x="1987016" y="177520"/>
                  </a:lnTo>
                  <a:lnTo>
                    <a:pt x="1636509" y="241071"/>
                  </a:lnTo>
                  <a:lnTo>
                    <a:pt x="1636509" y="209448"/>
                  </a:lnTo>
                  <a:lnTo>
                    <a:pt x="2037829" y="153797"/>
                  </a:lnTo>
                  <a:lnTo>
                    <a:pt x="2037829" y="138188"/>
                  </a:lnTo>
                  <a:lnTo>
                    <a:pt x="1726006" y="181419"/>
                  </a:lnTo>
                  <a:lnTo>
                    <a:pt x="1807273" y="159296"/>
                  </a:lnTo>
                  <a:lnTo>
                    <a:pt x="2067826" y="130517"/>
                  </a:lnTo>
                  <a:lnTo>
                    <a:pt x="2067826" y="114960"/>
                  </a:lnTo>
                  <a:lnTo>
                    <a:pt x="1903476" y="133108"/>
                  </a:lnTo>
                  <a:lnTo>
                    <a:pt x="2062949" y="89700"/>
                  </a:lnTo>
                  <a:lnTo>
                    <a:pt x="2069071" y="97612"/>
                  </a:lnTo>
                  <a:lnTo>
                    <a:pt x="2071408" y="114554"/>
                  </a:lnTo>
                  <a:lnTo>
                    <a:pt x="2071408" y="8813"/>
                  </a:lnTo>
                  <a:lnTo>
                    <a:pt x="2056104" y="3619"/>
                  </a:lnTo>
                  <a:lnTo>
                    <a:pt x="2057057" y="10541"/>
                  </a:lnTo>
                  <a:lnTo>
                    <a:pt x="2054199" y="9715"/>
                  </a:lnTo>
                  <a:lnTo>
                    <a:pt x="2056409" y="21666"/>
                  </a:lnTo>
                  <a:lnTo>
                    <a:pt x="2051532" y="20675"/>
                  </a:lnTo>
                  <a:lnTo>
                    <a:pt x="2061502" y="57531"/>
                  </a:lnTo>
                  <a:lnTo>
                    <a:pt x="2002218" y="65760"/>
                  </a:lnTo>
                  <a:lnTo>
                    <a:pt x="2002218" y="90195"/>
                  </a:lnTo>
                  <a:lnTo>
                    <a:pt x="1804365" y="144056"/>
                  </a:lnTo>
                  <a:lnTo>
                    <a:pt x="1708175" y="154686"/>
                  </a:lnTo>
                  <a:lnTo>
                    <a:pt x="1708175" y="170243"/>
                  </a:lnTo>
                  <a:lnTo>
                    <a:pt x="1636509" y="189763"/>
                  </a:lnTo>
                  <a:lnTo>
                    <a:pt x="1636509" y="178155"/>
                  </a:lnTo>
                  <a:lnTo>
                    <a:pt x="1708175" y="170243"/>
                  </a:lnTo>
                  <a:lnTo>
                    <a:pt x="1708175" y="154686"/>
                  </a:lnTo>
                  <a:lnTo>
                    <a:pt x="1683385" y="157416"/>
                  </a:lnTo>
                  <a:lnTo>
                    <a:pt x="1680222" y="151066"/>
                  </a:lnTo>
                  <a:lnTo>
                    <a:pt x="1679790" y="150228"/>
                  </a:lnTo>
                  <a:lnTo>
                    <a:pt x="2002218" y="90195"/>
                  </a:lnTo>
                  <a:lnTo>
                    <a:pt x="2002218" y="65760"/>
                  </a:lnTo>
                  <a:lnTo>
                    <a:pt x="1856994" y="85890"/>
                  </a:lnTo>
                  <a:lnTo>
                    <a:pt x="1856994" y="101511"/>
                  </a:lnTo>
                  <a:lnTo>
                    <a:pt x="1672615" y="135839"/>
                  </a:lnTo>
                  <a:lnTo>
                    <a:pt x="1668526" y="127635"/>
                  </a:lnTo>
                  <a:lnTo>
                    <a:pt x="1856994" y="101511"/>
                  </a:lnTo>
                  <a:lnTo>
                    <a:pt x="1856994" y="85890"/>
                  </a:lnTo>
                  <a:lnTo>
                    <a:pt x="1661236" y="113017"/>
                  </a:lnTo>
                  <a:lnTo>
                    <a:pt x="1628800" y="47942"/>
                  </a:lnTo>
                  <a:lnTo>
                    <a:pt x="1621078" y="63423"/>
                  </a:lnTo>
                  <a:lnTo>
                    <a:pt x="1621078" y="179857"/>
                  </a:lnTo>
                  <a:lnTo>
                    <a:pt x="1621078" y="193954"/>
                  </a:lnTo>
                  <a:lnTo>
                    <a:pt x="1621078" y="211582"/>
                  </a:lnTo>
                  <a:lnTo>
                    <a:pt x="1621078" y="243865"/>
                  </a:lnTo>
                  <a:lnTo>
                    <a:pt x="1248384" y="311454"/>
                  </a:lnTo>
                  <a:lnTo>
                    <a:pt x="1609102" y="213245"/>
                  </a:lnTo>
                  <a:lnTo>
                    <a:pt x="1621078" y="211582"/>
                  </a:lnTo>
                  <a:lnTo>
                    <a:pt x="1621078" y="193954"/>
                  </a:lnTo>
                  <a:lnTo>
                    <a:pt x="1606042" y="198056"/>
                  </a:lnTo>
                  <a:lnTo>
                    <a:pt x="1489100" y="214274"/>
                  </a:lnTo>
                  <a:lnTo>
                    <a:pt x="1489100" y="229895"/>
                  </a:lnTo>
                  <a:lnTo>
                    <a:pt x="1135176" y="326237"/>
                  </a:lnTo>
                  <a:lnTo>
                    <a:pt x="1251267" y="262864"/>
                  </a:lnTo>
                  <a:lnTo>
                    <a:pt x="1489100" y="229895"/>
                  </a:lnTo>
                  <a:lnTo>
                    <a:pt x="1489100" y="214274"/>
                  </a:lnTo>
                  <a:lnTo>
                    <a:pt x="1289621" y="241922"/>
                  </a:lnTo>
                  <a:lnTo>
                    <a:pt x="1342542" y="213029"/>
                  </a:lnTo>
                  <a:lnTo>
                    <a:pt x="1374114" y="207149"/>
                  </a:lnTo>
                  <a:lnTo>
                    <a:pt x="1621078" y="179857"/>
                  </a:lnTo>
                  <a:lnTo>
                    <a:pt x="1621078" y="63423"/>
                  </a:lnTo>
                  <a:lnTo>
                    <a:pt x="1591513" y="122694"/>
                  </a:lnTo>
                  <a:lnTo>
                    <a:pt x="1583143" y="123863"/>
                  </a:lnTo>
                  <a:lnTo>
                    <a:pt x="1583143" y="139471"/>
                  </a:lnTo>
                  <a:lnTo>
                    <a:pt x="1575981" y="153835"/>
                  </a:lnTo>
                  <a:lnTo>
                    <a:pt x="1552105" y="158280"/>
                  </a:lnTo>
                  <a:lnTo>
                    <a:pt x="1563268" y="142227"/>
                  </a:lnTo>
                  <a:lnTo>
                    <a:pt x="1583143" y="139471"/>
                  </a:lnTo>
                  <a:lnTo>
                    <a:pt x="1583143" y="123863"/>
                  </a:lnTo>
                  <a:lnTo>
                    <a:pt x="1575282" y="124955"/>
                  </a:lnTo>
                  <a:lnTo>
                    <a:pt x="1599247" y="90474"/>
                  </a:lnTo>
                  <a:lnTo>
                    <a:pt x="1628800" y="47942"/>
                  </a:lnTo>
                  <a:lnTo>
                    <a:pt x="1548536" y="24815"/>
                  </a:lnTo>
                  <a:lnTo>
                    <a:pt x="1548536" y="158953"/>
                  </a:lnTo>
                  <a:lnTo>
                    <a:pt x="1386281" y="189153"/>
                  </a:lnTo>
                  <a:lnTo>
                    <a:pt x="1441234" y="159156"/>
                  </a:lnTo>
                  <a:lnTo>
                    <a:pt x="1541119" y="145300"/>
                  </a:lnTo>
                  <a:lnTo>
                    <a:pt x="1548536" y="158953"/>
                  </a:lnTo>
                  <a:lnTo>
                    <a:pt x="1548536" y="24815"/>
                  </a:lnTo>
                  <a:lnTo>
                    <a:pt x="1524228" y="17805"/>
                  </a:lnTo>
                  <a:lnTo>
                    <a:pt x="1524228" y="132029"/>
                  </a:lnTo>
                  <a:lnTo>
                    <a:pt x="1479562" y="138226"/>
                  </a:lnTo>
                  <a:lnTo>
                    <a:pt x="1516253" y="118198"/>
                  </a:lnTo>
                  <a:lnTo>
                    <a:pt x="1518704" y="131368"/>
                  </a:lnTo>
                  <a:lnTo>
                    <a:pt x="1523098" y="128041"/>
                  </a:lnTo>
                  <a:lnTo>
                    <a:pt x="1524228" y="132029"/>
                  </a:lnTo>
                  <a:lnTo>
                    <a:pt x="1524228" y="17805"/>
                  </a:lnTo>
                  <a:lnTo>
                    <a:pt x="1513293" y="14655"/>
                  </a:lnTo>
                  <a:lnTo>
                    <a:pt x="1513293" y="102209"/>
                  </a:lnTo>
                  <a:lnTo>
                    <a:pt x="1436344" y="144221"/>
                  </a:lnTo>
                  <a:lnTo>
                    <a:pt x="1398003" y="149542"/>
                  </a:lnTo>
                  <a:lnTo>
                    <a:pt x="1398003" y="165150"/>
                  </a:lnTo>
                  <a:lnTo>
                    <a:pt x="1343355" y="194983"/>
                  </a:lnTo>
                  <a:lnTo>
                    <a:pt x="1293609" y="200482"/>
                  </a:lnTo>
                  <a:lnTo>
                    <a:pt x="1293609" y="222148"/>
                  </a:lnTo>
                  <a:lnTo>
                    <a:pt x="1246390" y="247916"/>
                  </a:lnTo>
                  <a:lnTo>
                    <a:pt x="889177" y="297446"/>
                  </a:lnTo>
                  <a:lnTo>
                    <a:pt x="1293609" y="222148"/>
                  </a:lnTo>
                  <a:lnTo>
                    <a:pt x="1293609" y="200482"/>
                  </a:lnTo>
                  <a:lnTo>
                    <a:pt x="1166507" y="214515"/>
                  </a:lnTo>
                  <a:lnTo>
                    <a:pt x="1166507" y="230073"/>
                  </a:lnTo>
                  <a:lnTo>
                    <a:pt x="723049" y="312648"/>
                  </a:lnTo>
                  <a:lnTo>
                    <a:pt x="917333" y="257594"/>
                  </a:lnTo>
                  <a:lnTo>
                    <a:pt x="1166507" y="230073"/>
                  </a:lnTo>
                  <a:lnTo>
                    <a:pt x="1166507" y="214515"/>
                  </a:lnTo>
                  <a:lnTo>
                    <a:pt x="1007313" y="232092"/>
                  </a:lnTo>
                  <a:lnTo>
                    <a:pt x="1095590" y="207086"/>
                  </a:lnTo>
                  <a:lnTo>
                    <a:pt x="1398003" y="165150"/>
                  </a:lnTo>
                  <a:lnTo>
                    <a:pt x="1398003" y="149542"/>
                  </a:lnTo>
                  <a:lnTo>
                    <a:pt x="1203553" y="176491"/>
                  </a:lnTo>
                  <a:lnTo>
                    <a:pt x="1510779" y="89446"/>
                  </a:lnTo>
                  <a:lnTo>
                    <a:pt x="1510995" y="89839"/>
                  </a:lnTo>
                  <a:lnTo>
                    <a:pt x="1513293" y="102209"/>
                  </a:lnTo>
                  <a:lnTo>
                    <a:pt x="1513293" y="14655"/>
                  </a:lnTo>
                  <a:lnTo>
                    <a:pt x="1496174" y="9715"/>
                  </a:lnTo>
                  <a:lnTo>
                    <a:pt x="1498650" y="23114"/>
                  </a:lnTo>
                  <a:lnTo>
                    <a:pt x="1493227" y="22072"/>
                  </a:lnTo>
                  <a:lnTo>
                    <a:pt x="1501775" y="52412"/>
                  </a:lnTo>
                  <a:lnTo>
                    <a:pt x="1490878" y="52793"/>
                  </a:lnTo>
                  <a:lnTo>
                    <a:pt x="1497266" y="64579"/>
                  </a:lnTo>
                  <a:lnTo>
                    <a:pt x="1465224" y="70548"/>
                  </a:lnTo>
                  <a:lnTo>
                    <a:pt x="1465224" y="86271"/>
                  </a:lnTo>
                  <a:lnTo>
                    <a:pt x="1092479" y="191897"/>
                  </a:lnTo>
                  <a:lnTo>
                    <a:pt x="984504" y="206870"/>
                  </a:lnTo>
                  <a:lnTo>
                    <a:pt x="984504" y="222491"/>
                  </a:lnTo>
                  <a:lnTo>
                    <a:pt x="914336" y="242366"/>
                  </a:lnTo>
                  <a:lnTo>
                    <a:pt x="554418" y="282117"/>
                  </a:lnTo>
                  <a:lnTo>
                    <a:pt x="984504" y="222491"/>
                  </a:lnTo>
                  <a:lnTo>
                    <a:pt x="984504" y="206870"/>
                  </a:lnTo>
                  <a:lnTo>
                    <a:pt x="331050" y="297459"/>
                  </a:lnTo>
                  <a:lnTo>
                    <a:pt x="1465224" y="86271"/>
                  </a:lnTo>
                  <a:lnTo>
                    <a:pt x="1465224" y="70548"/>
                  </a:lnTo>
                  <a:lnTo>
                    <a:pt x="558" y="343281"/>
                  </a:lnTo>
                  <a:lnTo>
                    <a:pt x="355" y="343306"/>
                  </a:lnTo>
                  <a:lnTo>
                    <a:pt x="0" y="343369"/>
                  </a:lnTo>
                  <a:lnTo>
                    <a:pt x="1384" y="350913"/>
                  </a:lnTo>
                  <a:lnTo>
                    <a:pt x="2247" y="358660"/>
                  </a:lnTo>
                  <a:lnTo>
                    <a:pt x="824369" y="267855"/>
                  </a:lnTo>
                  <a:lnTo>
                    <a:pt x="557339" y="343522"/>
                  </a:lnTo>
                  <a:lnTo>
                    <a:pt x="559435" y="350964"/>
                  </a:lnTo>
                  <a:lnTo>
                    <a:pt x="559447" y="351091"/>
                  </a:lnTo>
                  <a:lnTo>
                    <a:pt x="560501" y="358635"/>
                  </a:lnTo>
                  <a:lnTo>
                    <a:pt x="1208049" y="268859"/>
                  </a:lnTo>
                  <a:lnTo>
                    <a:pt x="1070063" y="344182"/>
                  </a:lnTo>
                  <a:lnTo>
                    <a:pt x="1073759" y="351002"/>
                  </a:lnTo>
                  <a:lnTo>
                    <a:pt x="1075131" y="358584"/>
                  </a:lnTo>
                  <a:lnTo>
                    <a:pt x="1621078" y="259588"/>
                  </a:lnTo>
                  <a:lnTo>
                    <a:pt x="1621078" y="481025"/>
                  </a:lnTo>
                  <a:lnTo>
                    <a:pt x="1628787" y="481025"/>
                  </a:lnTo>
                  <a:lnTo>
                    <a:pt x="1631581" y="488238"/>
                  </a:lnTo>
                  <a:lnTo>
                    <a:pt x="2179116" y="275780"/>
                  </a:lnTo>
                  <a:lnTo>
                    <a:pt x="2179116" y="481025"/>
                  </a:lnTo>
                  <a:lnTo>
                    <a:pt x="2186813" y="481025"/>
                  </a:lnTo>
                  <a:lnTo>
                    <a:pt x="2191550" y="487146"/>
                  </a:lnTo>
                  <a:lnTo>
                    <a:pt x="2645918" y="134505"/>
                  </a:lnTo>
                  <a:lnTo>
                    <a:pt x="2652026" y="150317"/>
                  </a:lnTo>
                  <a:lnTo>
                    <a:pt x="2660548" y="140919"/>
                  </a:lnTo>
                  <a:lnTo>
                    <a:pt x="2683599" y="170764"/>
                  </a:lnTo>
                  <a:lnTo>
                    <a:pt x="2683141" y="171678"/>
                  </a:lnTo>
                  <a:lnTo>
                    <a:pt x="2684297" y="171678"/>
                  </a:lnTo>
                  <a:lnTo>
                    <a:pt x="2685034" y="172618"/>
                  </a:lnTo>
                  <a:lnTo>
                    <a:pt x="2685478" y="171678"/>
                  </a:lnTo>
                  <a:lnTo>
                    <a:pt x="2737142" y="171678"/>
                  </a:lnTo>
                  <a:lnTo>
                    <a:pt x="2737142" y="481025"/>
                  </a:lnTo>
                  <a:lnTo>
                    <a:pt x="2752572" y="481025"/>
                  </a:lnTo>
                  <a:lnTo>
                    <a:pt x="2752572" y="171678"/>
                  </a:lnTo>
                  <a:lnTo>
                    <a:pt x="2806573" y="171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84986" y="4485346"/>
          <a:ext cx="12558395" cy="3209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5850"/>
                <a:gridCol w="3874770"/>
                <a:gridCol w="4981575"/>
              </a:tblGrid>
              <a:tr h="784860">
                <a:tc>
                  <a:txBody>
                    <a:bodyPr/>
                    <a:lstStyle/>
                    <a:p>
                      <a:pPr marL="31750">
                        <a:lnSpc>
                          <a:spcPts val="5530"/>
                        </a:lnSpc>
                      </a:pPr>
                      <a:r>
                        <a:rPr dirty="0" sz="4800" spc="-1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Decoders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700">
                        <a:lnSpc>
                          <a:spcPts val="5530"/>
                        </a:lnSpc>
                      </a:pPr>
                      <a:r>
                        <a:rPr dirty="0" sz="4800" spc="-1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Encoders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ts val="5530"/>
                        </a:lnSpc>
                      </a:pPr>
                      <a:r>
                        <a:rPr dirty="0" sz="4800" spc="-3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Encoder-</a:t>
                      </a:r>
                      <a:r>
                        <a:rPr dirty="0" sz="4800" spc="-1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decoders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395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4800" spc="-1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GPT,</a:t>
                      </a:r>
                      <a:r>
                        <a:rPr dirty="0" sz="4800" spc="-1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8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Claude,</a:t>
                      </a:r>
                      <a:endParaRPr sz="48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48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Llama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B="0" marT="11430"/>
                </a:tc>
                <a:tc>
                  <a:txBody>
                    <a:bodyPr/>
                    <a:lstStyle/>
                    <a:p>
                      <a:pPr marL="52070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48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BERT</a:t>
                      </a:r>
                      <a:r>
                        <a:rPr dirty="0" sz="4800" spc="-1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8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family,</a:t>
                      </a:r>
                      <a:endParaRPr sz="4800">
                        <a:latin typeface="Calibri"/>
                        <a:cs typeface="Calibri"/>
                      </a:endParaRPr>
                    </a:p>
                    <a:p>
                      <a:pPr marL="52070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48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HuBERT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B="0" marT="1143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48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Flan-</a:t>
                      </a:r>
                      <a:r>
                        <a:rPr dirty="0" sz="48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T5,</a:t>
                      </a:r>
                      <a:r>
                        <a:rPr dirty="0" sz="48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Whisper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B="0" marT="11430"/>
                </a:tc>
              </a:tr>
              <a:tr h="7848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48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Mixtral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B="0" marT="114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Encoders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12543"/>
            <a:ext cx="11769725" cy="518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dirty="0" sz="43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varieties!</a:t>
            </a:r>
            <a:endParaRPr sz="4300">
              <a:latin typeface="Calibri"/>
              <a:cs typeface="Calibri"/>
            </a:endParaRPr>
          </a:p>
          <a:p>
            <a:pPr marL="562610" indent="-54991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Font typeface="Arial"/>
              <a:buChar char="•"/>
              <a:tabLst>
                <a:tab pos="562610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Popular: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Masked</a:t>
            </a:r>
            <a:r>
              <a:rPr dirty="0" sz="43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r>
              <a:rPr dirty="0" sz="43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(MLMs)</a:t>
            </a:r>
            <a:endParaRPr sz="4300">
              <a:latin typeface="Calibri"/>
              <a:cs typeface="Calibri"/>
            </a:endParaRPr>
          </a:p>
          <a:p>
            <a:pPr marL="562610" indent="-549910">
              <a:lnSpc>
                <a:spcPct val="100000"/>
              </a:lnSpc>
              <a:spcBef>
                <a:spcPts val="335"/>
              </a:spcBef>
              <a:buClr>
                <a:srgbClr val="E48312"/>
              </a:buClr>
              <a:buFont typeface="Arial"/>
              <a:buChar char="•"/>
              <a:tabLst>
                <a:tab pos="562610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BERT</a:t>
            </a:r>
            <a:r>
              <a:rPr dirty="0" sz="43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family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45"/>
              </a:spcBef>
              <a:buClr>
                <a:srgbClr val="E48312"/>
              </a:buClr>
              <a:buFont typeface="Arial"/>
              <a:buChar char="•"/>
            </a:pPr>
            <a:endParaRPr sz="4300">
              <a:latin typeface="Calibri"/>
              <a:cs typeface="Calibri"/>
            </a:endParaRPr>
          </a:p>
          <a:p>
            <a:pPr marL="561340" marR="1013460" indent="-548640">
              <a:lnSpc>
                <a:spcPct val="79500"/>
              </a:lnSpc>
              <a:buFont typeface="Arial"/>
              <a:buChar char="•"/>
              <a:tabLst>
                <a:tab pos="561340" algn="l"/>
                <a:tab pos="562610" algn="l"/>
              </a:tabLst>
            </a:pPr>
            <a:r>
              <a:rPr dirty="0" sz="430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dirty="0" sz="4300" spc="-35">
                <a:solidFill>
                  <a:srgbClr val="404040"/>
                </a:solidFill>
                <a:latin typeface="Calibri"/>
                <a:cs typeface="Calibri"/>
              </a:rPr>
              <a:t>Trained</a:t>
            </a:r>
            <a:r>
              <a:rPr dirty="0" sz="43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43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predicting</a:t>
            </a:r>
            <a:r>
              <a:rPr dirty="0" sz="43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43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43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surrounding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both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sides</a:t>
            </a:r>
            <a:endParaRPr sz="4300">
              <a:latin typeface="Calibri"/>
              <a:cs typeface="Calibri"/>
            </a:endParaRPr>
          </a:p>
          <a:p>
            <a:pPr marL="561340" marR="5080" indent="-548640">
              <a:lnSpc>
                <a:spcPts val="4200"/>
              </a:lnSpc>
              <a:spcBef>
                <a:spcPts val="1180"/>
              </a:spcBef>
              <a:buFont typeface="Arial"/>
              <a:buChar char="•"/>
              <a:tabLst>
                <a:tab pos="561340" algn="l"/>
                <a:tab pos="562610" algn="l"/>
              </a:tabLst>
            </a:pPr>
            <a:r>
              <a:rPr dirty="0" sz="430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usually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b="1">
                <a:solidFill>
                  <a:srgbClr val="404040"/>
                </a:solidFill>
                <a:latin typeface="Calibri"/>
                <a:cs typeface="Calibri"/>
              </a:rPr>
              <a:t>finetuned</a:t>
            </a:r>
            <a:r>
              <a:rPr dirty="0" sz="4300" spc="-6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(trained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supervised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data)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43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classification</a:t>
            </a:r>
            <a:r>
              <a:rPr dirty="0" sz="43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tasks.</a:t>
            </a:r>
            <a:endParaRPr sz="4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72187" y="747655"/>
            <a:ext cx="2500630" cy="1674495"/>
            <a:chOff x="8872187" y="747655"/>
            <a:chExt cx="2500630" cy="1674495"/>
          </a:xfrm>
        </p:grpSpPr>
        <p:sp>
          <p:nvSpPr>
            <p:cNvPr id="5" name="object 5"/>
            <p:cNvSpPr/>
            <p:nvPr/>
          </p:nvSpPr>
          <p:spPr>
            <a:xfrm>
              <a:off x="8872181" y="747661"/>
              <a:ext cx="2500630" cy="1674495"/>
            </a:xfrm>
            <a:custGeom>
              <a:avLst/>
              <a:gdLst/>
              <a:ahLst/>
              <a:cxnLst/>
              <a:rect l="l" t="t" r="r" b="b"/>
              <a:pathLst>
                <a:path w="2500629" h="1674495">
                  <a:moveTo>
                    <a:pt x="311226" y="1106144"/>
                  </a:moveTo>
                  <a:lnTo>
                    <a:pt x="307149" y="1085862"/>
                  </a:lnTo>
                  <a:lnTo>
                    <a:pt x="296024" y="1069301"/>
                  </a:lnTo>
                  <a:lnTo>
                    <a:pt x="279539" y="1058138"/>
                  </a:lnTo>
                  <a:lnTo>
                    <a:pt x="259346" y="1054036"/>
                  </a:lnTo>
                  <a:lnTo>
                    <a:pt x="51866" y="1054036"/>
                  </a:lnTo>
                  <a:lnTo>
                    <a:pt x="31686" y="1058138"/>
                  </a:lnTo>
                  <a:lnTo>
                    <a:pt x="15189" y="1069301"/>
                  </a:lnTo>
                  <a:lnTo>
                    <a:pt x="4076" y="1085862"/>
                  </a:lnTo>
                  <a:lnTo>
                    <a:pt x="0" y="1106144"/>
                  </a:lnTo>
                  <a:lnTo>
                    <a:pt x="0" y="1621955"/>
                  </a:lnTo>
                  <a:lnTo>
                    <a:pt x="4076" y="1642237"/>
                  </a:lnTo>
                  <a:lnTo>
                    <a:pt x="15189" y="1658797"/>
                  </a:lnTo>
                  <a:lnTo>
                    <a:pt x="31686" y="1669973"/>
                  </a:lnTo>
                  <a:lnTo>
                    <a:pt x="51866" y="1674063"/>
                  </a:lnTo>
                  <a:lnTo>
                    <a:pt x="259346" y="1674063"/>
                  </a:lnTo>
                  <a:lnTo>
                    <a:pt x="279539" y="1669973"/>
                  </a:lnTo>
                  <a:lnTo>
                    <a:pt x="296024" y="1658797"/>
                  </a:lnTo>
                  <a:lnTo>
                    <a:pt x="307149" y="1642237"/>
                  </a:lnTo>
                  <a:lnTo>
                    <a:pt x="311226" y="1621955"/>
                  </a:lnTo>
                  <a:lnTo>
                    <a:pt x="311226" y="1106144"/>
                  </a:lnTo>
                  <a:close/>
                </a:path>
                <a:path w="2500629" h="1674495">
                  <a:moveTo>
                    <a:pt x="311226" y="52108"/>
                  </a:moveTo>
                  <a:lnTo>
                    <a:pt x="307149" y="31826"/>
                  </a:lnTo>
                  <a:lnTo>
                    <a:pt x="296024" y="15265"/>
                  </a:lnTo>
                  <a:lnTo>
                    <a:pt x="279539" y="4089"/>
                  </a:lnTo>
                  <a:lnTo>
                    <a:pt x="259346" y="0"/>
                  </a:lnTo>
                  <a:lnTo>
                    <a:pt x="51866" y="0"/>
                  </a:lnTo>
                  <a:lnTo>
                    <a:pt x="31686" y="4089"/>
                  </a:lnTo>
                  <a:lnTo>
                    <a:pt x="15189" y="15265"/>
                  </a:lnTo>
                  <a:lnTo>
                    <a:pt x="4076" y="31826"/>
                  </a:lnTo>
                  <a:lnTo>
                    <a:pt x="0" y="52108"/>
                  </a:lnTo>
                  <a:lnTo>
                    <a:pt x="0" y="567918"/>
                  </a:lnTo>
                  <a:lnTo>
                    <a:pt x="4076" y="588200"/>
                  </a:lnTo>
                  <a:lnTo>
                    <a:pt x="15189" y="604761"/>
                  </a:lnTo>
                  <a:lnTo>
                    <a:pt x="31686" y="615924"/>
                  </a:lnTo>
                  <a:lnTo>
                    <a:pt x="51866" y="620026"/>
                  </a:lnTo>
                  <a:lnTo>
                    <a:pt x="259346" y="620026"/>
                  </a:lnTo>
                  <a:lnTo>
                    <a:pt x="279539" y="615924"/>
                  </a:lnTo>
                  <a:lnTo>
                    <a:pt x="296024" y="604761"/>
                  </a:lnTo>
                  <a:lnTo>
                    <a:pt x="307149" y="588200"/>
                  </a:lnTo>
                  <a:lnTo>
                    <a:pt x="311226" y="567918"/>
                  </a:lnTo>
                  <a:lnTo>
                    <a:pt x="311226" y="52108"/>
                  </a:lnTo>
                  <a:close/>
                </a:path>
                <a:path w="2500629" h="1674495">
                  <a:moveTo>
                    <a:pt x="869353" y="1106144"/>
                  </a:moveTo>
                  <a:lnTo>
                    <a:pt x="865276" y="1085862"/>
                  </a:lnTo>
                  <a:lnTo>
                    <a:pt x="854163" y="1069301"/>
                  </a:lnTo>
                  <a:lnTo>
                    <a:pt x="837666" y="1058138"/>
                  </a:lnTo>
                  <a:lnTo>
                    <a:pt x="817486" y="1054036"/>
                  </a:lnTo>
                  <a:lnTo>
                    <a:pt x="610006" y="1054036"/>
                  </a:lnTo>
                  <a:lnTo>
                    <a:pt x="589813" y="1058138"/>
                  </a:lnTo>
                  <a:lnTo>
                    <a:pt x="573328" y="1069301"/>
                  </a:lnTo>
                  <a:lnTo>
                    <a:pt x="562203" y="1085862"/>
                  </a:lnTo>
                  <a:lnTo>
                    <a:pt x="558126" y="1106144"/>
                  </a:lnTo>
                  <a:lnTo>
                    <a:pt x="558126" y="1621955"/>
                  </a:lnTo>
                  <a:lnTo>
                    <a:pt x="562203" y="1642237"/>
                  </a:lnTo>
                  <a:lnTo>
                    <a:pt x="573328" y="1658797"/>
                  </a:lnTo>
                  <a:lnTo>
                    <a:pt x="589813" y="1669973"/>
                  </a:lnTo>
                  <a:lnTo>
                    <a:pt x="610006" y="1674063"/>
                  </a:lnTo>
                  <a:lnTo>
                    <a:pt x="817486" y="1674063"/>
                  </a:lnTo>
                  <a:lnTo>
                    <a:pt x="837666" y="1669973"/>
                  </a:lnTo>
                  <a:lnTo>
                    <a:pt x="854163" y="1658797"/>
                  </a:lnTo>
                  <a:lnTo>
                    <a:pt x="865276" y="1642237"/>
                  </a:lnTo>
                  <a:lnTo>
                    <a:pt x="869353" y="1621955"/>
                  </a:lnTo>
                  <a:lnTo>
                    <a:pt x="869353" y="1106144"/>
                  </a:lnTo>
                  <a:close/>
                </a:path>
                <a:path w="2500629" h="1674495">
                  <a:moveTo>
                    <a:pt x="869353" y="52108"/>
                  </a:moveTo>
                  <a:lnTo>
                    <a:pt x="865276" y="31826"/>
                  </a:lnTo>
                  <a:lnTo>
                    <a:pt x="854163" y="15265"/>
                  </a:lnTo>
                  <a:lnTo>
                    <a:pt x="837666" y="4089"/>
                  </a:lnTo>
                  <a:lnTo>
                    <a:pt x="817486" y="0"/>
                  </a:lnTo>
                  <a:lnTo>
                    <a:pt x="610006" y="0"/>
                  </a:lnTo>
                  <a:lnTo>
                    <a:pt x="589813" y="4089"/>
                  </a:lnTo>
                  <a:lnTo>
                    <a:pt x="573328" y="15265"/>
                  </a:lnTo>
                  <a:lnTo>
                    <a:pt x="562203" y="31826"/>
                  </a:lnTo>
                  <a:lnTo>
                    <a:pt x="558126" y="52108"/>
                  </a:lnTo>
                  <a:lnTo>
                    <a:pt x="558126" y="567918"/>
                  </a:lnTo>
                  <a:lnTo>
                    <a:pt x="562203" y="588200"/>
                  </a:lnTo>
                  <a:lnTo>
                    <a:pt x="573328" y="604761"/>
                  </a:lnTo>
                  <a:lnTo>
                    <a:pt x="589813" y="615924"/>
                  </a:lnTo>
                  <a:lnTo>
                    <a:pt x="610006" y="620026"/>
                  </a:lnTo>
                  <a:lnTo>
                    <a:pt x="817486" y="620026"/>
                  </a:lnTo>
                  <a:lnTo>
                    <a:pt x="837666" y="615924"/>
                  </a:lnTo>
                  <a:lnTo>
                    <a:pt x="854163" y="604761"/>
                  </a:lnTo>
                  <a:lnTo>
                    <a:pt x="865276" y="588200"/>
                  </a:lnTo>
                  <a:lnTo>
                    <a:pt x="869353" y="567918"/>
                  </a:lnTo>
                  <a:lnTo>
                    <a:pt x="869353" y="52108"/>
                  </a:lnTo>
                  <a:close/>
                </a:path>
                <a:path w="2500629" h="1674495">
                  <a:moveTo>
                    <a:pt x="1427480" y="1106144"/>
                  </a:moveTo>
                  <a:lnTo>
                    <a:pt x="1423403" y="1085862"/>
                  </a:lnTo>
                  <a:lnTo>
                    <a:pt x="1412290" y="1069301"/>
                  </a:lnTo>
                  <a:lnTo>
                    <a:pt x="1395806" y="1058138"/>
                  </a:lnTo>
                  <a:lnTo>
                    <a:pt x="1375613" y="1054036"/>
                  </a:lnTo>
                  <a:lnTo>
                    <a:pt x="1168133" y="1054036"/>
                  </a:lnTo>
                  <a:lnTo>
                    <a:pt x="1147940" y="1058138"/>
                  </a:lnTo>
                  <a:lnTo>
                    <a:pt x="1131455" y="1069301"/>
                  </a:lnTo>
                  <a:lnTo>
                    <a:pt x="1120343" y="1085862"/>
                  </a:lnTo>
                  <a:lnTo>
                    <a:pt x="1116266" y="1106144"/>
                  </a:lnTo>
                  <a:lnTo>
                    <a:pt x="1116266" y="1621955"/>
                  </a:lnTo>
                  <a:lnTo>
                    <a:pt x="1120343" y="1642237"/>
                  </a:lnTo>
                  <a:lnTo>
                    <a:pt x="1131455" y="1658797"/>
                  </a:lnTo>
                  <a:lnTo>
                    <a:pt x="1147940" y="1669973"/>
                  </a:lnTo>
                  <a:lnTo>
                    <a:pt x="1168133" y="1674063"/>
                  </a:lnTo>
                  <a:lnTo>
                    <a:pt x="1375613" y="1674063"/>
                  </a:lnTo>
                  <a:lnTo>
                    <a:pt x="1395806" y="1669973"/>
                  </a:lnTo>
                  <a:lnTo>
                    <a:pt x="1412290" y="1658797"/>
                  </a:lnTo>
                  <a:lnTo>
                    <a:pt x="1423403" y="1642237"/>
                  </a:lnTo>
                  <a:lnTo>
                    <a:pt x="1427480" y="1621955"/>
                  </a:lnTo>
                  <a:lnTo>
                    <a:pt x="1427480" y="1106144"/>
                  </a:lnTo>
                  <a:close/>
                </a:path>
                <a:path w="2500629" h="1674495">
                  <a:moveTo>
                    <a:pt x="1427480" y="52108"/>
                  </a:moveTo>
                  <a:lnTo>
                    <a:pt x="1423403" y="31826"/>
                  </a:lnTo>
                  <a:lnTo>
                    <a:pt x="1412290" y="15265"/>
                  </a:lnTo>
                  <a:lnTo>
                    <a:pt x="1395806" y="4089"/>
                  </a:lnTo>
                  <a:lnTo>
                    <a:pt x="1375613" y="0"/>
                  </a:lnTo>
                  <a:lnTo>
                    <a:pt x="1168133" y="0"/>
                  </a:lnTo>
                  <a:lnTo>
                    <a:pt x="1147940" y="4089"/>
                  </a:lnTo>
                  <a:lnTo>
                    <a:pt x="1131455" y="15265"/>
                  </a:lnTo>
                  <a:lnTo>
                    <a:pt x="1120343" y="31826"/>
                  </a:lnTo>
                  <a:lnTo>
                    <a:pt x="1116266" y="52108"/>
                  </a:lnTo>
                  <a:lnTo>
                    <a:pt x="1116266" y="567918"/>
                  </a:lnTo>
                  <a:lnTo>
                    <a:pt x="1120343" y="588200"/>
                  </a:lnTo>
                  <a:lnTo>
                    <a:pt x="1131455" y="604761"/>
                  </a:lnTo>
                  <a:lnTo>
                    <a:pt x="1147940" y="615924"/>
                  </a:lnTo>
                  <a:lnTo>
                    <a:pt x="1168133" y="620026"/>
                  </a:lnTo>
                  <a:lnTo>
                    <a:pt x="1375613" y="620026"/>
                  </a:lnTo>
                  <a:lnTo>
                    <a:pt x="1395806" y="615924"/>
                  </a:lnTo>
                  <a:lnTo>
                    <a:pt x="1412290" y="604761"/>
                  </a:lnTo>
                  <a:lnTo>
                    <a:pt x="1423403" y="588200"/>
                  </a:lnTo>
                  <a:lnTo>
                    <a:pt x="1427480" y="567918"/>
                  </a:lnTo>
                  <a:lnTo>
                    <a:pt x="1427480" y="52108"/>
                  </a:lnTo>
                  <a:close/>
                </a:path>
                <a:path w="2500629" h="1674495">
                  <a:moveTo>
                    <a:pt x="1985619" y="1106144"/>
                  </a:moveTo>
                  <a:lnTo>
                    <a:pt x="1981542" y="1085862"/>
                  </a:lnTo>
                  <a:lnTo>
                    <a:pt x="1970417" y="1069301"/>
                  </a:lnTo>
                  <a:lnTo>
                    <a:pt x="1953933" y="1058138"/>
                  </a:lnTo>
                  <a:lnTo>
                    <a:pt x="1933740" y="1054036"/>
                  </a:lnTo>
                  <a:lnTo>
                    <a:pt x="1726260" y="1054036"/>
                  </a:lnTo>
                  <a:lnTo>
                    <a:pt x="1706079" y="1058138"/>
                  </a:lnTo>
                  <a:lnTo>
                    <a:pt x="1689582" y="1069301"/>
                  </a:lnTo>
                  <a:lnTo>
                    <a:pt x="1678470" y="1085862"/>
                  </a:lnTo>
                  <a:lnTo>
                    <a:pt x="1674393" y="1106144"/>
                  </a:lnTo>
                  <a:lnTo>
                    <a:pt x="1674393" y="1621955"/>
                  </a:lnTo>
                  <a:lnTo>
                    <a:pt x="1678470" y="1642237"/>
                  </a:lnTo>
                  <a:lnTo>
                    <a:pt x="1689582" y="1658797"/>
                  </a:lnTo>
                  <a:lnTo>
                    <a:pt x="1706079" y="1669973"/>
                  </a:lnTo>
                  <a:lnTo>
                    <a:pt x="1726260" y="1674063"/>
                  </a:lnTo>
                  <a:lnTo>
                    <a:pt x="1933740" y="1674063"/>
                  </a:lnTo>
                  <a:lnTo>
                    <a:pt x="1953933" y="1669973"/>
                  </a:lnTo>
                  <a:lnTo>
                    <a:pt x="1970417" y="1658797"/>
                  </a:lnTo>
                  <a:lnTo>
                    <a:pt x="1981542" y="1642237"/>
                  </a:lnTo>
                  <a:lnTo>
                    <a:pt x="1985619" y="1621955"/>
                  </a:lnTo>
                  <a:lnTo>
                    <a:pt x="1985619" y="1106144"/>
                  </a:lnTo>
                  <a:close/>
                </a:path>
                <a:path w="2500629" h="1674495">
                  <a:moveTo>
                    <a:pt x="1985619" y="52108"/>
                  </a:moveTo>
                  <a:lnTo>
                    <a:pt x="1981542" y="31826"/>
                  </a:lnTo>
                  <a:lnTo>
                    <a:pt x="1970417" y="15265"/>
                  </a:lnTo>
                  <a:lnTo>
                    <a:pt x="1953933" y="4089"/>
                  </a:lnTo>
                  <a:lnTo>
                    <a:pt x="1933740" y="0"/>
                  </a:lnTo>
                  <a:lnTo>
                    <a:pt x="1726260" y="0"/>
                  </a:lnTo>
                  <a:lnTo>
                    <a:pt x="1706079" y="4089"/>
                  </a:lnTo>
                  <a:lnTo>
                    <a:pt x="1689582" y="15265"/>
                  </a:lnTo>
                  <a:lnTo>
                    <a:pt x="1678470" y="31826"/>
                  </a:lnTo>
                  <a:lnTo>
                    <a:pt x="1674393" y="52108"/>
                  </a:lnTo>
                  <a:lnTo>
                    <a:pt x="1674393" y="567918"/>
                  </a:lnTo>
                  <a:lnTo>
                    <a:pt x="1678470" y="588200"/>
                  </a:lnTo>
                  <a:lnTo>
                    <a:pt x="1689582" y="604761"/>
                  </a:lnTo>
                  <a:lnTo>
                    <a:pt x="1706079" y="615924"/>
                  </a:lnTo>
                  <a:lnTo>
                    <a:pt x="1726260" y="620026"/>
                  </a:lnTo>
                  <a:lnTo>
                    <a:pt x="1933740" y="620026"/>
                  </a:lnTo>
                  <a:lnTo>
                    <a:pt x="1953933" y="615924"/>
                  </a:lnTo>
                  <a:lnTo>
                    <a:pt x="1970417" y="604761"/>
                  </a:lnTo>
                  <a:lnTo>
                    <a:pt x="1981542" y="588200"/>
                  </a:lnTo>
                  <a:lnTo>
                    <a:pt x="1985619" y="567918"/>
                  </a:lnTo>
                  <a:lnTo>
                    <a:pt x="1985619" y="52108"/>
                  </a:lnTo>
                  <a:close/>
                </a:path>
                <a:path w="2500629" h="1674495">
                  <a:moveTo>
                    <a:pt x="2500020" y="1106144"/>
                  </a:moveTo>
                  <a:lnTo>
                    <a:pt x="2495943" y="1085862"/>
                  </a:lnTo>
                  <a:lnTo>
                    <a:pt x="2484831" y="1069301"/>
                  </a:lnTo>
                  <a:lnTo>
                    <a:pt x="2468346" y="1058138"/>
                  </a:lnTo>
                  <a:lnTo>
                    <a:pt x="2448153" y="1054036"/>
                  </a:lnTo>
                  <a:lnTo>
                    <a:pt x="2240673" y="1054036"/>
                  </a:lnTo>
                  <a:lnTo>
                    <a:pt x="2220480" y="1058138"/>
                  </a:lnTo>
                  <a:lnTo>
                    <a:pt x="2203996" y="1069301"/>
                  </a:lnTo>
                  <a:lnTo>
                    <a:pt x="2192871" y="1085862"/>
                  </a:lnTo>
                  <a:lnTo>
                    <a:pt x="2188794" y="1106144"/>
                  </a:lnTo>
                  <a:lnTo>
                    <a:pt x="2188794" y="1621955"/>
                  </a:lnTo>
                  <a:lnTo>
                    <a:pt x="2192871" y="1642237"/>
                  </a:lnTo>
                  <a:lnTo>
                    <a:pt x="2203996" y="1658797"/>
                  </a:lnTo>
                  <a:lnTo>
                    <a:pt x="2220480" y="1669973"/>
                  </a:lnTo>
                  <a:lnTo>
                    <a:pt x="2240673" y="1674063"/>
                  </a:lnTo>
                  <a:lnTo>
                    <a:pt x="2448153" y="1674063"/>
                  </a:lnTo>
                  <a:lnTo>
                    <a:pt x="2468346" y="1669973"/>
                  </a:lnTo>
                  <a:lnTo>
                    <a:pt x="2484831" y="1658797"/>
                  </a:lnTo>
                  <a:lnTo>
                    <a:pt x="2495943" y="1642237"/>
                  </a:lnTo>
                  <a:lnTo>
                    <a:pt x="2500020" y="1621955"/>
                  </a:lnTo>
                  <a:lnTo>
                    <a:pt x="2500020" y="1106144"/>
                  </a:lnTo>
                  <a:close/>
                </a:path>
                <a:path w="2500629" h="1674495">
                  <a:moveTo>
                    <a:pt x="2500020" y="52108"/>
                  </a:moveTo>
                  <a:lnTo>
                    <a:pt x="2495943" y="31826"/>
                  </a:lnTo>
                  <a:lnTo>
                    <a:pt x="2484831" y="15265"/>
                  </a:lnTo>
                  <a:lnTo>
                    <a:pt x="2468346" y="4089"/>
                  </a:lnTo>
                  <a:lnTo>
                    <a:pt x="2448153" y="0"/>
                  </a:lnTo>
                  <a:lnTo>
                    <a:pt x="2240673" y="0"/>
                  </a:lnTo>
                  <a:lnTo>
                    <a:pt x="2220480" y="4089"/>
                  </a:lnTo>
                  <a:lnTo>
                    <a:pt x="2203996" y="15265"/>
                  </a:lnTo>
                  <a:lnTo>
                    <a:pt x="2192871" y="31826"/>
                  </a:lnTo>
                  <a:lnTo>
                    <a:pt x="2188794" y="52108"/>
                  </a:lnTo>
                  <a:lnTo>
                    <a:pt x="2188794" y="567918"/>
                  </a:lnTo>
                  <a:lnTo>
                    <a:pt x="2192871" y="588200"/>
                  </a:lnTo>
                  <a:lnTo>
                    <a:pt x="2203996" y="604761"/>
                  </a:lnTo>
                  <a:lnTo>
                    <a:pt x="2220480" y="615924"/>
                  </a:lnTo>
                  <a:lnTo>
                    <a:pt x="2240673" y="620026"/>
                  </a:lnTo>
                  <a:lnTo>
                    <a:pt x="2448153" y="620026"/>
                  </a:lnTo>
                  <a:lnTo>
                    <a:pt x="2468346" y="615924"/>
                  </a:lnTo>
                  <a:lnTo>
                    <a:pt x="2484831" y="604761"/>
                  </a:lnTo>
                  <a:lnTo>
                    <a:pt x="2495943" y="588200"/>
                  </a:lnTo>
                  <a:lnTo>
                    <a:pt x="2500020" y="567918"/>
                  </a:lnTo>
                  <a:lnTo>
                    <a:pt x="2500020" y="52108"/>
                  </a:lnTo>
                  <a:close/>
                </a:path>
              </a:pathLst>
            </a:custGeom>
            <a:solidFill>
              <a:srgbClr val="6D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66073" y="1330870"/>
              <a:ext cx="2312670" cy="478790"/>
            </a:xfrm>
            <a:custGeom>
              <a:avLst/>
              <a:gdLst/>
              <a:ahLst/>
              <a:cxnLst/>
              <a:rect l="l" t="t" r="r" b="b"/>
              <a:pathLst>
                <a:path w="2312670" h="478789">
                  <a:moveTo>
                    <a:pt x="2312251" y="160820"/>
                  </a:moveTo>
                  <a:lnTo>
                    <a:pt x="2301964" y="140157"/>
                  </a:lnTo>
                  <a:lnTo>
                    <a:pt x="2250529" y="36817"/>
                  </a:lnTo>
                  <a:lnTo>
                    <a:pt x="2250427" y="37007"/>
                  </a:lnTo>
                  <a:lnTo>
                    <a:pt x="2250516" y="36817"/>
                  </a:lnTo>
                  <a:lnTo>
                    <a:pt x="2242807" y="34696"/>
                  </a:lnTo>
                  <a:lnTo>
                    <a:pt x="2242807" y="160820"/>
                  </a:lnTo>
                  <a:lnTo>
                    <a:pt x="2242807" y="454202"/>
                  </a:lnTo>
                  <a:lnTo>
                    <a:pt x="2208441" y="425221"/>
                  </a:lnTo>
                  <a:lnTo>
                    <a:pt x="2208441" y="445465"/>
                  </a:lnTo>
                  <a:lnTo>
                    <a:pt x="2132317" y="414667"/>
                  </a:lnTo>
                  <a:lnTo>
                    <a:pt x="2132317" y="431355"/>
                  </a:lnTo>
                  <a:lnTo>
                    <a:pt x="2016010" y="400405"/>
                  </a:lnTo>
                  <a:lnTo>
                    <a:pt x="2016010" y="416433"/>
                  </a:lnTo>
                  <a:lnTo>
                    <a:pt x="1851304" y="383768"/>
                  </a:lnTo>
                  <a:lnTo>
                    <a:pt x="1861362" y="375285"/>
                  </a:lnTo>
                  <a:lnTo>
                    <a:pt x="2016010" y="416433"/>
                  </a:lnTo>
                  <a:lnTo>
                    <a:pt x="2016010" y="400405"/>
                  </a:lnTo>
                  <a:lnTo>
                    <a:pt x="1875815" y="363093"/>
                  </a:lnTo>
                  <a:lnTo>
                    <a:pt x="1904276" y="339077"/>
                  </a:lnTo>
                  <a:lnTo>
                    <a:pt x="2132317" y="431355"/>
                  </a:lnTo>
                  <a:lnTo>
                    <a:pt x="2132317" y="414667"/>
                  </a:lnTo>
                  <a:lnTo>
                    <a:pt x="1917661" y="327787"/>
                  </a:lnTo>
                  <a:lnTo>
                    <a:pt x="1993315" y="263956"/>
                  </a:lnTo>
                  <a:lnTo>
                    <a:pt x="2208441" y="445465"/>
                  </a:lnTo>
                  <a:lnTo>
                    <a:pt x="2208441" y="425221"/>
                  </a:lnTo>
                  <a:lnTo>
                    <a:pt x="2005304" y="253834"/>
                  </a:lnTo>
                  <a:lnTo>
                    <a:pt x="2154097" y="128295"/>
                  </a:lnTo>
                  <a:lnTo>
                    <a:pt x="2159076" y="140665"/>
                  </a:lnTo>
                  <a:lnTo>
                    <a:pt x="2167826" y="130733"/>
                  </a:lnTo>
                  <a:lnTo>
                    <a:pt x="2190356" y="157683"/>
                  </a:lnTo>
                  <a:lnTo>
                    <a:pt x="2188794" y="160820"/>
                  </a:lnTo>
                  <a:lnTo>
                    <a:pt x="2192985" y="160820"/>
                  </a:lnTo>
                  <a:lnTo>
                    <a:pt x="2195690" y="164045"/>
                  </a:lnTo>
                  <a:lnTo>
                    <a:pt x="2197074" y="160820"/>
                  </a:lnTo>
                  <a:lnTo>
                    <a:pt x="2242807" y="160820"/>
                  </a:lnTo>
                  <a:lnTo>
                    <a:pt x="2242807" y="34696"/>
                  </a:lnTo>
                  <a:lnTo>
                    <a:pt x="2140864" y="6489"/>
                  </a:lnTo>
                  <a:lnTo>
                    <a:pt x="2140864" y="119214"/>
                  </a:lnTo>
                  <a:lnTo>
                    <a:pt x="1993315" y="243713"/>
                  </a:lnTo>
                  <a:lnTo>
                    <a:pt x="1981314" y="233591"/>
                  </a:lnTo>
                  <a:lnTo>
                    <a:pt x="1981314" y="253834"/>
                  </a:lnTo>
                  <a:lnTo>
                    <a:pt x="1901444" y="321221"/>
                  </a:lnTo>
                  <a:lnTo>
                    <a:pt x="1888058" y="315810"/>
                  </a:lnTo>
                  <a:lnTo>
                    <a:pt x="1888058" y="332524"/>
                  </a:lnTo>
                  <a:lnTo>
                    <a:pt x="1857578" y="358228"/>
                  </a:lnTo>
                  <a:lnTo>
                    <a:pt x="1843125" y="354393"/>
                  </a:lnTo>
                  <a:lnTo>
                    <a:pt x="1843125" y="370420"/>
                  </a:lnTo>
                  <a:lnTo>
                    <a:pt x="1831873" y="379920"/>
                  </a:lnTo>
                  <a:lnTo>
                    <a:pt x="1816696" y="376910"/>
                  </a:lnTo>
                  <a:lnTo>
                    <a:pt x="1816696" y="392722"/>
                  </a:lnTo>
                  <a:lnTo>
                    <a:pt x="1743824" y="454202"/>
                  </a:lnTo>
                  <a:lnTo>
                    <a:pt x="1743824" y="378269"/>
                  </a:lnTo>
                  <a:lnTo>
                    <a:pt x="1816696" y="392722"/>
                  </a:lnTo>
                  <a:lnTo>
                    <a:pt x="1816696" y="376910"/>
                  </a:lnTo>
                  <a:lnTo>
                    <a:pt x="1743824" y="362458"/>
                  </a:lnTo>
                  <a:lnTo>
                    <a:pt x="1743824" y="343992"/>
                  </a:lnTo>
                  <a:lnTo>
                    <a:pt x="1843125" y="370420"/>
                  </a:lnTo>
                  <a:lnTo>
                    <a:pt x="1843125" y="354393"/>
                  </a:lnTo>
                  <a:lnTo>
                    <a:pt x="1743824" y="327952"/>
                  </a:lnTo>
                  <a:lnTo>
                    <a:pt x="1743824" y="274154"/>
                  </a:lnTo>
                  <a:lnTo>
                    <a:pt x="1888058" y="332524"/>
                  </a:lnTo>
                  <a:lnTo>
                    <a:pt x="1888058" y="315810"/>
                  </a:lnTo>
                  <a:lnTo>
                    <a:pt x="1743824" y="257441"/>
                  </a:lnTo>
                  <a:lnTo>
                    <a:pt x="1743824" y="250228"/>
                  </a:lnTo>
                  <a:lnTo>
                    <a:pt x="1901444" y="186448"/>
                  </a:lnTo>
                  <a:lnTo>
                    <a:pt x="1981314" y="253834"/>
                  </a:lnTo>
                  <a:lnTo>
                    <a:pt x="1981314" y="233591"/>
                  </a:lnTo>
                  <a:lnTo>
                    <a:pt x="1917661" y="179882"/>
                  </a:lnTo>
                  <a:lnTo>
                    <a:pt x="2135276" y="91821"/>
                  </a:lnTo>
                  <a:lnTo>
                    <a:pt x="2135530" y="92125"/>
                  </a:lnTo>
                  <a:lnTo>
                    <a:pt x="2140864" y="119214"/>
                  </a:lnTo>
                  <a:lnTo>
                    <a:pt x="2140864" y="6489"/>
                  </a:lnTo>
                  <a:lnTo>
                    <a:pt x="2124837" y="2057"/>
                  </a:lnTo>
                  <a:lnTo>
                    <a:pt x="2124837" y="79336"/>
                  </a:lnTo>
                  <a:lnTo>
                    <a:pt x="1904276" y="168592"/>
                  </a:lnTo>
                  <a:lnTo>
                    <a:pt x="1888058" y="154914"/>
                  </a:lnTo>
                  <a:lnTo>
                    <a:pt x="1888058" y="175158"/>
                  </a:lnTo>
                  <a:lnTo>
                    <a:pt x="1743824" y="233514"/>
                  </a:lnTo>
                  <a:lnTo>
                    <a:pt x="1743824" y="179717"/>
                  </a:lnTo>
                  <a:lnTo>
                    <a:pt x="1857590" y="149440"/>
                  </a:lnTo>
                  <a:lnTo>
                    <a:pt x="1888058" y="175158"/>
                  </a:lnTo>
                  <a:lnTo>
                    <a:pt x="1888058" y="154914"/>
                  </a:lnTo>
                  <a:lnTo>
                    <a:pt x="1875828" y="144589"/>
                  </a:lnTo>
                  <a:lnTo>
                    <a:pt x="2124138" y="78498"/>
                  </a:lnTo>
                  <a:lnTo>
                    <a:pt x="2124837" y="79336"/>
                  </a:lnTo>
                  <a:lnTo>
                    <a:pt x="2124837" y="2057"/>
                  </a:lnTo>
                  <a:lnTo>
                    <a:pt x="2117445" y="0"/>
                  </a:lnTo>
                  <a:lnTo>
                    <a:pt x="2119299" y="9474"/>
                  </a:lnTo>
                  <a:lnTo>
                    <a:pt x="2115375" y="8648"/>
                  </a:lnTo>
                  <a:lnTo>
                    <a:pt x="2119998" y="26225"/>
                  </a:lnTo>
                  <a:lnTo>
                    <a:pt x="2112949" y="25641"/>
                  </a:lnTo>
                  <a:lnTo>
                    <a:pt x="2124291" y="53949"/>
                  </a:lnTo>
                  <a:lnTo>
                    <a:pt x="2015896" y="75450"/>
                  </a:lnTo>
                  <a:lnTo>
                    <a:pt x="2015896" y="91249"/>
                  </a:lnTo>
                  <a:lnTo>
                    <a:pt x="1861362" y="132384"/>
                  </a:lnTo>
                  <a:lnTo>
                    <a:pt x="1851304" y="123901"/>
                  </a:lnTo>
                  <a:lnTo>
                    <a:pt x="2015896" y="91249"/>
                  </a:lnTo>
                  <a:lnTo>
                    <a:pt x="2015896" y="75450"/>
                  </a:lnTo>
                  <a:lnTo>
                    <a:pt x="1843125" y="109715"/>
                  </a:lnTo>
                  <a:lnTo>
                    <a:pt x="1843125" y="137248"/>
                  </a:lnTo>
                  <a:lnTo>
                    <a:pt x="1804822" y="147434"/>
                  </a:lnTo>
                  <a:lnTo>
                    <a:pt x="1819186" y="130276"/>
                  </a:lnTo>
                  <a:lnTo>
                    <a:pt x="1831886" y="127749"/>
                  </a:lnTo>
                  <a:lnTo>
                    <a:pt x="1843125" y="137248"/>
                  </a:lnTo>
                  <a:lnTo>
                    <a:pt x="1843125" y="109715"/>
                  </a:lnTo>
                  <a:lnTo>
                    <a:pt x="1836140" y="111099"/>
                  </a:lnTo>
                  <a:lnTo>
                    <a:pt x="1835607" y="110642"/>
                  </a:lnTo>
                  <a:lnTo>
                    <a:pt x="1846719" y="97345"/>
                  </a:lnTo>
                  <a:lnTo>
                    <a:pt x="1870341" y="69100"/>
                  </a:lnTo>
                  <a:lnTo>
                    <a:pt x="1754505" y="41249"/>
                  </a:lnTo>
                  <a:lnTo>
                    <a:pt x="1754505" y="160820"/>
                  </a:lnTo>
                  <a:lnTo>
                    <a:pt x="1743824" y="163664"/>
                  </a:lnTo>
                  <a:lnTo>
                    <a:pt x="1743824" y="145211"/>
                  </a:lnTo>
                  <a:lnTo>
                    <a:pt x="1743837" y="160820"/>
                  </a:lnTo>
                  <a:lnTo>
                    <a:pt x="1754505" y="160820"/>
                  </a:lnTo>
                  <a:lnTo>
                    <a:pt x="1754505" y="41249"/>
                  </a:lnTo>
                  <a:lnTo>
                    <a:pt x="1736115" y="36817"/>
                  </a:lnTo>
                  <a:lnTo>
                    <a:pt x="1728393" y="36093"/>
                  </a:lnTo>
                  <a:lnTo>
                    <a:pt x="1728393" y="160820"/>
                  </a:lnTo>
                  <a:lnTo>
                    <a:pt x="1728393" y="167779"/>
                  </a:lnTo>
                  <a:lnTo>
                    <a:pt x="1728393" y="455028"/>
                  </a:lnTo>
                  <a:lnTo>
                    <a:pt x="1689531" y="424815"/>
                  </a:lnTo>
                  <a:lnTo>
                    <a:pt x="1689531" y="444423"/>
                  </a:lnTo>
                  <a:lnTo>
                    <a:pt x="1610321" y="413626"/>
                  </a:lnTo>
                  <a:lnTo>
                    <a:pt x="1610321" y="430237"/>
                  </a:lnTo>
                  <a:lnTo>
                    <a:pt x="1420545" y="381038"/>
                  </a:lnTo>
                  <a:lnTo>
                    <a:pt x="1451533" y="368503"/>
                  </a:lnTo>
                  <a:lnTo>
                    <a:pt x="1610321" y="430237"/>
                  </a:lnTo>
                  <a:lnTo>
                    <a:pt x="1610321" y="413626"/>
                  </a:lnTo>
                  <a:lnTo>
                    <a:pt x="1472488" y="360019"/>
                  </a:lnTo>
                  <a:lnTo>
                    <a:pt x="1531467" y="336156"/>
                  </a:lnTo>
                  <a:lnTo>
                    <a:pt x="1556753" y="341172"/>
                  </a:lnTo>
                  <a:lnTo>
                    <a:pt x="1689531" y="444423"/>
                  </a:lnTo>
                  <a:lnTo>
                    <a:pt x="1689531" y="424815"/>
                  </a:lnTo>
                  <a:lnTo>
                    <a:pt x="1590573" y="347878"/>
                  </a:lnTo>
                  <a:lnTo>
                    <a:pt x="1728393" y="375208"/>
                  </a:lnTo>
                  <a:lnTo>
                    <a:pt x="1728393" y="359397"/>
                  </a:lnTo>
                  <a:lnTo>
                    <a:pt x="1563281" y="326656"/>
                  </a:lnTo>
                  <a:lnTo>
                    <a:pt x="1560436" y="324434"/>
                  </a:lnTo>
                  <a:lnTo>
                    <a:pt x="1604048" y="306793"/>
                  </a:lnTo>
                  <a:lnTo>
                    <a:pt x="1728393" y="339890"/>
                  </a:lnTo>
                  <a:lnTo>
                    <a:pt x="1728393" y="323850"/>
                  </a:lnTo>
                  <a:lnTo>
                    <a:pt x="1627949" y="297116"/>
                  </a:lnTo>
                  <a:lnTo>
                    <a:pt x="1714258" y="262191"/>
                  </a:lnTo>
                  <a:lnTo>
                    <a:pt x="1728393" y="267906"/>
                  </a:lnTo>
                  <a:lnTo>
                    <a:pt x="1728393" y="239763"/>
                  </a:lnTo>
                  <a:lnTo>
                    <a:pt x="1714271" y="245478"/>
                  </a:lnTo>
                  <a:lnTo>
                    <a:pt x="1693621" y="237134"/>
                  </a:lnTo>
                  <a:lnTo>
                    <a:pt x="1693621" y="253834"/>
                  </a:lnTo>
                  <a:lnTo>
                    <a:pt x="1603057" y="290487"/>
                  </a:lnTo>
                  <a:lnTo>
                    <a:pt x="1579143" y="284124"/>
                  </a:lnTo>
                  <a:lnTo>
                    <a:pt x="1579143" y="300164"/>
                  </a:lnTo>
                  <a:lnTo>
                    <a:pt x="1546313" y="313448"/>
                  </a:lnTo>
                  <a:lnTo>
                    <a:pt x="1529461" y="300355"/>
                  </a:lnTo>
                  <a:lnTo>
                    <a:pt x="1529461" y="319951"/>
                  </a:lnTo>
                  <a:lnTo>
                    <a:pt x="1503768" y="314858"/>
                  </a:lnTo>
                  <a:lnTo>
                    <a:pt x="1503768" y="330669"/>
                  </a:lnTo>
                  <a:lnTo>
                    <a:pt x="1451432" y="351840"/>
                  </a:lnTo>
                  <a:lnTo>
                    <a:pt x="1430477" y="343700"/>
                  </a:lnTo>
                  <a:lnTo>
                    <a:pt x="1430477" y="360311"/>
                  </a:lnTo>
                  <a:lnTo>
                    <a:pt x="1395387" y="374510"/>
                  </a:lnTo>
                  <a:lnTo>
                    <a:pt x="1371269" y="368261"/>
                  </a:lnTo>
                  <a:lnTo>
                    <a:pt x="1371269" y="384276"/>
                  </a:lnTo>
                  <a:lnTo>
                    <a:pt x="1226654" y="442785"/>
                  </a:lnTo>
                  <a:lnTo>
                    <a:pt x="1319250" y="370789"/>
                  </a:lnTo>
                  <a:lnTo>
                    <a:pt x="1371269" y="384276"/>
                  </a:lnTo>
                  <a:lnTo>
                    <a:pt x="1371269" y="368261"/>
                  </a:lnTo>
                  <a:lnTo>
                    <a:pt x="1334693" y="358775"/>
                  </a:lnTo>
                  <a:lnTo>
                    <a:pt x="1365300" y="334975"/>
                  </a:lnTo>
                  <a:lnTo>
                    <a:pt x="1430477" y="360311"/>
                  </a:lnTo>
                  <a:lnTo>
                    <a:pt x="1430477" y="343700"/>
                  </a:lnTo>
                  <a:lnTo>
                    <a:pt x="1379550" y="323888"/>
                  </a:lnTo>
                  <a:lnTo>
                    <a:pt x="1397850" y="309664"/>
                  </a:lnTo>
                  <a:lnTo>
                    <a:pt x="1503768" y="330669"/>
                  </a:lnTo>
                  <a:lnTo>
                    <a:pt x="1503768" y="314858"/>
                  </a:lnTo>
                  <a:lnTo>
                    <a:pt x="1414043" y="297065"/>
                  </a:lnTo>
                  <a:lnTo>
                    <a:pt x="1453184" y="266636"/>
                  </a:lnTo>
                  <a:lnTo>
                    <a:pt x="1464894" y="269760"/>
                  </a:lnTo>
                  <a:lnTo>
                    <a:pt x="1529461" y="319951"/>
                  </a:lnTo>
                  <a:lnTo>
                    <a:pt x="1529461" y="300355"/>
                  </a:lnTo>
                  <a:lnTo>
                    <a:pt x="1503235" y="279958"/>
                  </a:lnTo>
                  <a:lnTo>
                    <a:pt x="1579143" y="300164"/>
                  </a:lnTo>
                  <a:lnTo>
                    <a:pt x="1579143" y="284124"/>
                  </a:lnTo>
                  <a:lnTo>
                    <a:pt x="1471891" y="255574"/>
                  </a:lnTo>
                  <a:lnTo>
                    <a:pt x="1469656" y="253834"/>
                  </a:lnTo>
                  <a:lnTo>
                    <a:pt x="1471879" y="252095"/>
                  </a:lnTo>
                  <a:lnTo>
                    <a:pt x="1603044" y="217182"/>
                  </a:lnTo>
                  <a:lnTo>
                    <a:pt x="1693621" y="253834"/>
                  </a:lnTo>
                  <a:lnTo>
                    <a:pt x="1693621" y="237134"/>
                  </a:lnTo>
                  <a:lnTo>
                    <a:pt x="1627962" y="210553"/>
                  </a:lnTo>
                  <a:lnTo>
                    <a:pt x="1728393" y="183819"/>
                  </a:lnTo>
                  <a:lnTo>
                    <a:pt x="1728393" y="167779"/>
                  </a:lnTo>
                  <a:lnTo>
                    <a:pt x="1604048" y="200875"/>
                  </a:lnTo>
                  <a:lnTo>
                    <a:pt x="1579118" y="190792"/>
                  </a:lnTo>
                  <a:lnTo>
                    <a:pt x="1579118" y="207505"/>
                  </a:lnTo>
                  <a:lnTo>
                    <a:pt x="1503248" y="227698"/>
                  </a:lnTo>
                  <a:lnTo>
                    <a:pt x="1546301" y="194221"/>
                  </a:lnTo>
                  <a:lnTo>
                    <a:pt x="1579118" y="207505"/>
                  </a:lnTo>
                  <a:lnTo>
                    <a:pt x="1579118" y="190792"/>
                  </a:lnTo>
                  <a:lnTo>
                    <a:pt x="1560436" y="183235"/>
                  </a:lnTo>
                  <a:lnTo>
                    <a:pt x="1563306" y="181000"/>
                  </a:lnTo>
                  <a:lnTo>
                    <a:pt x="1674164" y="159016"/>
                  </a:lnTo>
                  <a:lnTo>
                    <a:pt x="1674850" y="159905"/>
                  </a:lnTo>
                  <a:lnTo>
                    <a:pt x="1674393" y="160820"/>
                  </a:lnTo>
                  <a:lnTo>
                    <a:pt x="1675561" y="160820"/>
                  </a:lnTo>
                  <a:lnTo>
                    <a:pt x="1676285" y="161747"/>
                  </a:lnTo>
                  <a:lnTo>
                    <a:pt x="1676717" y="160820"/>
                  </a:lnTo>
                  <a:lnTo>
                    <a:pt x="1728393" y="160820"/>
                  </a:lnTo>
                  <a:lnTo>
                    <a:pt x="1728393" y="36093"/>
                  </a:lnTo>
                  <a:lnTo>
                    <a:pt x="1663598" y="29933"/>
                  </a:lnTo>
                  <a:lnTo>
                    <a:pt x="1663598" y="145300"/>
                  </a:lnTo>
                  <a:lnTo>
                    <a:pt x="1590586" y="159778"/>
                  </a:lnTo>
                  <a:lnTo>
                    <a:pt x="1637157" y="123571"/>
                  </a:lnTo>
                  <a:lnTo>
                    <a:pt x="1643265" y="139395"/>
                  </a:lnTo>
                  <a:lnTo>
                    <a:pt x="1651787" y="129984"/>
                  </a:lnTo>
                  <a:lnTo>
                    <a:pt x="1663598" y="145300"/>
                  </a:lnTo>
                  <a:lnTo>
                    <a:pt x="1663598" y="29933"/>
                  </a:lnTo>
                  <a:lnTo>
                    <a:pt x="1631340" y="26873"/>
                  </a:lnTo>
                  <a:lnTo>
                    <a:pt x="1631340" y="108483"/>
                  </a:lnTo>
                  <a:lnTo>
                    <a:pt x="1556753" y="166497"/>
                  </a:lnTo>
                  <a:lnTo>
                    <a:pt x="1531480" y="171513"/>
                  </a:lnTo>
                  <a:lnTo>
                    <a:pt x="1529473" y="170713"/>
                  </a:lnTo>
                  <a:lnTo>
                    <a:pt x="1529473" y="187706"/>
                  </a:lnTo>
                  <a:lnTo>
                    <a:pt x="1464919" y="237896"/>
                  </a:lnTo>
                  <a:lnTo>
                    <a:pt x="1453184" y="241020"/>
                  </a:lnTo>
                  <a:lnTo>
                    <a:pt x="1433563" y="225767"/>
                  </a:lnTo>
                  <a:lnTo>
                    <a:pt x="1433563" y="262293"/>
                  </a:lnTo>
                  <a:lnTo>
                    <a:pt x="1393964" y="293090"/>
                  </a:lnTo>
                  <a:lnTo>
                    <a:pt x="1377772" y="289890"/>
                  </a:lnTo>
                  <a:lnTo>
                    <a:pt x="1377772" y="305689"/>
                  </a:lnTo>
                  <a:lnTo>
                    <a:pt x="1362760" y="317360"/>
                  </a:lnTo>
                  <a:lnTo>
                    <a:pt x="1348498" y="311823"/>
                  </a:lnTo>
                  <a:lnTo>
                    <a:pt x="1348498" y="328434"/>
                  </a:lnTo>
                  <a:lnTo>
                    <a:pt x="1315783" y="353885"/>
                  </a:lnTo>
                  <a:lnTo>
                    <a:pt x="1300340" y="349885"/>
                  </a:lnTo>
                  <a:lnTo>
                    <a:pt x="1300340" y="365887"/>
                  </a:lnTo>
                  <a:lnTo>
                    <a:pt x="1185697" y="455041"/>
                  </a:lnTo>
                  <a:lnTo>
                    <a:pt x="1185697" y="336169"/>
                  </a:lnTo>
                  <a:lnTo>
                    <a:pt x="1300340" y="365887"/>
                  </a:lnTo>
                  <a:lnTo>
                    <a:pt x="1300340" y="349885"/>
                  </a:lnTo>
                  <a:lnTo>
                    <a:pt x="1201115" y="324154"/>
                  </a:lnTo>
                  <a:lnTo>
                    <a:pt x="1282077" y="302615"/>
                  </a:lnTo>
                  <a:lnTo>
                    <a:pt x="1348498" y="328434"/>
                  </a:lnTo>
                  <a:lnTo>
                    <a:pt x="1348498" y="311823"/>
                  </a:lnTo>
                  <a:lnTo>
                    <a:pt x="1307452" y="295859"/>
                  </a:lnTo>
                  <a:lnTo>
                    <a:pt x="1316329" y="293497"/>
                  </a:lnTo>
                  <a:lnTo>
                    <a:pt x="1377772" y="305689"/>
                  </a:lnTo>
                  <a:lnTo>
                    <a:pt x="1377772" y="289890"/>
                  </a:lnTo>
                  <a:lnTo>
                    <a:pt x="1350365" y="284441"/>
                  </a:lnTo>
                  <a:lnTo>
                    <a:pt x="1433563" y="262293"/>
                  </a:lnTo>
                  <a:lnTo>
                    <a:pt x="1433563" y="225767"/>
                  </a:lnTo>
                  <a:lnTo>
                    <a:pt x="1433550" y="245376"/>
                  </a:lnTo>
                  <a:lnTo>
                    <a:pt x="1405077" y="237807"/>
                  </a:lnTo>
                  <a:lnTo>
                    <a:pt x="1405077" y="253834"/>
                  </a:lnTo>
                  <a:lnTo>
                    <a:pt x="1315821" y="277596"/>
                  </a:lnTo>
                  <a:lnTo>
                    <a:pt x="1257579" y="266052"/>
                  </a:lnTo>
                  <a:lnTo>
                    <a:pt x="1257579" y="293090"/>
                  </a:lnTo>
                  <a:lnTo>
                    <a:pt x="1185697" y="312216"/>
                  </a:lnTo>
                  <a:lnTo>
                    <a:pt x="1185697" y="267601"/>
                  </a:lnTo>
                  <a:lnTo>
                    <a:pt x="1198562" y="270141"/>
                  </a:lnTo>
                  <a:lnTo>
                    <a:pt x="1257579" y="293090"/>
                  </a:lnTo>
                  <a:lnTo>
                    <a:pt x="1257579" y="266052"/>
                  </a:lnTo>
                  <a:lnTo>
                    <a:pt x="1202842" y="255193"/>
                  </a:lnTo>
                  <a:lnTo>
                    <a:pt x="1199375" y="253834"/>
                  </a:lnTo>
                  <a:lnTo>
                    <a:pt x="1202880" y="252463"/>
                  </a:lnTo>
                  <a:lnTo>
                    <a:pt x="1315808" y="230073"/>
                  </a:lnTo>
                  <a:lnTo>
                    <a:pt x="1405077" y="253834"/>
                  </a:lnTo>
                  <a:lnTo>
                    <a:pt x="1405077" y="237807"/>
                  </a:lnTo>
                  <a:lnTo>
                    <a:pt x="1350340" y="223227"/>
                  </a:lnTo>
                  <a:lnTo>
                    <a:pt x="1393964" y="214579"/>
                  </a:lnTo>
                  <a:lnTo>
                    <a:pt x="1433550" y="245376"/>
                  </a:lnTo>
                  <a:lnTo>
                    <a:pt x="1433550" y="225755"/>
                  </a:lnTo>
                  <a:lnTo>
                    <a:pt x="1414056" y="210591"/>
                  </a:lnTo>
                  <a:lnTo>
                    <a:pt x="1529473" y="187706"/>
                  </a:lnTo>
                  <a:lnTo>
                    <a:pt x="1529473" y="170713"/>
                  </a:lnTo>
                  <a:lnTo>
                    <a:pt x="1503756" y="160299"/>
                  </a:lnTo>
                  <a:lnTo>
                    <a:pt x="1503756" y="177012"/>
                  </a:lnTo>
                  <a:lnTo>
                    <a:pt x="1397863" y="198005"/>
                  </a:lnTo>
                  <a:lnTo>
                    <a:pt x="1379562" y="183769"/>
                  </a:lnTo>
                  <a:lnTo>
                    <a:pt x="1451419" y="155829"/>
                  </a:lnTo>
                  <a:lnTo>
                    <a:pt x="1503756" y="177012"/>
                  </a:lnTo>
                  <a:lnTo>
                    <a:pt x="1503756" y="160299"/>
                  </a:lnTo>
                  <a:lnTo>
                    <a:pt x="1472488" y="147637"/>
                  </a:lnTo>
                  <a:lnTo>
                    <a:pt x="1620901" y="89928"/>
                  </a:lnTo>
                  <a:lnTo>
                    <a:pt x="1627479" y="98463"/>
                  </a:lnTo>
                  <a:lnTo>
                    <a:pt x="1631340" y="108483"/>
                  </a:lnTo>
                  <a:lnTo>
                    <a:pt x="1631340" y="26873"/>
                  </a:lnTo>
                  <a:lnTo>
                    <a:pt x="1598701" y="23761"/>
                  </a:lnTo>
                  <a:lnTo>
                    <a:pt x="1613141" y="61239"/>
                  </a:lnTo>
                  <a:lnTo>
                    <a:pt x="1600708" y="63703"/>
                  </a:lnTo>
                  <a:lnTo>
                    <a:pt x="1611045" y="77127"/>
                  </a:lnTo>
                  <a:lnTo>
                    <a:pt x="1451533" y="139153"/>
                  </a:lnTo>
                  <a:lnTo>
                    <a:pt x="1430451" y="130632"/>
                  </a:lnTo>
                  <a:lnTo>
                    <a:pt x="1430451" y="147345"/>
                  </a:lnTo>
                  <a:lnTo>
                    <a:pt x="1377759" y="167843"/>
                  </a:lnTo>
                  <a:lnTo>
                    <a:pt x="1377759" y="201993"/>
                  </a:lnTo>
                  <a:lnTo>
                    <a:pt x="1316316" y="214172"/>
                  </a:lnTo>
                  <a:lnTo>
                    <a:pt x="1307439" y="211810"/>
                  </a:lnTo>
                  <a:lnTo>
                    <a:pt x="1362748" y="190309"/>
                  </a:lnTo>
                  <a:lnTo>
                    <a:pt x="1377759" y="201993"/>
                  </a:lnTo>
                  <a:lnTo>
                    <a:pt x="1377759" y="167843"/>
                  </a:lnTo>
                  <a:lnTo>
                    <a:pt x="1365300" y="172681"/>
                  </a:lnTo>
                  <a:lnTo>
                    <a:pt x="1348486" y="159613"/>
                  </a:lnTo>
                  <a:lnTo>
                    <a:pt x="1348486" y="179222"/>
                  </a:lnTo>
                  <a:lnTo>
                    <a:pt x="1282052" y="205054"/>
                  </a:lnTo>
                  <a:lnTo>
                    <a:pt x="1257566" y="198539"/>
                  </a:lnTo>
                  <a:lnTo>
                    <a:pt x="1257566" y="214579"/>
                  </a:lnTo>
                  <a:lnTo>
                    <a:pt x="1198575" y="237502"/>
                  </a:lnTo>
                  <a:lnTo>
                    <a:pt x="1185697" y="240068"/>
                  </a:lnTo>
                  <a:lnTo>
                    <a:pt x="1185697" y="195440"/>
                  </a:lnTo>
                  <a:lnTo>
                    <a:pt x="1257566" y="214579"/>
                  </a:lnTo>
                  <a:lnTo>
                    <a:pt x="1257566" y="198539"/>
                  </a:lnTo>
                  <a:lnTo>
                    <a:pt x="1185697" y="179412"/>
                  </a:lnTo>
                  <a:lnTo>
                    <a:pt x="1185697" y="160820"/>
                  </a:lnTo>
                  <a:lnTo>
                    <a:pt x="1237373" y="160820"/>
                  </a:lnTo>
                  <a:lnTo>
                    <a:pt x="1237818" y="161747"/>
                  </a:lnTo>
                  <a:lnTo>
                    <a:pt x="1238529" y="160820"/>
                  </a:lnTo>
                  <a:lnTo>
                    <a:pt x="1239710" y="160820"/>
                  </a:lnTo>
                  <a:lnTo>
                    <a:pt x="1239240" y="159893"/>
                  </a:lnTo>
                  <a:lnTo>
                    <a:pt x="1261224" y="131368"/>
                  </a:lnTo>
                  <a:lnTo>
                    <a:pt x="1269428" y="140665"/>
                  </a:lnTo>
                  <a:lnTo>
                    <a:pt x="1276426" y="123190"/>
                  </a:lnTo>
                  <a:lnTo>
                    <a:pt x="1348486" y="179222"/>
                  </a:lnTo>
                  <a:lnTo>
                    <a:pt x="1348486" y="159613"/>
                  </a:lnTo>
                  <a:lnTo>
                    <a:pt x="1282433" y="108242"/>
                  </a:lnTo>
                  <a:lnTo>
                    <a:pt x="1286090" y="99110"/>
                  </a:lnTo>
                  <a:lnTo>
                    <a:pt x="1290078" y="93941"/>
                  </a:lnTo>
                  <a:lnTo>
                    <a:pt x="1292072" y="91351"/>
                  </a:lnTo>
                  <a:lnTo>
                    <a:pt x="1430451" y="147345"/>
                  </a:lnTo>
                  <a:lnTo>
                    <a:pt x="1430451" y="130632"/>
                  </a:lnTo>
                  <a:lnTo>
                    <a:pt x="1301889" y="78600"/>
                  </a:lnTo>
                  <a:lnTo>
                    <a:pt x="1313383" y="63703"/>
                  </a:lnTo>
                  <a:lnTo>
                    <a:pt x="1301254" y="61302"/>
                  </a:lnTo>
                  <a:lnTo>
                    <a:pt x="1315554" y="25641"/>
                  </a:lnTo>
                  <a:lnTo>
                    <a:pt x="1177988" y="36817"/>
                  </a:lnTo>
                  <a:lnTo>
                    <a:pt x="1170266" y="36093"/>
                  </a:lnTo>
                  <a:lnTo>
                    <a:pt x="1170266" y="160820"/>
                  </a:lnTo>
                  <a:lnTo>
                    <a:pt x="1170266" y="175298"/>
                  </a:lnTo>
                  <a:lnTo>
                    <a:pt x="1170266" y="455041"/>
                  </a:lnTo>
                  <a:lnTo>
                    <a:pt x="1131404" y="424827"/>
                  </a:lnTo>
                  <a:lnTo>
                    <a:pt x="1131404" y="444423"/>
                  </a:lnTo>
                  <a:lnTo>
                    <a:pt x="976109" y="384035"/>
                  </a:lnTo>
                  <a:lnTo>
                    <a:pt x="1033957" y="368642"/>
                  </a:lnTo>
                  <a:lnTo>
                    <a:pt x="1131404" y="444423"/>
                  </a:lnTo>
                  <a:lnTo>
                    <a:pt x="1131404" y="424827"/>
                  </a:lnTo>
                  <a:lnTo>
                    <a:pt x="1052728" y="363651"/>
                  </a:lnTo>
                  <a:lnTo>
                    <a:pt x="1170266" y="332359"/>
                  </a:lnTo>
                  <a:lnTo>
                    <a:pt x="1170266" y="316153"/>
                  </a:lnTo>
                  <a:lnTo>
                    <a:pt x="1140129" y="308356"/>
                  </a:lnTo>
                  <a:lnTo>
                    <a:pt x="1140129" y="324358"/>
                  </a:lnTo>
                  <a:lnTo>
                    <a:pt x="1037374" y="351701"/>
                  </a:lnTo>
                  <a:lnTo>
                    <a:pt x="1018603" y="337108"/>
                  </a:lnTo>
                  <a:lnTo>
                    <a:pt x="1018603" y="356704"/>
                  </a:lnTo>
                  <a:lnTo>
                    <a:pt x="951636" y="374523"/>
                  </a:lnTo>
                  <a:lnTo>
                    <a:pt x="926261" y="364655"/>
                  </a:lnTo>
                  <a:lnTo>
                    <a:pt x="926261" y="381279"/>
                  </a:lnTo>
                  <a:lnTo>
                    <a:pt x="752995" y="427380"/>
                  </a:lnTo>
                  <a:lnTo>
                    <a:pt x="898931" y="370649"/>
                  </a:lnTo>
                  <a:lnTo>
                    <a:pt x="926261" y="381279"/>
                  </a:lnTo>
                  <a:lnTo>
                    <a:pt x="926261" y="364655"/>
                  </a:lnTo>
                  <a:lnTo>
                    <a:pt x="920305" y="362331"/>
                  </a:lnTo>
                  <a:lnTo>
                    <a:pt x="990663" y="334975"/>
                  </a:lnTo>
                  <a:lnTo>
                    <a:pt x="1018603" y="356704"/>
                  </a:lnTo>
                  <a:lnTo>
                    <a:pt x="1018603" y="337108"/>
                  </a:lnTo>
                  <a:lnTo>
                    <a:pt x="1007465" y="328447"/>
                  </a:lnTo>
                  <a:lnTo>
                    <a:pt x="1066850" y="305358"/>
                  </a:lnTo>
                  <a:lnTo>
                    <a:pt x="1140129" y="324358"/>
                  </a:lnTo>
                  <a:lnTo>
                    <a:pt x="1140129" y="308356"/>
                  </a:lnTo>
                  <a:lnTo>
                    <a:pt x="1091552" y="295757"/>
                  </a:lnTo>
                  <a:lnTo>
                    <a:pt x="1170266" y="265150"/>
                  </a:lnTo>
                  <a:lnTo>
                    <a:pt x="1170266" y="242519"/>
                  </a:lnTo>
                  <a:lnTo>
                    <a:pt x="1116304" y="221538"/>
                  </a:lnTo>
                  <a:lnTo>
                    <a:pt x="1116304" y="253834"/>
                  </a:lnTo>
                  <a:lnTo>
                    <a:pt x="1115606" y="253974"/>
                  </a:lnTo>
                  <a:lnTo>
                    <a:pt x="1115606" y="269760"/>
                  </a:lnTo>
                  <a:lnTo>
                    <a:pt x="1107986" y="272719"/>
                  </a:lnTo>
                  <a:lnTo>
                    <a:pt x="1065872" y="289102"/>
                  </a:lnTo>
                  <a:lnTo>
                    <a:pt x="1045171" y="283730"/>
                  </a:lnTo>
                  <a:lnTo>
                    <a:pt x="1115606" y="269760"/>
                  </a:lnTo>
                  <a:lnTo>
                    <a:pt x="1115606" y="253974"/>
                  </a:lnTo>
                  <a:lnTo>
                    <a:pt x="1041171" y="268732"/>
                  </a:lnTo>
                  <a:lnTo>
                    <a:pt x="1041171" y="298704"/>
                  </a:lnTo>
                  <a:lnTo>
                    <a:pt x="993203" y="317360"/>
                  </a:lnTo>
                  <a:lnTo>
                    <a:pt x="976401" y="304292"/>
                  </a:lnTo>
                  <a:lnTo>
                    <a:pt x="976401" y="323888"/>
                  </a:lnTo>
                  <a:lnTo>
                    <a:pt x="898918" y="354025"/>
                  </a:lnTo>
                  <a:lnTo>
                    <a:pt x="877531" y="345719"/>
                  </a:lnTo>
                  <a:lnTo>
                    <a:pt x="877531" y="362331"/>
                  </a:lnTo>
                  <a:lnTo>
                    <a:pt x="666445" y="444411"/>
                  </a:lnTo>
                  <a:lnTo>
                    <a:pt x="807173" y="334975"/>
                  </a:lnTo>
                  <a:lnTo>
                    <a:pt x="877531" y="362331"/>
                  </a:lnTo>
                  <a:lnTo>
                    <a:pt x="877531" y="345719"/>
                  </a:lnTo>
                  <a:lnTo>
                    <a:pt x="828598" y="326682"/>
                  </a:lnTo>
                  <a:lnTo>
                    <a:pt x="949236" y="302768"/>
                  </a:lnTo>
                  <a:lnTo>
                    <a:pt x="976401" y="323888"/>
                  </a:lnTo>
                  <a:lnTo>
                    <a:pt x="976401" y="304292"/>
                  </a:lnTo>
                  <a:lnTo>
                    <a:pt x="969314" y="298780"/>
                  </a:lnTo>
                  <a:lnTo>
                    <a:pt x="1010183" y="290677"/>
                  </a:lnTo>
                  <a:lnTo>
                    <a:pt x="1041171" y="298704"/>
                  </a:lnTo>
                  <a:lnTo>
                    <a:pt x="1041171" y="268732"/>
                  </a:lnTo>
                  <a:lnTo>
                    <a:pt x="1010627" y="274777"/>
                  </a:lnTo>
                  <a:lnTo>
                    <a:pt x="975626" y="265709"/>
                  </a:lnTo>
                  <a:lnTo>
                    <a:pt x="975626" y="281724"/>
                  </a:lnTo>
                  <a:lnTo>
                    <a:pt x="953109" y="286181"/>
                  </a:lnTo>
                  <a:lnTo>
                    <a:pt x="933221" y="270725"/>
                  </a:lnTo>
                  <a:lnTo>
                    <a:pt x="975626" y="281724"/>
                  </a:lnTo>
                  <a:lnTo>
                    <a:pt x="975626" y="265709"/>
                  </a:lnTo>
                  <a:lnTo>
                    <a:pt x="933030" y="254673"/>
                  </a:lnTo>
                  <a:lnTo>
                    <a:pt x="933030" y="290169"/>
                  </a:lnTo>
                  <a:lnTo>
                    <a:pt x="841438" y="308317"/>
                  </a:lnTo>
                  <a:lnTo>
                    <a:pt x="898906" y="263626"/>
                  </a:lnTo>
                  <a:lnTo>
                    <a:pt x="933030" y="290169"/>
                  </a:lnTo>
                  <a:lnTo>
                    <a:pt x="933030" y="254673"/>
                  </a:lnTo>
                  <a:lnTo>
                    <a:pt x="916089" y="250278"/>
                  </a:lnTo>
                  <a:lnTo>
                    <a:pt x="953122" y="221488"/>
                  </a:lnTo>
                  <a:lnTo>
                    <a:pt x="1116304" y="253834"/>
                  </a:lnTo>
                  <a:lnTo>
                    <a:pt x="1116304" y="221538"/>
                  </a:lnTo>
                  <a:lnTo>
                    <a:pt x="1115580" y="221259"/>
                  </a:lnTo>
                  <a:lnTo>
                    <a:pt x="1115580" y="237883"/>
                  </a:lnTo>
                  <a:lnTo>
                    <a:pt x="969327" y="208889"/>
                  </a:lnTo>
                  <a:lnTo>
                    <a:pt x="993216" y="190309"/>
                  </a:lnTo>
                  <a:lnTo>
                    <a:pt x="1115580" y="237883"/>
                  </a:lnTo>
                  <a:lnTo>
                    <a:pt x="1115580" y="221259"/>
                  </a:lnTo>
                  <a:lnTo>
                    <a:pt x="1007465" y="179222"/>
                  </a:lnTo>
                  <a:lnTo>
                    <a:pt x="1037374" y="155968"/>
                  </a:lnTo>
                  <a:lnTo>
                    <a:pt x="1170266" y="191338"/>
                  </a:lnTo>
                  <a:lnTo>
                    <a:pt x="1170266" y="175298"/>
                  </a:lnTo>
                  <a:lnTo>
                    <a:pt x="1118273" y="161467"/>
                  </a:lnTo>
                  <a:lnTo>
                    <a:pt x="1118577" y="160820"/>
                  </a:lnTo>
                  <a:lnTo>
                    <a:pt x="1170266" y="160820"/>
                  </a:lnTo>
                  <a:lnTo>
                    <a:pt x="1170266" y="36093"/>
                  </a:lnTo>
                  <a:lnTo>
                    <a:pt x="1117815" y="31102"/>
                  </a:lnTo>
                  <a:lnTo>
                    <a:pt x="1117815" y="161340"/>
                  </a:lnTo>
                  <a:lnTo>
                    <a:pt x="1052728" y="144018"/>
                  </a:lnTo>
                  <a:lnTo>
                    <a:pt x="1079030" y="123571"/>
                  </a:lnTo>
                  <a:lnTo>
                    <a:pt x="1085138" y="139395"/>
                  </a:lnTo>
                  <a:lnTo>
                    <a:pt x="1093647" y="129984"/>
                  </a:lnTo>
                  <a:lnTo>
                    <a:pt x="1116711" y="159893"/>
                  </a:lnTo>
                  <a:lnTo>
                    <a:pt x="1116253" y="160820"/>
                  </a:lnTo>
                  <a:lnTo>
                    <a:pt x="1117422" y="160820"/>
                  </a:lnTo>
                  <a:lnTo>
                    <a:pt x="1117815" y="161340"/>
                  </a:lnTo>
                  <a:lnTo>
                    <a:pt x="1117815" y="31102"/>
                  </a:lnTo>
                  <a:lnTo>
                    <a:pt x="1073213" y="26873"/>
                  </a:lnTo>
                  <a:lnTo>
                    <a:pt x="1073213" y="108483"/>
                  </a:lnTo>
                  <a:lnTo>
                    <a:pt x="1033945" y="139026"/>
                  </a:lnTo>
                  <a:lnTo>
                    <a:pt x="1018578" y="134937"/>
                  </a:lnTo>
                  <a:lnTo>
                    <a:pt x="1018578" y="150964"/>
                  </a:lnTo>
                  <a:lnTo>
                    <a:pt x="990663" y="172681"/>
                  </a:lnTo>
                  <a:lnTo>
                    <a:pt x="976401" y="167144"/>
                  </a:lnTo>
                  <a:lnTo>
                    <a:pt x="976401" y="183769"/>
                  </a:lnTo>
                  <a:lnTo>
                    <a:pt x="949223" y="204901"/>
                  </a:lnTo>
                  <a:lnTo>
                    <a:pt x="933030" y="201701"/>
                  </a:lnTo>
                  <a:lnTo>
                    <a:pt x="933030" y="217500"/>
                  </a:lnTo>
                  <a:lnTo>
                    <a:pt x="898906" y="244030"/>
                  </a:lnTo>
                  <a:lnTo>
                    <a:pt x="881748" y="230695"/>
                  </a:lnTo>
                  <a:lnTo>
                    <a:pt x="881748" y="257390"/>
                  </a:lnTo>
                  <a:lnTo>
                    <a:pt x="807593" y="315036"/>
                  </a:lnTo>
                  <a:lnTo>
                    <a:pt x="801674" y="316217"/>
                  </a:lnTo>
                  <a:lnTo>
                    <a:pt x="780313" y="307911"/>
                  </a:lnTo>
                  <a:lnTo>
                    <a:pt x="780313" y="336257"/>
                  </a:lnTo>
                  <a:lnTo>
                    <a:pt x="627570" y="455028"/>
                  </a:lnTo>
                  <a:lnTo>
                    <a:pt x="627570" y="366534"/>
                  </a:lnTo>
                  <a:lnTo>
                    <a:pt x="780313" y="336257"/>
                  </a:lnTo>
                  <a:lnTo>
                    <a:pt x="780313" y="307911"/>
                  </a:lnTo>
                  <a:lnTo>
                    <a:pt x="773353" y="305206"/>
                  </a:lnTo>
                  <a:lnTo>
                    <a:pt x="773353" y="321830"/>
                  </a:lnTo>
                  <a:lnTo>
                    <a:pt x="627570" y="350723"/>
                  </a:lnTo>
                  <a:lnTo>
                    <a:pt x="627570" y="265137"/>
                  </a:lnTo>
                  <a:lnTo>
                    <a:pt x="773353" y="321830"/>
                  </a:lnTo>
                  <a:lnTo>
                    <a:pt x="773353" y="305206"/>
                  </a:lnTo>
                  <a:lnTo>
                    <a:pt x="641235" y="253834"/>
                  </a:lnTo>
                  <a:lnTo>
                    <a:pt x="731964" y="218567"/>
                  </a:lnTo>
                  <a:lnTo>
                    <a:pt x="881748" y="257390"/>
                  </a:lnTo>
                  <a:lnTo>
                    <a:pt x="881748" y="230695"/>
                  </a:lnTo>
                  <a:lnTo>
                    <a:pt x="864539" y="217322"/>
                  </a:lnTo>
                  <a:lnTo>
                    <a:pt x="864539" y="236918"/>
                  </a:lnTo>
                  <a:lnTo>
                    <a:pt x="756666" y="208953"/>
                  </a:lnTo>
                  <a:lnTo>
                    <a:pt x="801687" y="191452"/>
                  </a:lnTo>
                  <a:lnTo>
                    <a:pt x="807580" y="192620"/>
                  </a:lnTo>
                  <a:lnTo>
                    <a:pt x="864539" y="236918"/>
                  </a:lnTo>
                  <a:lnTo>
                    <a:pt x="864539" y="217322"/>
                  </a:lnTo>
                  <a:lnTo>
                    <a:pt x="841400" y="199326"/>
                  </a:lnTo>
                  <a:lnTo>
                    <a:pt x="933030" y="217500"/>
                  </a:lnTo>
                  <a:lnTo>
                    <a:pt x="933030" y="201701"/>
                  </a:lnTo>
                  <a:lnTo>
                    <a:pt x="828624" y="180987"/>
                  </a:lnTo>
                  <a:lnTo>
                    <a:pt x="898931" y="153644"/>
                  </a:lnTo>
                  <a:lnTo>
                    <a:pt x="976401" y="183769"/>
                  </a:lnTo>
                  <a:lnTo>
                    <a:pt x="976401" y="167144"/>
                  </a:lnTo>
                  <a:lnTo>
                    <a:pt x="920318" y="145326"/>
                  </a:lnTo>
                  <a:lnTo>
                    <a:pt x="951636" y="133146"/>
                  </a:lnTo>
                  <a:lnTo>
                    <a:pt x="1018578" y="150964"/>
                  </a:lnTo>
                  <a:lnTo>
                    <a:pt x="1018578" y="134937"/>
                  </a:lnTo>
                  <a:lnTo>
                    <a:pt x="976122" y="123634"/>
                  </a:lnTo>
                  <a:lnTo>
                    <a:pt x="1062786" y="89928"/>
                  </a:lnTo>
                  <a:lnTo>
                    <a:pt x="1069352" y="98437"/>
                  </a:lnTo>
                  <a:lnTo>
                    <a:pt x="1073213" y="108483"/>
                  </a:lnTo>
                  <a:lnTo>
                    <a:pt x="1073213" y="26873"/>
                  </a:lnTo>
                  <a:lnTo>
                    <a:pt x="1040574" y="23761"/>
                  </a:lnTo>
                  <a:lnTo>
                    <a:pt x="1055014" y="61239"/>
                  </a:lnTo>
                  <a:lnTo>
                    <a:pt x="1042581" y="63703"/>
                  </a:lnTo>
                  <a:lnTo>
                    <a:pt x="1052918" y="77127"/>
                  </a:lnTo>
                  <a:lnTo>
                    <a:pt x="950734" y="116878"/>
                  </a:lnTo>
                  <a:lnTo>
                    <a:pt x="926249" y="110363"/>
                  </a:lnTo>
                  <a:lnTo>
                    <a:pt x="926249" y="126390"/>
                  </a:lnTo>
                  <a:lnTo>
                    <a:pt x="898918" y="137020"/>
                  </a:lnTo>
                  <a:lnTo>
                    <a:pt x="877544" y="128714"/>
                  </a:lnTo>
                  <a:lnTo>
                    <a:pt x="877544" y="145326"/>
                  </a:lnTo>
                  <a:lnTo>
                    <a:pt x="807161" y="172694"/>
                  </a:lnTo>
                  <a:lnTo>
                    <a:pt x="780288" y="151803"/>
                  </a:lnTo>
                  <a:lnTo>
                    <a:pt x="780288" y="171399"/>
                  </a:lnTo>
                  <a:lnTo>
                    <a:pt x="773353" y="170027"/>
                  </a:lnTo>
                  <a:lnTo>
                    <a:pt x="773353" y="185839"/>
                  </a:lnTo>
                  <a:lnTo>
                    <a:pt x="731012" y="202298"/>
                  </a:lnTo>
                  <a:lnTo>
                    <a:pt x="706297" y="195897"/>
                  </a:lnTo>
                  <a:lnTo>
                    <a:pt x="706297" y="211912"/>
                  </a:lnTo>
                  <a:lnTo>
                    <a:pt x="627570" y="242519"/>
                  </a:lnTo>
                  <a:lnTo>
                    <a:pt x="627570" y="191503"/>
                  </a:lnTo>
                  <a:lnTo>
                    <a:pt x="706297" y="211912"/>
                  </a:lnTo>
                  <a:lnTo>
                    <a:pt x="706297" y="195897"/>
                  </a:lnTo>
                  <a:lnTo>
                    <a:pt x="627570" y="175488"/>
                  </a:lnTo>
                  <a:lnTo>
                    <a:pt x="627570" y="160820"/>
                  </a:lnTo>
                  <a:lnTo>
                    <a:pt x="647230" y="160820"/>
                  </a:lnTo>
                  <a:lnTo>
                    <a:pt x="773353" y="185839"/>
                  </a:lnTo>
                  <a:lnTo>
                    <a:pt x="773353" y="170027"/>
                  </a:lnTo>
                  <a:lnTo>
                    <a:pt x="686562" y="152819"/>
                  </a:lnTo>
                  <a:lnTo>
                    <a:pt x="704164" y="129984"/>
                  </a:lnTo>
                  <a:lnTo>
                    <a:pt x="712698" y="139395"/>
                  </a:lnTo>
                  <a:lnTo>
                    <a:pt x="718540" y="124231"/>
                  </a:lnTo>
                  <a:lnTo>
                    <a:pt x="723379" y="128511"/>
                  </a:lnTo>
                  <a:lnTo>
                    <a:pt x="723671" y="127381"/>
                  </a:lnTo>
                  <a:lnTo>
                    <a:pt x="780288" y="171399"/>
                  </a:lnTo>
                  <a:lnTo>
                    <a:pt x="780288" y="151803"/>
                  </a:lnTo>
                  <a:lnTo>
                    <a:pt x="727964" y="111099"/>
                  </a:lnTo>
                  <a:lnTo>
                    <a:pt x="732777" y="92875"/>
                  </a:lnTo>
                  <a:lnTo>
                    <a:pt x="735037" y="89928"/>
                  </a:lnTo>
                  <a:lnTo>
                    <a:pt x="877544" y="145326"/>
                  </a:lnTo>
                  <a:lnTo>
                    <a:pt x="877544" y="128714"/>
                  </a:lnTo>
                  <a:lnTo>
                    <a:pt x="752995" y="80289"/>
                  </a:lnTo>
                  <a:lnTo>
                    <a:pt x="926249" y="126390"/>
                  </a:lnTo>
                  <a:lnTo>
                    <a:pt x="926249" y="110363"/>
                  </a:lnTo>
                  <a:lnTo>
                    <a:pt x="754519" y="64655"/>
                  </a:lnTo>
                  <a:lnTo>
                    <a:pt x="755256" y="63703"/>
                  </a:lnTo>
                  <a:lnTo>
                    <a:pt x="742810" y="61239"/>
                  </a:lnTo>
                  <a:lnTo>
                    <a:pt x="757262" y="23761"/>
                  </a:lnTo>
                  <a:lnTo>
                    <a:pt x="750849" y="24371"/>
                  </a:lnTo>
                  <a:lnTo>
                    <a:pt x="755002" y="8648"/>
                  </a:lnTo>
                  <a:lnTo>
                    <a:pt x="619848" y="36817"/>
                  </a:lnTo>
                  <a:lnTo>
                    <a:pt x="612140" y="38354"/>
                  </a:lnTo>
                  <a:lnTo>
                    <a:pt x="612140" y="160820"/>
                  </a:lnTo>
                  <a:lnTo>
                    <a:pt x="612140" y="455041"/>
                  </a:lnTo>
                  <a:lnTo>
                    <a:pt x="524586" y="386956"/>
                  </a:lnTo>
                  <a:lnTo>
                    <a:pt x="612140" y="369595"/>
                  </a:lnTo>
                  <a:lnTo>
                    <a:pt x="612140" y="353783"/>
                  </a:lnTo>
                  <a:lnTo>
                    <a:pt x="508381" y="374357"/>
                  </a:lnTo>
                  <a:lnTo>
                    <a:pt x="488289" y="358749"/>
                  </a:lnTo>
                  <a:lnTo>
                    <a:pt x="488289" y="378345"/>
                  </a:lnTo>
                  <a:lnTo>
                    <a:pt x="146812" y="446049"/>
                  </a:lnTo>
                  <a:lnTo>
                    <a:pt x="432523" y="334975"/>
                  </a:lnTo>
                  <a:lnTo>
                    <a:pt x="488289" y="378345"/>
                  </a:lnTo>
                  <a:lnTo>
                    <a:pt x="488289" y="358749"/>
                  </a:lnTo>
                  <a:lnTo>
                    <a:pt x="449326" y="328447"/>
                  </a:lnTo>
                  <a:lnTo>
                    <a:pt x="612140" y="265137"/>
                  </a:lnTo>
                  <a:lnTo>
                    <a:pt x="612140" y="242519"/>
                  </a:lnTo>
                  <a:lnTo>
                    <a:pt x="598474" y="237210"/>
                  </a:lnTo>
                  <a:lnTo>
                    <a:pt x="598474" y="253834"/>
                  </a:lnTo>
                  <a:lnTo>
                    <a:pt x="435076" y="317360"/>
                  </a:lnTo>
                  <a:lnTo>
                    <a:pt x="418274" y="304304"/>
                  </a:lnTo>
                  <a:lnTo>
                    <a:pt x="418274" y="323900"/>
                  </a:lnTo>
                  <a:lnTo>
                    <a:pt x="108305" y="444411"/>
                  </a:lnTo>
                  <a:lnTo>
                    <a:pt x="340779" y="263639"/>
                  </a:lnTo>
                  <a:lnTo>
                    <a:pt x="418274" y="323900"/>
                  </a:lnTo>
                  <a:lnTo>
                    <a:pt x="418274" y="304304"/>
                  </a:lnTo>
                  <a:lnTo>
                    <a:pt x="353377" y="253834"/>
                  </a:lnTo>
                  <a:lnTo>
                    <a:pt x="435076" y="190309"/>
                  </a:lnTo>
                  <a:lnTo>
                    <a:pt x="598474" y="253834"/>
                  </a:lnTo>
                  <a:lnTo>
                    <a:pt x="598474" y="237210"/>
                  </a:lnTo>
                  <a:lnTo>
                    <a:pt x="449338" y="179222"/>
                  </a:lnTo>
                  <a:lnTo>
                    <a:pt x="482053" y="153784"/>
                  </a:lnTo>
                  <a:lnTo>
                    <a:pt x="612140" y="187502"/>
                  </a:lnTo>
                  <a:lnTo>
                    <a:pt x="612140" y="171488"/>
                  </a:lnTo>
                  <a:lnTo>
                    <a:pt x="570992" y="160820"/>
                  </a:lnTo>
                  <a:lnTo>
                    <a:pt x="612140" y="160820"/>
                  </a:lnTo>
                  <a:lnTo>
                    <a:pt x="612140" y="38354"/>
                  </a:lnTo>
                  <a:lnTo>
                    <a:pt x="556374" y="49428"/>
                  </a:lnTo>
                  <a:lnTo>
                    <a:pt x="556374" y="157035"/>
                  </a:lnTo>
                  <a:lnTo>
                    <a:pt x="497497" y="141782"/>
                  </a:lnTo>
                  <a:lnTo>
                    <a:pt x="508406" y="133299"/>
                  </a:lnTo>
                  <a:lnTo>
                    <a:pt x="543420" y="140246"/>
                  </a:lnTo>
                  <a:lnTo>
                    <a:pt x="556374" y="157035"/>
                  </a:lnTo>
                  <a:lnTo>
                    <a:pt x="556374" y="49428"/>
                  </a:lnTo>
                  <a:lnTo>
                    <a:pt x="529056" y="54851"/>
                  </a:lnTo>
                  <a:lnTo>
                    <a:pt x="529056" y="121589"/>
                  </a:lnTo>
                  <a:lnTo>
                    <a:pt x="524598" y="120700"/>
                  </a:lnTo>
                  <a:lnTo>
                    <a:pt x="526961" y="118859"/>
                  </a:lnTo>
                  <a:lnTo>
                    <a:pt x="529056" y="121589"/>
                  </a:lnTo>
                  <a:lnTo>
                    <a:pt x="529056" y="54851"/>
                  </a:lnTo>
                  <a:lnTo>
                    <a:pt x="484441" y="63703"/>
                  </a:lnTo>
                  <a:lnTo>
                    <a:pt x="517512" y="106603"/>
                  </a:lnTo>
                  <a:lnTo>
                    <a:pt x="504507" y="116725"/>
                  </a:lnTo>
                  <a:lnTo>
                    <a:pt x="488315" y="113525"/>
                  </a:lnTo>
                  <a:lnTo>
                    <a:pt x="488315" y="129311"/>
                  </a:lnTo>
                  <a:lnTo>
                    <a:pt x="478586" y="136880"/>
                  </a:lnTo>
                  <a:lnTo>
                    <a:pt x="463143" y="132880"/>
                  </a:lnTo>
                  <a:lnTo>
                    <a:pt x="463143" y="148882"/>
                  </a:lnTo>
                  <a:lnTo>
                    <a:pt x="432536" y="172681"/>
                  </a:lnTo>
                  <a:lnTo>
                    <a:pt x="418274" y="167144"/>
                  </a:lnTo>
                  <a:lnTo>
                    <a:pt x="418274" y="183769"/>
                  </a:lnTo>
                  <a:lnTo>
                    <a:pt x="340779" y="244030"/>
                  </a:lnTo>
                  <a:lnTo>
                    <a:pt x="328180" y="234238"/>
                  </a:lnTo>
                  <a:lnTo>
                    <a:pt x="328180" y="253834"/>
                  </a:lnTo>
                  <a:lnTo>
                    <a:pt x="69443" y="455028"/>
                  </a:lnTo>
                  <a:lnTo>
                    <a:pt x="69443" y="160820"/>
                  </a:lnTo>
                  <a:lnTo>
                    <a:pt x="121107" y="160820"/>
                  </a:lnTo>
                  <a:lnTo>
                    <a:pt x="121551" y="161747"/>
                  </a:lnTo>
                  <a:lnTo>
                    <a:pt x="122262" y="160820"/>
                  </a:lnTo>
                  <a:lnTo>
                    <a:pt x="123444" y="160820"/>
                  </a:lnTo>
                  <a:lnTo>
                    <a:pt x="122974" y="159893"/>
                  </a:lnTo>
                  <a:lnTo>
                    <a:pt x="146037" y="129984"/>
                  </a:lnTo>
                  <a:lnTo>
                    <a:pt x="154571" y="139395"/>
                  </a:lnTo>
                  <a:lnTo>
                    <a:pt x="160667" y="123571"/>
                  </a:lnTo>
                  <a:lnTo>
                    <a:pt x="163271" y="125603"/>
                  </a:lnTo>
                  <a:lnTo>
                    <a:pt x="165836" y="127838"/>
                  </a:lnTo>
                  <a:lnTo>
                    <a:pt x="165887" y="127635"/>
                  </a:lnTo>
                  <a:lnTo>
                    <a:pt x="328180" y="253834"/>
                  </a:lnTo>
                  <a:lnTo>
                    <a:pt x="328180" y="234238"/>
                  </a:lnTo>
                  <a:lnTo>
                    <a:pt x="172529" y="113233"/>
                  </a:lnTo>
                  <a:lnTo>
                    <a:pt x="177101" y="90004"/>
                  </a:lnTo>
                  <a:lnTo>
                    <a:pt x="418274" y="183769"/>
                  </a:lnTo>
                  <a:lnTo>
                    <a:pt x="418274" y="167144"/>
                  </a:lnTo>
                  <a:lnTo>
                    <a:pt x="187642" y="77470"/>
                  </a:lnTo>
                  <a:lnTo>
                    <a:pt x="463143" y="148882"/>
                  </a:lnTo>
                  <a:lnTo>
                    <a:pt x="463143" y="132880"/>
                  </a:lnTo>
                  <a:lnTo>
                    <a:pt x="322694" y="96481"/>
                  </a:lnTo>
                  <a:lnTo>
                    <a:pt x="488315" y="129311"/>
                  </a:lnTo>
                  <a:lnTo>
                    <a:pt x="488315" y="113525"/>
                  </a:lnTo>
                  <a:lnTo>
                    <a:pt x="187528" y="53860"/>
                  </a:lnTo>
                  <a:lnTo>
                    <a:pt x="199136" y="23761"/>
                  </a:lnTo>
                  <a:lnTo>
                    <a:pt x="192405" y="24409"/>
                  </a:lnTo>
                  <a:lnTo>
                    <a:pt x="196684" y="7759"/>
                  </a:lnTo>
                  <a:lnTo>
                    <a:pt x="193103" y="8534"/>
                  </a:lnTo>
                  <a:lnTo>
                    <a:pt x="194792" y="0"/>
                  </a:lnTo>
                  <a:lnTo>
                    <a:pt x="61722" y="36817"/>
                  </a:lnTo>
                  <a:lnTo>
                    <a:pt x="0" y="160820"/>
                  </a:lnTo>
                  <a:lnTo>
                    <a:pt x="54000" y="160820"/>
                  </a:lnTo>
                  <a:lnTo>
                    <a:pt x="54000" y="470827"/>
                  </a:lnTo>
                  <a:lnTo>
                    <a:pt x="61709" y="470827"/>
                  </a:lnTo>
                  <a:lnTo>
                    <a:pt x="63220" y="478434"/>
                  </a:lnTo>
                  <a:lnTo>
                    <a:pt x="504494" y="390944"/>
                  </a:lnTo>
                  <a:lnTo>
                    <a:pt x="615124" y="476961"/>
                  </a:lnTo>
                  <a:lnTo>
                    <a:pt x="619836" y="470852"/>
                  </a:lnTo>
                  <a:lnTo>
                    <a:pt x="621830" y="478320"/>
                  </a:lnTo>
                  <a:lnTo>
                    <a:pt x="950734" y="390791"/>
                  </a:lnTo>
                  <a:lnTo>
                    <a:pt x="1175194" y="478053"/>
                  </a:lnTo>
                  <a:lnTo>
                    <a:pt x="1177963" y="470852"/>
                  </a:lnTo>
                  <a:lnTo>
                    <a:pt x="1180871" y="478015"/>
                  </a:lnTo>
                  <a:lnTo>
                    <a:pt x="1396428" y="390791"/>
                  </a:lnTo>
                  <a:lnTo>
                    <a:pt x="1734185" y="478332"/>
                  </a:lnTo>
                  <a:lnTo>
                    <a:pt x="1736077" y="470903"/>
                  </a:lnTo>
                  <a:lnTo>
                    <a:pt x="1741081" y="476770"/>
                  </a:lnTo>
                  <a:lnTo>
                    <a:pt x="1836140" y="396570"/>
                  </a:lnTo>
                  <a:lnTo>
                    <a:pt x="2249030" y="478434"/>
                  </a:lnTo>
                  <a:lnTo>
                    <a:pt x="2250490" y="470928"/>
                  </a:lnTo>
                  <a:lnTo>
                    <a:pt x="2258237" y="470827"/>
                  </a:lnTo>
                  <a:lnTo>
                    <a:pt x="2258237" y="160820"/>
                  </a:lnTo>
                  <a:lnTo>
                    <a:pt x="2312251" y="160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0"/>
              <a:t>Encoder-</a:t>
            </a:r>
            <a:r>
              <a:rPr dirty="0" spc="-25"/>
              <a:t>Decoders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2745232"/>
            <a:ext cx="10932160" cy="326199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562610" indent="-549910">
              <a:lnSpc>
                <a:spcPct val="100000"/>
              </a:lnSpc>
              <a:spcBef>
                <a:spcPts val="940"/>
              </a:spcBef>
              <a:buClr>
                <a:srgbClr val="E48312"/>
              </a:buClr>
              <a:buFont typeface="Arial"/>
              <a:buChar char="•"/>
              <a:tabLst>
                <a:tab pos="562610" algn="l"/>
              </a:tabLst>
            </a:pPr>
            <a:r>
              <a:rPr dirty="0" sz="4300" spc="-35">
                <a:solidFill>
                  <a:srgbClr val="404040"/>
                </a:solidFill>
                <a:latin typeface="Calibri"/>
                <a:cs typeface="Calibri"/>
              </a:rPr>
              <a:t>Trained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map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sequence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another</a:t>
            </a:r>
            <a:endParaRPr sz="4300">
              <a:latin typeface="Calibri"/>
              <a:cs typeface="Calibri"/>
            </a:endParaRPr>
          </a:p>
          <a:p>
            <a:pPr marL="562610" indent="-549910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"/>
              <a:buChar char="•"/>
              <a:tabLst>
                <a:tab pos="562610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Very</a:t>
            </a:r>
            <a:r>
              <a:rPr dirty="0" sz="43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popular</a:t>
            </a:r>
            <a:r>
              <a:rPr dirty="0" sz="4300" spc="-1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for:</a:t>
            </a:r>
            <a:endParaRPr sz="4300">
              <a:latin typeface="Calibri"/>
              <a:cs typeface="Calibri"/>
            </a:endParaRPr>
          </a:p>
          <a:p>
            <a:pPr lvl="1" marL="1037590" marR="431800" indent="-548640">
              <a:lnSpc>
                <a:spcPts val="4100"/>
              </a:lnSpc>
              <a:spcBef>
                <a:spcPts val="540"/>
              </a:spcBef>
              <a:buClr>
                <a:srgbClr val="E48312"/>
              </a:buClr>
              <a:buFont typeface="Arial"/>
              <a:buChar char="•"/>
              <a:tabLst>
                <a:tab pos="1037590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machine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translation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(map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another)</a:t>
            </a:r>
            <a:endParaRPr sz="3800">
              <a:latin typeface="Calibri"/>
              <a:cs typeface="Calibri"/>
            </a:endParaRPr>
          </a:p>
          <a:p>
            <a:pPr lvl="1" marL="1036955" indent="-548005">
              <a:lnSpc>
                <a:spcPct val="100000"/>
              </a:lnSpc>
              <a:spcBef>
                <a:spcPts val="180"/>
              </a:spcBef>
              <a:buClr>
                <a:srgbClr val="E48312"/>
              </a:buClr>
              <a:buFont typeface="Arial"/>
              <a:buChar char="•"/>
              <a:tabLst>
                <a:tab pos="103695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speech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recognition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(map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from acoustics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words)</a:t>
            </a:r>
            <a:endParaRPr sz="3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961896" y="186538"/>
            <a:ext cx="3062605" cy="2600325"/>
            <a:chOff x="10961896" y="186538"/>
            <a:chExt cx="3062605" cy="2600325"/>
          </a:xfrm>
        </p:grpSpPr>
        <p:sp>
          <p:nvSpPr>
            <p:cNvPr id="5" name="object 5"/>
            <p:cNvSpPr/>
            <p:nvPr/>
          </p:nvSpPr>
          <p:spPr>
            <a:xfrm>
              <a:off x="10961891" y="1115974"/>
              <a:ext cx="1383665" cy="1670685"/>
            </a:xfrm>
            <a:custGeom>
              <a:avLst/>
              <a:gdLst/>
              <a:ahLst/>
              <a:cxnLst/>
              <a:rect l="l" t="t" r="r" b="b"/>
              <a:pathLst>
                <a:path w="1383665" h="1670685">
                  <a:moveTo>
                    <a:pt x="311162" y="1103757"/>
                  </a:moveTo>
                  <a:lnTo>
                    <a:pt x="307086" y="1083513"/>
                  </a:lnTo>
                  <a:lnTo>
                    <a:pt x="295973" y="1066990"/>
                  </a:lnTo>
                  <a:lnTo>
                    <a:pt x="279488" y="1055852"/>
                  </a:lnTo>
                  <a:lnTo>
                    <a:pt x="259308" y="1051763"/>
                  </a:lnTo>
                  <a:lnTo>
                    <a:pt x="51866" y="1051763"/>
                  </a:lnTo>
                  <a:lnTo>
                    <a:pt x="31673" y="1055852"/>
                  </a:lnTo>
                  <a:lnTo>
                    <a:pt x="15189" y="1066990"/>
                  </a:lnTo>
                  <a:lnTo>
                    <a:pt x="4076" y="1083513"/>
                  </a:lnTo>
                  <a:lnTo>
                    <a:pt x="0" y="1103757"/>
                  </a:lnTo>
                  <a:lnTo>
                    <a:pt x="0" y="1618462"/>
                  </a:lnTo>
                  <a:lnTo>
                    <a:pt x="4076" y="1638693"/>
                  </a:lnTo>
                  <a:lnTo>
                    <a:pt x="15189" y="1655216"/>
                  </a:lnTo>
                  <a:lnTo>
                    <a:pt x="31673" y="1666367"/>
                  </a:lnTo>
                  <a:lnTo>
                    <a:pt x="51866" y="1670443"/>
                  </a:lnTo>
                  <a:lnTo>
                    <a:pt x="259308" y="1670443"/>
                  </a:lnTo>
                  <a:lnTo>
                    <a:pt x="279488" y="1666367"/>
                  </a:lnTo>
                  <a:lnTo>
                    <a:pt x="295973" y="1655216"/>
                  </a:lnTo>
                  <a:lnTo>
                    <a:pt x="307086" y="1638693"/>
                  </a:lnTo>
                  <a:lnTo>
                    <a:pt x="311162" y="1618462"/>
                  </a:lnTo>
                  <a:lnTo>
                    <a:pt x="311162" y="1103757"/>
                  </a:lnTo>
                  <a:close/>
                </a:path>
                <a:path w="1383665" h="1670685">
                  <a:moveTo>
                    <a:pt x="311162" y="51981"/>
                  </a:moveTo>
                  <a:lnTo>
                    <a:pt x="307086" y="31750"/>
                  </a:lnTo>
                  <a:lnTo>
                    <a:pt x="295973" y="15227"/>
                  </a:lnTo>
                  <a:lnTo>
                    <a:pt x="279488" y="4089"/>
                  </a:lnTo>
                  <a:lnTo>
                    <a:pt x="259308" y="0"/>
                  </a:lnTo>
                  <a:lnTo>
                    <a:pt x="51866" y="0"/>
                  </a:lnTo>
                  <a:lnTo>
                    <a:pt x="31673" y="4089"/>
                  </a:lnTo>
                  <a:lnTo>
                    <a:pt x="15189" y="15227"/>
                  </a:lnTo>
                  <a:lnTo>
                    <a:pt x="4076" y="31750"/>
                  </a:lnTo>
                  <a:lnTo>
                    <a:pt x="0" y="51981"/>
                  </a:lnTo>
                  <a:lnTo>
                    <a:pt x="0" y="566699"/>
                  </a:lnTo>
                  <a:lnTo>
                    <a:pt x="4076" y="586930"/>
                  </a:lnTo>
                  <a:lnTo>
                    <a:pt x="15189" y="603453"/>
                  </a:lnTo>
                  <a:lnTo>
                    <a:pt x="31673" y="614603"/>
                  </a:lnTo>
                  <a:lnTo>
                    <a:pt x="51866" y="618680"/>
                  </a:lnTo>
                  <a:lnTo>
                    <a:pt x="259308" y="618680"/>
                  </a:lnTo>
                  <a:lnTo>
                    <a:pt x="279488" y="614603"/>
                  </a:lnTo>
                  <a:lnTo>
                    <a:pt x="295973" y="603453"/>
                  </a:lnTo>
                  <a:lnTo>
                    <a:pt x="307086" y="586930"/>
                  </a:lnTo>
                  <a:lnTo>
                    <a:pt x="311162" y="566699"/>
                  </a:lnTo>
                  <a:lnTo>
                    <a:pt x="311162" y="51981"/>
                  </a:lnTo>
                  <a:close/>
                </a:path>
                <a:path w="1383665" h="1670685">
                  <a:moveTo>
                    <a:pt x="869200" y="1103757"/>
                  </a:moveTo>
                  <a:lnTo>
                    <a:pt x="865124" y="1083513"/>
                  </a:lnTo>
                  <a:lnTo>
                    <a:pt x="854011" y="1066990"/>
                  </a:lnTo>
                  <a:lnTo>
                    <a:pt x="837526" y="1055852"/>
                  </a:lnTo>
                  <a:lnTo>
                    <a:pt x="817333" y="1051763"/>
                  </a:lnTo>
                  <a:lnTo>
                    <a:pt x="609892" y="1051763"/>
                  </a:lnTo>
                  <a:lnTo>
                    <a:pt x="589711" y="1055852"/>
                  </a:lnTo>
                  <a:lnTo>
                    <a:pt x="573227" y="1066990"/>
                  </a:lnTo>
                  <a:lnTo>
                    <a:pt x="562102" y="1083513"/>
                  </a:lnTo>
                  <a:lnTo>
                    <a:pt x="558038" y="1103757"/>
                  </a:lnTo>
                  <a:lnTo>
                    <a:pt x="558038" y="1618462"/>
                  </a:lnTo>
                  <a:lnTo>
                    <a:pt x="562102" y="1638693"/>
                  </a:lnTo>
                  <a:lnTo>
                    <a:pt x="573227" y="1655216"/>
                  </a:lnTo>
                  <a:lnTo>
                    <a:pt x="589711" y="1666367"/>
                  </a:lnTo>
                  <a:lnTo>
                    <a:pt x="609892" y="1670443"/>
                  </a:lnTo>
                  <a:lnTo>
                    <a:pt x="817333" y="1670443"/>
                  </a:lnTo>
                  <a:lnTo>
                    <a:pt x="837526" y="1666367"/>
                  </a:lnTo>
                  <a:lnTo>
                    <a:pt x="854011" y="1655216"/>
                  </a:lnTo>
                  <a:lnTo>
                    <a:pt x="865124" y="1638693"/>
                  </a:lnTo>
                  <a:lnTo>
                    <a:pt x="869200" y="1618462"/>
                  </a:lnTo>
                  <a:lnTo>
                    <a:pt x="869200" y="1103757"/>
                  </a:lnTo>
                  <a:close/>
                </a:path>
                <a:path w="1383665" h="1670685">
                  <a:moveTo>
                    <a:pt x="869200" y="51981"/>
                  </a:moveTo>
                  <a:lnTo>
                    <a:pt x="865124" y="31750"/>
                  </a:lnTo>
                  <a:lnTo>
                    <a:pt x="854011" y="15227"/>
                  </a:lnTo>
                  <a:lnTo>
                    <a:pt x="837526" y="4089"/>
                  </a:lnTo>
                  <a:lnTo>
                    <a:pt x="817333" y="0"/>
                  </a:lnTo>
                  <a:lnTo>
                    <a:pt x="609892" y="0"/>
                  </a:lnTo>
                  <a:lnTo>
                    <a:pt x="589711" y="4089"/>
                  </a:lnTo>
                  <a:lnTo>
                    <a:pt x="573227" y="15227"/>
                  </a:lnTo>
                  <a:lnTo>
                    <a:pt x="562102" y="31750"/>
                  </a:lnTo>
                  <a:lnTo>
                    <a:pt x="558038" y="51981"/>
                  </a:lnTo>
                  <a:lnTo>
                    <a:pt x="558038" y="566699"/>
                  </a:lnTo>
                  <a:lnTo>
                    <a:pt x="562102" y="586930"/>
                  </a:lnTo>
                  <a:lnTo>
                    <a:pt x="573227" y="603453"/>
                  </a:lnTo>
                  <a:lnTo>
                    <a:pt x="589711" y="614603"/>
                  </a:lnTo>
                  <a:lnTo>
                    <a:pt x="609892" y="618680"/>
                  </a:lnTo>
                  <a:lnTo>
                    <a:pt x="817333" y="618680"/>
                  </a:lnTo>
                  <a:lnTo>
                    <a:pt x="837526" y="614603"/>
                  </a:lnTo>
                  <a:lnTo>
                    <a:pt x="854011" y="603453"/>
                  </a:lnTo>
                  <a:lnTo>
                    <a:pt x="865124" y="586930"/>
                  </a:lnTo>
                  <a:lnTo>
                    <a:pt x="869200" y="566699"/>
                  </a:lnTo>
                  <a:lnTo>
                    <a:pt x="869200" y="51981"/>
                  </a:lnTo>
                  <a:close/>
                </a:path>
                <a:path w="1383665" h="1670685">
                  <a:moveTo>
                    <a:pt x="1383512" y="1103757"/>
                  </a:moveTo>
                  <a:lnTo>
                    <a:pt x="1379435" y="1083513"/>
                  </a:lnTo>
                  <a:lnTo>
                    <a:pt x="1368323" y="1066990"/>
                  </a:lnTo>
                  <a:lnTo>
                    <a:pt x="1351838" y="1055852"/>
                  </a:lnTo>
                  <a:lnTo>
                    <a:pt x="1331658" y="1051763"/>
                  </a:lnTo>
                  <a:lnTo>
                    <a:pt x="1124216" y="1051763"/>
                  </a:lnTo>
                  <a:lnTo>
                    <a:pt x="1104023" y="1055852"/>
                  </a:lnTo>
                  <a:lnTo>
                    <a:pt x="1087539" y="1066990"/>
                  </a:lnTo>
                  <a:lnTo>
                    <a:pt x="1076426" y="1083513"/>
                  </a:lnTo>
                  <a:lnTo>
                    <a:pt x="1072349" y="1103757"/>
                  </a:lnTo>
                  <a:lnTo>
                    <a:pt x="1072349" y="1618462"/>
                  </a:lnTo>
                  <a:lnTo>
                    <a:pt x="1076426" y="1638693"/>
                  </a:lnTo>
                  <a:lnTo>
                    <a:pt x="1087539" y="1655216"/>
                  </a:lnTo>
                  <a:lnTo>
                    <a:pt x="1104023" y="1666367"/>
                  </a:lnTo>
                  <a:lnTo>
                    <a:pt x="1124216" y="1670443"/>
                  </a:lnTo>
                  <a:lnTo>
                    <a:pt x="1331658" y="1670443"/>
                  </a:lnTo>
                  <a:lnTo>
                    <a:pt x="1351838" y="1666367"/>
                  </a:lnTo>
                  <a:lnTo>
                    <a:pt x="1368323" y="1655216"/>
                  </a:lnTo>
                  <a:lnTo>
                    <a:pt x="1379435" y="1638693"/>
                  </a:lnTo>
                  <a:lnTo>
                    <a:pt x="1383512" y="1618462"/>
                  </a:lnTo>
                  <a:lnTo>
                    <a:pt x="1383512" y="1103757"/>
                  </a:lnTo>
                  <a:close/>
                </a:path>
                <a:path w="1383665" h="1670685">
                  <a:moveTo>
                    <a:pt x="1383512" y="51981"/>
                  </a:moveTo>
                  <a:lnTo>
                    <a:pt x="1379435" y="31750"/>
                  </a:lnTo>
                  <a:lnTo>
                    <a:pt x="1368323" y="15227"/>
                  </a:lnTo>
                  <a:lnTo>
                    <a:pt x="1351838" y="4089"/>
                  </a:lnTo>
                  <a:lnTo>
                    <a:pt x="1331658" y="0"/>
                  </a:lnTo>
                  <a:lnTo>
                    <a:pt x="1124216" y="0"/>
                  </a:lnTo>
                  <a:lnTo>
                    <a:pt x="1104023" y="4089"/>
                  </a:lnTo>
                  <a:lnTo>
                    <a:pt x="1087539" y="15227"/>
                  </a:lnTo>
                  <a:lnTo>
                    <a:pt x="1076426" y="31750"/>
                  </a:lnTo>
                  <a:lnTo>
                    <a:pt x="1072349" y="51981"/>
                  </a:lnTo>
                  <a:lnTo>
                    <a:pt x="1072349" y="566699"/>
                  </a:lnTo>
                  <a:lnTo>
                    <a:pt x="1076426" y="586930"/>
                  </a:lnTo>
                  <a:lnTo>
                    <a:pt x="1087539" y="603453"/>
                  </a:lnTo>
                  <a:lnTo>
                    <a:pt x="1104023" y="614603"/>
                  </a:lnTo>
                  <a:lnTo>
                    <a:pt x="1124216" y="618680"/>
                  </a:lnTo>
                  <a:lnTo>
                    <a:pt x="1331658" y="618680"/>
                  </a:lnTo>
                  <a:lnTo>
                    <a:pt x="1351838" y="614603"/>
                  </a:lnTo>
                  <a:lnTo>
                    <a:pt x="1368323" y="603453"/>
                  </a:lnTo>
                  <a:lnTo>
                    <a:pt x="1379435" y="586930"/>
                  </a:lnTo>
                  <a:lnTo>
                    <a:pt x="1383512" y="566699"/>
                  </a:lnTo>
                  <a:lnTo>
                    <a:pt x="1383512" y="51981"/>
                  </a:lnTo>
                  <a:close/>
                </a:path>
              </a:pathLst>
            </a:custGeom>
            <a:solidFill>
              <a:srgbClr val="6D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055757" y="1723503"/>
              <a:ext cx="1196340" cy="451484"/>
            </a:xfrm>
            <a:custGeom>
              <a:avLst/>
              <a:gdLst/>
              <a:ahLst/>
              <a:cxnLst/>
              <a:rect l="l" t="t" r="r" b="b"/>
              <a:pathLst>
                <a:path w="1196340" h="451485">
                  <a:moveTo>
                    <a:pt x="1195781" y="134886"/>
                  </a:moveTo>
                  <a:lnTo>
                    <a:pt x="1185494" y="114261"/>
                  </a:lnTo>
                  <a:lnTo>
                    <a:pt x="1134071" y="11150"/>
                  </a:lnTo>
                  <a:lnTo>
                    <a:pt x="1126350" y="10528"/>
                  </a:lnTo>
                  <a:lnTo>
                    <a:pt x="1126350" y="134886"/>
                  </a:lnTo>
                  <a:lnTo>
                    <a:pt x="1126350" y="427647"/>
                  </a:lnTo>
                  <a:lnTo>
                    <a:pt x="1091996" y="398729"/>
                  </a:lnTo>
                  <a:lnTo>
                    <a:pt x="1091996" y="418909"/>
                  </a:lnTo>
                  <a:lnTo>
                    <a:pt x="801255" y="301498"/>
                  </a:lnTo>
                  <a:lnTo>
                    <a:pt x="876909" y="237794"/>
                  </a:lnTo>
                  <a:lnTo>
                    <a:pt x="1091996" y="418909"/>
                  </a:lnTo>
                  <a:lnTo>
                    <a:pt x="1091996" y="398729"/>
                  </a:lnTo>
                  <a:lnTo>
                    <a:pt x="888898" y="227698"/>
                  </a:lnTo>
                  <a:lnTo>
                    <a:pt x="1037666" y="102425"/>
                  </a:lnTo>
                  <a:lnTo>
                    <a:pt x="1042644" y="114782"/>
                  </a:lnTo>
                  <a:lnTo>
                    <a:pt x="1051382" y="104876"/>
                  </a:lnTo>
                  <a:lnTo>
                    <a:pt x="1073912" y="131762"/>
                  </a:lnTo>
                  <a:lnTo>
                    <a:pt x="1072349" y="134886"/>
                  </a:lnTo>
                  <a:lnTo>
                    <a:pt x="1076540" y="134886"/>
                  </a:lnTo>
                  <a:lnTo>
                    <a:pt x="1079246" y="138112"/>
                  </a:lnTo>
                  <a:lnTo>
                    <a:pt x="1080630" y="134886"/>
                  </a:lnTo>
                  <a:lnTo>
                    <a:pt x="1126350" y="134886"/>
                  </a:lnTo>
                  <a:lnTo>
                    <a:pt x="1126350" y="10528"/>
                  </a:lnTo>
                  <a:lnTo>
                    <a:pt x="1031608" y="2844"/>
                  </a:lnTo>
                  <a:lnTo>
                    <a:pt x="1031608" y="87337"/>
                  </a:lnTo>
                  <a:lnTo>
                    <a:pt x="876909" y="217614"/>
                  </a:lnTo>
                  <a:lnTo>
                    <a:pt x="864920" y="207530"/>
                  </a:lnTo>
                  <a:lnTo>
                    <a:pt x="864920" y="227698"/>
                  </a:lnTo>
                  <a:lnTo>
                    <a:pt x="785063" y="294944"/>
                  </a:lnTo>
                  <a:lnTo>
                    <a:pt x="771664" y="289534"/>
                  </a:lnTo>
                  <a:lnTo>
                    <a:pt x="771664" y="306222"/>
                  </a:lnTo>
                  <a:lnTo>
                    <a:pt x="627468" y="427647"/>
                  </a:lnTo>
                  <a:lnTo>
                    <a:pt x="627468" y="247980"/>
                  </a:lnTo>
                  <a:lnTo>
                    <a:pt x="771664" y="306222"/>
                  </a:lnTo>
                  <a:lnTo>
                    <a:pt x="771664" y="289534"/>
                  </a:lnTo>
                  <a:lnTo>
                    <a:pt x="627468" y="231305"/>
                  </a:lnTo>
                  <a:lnTo>
                    <a:pt x="627468" y="224091"/>
                  </a:lnTo>
                  <a:lnTo>
                    <a:pt x="785050" y="160451"/>
                  </a:lnTo>
                  <a:lnTo>
                    <a:pt x="864920" y="227698"/>
                  </a:lnTo>
                  <a:lnTo>
                    <a:pt x="864920" y="207530"/>
                  </a:lnTo>
                  <a:lnTo>
                    <a:pt x="801255" y="153911"/>
                  </a:lnTo>
                  <a:lnTo>
                    <a:pt x="1018832" y="66040"/>
                  </a:lnTo>
                  <a:lnTo>
                    <a:pt x="1026922" y="75679"/>
                  </a:lnTo>
                  <a:lnTo>
                    <a:pt x="1031608" y="87337"/>
                  </a:lnTo>
                  <a:lnTo>
                    <a:pt x="1031608" y="2844"/>
                  </a:lnTo>
                  <a:lnTo>
                    <a:pt x="996518" y="0"/>
                  </a:lnTo>
                  <a:lnTo>
                    <a:pt x="1012698" y="40297"/>
                  </a:lnTo>
                  <a:lnTo>
                    <a:pt x="999858" y="43370"/>
                  </a:lnTo>
                  <a:lnTo>
                    <a:pt x="1008392" y="53568"/>
                  </a:lnTo>
                  <a:lnTo>
                    <a:pt x="787869" y="142633"/>
                  </a:lnTo>
                  <a:lnTo>
                    <a:pt x="771664" y="128993"/>
                  </a:lnTo>
                  <a:lnTo>
                    <a:pt x="771664" y="149186"/>
                  </a:lnTo>
                  <a:lnTo>
                    <a:pt x="627468" y="207416"/>
                  </a:lnTo>
                  <a:lnTo>
                    <a:pt x="627468" y="134886"/>
                  </a:lnTo>
                  <a:lnTo>
                    <a:pt x="673176" y="134886"/>
                  </a:lnTo>
                  <a:lnTo>
                    <a:pt x="674573" y="138112"/>
                  </a:lnTo>
                  <a:lnTo>
                    <a:pt x="677265" y="134886"/>
                  </a:lnTo>
                  <a:lnTo>
                    <a:pt x="681469" y="134886"/>
                  </a:lnTo>
                  <a:lnTo>
                    <a:pt x="679894" y="131749"/>
                  </a:lnTo>
                  <a:lnTo>
                    <a:pt x="709307" y="96659"/>
                  </a:lnTo>
                  <a:lnTo>
                    <a:pt x="771664" y="149186"/>
                  </a:lnTo>
                  <a:lnTo>
                    <a:pt x="771664" y="128993"/>
                  </a:lnTo>
                  <a:lnTo>
                    <a:pt x="719226" y="84823"/>
                  </a:lnTo>
                  <a:lnTo>
                    <a:pt x="730338" y="71551"/>
                  </a:lnTo>
                  <a:lnTo>
                    <a:pt x="753960" y="43370"/>
                  </a:lnTo>
                  <a:lnTo>
                    <a:pt x="619747" y="11150"/>
                  </a:lnTo>
                  <a:lnTo>
                    <a:pt x="612038" y="12687"/>
                  </a:lnTo>
                  <a:lnTo>
                    <a:pt x="612038" y="134886"/>
                  </a:lnTo>
                  <a:lnTo>
                    <a:pt x="612038" y="213652"/>
                  </a:lnTo>
                  <a:lnTo>
                    <a:pt x="612038" y="241744"/>
                  </a:lnTo>
                  <a:lnTo>
                    <a:pt x="612038" y="428472"/>
                  </a:lnTo>
                  <a:lnTo>
                    <a:pt x="444106" y="298145"/>
                  </a:lnTo>
                  <a:lnTo>
                    <a:pt x="597903" y="236042"/>
                  </a:lnTo>
                  <a:lnTo>
                    <a:pt x="612038" y="241744"/>
                  </a:lnTo>
                  <a:lnTo>
                    <a:pt x="612038" y="213652"/>
                  </a:lnTo>
                  <a:lnTo>
                    <a:pt x="597903" y="219367"/>
                  </a:lnTo>
                  <a:lnTo>
                    <a:pt x="577253" y="211035"/>
                  </a:lnTo>
                  <a:lnTo>
                    <a:pt x="577253" y="227711"/>
                  </a:lnTo>
                  <a:lnTo>
                    <a:pt x="429983" y="287185"/>
                  </a:lnTo>
                  <a:lnTo>
                    <a:pt x="413397" y="274320"/>
                  </a:lnTo>
                  <a:lnTo>
                    <a:pt x="413397" y="293878"/>
                  </a:lnTo>
                  <a:lnTo>
                    <a:pt x="110388" y="416242"/>
                  </a:lnTo>
                  <a:lnTo>
                    <a:pt x="340728" y="237477"/>
                  </a:lnTo>
                  <a:lnTo>
                    <a:pt x="413397" y="293878"/>
                  </a:lnTo>
                  <a:lnTo>
                    <a:pt x="413397" y="274320"/>
                  </a:lnTo>
                  <a:lnTo>
                    <a:pt x="353326" y="227698"/>
                  </a:lnTo>
                  <a:lnTo>
                    <a:pt x="429971" y="168224"/>
                  </a:lnTo>
                  <a:lnTo>
                    <a:pt x="577253" y="227711"/>
                  </a:lnTo>
                  <a:lnTo>
                    <a:pt x="577253" y="211035"/>
                  </a:lnTo>
                  <a:lnTo>
                    <a:pt x="444106" y="157251"/>
                  </a:lnTo>
                  <a:lnTo>
                    <a:pt x="526872" y="93014"/>
                  </a:lnTo>
                  <a:lnTo>
                    <a:pt x="558495" y="133972"/>
                  </a:lnTo>
                  <a:lnTo>
                    <a:pt x="558038" y="134886"/>
                  </a:lnTo>
                  <a:lnTo>
                    <a:pt x="559193" y="134886"/>
                  </a:lnTo>
                  <a:lnTo>
                    <a:pt x="559930" y="135826"/>
                  </a:lnTo>
                  <a:lnTo>
                    <a:pt x="560374" y="134886"/>
                  </a:lnTo>
                  <a:lnTo>
                    <a:pt x="612038" y="134886"/>
                  </a:lnTo>
                  <a:lnTo>
                    <a:pt x="612038" y="12687"/>
                  </a:lnTo>
                  <a:lnTo>
                    <a:pt x="484365" y="37985"/>
                  </a:lnTo>
                  <a:lnTo>
                    <a:pt x="517423" y="80784"/>
                  </a:lnTo>
                  <a:lnTo>
                    <a:pt x="427520" y="150558"/>
                  </a:lnTo>
                  <a:lnTo>
                    <a:pt x="413385" y="144856"/>
                  </a:lnTo>
                  <a:lnTo>
                    <a:pt x="413385" y="161531"/>
                  </a:lnTo>
                  <a:lnTo>
                    <a:pt x="340728" y="217919"/>
                  </a:lnTo>
                  <a:lnTo>
                    <a:pt x="328129" y="208153"/>
                  </a:lnTo>
                  <a:lnTo>
                    <a:pt x="328129" y="227698"/>
                  </a:lnTo>
                  <a:lnTo>
                    <a:pt x="69430" y="428472"/>
                  </a:lnTo>
                  <a:lnTo>
                    <a:pt x="69430" y="134886"/>
                  </a:lnTo>
                  <a:lnTo>
                    <a:pt x="121081" y="134886"/>
                  </a:lnTo>
                  <a:lnTo>
                    <a:pt x="121539" y="135826"/>
                  </a:lnTo>
                  <a:lnTo>
                    <a:pt x="122262" y="134886"/>
                  </a:lnTo>
                  <a:lnTo>
                    <a:pt x="123431" y="134886"/>
                  </a:lnTo>
                  <a:lnTo>
                    <a:pt x="122961" y="133972"/>
                  </a:lnTo>
                  <a:lnTo>
                    <a:pt x="144945" y="105498"/>
                  </a:lnTo>
                  <a:lnTo>
                    <a:pt x="153149" y="114782"/>
                  </a:lnTo>
                  <a:lnTo>
                    <a:pt x="160159" y="97345"/>
                  </a:lnTo>
                  <a:lnTo>
                    <a:pt x="328129" y="227698"/>
                  </a:lnTo>
                  <a:lnTo>
                    <a:pt x="328129" y="208153"/>
                  </a:lnTo>
                  <a:lnTo>
                    <a:pt x="166154" y="82423"/>
                  </a:lnTo>
                  <a:lnTo>
                    <a:pt x="169811" y="73304"/>
                  </a:lnTo>
                  <a:lnTo>
                    <a:pt x="173786" y="68160"/>
                  </a:lnTo>
                  <a:lnTo>
                    <a:pt x="175793" y="65570"/>
                  </a:lnTo>
                  <a:lnTo>
                    <a:pt x="413385" y="161531"/>
                  </a:lnTo>
                  <a:lnTo>
                    <a:pt x="413385" y="144856"/>
                  </a:lnTo>
                  <a:lnTo>
                    <a:pt x="185610" y="52857"/>
                  </a:lnTo>
                  <a:lnTo>
                    <a:pt x="197104" y="37985"/>
                  </a:lnTo>
                  <a:lnTo>
                    <a:pt x="184975" y="35585"/>
                  </a:lnTo>
                  <a:lnTo>
                    <a:pt x="199275" y="0"/>
                  </a:lnTo>
                  <a:lnTo>
                    <a:pt x="61722" y="11150"/>
                  </a:lnTo>
                  <a:lnTo>
                    <a:pt x="0" y="134886"/>
                  </a:lnTo>
                  <a:lnTo>
                    <a:pt x="54000" y="134886"/>
                  </a:lnTo>
                  <a:lnTo>
                    <a:pt x="54000" y="444233"/>
                  </a:lnTo>
                  <a:lnTo>
                    <a:pt x="61722" y="444233"/>
                  </a:lnTo>
                  <a:lnTo>
                    <a:pt x="64604" y="451408"/>
                  </a:lnTo>
                  <a:lnTo>
                    <a:pt x="427532" y="304850"/>
                  </a:lnTo>
                  <a:lnTo>
                    <a:pt x="615022" y="450342"/>
                  </a:lnTo>
                  <a:lnTo>
                    <a:pt x="619734" y="444233"/>
                  </a:lnTo>
                  <a:lnTo>
                    <a:pt x="624713" y="450151"/>
                  </a:lnTo>
                  <a:lnTo>
                    <a:pt x="787869" y="312762"/>
                  </a:lnTo>
                  <a:lnTo>
                    <a:pt x="1131189" y="451408"/>
                  </a:lnTo>
                  <a:lnTo>
                    <a:pt x="1134071" y="444233"/>
                  </a:lnTo>
                  <a:lnTo>
                    <a:pt x="1141780" y="444233"/>
                  </a:lnTo>
                  <a:lnTo>
                    <a:pt x="1141780" y="134886"/>
                  </a:lnTo>
                  <a:lnTo>
                    <a:pt x="1195781" y="1348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589284" y="194256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6" y="0"/>
                  </a:moveTo>
                  <a:lnTo>
                    <a:pt x="51862" y="0"/>
                  </a:lnTo>
                  <a:lnTo>
                    <a:pt x="31675" y="4085"/>
                  </a:lnTo>
                  <a:lnTo>
                    <a:pt x="15190" y="15228"/>
                  </a:lnTo>
                  <a:lnTo>
                    <a:pt x="4075" y="31754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5" y="586934"/>
                  </a:lnTo>
                  <a:lnTo>
                    <a:pt x="15190" y="603459"/>
                  </a:lnTo>
                  <a:lnTo>
                    <a:pt x="31675" y="614601"/>
                  </a:lnTo>
                  <a:lnTo>
                    <a:pt x="51862" y="618686"/>
                  </a:lnTo>
                  <a:lnTo>
                    <a:pt x="259306" y="618686"/>
                  </a:lnTo>
                  <a:lnTo>
                    <a:pt x="279492" y="614601"/>
                  </a:lnTo>
                  <a:lnTo>
                    <a:pt x="295978" y="603459"/>
                  </a:lnTo>
                  <a:lnTo>
                    <a:pt x="307095" y="586934"/>
                  </a:lnTo>
                  <a:lnTo>
                    <a:pt x="311172" y="566696"/>
                  </a:lnTo>
                  <a:lnTo>
                    <a:pt x="311172" y="51991"/>
                  </a:lnTo>
                  <a:lnTo>
                    <a:pt x="307095" y="31754"/>
                  </a:lnTo>
                  <a:lnTo>
                    <a:pt x="295978" y="15228"/>
                  </a:lnTo>
                  <a:lnTo>
                    <a:pt x="279492" y="4085"/>
                  </a:lnTo>
                  <a:lnTo>
                    <a:pt x="2593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589284" y="194256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589284" y="1246023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6" y="0"/>
                  </a:moveTo>
                  <a:lnTo>
                    <a:pt x="51862" y="0"/>
                  </a:lnTo>
                  <a:lnTo>
                    <a:pt x="31675" y="4085"/>
                  </a:lnTo>
                  <a:lnTo>
                    <a:pt x="15190" y="15227"/>
                  </a:lnTo>
                  <a:lnTo>
                    <a:pt x="4075" y="31753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5" y="586933"/>
                  </a:lnTo>
                  <a:lnTo>
                    <a:pt x="15190" y="603459"/>
                  </a:lnTo>
                  <a:lnTo>
                    <a:pt x="31675" y="614601"/>
                  </a:lnTo>
                  <a:lnTo>
                    <a:pt x="51862" y="618686"/>
                  </a:lnTo>
                  <a:lnTo>
                    <a:pt x="259306" y="618686"/>
                  </a:lnTo>
                  <a:lnTo>
                    <a:pt x="279492" y="614601"/>
                  </a:lnTo>
                  <a:lnTo>
                    <a:pt x="295978" y="603459"/>
                  </a:lnTo>
                  <a:lnTo>
                    <a:pt x="307095" y="586933"/>
                  </a:lnTo>
                  <a:lnTo>
                    <a:pt x="311172" y="566696"/>
                  </a:lnTo>
                  <a:lnTo>
                    <a:pt x="311172" y="51991"/>
                  </a:lnTo>
                  <a:lnTo>
                    <a:pt x="307095" y="31753"/>
                  </a:lnTo>
                  <a:lnTo>
                    <a:pt x="295978" y="15227"/>
                  </a:lnTo>
                  <a:lnTo>
                    <a:pt x="279492" y="4085"/>
                  </a:lnTo>
                  <a:lnTo>
                    <a:pt x="2593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589284" y="1246023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147319" y="194256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8" y="0"/>
                  </a:moveTo>
                  <a:lnTo>
                    <a:pt x="51854" y="0"/>
                  </a:lnTo>
                  <a:lnTo>
                    <a:pt x="31670" y="4085"/>
                  </a:lnTo>
                  <a:lnTo>
                    <a:pt x="15187" y="15228"/>
                  </a:lnTo>
                  <a:lnTo>
                    <a:pt x="4074" y="31754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4" y="586934"/>
                  </a:lnTo>
                  <a:lnTo>
                    <a:pt x="15187" y="603459"/>
                  </a:lnTo>
                  <a:lnTo>
                    <a:pt x="31670" y="614601"/>
                  </a:lnTo>
                  <a:lnTo>
                    <a:pt x="51854" y="618686"/>
                  </a:lnTo>
                  <a:lnTo>
                    <a:pt x="259308" y="618686"/>
                  </a:lnTo>
                  <a:lnTo>
                    <a:pt x="279492" y="614601"/>
                  </a:lnTo>
                  <a:lnTo>
                    <a:pt x="295975" y="603459"/>
                  </a:lnTo>
                  <a:lnTo>
                    <a:pt x="307087" y="586934"/>
                  </a:lnTo>
                  <a:lnTo>
                    <a:pt x="311162" y="566696"/>
                  </a:lnTo>
                  <a:lnTo>
                    <a:pt x="311162" y="51991"/>
                  </a:lnTo>
                  <a:lnTo>
                    <a:pt x="307087" y="31754"/>
                  </a:lnTo>
                  <a:lnTo>
                    <a:pt x="295975" y="15228"/>
                  </a:lnTo>
                  <a:lnTo>
                    <a:pt x="279492" y="4085"/>
                  </a:lnTo>
                  <a:lnTo>
                    <a:pt x="259308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3147319" y="194256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147319" y="1246023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8" y="0"/>
                  </a:moveTo>
                  <a:lnTo>
                    <a:pt x="51854" y="0"/>
                  </a:lnTo>
                  <a:lnTo>
                    <a:pt x="31670" y="4085"/>
                  </a:lnTo>
                  <a:lnTo>
                    <a:pt x="15187" y="15227"/>
                  </a:lnTo>
                  <a:lnTo>
                    <a:pt x="4074" y="31753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4" y="586933"/>
                  </a:lnTo>
                  <a:lnTo>
                    <a:pt x="15187" y="603459"/>
                  </a:lnTo>
                  <a:lnTo>
                    <a:pt x="31670" y="614601"/>
                  </a:lnTo>
                  <a:lnTo>
                    <a:pt x="51854" y="618686"/>
                  </a:lnTo>
                  <a:lnTo>
                    <a:pt x="259308" y="618686"/>
                  </a:lnTo>
                  <a:lnTo>
                    <a:pt x="279492" y="614601"/>
                  </a:lnTo>
                  <a:lnTo>
                    <a:pt x="295975" y="603459"/>
                  </a:lnTo>
                  <a:lnTo>
                    <a:pt x="307087" y="586933"/>
                  </a:lnTo>
                  <a:lnTo>
                    <a:pt x="311162" y="566696"/>
                  </a:lnTo>
                  <a:lnTo>
                    <a:pt x="311162" y="51991"/>
                  </a:lnTo>
                  <a:lnTo>
                    <a:pt x="307087" y="31753"/>
                  </a:lnTo>
                  <a:lnTo>
                    <a:pt x="295975" y="15227"/>
                  </a:lnTo>
                  <a:lnTo>
                    <a:pt x="279492" y="4085"/>
                  </a:lnTo>
                  <a:lnTo>
                    <a:pt x="259308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147319" y="1246023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705345" y="194256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8" y="0"/>
                  </a:moveTo>
                  <a:lnTo>
                    <a:pt x="51866" y="0"/>
                  </a:lnTo>
                  <a:lnTo>
                    <a:pt x="31680" y="4085"/>
                  </a:lnTo>
                  <a:lnTo>
                    <a:pt x="15193" y="15228"/>
                  </a:lnTo>
                  <a:lnTo>
                    <a:pt x="4076" y="31754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6" y="586934"/>
                  </a:lnTo>
                  <a:lnTo>
                    <a:pt x="15193" y="603459"/>
                  </a:lnTo>
                  <a:lnTo>
                    <a:pt x="31680" y="614601"/>
                  </a:lnTo>
                  <a:lnTo>
                    <a:pt x="51866" y="618686"/>
                  </a:lnTo>
                  <a:lnTo>
                    <a:pt x="259308" y="618686"/>
                  </a:lnTo>
                  <a:lnTo>
                    <a:pt x="279494" y="614601"/>
                  </a:lnTo>
                  <a:lnTo>
                    <a:pt x="295981" y="603459"/>
                  </a:lnTo>
                  <a:lnTo>
                    <a:pt x="307098" y="586934"/>
                  </a:lnTo>
                  <a:lnTo>
                    <a:pt x="311175" y="566696"/>
                  </a:lnTo>
                  <a:lnTo>
                    <a:pt x="311175" y="51991"/>
                  </a:lnTo>
                  <a:lnTo>
                    <a:pt x="307098" y="31754"/>
                  </a:lnTo>
                  <a:lnTo>
                    <a:pt x="295981" y="15228"/>
                  </a:lnTo>
                  <a:lnTo>
                    <a:pt x="279494" y="4085"/>
                  </a:lnTo>
                  <a:lnTo>
                    <a:pt x="259308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3705345" y="194256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705345" y="1246023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259308" y="0"/>
                  </a:moveTo>
                  <a:lnTo>
                    <a:pt x="51866" y="0"/>
                  </a:lnTo>
                  <a:lnTo>
                    <a:pt x="31680" y="4085"/>
                  </a:lnTo>
                  <a:lnTo>
                    <a:pt x="15193" y="15227"/>
                  </a:lnTo>
                  <a:lnTo>
                    <a:pt x="4076" y="31753"/>
                  </a:lnTo>
                  <a:lnTo>
                    <a:pt x="0" y="51991"/>
                  </a:lnTo>
                  <a:lnTo>
                    <a:pt x="0" y="566696"/>
                  </a:lnTo>
                  <a:lnTo>
                    <a:pt x="4076" y="586933"/>
                  </a:lnTo>
                  <a:lnTo>
                    <a:pt x="15193" y="603459"/>
                  </a:lnTo>
                  <a:lnTo>
                    <a:pt x="31680" y="614601"/>
                  </a:lnTo>
                  <a:lnTo>
                    <a:pt x="51866" y="618686"/>
                  </a:lnTo>
                  <a:lnTo>
                    <a:pt x="259308" y="618686"/>
                  </a:lnTo>
                  <a:lnTo>
                    <a:pt x="279494" y="614601"/>
                  </a:lnTo>
                  <a:lnTo>
                    <a:pt x="295981" y="603459"/>
                  </a:lnTo>
                  <a:lnTo>
                    <a:pt x="307098" y="586933"/>
                  </a:lnTo>
                  <a:lnTo>
                    <a:pt x="311175" y="566696"/>
                  </a:lnTo>
                  <a:lnTo>
                    <a:pt x="311175" y="51991"/>
                  </a:lnTo>
                  <a:lnTo>
                    <a:pt x="307098" y="31753"/>
                  </a:lnTo>
                  <a:lnTo>
                    <a:pt x="295981" y="15227"/>
                  </a:lnTo>
                  <a:lnTo>
                    <a:pt x="279494" y="4085"/>
                  </a:lnTo>
                  <a:lnTo>
                    <a:pt x="259308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3705345" y="1246023"/>
              <a:ext cx="311785" cy="619125"/>
            </a:xfrm>
            <a:custGeom>
              <a:avLst/>
              <a:gdLst/>
              <a:ahLst/>
              <a:cxnLst/>
              <a:rect l="l" t="t" r="r" b="b"/>
              <a:pathLst>
                <a:path w="311784" h="619125">
                  <a:moveTo>
                    <a:pt x="0" y="51990"/>
                  </a:moveTo>
                  <a:lnTo>
                    <a:pt x="4075" y="31753"/>
                  </a:lnTo>
                  <a:lnTo>
                    <a:pt x="15190" y="15227"/>
                  </a:lnTo>
                  <a:lnTo>
                    <a:pt x="31675" y="4085"/>
                  </a:lnTo>
                  <a:lnTo>
                    <a:pt x="51862" y="0"/>
                  </a:lnTo>
                  <a:lnTo>
                    <a:pt x="259305" y="0"/>
                  </a:lnTo>
                  <a:lnTo>
                    <a:pt x="279492" y="4085"/>
                  </a:lnTo>
                  <a:lnTo>
                    <a:pt x="295977" y="15227"/>
                  </a:lnTo>
                  <a:lnTo>
                    <a:pt x="307092" y="31753"/>
                  </a:lnTo>
                  <a:lnTo>
                    <a:pt x="311167" y="51990"/>
                  </a:lnTo>
                  <a:lnTo>
                    <a:pt x="311167" y="566696"/>
                  </a:lnTo>
                  <a:lnTo>
                    <a:pt x="307092" y="586933"/>
                  </a:lnTo>
                  <a:lnTo>
                    <a:pt x="295977" y="603458"/>
                  </a:lnTo>
                  <a:lnTo>
                    <a:pt x="279492" y="614600"/>
                  </a:lnTo>
                  <a:lnTo>
                    <a:pt x="259305" y="618686"/>
                  </a:lnTo>
                  <a:lnTo>
                    <a:pt x="51862" y="618686"/>
                  </a:lnTo>
                  <a:lnTo>
                    <a:pt x="31675" y="614600"/>
                  </a:lnTo>
                  <a:lnTo>
                    <a:pt x="15190" y="603458"/>
                  </a:lnTo>
                  <a:lnTo>
                    <a:pt x="4075" y="586933"/>
                  </a:lnTo>
                  <a:lnTo>
                    <a:pt x="0" y="566696"/>
                  </a:lnTo>
                  <a:lnTo>
                    <a:pt x="0" y="51990"/>
                  </a:lnTo>
                  <a:close/>
                </a:path>
              </a:pathLst>
            </a:custGeom>
            <a:ln w="15436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116069" y="765009"/>
              <a:ext cx="2806700" cy="488315"/>
            </a:xfrm>
            <a:custGeom>
              <a:avLst/>
              <a:gdLst/>
              <a:ahLst/>
              <a:cxnLst/>
              <a:rect l="l" t="t" r="r" b="b"/>
              <a:pathLst>
                <a:path w="2806700" h="488315">
                  <a:moveTo>
                    <a:pt x="2806585" y="171678"/>
                  </a:moveTo>
                  <a:lnTo>
                    <a:pt x="2796286" y="151053"/>
                  </a:lnTo>
                  <a:lnTo>
                    <a:pt x="2744863" y="47942"/>
                  </a:lnTo>
                  <a:lnTo>
                    <a:pt x="2633281" y="6629"/>
                  </a:lnTo>
                  <a:lnTo>
                    <a:pt x="2633281" y="124764"/>
                  </a:lnTo>
                  <a:lnTo>
                    <a:pt x="2194534" y="465264"/>
                  </a:lnTo>
                  <a:lnTo>
                    <a:pt x="2194534" y="269786"/>
                  </a:lnTo>
                  <a:lnTo>
                    <a:pt x="2626639" y="102120"/>
                  </a:lnTo>
                  <a:lnTo>
                    <a:pt x="2628938" y="122986"/>
                  </a:lnTo>
                  <a:lnTo>
                    <a:pt x="2630462" y="121996"/>
                  </a:lnTo>
                  <a:lnTo>
                    <a:pt x="2631046" y="126174"/>
                  </a:lnTo>
                  <a:lnTo>
                    <a:pt x="2633256" y="124663"/>
                  </a:lnTo>
                  <a:lnTo>
                    <a:pt x="2633281" y="6629"/>
                  </a:lnTo>
                  <a:lnTo>
                    <a:pt x="2619819" y="1638"/>
                  </a:lnTo>
                  <a:lnTo>
                    <a:pt x="2619819" y="88176"/>
                  </a:lnTo>
                  <a:lnTo>
                    <a:pt x="2194534" y="253212"/>
                  </a:lnTo>
                  <a:lnTo>
                    <a:pt x="2194534" y="171678"/>
                  </a:lnTo>
                  <a:lnTo>
                    <a:pt x="2248547" y="171678"/>
                  </a:lnTo>
                  <a:lnTo>
                    <a:pt x="2238260" y="151053"/>
                  </a:lnTo>
                  <a:lnTo>
                    <a:pt x="2236698" y="147942"/>
                  </a:lnTo>
                  <a:lnTo>
                    <a:pt x="2613253" y="79667"/>
                  </a:lnTo>
                  <a:lnTo>
                    <a:pt x="2619819" y="88176"/>
                  </a:lnTo>
                  <a:lnTo>
                    <a:pt x="2619819" y="1638"/>
                  </a:lnTo>
                  <a:lnTo>
                    <a:pt x="2615412" y="0"/>
                  </a:lnTo>
                  <a:lnTo>
                    <a:pt x="2615869" y="4203"/>
                  </a:lnTo>
                  <a:lnTo>
                    <a:pt x="2614142" y="3606"/>
                  </a:lnTo>
                  <a:lnTo>
                    <a:pt x="2614993" y="9842"/>
                  </a:lnTo>
                  <a:lnTo>
                    <a:pt x="2612415" y="9080"/>
                  </a:lnTo>
                  <a:lnTo>
                    <a:pt x="2617228" y="35852"/>
                  </a:lnTo>
                  <a:lnTo>
                    <a:pt x="2607475" y="34912"/>
                  </a:lnTo>
                  <a:lnTo>
                    <a:pt x="2615031" y="54508"/>
                  </a:lnTo>
                  <a:lnTo>
                    <a:pt x="2377643" y="80733"/>
                  </a:lnTo>
                  <a:lnTo>
                    <a:pt x="2377643" y="106680"/>
                  </a:lnTo>
                  <a:lnTo>
                    <a:pt x="2229497" y="133540"/>
                  </a:lnTo>
                  <a:lnTo>
                    <a:pt x="2226551" y="127622"/>
                  </a:lnTo>
                  <a:lnTo>
                    <a:pt x="2377643" y="106680"/>
                  </a:lnTo>
                  <a:lnTo>
                    <a:pt x="2377643" y="80733"/>
                  </a:lnTo>
                  <a:lnTo>
                    <a:pt x="2212289" y="98996"/>
                  </a:lnTo>
                  <a:lnTo>
                    <a:pt x="2186838" y="47942"/>
                  </a:lnTo>
                  <a:lnTo>
                    <a:pt x="2179116" y="45326"/>
                  </a:lnTo>
                  <a:lnTo>
                    <a:pt x="2179116" y="171678"/>
                  </a:lnTo>
                  <a:lnTo>
                    <a:pt x="2179116" y="259194"/>
                  </a:lnTo>
                  <a:lnTo>
                    <a:pt x="1675358" y="454672"/>
                  </a:lnTo>
                  <a:lnTo>
                    <a:pt x="2019935" y="187248"/>
                  </a:lnTo>
                  <a:lnTo>
                    <a:pt x="2123757" y="168427"/>
                  </a:lnTo>
                  <a:lnTo>
                    <a:pt x="2125573" y="170764"/>
                  </a:lnTo>
                  <a:lnTo>
                    <a:pt x="2125116" y="171678"/>
                  </a:lnTo>
                  <a:lnTo>
                    <a:pt x="2126284" y="171678"/>
                  </a:lnTo>
                  <a:lnTo>
                    <a:pt x="2127008" y="172605"/>
                  </a:lnTo>
                  <a:lnTo>
                    <a:pt x="2127453" y="171678"/>
                  </a:lnTo>
                  <a:lnTo>
                    <a:pt x="2179116" y="171678"/>
                  </a:lnTo>
                  <a:lnTo>
                    <a:pt x="2179116" y="45326"/>
                  </a:lnTo>
                  <a:lnTo>
                    <a:pt x="2113115" y="22948"/>
                  </a:lnTo>
                  <a:lnTo>
                    <a:pt x="2113115" y="154647"/>
                  </a:lnTo>
                  <a:lnTo>
                    <a:pt x="2046351" y="166751"/>
                  </a:lnTo>
                  <a:lnTo>
                    <a:pt x="2068537" y="149529"/>
                  </a:lnTo>
                  <a:lnTo>
                    <a:pt x="2105240" y="144437"/>
                  </a:lnTo>
                  <a:lnTo>
                    <a:pt x="2113115" y="154647"/>
                  </a:lnTo>
                  <a:lnTo>
                    <a:pt x="2113115" y="22948"/>
                  </a:lnTo>
                  <a:lnTo>
                    <a:pt x="2071408" y="8801"/>
                  </a:lnTo>
                  <a:lnTo>
                    <a:pt x="2071408" y="114554"/>
                  </a:lnTo>
                  <a:lnTo>
                    <a:pt x="2067839" y="114960"/>
                  </a:lnTo>
                  <a:lnTo>
                    <a:pt x="2067839" y="130505"/>
                  </a:lnTo>
                  <a:lnTo>
                    <a:pt x="2062327" y="134785"/>
                  </a:lnTo>
                  <a:lnTo>
                    <a:pt x="2037842" y="138188"/>
                  </a:lnTo>
                  <a:lnTo>
                    <a:pt x="2037842" y="153784"/>
                  </a:lnTo>
                  <a:lnTo>
                    <a:pt x="2013445" y="172720"/>
                  </a:lnTo>
                  <a:lnTo>
                    <a:pt x="1987029" y="177520"/>
                  </a:lnTo>
                  <a:lnTo>
                    <a:pt x="1987029" y="193217"/>
                  </a:lnTo>
                  <a:lnTo>
                    <a:pt x="1636509" y="465264"/>
                  </a:lnTo>
                  <a:lnTo>
                    <a:pt x="1636509" y="256781"/>
                  </a:lnTo>
                  <a:lnTo>
                    <a:pt x="1987029" y="193217"/>
                  </a:lnTo>
                  <a:lnTo>
                    <a:pt x="1987029" y="177520"/>
                  </a:lnTo>
                  <a:lnTo>
                    <a:pt x="1636509" y="241071"/>
                  </a:lnTo>
                  <a:lnTo>
                    <a:pt x="1636509" y="209435"/>
                  </a:lnTo>
                  <a:lnTo>
                    <a:pt x="2037842" y="153784"/>
                  </a:lnTo>
                  <a:lnTo>
                    <a:pt x="2037842" y="138188"/>
                  </a:lnTo>
                  <a:lnTo>
                    <a:pt x="1725917" y="181432"/>
                  </a:lnTo>
                  <a:lnTo>
                    <a:pt x="1807260" y="159283"/>
                  </a:lnTo>
                  <a:lnTo>
                    <a:pt x="2067839" y="130505"/>
                  </a:lnTo>
                  <a:lnTo>
                    <a:pt x="2067839" y="114960"/>
                  </a:lnTo>
                  <a:lnTo>
                    <a:pt x="1903399" y="133121"/>
                  </a:lnTo>
                  <a:lnTo>
                    <a:pt x="2062949" y="89687"/>
                  </a:lnTo>
                  <a:lnTo>
                    <a:pt x="2069071" y="97586"/>
                  </a:lnTo>
                  <a:lnTo>
                    <a:pt x="2071408" y="114554"/>
                  </a:lnTo>
                  <a:lnTo>
                    <a:pt x="2071408" y="8801"/>
                  </a:lnTo>
                  <a:lnTo>
                    <a:pt x="2056104" y="3606"/>
                  </a:lnTo>
                  <a:lnTo>
                    <a:pt x="2057057" y="10528"/>
                  </a:lnTo>
                  <a:lnTo>
                    <a:pt x="2054199" y="9702"/>
                  </a:lnTo>
                  <a:lnTo>
                    <a:pt x="2056409" y="21653"/>
                  </a:lnTo>
                  <a:lnTo>
                    <a:pt x="2051532" y="20662"/>
                  </a:lnTo>
                  <a:lnTo>
                    <a:pt x="2061514" y="57531"/>
                  </a:lnTo>
                  <a:lnTo>
                    <a:pt x="2002078" y="65773"/>
                  </a:lnTo>
                  <a:lnTo>
                    <a:pt x="2002078" y="90220"/>
                  </a:lnTo>
                  <a:lnTo>
                    <a:pt x="1804301" y="144068"/>
                  </a:lnTo>
                  <a:lnTo>
                    <a:pt x="1708175" y="154686"/>
                  </a:lnTo>
                  <a:lnTo>
                    <a:pt x="1708175" y="170230"/>
                  </a:lnTo>
                  <a:lnTo>
                    <a:pt x="1636509" y="189750"/>
                  </a:lnTo>
                  <a:lnTo>
                    <a:pt x="1636509" y="178142"/>
                  </a:lnTo>
                  <a:lnTo>
                    <a:pt x="1708175" y="170230"/>
                  </a:lnTo>
                  <a:lnTo>
                    <a:pt x="1708175" y="154686"/>
                  </a:lnTo>
                  <a:lnTo>
                    <a:pt x="1683385" y="157416"/>
                  </a:lnTo>
                  <a:lnTo>
                    <a:pt x="1680222" y="151053"/>
                  </a:lnTo>
                  <a:lnTo>
                    <a:pt x="1679790" y="150215"/>
                  </a:lnTo>
                  <a:lnTo>
                    <a:pt x="2002078" y="90220"/>
                  </a:lnTo>
                  <a:lnTo>
                    <a:pt x="2002078" y="65773"/>
                  </a:lnTo>
                  <a:lnTo>
                    <a:pt x="1856867" y="85902"/>
                  </a:lnTo>
                  <a:lnTo>
                    <a:pt x="1856867" y="101511"/>
                  </a:lnTo>
                  <a:lnTo>
                    <a:pt x="1672615" y="135826"/>
                  </a:lnTo>
                  <a:lnTo>
                    <a:pt x="1668526" y="127622"/>
                  </a:lnTo>
                  <a:lnTo>
                    <a:pt x="1856867" y="101511"/>
                  </a:lnTo>
                  <a:lnTo>
                    <a:pt x="1856867" y="85902"/>
                  </a:lnTo>
                  <a:lnTo>
                    <a:pt x="1661248" y="113017"/>
                  </a:lnTo>
                  <a:lnTo>
                    <a:pt x="1628800" y="47942"/>
                  </a:lnTo>
                  <a:lnTo>
                    <a:pt x="1621091" y="63398"/>
                  </a:lnTo>
                  <a:lnTo>
                    <a:pt x="1621091" y="179844"/>
                  </a:lnTo>
                  <a:lnTo>
                    <a:pt x="1621091" y="193941"/>
                  </a:lnTo>
                  <a:lnTo>
                    <a:pt x="1621091" y="211569"/>
                  </a:lnTo>
                  <a:lnTo>
                    <a:pt x="1621091" y="243865"/>
                  </a:lnTo>
                  <a:lnTo>
                    <a:pt x="1248232" y="311480"/>
                  </a:lnTo>
                  <a:lnTo>
                    <a:pt x="1609090" y="213233"/>
                  </a:lnTo>
                  <a:lnTo>
                    <a:pt x="1621091" y="211569"/>
                  </a:lnTo>
                  <a:lnTo>
                    <a:pt x="1621091" y="193941"/>
                  </a:lnTo>
                  <a:lnTo>
                    <a:pt x="1605940" y="198069"/>
                  </a:lnTo>
                  <a:lnTo>
                    <a:pt x="1489075" y="214274"/>
                  </a:lnTo>
                  <a:lnTo>
                    <a:pt x="1489075" y="229882"/>
                  </a:lnTo>
                  <a:lnTo>
                    <a:pt x="1135240" y="326212"/>
                  </a:lnTo>
                  <a:lnTo>
                    <a:pt x="1251292" y="262851"/>
                  </a:lnTo>
                  <a:lnTo>
                    <a:pt x="1489075" y="229882"/>
                  </a:lnTo>
                  <a:lnTo>
                    <a:pt x="1489075" y="214274"/>
                  </a:lnTo>
                  <a:lnTo>
                    <a:pt x="1289608" y="241922"/>
                  </a:lnTo>
                  <a:lnTo>
                    <a:pt x="1342567" y="213017"/>
                  </a:lnTo>
                  <a:lnTo>
                    <a:pt x="1374165" y="207124"/>
                  </a:lnTo>
                  <a:lnTo>
                    <a:pt x="1621091" y="179844"/>
                  </a:lnTo>
                  <a:lnTo>
                    <a:pt x="1621091" y="63398"/>
                  </a:lnTo>
                  <a:lnTo>
                    <a:pt x="1591513" y="122682"/>
                  </a:lnTo>
                  <a:lnTo>
                    <a:pt x="1583143" y="123850"/>
                  </a:lnTo>
                  <a:lnTo>
                    <a:pt x="1583143" y="139458"/>
                  </a:lnTo>
                  <a:lnTo>
                    <a:pt x="1575981" y="153809"/>
                  </a:lnTo>
                  <a:lnTo>
                    <a:pt x="1552130" y="158254"/>
                  </a:lnTo>
                  <a:lnTo>
                    <a:pt x="1563281" y="142214"/>
                  </a:lnTo>
                  <a:lnTo>
                    <a:pt x="1583143" y="139458"/>
                  </a:lnTo>
                  <a:lnTo>
                    <a:pt x="1583143" y="123850"/>
                  </a:lnTo>
                  <a:lnTo>
                    <a:pt x="1575282" y="124942"/>
                  </a:lnTo>
                  <a:lnTo>
                    <a:pt x="1599247" y="90462"/>
                  </a:lnTo>
                  <a:lnTo>
                    <a:pt x="1628800" y="47942"/>
                  </a:lnTo>
                  <a:lnTo>
                    <a:pt x="1548523" y="24803"/>
                  </a:lnTo>
                  <a:lnTo>
                    <a:pt x="1548523" y="158927"/>
                  </a:lnTo>
                  <a:lnTo>
                    <a:pt x="1386281" y="189141"/>
                  </a:lnTo>
                  <a:lnTo>
                    <a:pt x="1441246" y="159143"/>
                  </a:lnTo>
                  <a:lnTo>
                    <a:pt x="1541119" y="145288"/>
                  </a:lnTo>
                  <a:lnTo>
                    <a:pt x="1548523" y="158927"/>
                  </a:lnTo>
                  <a:lnTo>
                    <a:pt x="1548523" y="24803"/>
                  </a:lnTo>
                  <a:lnTo>
                    <a:pt x="1524228" y="17792"/>
                  </a:lnTo>
                  <a:lnTo>
                    <a:pt x="1524228" y="132016"/>
                  </a:lnTo>
                  <a:lnTo>
                    <a:pt x="1479575" y="138214"/>
                  </a:lnTo>
                  <a:lnTo>
                    <a:pt x="1516253" y="118186"/>
                  </a:lnTo>
                  <a:lnTo>
                    <a:pt x="1518704" y="131368"/>
                  </a:lnTo>
                  <a:lnTo>
                    <a:pt x="1523098" y="128041"/>
                  </a:lnTo>
                  <a:lnTo>
                    <a:pt x="1524228" y="132016"/>
                  </a:lnTo>
                  <a:lnTo>
                    <a:pt x="1524228" y="17792"/>
                  </a:lnTo>
                  <a:lnTo>
                    <a:pt x="1513281" y="14643"/>
                  </a:lnTo>
                  <a:lnTo>
                    <a:pt x="1513281" y="102196"/>
                  </a:lnTo>
                  <a:lnTo>
                    <a:pt x="1436331" y="144208"/>
                  </a:lnTo>
                  <a:lnTo>
                    <a:pt x="1398003" y="149529"/>
                  </a:lnTo>
                  <a:lnTo>
                    <a:pt x="1398003" y="165138"/>
                  </a:lnTo>
                  <a:lnTo>
                    <a:pt x="1343317" y="194995"/>
                  </a:lnTo>
                  <a:lnTo>
                    <a:pt x="1293609" y="200494"/>
                  </a:lnTo>
                  <a:lnTo>
                    <a:pt x="1293609" y="222123"/>
                  </a:lnTo>
                  <a:lnTo>
                    <a:pt x="1246365" y="247929"/>
                  </a:lnTo>
                  <a:lnTo>
                    <a:pt x="888873" y="297484"/>
                  </a:lnTo>
                  <a:lnTo>
                    <a:pt x="1293609" y="222123"/>
                  </a:lnTo>
                  <a:lnTo>
                    <a:pt x="1293609" y="200494"/>
                  </a:lnTo>
                  <a:lnTo>
                    <a:pt x="1166418" y="214528"/>
                  </a:lnTo>
                  <a:lnTo>
                    <a:pt x="1166418" y="230073"/>
                  </a:lnTo>
                  <a:lnTo>
                    <a:pt x="723201" y="312610"/>
                  </a:lnTo>
                  <a:lnTo>
                    <a:pt x="917384" y="257581"/>
                  </a:lnTo>
                  <a:lnTo>
                    <a:pt x="1166418" y="230073"/>
                  </a:lnTo>
                  <a:lnTo>
                    <a:pt x="1166418" y="214528"/>
                  </a:lnTo>
                  <a:lnTo>
                    <a:pt x="1007313" y="232092"/>
                  </a:lnTo>
                  <a:lnTo>
                    <a:pt x="1095667" y="207048"/>
                  </a:lnTo>
                  <a:lnTo>
                    <a:pt x="1398003" y="165138"/>
                  </a:lnTo>
                  <a:lnTo>
                    <a:pt x="1398003" y="149529"/>
                  </a:lnTo>
                  <a:lnTo>
                    <a:pt x="1203553" y="176479"/>
                  </a:lnTo>
                  <a:lnTo>
                    <a:pt x="1510766" y="89433"/>
                  </a:lnTo>
                  <a:lnTo>
                    <a:pt x="1510995" y="89852"/>
                  </a:lnTo>
                  <a:lnTo>
                    <a:pt x="1513281" y="102196"/>
                  </a:lnTo>
                  <a:lnTo>
                    <a:pt x="1513281" y="14643"/>
                  </a:lnTo>
                  <a:lnTo>
                    <a:pt x="1496174" y="9702"/>
                  </a:lnTo>
                  <a:lnTo>
                    <a:pt x="1498650" y="23101"/>
                  </a:lnTo>
                  <a:lnTo>
                    <a:pt x="1493227" y="22059"/>
                  </a:lnTo>
                  <a:lnTo>
                    <a:pt x="1501775" y="52412"/>
                  </a:lnTo>
                  <a:lnTo>
                    <a:pt x="1490878" y="52793"/>
                  </a:lnTo>
                  <a:lnTo>
                    <a:pt x="1497266" y="64566"/>
                  </a:lnTo>
                  <a:lnTo>
                    <a:pt x="1465097" y="70561"/>
                  </a:lnTo>
                  <a:lnTo>
                    <a:pt x="1465097" y="86296"/>
                  </a:lnTo>
                  <a:lnTo>
                    <a:pt x="1092479" y="191884"/>
                  </a:lnTo>
                  <a:lnTo>
                    <a:pt x="984605" y="206844"/>
                  </a:lnTo>
                  <a:lnTo>
                    <a:pt x="984605" y="222453"/>
                  </a:lnTo>
                  <a:lnTo>
                    <a:pt x="914361" y="242354"/>
                  </a:lnTo>
                  <a:lnTo>
                    <a:pt x="553974" y="282155"/>
                  </a:lnTo>
                  <a:lnTo>
                    <a:pt x="984605" y="222453"/>
                  </a:lnTo>
                  <a:lnTo>
                    <a:pt x="984605" y="206844"/>
                  </a:lnTo>
                  <a:lnTo>
                    <a:pt x="330847" y="297484"/>
                  </a:lnTo>
                  <a:lnTo>
                    <a:pt x="1465097" y="86296"/>
                  </a:lnTo>
                  <a:lnTo>
                    <a:pt x="1465097" y="70561"/>
                  </a:lnTo>
                  <a:lnTo>
                    <a:pt x="0" y="343357"/>
                  </a:lnTo>
                  <a:lnTo>
                    <a:pt x="1397" y="350951"/>
                  </a:lnTo>
                  <a:lnTo>
                    <a:pt x="1409" y="351129"/>
                  </a:lnTo>
                  <a:lnTo>
                    <a:pt x="2247" y="358648"/>
                  </a:lnTo>
                  <a:lnTo>
                    <a:pt x="824420" y="267843"/>
                  </a:lnTo>
                  <a:lnTo>
                    <a:pt x="557339" y="343522"/>
                  </a:lnTo>
                  <a:lnTo>
                    <a:pt x="559422" y="350913"/>
                  </a:lnTo>
                  <a:lnTo>
                    <a:pt x="559435" y="351040"/>
                  </a:lnTo>
                  <a:lnTo>
                    <a:pt x="560489" y="358622"/>
                  </a:lnTo>
                  <a:lnTo>
                    <a:pt x="1208036" y="268846"/>
                  </a:lnTo>
                  <a:lnTo>
                    <a:pt x="1070063" y="344170"/>
                  </a:lnTo>
                  <a:lnTo>
                    <a:pt x="1073746" y="350977"/>
                  </a:lnTo>
                  <a:lnTo>
                    <a:pt x="1073785" y="351142"/>
                  </a:lnTo>
                  <a:lnTo>
                    <a:pt x="1075131" y="358571"/>
                  </a:lnTo>
                  <a:lnTo>
                    <a:pt x="1621091" y="259575"/>
                  </a:lnTo>
                  <a:lnTo>
                    <a:pt x="1621091" y="481025"/>
                  </a:lnTo>
                  <a:lnTo>
                    <a:pt x="1628800" y="481025"/>
                  </a:lnTo>
                  <a:lnTo>
                    <a:pt x="1631581" y="488226"/>
                  </a:lnTo>
                  <a:lnTo>
                    <a:pt x="2179116" y="275767"/>
                  </a:lnTo>
                  <a:lnTo>
                    <a:pt x="2179116" y="481025"/>
                  </a:lnTo>
                  <a:lnTo>
                    <a:pt x="2186825" y="481025"/>
                  </a:lnTo>
                  <a:lnTo>
                    <a:pt x="2191550" y="487133"/>
                  </a:lnTo>
                  <a:lnTo>
                    <a:pt x="2645930" y="134505"/>
                  </a:lnTo>
                  <a:lnTo>
                    <a:pt x="2652039" y="150304"/>
                  </a:lnTo>
                  <a:lnTo>
                    <a:pt x="2660548" y="140919"/>
                  </a:lnTo>
                  <a:lnTo>
                    <a:pt x="2683611" y="170764"/>
                  </a:lnTo>
                  <a:lnTo>
                    <a:pt x="2683154" y="171678"/>
                  </a:lnTo>
                  <a:lnTo>
                    <a:pt x="2684322" y="171678"/>
                  </a:lnTo>
                  <a:lnTo>
                    <a:pt x="2685046" y="172605"/>
                  </a:lnTo>
                  <a:lnTo>
                    <a:pt x="2685491" y="171678"/>
                  </a:lnTo>
                  <a:lnTo>
                    <a:pt x="2737154" y="171678"/>
                  </a:lnTo>
                  <a:lnTo>
                    <a:pt x="2737154" y="481025"/>
                  </a:lnTo>
                  <a:lnTo>
                    <a:pt x="2752585" y="481025"/>
                  </a:lnTo>
                  <a:lnTo>
                    <a:pt x="2752585" y="171678"/>
                  </a:lnTo>
                  <a:lnTo>
                    <a:pt x="2806585" y="171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731125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Introduction</a:t>
            </a:r>
            <a:r>
              <a:rPr dirty="0" sz="4800" spc="-14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to</a:t>
            </a:r>
            <a:r>
              <a:rPr dirty="0" sz="4800" spc="-13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4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Language Models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491730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6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Language</a:t>
            </a:r>
            <a:r>
              <a:rPr dirty="0" sz="4800" spc="-15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Models:</a:t>
            </a:r>
            <a:r>
              <a:rPr dirty="0" sz="4800" spc="-14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What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tasks</a:t>
            </a:r>
            <a:r>
              <a:rPr dirty="0" sz="4800" spc="-15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can</a:t>
            </a:r>
            <a:r>
              <a:rPr dirty="0" sz="4800" spc="-15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they</a:t>
            </a:r>
            <a:r>
              <a:rPr dirty="0" sz="4800" spc="-14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25" b="0">
                <a:solidFill>
                  <a:srgbClr val="A4001D"/>
                </a:solidFill>
                <a:latin typeface="Calibri"/>
                <a:cs typeface="Calibri"/>
              </a:rPr>
              <a:t>do?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Big</a:t>
            </a:r>
            <a:r>
              <a:rPr dirty="0" spc="-140"/>
              <a:t> </a:t>
            </a:r>
            <a:r>
              <a:rPr dirty="0" spc="-2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49628"/>
            <a:ext cx="9502775" cy="141859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22225" marR="5080" indent="-10160">
              <a:lnSpc>
                <a:spcPts val="5210"/>
              </a:lnSpc>
              <a:spcBef>
                <a:spcPts val="730"/>
              </a:spcBef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dirty="0" sz="4800" spc="-1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tasks</a:t>
            </a:r>
            <a:r>
              <a:rPr dirty="0" sz="48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dirty="0" sz="48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dirty="0" sz="48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turned</a:t>
            </a:r>
            <a:r>
              <a:rPr dirty="0" sz="48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dirty="0" sz="48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tasks</a:t>
            </a:r>
            <a:r>
              <a:rPr dirty="0" sz="48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25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predicting</a:t>
            </a:r>
            <a:r>
              <a:rPr dirty="0" sz="4800" spc="-2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words!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dirty="0" spc="-185"/>
              <a:t> </a:t>
            </a:r>
            <a:r>
              <a:rPr dirty="0" spc="-30"/>
              <a:t>lecture:</a:t>
            </a:r>
            <a:r>
              <a:rPr dirty="0" spc="-190"/>
              <a:t> </a:t>
            </a:r>
            <a:r>
              <a:rPr dirty="0" spc="-80"/>
              <a:t>decoder-</a:t>
            </a:r>
            <a:r>
              <a:rPr dirty="0"/>
              <a:t>only</a:t>
            </a:r>
            <a:r>
              <a:rPr dirty="0" spc="-180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6250940" cy="457644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dirty="0" sz="43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called:</a:t>
            </a:r>
            <a:endParaRPr sz="4300">
              <a:latin typeface="Calibri"/>
              <a:cs typeface="Calibri"/>
            </a:endParaRPr>
          </a:p>
          <a:p>
            <a:pPr marL="562610" indent="-549910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Font typeface="Arial"/>
              <a:buChar char="•"/>
              <a:tabLst>
                <a:tab pos="562610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Causal</a:t>
            </a:r>
            <a:r>
              <a:rPr dirty="0" sz="43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LLMs</a:t>
            </a:r>
            <a:endParaRPr sz="4300">
              <a:latin typeface="Calibri"/>
              <a:cs typeface="Calibri"/>
            </a:endParaRPr>
          </a:p>
          <a:p>
            <a:pPr marL="562610" indent="-549910">
              <a:lnSpc>
                <a:spcPct val="100000"/>
              </a:lnSpc>
              <a:spcBef>
                <a:spcPts val="745"/>
              </a:spcBef>
              <a:buClr>
                <a:srgbClr val="E48312"/>
              </a:buClr>
              <a:buFont typeface="Arial"/>
              <a:buChar char="•"/>
              <a:tabLst>
                <a:tab pos="562610" algn="l"/>
              </a:tabLst>
            </a:pP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Autoregressive</a:t>
            </a:r>
            <a:r>
              <a:rPr dirty="0" sz="43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LLMs</a:t>
            </a:r>
            <a:endParaRPr sz="4300">
              <a:latin typeface="Calibri"/>
              <a:cs typeface="Calibri"/>
            </a:endParaRPr>
          </a:p>
          <a:p>
            <a:pPr marL="562610" indent="-549910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"/>
              <a:buChar char="•"/>
              <a:tabLst>
                <a:tab pos="562610" algn="l"/>
              </a:tabLst>
            </a:pPr>
            <a:r>
              <a:rPr dirty="0" sz="4300" spc="-50">
                <a:solidFill>
                  <a:srgbClr val="404040"/>
                </a:solidFill>
                <a:latin typeface="Calibri"/>
                <a:cs typeface="Calibri"/>
              </a:rPr>
              <a:t>Left-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to-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right</a:t>
            </a:r>
            <a:r>
              <a:rPr dirty="0" sz="43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LLMs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Clr>
                <a:srgbClr val="E48312"/>
              </a:buClr>
              <a:buFont typeface="Arial"/>
              <a:buChar char="•"/>
            </a:pPr>
            <a:endParaRPr sz="4300">
              <a:latin typeface="Calibri"/>
              <a:cs typeface="Calibri"/>
            </a:endParaRPr>
          </a:p>
          <a:p>
            <a:pPr marL="562610" indent="-549910">
              <a:lnSpc>
                <a:spcPct val="100000"/>
              </a:lnSpc>
              <a:buClr>
                <a:srgbClr val="E48312"/>
              </a:buClr>
              <a:buFont typeface="Arial"/>
              <a:buChar char="•"/>
              <a:tabLst>
                <a:tab pos="562610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Predict</a:t>
            </a:r>
            <a:r>
              <a:rPr dirty="0" sz="43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left</a:t>
            </a:r>
            <a:r>
              <a:rPr dirty="0" sz="43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right</a:t>
            </a:r>
            <a:endParaRPr sz="4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77798" y="1489083"/>
            <a:ext cx="2520315" cy="1674495"/>
            <a:chOff x="9077798" y="1489083"/>
            <a:chExt cx="2520315" cy="1674495"/>
          </a:xfrm>
        </p:grpSpPr>
        <p:sp>
          <p:nvSpPr>
            <p:cNvPr id="5" name="object 5"/>
            <p:cNvSpPr/>
            <p:nvPr/>
          </p:nvSpPr>
          <p:spPr>
            <a:xfrm>
              <a:off x="9085518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6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6" y="614441"/>
                  </a:lnTo>
                  <a:lnTo>
                    <a:pt x="280032" y="610383"/>
                  </a:lnTo>
                  <a:lnTo>
                    <a:pt x="296549" y="599318"/>
                  </a:lnTo>
                  <a:lnTo>
                    <a:pt x="307685" y="582906"/>
                  </a:lnTo>
                  <a:lnTo>
                    <a:pt x="311768" y="562808"/>
                  </a:lnTo>
                  <a:lnTo>
                    <a:pt x="311768" y="51634"/>
                  </a:lnTo>
                  <a:lnTo>
                    <a:pt x="307685" y="31536"/>
                  </a:lnTo>
                  <a:lnTo>
                    <a:pt x="296549" y="15123"/>
                  </a:lnTo>
                  <a:lnTo>
                    <a:pt x="280032" y="4057"/>
                  </a:lnTo>
                  <a:lnTo>
                    <a:pt x="2598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085518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085518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6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2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6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6" y="614441"/>
                  </a:lnTo>
                  <a:lnTo>
                    <a:pt x="280032" y="610383"/>
                  </a:lnTo>
                  <a:lnTo>
                    <a:pt x="296549" y="599317"/>
                  </a:lnTo>
                  <a:lnTo>
                    <a:pt x="307685" y="582905"/>
                  </a:lnTo>
                  <a:lnTo>
                    <a:pt x="311768" y="562806"/>
                  </a:lnTo>
                  <a:lnTo>
                    <a:pt x="311768" y="51633"/>
                  </a:lnTo>
                  <a:lnTo>
                    <a:pt x="307685" y="31535"/>
                  </a:lnTo>
                  <a:lnTo>
                    <a:pt x="296549" y="15122"/>
                  </a:lnTo>
                  <a:lnTo>
                    <a:pt x="280032" y="4057"/>
                  </a:lnTo>
                  <a:lnTo>
                    <a:pt x="259806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085518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644628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5" y="0"/>
                  </a:moveTo>
                  <a:lnTo>
                    <a:pt x="51963" y="0"/>
                  </a:lnTo>
                  <a:lnTo>
                    <a:pt x="31737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7" y="610383"/>
                  </a:lnTo>
                  <a:lnTo>
                    <a:pt x="51963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8"/>
                  </a:lnTo>
                  <a:lnTo>
                    <a:pt x="307684" y="582906"/>
                  </a:lnTo>
                  <a:lnTo>
                    <a:pt x="311768" y="562808"/>
                  </a:lnTo>
                  <a:lnTo>
                    <a:pt x="311768" y="51634"/>
                  </a:lnTo>
                  <a:lnTo>
                    <a:pt x="307684" y="31536"/>
                  </a:lnTo>
                  <a:lnTo>
                    <a:pt x="296548" y="15123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644628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644628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5" y="0"/>
                  </a:moveTo>
                  <a:lnTo>
                    <a:pt x="51963" y="0"/>
                  </a:lnTo>
                  <a:lnTo>
                    <a:pt x="31737" y="4057"/>
                  </a:lnTo>
                  <a:lnTo>
                    <a:pt x="15219" y="15122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6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7" y="610383"/>
                  </a:lnTo>
                  <a:lnTo>
                    <a:pt x="51963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7"/>
                  </a:lnTo>
                  <a:lnTo>
                    <a:pt x="307684" y="582905"/>
                  </a:lnTo>
                  <a:lnTo>
                    <a:pt x="311768" y="562806"/>
                  </a:lnTo>
                  <a:lnTo>
                    <a:pt x="311768" y="51633"/>
                  </a:lnTo>
                  <a:lnTo>
                    <a:pt x="307684" y="31535"/>
                  </a:lnTo>
                  <a:lnTo>
                    <a:pt x="296548" y="15122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644628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203736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7" y="0"/>
                  </a:moveTo>
                  <a:lnTo>
                    <a:pt x="51963" y="0"/>
                  </a:lnTo>
                  <a:lnTo>
                    <a:pt x="31737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7" y="610383"/>
                  </a:lnTo>
                  <a:lnTo>
                    <a:pt x="51963" y="614441"/>
                  </a:lnTo>
                  <a:lnTo>
                    <a:pt x="259807" y="614441"/>
                  </a:lnTo>
                  <a:lnTo>
                    <a:pt x="280033" y="610383"/>
                  </a:lnTo>
                  <a:lnTo>
                    <a:pt x="296550" y="599318"/>
                  </a:lnTo>
                  <a:lnTo>
                    <a:pt x="307686" y="582906"/>
                  </a:lnTo>
                  <a:lnTo>
                    <a:pt x="311769" y="562808"/>
                  </a:lnTo>
                  <a:lnTo>
                    <a:pt x="311769" y="51634"/>
                  </a:lnTo>
                  <a:lnTo>
                    <a:pt x="307686" y="31536"/>
                  </a:lnTo>
                  <a:lnTo>
                    <a:pt x="296550" y="15123"/>
                  </a:lnTo>
                  <a:lnTo>
                    <a:pt x="280033" y="4057"/>
                  </a:lnTo>
                  <a:lnTo>
                    <a:pt x="259807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203736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203736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7" y="0"/>
                  </a:moveTo>
                  <a:lnTo>
                    <a:pt x="51963" y="0"/>
                  </a:lnTo>
                  <a:lnTo>
                    <a:pt x="31737" y="4057"/>
                  </a:lnTo>
                  <a:lnTo>
                    <a:pt x="15219" y="15122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6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7" y="610383"/>
                  </a:lnTo>
                  <a:lnTo>
                    <a:pt x="51963" y="614441"/>
                  </a:lnTo>
                  <a:lnTo>
                    <a:pt x="259807" y="614441"/>
                  </a:lnTo>
                  <a:lnTo>
                    <a:pt x="280033" y="610383"/>
                  </a:lnTo>
                  <a:lnTo>
                    <a:pt x="296550" y="599317"/>
                  </a:lnTo>
                  <a:lnTo>
                    <a:pt x="307686" y="582905"/>
                  </a:lnTo>
                  <a:lnTo>
                    <a:pt x="311769" y="562806"/>
                  </a:lnTo>
                  <a:lnTo>
                    <a:pt x="311769" y="51633"/>
                  </a:lnTo>
                  <a:lnTo>
                    <a:pt x="307686" y="31535"/>
                  </a:lnTo>
                  <a:lnTo>
                    <a:pt x="296550" y="15122"/>
                  </a:lnTo>
                  <a:lnTo>
                    <a:pt x="280033" y="4057"/>
                  </a:lnTo>
                  <a:lnTo>
                    <a:pt x="259807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203736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762847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5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8"/>
                  </a:lnTo>
                  <a:lnTo>
                    <a:pt x="307683" y="582906"/>
                  </a:lnTo>
                  <a:lnTo>
                    <a:pt x="311767" y="562808"/>
                  </a:lnTo>
                  <a:lnTo>
                    <a:pt x="311767" y="51634"/>
                  </a:lnTo>
                  <a:lnTo>
                    <a:pt x="307683" y="31536"/>
                  </a:lnTo>
                  <a:lnTo>
                    <a:pt x="296548" y="15123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762847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762847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5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2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6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7"/>
                  </a:lnTo>
                  <a:lnTo>
                    <a:pt x="307683" y="582905"/>
                  </a:lnTo>
                  <a:lnTo>
                    <a:pt x="311767" y="562806"/>
                  </a:lnTo>
                  <a:lnTo>
                    <a:pt x="311767" y="51633"/>
                  </a:lnTo>
                  <a:lnTo>
                    <a:pt x="307683" y="31535"/>
                  </a:lnTo>
                  <a:lnTo>
                    <a:pt x="296548" y="15122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762847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278156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5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3"/>
                  </a:lnTo>
                  <a:lnTo>
                    <a:pt x="4083" y="31536"/>
                  </a:lnTo>
                  <a:lnTo>
                    <a:pt x="0" y="51634"/>
                  </a:lnTo>
                  <a:lnTo>
                    <a:pt x="0" y="562808"/>
                  </a:lnTo>
                  <a:lnTo>
                    <a:pt x="4083" y="582906"/>
                  </a:lnTo>
                  <a:lnTo>
                    <a:pt x="15219" y="599318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8"/>
                  </a:lnTo>
                  <a:lnTo>
                    <a:pt x="307684" y="582906"/>
                  </a:lnTo>
                  <a:lnTo>
                    <a:pt x="311767" y="562808"/>
                  </a:lnTo>
                  <a:lnTo>
                    <a:pt x="311767" y="51634"/>
                  </a:lnTo>
                  <a:lnTo>
                    <a:pt x="307684" y="31536"/>
                  </a:lnTo>
                  <a:lnTo>
                    <a:pt x="296548" y="15123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278156" y="149680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278156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259805" y="0"/>
                  </a:moveTo>
                  <a:lnTo>
                    <a:pt x="51962" y="0"/>
                  </a:lnTo>
                  <a:lnTo>
                    <a:pt x="31736" y="4057"/>
                  </a:lnTo>
                  <a:lnTo>
                    <a:pt x="15219" y="15122"/>
                  </a:lnTo>
                  <a:lnTo>
                    <a:pt x="4083" y="31535"/>
                  </a:lnTo>
                  <a:lnTo>
                    <a:pt x="0" y="51633"/>
                  </a:lnTo>
                  <a:lnTo>
                    <a:pt x="0" y="562806"/>
                  </a:lnTo>
                  <a:lnTo>
                    <a:pt x="4083" y="582905"/>
                  </a:lnTo>
                  <a:lnTo>
                    <a:pt x="15219" y="599317"/>
                  </a:lnTo>
                  <a:lnTo>
                    <a:pt x="31736" y="610383"/>
                  </a:lnTo>
                  <a:lnTo>
                    <a:pt x="51962" y="614441"/>
                  </a:lnTo>
                  <a:lnTo>
                    <a:pt x="259805" y="614441"/>
                  </a:lnTo>
                  <a:lnTo>
                    <a:pt x="280031" y="610383"/>
                  </a:lnTo>
                  <a:lnTo>
                    <a:pt x="296548" y="599317"/>
                  </a:lnTo>
                  <a:lnTo>
                    <a:pt x="307684" y="582905"/>
                  </a:lnTo>
                  <a:lnTo>
                    <a:pt x="311767" y="562806"/>
                  </a:lnTo>
                  <a:lnTo>
                    <a:pt x="311767" y="51633"/>
                  </a:lnTo>
                  <a:lnTo>
                    <a:pt x="307684" y="31535"/>
                  </a:lnTo>
                  <a:lnTo>
                    <a:pt x="296548" y="15122"/>
                  </a:lnTo>
                  <a:lnTo>
                    <a:pt x="280031" y="4057"/>
                  </a:lnTo>
                  <a:lnTo>
                    <a:pt x="259805" y="0"/>
                  </a:lnTo>
                  <a:close/>
                </a:path>
              </a:pathLst>
            </a:custGeom>
            <a:solidFill>
              <a:srgbClr val="ED86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278156" y="2541352"/>
              <a:ext cx="311785" cy="614680"/>
            </a:xfrm>
            <a:custGeom>
              <a:avLst/>
              <a:gdLst/>
              <a:ahLst/>
              <a:cxnLst/>
              <a:rect l="l" t="t" r="r" b="b"/>
              <a:pathLst>
                <a:path w="311784" h="614680">
                  <a:moveTo>
                    <a:pt x="0" y="51633"/>
                  </a:moveTo>
                  <a:lnTo>
                    <a:pt x="4083" y="31535"/>
                  </a:lnTo>
                  <a:lnTo>
                    <a:pt x="15219" y="15123"/>
                  </a:lnTo>
                  <a:lnTo>
                    <a:pt x="31736" y="4057"/>
                  </a:lnTo>
                  <a:lnTo>
                    <a:pt x="51962" y="0"/>
                  </a:lnTo>
                  <a:lnTo>
                    <a:pt x="259806" y="0"/>
                  </a:lnTo>
                  <a:lnTo>
                    <a:pt x="280032" y="4057"/>
                  </a:lnTo>
                  <a:lnTo>
                    <a:pt x="296549" y="15123"/>
                  </a:lnTo>
                  <a:lnTo>
                    <a:pt x="307685" y="31535"/>
                  </a:lnTo>
                  <a:lnTo>
                    <a:pt x="311768" y="51633"/>
                  </a:lnTo>
                  <a:lnTo>
                    <a:pt x="311768" y="562807"/>
                  </a:lnTo>
                  <a:lnTo>
                    <a:pt x="307685" y="582905"/>
                  </a:lnTo>
                  <a:lnTo>
                    <a:pt x="296549" y="599318"/>
                  </a:lnTo>
                  <a:lnTo>
                    <a:pt x="280032" y="610383"/>
                  </a:lnTo>
                  <a:lnTo>
                    <a:pt x="259806" y="614441"/>
                  </a:lnTo>
                  <a:lnTo>
                    <a:pt x="51962" y="614441"/>
                  </a:lnTo>
                  <a:lnTo>
                    <a:pt x="31736" y="610383"/>
                  </a:lnTo>
                  <a:lnTo>
                    <a:pt x="15219" y="599318"/>
                  </a:lnTo>
                  <a:lnTo>
                    <a:pt x="4083" y="582905"/>
                  </a:lnTo>
                  <a:lnTo>
                    <a:pt x="0" y="562807"/>
                  </a:lnTo>
                  <a:lnTo>
                    <a:pt x="0" y="51633"/>
                  </a:lnTo>
                  <a:close/>
                </a:path>
              </a:pathLst>
            </a:custGeom>
            <a:ln w="15438">
              <a:solidFill>
                <a:srgbClr val="ED86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179560" y="2074773"/>
              <a:ext cx="2316480" cy="474345"/>
            </a:xfrm>
            <a:custGeom>
              <a:avLst/>
              <a:gdLst/>
              <a:ahLst/>
              <a:cxnLst/>
              <a:rect l="l" t="t" r="r" b="b"/>
              <a:pathLst>
                <a:path w="2316479" h="474344">
                  <a:moveTo>
                    <a:pt x="2316315" y="159359"/>
                  </a:moveTo>
                  <a:lnTo>
                    <a:pt x="2306002" y="138887"/>
                  </a:lnTo>
                  <a:lnTo>
                    <a:pt x="2254478" y="36474"/>
                  </a:lnTo>
                  <a:lnTo>
                    <a:pt x="2144623" y="6426"/>
                  </a:lnTo>
                  <a:lnTo>
                    <a:pt x="2144623" y="118135"/>
                  </a:lnTo>
                  <a:lnTo>
                    <a:pt x="1746897" y="450113"/>
                  </a:lnTo>
                  <a:lnTo>
                    <a:pt x="1746897" y="247954"/>
                  </a:lnTo>
                  <a:lnTo>
                    <a:pt x="2139035" y="90982"/>
                  </a:lnTo>
                  <a:lnTo>
                    <a:pt x="2139277" y="91274"/>
                  </a:lnTo>
                  <a:lnTo>
                    <a:pt x="2144623" y="118135"/>
                  </a:lnTo>
                  <a:lnTo>
                    <a:pt x="2144623" y="6426"/>
                  </a:lnTo>
                  <a:lnTo>
                    <a:pt x="2128570" y="2032"/>
                  </a:lnTo>
                  <a:lnTo>
                    <a:pt x="2128570" y="78600"/>
                  </a:lnTo>
                  <a:lnTo>
                    <a:pt x="1746897" y="231394"/>
                  </a:lnTo>
                  <a:lnTo>
                    <a:pt x="1746897" y="178079"/>
                  </a:lnTo>
                  <a:lnTo>
                    <a:pt x="2127859" y="77774"/>
                  </a:lnTo>
                  <a:lnTo>
                    <a:pt x="2128570" y="78600"/>
                  </a:lnTo>
                  <a:lnTo>
                    <a:pt x="2128570" y="2032"/>
                  </a:lnTo>
                  <a:lnTo>
                    <a:pt x="2121166" y="0"/>
                  </a:lnTo>
                  <a:lnTo>
                    <a:pt x="2123021" y="9372"/>
                  </a:lnTo>
                  <a:lnTo>
                    <a:pt x="2119096" y="8559"/>
                  </a:lnTo>
                  <a:lnTo>
                    <a:pt x="2123732" y="25971"/>
                  </a:lnTo>
                  <a:lnTo>
                    <a:pt x="2116658" y="25400"/>
                  </a:lnTo>
                  <a:lnTo>
                    <a:pt x="2128024" y="53467"/>
                  </a:lnTo>
                  <a:lnTo>
                    <a:pt x="2019439" y="74777"/>
                  </a:lnTo>
                  <a:lnTo>
                    <a:pt x="2019439" y="90424"/>
                  </a:lnTo>
                  <a:lnTo>
                    <a:pt x="1795919" y="149275"/>
                  </a:lnTo>
                  <a:lnTo>
                    <a:pt x="1790700" y="138887"/>
                  </a:lnTo>
                  <a:lnTo>
                    <a:pt x="1789049" y="135623"/>
                  </a:lnTo>
                  <a:lnTo>
                    <a:pt x="2019439" y="90424"/>
                  </a:lnTo>
                  <a:lnTo>
                    <a:pt x="2019439" y="74777"/>
                  </a:lnTo>
                  <a:lnTo>
                    <a:pt x="1781873" y="121373"/>
                  </a:lnTo>
                  <a:lnTo>
                    <a:pt x="1757616" y="73164"/>
                  </a:lnTo>
                  <a:lnTo>
                    <a:pt x="1757616" y="159359"/>
                  </a:lnTo>
                  <a:lnTo>
                    <a:pt x="1746897" y="162191"/>
                  </a:lnTo>
                  <a:lnTo>
                    <a:pt x="1746897" y="159359"/>
                  </a:lnTo>
                  <a:lnTo>
                    <a:pt x="1757616" y="159359"/>
                  </a:lnTo>
                  <a:lnTo>
                    <a:pt x="1757616" y="73164"/>
                  </a:lnTo>
                  <a:lnTo>
                    <a:pt x="1739163" y="36474"/>
                  </a:lnTo>
                  <a:lnTo>
                    <a:pt x="1731441" y="35750"/>
                  </a:lnTo>
                  <a:lnTo>
                    <a:pt x="1731441" y="159359"/>
                  </a:lnTo>
                  <a:lnTo>
                    <a:pt x="1731441" y="166255"/>
                  </a:lnTo>
                  <a:lnTo>
                    <a:pt x="1731441" y="182156"/>
                  </a:lnTo>
                  <a:lnTo>
                    <a:pt x="1731441" y="237578"/>
                  </a:lnTo>
                  <a:lnTo>
                    <a:pt x="1228813" y="438785"/>
                  </a:lnTo>
                  <a:lnTo>
                    <a:pt x="1474470" y="249809"/>
                  </a:lnTo>
                  <a:lnTo>
                    <a:pt x="1731441" y="182156"/>
                  </a:lnTo>
                  <a:lnTo>
                    <a:pt x="1731441" y="166255"/>
                  </a:lnTo>
                  <a:lnTo>
                    <a:pt x="1505889" y="225640"/>
                  </a:lnTo>
                  <a:lnTo>
                    <a:pt x="1566062" y="179362"/>
                  </a:lnTo>
                  <a:lnTo>
                    <a:pt x="1677111" y="157581"/>
                  </a:lnTo>
                  <a:lnTo>
                    <a:pt x="1677784" y="158457"/>
                  </a:lnTo>
                  <a:lnTo>
                    <a:pt x="1677339" y="159359"/>
                  </a:lnTo>
                  <a:lnTo>
                    <a:pt x="1678495" y="159359"/>
                  </a:lnTo>
                  <a:lnTo>
                    <a:pt x="1679232" y="160286"/>
                  </a:lnTo>
                  <a:lnTo>
                    <a:pt x="1679676" y="159359"/>
                  </a:lnTo>
                  <a:lnTo>
                    <a:pt x="1731441" y="159359"/>
                  </a:lnTo>
                  <a:lnTo>
                    <a:pt x="1731441" y="35750"/>
                  </a:lnTo>
                  <a:lnTo>
                    <a:pt x="1666519" y="29654"/>
                  </a:lnTo>
                  <a:lnTo>
                    <a:pt x="1666519" y="143992"/>
                  </a:lnTo>
                  <a:lnTo>
                    <a:pt x="1593392" y="158343"/>
                  </a:lnTo>
                  <a:lnTo>
                    <a:pt x="1640039" y="122453"/>
                  </a:lnTo>
                  <a:lnTo>
                    <a:pt x="1646161" y="138137"/>
                  </a:lnTo>
                  <a:lnTo>
                    <a:pt x="1654695" y="128816"/>
                  </a:lnTo>
                  <a:lnTo>
                    <a:pt x="1666519" y="143992"/>
                  </a:lnTo>
                  <a:lnTo>
                    <a:pt x="1666519" y="29654"/>
                  </a:lnTo>
                  <a:lnTo>
                    <a:pt x="1634210" y="26619"/>
                  </a:lnTo>
                  <a:lnTo>
                    <a:pt x="1634210" y="107492"/>
                  </a:lnTo>
                  <a:lnTo>
                    <a:pt x="1559483" y="164985"/>
                  </a:lnTo>
                  <a:lnTo>
                    <a:pt x="1532166" y="170345"/>
                  </a:lnTo>
                  <a:lnTo>
                    <a:pt x="1532166" y="186004"/>
                  </a:lnTo>
                  <a:lnTo>
                    <a:pt x="1467497" y="235750"/>
                  </a:lnTo>
                  <a:lnTo>
                    <a:pt x="1436077" y="244030"/>
                  </a:lnTo>
                  <a:lnTo>
                    <a:pt x="1436077" y="259930"/>
                  </a:lnTo>
                  <a:lnTo>
                    <a:pt x="1187780" y="450938"/>
                  </a:lnTo>
                  <a:lnTo>
                    <a:pt x="1187780" y="325297"/>
                  </a:lnTo>
                  <a:lnTo>
                    <a:pt x="1436077" y="259930"/>
                  </a:lnTo>
                  <a:lnTo>
                    <a:pt x="1436077" y="244030"/>
                  </a:lnTo>
                  <a:lnTo>
                    <a:pt x="1187780" y="309397"/>
                  </a:lnTo>
                  <a:lnTo>
                    <a:pt x="1187780" y="256794"/>
                  </a:lnTo>
                  <a:lnTo>
                    <a:pt x="1204988" y="250177"/>
                  </a:lnTo>
                  <a:lnTo>
                    <a:pt x="1532166" y="186004"/>
                  </a:lnTo>
                  <a:lnTo>
                    <a:pt x="1532166" y="170345"/>
                  </a:lnTo>
                  <a:lnTo>
                    <a:pt x="1288059" y="218224"/>
                  </a:lnTo>
                  <a:lnTo>
                    <a:pt x="1623758" y="89103"/>
                  </a:lnTo>
                  <a:lnTo>
                    <a:pt x="1630337" y="97536"/>
                  </a:lnTo>
                  <a:lnTo>
                    <a:pt x="1634210" y="107492"/>
                  </a:lnTo>
                  <a:lnTo>
                    <a:pt x="1634210" y="26619"/>
                  </a:lnTo>
                  <a:lnTo>
                    <a:pt x="1601508" y="23533"/>
                  </a:lnTo>
                  <a:lnTo>
                    <a:pt x="1615973" y="60680"/>
                  </a:lnTo>
                  <a:lnTo>
                    <a:pt x="1603527" y="63119"/>
                  </a:lnTo>
                  <a:lnTo>
                    <a:pt x="1613890" y="76428"/>
                  </a:lnTo>
                  <a:lnTo>
                    <a:pt x="1200670" y="235369"/>
                  </a:lnTo>
                  <a:lnTo>
                    <a:pt x="1187780" y="237909"/>
                  </a:lnTo>
                  <a:lnTo>
                    <a:pt x="1187780" y="159359"/>
                  </a:lnTo>
                  <a:lnTo>
                    <a:pt x="1241894" y="159359"/>
                  </a:lnTo>
                  <a:lnTo>
                    <a:pt x="1231582" y="138887"/>
                  </a:lnTo>
                  <a:lnTo>
                    <a:pt x="1180058" y="36474"/>
                  </a:lnTo>
                  <a:lnTo>
                    <a:pt x="1172324" y="35750"/>
                  </a:lnTo>
                  <a:lnTo>
                    <a:pt x="1172324" y="159359"/>
                  </a:lnTo>
                  <a:lnTo>
                    <a:pt x="1172324" y="240944"/>
                  </a:lnTo>
                  <a:lnTo>
                    <a:pt x="1172324" y="262750"/>
                  </a:lnTo>
                  <a:lnTo>
                    <a:pt x="1172324" y="313474"/>
                  </a:lnTo>
                  <a:lnTo>
                    <a:pt x="754329" y="423519"/>
                  </a:lnTo>
                  <a:lnTo>
                    <a:pt x="1172324" y="262750"/>
                  </a:lnTo>
                  <a:lnTo>
                    <a:pt x="1172324" y="240944"/>
                  </a:lnTo>
                  <a:lnTo>
                    <a:pt x="1117561" y="251688"/>
                  </a:lnTo>
                  <a:lnTo>
                    <a:pt x="1117561" y="267335"/>
                  </a:lnTo>
                  <a:lnTo>
                    <a:pt x="667588" y="440410"/>
                  </a:lnTo>
                  <a:lnTo>
                    <a:pt x="815581" y="326580"/>
                  </a:lnTo>
                  <a:lnTo>
                    <a:pt x="1117561" y="267335"/>
                  </a:lnTo>
                  <a:lnTo>
                    <a:pt x="1117561" y="251688"/>
                  </a:lnTo>
                  <a:lnTo>
                    <a:pt x="842899" y="305562"/>
                  </a:lnTo>
                  <a:lnTo>
                    <a:pt x="1080922" y="122453"/>
                  </a:lnTo>
                  <a:lnTo>
                    <a:pt x="1087043" y="138137"/>
                  </a:lnTo>
                  <a:lnTo>
                    <a:pt x="1095578" y="128816"/>
                  </a:lnTo>
                  <a:lnTo>
                    <a:pt x="1118679" y="158457"/>
                  </a:lnTo>
                  <a:lnTo>
                    <a:pt x="1118222" y="159359"/>
                  </a:lnTo>
                  <a:lnTo>
                    <a:pt x="1119390" y="159359"/>
                  </a:lnTo>
                  <a:lnTo>
                    <a:pt x="1120114" y="160286"/>
                  </a:lnTo>
                  <a:lnTo>
                    <a:pt x="1120559" y="159359"/>
                  </a:lnTo>
                  <a:lnTo>
                    <a:pt x="1172324" y="159359"/>
                  </a:lnTo>
                  <a:lnTo>
                    <a:pt x="1172324" y="35750"/>
                  </a:lnTo>
                  <a:lnTo>
                    <a:pt x="1075093" y="26606"/>
                  </a:lnTo>
                  <a:lnTo>
                    <a:pt x="1075093" y="107492"/>
                  </a:lnTo>
                  <a:lnTo>
                    <a:pt x="809002" y="312204"/>
                  </a:lnTo>
                  <a:lnTo>
                    <a:pt x="781685" y="317563"/>
                  </a:lnTo>
                  <a:lnTo>
                    <a:pt x="781685" y="333222"/>
                  </a:lnTo>
                  <a:lnTo>
                    <a:pt x="628675" y="450938"/>
                  </a:lnTo>
                  <a:lnTo>
                    <a:pt x="628675" y="363232"/>
                  </a:lnTo>
                  <a:lnTo>
                    <a:pt x="781685" y="333222"/>
                  </a:lnTo>
                  <a:lnTo>
                    <a:pt x="781685" y="317563"/>
                  </a:lnTo>
                  <a:lnTo>
                    <a:pt x="628675" y="347573"/>
                  </a:lnTo>
                  <a:lnTo>
                    <a:pt x="628675" y="256806"/>
                  </a:lnTo>
                  <a:lnTo>
                    <a:pt x="1064641" y="89103"/>
                  </a:lnTo>
                  <a:lnTo>
                    <a:pt x="1071219" y="97536"/>
                  </a:lnTo>
                  <a:lnTo>
                    <a:pt x="1075093" y="107492"/>
                  </a:lnTo>
                  <a:lnTo>
                    <a:pt x="1075093" y="26606"/>
                  </a:lnTo>
                  <a:lnTo>
                    <a:pt x="1042403" y="23533"/>
                  </a:lnTo>
                  <a:lnTo>
                    <a:pt x="1056868" y="60680"/>
                  </a:lnTo>
                  <a:lnTo>
                    <a:pt x="1044409" y="63119"/>
                  </a:lnTo>
                  <a:lnTo>
                    <a:pt x="1054773" y="76428"/>
                  </a:lnTo>
                  <a:lnTo>
                    <a:pt x="628675" y="240322"/>
                  </a:lnTo>
                  <a:lnTo>
                    <a:pt x="628675" y="159359"/>
                  </a:lnTo>
                  <a:lnTo>
                    <a:pt x="682790" y="159359"/>
                  </a:lnTo>
                  <a:lnTo>
                    <a:pt x="672477" y="138887"/>
                  </a:lnTo>
                  <a:lnTo>
                    <a:pt x="620953" y="36474"/>
                  </a:lnTo>
                  <a:lnTo>
                    <a:pt x="620610" y="37147"/>
                  </a:lnTo>
                  <a:lnTo>
                    <a:pt x="620941" y="36474"/>
                  </a:lnTo>
                  <a:lnTo>
                    <a:pt x="613219" y="37998"/>
                  </a:lnTo>
                  <a:lnTo>
                    <a:pt x="613219" y="159359"/>
                  </a:lnTo>
                  <a:lnTo>
                    <a:pt x="613219" y="246278"/>
                  </a:lnTo>
                  <a:lnTo>
                    <a:pt x="613219" y="262750"/>
                  </a:lnTo>
                  <a:lnTo>
                    <a:pt x="613219" y="350608"/>
                  </a:lnTo>
                  <a:lnTo>
                    <a:pt x="147053" y="442048"/>
                  </a:lnTo>
                  <a:lnTo>
                    <a:pt x="613219" y="262750"/>
                  </a:lnTo>
                  <a:lnTo>
                    <a:pt x="613219" y="246278"/>
                  </a:lnTo>
                  <a:lnTo>
                    <a:pt x="108508" y="440397"/>
                  </a:lnTo>
                  <a:lnTo>
                    <a:pt x="527888" y="117779"/>
                  </a:lnTo>
                  <a:lnTo>
                    <a:pt x="559574" y="158457"/>
                  </a:lnTo>
                  <a:lnTo>
                    <a:pt x="559117" y="159359"/>
                  </a:lnTo>
                  <a:lnTo>
                    <a:pt x="560285" y="159359"/>
                  </a:lnTo>
                  <a:lnTo>
                    <a:pt x="561009" y="160286"/>
                  </a:lnTo>
                  <a:lnTo>
                    <a:pt x="561454" y="159359"/>
                  </a:lnTo>
                  <a:lnTo>
                    <a:pt x="613219" y="159359"/>
                  </a:lnTo>
                  <a:lnTo>
                    <a:pt x="613219" y="37998"/>
                  </a:lnTo>
                  <a:lnTo>
                    <a:pt x="485305" y="63119"/>
                  </a:lnTo>
                  <a:lnTo>
                    <a:pt x="518426" y="105625"/>
                  </a:lnTo>
                  <a:lnTo>
                    <a:pt x="69570" y="450938"/>
                  </a:lnTo>
                  <a:lnTo>
                    <a:pt x="69570" y="159359"/>
                  </a:lnTo>
                  <a:lnTo>
                    <a:pt x="123672" y="159359"/>
                  </a:lnTo>
                  <a:lnTo>
                    <a:pt x="113372" y="138887"/>
                  </a:lnTo>
                  <a:lnTo>
                    <a:pt x="61836" y="36474"/>
                  </a:lnTo>
                  <a:lnTo>
                    <a:pt x="0" y="159359"/>
                  </a:lnTo>
                  <a:lnTo>
                    <a:pt x="54102" y="159359"/>
                  </a:lnTo>
                  <a:lnTo>
                    <a:pt x="54102" y="466585"/>
                  </a:lnTo>
                  <a:lnTo>
                    <a:pt x="61836" y="466585"/>
                  </a:lnTo>
                  <a:lnTo>
                    <a:pt x="63334" y="474116"/>
                  </a:lnTo>
                  <a:lnTo>
                    <a:pt x="613219" y="366268"/>
                  </a:lnTo>
                  <a:lnTo>
                    <a:pt x="613219" y="466585"/>
                  </a:lnTo>
                  <a:lnTo>
                    <a:pt x="620941" y="466585"/>
                  </a:lnTo>
                  <a:lnTo>
                    <a:pt x="622922" y="474014"/>
                  </a:lnTo>
                  <a:lnTo>
                    <a:pt x="1172324" y="329361"/>
                  </a:lnTo>
                  <a:lnTo>
                    <a:pt x="1172324" y="466585"/>
                  </a:lnTo>
                  <a:lnTo>
                    <a:pt x="1180045" y="466585"/>
                  </a:lnTo>
                  <a:lnTo>
                    <a:pt x="1182941" y="473710"/>
                  </a:lnTo>
                  <a:lnTo>
                    <a:pt x="1731441" y="254152"/>
                  </a:lnTo>
                  <a:lnTo>
                    <a:pt x="1731441" y="466585"/>
                  </a:lnTo>
                  <a:lnTo>
                    <a:pt x="1739163" y="466585"/>
                  </a:lnTo>
                  <a:lnTo>
                    <a:pt x="1744141" y="472465"/>
                  </a:lnTo>
                  <a:lnTo>
                    <a:pt x="2157882" y="127127"/>
                  </a:lnTo>
                  <a:lnTo>
                    <a:pt x="2162873" y="139395"/>
                  </a:lnTo>
                  <a:lnTo>
                    <a:pt x="2171636" y="129552"/>
                  </a:lnTo>
                  <a:lnTo>
                    <a:pt x="2194204" y="156248"/>
                  </a:lnTo>
                  <a:lnTo>
                    <a:pt x="2192642" y="159359"/>
                  </a:lnTo>
                  <a:lnTo>
                    <a:pt x="2196833" y="159359"/>
                  </a:lnTo>
                  <a:lnTo>
                    <a:pt x="2199551" y="162560"/>
                  </a:lnTo>
                  <a:lnTo>
                    <a:pt x="2200935" y="159359"/>
                  </a:lnTo>
                  <a:lnTo>
                    <a:pt x="2246744" y="159359"/>
                  </a:lnTo>
                  <a:lnTo>
                    <a:pt x="2246744" y="466585"/>
                  </a:lnTo>
                  <a:lnTo>
                    <a:pt x="2262200" y="466585"/>
                  </a:lnTo>
                  <a:lnTo>
                    <a:pt x="2262200" y="159359"/>
                  </a:lnTo>
                  <a:lnTo>
                    <a:pt x="2316315" y="1593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7188" y="97027"/>
            <a:ext cx="9307195" cy="1366520"/>
          </a:xfrm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1060"/>
              </a:spcBef>
            </a:pPr>
            <a:r>
              <a:rPr dirty="0" sz="4600" spc="-55">
                <a:solidFill>
                  <a:srgbClr val="595959"/>
                </a:solidFill>
              </a:rPr>
              <a:t>Conditional</a:t>
            </a:r>
            <a:r>
              <a:rPr dirty="0" sz="4600" spc="-175">
                <a:solidFill>
                  <a:srgbClr val="595959"/>
                </a:solidFill>
              </a:rPr>
              <a:t> </a:t>
            </a:r>
            <a:r>
              <a:rPr dirty="0" sz="4600" spc="-85">
                <a:solidFill>
                  <a:srgbClr val="595959"/>
                </a:solidFill>
              </a:rPr>
              <a:t>Generation:</a:t>
            </a:r>
            <a:r>
              <a:rPr dirty="0" sz="4600" spc="-175">
                <a:solidFill>
                  <a:srgbClr val="595959"/>
                </a:solidFill>
              </a:rPr>
              <a:t> </a:t>
            </a:r>
            <a:r>
              <a:rPr dirty="0" sz="4800" spc="-60">
                <a:solidFill>
                  <a:srgbClr val="595959"/>
                </a:solidFill>
              </a:rPr>
              <a:t>Generating</a:t>
            </a:r>
            <a:r>
              <a:rPr dirty="0" sz="4800" spc="-160">
                <a:solidFill>
                  <a:srgbClr val="595959"/>
                </a:solidFill>
              </a:rPr>
              <a:t> </a:t>
            </a:r>
            <a:r>
              <a:rPr dirty="0" sz="4800" spc="-20">
                <a:solidFill>
                  <a:srgbClr val="595959"/>
                </a:solidFill>
              </a:rPr>
              <a:t>text </a:t>
            </a:r>
            <a:r>
              <a:rPr dirty="0" sz="4800" spc="-50">
                <a:solidFill>
                  <a:srgbClr val="595959"/>
                </a:solidFill>
              </a:rPr>
              <a:t>conditioned</a:t>
            </a:r>
            <a:r>
              <a:rPr dirty="0" sz="4800" spc="-190">
                <a:solidFill>
                  <a:srgbClr val="595959"/>
                </a:solidFill>
              </a:rPr>
              <a:t> </a:t>
            </a:r>
            <a:r>
              <a:rPr dirty="0" sz="4800">
                <a:solidFill>
                  <a:srgbClr val="595959"/>
                </a:solidFill>
              </a:rPr>
              <a:t>on</a:t>
            </a:r>
            <a:r>
              <a:rPr dirty="0" sz="4800" spc="-190">
                <a:solidFill>
                  <a:srgbClr val="595959"/>
                </a:solidFill>
              </a:rPr>
              <a:t> </a:t>
            </a:r>
            <a:r>
              <a:rPr dirty="0" sz="4800" spc="-55">
                <a:solidFill>
                  <a:srgbClr val="595959"/>
                </a:solidFill>
              </a:rPr>
              <a:t>previous</a:t>
            </a:r>
            <a:r>
              <a:rPr dirty="0" sz="4800" spc="-185">
                <a:solidFill>
                  <a:srgbClr val="595959"/>
                </a:solidFill>
              </a:rPr>
              <a:t> </a:t>
            </a:r>
            <a:r>
              <a:rPr dirty="0" sz="4800" spc="-10">
                <a:solidFill>
                  <a:srgbClr val="595959"/>
                </a:solidFill>
              </a:rPr>
              <a:t>text!</a:t>
            </a:r>
            <a:endParaRPr sz="4800"/>
          </a:p>
        </p:txBody>
      </p:sp>
      <p:sp>
        <p:nvSpPr>
          <p:cNvPr id="55" name="object 55"/>
          <p:cNvSpPr txBox="1"/>
          <p:nvPr/>
        </p:nvSpPr>
        <p:spPr>
          <a:xfrm>
            <a:off x="9657092" y="1834597"/>
            <a:ext cx="1840230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>
                <a:latin typeface="Arial"/>
                <a:cs typeface="Arial"/>
              </a:rPr>
              <a:t>Completion</a:t>
            </a:r>
            <a:r>
              <a:rPr dirty="0" sz="1950" spc="195">
                <a:latin typeface="Arial"/>
                <a:cs typeface="Arial"/>
              </a:rPr>
              <a:t> </a:t>
            </a:r>
            <a:r>
              <a:rPr dirty="0" sz="1950" spc="-25">
                <a:latin typeface="Arial"/>
                <a:cs typeface="Arial"/>
              </a:rPr>
              <a:t>Text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022957" y="2569422"/>
            <a:ext cx="7778750" cy="5106035"/>
            <a:chOff x="4022957" y="2569422"/>
            <a:chExt cx="7778750" cy="51060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8510" y="3156168"/>
              <a:ext cx="4150989" cy="9972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78371" y="3181098"/>
              <a:ext cx="4051300" cy="897890"/>
            </a:xfrm>
            <a:custGeom>
              <a:avLst/>
              <a:gdLst/>
              <a:ahLst/>
              <a:cxnLst/>
              <a:rect l="l" t="t" r="r" b="b"/>
              <a:pathLst>
                <a:path w="4051300" h="897889">
                  <a:moveTo>
                    <a:pt x="3801957" y="0"/>
                  </a:moveTo>
                  <a:lnTo>
                    <a:pt x="249308" y="0"/>
                  </a:lnTo>
                  <a:lnTo>
                    <a:pt x="204495" y="4016"/>
                  </a:lnTo>
                  <a:lnTo>
                    <a:pt x="162316" y="15597"/>
                  </a:lnTo>
                  <a:lnTo>
                    <a:pt x="123477" y="34037"/>
                  </a:lnTo>
                  <a:lnTo>
                    <a:pt x="88682" y="58634"/>
                  </a:lnTo>
                  <a:lnTo>
                    <a:pt x="58634" y="88682"/>
                  </a:lnTo>
                  <a:lnTo>
                    <a:pt x="34037" y="123477"/>
                  </a:lnTo>
                  <a:lnTo>
                    <a:pt x="15597" y="162316"/>
                  </a:lnTo>
                  <a:lnTo>
                    <a:pt x="4016" y="204495"/>
                  </a:lnTo>
                  <a:lnTo>
                    <a:pt x="0" y="249308"/>
                  </a:lnTo>
                  <a:lnTo>
                    <a:pt x="0" y="648202"/>
                  </a:lnTo>
                  <a:lnTo>
                    <a:pt x="4016" y="693016"/>
                  </a:lnTo>
                  <a:lnTo>
                    <a:pt x="15597" y="735194"/>
                  </a:lnTo>
                  <a:lnTo>
                    <a:pt x="34037" y="774033"/>
                  </a:lnTo>
                  <a:lnTo>
                    <a:pt x="58634" y="808829"/>
                  </a:lnTo>
                  <a:lnTo>
                    <a:pt x="88682" y="838877"/>
                  </a:lnTo>
                  <a:lnTo>
                    <a:pt x="123477" y="863473"/>
                  </a:lnTo>
                  <a:lnTo>
                    <a:pt x="162316" y="881914"/>
                  </a:lnTo>
                  <a:lnTo>
                    <a:pt x="204495" y="893494"/>
                  </a:lnTo>
                  <a:lnTo>
                    <a:pt x="249308" y="897511"/>
                  </a:lnTo>
                  <a:lnTo>
                    <a:pt x="3801957" y="897511"/>
                  </a:lnTo>
                  <a:lnTo>
                    <a:pt x="3846770" y="893494"/>
                  </a:lnTo>
                  <a:lnTo>
                    <a:pt x="3888949" y="881914"/>
                  </a:lnTo>
                  <a:lnTo>
                    <a:pt x="3927788" y="863473"/>
                  </a:lnTo>
                  <a:lnTo>
                    <a:pt x="3962583" y="838877"/>
                  </a:lnTo>
                  <a:lnTo>
                    <a:pt x="3992631" y="808829"/>
                  </a:lnTo>
                  <a:lnTo>
                    <a:pt x="4017227" y="774033"/>
                  </a:lnTo>
                  <a:lnTo>
                    <a:pt x="4035668" y="735194"/>
                  </a:lnTo>
                  <a:lnTo>
                    <a:pt x="4047249" y="693016"/>
                  </a:lnTo>
                  <a:lnTo>
                    <a:pt x="4051265" y="648202"/>
                  </a:lnTo>
                  <a:lnTo>
                    <a:pt x="4051265" y="249308"/>
                  </a:lnTo>
                  <a:lnTo>
                    <a:pt x="4047249" y="204495"/>
                  </a:lnTo>
                  <a:lnTo>
                    <a:pt x="4035668" y="162316"/>
                  </a:lnTo>
                  <a:lnTo>
                    <a:pt x="4017227" y="123477"/>
                  </a:lnTo>
                  <a:lnTo>
                    <a:pt x="3992631" y="88682"/>
                  </a:lnTo>
                  <a:lnTo>
                    <a:pt x="3962583" y="58634"/>
                  </a:lnTo>
                  <a:lnTo>
                    <a:pt x="3927788" y="34037"/>
                  </a:lnTo>
                  <a:lnTo>
                    <a:pt x="3888949" y="15597"/>
                  </a:lnTo>
                  <a:lnTo>
                    <a:pt x="3846770" y="4016"/>
                  </a:lnTo>
                  <a:lnTo>
                    <a:pt x="3801957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578371" y="3181099"/>
              <a:ext cx="4051300" cy="897890"/>
            </a:xfrm>
            <a:custGeom>
              <a:avLst/>
              <a:gdLst/>
              <a:ahLst/>
              <a:cxnLst/>
              <a:rect l="l" t="t" r="r" b="b"/>
              <a:pathLst>
                <a:path w="4051300" h="897889">
                  <a:moveTo>
                    <a:pt x="249308" y="0"/>
                  </a:moveTo>
                  <a:lnTo>
                    <a:pt x="3801957" y="0"/>
                  </a:lnTo>
                  <a:lnTo>
                    <a:pt x="3846770" y="4016"/>
                  </a:lnTo>
                  <a:lnTo>
                    <a:pt x="3888949" y="15597"/>
                  </a:lnTo>
                  <a:lnTo>
                    <a:pt x="3927788" y="34037"/>
                  </a:lnTo>
                  <a:lnTo>
                    <a:pt x="3962583" y="58634"/>
                  </a:lnTo>
                  <a:lnTo>
                    <a:pt x="3992631" y="88682"/>
                  </a:lnTo>
                  <a:lnTo>
                    <a:pt x="4017227" y="123477"/>
                  </a:lnTo>
                  <a:lnTo>
                    <a:pt x="4035668" y="162316"/>
                  </a:lnTo>
                  <a:lnTo>
                    <a:pt x="4047249" y="204495"/>
                  </a:lnTo>
                  <a:lnTo>
                    <a:pt x="4051265" y="249308"/>
                  </a:lnTo>
                  <a:lnTo>
                    <a:pt x="4051265" y="648202"/>
                  </a:lnTo>
                  <a:lnTo>
                    <a:pt x="4047249" y="693016"/>
                  </a:lnTo>
                  <a:lnTo>
                    <a:pt x="4035668" y="735194"/>
                  </a:lnTo>
                  <a:lnTo>
                    <a:pt x="4017227" y="774033"/>
                  </a:lnTo>
                  <a:lnTo>
                    <a:pt x="3992631" y="808829"/>
                  </a:lnTo>
                  <a:lnTo>
                    <a:pt x="3962583" y="838877"/>
                  </a:lnTo>
                  <a:lnTo>
                    <a:pt x="3927788" y="863473"/>
                  </a:lnTo>
                  <a:lnTo>
                    <a:pt x="3888949" y="881913"/>
                  </a:lnTo>
                  <a:lnTo>
                    <a:pt x="3846770" y="893494"/>
                  </a:lnTo>
                  <a:lnTo>
                    <a:pt x="3801957" y="897511"/>
                  </a:lnTo>
                  <a:lnTo>
                    <a:pt x="249308" y="897511"/>
                  </a:lnTo>
                  <a:lnTo>
                    <a:pt x="204495" y="893494"/>
                  </a:lnTo>
                  <a:lnTo>
                    <a:pt x="162316" y="881913"/>
                  </a:lnTo>
                  <a:lnTo>
                    <a:pt x="123477" y="863473"/>
                  </a:lnTo>
                  <a:lnTo>
                    <a:pt x="88682" y="838877"/>
                  </a:lnTo>
                  <a:lnTo>
                    <a:pt x="58634" y="808829"/>
                  </a:lnTo>
                  <a:lnTo>
                    <a:pt x="34037" y="774033"/>
                  </a:lnTo>
                  <a:lnTo>
                    <a:pt x="15597" y="735194"/>
                  </a:lnTo>
                  <a:lnTo>
                    <a:pt x="4016" y="693016"/>
                  </a:lnTo>
                  <a:lnTo>
                    <a:pt x="0" y="648202"/>
                  </a:lnTo>
                  <a:lnTo>
                    <a:pt x="0" y="249308"/>
                  </a:lnTo>
                  <a:lnTo>
                    <a:pt x="4016" y="204495"/>
                  </a:lnTo>
                  <a:lnTo>
                    <a:pt x="15597" y="162316"/>
                  </a:lnTo>
                  <a:lnTo>
                    <a:pt x="34037" y="123477"/>
                  </a:lnTo>
                  <a:lnTo>
                    <a:pt x="58634" y="88682"/>
                  </a:lnTo>
                  <a:lnTo>
                    <a:pt x="88682" y="58634"/>
                  </a:lnTo>
                  <a:lnTo>
                    <a:pt x="123477" y="34037"/>
                  </a:lnTo>
                  <a:lnTo>
                    <a:pt x="162316" y="15597"/>
                  </a:lnTo>
                  <a:lnTo>
                    <a:pt x="204495" y="4016"/>
                  </a:lnTo>
                  <a:lnTo>
                    <a:pt x="249308" y="0"/>
                  </a:lnTo>
                  <a:close/>
                </a:path>
              </a:pathLst>
            </a:custGeom>
            <a:ln w="24930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2957" y="4178332"/>
              <a:ext cx="7778429" cy="16703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79778" y="4203264"/>
              <a:ext cx="7679055" cy="1570990"/>
            </a:xfrm>
            <a:custGeom>
              <a:avLst/>
              <a:gdLst/>
              <a:ahLst/>
              <a:cxnLst/>
              <a:rect l="l" t="t" r="r" b="b"/>
              <a:pathLst>
                <a:path w="7679055" h="1570989">
                  <a:moveTo>
                    <a:pt x="7429398" y="0"/>
                  </a:moveTo>
                  <a:lnTo>
                    <a:pt x="249308" y="0"/>
                  </a:lnTo>
                  <a:lnTo>
                    <a:pt x="204495" y="4016"/>
                  </a:lnTo>
                  <a:lnTo>
                    <a:pt x="162317" y="15597"/>
                  </a:lnTo>
                  <a:lnTo>
                    <a:pt x="123478" y="34037"/>
                  </a:lnTo>
                  <a:lnTo>
                    <a:pt x="88682" y="58634"/>
                  </a:lnTo>
                  <a:lnTo>
                    <a:pt x="58634" y="88682"/>
                  </a:lnTo>
                  <a:lnTo>
                    <a:pt x="34038" y="123477"/>
                  </a:lnTo>
                  <a:lnTo>
                    <a:pt x="15597" y="162316"/>
                  </a:lnTo>
                  <a:lnTo>
                    <a:pt x="4016" y="204495"/>
                  </a:lnTo>
                  <a:lnTo>
                    <a:pt x="0" y="249308"/>
                  </a:lnTo>
                  <a:lnTo>
                    <a:pt x="0" y="1321335"/>
                  </a:lnTo>
                  <a:lnTo>
                    <a:pt x="4016" y="1366149"/>
                  </a:lnTo>
                  <a:lnTo>
                    <a:pt x="15597" y="1408327"/>
                  </a:lnTo>
                  <a:lnTo>
                    <a:pt x="34038" y="1447166"/>
                  </a:lnTo>
                  <a:lnTo>
                    <a:pt x="58634" y="1481962"/>
                  </a:lnTo>
                  <a:lnTo>
                    <a:pt x="88682" y="1512010"/>
                  </a:lnTo>
                  <a:lnTo>
                    <a:pt x="123478" y="1536606"/>
                  </a:lnTo>
                  <a:lnTo>
                    <a:pt x="162317" y="1555047"/>
                  </a:lnTo>
                  <a:lnTo>
                    <a:pt x="204495" y="1566627"/>
                  </a:lnTo>
                  <a:lnTo>
                    <a:pt x="249308" y="1570644"/>
                  </a:lnTo>
                  <a:lnTo>
                    <a:pt x="7429398" y="1570644"/>
                  </a:lnTo>
                  <a:lnTo>
                    <a:pt x="7474212" y="1566627"/>
                  </a:lnTo>
                  <a:lnTo>
                    <a:pt x="7516390" y="1555047"/>
                  </a:lnTo>
                  <a:lnTo>
                    <a:pt x="7555229" y="1536606"/>
                  </a:lnTo>
                  <a:lnTo>
                    <a:pt x="7590024" y="1512010"/>
                  </a:lnTo>
                  <a:lnTo>
                    <a:pt x="7620072" y="1481962"/>
                  </a:lnTo>
                  <a:lnTo>
                    <a:pt x="7644669" y="1447166"/>
                  </a:lnTo>
                  <a:lnTo>
                    <a:pt x="7663109" y="1408327"/>
                  </a:lnTo>
                  <a:lnTo>
                    <a:pt x="7674690" y="1366149"/>
                  </a:lnTo>
                  <a:lnTo>
                    <a:pt x="7678707" y="1321335"/>
                  </a:lnTo>
                  <a:lnTo>
                    <a:pt x="7678707" y="249308"/>
                  </a:lnTo>
                  <a:lnTo>
                    <a:pt x="7674690" y="204495"/>
                  </a:lnTo>
                  <a:lnTo>
                    <a:pt x="7663109" y="162316"/>
                  </a:lnTo>
                  <a:lnTo>
                    <a:pt x="7644669" y="123477"/>
                  </a:lnTo>
                  <a:lnTo>
                    <a:pt x="7620072" y="88682"/>
                  </a:lnTo>
                  <a:lnTo>
                    <a:pt x="7590024" y="58634"/>
                  </a:lnTo>
                  <a:lnTo>
                    <a:pt x="7555229" y="34037"/>
                  </a:lnTo>
                  <a:lnTo>
                    <a:pt x="7516390" y="15597"/>
                  </a:lnTo>
                  <a:lnTo>
                    <a:pt x="7474212" y="4016"/>
                  </a:lnTo>
                  <a:lnTo>
                    <a:pt x="742939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79778" y="4203264"/>
              <a:ext cx="7679055" cy="1570990"/>
            </a:xfrm>
            <a:custGeom>
              <a:avLst/>
              <a:gdLst/>
              <a:ahLst/>
              <a:cxnLst/>
              <a:rect l="l" t="t" r="r" b="b"/>
              <a:pathLst>
                <a:path w="7679055" h="1570989">
                  <a:moveTo>
                    <a:pt x="249308" y="0"/>
                  </a:moveTo>
                  <a:lnTo>
                    <a:pt x="7429398" y="0"/>
                  </a:lnTo>
                  <a:lnTo>
                    <a:pt x="7474211" y="4016"/>
                  </a:lnTo>
                  <a:lnTo>
                    <a:pt x="7516390" y="15597"/>
                  </a:lnTo>
                  <a:lnTo>
                    <a:pt x="7555229" y="34037"/>
                  </a:lnTo>
                  <a:lnTo>
                    <a:pt x="7590024" y="58634"/>
                  </a:lnTo>
                  <a:lnTo>
                    <a:pt x="7620072" y="88682"/>
                  </a:lnTo>
                  <a:lnTo>
                    <a:pt x="7644669" y="123477"/>
                  </a:lnTo>
                  <a:lnTo>
                    <a:pt x="7663109" y="162316"/>
                  </a:lnTo>
                  <a:lnTo>
                    <a:pt x="7674690" y="204495"/>
                  </a:lnTo>
                  <a:lnTo>
                    <a:pt x="7678706" y="249308"/>
                  </a:lnTo>
                  <a:lnTo>
                    <a:pt x="7678706" y="1321336"/>
                  </a:lnTo>
                  <a:lnTo>
                    <a:pt x="7674690" y="1366149"/>
                  </a:lnTo>
                  <a:lnTo>
                    <a:pt x="7663109" y="1408328"/>
                  </a:lnTo>
                  <a:lnTo>
                    <a:pt x="7644669" y="1447167"/>
                  </a:lnTo>
                  <a:lnTo>
                    <a:pt x="7620072" y="1481962"/>
                  </a:lnTo>
                  <a:lnTo>
                    <a:pt x="7590024" y="1512010"/>
                  </a:lnTo>
                  <a:lnTo>
                    <a:pt x="7555229" y="1536606"/>
                  </a:lnTo>
                  <a:lnTo>
                    <a:pt x="7516390" y="1555047"/>
                  </a:lnTo>
                  <a:lnTo>
                    <a:pt x="7474211" y="1566628"/>
                  </a:lnTo>
                  <a:lnTo>
                    <a:pt x="7429398" y="1570644"/>
                  </a:lnTo>
                  <a:lnTo>
                    <a:pt x="249308" y="1570644"/>
                  </a:lnTo>
                  <a:lnTo>
                    <a:pt x="204495" y="1566628"/>
                  </a:lnTo>
                  <a:lnTo>
                    <a:pt x="162317" y="1555047"/>
                  </a:lnTo>
                  <a:lnTo>
                    <a:pt x="123478" y="1536606"/>
                  </a:lnTo>
                  <a:lnTo>
                    <a:pt x="88682" y="1512010"/>
                  </a:lnTo>
                  <a:lnTo>
                    <a:pt x="58634" y="1481962"/>
                  </a:lnTo>
                  <a:lnTo>
                    <a:pt x="34038" y="1447167"/>
                  </a:lnTo>
                  <a:lnTo>
                    <a:pt x="15597" y="1408328"/>
                  </a:lnTo>
                  <a:lnTo>
                    <a:pt x="4016" y="1366149"/>
                  </a:lnTo>
                  <a:lnTo>
                    <a:pt x="0" y="1321336"/>
                  </a:lnTo>
                  <a:lnTo>
                    <a:pt x="0" y="249308"/>
                  </a:lnTo>
                  <a:lnTo>
                    <a:pt x="4016" y="204495"/>
                  </a:lnTo>
                  <a:lnTo>
                    <a:pt x="15597" y="162316"/>
                  </a:lnTo>
                  <a:lnTo>
                    <a:pt x="34038" y="123477"/>
                  </a:lnTo>
                  <a:lnTo>
                    <a:pt x="58634" y="88682"/>
                  </a:lnTo>
                  <a:lnTo>
                    <a:pt x="88682" y="58634"/>
                  </a:lnTo>
                  <a:lnTo>
                    <a:pt x="123478" y="34037"/>
                  </a:lnTo>
                  <a:lnTo>
                    <a:pt x="162317" y="15597"/>
                  </a:lnTo>
                  <a:lnTo>
                    <a:pt x="204495" y="4016"/>
                  </a:lnTo>
                  <a:lnTo>
                    <a:pt x="249308" y="0"/>
                  </a:lnTo>
                  <a:close/>
                </a:path>
              </a:pathLst>
            </a:custGeom>
            <a:ln w="24930">
              <a:solidFill>
                <a:srgbClr val="70708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43929" y="2575772"/>
              <a:ext cx="661035" cy="4845685"/>
            </a:xfrm>
            <a:custGeom>
              <a:avLst/>
              <a:gdLst/>
              <a:ahLst/>
              <a:cxnLst/>
              <a:rect l="l" t="t" r="r" b="b"/>
              <a:pathLst>
                <a:path w="661034" h="4845684">
                  <a:moveTo>
                    <a:pt x="0" y="120350"/>
                  </a:moveTo>
                  <a:lnTo>
                    <a:pt x="278833" y="5640"/>
                  </a:lnTo>
                  <a:lnTo>
                    <a:pt x="307992" y="0"/>
                  </a:lnTo>
                  <a:lnTo>
                    <a:pt x="336076" y="5778"/>
                  </a:lnTo>
                  <a:lnTo>
                    <a:pt x="376456" y="46353"/>
                  </a:lnTo>
                  <a:lnTo>
                    <a:pt x="385340" y="4770385"/>
                  </a:lnTo>
                  <a:lnTo>
                    <a:pt x="391238" y="4799493"/>
                  </a:lnTo>
                  <a:lnTo>
                    <a:pt x="407283" y="4823256"/>
                  </a:lnTo>
                  <a:lnTo>
                    <a:pt x="431068" y="4839268"/>
                  </a:lnTo>
                  <a:lnTo>
                    <a:pt x="460185" y="4845125"/>
                  </a:lnTo>
                  <a:lnTo>
                    <a:pt x="470071" y="4844462"/>
                  </a:lnTo>
                  <a:lnTo>
                    <a:pt x="479741" y="4842509"/>
                  </a:lnTo>
                  <a:lnTo>
                    <a:pt x="489071" y="4839301"/>
                  </a:lnTo>
                  <a:lnTo>
                    <a:pt x="497934" y="4834870"/>
                  </a:lnTo>
                  <a:lnTo>
                    <a:pt x="660935" y="4739396"/>
                  </a:lnTo>
                </a:path>
              </a:pathLst>
            </a:custGeom>
            <a:ln w="1246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7464" y="7277435"/>
              <a:ext cx="117414" cy="9513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168813" y="2602110"/>
              <a:ext cx="713105" cy="4843145"/>
            </a:xfrm>
            <a:custGeom>
              <a:avLst/>
              <a:gdLst/>
              <a:ahLst/>
              <a:cxnLst/>
              <a:rect l="l" t="t" r="r" b="b"/>
              <a:pathLst>
                <a:path w="713104" h="4843145">
                  <a:moveTo>
                    <a:pt x="0" y="122063"/>
                  </a:moveTo>
                  <a:lnTo>
                    <a:pt x="325993" y="4358"/>
                  </a:lnTo>
                  <a:lnTo>
                    <a:pt x="355372" y="0"/>
                  </a:lnTo>
                  <a:lnTo>
                    <a:pt x="383176" y="7002"/>
                  </a:lnTo>
                  <a:lnTo>
                    <a:pt x="421741" y="49306"/>
                  </a:lnTo>
                  <a:lnTo>
                    <a:pt x="426186" y="74706"/>
                  </a:lnTo>
                  <a:lnTo>
                    <a:pt x="426186" y="4767955"/>
                  </a:lnTo>
                  <a:lnTo>
                    <a:pt x="432064" y="4797069"/>
                  </a:lnTo>
                  <a:lnTo>
                    <a:pt x="448092" y="4820842"/>
                  </a:lnTo>
                  <a:lnTo>
                    <a:pt x="471866" y="4836871"/>
                  </a:lnTo>
                  <a:lnTo>
                    <a:pt x="500979" y="4842748"/>
                  </a:lnTo>
                  <a:lnTo>
                    <a:pt x="511600" y="4841990"/>
                  </a:lnTo>
                  <a:lnTo>
                    <a:pt x="521954" y="4839747"/>
                  </a:lnTo>
                  <a:lnTo>
                    <a:pt x="531888" y="4836063"/>
                  </a:lnTo>
                  <a:lnTo>
                    <a:pt x="541246" y="4830983"/>
                  </a:lnTo>
                  <a:lnTo>
                    <a:pt x="712500" y="4721571"/>
                  </a:lnTo>
                </a:path>
              </a:pathLst>
            </a:custGeom>
            <a:ln w="12465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23432" y="7283892"/>
              <a:ext cx="116635" cy="9766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831849" y="3249842"/>
              <a:ext cx="673735" cy="337185"/>
            </a:xfrm>
            <a:custGeom>
              <a:avLst/>
              <a:gdLst/>
              <a:ahLst/>
              <a:cxnLst/>
              <a:rect l="l" t="t" r="r" b="b"/>
              <a:pathLst>
                <a:path w="673734" h="337185">
                  <a:moveTo>
                    <a:pt x="560945" y="0"/>
                  </a:moveTo>
                  <a:lnTo>
                    <a:pt x="112189" y="0"/>
                  </a:lnTo>
                  <a:lnTo>
                    <a:pt x="68519" y="8816"/>
                  </a:lnTo>
                  <a:lnTo>
                    <a:pt x="32859" y="32859"/>
                  </a:lnTo>
                  <a:lnTo>
                    <a:pt x="8816" y="68519"/>
                  </a:lnTo>
                  <a:lnTo>
                    <a:pt x="0" y="112187"/>
                  </a:lnTo>
                  <a:lnTo>
                    <a:pt x="0" y="224377"/>
                  </a:lnTo>
                  <a:lnTo>
                    <a:pt x="8816" y="268046"/>
                  </a:lnTo>
                  <a:lnTo>
                    <a:pt x="32859" y="303707"/>
                  </a:lnTo>
                  <a:lnTo>
                    <a:pt x="68519" y="327750"/>
                  </a:lnTo>
                  <a:lnTo>
                    <a:pt x="112189" y="336566"/>
                  </a:lnTo>
                  <a:lnTo>
                    <a:pt x="560945" y="336566"/>
                  </a:lnTo>
                  <a:lnTo>
                    <a:pt x="604613" y="327750"/>
                  </a:lnTo>
                  <a:lnTo>
                    <a:pt x="640273" y="303707"/>
                  </a:lnTo>
                  <a:lnTo>
                    <a:pt x="664316" y="268046"/>
                  </a:lnTo>
                  <a:lnTo>
                    <a:pt x="673133" y="224377"/>
                  </a:lnTo>
                  <a:lnTo>
                    <a:pt x="673133" y="112187"/>
                  </a:lnTo>
                  <a:lnTo>
                    <a:pt x="664316" y="68519"/>
                  </a:lnTo>
                  <a:lnTo>
                    <a:pt x="640273" y="32859"/>
                  </a:lnTo>
                  <a:lnTo>
                    <a:pt x="604613" y="8816"/>
                  </a:lnTo>
                  <a:lnTo>
                    <a:pt x="560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831849" y="3249842"/>
              <a:ext cx="673735" cy="337185"/>
            </a:xfrm>
            <a:custGeom>
              <a:avLst/>
              <a:gdLst/>
              <a:ahLst/>
              <a:cxnLst/>
              <a:rect l="l" t="t" r="r" b="b"/>
              <a:pathLst>
                <a:path w="673734" h="337185">
                  <a:moveTo>
                    <a:pt x="112188" y="0"/>
                  </a:moveTo>
                  <a:lnTo>
                    <a:pt x="560944" y="0"/>
                  </a:lnTo>
                  <a:lnTo>
                    <a:pt x="604613" y="8816"/>
                  </a:lnTo>
                  <a:lnTo>
                    <a:pt x="640274" y="32859"/>
                  </a:lnTo>
                  <a:lnTo>
                    <a:pt x="664317" y="68519"/>
                  </a:lnTo>
                  <a:lnTo>
                    <a:pt x="673133" y="112188"/>
                  </a:lnTo>
                  <a:lnTo>
                    <a:pt x="673133" y="224377"/>
                  </a:lnTo>
                  <a:lnTo>
                    <a:pt x="664317" y="268046"/>
                  </a:lnTo>
                  <a:lnTo>
                    <a:pt x="640274" y="303707"/>
                  </a:lnTo>
                  <a:lnTo>
                    <a:pt x="604613" y="327750"/>
                  </a:lnTo>
                  <a:lnTo>
                    <a:pt x="560944" y="336566"/>
                  </a:lnTo>
                  <a:lnTo>
                    <a:pt x="112188" y="336566"/>
                  </a:lnTo>
                  <a:lnTo>
                    <a:pt x="68519" y="327750"/>
                  </a:lnTo>
                  <a:lnTo>
                    <a:pt x="32859" y="303707"/>
                  </a:lnTo>
                  <a:lnTo>
                    <a:pt x="8816" y="268046"/>
                  </a:lnTo>
                  <a:lnTo>
                    <a:pt x="0" y="224377"/>
                  </a:lnTo>
                  <a:lnTo>
                    <a:pt x="0" y="112188"/>
                  </a:lnTo>
                  <a:lnTo>
                    <a:pt x="8816" y="68519"/>
                  </a:lnTo>
                  <a:lnTo>
                    <a:pt x="32859" y="32859"/>
                  </a:lnTo>
                  <a:lnTo>
                    <a:pt x="68519" y="8816"/>
                  </a:lnTo>
                  <a:lnTo>
                    <a:pt x="11218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35105" y="3302820"/>
              <a:ext cx="304710" cy="2306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045800" y="6752120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w="0" h="251459">
                  <a:moveTo>
                    <a:pt x="0" y="251013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027102" y="6720956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5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027102" y="6720957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168416" y="6752120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w="0" h="251459">
                  <a:moveTo>
                    <a:pt x="0" y="251013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149718" y="6720956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5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149718" y="6720957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303497" y="6752120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w="0" h="251459">
                  <a:moveTo>
                    <a:pt x="0" y="251013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284799" y="6720956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5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284798" y="6720957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168416" y="2970017"/>
              <a:ext cx="0" cy="280035"/>
            </a:xfrm>
            <a:custGeom>
              <a:avLst/>
              <a:gdLst/>
              <a:ahLst/>
              <a:cxnLst/>
              <a:rect l="l" t="t" r="r" b="b"/>
              <a:pathLst>
                <a:path w="0" h="280035">
                  <a:moveTo>
                    <a:pt x="0" y="279824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149718" y="293885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4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149718" y="293885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168416" y="5119785"/>
              <a:ext cx="0" cy="143510"/>
            </a:xfrm>
            <a:custGeom>
              <a:avLst/>
              <a:gdLst/>
              <a:ahLst/>
              <a:cxnLst/>
              <a:rect l="l" t="t" r="r" b="b"/>
              <a:pathLst>
                <a:path w="0" h="143510">
                  <a:moveTo>
                    <a:pt x="0" y="143040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149718" y="5088621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4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149718" y="5088622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900434" y="6752120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w="0" h="251459">
                  <a:moveTo>
                    <a:pt x="0" y="251013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81735" y="6720956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5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881735" y="6720957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714764" y="6752120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w="0" h="251459">
                  <a:moveTo>
                    <a:pt x="0" y="251013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696066" y="6720956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5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696066" y="6720957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44467" y="6752120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79">
                  <a:moveTo>
                    <a:pt x="0" y="246227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525768" y="6720956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4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4" h="50165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525768" y="6720957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4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759872" y="7333543"/>
              <a:ext cx="2524125" cy="335280"/>
            </a:xfrm>
            <a:custGeom>
              <a:avLst/>
              <a:gdLst/>
              <a:ahLst/>
              <a:cxnLst/>
              <a:rect l="l" t="t" r="r" b="b"/>
              <a:pathLst>
                <a:path w="2524125" h="335279">
                  <a:moveTo>
                    <a:pt x="9694" y="296441"/>
                  </a:moveTo>
                  <a:lnTo>
                    <a:pt x="2413" y="306045"/>
                  </a:lnTo>
                  <a:lnTo>
                    <a:pt x="0" y="326990"/>
                  </a:lnTo>
                  <a:lnTo>
                    <a:pt x="2411" y="335111"/>
                  </a:lnTo>
                  <a:lnTo>
                    <a:pt x="1492" y="320650"/>
                  </a:lnTo>
                  <a:lnTo>
                    <a:pt x="9694" y="296441"/>
                  </a:lnTo>
                  <a:close/>
                </a:path>
                <a:path w="2524125" h="335279">
                  <a:moveTo>
                    <a:pt x="21982" y="280232"/>
                  </a:moveTo>
                  <a:lnTo>
                    <a:pt x="12630" y="287775"/>
                  </a:lnTo>
                  <a:lnTo>
                    <a:pt x="9694" y="296441"/>
                  </a:lnTo>
                  <a:lnTo>
                    <a:pt x="21982" y="280232"/>
                  </a:lnTo>
                  <a:close/>
                </a:path>
                <a:path w="2524125" h="335279">
                  <a:moveTo>
                    <a:pt x="28619" y="274879"/>
                  </a:moveTo>
                  <a:lnTo>
                    <a:pt x="24124" y="277407"/>
                  </a:lnTo>
                  <a:lnTo>
                    <a:pt x="21982" y="280232"/>
                  </a:lnTo>
                  <a:lnTo>
                    <a:pt x="28619" y="274879"/>
                  </a:lnTo>
                  <a:close/>
                </a:path>
                <a:path w="2524125" h="335279">
                  <a:moveTo>
                    <a:pt x="77232" y="247538"/>
                  </a:moveTo>
                  <a:lnTo>
                    <a:pt x="56673" y="252250"/>
                  </a:lnTo>
                  <a:lnTo>
                    <a:pt x="28619" y="274879"/>
                  </a:lnTo>
                  <a:lnTo>
                    <a:pt x="77232" y="247538"/>
                  </a:lnTo>
                  <a:close/>
                </a:path>
                <a:path w="2524125" h="335279">
                  <a:moveTo>
                    <a:pt x="116926" y="238441"/>
                  </a:moveTo>
                  <a:lnTo>
                    <a:pt x="105940" y="239917"/>
                  </a:lnTo>
                  <a:lnTo>
                    <a:pt x="90630" y="242876"/>
                  </a:lnTo>
                  <a:lnTo>
                    <a:pt x="79607" y="246203"/>
                  </a:lnTo>
                  <a:lnTo>
                    <a:pt x="77232" y="247538"/>
                  </a:lnTo>
                  <a:lnTo>
                    <a:pt x="116926" y="238441"/>
                  </a:lnTo>
                  <a:close/>
                </a:path>
                <a:path w="2524125" h="335279">
                  <a:moveTo>
                    <a:pt x="277434" y="228852"/>
                  </a:moveTo>
                  <a:lnTo>
                    <a:pt x="169477" y="228852"/>
                  </a:lnTo>
                  <a:lnTo>
                    <a:pt x="158256" y="229588"/>
                  </a:lnTo>
                  <a:lnTo>
                    <a:pt x="155553" y="229588"/>
                  </a:lnTo>
                  <a:lnTo>
                    <a:pt x="116926" y="238441"/>
                  </a:lnTo>
                  <a:lnTo>
                    <a:pt x="125361" y="237308"/>
                  </a:lnTo>
                  <a:lnTo>
                    <a:pt x="148719" y="235028"/>
                  </a:lnTo>
                  <a:lnTo>
                    <a:pt x="175840" y="233060"/>
                  </a:lnTo>
                  <a:lnTo>
                    <a:pt x="206548" y="231384"/>
                  </a:lnTo>
                  <a:lnTo>
                    <a:pt x="237917" y="230095"/>
                  </a:lnTo>
                  <a:lnTo>
                    <a:pt x="236987" y="230095"/>
                  </a:lnTo>
                  <a:lnTo>
                    <a:pt x="277434" y="228852"/>
                  </a:lnTo>
                  <a:close/>
                </a:path>
                <a:path w="2524125" h="335279">
                  <a:moveTo>
                    <a:pt x="1795493" y="226530"/>
                  </a:moveTo>
                  <a:lnTo>
                    <a:pt x="672543" y="226530"/>
                  </a:lnTo>
                  <a:lnTo>
                    <a:pt x="800386" y="227225"/>
                  </a:lnTo>
                  <a:lnTo>
                    <a:pt x="1294398" y="230095"/>
                  </a:lnTo>
                  <a:lnTo>
                    <a:pt x="1467117" y="230095"/>
                  </a:lnTo>
                  <a:lnTo>
                    <a:pt x="1562681" y="229588"/>
                  </a:lnTo>
                  <a:lnTo>
                    <a:pt x="1795493" y="226530"/>
                  </a:lnTo>
                  <a:close/>
                </a:path>
                <a:path w="2524125" h="335279">
                  <a:moveTo>
                    <a:pt x="437399" y="226530"/>
                  </a:moveTo>
                  <a:lnTo>
                    <a:pt x="234091" y="226530"/>
                  </a:lnTo>
                  <a:lnTo>
                    <a:pt x="188254" y="227921"/>
                  </a:lnTo>
                  <a:lnTo>
                    <a:pt x="189163" y="227921"/>
                  </a:lnTo>
                  <a:lnTo>
                    <a:pt x="168859" y="228852"/>
                  </a:lnTo>
                  <a:lnTo>
                    <a:pt x="277218" y="228852"/>
                  </a:lnTo>
                  <a:lnTo>
                    <a:pt x="399230" y="226819"/>
                  </a:lnTo>
                  <a:lnTo>
                    <a:pt x="393719" y="226819"/>
                  </a:lnTo>
                  <a:lnTo>
                    <a:pt x="437399" y="226530"/>
                  </a:lnTo>
                  <a:close/>
                </a:path>
                <a:path w="2524125" h="335279">
                  <a:moveTo>
                    <a:pt x="2524003" y="0"/>
                  </a:moveTo>
                  <a:lnTo>
                    <a:pt x="2506172" y="35155"/>
                  </a:lnTo>
                  <a:lnTo>
                    <a:pt x="2468905" y="73488"/>
                  </a:lnTo>
                  <a:lnTo>
                    <a:pt x="2399420" y="116459"/>
                  </a:lnTo>
                  <a:lnTo>
                    <a:pt x="2349475" y="137528"/>
                  </a:lnTo>
                  <a:lnTo>
                    <a:pt x="2287731" y="157170"/>
                  </a:lnTo>
                  <a:lnTo>
                    <a:pt x="2212940" y="174522"/>
                  </a:lnTo>
                  <a:lnTo>
                    <a:pt x="2123852" y="188723"/>
                  </a:lnTo>
                  <a:lnTo>
                    <a:pt x="2019221" y="198909"/>
                  </a:lnTo>
                  <a:lnTo>
                    <a:pt x="1933981" y="204015"/>
                  </a:lnTo>
                  <a:lnTo>
                    <a:pt x="1786333" y="210150"/>
                  </a:lnTo>
                  <a:lnTo>
                    <a:pt x="1501195" y="216968"/>
                  </a:lnTo>
                  <a:lnTo>
                    <a:pt x="343222" y="224720"/>
                  </a:lnTo>
                  <a:lnTo>
                    <a:pt x="345172" y="224720"/>
                  </a:lnTo>
                  <a:lnTo>
                    <a:pt x="230710" y="226530"/>
                  </a:lnTo>
                  <a:lnTo>
                    <a:pt x="1799164" y="226530"/>
                  </a:lnTo>
                  <a:lnTo>
                    <a:pt x="1872799" y="224720"/>
                  </a:lnTo>
                  <a:lnTo>
                    <a:pt x="1985054" y="219664"/>
                  </a:lnTo>
                  <a:lnTo>
                    <a:pt x="2083625" y="211306"/>
                  </a:lnTo>
                  <a:lnTo>
                    <a:pt x="2169400" y="200102"/>
                  </a:lnTo>
                  <a:lnTo>
                    <a:pt x="2243266" y="186510"/>
                  </a:lnTo>
                  <a:lnTo>
                    <a:pt x="2306112" y="170984"/>
                  </a:lnTo>
                  <a:lnTo>
                    <a:pt x="2358826" y="153982"/>
                  </a:lnTo>
                  <a:lnTo>
                    <a:pt x="2402296" y="135959"/>
                  </a:lnTo>
                  <a:lnTo>
                    <a:pt x="2437411" y="117373"/>
                  </a:lnTo>
                  <a:lnTo>
                    <a:pt x="2486128" y="80333"/>
                  </a:lnTo>
                  <a:lnTo>
                    <a:pt x="2512080" y="46512"/>
                  </a:lnTo>
                  <a:lnTo>
                    <a:pt x="2523872" y="9802"/>
                  </a:lnTo>
                  <a:lnTo>
                    <a:pt x="2523925" y="8360"/>
                  </a:lnTo>
                  <a:lnTo>
                    <a:pt x="2524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759871" y="7333545"/>
              <a:ext cx="2524125" cy="335280"/>
            </a:xfrm>
            <a:custGeom>
              <a:avLst/>
              <a:gdLst/>
              <a:ahLst/>
              <a:cxnLst/>
              <a:rect l="l" t="t" r="r" b="b"/>
              <a:pathLst>
                <a:path w="2524125" h="335279">
                  <a:moveTo>
                    <a:pt x="2524003" y="0"/>
                  </a:moveTo>
                  <a:lnTo>
                    <a:pt x="2512080" y="46512"/>
                  </a:lnTo>
                  <a:lnTo>
                    <a:pt x="2486128" y="80332"/>
                  </a:lnTo>
                  <a:lnTo>
                    <a:pt x="2437411" y="117372"/>
                  </a:lnTo>
                  <a:lnTo>
                    <a:pt x="2402296" y="135959"/>
                  </a:lnTo>
                  <a:lnTo>
                    <a:pt x="2358826" y="153981"/>
                  </a:lnTo>
                  <a:lnTo>
                    <a:pt x="2306112" y="170983"/>
                  </a:lnTo>
                  <a:lnTo>
                    <a:pt x="2243266" y="186509"/>
                  </a:lnTo>
                  <a:lnTo>
                    <a:pt x="2169400" y="200101"/>
                  </a:lnTo>
                  <a:lnTo>
                    <a:pt x="2083625" y="211305"/>
                  </a:lnTo>
                  <a:lnTo>
                    <a:pt x="1985054" y="219663"/>
                  </a:lnTo>
                  <a:lnTo>
                    <a:pt x="1872799" y="224719"/>
                  </a:lnTo>
                  <a:lnTo>
                    <a:pt x="1814011" y="226164"/>
                  </a:lnTo>
                  <a:lnTo>
                    <a:pt x="1753747" y="227352"/>
                  </a:lnTo>
                  <a:lnTo>
                    <a:pt x="1692180" y="228302"/>
                  </a:lnTo>
                  <a:lnTo>
                    <a:pt x="1629486" y="229032"/>
                  </a:lnTo>
                  <a:lnTo>
                    <a:pt x="1565840" y="229561"/>
                  </a:lnTo>
                  <a:lnTo>
                    <a:pt x="1501415" y="229909"/>
                  </a:lnTo>
                  <a:lnTo>
                    <a:pt x="1436387" y="230094"/>
                  </a:lnTo>
                  <a:lnTo>
                    <a:pt x="1370930" y="230136"/>
                  </a:lnTo>
                  <a:lnTo>
                    <a:pt x="1305219" y="230052"/>
                  </a:lnTo>
                  <a:lnTo>
                    <a:pt x="1239428" y="229863"/>
                  </a:lnTo>
                  <a:lnTo>
                    <a:pt x="1173732" y="229587"/>
                  </a:lnTo>
                  <a:lnTo>
                    <a:pt x="1108306" y="229244"/>
                  </a:lnTo>
                  <a:lnTo>
                    <a:pt x="1043324" y="228851"/>
                  </a:lnTo>
                  <a:lnTo>
                    <a:pt x="978961" y="228429"/>
                  </a:lnTo>
                  <a:lnTo>
                    <a:pt x="915392" y="227995"/>
                  </a:lnTo>
                  <a:lnTo>
                    <a:pt x="852791" y="227569"/>
                  </a:lnTo>
                  <a:lnTo>
                    <a:pt x="791333" y="227171"/>
                  </a:lnTo>
                  <a:lnTo>
                    <a:pt x="731192" y="226818"/>
                  </a:lnTo>
                  <a:lnTo>
                    <a:pt x="672544" y="226530"/>
                  </a:lnTo>
                  <a:lnTo>
                    <a:pt x="615562" y="226325"/>
                  </a:lnTo>
                  <a:lnTo>
                    <a:pt x="560422" y="226224"/>
                  </a:lnTo>
                  <a:lnTo>
                    <a:pt x="507298" y="226244"/>
                  </a:lnTo>
                  <a:lnTo>
                    <a:pt x="456364" y="226405"/>
                  </a:lnTo>
                  <a:lnTo>
                    <a:pt x="407796" y="226725"/>
                  </a:lnTo>
                  <a:lnTo>
                    <a:pt x="361768" y="227224"/>
                  </a:lnTo>
                  <a:lnTo>
                    <a:pt x="318455" y="227920"/>
                  </a:lnTo>
                  <a:lnTo>
                    <a:pt x="278031" y="228833"/>
                  </a:lnTo>
                  <a:lnTo>
                    <a:pt x="206549" y="231384"/>
                  </a:lnTo>
                  <a:lnTo>
                    <a:pt x="148719" y="235028"/>
                  </a:lnTo>
                  <a:lnTo>
                    <a:pt x="105940" y="239916"/>
                  </a:lnTo>
                  <a:lnTo>
                    <a:pt x="24124" y="277406"/>
                  </a:lnTo>
                  <a:lnTo>
                    <a:pt x="0" y="326989"/>
                  </a:lnTo>
                  <a:lnTo>
                    <a:pt x="2411" y="335110"/>
                  </a:lnTo>
                  <a:lnTo>
                    <a:pt x="1492" y="320649"/>
                  </a:lnTo>
                  <a:lnTo>
                    <a:pt x="12630" y="287775"/>
                  </a:lnTo>
                  <a:lnTo>
                    <a:pt x="56673" y="252250"/>
                  </a:lnTo>
                  <a:lnTo>
                    <a:pt x="154469" y="229836"/>
                  </a:lnTo>
                  <a:lnTo>
                    <a:pt x="216442" y="226975"/>
                  </a:lnTo>
                  <a:lnTo>
                    <a:pt x="277474" y="225627"/>
                  </a:lnTo>
                  <a:lnTo>
                    <a:pt x="352361" y="224635"/>
                  </a:lnTo>
                  <a:lnTo>
                    <a:pt x="394485" y="224249"/>
                  </a:lnTo>
                  <a:lnTo>
                    <a:pt x="439456" y="223921"/>
                  </a:lnTo>
                  <a:lnTo>
                    <a:pt x="487068" y="223643"/>
                  </a:lnTo>
                  <a:lnTo>
                    <a:pt x="537115" y="223405"/>
                  </a:lnTo>
                  <a:lnTo>
                    <a:pt x="589391" y="223197"/>
                  </a:lnTo>
                  <a:lnTo>
                    <a:pt x="643691" y="223009"/>
                  </a:lnTo>
                  <a:lnTo>
                    <a:pt x="699808" y="222831"/>
                  </a:lnTo>
                  <a:lnTo>
                    <a:pt x="757539" y="222653"/>
                  </a:lnTo>
                  <a:lnTo>
                    <a:pt x="816675" y="222466"/>
                  </a:lnTo>
                  <a:lnTo>
                    <a:pt x="877013" y="222260"/>
                  </a:lnTo>
                  <a:lnTo>
                    <a:pt x="938346" y="222025"/>
                  </a:lnTo>
                  <a:lnTo>
                    <a:pt x="1000469" y="221750"/>
                  </a:lnTo>
                  <a:lnTo>
                    <a:pt x="1063176" y="221427"/>
                  </a:lnTo>
                  <a:lnTo>
                    <a:pt x="1126261" y="221044"/>
                  </a:lnTo>
                  <a:lnTo>
                    <a:pt x="1189518" y="220594"/>
                  </a:lnTo>
                  <a:lnTo>
                    <a:pt x="1252742" y="220065"/>
                  </a:lnTo>
                  <a:lnTo>
                    <a:pt x="1315728" y="219447"/>
                  </a:lnTo>
                  <a:lnTo>
                    <a:pt x="1378269" y="218732"/>
                  </a:lnTo>
                  <a:lnTo>
                    <a:pt x="1440160" y="217908"/>
                  </a:lnTo>
                  <a:lnTo>
                    <a:pt x="1501195" y="216967"/>
                  </a:lnTo>
                  <a:lnTo>
                    <a:pt x="1561168" y="215898"/>
                  </a:lnTo>
                  <a:lnTo>
                    <a:pt x="1619874" y="214692"/>
                  </a:lnTo>
                  <a:lnTo>
                    <a:pt x="1677108" y="213338"/>
                  </a:lnTo>
                  <a:lnTo>
                    <a:pt x="1732662" y="211827"/>
                  </a:lnTo>
                  <a:lnTo>
                    <a:pt x="1786333" y="210149"/>
                  </a:lnTo>
                  <a:lnTo>
                    <a:pt x="1837913" y="208294"/>
                  </a:lnTo>
                  <a:lnTo>
                    <a:pt x="1887198" y="206252"/>
                  </a:lnTo>
                  <a:lnTo>
                    <a:pt x="1933981" y="204014"/>
                  </a:lnTo>
                  <a:lnTo>
                    <a:pt x="1978058" y="201569"/>
                  </a:lnTo>
                  <a:lnTo>
                    <a:pt x="2019221" y="198908"/>
                  </a:lnTo>
                  <a:lnTo>
                    <a:pt x="2123853" y="188722"/>
                  </a:lnTo>
                  <a:lnTo>
                    <a:pt x="2212940" y="174522"/>
                  </a:lnTo>
                  <a:lnTo>
                    <a:pt x="2287731" y="157169"/>
                  </a:lnTo>
                  <a:lnTo>
                    <a:pt x="2349475" y="137528"/>
                  </a:lnTo>
                  <a:lnTo>
                    <a:pt x="2399420" y="116458"/>
                  </a:lnTo>
                  <a:lnTo>
                    <a:pt x="2438813" y="94824"/>
                  </a:lnTo>
                  <a:lnTo>
                    <a:pt x="2490941" y="53310"/>
                  </a:lnTo>
                  <a:lnTo>
                    <a:pt x="2515846" y="19884"/>
                  </a:lnTo>
                  <a:lnTo>
                    <a:pt x="2523513" y="1444"/>
                  </a:lnTo>
                  <a:lnTo>
                    <a:pt x="2524003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234877" y="7333543"/>
              <a:ext cx="2524125" cy="335280"/>
            </a:xfrm>
            <a:custGeom>
              <a:avLst/>
              <a:gdLst/>
              <a:ahLst/>
              <a:cxnLst/>
              <a:rect l="l" t="t" r="r" b="b"/>
              <a:pathLst>
                <a:path w="2524125" h="335279">
                  <a:moveTo>
                    <a:pt x="2514425" y="296442"/>
                  </a:moveTo>
                  <a:lnTo>
                    <a:pt x="2522627" y="320650"/>
                  </a:lnTo>
                  <a:lnTo>
                    <a:pt x="2521707" y="335111"/>
                  </a:lnTo>
                  <a:lnTo>
                    <a:pt x="2524119" y="326990"/>
                  </a:lnTo>
                  <a:lnTo>
                    <a:pt x="2521706" y="306045"/>
                  </a:lnTo>
                  <a:lnTo>
                    <a:pt x="2514425" y="296442"/>
                  </a:lnTo>
                  <a:close/>
                </a:path>
                <a:path w="2524125" h="335279">
                  <a:moveTo>
                    <a:pt x="2502135" y="280231"/>
                  </a:moveTo>
                  <a:lnTo>
                    <a:pt x="2514425" y="296442"/>
                  </a:lnTo>
                  <a:lnTo>
                    <a:pt x="2511488" y="287775"/>
                  </a:lnTo>
                  <a:lnTo>
                    <a:pt x="2502135" y="280231"/>
                  </a:lnTo>
                  <a:close/>
                </a:path>
                <a:path w="2524125" h="335279">
                  <a:moveTo>
                    <a:pt x="2495501" y="274880"/>
                  </a:moveTo>
                  <a:lnTo>
                    <a:pt x="2502135" y="280231"/>
                  </a:lnTo>
                  <a:lnTo>
                    <a:pt x="2499994" y="277407"/>
                  </a:lnTo>
                  <a:lnTo>
                    <a:pt x="2495501" y="274880"/>
                  </a:lnTo>
                  <a:close/>
                </a:path>
                <a:path w="2524125" h="335279">
                  <a:moveTo>
                    <a:pt x="2446885" y="247538"/>
                  </a:moveTo>
                  <a:lnTo>
                    <a:pt x="2495501" y="274880"/>
                  </a:lnTo>
                  <a:lnTo>
                    <a:pt x="2467445" y="252250"/>
                  </a:lnTo>
                  <a:lnTo>
                    <a:pt x="2446885" y="247538"/>
                  </a:lnTo>
                  <a:close/>
                </a:path>
                <a:path w="2524125" h="335279">
                  <a:moveTo>
                    <a:pt x="2407194" y="238441"/>
                  </a:moveTo>
                  <a:lnTo>
                    <a:pt x="2446885" y="247538"/>
                  </a:lnTo>
                  <a:lnTo>
                    <a:pt x="2444510" y="246203"/>
                  </a:lnTo>
                  <a:lnTo>
                    <a:pt x="2433487" y="242876"/>
                  </a:lnTo>
                  <a:lnTo>
                    <a:pt x="2418178" y="239917"/>
                  </a:lnTo>
                  <a:lnTo>
                    <a:pt x="2407194" y="238441"/>
                  </a:lnTo>
                  <a:close/>
                </a:path>
                <a:path w="2524125" h="335279">
                  <a:moveTo>
                    <a:pt x="2354642" y="228852"/>
                  </a:moveTo>
                  <a:lnTo>
                    <a:pt x="2246684" y="228852"/>
                  </a:lnTo>
                  <a:lnTo>
                    <a:pt x="2287130" y="230095"/>
                  </a:lnTo>
                  <a:lnTo>
                    <a:pt x="2286201" y="230095"/>
                  </a:lnTo>
                  <a:lnTo>
                    <a:pt x="2348278" y="233060"/>
                  </a:lnTo>
                  <a:lnTo>
                    <a:pt x="2398757" y="237308"/>
                  </a:lnTo>
                  <a:lnTo>
                    <a:pt x="2407194" y="238441"/>
                  </a:lnTo>
                  <a:lnTo>
                    <a:pt x="2368566" y="229588"/>
                  </a:lnTo>
                  <a:lnTo>
                    <a:pt x="2365863" y="229588"/>
                  </a:lnTo>
                  <a:lnTo>
                    <a:pt x="2354642" y="228852"/>
                  </a:lnTo>
                  <a:close/>
                </a:path>
                <a:path w="2524125" h="335279">
                  <a:moveTo>
                    <a:pt x="1851574" y="226530"/>
                  </a:moveTo>
                  <a:lnTo>
                    <a:pt x="728626" y="226530"/>
                  </a:lnTo>
                  <a:lnTo>
                    <a:pt x="961437" y="229588"/>
                  </a:lnTo>
                  <a:lnTo>
                    <a:pt x="1057001" y="230095"/>
                  </a:lnTo>
                  <a:lnTo>
                    <a:pt x="1229720" y="230095"/>
                  </a:lnTo>
                  <a:lnTo>
                    <a:pt x="1723732" y="227225"/>
                  </a:lnTo>
                  <a:lnTo>
                    <a:pt x="1851574" y="226530"/>
                  </a:lnTo>
                  <a:close/>
                </a:path>
                <a:path w="2524125" h="335279">
                  <a:moveTo>
                    <a:pt x="2290027" y="226530"/>
                  </a:moveTo>
                  <a:lnTo>
                    <a:pt x="2086718" y="226530"/>
                  </a:lnTo>
                  <a:lnTo>
                    <a:pt x="2130399" y="226819"/>
                  </a:lnTo>
                  <a:lnTo>
                    <a:pt x="2124888" y="226819"/>
                  </a:lnTo>
                  <a:lnTo>
                    <a:pt x="2246899" y="228852"/>
                  </a:lnTo>
                  <a:lnTo>
                    <a:pt x="2355260" y="228852"/>
                  </a:lnTo>
                  <a:lnTo>
                    <a:pt x="2334956" y="227921"/>
                  </a:lnTo>
                  <a:lnTo>
                    <a:pt x="2335865" y="227921"/>
                  </a:lnTo>
                  <a:lnTo>
                    <a:pt x="2290027" y="226530"/>
                  </a:lnTo>
                  <a:close/>
                </a:path>
                <a:path w="2524125" h="335279">
                  <a:moveTo>
                    <a:pt x="115" y="0"/>
                  </a:moveTo>
                  <a:lnTo>
                    <a:pt x="0" y="3130"/>
                  </a:lnTo>
                  <a:lnTo>
                    <a:pt x="193" y="8360"/>
                  </a:lnTo>
                  <a:lnTo>
                    <a:pt x="246" y="9802"/>
                  </a:lnTo>
                  <a:lnTo>
                    <a:pt x="12037" y="46512"/>
                  </a:lnTo>
                  <a:lnTo>
                    <a:pt x="37990" y="80333"/>
                  </a:lnTo>
                  <a:lnTo>
                    <a:pt x="86706" y="117373"/>
                  </a:lnTo>
                  <a:lnTo>
                    <a:pt x="121821" y="135959"/>
                  </a:lnTo>
                  <a:lnTo>
                    <a:pt x="165292" y="153982"/>
                  </a:lnTo>
                  <a:lnTo>
                    <a:pt x="218006" y="170984"/>
                  </a:lnTo>
                  <a:lnTo>
                    <a:pt x="280852" y="186510"/>
                  </a:lnTo>
                  <a:lnTo>
                    <a:pt x="354719" y="200102"/>
                  </a:lnTo>
                  <a:lnTo>
                    <a:pt x="440493" y="211306"/>
                  </a:lnTo>
                  <a:lnTo>
                    <a:pt x="539064" y="219664"/>
                  </a:lnTo>
                  <a:lnTo>
                    <a:pt x="651320" y="224720"/>
                  </a:lnTo>
                  <a:lnTo>
                    <a:pt x="724955" y="226530"/>
                  </a:lnTo>
                  <a:lnTo>
                    <a:pt x="2293409" y="226530"/>
                  </a:lnTo>
                  <a:lnTo>
                    <a:pt x="2178947" y="224720"/>
                  </a:lnTo>
                  <a:lnTo>
                    <a:pt x="2180897" y="224720"/>
                  </a:lnTo>
                  <a:lnTo>
                    <a:pt x="1022924" y="216968"/>
                  </a:lnTo>
                  <a:lnTo>
                    <a:pt x="737785" y="210150"/>
                  </a:lnTo>
                  <a:lnTo>
                    <a:pt x="590137" y="204015"/>
                  </a:lnTo>
                  <a:lnTo>
                    <a:pt x="504897" y="198909"/>
                  </a:lnTo>
                  <a:lnTo>
                    <a:pt x="400265" y="188723"/>
                  </a:lnTo>
                  <a:lnTo>
                    <a:pt x="311178" y="174522"/>
                  </a:lnTo>
                  <a:lnTo>
                    <a:pt x="236387" y="157170"/>
                  </a:lnTo>
                  <a:lnTo>
                    <a:pt x="174643" y="137528"/>
                  </a:lnTo>
                  <a:lnTo>
                    <a:pt x="124698" y="116459"/>
                  </a:lnTo>
                  <a:lnTo>
                    <a:pt x="85305" y="94825"/>
                  </a:lnTo>
                  <a:lnTo>
                    <a:pt x="33176" y="53311"/>
                  </a:lnTo>
                  <a:lnTo>
                    <a:pt x="8272" y="19884"/>
                  </a:lnTo>
                  <a:lnTo>
                    <a:pt x="2908" y="836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234878" y="7333545"/>
              <a:ext cx="2524125" cy="335280"/>
            </a:xfrm>
            <a:custGeom>
              <a:avLst/>
              <a:gdLst/>
              <a:ahLst/>
              <a:cxnLst/>
              <a:rect l="l" t="t" r="r" b="b"/>
              <a:pathLst>
                <a:path w="2524125" h="335279">
                  <a:moveTo>
                    <a:pt x="115" y="0"/>
                  </a:moveTo>
                  <a:lnTo>
                    <a:pt x="12037" y="46512"/>
                  </a:lnTo>
                  <a:lnTo>
                    <a:pt x="37990" y="80332"/>
                  </a:lnTo>
                  <a:lnTo>
                    <a:pt x="86706" y="117372"/>
                  </a:lnTo>
                  <a:lnTo>
                    <a:pt x="121821" y="135959"/>
                  </a:lnTo>
                  <a:lnTo>
                    <a:pt x="165292" y="153981"/>
                  </a:lnTo>
                  <a:lnTo>
                    <a:pt x="218006" y="170983"/>
                  </a:lnTo>
                  <a:lnTo>
                    <a:pt x="280852" y="186509"/>
                  </a:lnTo>
                  <a:lnTo>
                    <a:pt x="354718" y="200101"/>
                  </a:lnTo>
                  <a:lnTo>
                    <a:pt x="440492" y="211305"/>
                  </a:lnTo>
                  <a:lnTo>
                    <a:pt x="539063" y="219663"/>
                  </a:lnTo>
                  <a:lnTo>
                    <a:pt x="651319" y="224719"/>
                  </a:lnTo>
                  <a:lnTo>
                    <a:pt x="710107" y="226164"/>
                  </a:lnTo>
                  <a:lnTo>
                    <a:pt x="770371" y="227352"/>
                  </a:lnTo>
                  <a:lnTo>
                    <a:pt x="831937" y="228302"/>
                  </a:lnTo>
                  <a:lnTo>
                    <a:pt x="894631" y="229032"/>
                  </a:lnTo>
                  <a:lnTo>
                    <a:pt x="958278" y="229561"/>
                  </a:lnTo>
                  <a:lnTo>
                    <a:pt x="1022702" y="229909"/>
                  </a:lnTo>
                  <a:lnTo>
                    <a:pt x="1087731" y="230094"/>
                  </a:lnTo>
                  <a:lnTo>
                    <a:pt x="1153188" y="230136"/>
                  </a:lnTo>
                  <a:lnTo>
                    <a:pt x="1218899" y="230052"/>
                  </a:lnTo>
                  <a:lnTo>
                    <a:pt x="1284690" y="229863"/>
                  </a:lnTo>
                  <a:lnTo>
                    <a:pt x="1350386" y="229587"/>
                  </a:lnTo>
                  <a:lnTo>
                    <a:pt x="1415812" y="229244"/>
                  </a:lnTo>
                  <a:lnTo>
                    <a:pt x="1480794" y="228851"/>
                  </a:lnTo>
                  <a:lnTo>
                    <a:pt x="1545156" y="228429"/>
                  </a:lnTo>
                  <a:lnTo>
                    <a:pt x="1608726" y="227995"/>
                  </a:lnTo>
                  <a:lnTo>
                    <a:pt x="1671327" y="227569"/>
                  </a:lnTo>
                  <a:lnTo>
                    <a:pt x="1732785" y="227171"/>
                  </a:lnTo>
                  <a:lnTo>
                    <a:pt x="1792925" y="226818"/>
                  </a:lnTo>
                  <a:lnTo>
                    <a:pt x="1851574" y="226530"/>
                  </a:lnTo>
                  <a:lnTo>
                    <a:pt x="1908555" y="226325"/>
                  </a:lnTo>
                  <a:lnTo>
                    <a:pt x="1963696" y="226224"/>
                  </a:lnTo>
                  <a:lnTo>
                    <a:pt x="2016820" y="226244"/>
                  </a:lnTo>
                  <a:lnTo>
                    <a:pt x="2067753" y="226405"/>
                  </a:lnTo>
                  <a:lnTo>
                    <a:pt x="2116321" y="226725"/>
                  </a:lnTo>
                  <a:lnTo>
                    <a:pt x="2162349" y="227224"/>
                  </a:lnTo>
                  <a:lnTo>
                    <a:pt x="2205663" y="227920"/>
                  </a:lnTo>
                  <a:lnTo>
                    <a:pt x="2246087" y="228833"/>
                  </a:lnTo>
                  <a:lnTo>
                    <a:pt x="2317569" y="231384"/>
                  </a:lnTo>
                  <a:lnTo>
                    <a:pt x="2375398" y="235028"/>
                  </a:lnTo>
                  <a:lnTo>
                    <a:pt x="2418178" y="239916"/>
                  </a:lnTo>
                  <a:lnTo>
                    <a:pt x="2499993" y="277406"/>
                  </a:lnTo>
                  <a:lnTo>
                    <a:pt x="2524118" y="326989"/>
                  </a:lnTo>
                  <a:lnTo>
                    <a:pt x="2521706" y="335110"/>
                  </a:lnTo>
                  <a:lnTo>
                    <a:pt x="2522626" y="320649"/>
                  </a:lnTo>
                  <a:lnTo>
                    <a:pt x="2511488" y="287775"/>
                  </a:lnTo>
                  <a:lnTo>
                    <a:pt x="2467444" y="252250"/>
                  </a:lnTo>
                  <a:lnTo>
                    <a:pt x="2369649" y="229836"/>
                  </a:lnTo>
                  <a:lnTo>
                    <a:pt x="2307676" y="226975"/>
                  </a:lnTo>
                  <a:lnTo>
                    <a:pt x="2246643" y="225627"/>
                  </a:lnTo>
                  <a:lnTo>
                    <a:pt x="2171756" y="224635"/>
                  </a:lnTo>
                  <a:lnTo>
                    <a:pt x="2129632" y="224249"/>
                  </a:lnTo>
                  <a:lnTo>
                    <a:pt x="2084661" y="223921"/>
                  </a:lnTo>
                  <a:lnTo>
                    <a:pt x="2037050" y="223643"/>
                  </a:lnTo>
                  <a:lnTo>
                    <a:pt x="1987003" y="223405"/>
                  </a:lnTo>
                  <a:lnTo>
                    <a:pt x="1934727" y="223197"/>
                  </a:lnTo>
                  <a:lnTo>
                    <a:pt x="1880427" y="223009"/>
                  </a:lnTo>
                  <a:lnTo>
                    <a:pt x="1824309" y="222831"/>
                  </a:lnTo>
                  <a:lnTo>
                    <a:pt x="1766579" y="222653"/>
                  </a:lnTo>
                  <a:lnTo>
                    <a:pt x="1707442" y="222466"/>
                  </a:lnTo>
                  <a:lnTo>
                    <a:pt x="1647104" y="222260"/>
                  </a:lnTo>
                  <a:lnTo>
                    <a:pt x="1585771" y="222025"/>
                  </a:lnTo>
                  <a:lnTo>
                    <a:pt x="1523648" y="221750"/>
                  </a:lnTo>
                  <a:lnTo>
                    <a:pt x="1460942" y="221427"/>
                  </a:lnTo>
                  <a:lnTo>
                    <a:pt x="1397857" y="221044"/>
                  </a:lnTo>
                  <a:lnTo>
                    <a:pt x="1334599" y="220594"/>
                  </a:lnTo>
                  <a:lnTo>
                    <a:pt x="1271375" y="220065"/>
                  </a:lnTo>
                  <a:lnTo>
                    <a:pt x="1208390" y="219447"/>
                  </a:lnTo>
                  <a:lnTo>
                    <a:pt x="1145849" y="218732"/>
                  </a:lnTo>
                  <a:lnTo>
                    <a:pt x="1083958" y="217908"/>
                  </a:lnTo>
                  <a:lnTo>
                    <a:pt x="1022923" y="216967"/>
                  </a:lnTo>
                  <a:lnTo>
                    <a:pt x="962949" y="215898"/>
                  </a:lnTo>
                  <a:lnTo>
                    <a:pt x="904243" y="214692"/>
                  </a:lnTo>
                  <a:lnTo>
                    <a:pt x="847010" y="213338"/>
                  </a:lnTo>
                  <a:lnTo>
                    <a:pt x="791455" y="211827"/>
                  </a:lnTo>
                  <a:lnTo>
                    <a:pt x="737785" y="210149"/>
                  </a:lnTo>
                  <a:lnTo>
                    <a:pt x="686204" y="208294"/>
                  </a:lnTo>
                  <a:lnTo>
                    <a:pt x="636920" y="206252"/>
                  </a:lnTo>
                  <a:lnTo>
                    <a:pt x="590136" y="204014"/>
                  </a:lnTo>
                  <a:lnTo>
                    <a:pt x="546060" y="201569"/>
                  </a:lnTo>
                  <a:lnTo>
                    <a:pt x="504896" y="198908"/>
                  </a:lnTo>
                  <a:lnTo>
                    <a:pt x="400265" y="188722"/>
                  </a:lnTo>
                  <a:lnTo>
                    <a:pt x="311178" y="174522"/>
                  </a:lnTo>
                  <a:lnTo>
                    <a:pt x="236386" y="157169"/>
                  </a:lnTo>
                  <a:lnTo>
                    <a:pt x="174643" y="137528"/>
                  </a:lnTo>
                  <a:lnTo>
                    <a:pt x="124698" y="116458"/>
                  </a:lnTo>
                  <a:lnTo>
                    <a:pt x="85304" y="94824"/>
                  </a:lnTo>
                  <a:lnTo>
                    <a:pt x="33176" y="53310"/>
                  </a:lnTo>
                  <a:lnTo>
                    <a:pt x="8272" y="19884"/>
                  </a:lnTo>
                  <a:lnTo>
                    <a:pt x="605" y="1444"/>
                  </a:lnTo>
                  <a:lnTo>
                    <a:pt x="115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709960" y="3249842"/>
              <a:ext cx="673735" cy="337185"/>
            </a:xfrm>
            <a:custGeom>
              <a:avLst/>
              <a:gdLst/>
              <a:ahLst/>
              <a:cxnLst/>
              <a:rect l="l" t="t" r="r" b="b"/>
              <a:pathLst>
                <a:path w="673734" h="337185">
                  <a:moveTo>
                    <a:pt x="560943" y="0"/>
                  </a:moveTo>
                  <a:lnTo>
                    <a:pt x="112187" y="0"/>
                  </a:lnTo>
                  <a:lnTo>
                    <a:pt x="68519" y="8816"/>
                  </a:lnTo>
                  <a:lnTo>
                    <a:pt x="32859" y="32859"/>
                  </a:lnTo>
                  <a:lnTo>
                    <a:pt x="8816" y="68519"/>
                  </a:lnTo>
                  <a:lnTo>
                    <a:pt x="0" y="112187"/>
                  </a:lnTo>
                  <a:lnTo>
                    <a:pt x="0" y="224377"/>
                  </a:lnTo>
                  <a:lnTo>
                    <a:pt x="8816" y="268046"/>
                  </a:lnTo>
                  <a:lnTo>
                    <a:pt x="32859" y="303707"/>
                  </a:lnTo>
                  <a:lnTo>
                    <a:pt x="68519" y="327750"/>
                  </a:lnTo>
                  <a:lnTo>
                    <a:pt x="112187" y="336566"/>
                  </a:lnTo>
                  <a:lnTo>
                    <a:pt x="560943" y="336566"/>
                  </a:lnTo>
                  <a:lnTo>
                    <a:pt x="604613" y="327750"/>
                  </a:lnTo>
                  <a:lnTo>
                    <a:pt x="640273" y="303707"/>
                  </a:lnTo>
                  <a:lnTo>
                    <a:pt x="664316" y="268046"/>
                  </a:lnTo>
                  <a:lnTo>
                    <a:pt x="673133" y="224377"/>
                  </a:lnTo>
                  <a:lnTo>
                    <a:pt x="673133" y="112187"/>
                  </a:lnTo>
                  <a:lnTo>
                    <a:pt x="664316" y="68519"/>
                  </a:lnTo>
                  <a:lnTo>
                    <a:pt x="640273" y="32859"/>
                  </a:lnTo>
                  <a:lnTo>
                    <a:pt x="604613" y="8816"/>
                  </a:lnTo>
                  <a:lnTo>
                    <a:pt x="5609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709960" y="3249842"/>
              <a:ext cx="673735" cy="337185"/>
            </a:xfrm>
            <a:custGeom>
              <a:avLst/>
              <a:gdLst/>
              <a:ahLst/>
              <a:cxnLst/>
              <a:rect l="l" t="t" r="r" b="b"/>
              <a:pathLst>
                <a:path w="673734" h="337185">
                  <a:moveTo>
                    <a:pt x="112188" y="0"/>
                  </a:moveTo>
                  <a:lnTo>
                    <a:pt x="560944" y="0"/>
                  </a:lnTo>
                  <a:lnTo>
                    <a:pt x="604613" y="8816"/>
                  </a:lnTo>
                  <a:lnTo>
                    <a:pt x="640274" y="32859"/>
                  </a:lnTo>
                  <a:lnTo>
                    <a:pt x="664317" y="68519"/>
                  </a:lnTo>
                  <a:lnTo>
                    <a:pt x="673133" y="112188"/>
                  </a:lnTo>
                  <a:lnTo>
                    <a:pt x="673133" y="224377"/>
                  </a:lnTo>
                  <a:lnTo>
                    <a:pt x="664317" y="268046"/>
                  </a:lnTo>
                  <a:lnTo>
                    <a:pt x="640274" y="303707"/>
                  </a:lnTo>
                  <a:lnTo>
                    <a:pt x="604613" y="327750"/>
                  </a:lnTo>
                  <a:lnTo>
                    <a:pt x="560944" y="336566"/>
                  </a:lnTo>
                  <a:lnTo>
                    <a:pt x="112188" y="336566"/>
                  </a:lnTo>
                  <a:lnTo>
                    <a:pt x="68519" y="327750"/>
                  </a:lnTo>
                  <a:lnTo>
                    <a:pt x="32859" y="303707"/>
                  </a:lnTo>
                  <a:lnTo>
                    <a:pt x="8816" y="268046"/>
                  </a:lnTo>
                  <a:lnTo>
                    <a:pt x="0" y="224377"/>
                  </a:lnTo>
                  <a:lnTo>
                    <a:pt x="0" y="112188"/>
                  </a:lnTo>
                  <a:lnTo>
                    <a:pt x="8816" y="68519"/>
                  </a:lnTo>
                  <a:lnTo>
                    <a:pt x="32859" y="32859"/>
                  </a:lnTo>
                  <a:lnTo>
                    <a:pt x="68519" y="8816"/>
                  </a:lnTo>
                  <a:lnTo>
                    <a:pt x="11218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13216" y="3302820"/>
              <a:ext cx="304710" cy="23061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046527" y="5119785"/>
              <a:ext cx="0" cy="143510"/>
            </a:xfrm>
            <a:custGeom>
              <a:avLst/>
              <a:gdLst/>
              <a:ahLst/>
              <a:cxnLst/>
              <a:rect l="l" t="t" r="r" b="b"/>
              <a:pathLst>
                <a:path w="0" h="143510">
                  <a:moveTo>
                    <a:pt x="0" y="143040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027829" y="5088621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4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027828" y="5088622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046527" y="2970017"/>
              <a:ext cx="0" cy="280035"/>
            </a:xfrm>
            <a:custGeom>
              <a:avLst/>
              <a:gdLst/>
              <a:ahLst/>
              <a:cxnLst/>
              <a:rect l="l" t="t" r="r" b="b"/>
              <a:pathLst>
                <a:path w="0" h="280035">
                  <a:moveTo>
                    <a:pt x="0" y="279824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027829" y="293885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4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9027828" y="293885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8911541" y="2596318"/>
            <a:ext cx="270510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5">
                <a:solidFill>
                  <a:srgbClr val="FF0000"/>
                </a:solidFill>
                <a:latin typeface="Arial"/>
                <a:cs typeface="Arial"/>
              </a:rPr>
              <a:t>all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700182" y="2264772"/>
            <a:ext cx="3827145" cy="347980"/>
            <a:chOff x="8700182" y="2264772"/>
            <a:chExt cx="3827145" cy="347980"/>
          </a:xfrm>
        </p:grpSpPr>
        <p:sp>
          <p:nvSpPr>
            <p:cNvPr id="61" name="object 61"/>
            <p:cNvSpPr/>
            <p:nvPr/>
          </p:nvSpPr>
          <p:spPr>
            <a:xfrm>
              <a:off x="8706533" y="2271122"/>
              <a:ext cx="1906905" cy="335280"/>
            </a:xfrm>
            <a:custGeom>
              <a:avLst/>
              <a:gdLst/>
              <a:ahLst/>
              <a:cxnLst/>
              <a:rect l="l" t="t" r="r" b="b"/>
              <a:pathLst>
                <a:path w="1906904" h="335280">
                  <a:moveTo>
                    <a:pt x="930314" y="105093"/>
                  </a:moveTo>
                  <a:lnTo>
                    <a:pt x="796223" y="105093"/>
                  </a:lnTo>
                  <a:lnTo>
                    <a:pt x="661841" y="106244"/>
                  </a:lnTo>
                  <a:lnTo>
                    <a:pt x="664873" y="106244"/>
                  </a:lnTo>
                  <a:lnTo>
                    <a:pt x="604542" y="107249"/>
                  </a:lnTo>
                  <a:lnTo>
                    <a:pt x="605967" y="107249"/>
                  </a:lnTo>
                  <a:lnTo>
                    <a:pt x="544928" y="108683"/>
                  </a:lnTo>
                  <a:lnTo>
                    <a:pt x="546183" y="108683"/>
                  </a:lnTo>
                  <a:lnTo>
                    <a:pt x="492052" y="110390"/>
                  </a:lnTo>
                  <a:lnTo>
                    <a:pt x="390443" y="116975"/>
                  </a:lnTo>
                  <a:lnTo>
                    <a:pt x="303866" y="128284"/>
                  </a:lnTo>
                  <a:lnTo>
                    <a:pt x="231118" y="143501"/>
                  </a:lnTo>
                  <a:lnTo>
                    <a:pt x="171000" y="161807"/>
                  </a:lnTo>
                  <a:lnTo>
                    <a:pt x="122308" y="182387"/>
                  </a:lnTo>
                  <a:lnTo>
                    <a:pt x="83843" y="204424"/>
                  </a:lnTo>
                  <a:lnTo>
                    <a:pt x="32786" y="249598"/>
                  </a:lnTo>
                  <a:lnTo>
                    <a:pt x="8215" y="290794"/>
                  </a:lnTo>
                  <a:lnTo>
                    <a:pt x="0" y="330833"/>
                  </a:lnTo>
                  <a:lnTo>
                    <a:pt x="93" y="335111"/>
                  </a:lnTo>
                  <a:lnTo>
                    <a:pt x="650" y="332791"/>
                  </a:lnTo>
                  <a:lnTo>
                    <a:pt x="3359" y="323048"/>
                  </a:lnTo>
                  <a:lnTo>
                    <a:pt x="21461" y="286988"/>
                  </a:lnTo>
                  <a:lnTo>
                    <a:pt x="66851" y="238318"/>
                  </a:lnTo>
                  <a:lnTo>
                    <a:pt x="103670" y="212813"/>
                  </a:lnTo>
                  <a:lnTo>
                    <a:pt x="151982" y="188425"/>
                  </a:lnTo>
                  <a:lnTo>
                    <a:pt x="213342" y="166579"/>
                  </a:lnTo>
                  <a:lnTo>
                    <a:pt x="289308" y="148696"/>
                  </a:lnTo>
                  <a:lnTo>
                    <a:pt x="381435" y="136202"/>
                  </a:lnTo>
                  <a:lnTo>
                    <a:pt x="423003" y="132732"/>
                  </a:lnTo>
                  <a:lnTo>
                    <a:pt x="468327" y="129634"/>
                  </a:lnTo>
                  <a:lnTo>
                    <a:pt x="568804" y="124464"/>
                  </a:lnTo>
                  <a:lnTo>
                    <a:pt x="738720" y="118932"/>
                  </a:lnTo>
                  <a:lnTo>
                    <a:pt x="1647683" y="110390"/>
                  </a:lnTo>
                  <a:lnTo>
                    <a:pt x="1721037" y="108871"/>
                  </a:lnTo>
                  <a:lnTo>
                    <a:pt x="1472844" y="108871"/>
                  </a:lnTo>
                  <a:lnTo>
                    <a:pt x="930314" y="105093"/>
                  </a:lnTo>
                  <a:close/>
                </a:path>
                <a:path w="1906904" h="335280">
                  <a:moveTo>
                    <a:pt x="1817886" y="96870"/>
                  </a:moveTo>
                  <a:lnTo>
                    <a:pt x="1796632" y="99845"/>
                  </a:lnTo>
                  <a:lnTo>
                    <a:pt x="1769944" y="102382"/>
                  </a:lnTo>
                  <a:lnTo>
                    <a:pt x="1738743" y="104435"/>
                  </a:lnTo>
                  <a:lnTo>
                    <a:pt x="1698897" y="106244"/>
                  </a:lnTo>
                  <a:lnTo>
                    <a:pt x="1696766" y="106244"/>
                  </a:lnTo>
                  <a:lnTo>
                    <a:pt x="1663949" y="107249"/>
                  </a:lnTo>
                  <a:lnTo>
                    <a:pt x="1568773" y="108683"/>
                  </a:lnTo>
                  <a:lnTo>
                    <a:pt x="1523479" y="108871"/>
                  </a:lnTo>
                  <a:lnTo>
                    <a:pt x="1721480" y="108871"/>
                  </a:lnTo>
                  <a:lnTo>
                    <a:pt x="1749496" y="107883"/>
                  </a:lnTo>
                  <a:lnTo>
                    <a:pt x="1749788" y="107883"/>
                  </a:lnTo>
                  <a:lnTo>
                    <a:pt x="1773077" y="106672"/>
                  </a:lnTo>
                  <a:lnTo>
                    <a:pt x="1789375" y="105340"/>
                  </a:lnTo>
                  <a:lnTo>
                    <a:pt x="1789966" y="105340"/>
                  </a:lnTo>
                  <a:lnTo>
                    <a:pt x="1817886" y="96870"/>
                  </a:lnTo>
                  <a:close/>
                </a:path>
                <a:path w="1906904" h="335280">
                  <a:moveTo>
                    <a:pt x="1848536" y="87571"/>
                  </a:moveTo>
                  <a:lnTo>
                    <a:pt x="1817333" y="97037"/>
                  </a:lnTo>
                  <a:lnTo>
                    <a:pt x="1835317" y="93149"/>
                  </a:lnTo>
                  <a:lnTo>
                    <a:pt x="1846740" y="88908"/>
                  </a:lnTo>
                  <a:lnTo>
                    <a:pt x="1848536" y="87571"/>
                  </a:lnTo>
                  <a:close/>
                </a:path>
                <a:path w="1906904" h="335280">
                  <a:moveTo>
                    <a:pt x="1885256" y="60234"/>
                  </a:moveTo>
                  <a:lnTo>
                    <a:pt x="1848536" y="87571"/>
                  </a:lnTo>
                  <a:lnTo>
                    <a:pt x="1864065" y="82860"/>
                  </a:lnTo>
                  <a:lnTo>
                    <a:pt x="1885256" y="60234"/>
                  </a:lnTo>
                  <a:close/>
                </a:path>
                <a:path w="1906904" h="335280">
                  <a:moveTo>
                    <a:pt x="1890274" y="54877"/>
                  </a:moveTo>
                  <a:lnTo>
                    <a:pt x="1885256" y="60234"/>
                  </a:lnTo>
                  <a:lnTo>
                    <a:pt x="1888655" y="57704"/>
                  </a:lnTo>
                  <a:lnTo>
                    <a:pt x="1890274" y="54877"/>
                  </a:lnTo>
                  <a:close/>
                </a:path>
                <a:path w="1906904" h="335280">
                  <a:moveTo>
                    <a:pt x="1899556" y="38671"/>
                  </a:moveTo>
                  <a:lnTo>
                    <a:pt x="1890274" y="54877"/>
                  </a:lnTo>
                  <a:lnTo>
                    <a:pt x="1897338" y="47335"/>
                  </a:lnTo>
                  <a:lnTo>
                    <a:pt x="1899556" y="38671"/>
                  </a:lnTo>
                  <a:close/>
                </a:path>
                <a:path w="1906904" h="335280">
                  <a:moveTo>
                    <a:pt x="1905058" y="0"/>
                  </a:moveTo>
                  <a:lnTo>
                    <a:pt x="1905753" y="14460"/>
                  </a:lnTo>
                  <a:lnTo>
                    <a:pt x="1899556" y="38671"/>
                  </a:lnTo>
                  <a:lnTo>
                    <a:pt x="1905057" y="29065"/>
                  </a:lnTo>
                  <a:lnTo>
                    <a:pt x="1906880" y="8121"/>
                  </a:lnTo>
                  <a:lnTo>
                    <a:pt x="19050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706532" y="2271122"/>
              <a:ext cx="1906905" cy="335280"/>
            </a:xfrm>
            <a:custGeom>
              <a:avLst/>
              <a:gdLst/>
              <a:ahLst/>
              <a:cxnLst/>
              <a:rect l="l" t="t" r="r" b="b"/>
              <a:pathLst>
                <a:path w="1906904" h="335280">
                  <a:moveTo>
                    <a:pt x="93" y="335111"/>
                  </a:moveTo>
                  <a:lnTo>
                    <a:pt x="8215" y="290794"/>
                  </a:lnTo>
                  <a:lnTo>
                    <a:pt x="32786" y="249598"/>
                  </a:lnTo>
                  <a:lnTo>
                    <a:pt x="83843" y="204424"/>
                  </a:lnTo>
                  <a:lnTo>
                    <a:pt x="122308" y="182387"/>
                  </a:lnTo>
                  <a:lnTo>
                    <a:pt x="170999" y="161807"/>
                  </a:lnTo>
                  <a:lnTo>
                    <a:pt x="231118" y="143501"/>
                  </a:lnTo>
                  <a:lnTo>
                    <a:pt x="303865" y="128284"/>
                  </a:lnTo>
                  <a:lnTo>
                    <a:pt x="390443" y="116975"/>
                  </a:lnTo>
                  <a:lnTo>
                    <a:pt x="492052" y="110390"/>
                  </a:lnTo>
                  <a:lnTo>
                    <a:pt x="549843" y="108567"/>
                  </a:lnTo>
                  <a:lnTo>
                    <a:pt x="609443" y="107167"/>
                  </a:lnTo>
                  <a:lnTo>
                    <a:pt x="670564" y="106149"/>
                  </a:lnTo>
                  <a:lnTo>
                    <a:pt x="732920" y="105471"/>
                  </a:lnTo>
                  <a:lnTo>
                    <a:pt x="796222" y="105092"/>
                  </a:lnTo>
                  <a:lnTo>
                    <a:pt x="860184" y="104972"/>
                  </a:lnTo>
                  <a:lnTo>
                    <a:pt x="924518" y="105068"/>
                  </a:lnTo>
                  <a:lnTo>
                    <a:pt x="988936" y="105339"/>
                  </a:lnTo>
                  <a:lnTo>
                    <a:pt x="1053152" y="105745"/>
                  </a:lnTo>
                  <a:lnTo>
                    <a:pt x="1116877" y="106243"/>
                  </a:lnTo>
                  <a:lnTo>
                    <a:pt x="1179825" y="106793"/>
                  </a:lnTo>
                  <a:lnTo>
                    <a:pt x="1241708" y="107353"/>
                  </a:lnTo>
                  <a:lnTo>
                    <a:pt x="1302239" y="107882"/>
                  </a:lnTo>
                  <a:lnTo>
                    <a:pt x="1361130" y="108339"/>
                  </a:lnTo>
                  <a:lnTo>
                    <a:pt x="1418094" y="108682"/>
                  </a:lnTo>
                  <a:lnTo>
                    <a:pt x="1472843" y="108870"/>
                  </a:lnTo>
                  <a:lnTo>
                    <a:pt x="1525091" y="108862"/>
                  </a:lnTo>
                  <a:lnTo>
                    <a:pt x="1574549" y="108617"/>
                  </a:lnTo>
                  <a:lnTo>
                    <a:pt x="1620931" y="108093"/>
                  </a:lnTo>
                  <a:lnTo>
                    <a:pt x="1663948" y="107248"/>
                  </a:lnTo>
                  <a:lnTo>
                    <a:pt x="1703315" y="106043"/>
                  </a:lnTo>
                  <a:lnTo>
                    <a:pt x="1769944" y="102382"/>
                  </a:lnTo>
                  <a:lnTo>
                    <a:pt x="1818518" y="96780"/>
                  </a:lnTo>
                  <a:lnTo>
                    <a:pt x="1888654" y="57704"/>
                  </a:lnTo>
                  <a:lnTo>
                    <a:pt x="1906880" y="8121"/>
                  </a:lnTo>
                  <a:lnTo>
                    <a:pt x="1905058" y="0"/>
                  </a:lnTo>
                  <a:lnTo>
                    <a:pt x="1905752" y="14460"/>
                  </a:lnTo>
                  <a:lnTo>
                    <a:pt x="1897338" y="47335"/>
                  </a:lnTo>
                  <a:lnTo>
                    <a:pt x="1864064" y="82860"/>
                  </a:lnTo>
                  <a:lnTo>
                    <a:pt x="1790184" y="105274"/>
                  </a:lnTo>
                  <a:lnTo>
                    <a:pt x="1750403" y="107851"/>
                  </a:lnTo>
                  <a:lnTo>
                    <a:pt x="1689788" y="109644"/>
                  </a:lnTo>
                  <a:lnTo>
                    <a:pt x="1611207" y="110836"/>
                  </a:lnTo>
                  <a:lnTo>
                    <a:pt x="1566076" y="111262"/>
                  </a:lnTo>
                  <a:lnTo>
                    <a:pt x="1517529" y="111607"/>
                  </a:lnTo>
                  <a:lnTo>
                    <a:pt x="1465924" y="111892"/>
                  </a:lnTo>
                  <a:lnTo>
                    <a:pt x="1411621" y="112140"/>
                  </a:lnTo>
                  <a:lnTo>
                    <a:pt x="1354978" y="112373"/>
                  </a:lnTo>
                  <a:lnTo>
                    <a:pt x="1296354" y="112616"/>
                  </a:lnTo>
                  <a:lnTo>
                    <a:pt x="1236106" y="112889"/>
                  </a:lnTo>
                  <a:lnTo>
                    <a:pt x="1174594" y="113217"/>
                  </a:lnTo>
                  <a:lnTo>
                    <a:pt x="1112176" y="113621"/>
                  </a:lnTo>
                  <a:lnTo>
                    <a:pt x="1049210" y="114125"/>
                  </a:lnTo>
                  <a:lnTo>
                    <a:pt x="986055" y="114751"/>
                  </a:lnTo>
                  <a:lnTo>
                    <a:pt x="923071" y="115522"/>
                  </a:lnTo>
                  <a:lnTo>
                    <a:pt x="860614" y="116461"/>
                  </a:lnTo>
                  <a:lnTo>
                    <a:pt x="799044" y="117590"/>
                  </a:lnTo>
                  <a:lnTo>
                    <a:pt x="738720" y="118932"/>
                  </a:lnTo>
                  <a:lnTo>
                    <a:pt x="679999" y="120510"/>
                  </a:lnTo>
                  <a:lnTo>
                    <a:pt x="623241" y="122346"/>
                  </a:lnTo>
                  <a:lnTo>
                    <a:pt x="568804" y="124464"/>
                  </a:lnTo>
                  <a:lnTo>
                    <a:pt x="517046" y="126885"/>
                  </a:lnTo>
                  <a:lnTo>
                    <a:pt x="468326" y="129634"/>
                  </a:lnTo>
                  <a:lnTo>
                    <a:pt x="423003" y="132732"/>
                  </a:lnTo>
                  <a:lnTo>
                    <a:pt x="381435" y="136202"/>
                  </a:lnTo>
                  <a:lnTo>
                    <a:pt x="289308" y="148696"/>
                  </a:lnTo>
                  <a:lnTo>
                    <a:pt x="213342" y="166579"/>
                  </a:lnTo>
                  <a:lnTo>
                    <a:pt x="151982" y="188425"/>
                  </a:lnTo>
                  <a:lnTo>
                    <a:pt x="103670" y="212813"/>
                  </a:lnTo>
                  <a:lnTo>
                    <a:pt x="66851" y="238318"/>
                  </a:lnTo>
                  <a:lnTo>
                    <a:pt x="21461" y="286988"/>
                  </a:lnTo>
                  <a:lnTo>
                    <a:pt x="3359" y="323048"/>
                  </a:lnTo>
                  <a:lnTo>
                    <a:pt x="650" y="332791"/>
                  </a:lnTo>
                  <a:lnTo>
                    <a:pt x="93" y="335111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0614075" y="2271122"/>
              <a:ext cx="1906905" cy="335280"/>
            </a:xfrm>
            <a:custGeom>
              <a:avLst/>
              <a:gdLst/>
              <a:ahLst/>
              <a:cxnLst/>
              <a:rect l="l" t="t" r="r" b="b"/>
              <a:pathLst>
                <a:path w="1906904" h="335280">
                  <a:moveTo>
                    <a:pt x="1110657" y="105093"/>
                  </a:moveTo>
                  <a:lnTo>
                    <a:pt x="976565" y="105093"/>
                  </a:lnTo>
                  <a:lnTo>
                    <a:pt x="434036" y="108871"/>
                  </a:lnTo>
                  <a:lnTo>
                    <a:pt x="185842" y="108871"/>
                  </a:lnTo>
                  <a:lnTo>
                    <a:pt x="259197" y="110390"/>
                  </a:lnTo>
                  <a:lnTo>
                    <a:pt x="1168159" y="118932"/>
                  </a:lnTo>
                  <a:lnTo>
                    <a:pt x="1338076" y="124464"/>
                  </a:lnTo>
                  <a:lnTo>
                    <a:pt x="1438553" y="129634"/>
                  </a:lnTo>
                  <a:lnTo>
                    <a:pt x="1483876" y="132732"/>
                  </a:lnTo>
                  <a:lnTo>
                    <a:pt x="1525444" y="136202"/>
                  </a:lnTo>
                  <a:lnTo>
                    <a:pt x="1617572" y="148696"/>
                  </a:lnTo>
                  <a:lnTo>
                    <a:pt x="1693537" y="166579"/>
                  </a:lnTo>
                  <a:lnTo>
                    <a:pt x="1754897" y="188425"/>
                  </a:lnTo>
                  <a:lnTo>
                    <a:pt x="1803208" y="212813"/>
                  </a:lnTo>
                  <a:lnTo>
                    <a:pt x="1840028" y="238318"/>
                  </a:lnTo>
                  <a:lnTo>
                    <a:pt x="1885418" y="286988"/>
                  </a:lnTo>
                  <a:lnTo>
                    <a:pt x="1903519" y="323048"/>
                  </a:lnTo>
                  <a:lnTo>
                    <a:pt x="1906786" y="335111"/>
                  </a:lnTo>
                  <a:lnTo>
                    <a:pt x="1906879" y="330833"/>
                  </a:lnTo>
                  <a:lnTo>
                    <a:pt x="1906445" y="323048"/>
                  </a:lnTo>
                  <a:lnTo>
                    <a:pt x="1906357" y="321477"/>
                  </a:lnTo>
                  <a:lnTo>
                    <a:pt x="1904019" y="307858"/>
                  </a:lnTo>
                  <a:lnTo>
                    <a:pt x="1889088" y="271102"/>
                  </a:lnTo>
                  <a:lnTo>
                    <a:pt x="1852476" y="227100"/>
                  </a:lnTo>
                  <a:lnTo>
                    <a:pt x="1784570" y="182387"/>
                  </a:lnTo>
                  <a:lnTo>
                    <a:pt x="1735879" y="161807"/>
                  </a:lnTo>
                  <a:lnTo>
                    <a:pt x="1675761" y="143501"/>
                  </a:lnTo>
                  <a:lnTo>
                    <a:pt x="1603014" y="128284"/>
                  </a:lnTo>
                  <a:lnTo>
                    <a:pt x="1516436" y="116975"/>
                  </a:lnTo>
                  <a:lnTo>
                    <a:pt x="1414827" y="110390"/>
                  </a:lnTo>
                  <a:lnTo>
                    <a:pt x="1360697" y="108683"/>
                  </a:lnTo>
                  <a:lnTo>
                    <a:pt x="1361952" y="108683"/>
                  </a:lnTo>
                  <a:lnTo>
                    <a:pt x="1300912" y="107249"/>
                  </a:lnTo>
                  <a:lnTo>
                    <a:pt x="1302338" y="107249"/>
                  </a:lnTo>
                  <a:lnTo>
                    <a:pt x="1242006" y="106244"/>
                  </a:lnTo>
                  <a:lnTo>
                    <a:pt x="1245039" y="106244"/>
                  </a:lnTo>
                  <a:lnTo>
                    <a:pt x="1110657" y="105093"/>
                  </a:lnTo>
                  <a:close/>
                </a:path>
                <a:path w="1906904" h="335280">
                  <a:moveTo>
                    <a:pt x="88993" y="96870"/>
                  </a:moveTo>
                  <a:lnTo>
                    <a:pt x="116913" y="105340"/>
                  </a:lnTo>
                  <a:lnTo>
                    <a:pt x="117504" y="105340"/>
                  </a:lnTo>
                  <a:lnTo>
                    <a:pt x="133803" y="106672"/>
                  </a:lnTo>
                  <a:lnTo>
                    <a:pt x="157091" y="107883"/>
                  </a:lnTo>
                  <a:lnTo>
                    <a:pt x="185400" y="108871"/>
                  </a:lnTo>
                  <a:lnTo>
                    <a:pt x="383401" y="108871"/>
                  </a:lnTo>
                  <a:lnTo>
                    <a:pt x="338107" y="108683"/>
                  </a:lnTo>
                  <a:lnTo>
                    <a:pt x="242931" y="107249"/>
                  </a:lnTo>
                  <a:lnTo>
                    <a:pt x="210114" y="106244"/>
                  </a:lnTo>
                  <a:lnTo>
                    <a:pt x="207983" y="106244"/>
                  </a:lnTo>
                  <a:lnTo>
                    <a:pt x="168137" y="104435"/>
                  </a:lnTo>
                  <a:lnTo>
                    <a:pt x="136936" y="102382"/>
                  </a:lnTo>
                  <a:lnTo>
                    <a:pt x="110248" y="99845"/>
                  </a:lnTo>
                  <a:lnTo>
                    <a:pt x="88993" y="96870"/>
                  </a:lnTo>
                  <a:close/>
                </a:path>
                <a:path w="1906904" h="335280">
                  <a:moveTo>
                    <a:pt x="58344" y="87571"/>
                  </a:moveTo>
                  <a:lnTo>
                    <a:pt x="60140" y="88908"/>
                  </a:lnTo>
                  <a:lnTo>
                    <a:pt x="71563" y="93149"/>
                  </a:lnTo>
                  <a:lnTo>
                    <a:pt x="89546" y="97037"/>
                  </a:lnTo>
                  <a:lnTo>
                    <a:pt x="58344" y="87571"/>
                  </a:lnTo>
                  <a:close/>
                </a:path>
                <a:path w="1906904" h="335280">
                  <a:moveTo>
                    <a:pt x="21622" y="60233"/>
                  </a:moveTo>
                  <a:lnTo>
                    <a:pt x="42815" y="82860"/>
                  </a:lnTo>
                  <a:lnTo>
                    <a:pt x="58344" y="87571"/>
                  </a:lnTo>
                  <a:lnTo>
                    <a:pt x="21622" y="60233"/>
                  </a:lnTo>
                  <a:close/>
                </a:path>
                <a:path w="1906904" h="335280">
                  <a:moveTo>
                    <a:pt x="16606" y="54878"/>
                  </a:moveTo>
                  <a:lnTo>
                    <a:pt x="18225" y="57704"/>
                  </a:lnTo>
                  <a:lnTo>
                    <a:pt x="21622" y="60233"/>
                  </a:lnTo>
                  <a:lnTo>
                    <a:pt x="16606" y="54878"/>
                  </a:lnTo>
                  <a:close/>
                </a:path>
                <a:path w="1906904" h="335280">
                  <a:moveTo>
                    <a:pt x="7323" y="38669"/>
                  </a:moveTo>
                  <a:lnTo>
                    <a:pt x="9541" y="47335"/>
                  </a:lnTo>
                  <a:lnTo>
                    <a:pt x="16606" y="54878"/>
                  </a:lnTo>
                  <a:lnTo>
                    <a:pt x="7323" y="38669"/>
                  </a:lnTo>
                  <a:close/>
                </a:path>
                <a:path w="1906904" h="335280">
                  <a:moveTo>
                    <a:pt x="1821" y="0"/>
                  </a:moveTo>
                  <a:lnTo>
                    <a:pt x="0" y="8121"/>
                  </a:lnTo>
                  <a:lnTo>
                    <a:pt x="1823" y="29065"/>
                  </a:lnTo>
                  <a:lnTo>
                    <a:pt x="7323" y="38669"/>
                  </a:lnTo>
                  <a:lnTo>
                    <a:pt x="1127" y="14460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0614074" y="2271122"/>
              <a:ext cx="1906905" cy="335280"/>
            </a:xfrm>
            <a:custGeom>
              <a:avLst/>
              <a:gdLst/>
              <a:ahLst/>
              <a:cxnLst/>
              <a:rect l="l" t="t" r="r" b="b"/>
              <a:pathLst>
                <a:path w="1906904" h="335280">
                  <a:moveTo>
                    <a:pt x="1906787" y="335111"/>
                  </a:moveTo>
                  <a:lnTo>
                    <a:pt x="1898664" y="290794"/>
                  </a:lnTo>
                  <a:lnTo>
                    <a:pt x="1874094" y="249598"/>
                  </a:lnTo>
                  <a:lnTo>
                    <a:pt x="1823036" y="204424"/>
                  </a:lnTo>
                  <a:lnTo>
                    <a:pt x="1784571" y="182387"/>
                  </a:lnTo>
                  <a:lnTo>
                    <a:pt x="1735880" y="161807"/>
                  </a:lnTo>
                  <a:lnTo>
                    <a:pt x="1675761" y="143501"/>
                  </a:lnTo>
                  <a:lnTo>
                    <a:pt x="1603014" y="128284"/>
                  </a:lnTo>
                  <a:lnTo>
                    <a:pt x="1516436" y="116975"/>
                  </a:lnTo>
                  <a:lnTo>
                    <a:pt x="1414827" y="110390"/>
                  </a:lnTo>
                  <a:lnTo>
                    <a:pt x="1357036" y="108567"/>
                  </a:lnTo>
                  <a:lnTo>
                    <a:pt x="1297436" y="107167"/>
                  </a:lnTo>
                  <a:lnTo>
                    <a:pt x="1236315" y="106149"/>
                  </a:lnTo>
                  <a:lnTo>
                    <a:pt x="1173959" y="105471"/>
                  </a:lnTo>
                  <a:lnTo>
                    <a:pt x="1110657" y="105092"/>
                  </a:lnTo>
                  <a:lnTo>
                    <a:pt x="1046695" y="104972"/>
                  </a:lnTo>
                  <a:lnTo>
                    <a:pt x="982361" y="105068"/>
                  </a:lnTo>
                  <a:lnTo>
                    <a:pt x="917943" y="105339"/>
                  </a:lnTo>
                  <a:lnTo>
                    <a:pt x="853727" y="105745"/>
                  </a:lnTo>
                  <a:lnTo>
                    <a:pt x="790002" y="106243"/>
                  </a:lnTo>
                  <a:lnTo>
                    <a:pt x="727054" y="106793"/>
                  </a:lnTo>
                  <a:lnTo>
                    <a:pt x="665171" y="107353"/>
                  </a:lnTo>
                  <a:lnTo>
                    <a:pt x="604640" y="107882"/>
                  </a:lnTo>
                  <a:lnTo>
                    <a:pt x="545749" y="108339"/>
                  </a:lnTo>
                  <a:lnTo>
                    <a:pt x="488785" y="108682"/>
                  </a:lnTo>
                  <a:lnTo>
                    <a:pt x="434036" y="108870"/>
                  </a:lnTo>
                  <a:lnTo>
                    <a:pt x="381788" y="108862"/>
                  </a:lnTo>
                  <a:lnTo>
                    <a:pt x="332330" y="108617"/>
                  </a:lnTo>
                  <a:lnTo>
                    <a:pt x="285948" y="108093"/>
                  </a:lnTo>
                  <a:lnTo>
                    <a:pt x="242931" y="107248"/>
                  </a:lnTo>
                  <a:lnTo>
                    <a:pt x="203564" y="106043"/>
                  </a:lnTo>
                  <a:lnTo>
                    <a:pt x="136936" y="102382"/>
                  </a:lnTo>
                  <a:lnTo>
                    <a:pt x="88361" y="96780"/>
                  </a:lnTo>
                  <a:lnTo>
                    <a:pt x="18225" y="57704"/>
                  </a:lnTo>
                  <a:lnTo>
                    <a:pt x="0" y="8121"/>
                  </a:lnTo>
                  <a:lnTo>
                    <a:pt x="1821" y="0"/>
                  </a:lnTo>
                  <a:lnTo>
                    <a:pt x="1127" y="14460"/>
                  </a:lnTo>
                  <a:lnTo>
                    <a:pt x="9541" y="47335"/>
                  </a:lnTo>
                  <a:lnTo>
                    <a:pt x="42815" y="82860"/>
                  </a:lnTo>
                  <a:lnTo>
                    <a:pt x="116695" y="105274"/>
                  </a:lnTo>
                  <a:lnTo>
                    <a:pt x="156476" y="107851"/>
                  </a:lnTo>
                  <a:lnTo>
                    <a:pt x="217092" y="109644"/>
                  </a:lnTo>
                  <a:lnTo>
                    <a:pt x="295672" y="110836"/>
                  </a:lnTo>
                  <a:lnTo>
                    <a:pt x="340804" y="111262"/>
                  </a:lnTo>
                  <a:lnTo>
                    <a:pt x="389350" y="111607"/>
                  </a:lnTo>
                  <a:lnTo>
                    <a:pt x="440955" y="111892"/>
                  </a:lnTo>
                  <a:lnTo>
                    <a:pt x="495258" y="112140"/>
                  </a:lnTo>
                  <a:lnTo>
                    <a:pt x="551901" y="112373"/>
                  </a:lnTo>
                  <a:lnTo>
                    <a:pt x="610525" y="112616"/>
                  </a:lnTo>
                  <a:lnTo>
                    <a:pt x="670773" y="112889"/>
                  </a:lnTo>
                  <a:lnTo>
                    <a:pt x="732285" y="113217"/>
                  </a:lnTo>
                  <a:lnTo>
                    <a:pt x="794703" y="113621"/>
                  </a:lnTo>
                  <a:lnTo>
                    <a:pt x="857669" y="114125"/>
                  </a:lnTo>
                  <a:lnTo>
                    <a:pt x="920824" y="114751"/>
                  </a:lnTo>
                  <a:lnTo>
                    <a:pt x="983808" y="115522"/>
                  </a:lnTo>
                  <a:lnTo>
                    <a:pt x="1046265" y="116461"/>
                  </a:lnTo>
                  <a:lnTo>
                    <a:pt x="1107835" y="117590"/>
                  </a:lnTo>
                  <a:lnTo>
                    <a:pt x="1168159" y="118932"/>
                  </a:lnTo>
                  <a:lnTo>
                    <a:pt x="1226880" y="120510"/>
                  </a:lnTo>
                  <a:lnTo>
                    <a:pt x="1283638" y="122346"/>
                  </a:lnTo>
                  <a:lnTo>
                    <a:pt x="1338075" y="124464"/>
                  </a:lnTo>
                  <a:lnTo>
                    <a:pt x="1389833" y="126885"/>
                  </a:lnTo>
                  <a:lnTo>
                    <a:pt x="1438553" y="129634"/>
                  </a:lnTo>
                  <a:lnTo>
                    <a:pt x="1483876" y="132732"/>
                  </a:lnTo>
                  <a:lnTo>
                    <a:pt x="1525444" y="136202"/>
                  </a:lnTo>
                  <a:lnTo>
                    <a:pt x="1617571" y="148696"/>
                  </a:lnTo>
                  <a:lnTo>
                    <a:pt x="1693537" y="166579"/>
                  </a:lnTo>
                  <a:lnTo>
                    <a:pt x="1754897" y="188425"/>
                  </a:lnTo>
                  <a:lnTo>
                    <a:pt x="1803209" y="212813"/>
                  </a:lnTo>
                  <a:lnTo>
                    <a:pt x="1840028" y="238318"/>
                  </a:lnTo>
                  <a:lnTo>
                    <a:pt x="1885418" y="286988"/>
                  </a:lnTo>
                  <a:lnTo>
                    <a:pt x="1903520" y="323048"/>
                  </a:lnTo>
                  <a:lnTo>
                    <a:pt x="1906229" y="332791"/>
                  </a:lnTo>
                  <a:lnTo>
                    <a:pt x="1906787" y="335111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9980202" y="2596318"/>
            <a:ext cx="376555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5">
                <a:solidFill>
                  <a:srgbClr val="FF0000"/>
                </a:solidFill>
                <a:latin typeface="Arial"/>
                <a:cs typeface="Arial"/>
              </a:rPr>
              <a:t>the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200731" y="3137086"/>
            <a:ext cx="1019175" cy="8312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499"/>
              </a:lnSpc>
              <a:spcBef>
                <a:spcPts val="105"/>
              </a:spcBef>
            </a:pPr>
            <a:r>
              <a:rPr dirty="0" sz="1750" spc="-10">
                <a:latin typeface="Arial"/>
                <a:cs typeface="Arial"/>
              </a:rPr>
              <a:t>Language Modeling </a:t>
            </a:r>
            <a:r>
              <a:rPr dirty="0" sz="1750" spc="-20">
                <a:latin typeface="Arial"/>
                <a:cs typeface="Arial"/>
              </a:rPr>
              <a:t>Head</a:t>
            </a:r>
            <a:endParaRPr sz="175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738392" y="3280588"/>
            <a:ext cx="1677035" cy="7435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10">
                <a:latin typeface="Arial"/>
                <a:cs typeface="Arial"/>
              </a:rPr>
              <a:t>Softmax</a:t>
            </a:r>
            <a:endParaRPr sz="17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435"/>
              </a:spcBef>
            </a:pPr>
            <a:r>
              <a:rPr dirty="0" sz="1750">
                <a:latin typeface="Arial"/>
                <a:cs typeface="Arial"/>
              </a:rPr>
              <a:t>Unencoder</a:t>
            </a:r>
            <a:r>
              <a:rPr dirty="0" sz="1750" spc="9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</a:rPr>
              <a:t>layer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701386" y="4739044"/>
            <a:ext cx="1222375" cy="563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marR="5080" indent="-257810">
              <a:lnSpc>
                <a:spcPct val="100499"/>
              </a:lnSpc>
              <a:spcBef>
                <a:spcPts val="105"/>
              </a:spcBef>
            </a:pPr>
            <a:r>
              <a:rPr dirty="0" sz="1750" spc="-25">
                <a:latin typeface="Arial"/>
                <a:cs typeface="Arial"/>
              </a:rPr>
              <a:t>Transformer </a:t>
            </a:r>
            <a:r>
              <a:rPr dirty="0" sz="1750" spc="-10">
                <a:latin typeface="Arial"/>
                <a:cs typeface="Arial"/>
              </a:rPr>
              <a:t>Blocks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8675562" y="3854115"/>
            <a:ext cx="1864360" cy="1718310"/>
            <a:chOff x="8675562" y="3854115"/>
            <a:chExt cx="1864360" cy="1718310"/>
          </a:xfrm>
        </p:grpSpPr>
        <p:sp>
          <p:nvSpPr>
            <p:cNvPr id="72" name="object 72"/>
            <p:cNvSpPr/>
            <p:nvPr/>
          </p:nvSpPr>
          <p:spPr>
            <a:xfrm>
              <a:off x="9831849" y="5262826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673133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73133" y="56094"/>
                  </a:lnTo>
                  <a:lnTo>
                    <a:pt x="673133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831848" y="5262826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0" y="0"/>
                  </a:moveTo>
                  <a:lnTo>
                    <a:pt x="673133" y="0"/>
                  </a:lnTo>
                  <a:lnTo>
                    <a:pt x="673133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9831849" y="5345098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673133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73133" y="56094"/>
                  </a:lnTo>
                  <a:lnTo>
                    <a:pt x="673133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9831848" y="5345098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0" y="0"/>
                  </a:moveTo>
                  <a:lnTo>
                    <a:pt x="673133" y="0"/>
                  </a:lnTo>
                  <a:lnTo>
                    <a:pt x="673133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9831849" y="5427370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673133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73133" y="56094"/>
                  </a:lnTo>
                  <a:lnTo>
                    <a:pt x="673133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831848" y="5427370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0" y="0"/>
                  </a:moveTo>
                  <a:lnTo>
                    <a:pt x="673133" y="0"/>
                  </a:lnTo>
                  <a:lnTo>
                    <a:pt x="673133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831849" y="5509642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673133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73133" y="56094"/>
                  </a:lnTo>
                  <a:lnTo>
                    <a:pt x="673133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9831848" y="5509642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0" y="0"/>
                  </a:moveTo>
                  <a:lnTo>
                    <a:pt x="673133" y="0"/>
                  </a:lnTo>
                  <a:lnTo>
                    <a:pt x="673133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709960" y="5262826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673133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73133" y="56094"/>
                  </a:lnTo>
                  <a:lnTo>
                    <a:pt x="673133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8709959" y="5262826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0" y="0"/>
                  </a:moveTo>
                  <a:lnTo>
                    <a:pt x="673133" y="0"/>
                  </a:lnTo>
                  <a:lnTo>
                    <a:pt x="673133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709960" y="5345098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673133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73133" y="56094"/>
                  </a:lnTo>
                  <a:lnTo>
                    <a:pt x="673133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709959" y="5345098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0" y="0"/>
                  </a:moveTo>
                  <a:lnTo>
                    <a:pt x="673133" y="0"/>
                  </a:lnTo>
                  <a:lnTo>
                    <a:pt x="673133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709960" y="5427370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673133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73133" y="56094"/>
                  </a:lnTo>
                  <a:lnTo>
                    <a:pt x="673133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709959" y="5427370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0" y="0"/>
                  </a:moveTo>
                  <a:lnTo>
                    <a:pt x="673133" y="0"/>
                  </a:lnTo>
                  <a:lnTo>
                    <a:pt x="673133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8709960" y="5509642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673133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73133" y="56094"/>
                  </a:lnTo>
                  <a:lnTo>
                    <a:pt x="673133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709959" y="5509642"/>
              <a:ext cx="673735" cy="56515"/>
            </a:xfrm>
            <a:custGeom>
              <a:avLst/>
              <a:gdLst/>
              <a:ahLst/>
              <a:cxnLst/>
              <a:rect l="l" t="t" r="r" b="b"/>
              <a:pathLst>
                <a:path w="673734" h="56514">
                  <a:moveTo>
                    <a:pt x="0" y="0"/>
                  </a:moveTo>
                  <a:lnTo>
                    <a:pt x="673133" y="0"/>
                  </a:lnTo>
                  <a:lnTo>
                    <a:pt x="673133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8681912" y="3860464"/>
              <a:ext cx="729615" cy="168910"/>
            </a:xfrm>
            <a:custGeom>
              <a:avLst/>
              <a:gdLst/>
              <a:ahLst/>
              <a:cxnLst/>
              <a:rect l="l" t="t" r="r" b="b"/>
              <a:pathLst>
                <a:path w="729615" h="168910">
                  <a:moveTo>
                    <a:pt x="729227" y="0"/>
                  </a:moveTo>
                  <a:lnTo>
                    <a:pt x="0" y="0"/>
                  </a:lnTo>
                  <a:lnTo>
                    <a:pt x="121539" y="168283"/>
                  </a:lnTo>
                  <a:lnTo>
                    <a:pt x="607689" y="168283"/>
                  </a:lnTo>
                  <a:lnTo>
                    <a:pt x="729227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8681912" y="3860465"/>
              <a:ext cx="729615" cy="168910"/>
            </a:xfrm>
            <a:custGeom>
              <a:avLst/>
              <a:gdLst/>
              <a:ahLst/>
              <a:cxnLst/>
              <a:rect l="l" t="t" r="r" b="b"/>
              <a:pathLst>
                <a:path w="729615" h="168910">
                  <a:moveTo>
                    <a:pt x="0" y="0"/>
                  </a:moveTo>
                  <a:lnTo>
                    <a:pt x="729227" y="0"/>
                  </a:lnTo>
                  <a:lnTo>
                    <a:pt x="607689" y="168283"/>
                  </a:lnTo>
                  <a:lnTo>
                    <a:pt x="121537" y="168283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9803802" y="3860464"/>
              <a:ext cx="729615" cy="168910"/>
            </a:xfrm>
            <a:custGeom>
              <a:avLst/>
              <a:gdLst/>
              <a:ahLst/>
              <a:cxnLst/>
              <a:rect l="l" t="t" r="r" b="b"/>
              <a:pathLst>
                <a:path w="729615" h="168910">
                  <a:moveTo>
                    <a:pt x="729227" y="0"/>
                  </a:moveTo>
                  <a:lnTo>
                    <a:pt x="0" y="0"/>
                  </a:lnTo>
                  <a:lnTo>
                    <a:pt x="121537" y="168283"/>
                  </a:lnTo>
                  <a:lnTo>
                    <a:pt x="607688" y="168283"/>
                  </a:lnTo>
                  <a:lnTo>
                    <a:pt x="729227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9803801" y="3860465"/>
              <a:ext cx="729615" cy="168910"/>
            </a:xfrm>
            <a:custGeom>
              <a:avLst/>
              <a:gdLst/>
              <a:ahLst/>
              <a:cxnLst/>
              <a:rect l="l" t="t" r="r" b="b"/>
              <a:pathLst>
                <a:path w="729615" h="168910">
                  <a:moveTo>
                    <a:pt x="0" y="0"/>
                  </a:moveTo>
                  <a:lnTo>
                    <a:pt x="729227" y="0"/>
                  </a:lnTo>
                  <a:lnTo>
                    <a:pt x="607689" y="168283"/>
                  </a:lnTo>
                  <a:lnTo>
                    <a:pt x="121537" y="168283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10083715" y="3804460"/>
            <a:ext cx="169545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50">
                <a:latin typeface="Arial"/>
                <a:cs typeface="Arial"/>
              </a:rPr>
              <a:t>U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710621" y="3603743"/>
            <a:ext cx="1800860" cy="1468120"/>
            <a:chOff x="8710621" y="3603743"/>
            <a:chExt cx="1800860" cy="1468120"/>
          </a:xfrm>
        </p:grpSpPr>
        <p:sp>
          <p:nvSpPr>
            <p:cNvPr id="94" name="object 94"/>
            <p:cNvSpPr/>
            <p:nvPr/>
          </p:nvSpPr>
          <p:spPr>
            <a:xfrm>
              <a:off x="9046526" y="3641257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w="0" h="219710">
                  <a:moveTo>
                    <a:pt x="0" y="219208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9027828" y="3610092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4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9027828" y="3610093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0168415" y="3641257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w="0" h="219710">
                  <a:moveTo>
                    <a:pt x="0" y="219208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0149717" y="3610092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4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0149717" y="3610093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0172986" y="4077353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w="0" h="204470">
                  <a:moveTo>
                    <a:pt x="0" y="0"/>
                  </a:moveTo>
                  <a:lnTo>
                    <a:pt x="0" y="204442"/>
                  </a:lnTo>
                </a:path>
              </a:pathLst>
            </a:custGeom>
            <a:ln w="16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0152748" y="4052427"/>
              <a:ext cx="37465" cy="50800"/>
            </a:xfrm>
            <a:custGeom>
              <a:avLst/>
              <a:gdLst/>
              <a:ahLst/>
              <a:cxnLst/>
              <a:rect l="l" t="t" r="r" b="b"/>
              <a:pathLst>
                <a:path w="37465" h="50800">
                  <a:moveTo>
                    <a:pt x="17738" y="0"/>
                  </a:moveTo>
                  <a:lnTo>
                    <a:pt x="0" y="50211"/>
                  </a:lnTo>
                  <a:lnTo>
                    <a:pt x="18336" y="31158"/>
                  </a:lnTo>
                  <a:lnTo>
                    <a:pt x="30109" y="31158"/>
                  </a:lnTo>
                  <a:lnTo>
                    <a:pt x="17738" y="0"/>
                  </a:lnTo>
                  <a:close/>
                </a:path>
                <a:path w="37465" h="50800">
                  <a:moveTo>
                    <a:pt x="30109" y="31158"/>
                  </a:moveTo>
                  <a:lnTo>
                    <a:pt x="18336" y="31158"/>
                  </a:lnTo>
                  <a:lnTo>
                    <a:pt x="37390" y="49494"/>
                  </a:lnTo>
                  <a:lnTo>
                    <a:pt x="30109" y="3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0152747" y="4052428"/>
              <a:ext cx="37465" cy="50800"/>
            </a:xfrm>
            <a:custGeom>
              <a:avLst/>
              <a:gdLst/>
              <a:ahLst/>
              <a:cxnLst/>
              <a:rect l="l" t="t" r="r" b="b"/>
              <a:pathLst>
                <a:path w="37465" h="50800">
                  <a:moveTo>
                    <a:pt x="17738" y="0"/>
                  </a:moveTo>
                  <a:lnTo>
                    <a:pt x="0" y="50212"/>
                  </a:lnTo>
                  <a:lnTo>
                    <a:pt x="18335" y="31158"/>
                  </a:lnTo>
                  <a:lnTo>
                    <a:pt x="37390" y="49494"/>
                  </a:lnTo>
                  <a:lnTo>
                    <a:pt x="1773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046526" y="4083596"/>
              <a:ext cx="0" cy="209550"/>
            </a:xfrm>
            <a:custGeom>
              <a:avLst/>
              <a:gdLst/>
              <a:ahLst/>
              <a:cxnLst/>
              <a:rect l="l" t="t" r="r" b="b"/>
              <a:pathLst>
                <a:path w="0" h="209550">
                  <a:moveTo>
                    <a:pt x="0" y="209419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027828" y="4052432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4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9027828" y="4052433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9845872" y="4281796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9845872" y="4281797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845872" y="4364068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9845872" y="4364068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9845872" y="4446339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9845872" y="4446340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9845872" y="4533597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9845872" y="4533598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8716972" y="4293015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716971" y="4293015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716972" y="4375287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716971" y="4375287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8716972" y="4457559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8716971" y="4457559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8716972" y="4544816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8716971" y="4544817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9048857" y="4649503"/>
              <a:ext cx="0" cy="107950"/>
            </a:xfrm>
            <a:custGeom>
              <a:avLst/>
              <a:gdLst/>
              <a:ahLst/>
              <a:cxnLst/>
              <a:rect l="l" t="t" r="r" b="b"/>
              <a:pathLst>
                <a:path w="0" h="107950">
                  <a:moveTo>
                    <a:pt x="0" y="0"/>
                  </a:moveTo>
                  <a:lnTo>
                    <a:pt x="0" y="107537"/>
                  </a:lnTo>
                </a:path>
              </a:pathLst>
            </a:custGeom>
            <a:ln w="15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9031113" y="4624585"/>
              <a:ext cx="37465" cy="50800"/>
            </a:xfrm>
            <a:custGeom>
              <a:avLst/>
              <a:gdLst/>
              <a:ahLst/>
              <a:cxnLst/>
              <a:rect l="l" t="t" r="r" b="b"/>
              <a:pathLst>
                <a:path w="37465" h="50800">
                  <a:moveTo>
                    <a:pt x="30806" y="31150"/>
                  </a:moveTo>
                  <a:lnTo>
                    <a:pt x="19244" y="31150"/>
                  </a:lnTo>
                  <a:lnTo>
                    <a:pt x="37379" y="50393"/>
                  </a:lnTo>
                  <a:lnTo>
                    <a:pt x="30806" y="31150"/>
                  </a:lnTo>
                  <a:close/>
                </a:path>
                <a:path w="37465" h="50800">
                  <a:moveTo>
                    <a:pt x="20166" y="0"/>
                  </a:moveTo>
                  <a:lnTo>
                    <a:pt x="0" y="49286"/>
                  </a:lnTo>
                  <a:lnTo>
                    <a:pt x="19244" y="31150"/>
                  </a:lnTo>
                  <a:lnTo>
                    <a:pt x="30806" y="31150"/>
                  </a:lnTo>
                  <a:lnTo>
                    <a:pt x="201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9031113" y="4624586"/>
              <a:ext cx="37465" cy="50800"/>
            </a:xfrm>
            <a:custGeom>
              <a:avLst/>
              <a:gdLst/>
              <a:ahLst/>
              <a:cxnLst/>
              <a:rect l="l" t="t" r="r" b="b"/>
              <a:pathLst>
                <a:path w="37465" h="50800">
                  <a:moveTo>
                    <a:pt x="20166" y="0"/>
                  </a:moveTo>
                  <a:lnTo>
                    <a:pt x="0" y="49285"/>
                  </a:lnTo>
                  <a:lnTo>
                    <a:pt x="19244" y="31149"/>
                  </a:lnTo>
                  <a:lnTo>
                    <a:pt x="37380" y="50392"/>
                  </a:lnTo>
                  <a:lnTo>
                    <a:pt x="20166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0171061" y="463828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w="0" h="119379">
                  <a:moveTo>
                    <a:pt x="0" y="0"/>
                  </a:moveTo>
                  <a:lnTo>
                    <a:pt x="0" y="118760"/>
                  </a:lnTo>
                </a:path>
              </a:pathLst>
            </a:custGeom>
            <a:ln w="159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0153551" y="4613366"/>
              <a:ext cx="37465" cy="50800"/>
            </a:xfrm>
            <a:custGeom>
              <a:avLst/>
              <a:gdLst/>
              <a:ahLst/>
              <a:cxnLst/>
              <a:rect l="l" t="t" r="r" b="b"/>
              <a:pathLst>
                <a:path w="37465" h="50800">
                  <a:moveTo>
                    <a:pt x="30831" y="31146"/>
                  </a:moveTo>
                  <a:lnTo>
                    <a:pt x="19276" y="31146"/>
                  </a:lnTo>
                  <a:lnTo>
                    <a:pt x="37378" y="50422"/>
                  </a:lnTo>
                  <a:lnTo>
                    <a:pt x="30831" y="31146"/>
                  </a:lnTo>
                  <a:close/>
                </a:path>
                <a:path w="37465" h="50800">
                  <a:moveTo>
                    <a:pt x="20252" y="0"/>
                  </a:moveTo>
                  <a:lnTo>
                    <a:pt x="0" y="49249"/>
                  </a:lnTo>
                  <a:lnTo>
                    <a:pt x="19276" y="31146"/>
                  </a:lnTo>
                  <a:lnTo>
                    <a:pt x="30831" y="31146"/>
                  </a:lnTo>
                  <a:lnTo>
                    <a:pt x="20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0153551" y="4613366"/>
              <a:ext cx="37465" cy="50800"/>
            </a:xfrm>
            <a:custGeom>
              <a:avLst/>
              <a:gdLst/>
              <a:ahLst/>
              <a:cxnLst/>
              <a:rect l="l" t="t" r="r" b="b"/>
              <a:pathLst>
                <a:path w="37465" h="50800">
                  <a:moveTo>
                    <a:pt x="20252" y="0"/>
                  </a:moveTo>
                  <a:lnTo>
                    <a:pt x="0" y="49249"/>
                  </a:lnTo>
                  <a:lnTo>
                    <a:pt x="19275" y="31147"/>
                  </a:lnTo>
                  <a:lnTo>
                    <a:pt x="37377" y="50422"/>
                  </a:lnTo>
                  <a:lnTo>
                    <a:pt x="20252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9838861" y="4757041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9838860" y="4757041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838861" y="4839313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838860" y="4839313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9838861" y="4921585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9838860" y="4921585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9838861" y="5008843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9838860" y="5008843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716972" y="4757041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8716971" y="4757041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8716972" y="4839313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8716971" y="4839313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716972" y="4921585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8716971" y="4921585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8716972" y="5008843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659109" y="0"/>
                  </a:moveTo>
                  <a:lnTo>
                    <a:pt x="0" y="0"/>
                  </a:lnTo>
                  <a:lnTo>
                    <a:pt x="0" y="56094"/>
                  </a:lnTo>
                  <a:lnTo>
                    <a:pt x="659109" y="56094"/>
                  </a:lnTo>
                  <a:lnTo>
                    <a:pt x="65910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8716971" y="5008843"/>
              <a:ext cx="659130" cy="56515"/>
            </a:xfrm>
            <a:custGeom>
              <a:avLst/>
              <a:gdLst/>
              <a:ahLst/>
              <a:cxnLst/>
              <a:rect l="l" t="t" r="r" b="b"/>
              <a:pathLst>
                <a:path w="659129" h="56514">
                  <a:moveTo>
                    <a:pt x="0" y="0"/>
                  </a:moveTo>
                  <a:lnTo>
                    <a:pt x="659109" y="0"/>
                  </a:lnTo>
                  <a:lnTo>
                    <a:pt x="659109" y="56094"/>
                  </a:lnTo>
                  <a:lnTo>
                    <a:pt x="0" y="56094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6" name="object 146"/>
          <p:cNvSpPr txBox="1"/>
          <p:nvPr/>
        </p:nvSpPr>
        <p:spPr>
          <a:xfrm>
            <a:off x="8622467" y="3589487"/>
            <a:ext cx="509270" cy="480059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150" spc="-10">
                <a:latin typeface="Arial"/>
                <a:cs typeface="Arial"/>
              </a:rPr>
              <a:t>logits</a:t>
            </a:r>
            <a:endParaRPr sz="11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85"/>
              </a:spcBef>
            </a:pPr>
            <a:r>
              <a:rPr dirty="0" sz="1550" spc="-50">
                <a:latin typeface="Arial"/>
                <a:cs typeface="Arial"/>
              </a:rPr>
              <a:t>U</a:t>
            </a:r>
            <a:endParaRPr sz="1550">
              <a:latin typeface="Arial"/>
              <a:cs typeface="Arial"/>
            </a:endParaRPr>
          </a:p>
        </p:txBody>
      </p:sp>
      <p:sp>
        <p:nvSpPr>
          <p:cNvPr id="319" name="object 319"/>
          <p:cNvSpPr txBox="1"/>
          <p:nvPr/>
        </p:nvSpPr>
        <p:spPr>
          <a:xfrm>
            <a:off x="7765469" y="4828687"/>
            <a:ext cx="274955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latin typeface="Arial"/>
                <a:cs typeface="Arial"/>
              </a:rPr>
              <a:t>…</a:t>
            </a:r>
            <a:endParaRPr sz="19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1243325" y="4828687"/>
            <a:ext cx="274955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latin typeface="Arial"/>
                <a:cs typeface="Arial"/>
              </a:rPr>
              <a:t>…</a:t>
            </a:r>
            <a:endParaRPr sz="19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38506" y="6160103"/>
            <a:ext cx="864869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10">
                <a:latin typeface="Arial"/>
                <a:cs typeface="Arial"/>
              </a:rPr>
              <a:t>Encoder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4447391" y="6162498"/>
            <a:ext cx="209550" cy="842644"/>
            <a:chOff x="4447391" y="6162498"/>
            <a:chExt cx="209550" cy="842644"/>
          </a:xfrm>
        </p:grpSpPr>
        <p:sp>
          <p:nvSpPr>
            <p:cNvPr id="148" name="object 148"/>
            <p:cNvSpPr/>
            <p:nvPr/>
          </p:nvSpPr>
          <p:spPr>
            <a:xfrm>
              <a:off x="4554039" y="6187509"/>
              <a:ext cx="96520" cy="635"/>
            </a:xfrm>
            <a:custGeom>
              <a:avLst/>
              <a:gdLst/>
              <a:ahLst/>
              <a:cxnLst/>
              <a:rect l="l" t="t" r="r" b="b"/>
              <a:pathLst>
                <a:path w="96520" h="635">
                  <a:moveTo>
                    <a:pt x="96486" y="190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4522713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4" h="37464">
                  <a:moveTo>
                    <a:pt x="50063" y="0"/>
                  </a:moveTo>
                  <a:lnTo>
                    <a:pt x="0" y="18660"/>
                  </a:lnTo>
                  <a:lnTo>
                    <a:pt x="325" y="18660"/>
                  </a:lnTo>
                  <a:lnTo>
                    <a:pt x="49988" y="37396"/>
                  </a:lnTo>
                  <a:lnTo>
                    <a:pt x="31326" y="18660"/>
                  </a:lnTo>
                  <a:lnTo>
                    <a:pt x="50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4522876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4" h="37464">
                  <a:moveTo>
                    <a:pt x="0" y="18599"/>
                  </a:moveTo>
                  <a:lnTo>
                    <a:pt x="49824" y="37396"/>
                  </a:lnTo>
                  <a:lnTo>
                    <a:pt x="31163" y="18660"/>
                  </a:lnTo>
                  <a:lnTo>
                    <a:pt x="49899" y="0"/>
                  </a:lnTo>
                  <a:lnTo>
                    <a:pt x="0" y="18599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4472439" y="6752120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79">
                  <a:moveTo>
                    <a:pt x="0" y="246227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4453741" y="6720956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4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4" h="50165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4453741" y="6720957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4" h="50165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5" name="object 155"/>
          <p:cNvGrpSpPr/>
          <p:nvPr/>
        </p:nvGrpSpPr>
        <p:grpSpPr>
          <a:xfrm>
            <a:off x="4022957" y="6035683"/>
            <a:ext cx="885190" cy="735965"/>
            <a:chOff x="4022957" y="6035683"/>
            <a:chExt cx="885190" cy="735965"/>
          </a:xfrm>
        </p:grpSpPr>
        <p:pic>
          <p:nvPicPr>
            <p:cNvPr id="156" name="object 1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2957" y="6035683"/>
              <a:ext cx="885045" cy="735460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4079778" y="6055473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610806" y="0"/>
                  </a:moveTo>
                  <a:lnTo>
                    <a:pt x="174515" y="0"/>
                  </a:lnTo>
                  <a:lnTo>
                    <a:pt x="128123" y="6233"/>
                  </a:lnTo>
                  <a:lnTo>
                    <a:pt x="86435" y="23826"/>
                  </a:lnTo>
                  <a:lnTo>
                    <a:pt x="51115" y="51114"/>
                  </a:lnTo>
                  <a:lnTo>
                    <a:pt x="23826" y="86435"/>
                  </a:lnTo>
                  <a:lnTo>
                    <a:pt x="6234" y="128123"/>
                  </a:lnTo>
                  <a:lnTo>
                    <a:pt x="0" y="174517"/>
                  </a:lnTo>
                  <a:lnTo>
                    <a:pt x="0" y="454818"/>
                  </a:lnTo>
                  <a:lnTo>
                    <a:pt x="6234" y="501211"/>
                  </a:lnTo>
                  <a:lnTo>
                    <a:pt x="23826" y="542899"/>
                  </a:lnTo>
                  <a:lnTo>
                    <a:pt x="51115" y="578219"/>
                  </a:lnTo>
                  <a:lnTo>
                    <a:pt x="86435" y="605507"/>
                  </a:lnTo>
                  <a:lnTo>
                    <a:pt x="128123" y="623100"/>
                  </a:lnTo>
                  <a:lnTo>
                    <a:pt x="174515" y="629334"/>
                  </a:lnTo>
                  <a:lnTo>
                    <a:pt x="610806" y="629334"/>
                  </a:lnTo>
                  <a:lnTo>
                    <a:pt x="657199" y="623100"/>
                  </a:lnTo>
                  <a:lnTo>
                    <a:pt x="698888" y="605507"/>
                  </a:lnTo>
                  <a:lnTo>
                    <a:pt x="734207" y="578219"/>
                  </a:lnTo>
                  <a:lnTo>
                    <a:pt x="761495" y="542899"/>
                  </a:lnTo>
                  <a:lnTo>
                    <a:pt x="779088" y="501211"/>
                  </a:lnTo>
                  <a:lnTo>
                    <a:pt x="785322" y="454818"/>
                  </a:lnTo>
                  <a:lnTo>
                    <a:pt x="785322" y="174517"/>
                  </a:lnTo>
                  <a:lnTo>
                    <a:pt x="779088" y="128123"/>
                  </a:lnTo>
                  <a:lnTo>
                    <a:pt x="761495" y="86435"/>
                  </a:lnTo>
                  <a:lnTo>
                    <a:pt x="734207" y="51114"/>
                  </a:lnTo>
                  <a:lnTo>
                    <a:pt x="698888" y="23826"/>
                  </a:lnTo>
                  <a:lnTo>
                    <a:pt x="657199" y="6233"/>
                  </a:lnTo>
                  <a:lnTo>
                    <a:pt x="61080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4079778" y="6055474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174516" y="0"/>
                  </a:moveTo>
                  <a:lnTo>
                    <a:pt x="610806" y="0"/>
                  </a:lnTo>
                  <a:lnTo>
                    <a:pt x="657199" y="6233"/>
                  </a:lnTo>
                  <a:lnTo>
                    <a:pt x="698887" y="23826"/>
                  </a:lnTo>
                  <a:lnTo>
                    <a:pt x="734207" y="51114"/>
                  </a:lnTo>
                  <a:lnTo>
                    <a:pt x="761495" y="86434"/>
                  </a:lnTo>
                  <a:lnTo>
                    <a:pt x="779088" y="128122"/>
                  </a:lnTo>
                  <a:lnTo>
                    <a:pt x="785322" y="174516"/>
                  </a:lnTo>
                  <a:lnTo>
                    <a:pt x="785322" y="454817"/>
                  </a:lnTo>
                  <a:lnTo>
                    <a:pt x="779088" y="501210"/>
                  </a:lnTo>
                  <a:lnTo>
                    <a:pt x="761495" y="542899"/>
                  </a:lnTo>
                  <a:lnTo>
                    <a:pt x="734207" y="578219"/>
                  </a:lnTo>
                  <a:lnTo>
                    <a:pt x="698887" y="605507"/>
                  </a:lnTo>
                  <a:lnTo>
                    <a:pt x="657199" y="623099"/>
                  </a:lnTo>
                  <a:lnTo>
                    <a:pt x="610806" y="629333"/>
                  </a:lnTo>
                  <a:lnTo>
                    <a:pt x="174516" y="629333"/>
                  </a:lnTo>
                  <a:lnTo>
                    <a:pt x="128123" y="623099"/>
                  </a:lnTo>
                  <a:lnTo>
                    <a:pt x="86434" y="605507"/>
                  </a:lnTo>
                  <a:lnTo>
                    <a:pt x="51114" y="578219"/>
                  </a:lnTo>
                  <a:lnTo>
                    <a:pt x="23826" y="542899"/>
                  </a:lnTo>
                  <a:lnTo>
                    <a:pt x="6233" y="501210"/>
                  </a:lnTo>
                  <a:lnTo>
                    <a:pt x="0" y="454817"/>
                  </a:lnTo>
                  <a:lnTo>
                    <a:pt x="0" y="174516"/>
                  </a:lnTo>
                  <a:lnTo>
                    <a:pt x="6233" y="128122"/>
                  </a:lnTo>
                  <a:lnTo>
                    <a:pt x="23826" y="86434"/>
                  </a:lnTo>
                  <a:lnTo>
                    <a:pt x="51114" y="51114"/>
                  </a:lnTo>
                  <a:lnTo>
                    <a:pt x="86434" y="23826"/>
                  </a:lnTo>
                  <a:lnTo>
                    <a:pt x="128123" y="6233"/>
                  </a:lnTo>
                  <a:lnTo>
                    <a:pt x="174516" y="0"/>
                  </a:lnTo>
                  <a:close/>
                </a:path>
              </a:pathLst>
            </a:custGeom>
            <a:ln w="24930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4138947" y="6378209"/>
              <a:ext cx="581025" cy="193675"/>
            </a:xfrm>
            <a:custGeom>
              <a:avLst/>
              <a:gdLst/>
              <a:ahLst/>
              <a:cxnLst/>
              <a:rect l="l" t="t" r="r" b="b"/>
              <a:pathLst>
                <a:path w="581025" h="193675">
                  <a:moveTo>
                    <a:pt x="484102" y="0"/>
                  </a:moveTo>
                  <a:lnTo>
                    <a:pt x="96819" y="0"/>
                  </a:lnTo>
                  <a:lnTo>
                    <a:pt x="0" y="193640"/>
                  </a:lnTo>
                  <a:lnTo>
                    <a:pt x="580923" y="193640"/>
                  </a:lnTo>
                  <a:lnTo>
                    <a:pt x="48410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4138947" y="6314045"/>
              <a:ext cx="581025" cy="257810"/>
            </a:xfrm>
            <a:custGeom>
              <a:avLst/>
              <a:gdLst/>
              <a:ahLst/>
              <a:cxnLst/>
              <a:rect l="l" t="t" r="r" b="b"/>
              <a:pathLst>
                <a:path w="581025" h="257809">
                  <a:moveTo>
                    <a:pt x="0" y="257805"/>
                  </a:moveTo>
                  <a:lnTo>
                    <a:pt x="580924" y="257805"/>
                  </a:lnTo>
                  <a:lnTo>
                    <a:pt x="484102" y="64163"/>
                  </a:lnTo>
                  <a:lnTo>
                    <a:pt x="96820" y="64163"/>
                  </a:lnTo>
                  <a:lnTo>
                    <a:pt x="0" y="257805"/>
                  </a:lnTo>
                  <a:close/>
                </a:path>
                <a:path w="581025" h="257809">
                  <a:moveTo>
                    <a:pt x="289557" y="64163"/>
                  </a:moveTo>
                  <a:lnTo>
                    <a:pt x="288957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4409382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4" h="50164">
                  <a:moveTo>
                    <a:pt x="18229" y="0"/>
                  </a:moveTo>
                  <a:lnTo>
                    <a:pt x="0" y="50034"/>
                  </a:lnTo>
                  <a:lnTo>
                    <a:pt x="18521" y="31160"/>
                  </a:lnTo>
                  <a:lnTo>
                    <a:pt x="30248" y="31160"/>
                  </a:lnTo>
                  <a:lnTo>
                    <a:pt x="18229" y="0"/>
                  </a:lnTo>
                  <a:close/>
                </a:path>
                <a:path w="37464" h="50164">
                  <a:moveTo>
                    <a:pt x="30248" y="31160"/>
                  </a:moveTo>
                  <a:lnTo>
                    <a:pt x="18521" y="31160"/>
                  </a:lnTo>
                  <a:lnTo>
                    <a:pt x="37393" y="49684"/>
                  </a:lnTo>
                  <a:lnTo>
                    <a:pt x="30248" y="3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4409382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4" h="50164">
                  <a:moveTo>
                    <a:pt x="18230" y="0"/>
                  </a:moveTo>
                  <a:lnTo>
                    <a:pt x="0" y="50033"/>
                  </a:lnTo>
                  <a:lnTo>
                    <a:pt x="18522" y="31161"/>
                  </a:lnTo>
                  <a:lnTo>
                    <a:pt x="37393" y="49684"/>
                  </a:lnTo>
                  <a:lnTo>
                    <a:pt x="1823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7" name="object 167"/>
          <p:cNvGrpSpPr/>
          <p:nvPr/>
        </p:nvGrpSpPr>
        <p:grpSpPr>
          <a:xfrm>
            <a:off x="4347753" y="6108292"/>
            <a:ext cx="158115" cy="158115"/>
            <a:chOff x="4347753" y="6108292"/>
            <a:chExt cx="158115" cy="158115"/>
          </a:xfrm>
        </p:grpSpPr>
        <p:sp>
          <p:nvSpPr>
            <p:cNvPr id="168" name="object 168"/>
            <p:cNvSpPr/>
            <p:nvPr/>
          </p:nvSpPr>
          <p:spPr>
            <a:xfrm>
              <a:off x="4354104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4" h="145414">
                  <a:moveTo>
                    <a:pt x="72614" y="0"/>
                  </a:moveTo>
                  <a:lnTo>
                    <a:pt x="0" y="72614"/>
                  </a:lnTo>
                  <a:lnTo>
                    <a:pt x="72614" y="145230"/>
                  </a:lnTo>
                  <a:lnTo>
                    <a:pt x="145230" y="72614"/>
                  </a:lnTo>
                  <a:lnTo>
                    <a:pt x="72614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4354103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4" h="145414">
                  <a:moveTo>
                    <a:pt x="145231" y="72614"/>
                  </a:moveTo>
                  <a:lnTo>
                    <a:pt x="72614" y="145231"/>
                  </a:lnTo>
                  <a:lnTo>
                    <a:pt x="0" y="72614"/>
                  </a:lnTo>
                  <a:lnTo>
                    <a:pt x="72614" y="0"/>
                  </a:lnTo>
                  <a:lnTo>
                    <a:pt x="145231" y="72614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4355777" y="5971232"/>
            <a:ext cx="147320" cy="6286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690"/>
              </a:spcBef>
            </a:pPr>
            <a:r>
              <a:rPr dirty="0" sz="1350" spc="-50">
                <a:latin typeface="Arial"/>
                <a:cs typeface="Arial"/>
              </a:rPr>
              <a:t>+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550" spc="-5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4635278" y="6109571"/>
            <a:ext cx="158115" cy="158115"/>
            <a:chOff x="4635278" y="6109571"/>
            <a:chExt cx="158115" cy="158115"/>
          </a:xfrm>
        </p:grpSpPr>
        <p:sp>
          <p:nvSpPr>
            <p:cNvPr id="164" name="object 164"/>
            <p:cNvSpPr/>
            <p:nvPr/>
          </p:nvSpPr>
          <p:spPr>
            <a:xfrm>
              <a:off x="4641511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4" h="145414">
                  <a:moveTo>
                    <a:pt x="145230" y="0"/>
                  </a:moveTo>
                  <a:lnTo>
                    <a:pt x="0" y="0"/>
                  </a:lnTo>
                  <a:lnTo>
                    <a:pt x="0" y="145230"/>
                  </a:lnTo>
                  <a:lnTo>
                    <a:pt x="145230" y="145230"/>
                  </a:lnTo>
                  <a:lnTo>
                    <a:pt x="145230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4641511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4" h="145414">
                  <a:moveTo>
                    <a:pt x="0" y="0"/>
                  </a:moveTo>
                  <a:lnTo>
                    <a:pt x="145231" y="0"/>
                  </a:lnTo>
                  <a:lnTo>
                    <a:pt x="145231" y="145231"/>
                  </a:lnTo>
                  <a:lnTo>
                    <a:pt x="0" y="145231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4688961" y="6060506"/>
            <a:ext cx="64769" cy="234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4466089" y="5581561"/>
            <a:ext cx="4672965" cy="1189990"/>
            <a:chOff x="4466089" y="5581561"/>
            <a:chExt cx="4672965" cy="1189990"/>
          </a:xfrm>
        </p:grpSpPr>
        <p:sp>
          <p:nvSpPr>
            <p:cNvPr id="172" name="object 172"/>
            <p:cNvSpPr/>
            <p:nvPr/>
          </p:nvSpPr>
          <p:spPr>
            <a:xfrm>
              <a:off x="4472439" y="5604710"/>
              <a:ext cx="4629150" cy="450850"/>
            </a:xfrm>
            <a:custGeom>
              <a:avLst/>
              <a:gdLst/>
              <a:ahLst/>
              <a:cxnLst/>
              <a:rect l="l" t="t" r="r" b="b"/>
              <a:pathLst>
                <a:path w="4629150" h="450850">
                  <a:moveTo>
                    <a:pt x="0" y="450763"/>
                  </a:moveTo>
                  <a:lnTo>
                    <a:pt x="462891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9080928" y="5587910"/>
              <a:ext cx="51435" cy="37465"/>
            </a:xfrm>
            <a:custGeom>
              <a:avLst/>
              <a:gdLst/>
              <a:ahLst/>
              <a:cxnLst/>
              <a:rect l="l" t="t" r="r" b="b"/>
              <a:pathLst>
                <a:path w="51434" h="37464">
                  <a:moveTo>
                    <a:pt x="0" y="0"/>
                  </a:moveTo>
                  <a:lnTo>
                    <a:pt x="20422" y="16798"/>
                  </a:lnTo>
                  <a:lnTo>
                    <a:pt x="3624" y="37221"/>
                  </a:lnTo>
                  <a:lnTo>
                    <a:pt x="51438" y="137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9080927" y="5587911"/>
              <a:ext cx="51435" cy="37465"/>
            </a:xfrm>
            <a:custGeom>
              <a:avLst/>
              <a:gdLst/>
              <a:ahLst/>
              <a:cxnLst/>
              <a:rect l="l" t="t" r="r" b="b"/>
              <a:pathLst>
                <a:path w="51434" h="37464">
                  <a:moveTo>
                    <a:pt x="51438" y="13778"/>
                  </a:moveTo>
                  <a:lnTo>
                    <a:pt x="0" y="0"/>
                  </a:lnTo>
                  <a:lnTo>
                    <a:pt x="20422" y="16798"/>
                  </a:lnTo>
                  <a:lnTo>
                    <a:pt x="3623" y="37220"/>
                  </a:lnTo>
                  <a:lnTo>
                    <a:pt x="51438" y="13778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94984" y="6035683"/>
              <a:ext cx="885045" cy="735460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5151805" y="6055472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610806" y="0"/>
                  </a:moveTo>
                  <a:lnTo>
                    <a:pt x="174515" y="0"/>
                  </a:lnTo>
                  <a:lnTo>
                    <a:pt x="128123" y="6233"/>
                  </a:lnTo>
                  <a:lnTo>
                    <a:pt x="86435" y="23826"/>
                  </a:lnTo>
                  <a:lnTo>
                    <a:pt x="51115" y="51114"/>
                  </a:lnTo>
                  <a:lnTo>
                    <a:pt x="23826" y="86435"/>
                  </a:lnTo>
                  <a:lnTo>
                    <a:pt x="6234" y="128123"/>
                  </a:lnTo>
                  <a:lnTo>
                    <a:pt x="0" y="174517"/>
                  </a:lnTo>
                  <a:lnTo>
                    <a:pt x="0" y="454818"/>
                  </a:lnTo>
                  <a:lnTo>
                    <a:pt x="6234" y="501211"/>
                  </a:lnTo>
                  <a:lnTo>
                    <a:pt x="23826" y="542899"/>
                  </a:lnTo>
                  <a:lnTo>
                    <a:pt x="51115" y="578219"/>
                  </a:lnTo>
                  <a:lnTo>
                    <a:pt x="86435" y="605507"/>
                  </a:lnTo>
                  <a:lnTo>
                    <a:pt x="128123" y="623100"/>
                  </a:lnTo>
                  <a:lnTo>
                    <a:pt x="174515" y="629334"/>
                  </a:lnTo>
                  <a:lnTo>
                    <a:pt x="610806" y="629334"/>
                  </a:lnTo>
                  <a:lnTo>
                    <a:pt x="657199" y="623100"/>
                  </a:lnTo>
                  <a:lnTo>
                    <a:pt x="698888" y="605507"/>
                  </a:lnTo>
                  <a:lnTo>
                    <a:pt x="734207" y="578219"/>
                  </a:lnTo>
                  <a:lnTo>
                    <a:pt x="761495" y="542899"/>
                  </a:lnTo>
                  <a:lnTo>
                    <a:pt x="779088" y="501211"/>
                  </a:lnTo>
                  <a:lnTo>
                    <a:pt x="785322" y="454818"/>
                  </a:lnTo>
                  <a:lnTo>
                    <a:pt x="785322" y="174517"/>
                  </a:lnTo>
                  <a:lnTo>
                    <a:pt x="779088" y="128123"/>
                  </a:lnTo>
                  <a:lnTo>
                    <a:pt x="761495" y="86435"/>
                  </a:lnTo>
                  <a:lnTo>
                    <a:pt x="734207" y="51114"/>
                  </a:lnTo>
                  <a:lnTo>
                    <a:pt x="698888" y="23826"/>
                  </a:lnTo>
                  <a:lnTo>
                    <a:pt x="657199" y="6233"/>
                  </a:lnTo>
                  <a:lnTo>
                    <a:pt x="61080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5151805" y="6055473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174516" y="0"/>
                  </a:moveTo>
                  <a:lnTo>
                    <a:pt x="610806" y="0"/>
                  </a:lnTo>
                  <a:lnTo>
                    <a:pt x="657199" y="6233"/>
                  </a:lnTo>
                  <a:lnTo>
                    <a:pt x="698887" y="23826"/>
                  </a:lnTo>
                  <a:lnTo>
                    <a:pt x="734207" y="51114"/>
                  </a:lnTo>
                  <a:lnTo>
                    <a:pt x="761495" y="86434"/>
                  </a:lnTo>
                  <a:lnTo>
                    <a:pt x="779088" y="128122"/>
                  </a:lnTo>
                  <a:lnTo>
                    <a:pt x="785322" y="174516"/>
                  </a:lnTo>
                  <a:lnTo>
                    <a:pt x="785322" y="454817"/>
                  </a:lnTo>
                  <a:lnTo>
                    <a:pt x="779088" y="501210"/>
                  </a:lnTo>
                  <a:lnTo>
                    <a:pt x="761495" y="542899"/>
                  </a:lnTo>
                  <a:lnTo>
                    <a:pt x="734207" y="578219"/>
                  </a:lnTo>
                  <a:lnTo>
                    <a:pt x="698887" y="605507"/>
                  </a:lnTo>
                  <a:lnTo>
                    <a:pt x="657199" y="623099"/>
                  </a:lnTo>
                  <a:lnTo>
                    <a:pt x="610806" y="629333"/>
                  </a:lnTo>
                  <a:lnTo>
                    <a:pt x="174516" y="629333"/>
                  </a:lnTo>
                  <a:lnTo>
                    <a:pt x="128123" y="623099"/>
                  </a:lnTo>
                  <a:lnTo>
                    <a:pt x="86434" y="605507"/>
                  </a:lnTo>
                  <a:lnTo>
                    <a:pt x="51114" y="578219"/>
                  </a:lnTo>
                  <a:lnTo>
                    <a:pt x="23826" y="542899"/>
                  </a:lnTo>
                  <a:lnTo>
                    <a:pt x="6233" y="501210"/>
                  </a:lnTo>
                  <a:lnTo>
                    <a:pt x="0" y="454817"/>
                  </a:lnTo>
                  <a:lnTo>
                    <a:pt x="0" y="174516"/>
                  </a:lnTo>
                  <a:lnTo>
                    <a:pt x="6233" y="128122"/>
                  </a:lnTo>
                  <a:lnTo>
                    <a:pt x="23826" y="86434"/>
                  </a:lnTo>
                  <a:lnTo>
                    <a:pt x="51114" y="51114"/>
                  </a:lnTo>
                  <a:lnTo>
                    <a:pt x="86434" y="23826"/>
                  </a:lnTo>
                  <a:lnTo>
                    <a:pt x="128123" y="6233"/>
                  </a:lnTo>
                  <a:lnTo>
                    <a:pt x="174516" y="0"/>
                  </a:lnTo>
                  <a:close/>
                </a:path>
              </a:pathLst>
            </a:custGeom>
            <a:ln w="24930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5210975" y="6378209"/>
              <a:ext cx="581025" cy="193675"/>
            </a:xfrm>
            <a:custGeom>
              <a:avLst/>
              <a:gdLst/>
              <a:ahLst/>
              <a:cxnLst/>
              <a:rect l="l" t="t" r="r" b="b"/>
              <a:pathLst>
                <a:path w="581025" h="193675">
                  <a:moveTo>
                    <a:pt x="484102" y="0"/>
                  </a:moveTo>
                  <a:lnTo>
                    <a:pt x="96819" y="0"/>
                  </a:lnTo>
                  <a:lnTo>
                    <a:pt x="0" y="193640"/>
                  </a:lnTo>
                  <a:lnTo>
                    <a:pt x="580923" y="193640"/>
                  </a:lnTo>
                  <a:lnTo>
                    <a:pt x="48410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210974" y="6314045"/>
              <a:ext cx="581025" cy="257810"/>
            </a:xfrm>
            <a:custGeom>
              <a:avLst/>
              <a:gdLst/>
              <a:ahLst/>
              <a:cxnLst/>
              <a:rect l="l" t="t" r="r" b="b"/>
              <a:pathLst>
                <a:path w="581025" h="257809">
                  <a:moveTo>
                    <a:pt x="0" y="257805"/>
                  </a:moveTo>
                  <a:lnTo>
                    <a:pt x="580924" y="257805"/>
                  </a:lnTo>
                  <a:lnTo>
                    <a:pt x="484102" y="64163"/>
                  </a:lnTo>
                  <a:lnTo>
                    <a:pt x="96820" y="64163"/>
                  </a:lnTo>
                  <a:lnTo>
                    <a:pt x="0" y="257805"/>
                  </a:lnTo>
                  <a:close/>
                </a:path>
                <a:path w="581025" h="257809">
                  <a:moveTo>
                    <a:pt x="289557" y="64163"/>
                  </a:moveTo>
                  <a:lnTo>
                    <a:pt x="288957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81410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4" h="50164">
                  <a:moveTo>
                    <a:pt x="18229" y="0"/>
                  </a:moveTo>
                  <a:lnTo>
                    <a:pt x="0" y="50034"/>
                  </a:lnTo>
                  <a:lnTo>
                    <a:pt x="18521" y="31160"/>
                  </a:lnTo>
                  <a:lnTo>
                    <a:pt x="30248" y="31160"/>
                  </a:lnTo>
                  <a:lnTo>
                    <a:pt x="18229" y="0"/>
                  </a:lnTo>
                  <a:close/>
                </a:path>
                <a:path w="37464" h="50164">
                  <a:moveTo>
                    <a:pt x="30248" y="31160"/>
                  </a:moveTo>
                  <a:lnTo>
                    <a:pt x="18521" y="31160"/>
                  </a:lnTo>
                  <a:lnTo>
                    <a:pt x="37393" y="49684"/>
                  </a:lnTo>
                  <a:lnTo>
                    <a:pt x="30248" y="3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481409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4" h="50164">
                  <a:moveTo>
                    <a:pt x="18230" y="0"/>
                  </a:moveTo>
                  <a:lnTo>
                    <a:pt x="0" y="50033"/>
                  </a:lnTo>
                  <a:lnTo>
                    <a:pt x="18522" y="31161"/>
                  </a:lnTo>
                  <a:lnTo>
                    <a:pt x="37393" y="49684"/>
                  </a:lnTo>
                  <a:lnTo>
                    <a:pt x="1823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2" name="object 182"/>
          <p:cNvGrpSpPr/>
          <p:nvPr/>
        </p:nvGrpSpPr>
        <p:grpSpPr>
          <a:xfrm>
            <a:off x="5707305" y="6109571"/>
            <a:ext cx="158115" cy="158115"/>
            <a:chOff x="5707305" y="6109571"/>
            <a:chExt cx="158115" cy="158115"/>
          </a:xfrm>
        </p:grpSpPr>
        <p:sp>
          <p:nvSpPr>
            <p:cNvPr id="183" name="object 183"/>
            <p:cNvSpPr/>
            <p:nvPr/>
          </p:nvSpPr>
          <p:spPr>
            <a:xfrm>
              <a:off x="5713538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4" h="145414">
                  <a:moveTo>
                    <a:pt x="145230" y="0"/>
                  </a:moveTo>
                  <a:lnTo>
                    <a:pt x="0" y="0"/>
                  </a:lnTo>
                  <a:lnTo>
                    <a:pt x="0" y="145230"/>
                  </a:lnTo>
                  <a:lnTo>
                    <a:pt x="145230" y="145230"/>
                  </a:lnTo>
                  <a:lnTo>
                    <a:pt x="145230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13538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4" h="145414">
                  <a:moveTo>
                    <a:pt x="0" y="0"/>
                  </a:moveTo>
                  <a:lnTo>
                    <a:pt x="145231" y="0"/>
                  </a:lnTo>
                  <a:lnTo>
                    <a:pt x="145231" y="145231"/>
                  </a:lnTo>
                  <a:lnTo>
                    <a:pt x="0" y="145231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6" name="object 186"/>
          <p:cNvGrpSpPr/>
          <p:nvPr/>
        </p:nvGrpSpPr>
        <p:grpSpPr>
          <a:xfrm>
            <a:off x="5419781" y="6108292"/>
            <a:ext cx="309245" cy="158115"/>
            <a:chOff x="5419781" y="6108292"/>
            <a:chExt cx="309245" cy="158115"/>
          </a:xfrm>
        </p:grpSpPr>
        <p:sp>
          <p:nvSpPr>
            <p:cNvPr id="187" name="object 187"/>
            <p:cNvSpPr/>
            <p:nvPr/>
          </p:nvSpPr>
          <p:spPr>
            <a:xfrm>
              <a:off x="5626066" y="6187508"/>
              <a:ext cx="96520" cy="635"/>
            </a:xfrm>
            <a:custGeom>
              <a:avLst/>
              <a:gdLst/>
              <a:ahLst/>
              <a:cxnLst/>
              <a:rect l="l" t="t" r="r" b="b"/>
              <a:pathLst>
                <a:path w="96520" h="635">
                  <a:moveTo>
                    <a:pt x="96486" y="190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594740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4" h="37464">
                  <a:moveTo>
                    <a:pt x="50063" y="0"/>
                  </a:moveTo>
                  <a:lnTo>
                    <a:pt x="0" y="18660"/>
                  </a:lnTo>
                  <a:lnTo>
                    <a:pt x="325" y="18660"/>
                  </a:lnTo>
                  <a:lnTo>
                    <a:pt x="49988" y="37396"/>
                  </a:lnTo>
                  <a:lnTo>
                    <a:pt x="31326" y="18660"/>
                  </a:lnTo>
                  <a:lnTo>
                    <a:pt x="50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594903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4" h="37464">
                  <a:moveTo>
                    <a:pt x="0" y="18599"/>
                  </a:moveTo>
                  <a:lnTo>
                    <a:pt x="49824" y="37396"/>
                  </a:lnTo>
                  <a:lnTo>
                    <a:pt x="31163" y="18660"/>
                  </a:lnTo>
                  <a:lnTo>
                    <a:pt x="49899" y="0"/>
                  </a:lnTo>
                  <a:lnTo>
                    <a:pt x="0" y="18599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26132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4" h="145414">
                  <a:moveTo>
                    <a:pt x="72614" y="0"/>
                  </a:moveTo>
                  <a:lnTo>
                    <a:pt x="0" y="72614"/>
                  </a:lnTo>
                  <a:lnTo>
                    <a:pt x="72614" y="145230"/>
                  </a:lnTo>
                  <a:lnTo>
                    <a:pt x="145230" y="72614"/>
                  </a:lnTo>
                  <a:lnTo>
                    <a:pt x="72614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5426131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4" h="145414">
                  <a:moveTo>
                    <a:pt x="145231" y="72614"/>
                  </a:moveTo>
                  <a:lnTo>
                    <a:pt x="72614" y="145231"/>
                  </a:lnTo>
                  <a:lnTo>
                    <a:pt x="0" y="72614"/>
                  </a:lnTo>
                  <a:lnTo>
                    <a:pt x="72614" y="0"/>
                  </a:lnTo>
                  <a:lnTo>
                    <a:pt x="145231" y="72614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2" name="object 192"/>
          <p:cNvSpPr txBox="1"/>
          <p:nvPr/>
        </p:nvSpPr>
        <p:spPr>
          <a:xfrm>
            <a:off x="5427805" y="5971232"/>
            <a:ext cx="147320" cy="6286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690"/>
              </a:spcBef>
            </a:pPr>
            <a:r>
              <a:rPr dirty="0" sz="1350" spc="-50">
                <a:latin typeface="Arial"/>
                <a:cs typeface="Arial"/>
              </a:rPr>
              <a:t>+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550" spc="-5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5760989" y="6060506"/>
            <a:ext cx="64769" cy="234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5340634" y="5590100"/>
            <a:ext cx="3726815" cy="1181100"/>
            <a:chOff x="5340634" y="5590100"/>
            <a:chExt cx="3726815" cy="1181100"/>
          </a:xfrm>
        </p:grpSpPr>
        <p:sp>
          <p:nvSpPr>
            <p:cNvPr id="194" name="object 194"/>
            <p:cNvSpPr/>
            <p:nvPr/>
          </p:nvSpPr>
          <p:spPr>
            <a:xfrm>
              <a:off x="5346984" y="5612823"/>
              <a:ext cx="3683000" cy="435609"/>
            </a:xfrm>
            <a:custGeom>
              <a:avLst/>
              <a:gdLst/>
              <a:ahLst/>
              <a:cxnLst/>
              <a:rect l="l" t="t" r="r" b="b"/>
              <a:pathLst>
                <a:path w="3683000" h="435610">
                  <a:moveTo>
                    <a:pt x="0" y="435325"/>
                  </a:moveTo>
                  <a:lnTo>
                    <a:pt x="3682689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9008910" y="5596450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70" h="37464">
                  <a:moveTo>
                    <a:pt x="0" y="0"/>
                  </a:moveTo>
                  <a:lnTo>
                    <a:pt x="20764" y="16372"/>
                  </a:lnTo>
                  <a:lnTo>
                    <a:pt x="4390" y="37136"/>
                  </a:lnTo>
                  <a:lnTo>
                    <a:pt x="51711" y="127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9008909" y="5596450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70" h="37464">
                  <a:moveTo>
                    <a:pt x="51711" y="12714"/>
                  </a:moveTo>
                  <a:lnTo>
                    <a:pt x="0" y="0"/>
                  </a:lnTo>
                  <a:lnTo>
                    <a:pt x="20763" y="16373"/>
                  </a:lnTo>
                  <a:lnTo>
                    <a:pt x="4390" y="37137"/>
                  </a:lnTo>
                  <a:lnTo>
                    <a:pt x="51711" y="12714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6736" y="6035683"/>
              <a:ext cx="885045" cy="735460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6322103" y="6055473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610806" y="0"/>
                  </a:moveTo>
                  <a:lnTo>
                    <a:pt x="174515" y="0"/>
                  </a:lnTo>
                  <a:lnTo>
                    <a:pt x="128122" y="6233"/>
                  </a:lnTo>
                  <a:lnTo>
                    <a:pt x="86434" y="23826"/>
                  </a:lnTo>
                  <a:lnTo>
                    <a:pt x="51114" y="51114"/>
                  </a:lnTo>
                  <a:lnTo>
                    <a:pt x="23826" y="86435"/>
                  </a:lnTo>
                  <a:lnTo>
                    <a:pt x="6233" y="128123"/>
                  </a:lnTo>
                  <a:lnTo>
                    <a:pt x="0" y="174517"/>
                  </a:lnTo>
                  <a:lnTo>
                    <a:pt x="0" y="454818"/>
                  </a:lnTo>
                  <a:lnTo>
                    <a:pt x="6233" y="501211"/>
                  </a:lnTo>
                  <a:lnTo>
                    <a:pt x="23826" y="542899"/>
                  </a:lnTo>
                  <a:lnTo>
                    <a:pt x="51114" y="578219"/>
                  </a:lnTo>
                  <a:lnTo>
                    <a:pt x="86434" y="605507"/>
                  </a:lnTo>
                  <a:lnTo>
                    <a:pt x="128122" y="623100"/>
                  </a:lnTo>
                  <a:lnTo>
                    <a:pt x="174515" y="629334"/>
                  </a:lnTo>
                  <a:lnTo>
                    <a:pt x="610806" y="629334"/>
                  </a:lnTo>
                  <a:lnTo>
                    <a:pt x="657199" y="623100"/>
                  </a:lnTo>
                  <a:lnTo>
                    <a:pt x="698887" y="605507"/>
                  </a:lnTo>
                  <a:lnTo>
                    <a:pt x="734207" y="578219"/>
                  </a:lnTo>
                  <a:lnTo>
                    <a:pt x="761495" y="542899"/>
                  </a:lnTo>
                  <a:lnTo>
                    <a:pt x="779088" y="501211"/>
                  </a:lnTo>
                  <a:lnTo>
                    <a:pt x="785322" y="454818"/>
                  </a:lnTo>
                  <a:lnTo>
                    <a:pt x="785322" y="174517"/>
                  </a:lnTo>
                  <a:lnTo>
                    <a:pt x="779088" y="128123"/>
                  </a:lnTo>
                  <a:lnTo>
                    <a:pt x="761495" y="86435"/>
                  </a:lnTo>
                  <a:lnTo>
                    <a:pt x="734207" y="51114"/>
                  </a:lnTo>
                  <a:lnTo>
                    <a:pt x="698887" y="23826"/>
                  </a:lnTo>
                  <a:lnTo>
                    <a:pt x="657199" y="6233"/>
                  </a:lnTo>
                  <a:lnTo>
                    <a:pt x="61080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6322102" y="6055474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174516" y="0"/>
                  </a:moveTo>
                  <a:lnTo>
                    <a:pt x="610806" y="0"/>
                  </a:lnTo>
                  <a:lnTo>
                    <a:pt x="657199" y="6233"/>
                  </a:lnTo>
                  <a:lnTo>
                    <a:pt x="698887" y="23826"/>
                  </a:lnTo>
                  <a:lnTo>
                    <a:pt x="734207" y="51114"/>
                  </a:lnTo>
                  <a:lnTo>
                    <a:pt x="761495" y="86434"/>
                  </a:lnTo>
                  <a:lnTo>
                    <a:pt x="779088" y="128122"/>
                  </a:lnTo>
                  <a:lnTo>
                    <a:pt x="785322" y="174516"/>
                  </a:lnTo>
                  <a:lnTo>
                    <a:pt x="785322" y="454817"/>
                  </a:lnTo>
                  <a:lnTo>
                    <a:pt x="779088" y="501210"/>
                  </a:lnTo>
                  <a:lnTo>
                    <a:pt x="761495" y="542899"/>
                  </a:lnTo>
                  <a:lnTo>
                    <a:pt x="734207" y="578219"/>
                  </a:lnTo>
                  <a:lnTo>
                    <a:pt x="698887" y="605507"/>
                  </a:lnTo>
                  <a:lnTo>
                    <a:pt x="657199" y="623099"/>
                  </a:lnTo>
                  <a:lnTo>
                    <a:pt x="610806" y="629333"/>
                  </a:lnTo>
                  <a:lnTo>
                    <a:pt x="174516" y="629333"/>
                  </a:lnTo>
                  <a:lnTo>
                    <a:pt x="128122" y="623099"/>
                  </a:lnTo>
                  <a:lnTo>
                    <a:pt x="86434" y="605507"/>
                  </a:lnTo>
                  <a:lnTo>
                    <a:pt x="51114" y="578219"/>
                  </a:lnTo>
                  <a:lnTo>
                    <a:pt x="23826" y="542899"/>
                  </a:lnTo>
                  <a:lnTo>
                    <a:pt x="6233" y="501210"/>
                  </a:lnTo>
                  <a:lnTo>
                    <a:pt x="0" y="454817"/>
                  </a:lnTo>
                  <a:lnTo>
                    <a:pt x="0" y="174516"/>
                  </a:lnTo>
                  <a:lnTo>
                    <a:pt x="6233" y="128122"/>
                  </a:lnTo>
                  <a:lnTo>
                    <a:pt x="23826" y="86434"/>
                  </a:lnTo>
                  <a:lnTo>
                    <a:pt x="51114" y="51114"/>
                  </a:lnTo>
                  <a:lnTo>
                    <a:pt x="86434" y="23826"/>
                  </a:lnTo>
                  <a:lnTo>
                    <a:pt x="128122" y="6233"/>
                  </a:lnTo>
                  <a:lnTo>
                    <a:pt x="174516" y="0"/>
                  </a:lnTo>
                  <a:close/>
                </a:path>
              </a:pathLst>
            </a:custGeom>
            <a:ln w="24930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6381271" y="6378209"/>
              <a:ext cx="581025" cy="193675"/>
            </a:xfrm>
            <a:custGeom>
              <a:avLst/>
              <a:gdLst/>
              <a:ahLst/>
              <a:cxnLst/>
              <a:rect l="l" t="t" r="r" b="b"/>
              <a:pathLst>
                <a:path w="581025" h="193675">
                  <a:moveTo>
                    <a:pt x="484102" y="0"/>
                  </a:moveTo>
                  <a:lnTo>
                    <a:pt x="96820" y="0"/>
                  </a:lnTo>
                  <a:lnTo>
                    <a:pt x="0" y="193640"/>
                  </a:lnTo>
                  <a:lnTo>
                    <a:pt x="580923" y="193640"/>
                  </a:lnTo>
                  <a:lnTo>
                    <a:pt x="48410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6381270" y="6314045"/>
              <a:ext cx="581025" cy="257810"/>
            </a:xfrm>
            <a:custGeom>
              <a:avLst/>
              <a:gdLst/>
              <a:ahLst/>
              <a:cxnLst/>
              <a:rect l="l" t="t" r="r" b="b"/>
              <a:pathLst>
                <a:path w="581025" h="257809">
                  <a:moveTo>
                    <a:pt x="0" y="257805"/>
                  </a:moveTo>
                  <a:lnTo>
                    <a:pt x="580924" y="257805"/>
                  </a:lnTo>
                  <a:lnTo>
                    <a:pt x="484102" y="64163"/>
                  </a:lnTo>
                  <a:lnTo>
                    <a:pt x="96821" y="64163"/>
                  </a:lnTo>
                  <a:lnTo>
                    <a:pt x="0" y="257805"/>
                  </a:lnTo>
                  <a:close/>
                </a:path>
                <a:path w="581025" h="257809">
                  <a:moveTo>
                    <a:pt x="289557" y="64163"/>
                  </a:moveTo>
                  <a:lnTo>
                    <a:pt x="288957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6651706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29" y="0"/>
                  </a:moveTo>
                  <a:lnTo>
                    <a:pt x="0" y="50034"/>
                  </a:lnTo>
                  <a:lnTo>
                    <a:pt x="18521" y="31160"/>
                  </a:lnTo>
                  <a:lnTo>
                    <a:pt x="30248" y="31160"/>
                  </a:lnTo>
                  <a:lnTo>
                    <a:pt x="18229" y="0"/>
                  </a:lnTo>
                  <a:close/>
                </a:path>
                <a:path w="37465" h="50164">
                  <a:moveTo>
                    <a:pt x="30248" y="31160"/>
                  </a:moveTo>
                  <a:lnTo>
                    <a:pt x="18521" y="31160"/>
                  </a:lnTo>
                  <a:lnTo>
                    <a:pt x="37393" y="49684"/>
                  </a:lnTo>
                  <a:lnTo>
                    <a:pt x="30248" y="3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6651705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30" y="0"/>
                  </a:moveTo>
                  <a:lnTo>
                    <a:pt x="0" y="50033"/>
                  </a:lnTo>
                  <a:lnTo>
                    <a:pt x="18522" y="31161"/>
                  </a:lnTo>
                  <a:lnTo>
                    <a:pt x="37395" y="49684"/>
                  </a:lnTo>
                  <a:lnTo>
                    <a:pt x="1823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4" name="object 204"/>
          <p:cNvGrpSpPr/>
          <p:nvPr/>
        </p:nvGrpSpPr>
        <p:grpSpPr>
          <a:xfrm>
            <a:off x="6877601" y="6109571"/>
            <a:ext cx="158115" cy="158115"/>
            <a:chOff x="6877601" y="6109571"/>
            <a:chExt cx="158115" cy="158115"/>
          </a:xfrm>
        </p:grpSpPr>
        <p:sp>
          <p:nvSpPr>
            <p:cNvPr id="205" name="object 205"/>
            <p:cNvSpPr/>
            <p:nvPr/>
          </p:nvSpPr>
          <p:spPr>
            <a:xfrm>
              <a:off x="6883834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0" y="0"/>
                  </a:moveTo>
                  <a:lnTo>
                    <a:pt x="0" y="0"/>
                  </a:lnTo>
                  <a:lnTo>
                    <a:pt x="0" y="145230"/>
                  </a:lnTo>
                  <a:lnTo>
                    <a:pt x="145230" y="145230"/>
                  </a:lnTo>
                  <a:lnTo>
                    <a:pt x="145230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6883833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0" y="0"/>
                  </a:moveTo>
                  <a:lnTo>
                    <a:pt x="145231" y="0"/>
                  </a:lnTo>
                  <a:lnTo>
                    <a:pt x="145231" y="145231"/>
                  </a:lnTo>
                  <a:lnTo>
                    <a:pt x="0" y="145231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8" name="object 208"/>
          <p:cNvGrpSpPr/>
          <p:nvPr/>
        </p:nvGrpSpPr>
        <p:grpSpPr>
          <a:xfrm>
            <a:off x="6590077" y="6108292"/>
            <a:ext cx="309245" cy="158115"/>
            <a:chOff x="6590077" y="6108292"/>
            <a:chExt cx="309245" cy="158115"/>
          </a:xfrm>
        </p:grpSpPr>
        <p:sp>
          <p:nvSpPr>
            <p:cNvPr id="209" name="object 209"/>
            <p:cNvSpPr/>
            <p:nvPr/>
          </p:nvSpPr>
          <p:spPr>
            <a:xfrm>
              <a:off x="6796363" y="6187508"/>
              <a:ext cx="96520" cy="635"/>
            </a:xfrm>
            <a:custGeom>
              <a:avLst/>
              <a:gdLst/>
              <a:ahLst/>
              <a:cxnLst/>
              <a:rect l="l" t="t" r="r" b="b"/>
              <a:pathLst>
                <a:path w="96520" h="635">
                  <a:moveTo>
                    <a:pt x="96486" y="190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6765036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50063" y="0"/>
                  </a:moveTo>
                  <a:lnTo>
                    <a:pt x="0" y="18660"/>
                  </a:lnTo>
                  <a:lnTo>
                    <a:pt x="325" y="18660"/>
                  </a:lnTo>
                  <a:lnTo>
                    <a:pt x="49988" y="37396"/>
                  </a:lnTo>
                  <a:lnTo>
                    <a:pt x="31326" y="18660"/>
                  </a:lnTo>
                  <a:lnTo>
                    <a:pt x="50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6765199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0" y="18599"/>
                  </a:moveTo>
                  <a:lnTo>
                    <a:pt x="49824" y="37396"/>
                  </a:lnTo>
                  <a:lnTo>
                    <a:pt x="31163" y="18660"/>
                  </a:lnTo>
                  <a:lnTo>
                    <a:pt x="49899" y="0"/>
                  </a:lnTo>
                  <a:lnTo>
                    <a:pt x="0" y="18599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6596428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72614" y="0"/>
                  </a:moveTo>
                  <a:lnTo>
                    <a:pt x="0" y="72614"/>
                  </a:lnTo>
                  <a:lnTo>
                    <a:pt x="72614" y="145230"/>
                  </a:lnTo>
                  <a:lnTo>
                    <a:pt x="145230" y="72614"/>
                  </a:lnTo>
                  <a:lnTo>
                    <a:pt x="72614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6596427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1" y="72614"/>
                  </a:moveTo>
                  <a:lnTo>
                    <a:pt x="72614" y="145231"/>
                  </a:lnTo>
                  <a:lnTo>
                    <a:pt x="0" y="72614"/>
                  </a:lnTo>
                  <a:lnTo>
                    <a:pt x="72614" y="0"/>
                  </a:lnTo>
                  <a:lnTo>
                    <a:pt x="145231" y="72614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4" name="object 214"/>
          <p:cNvSpPr txBox="1"/>
          <p:nvPr/>
        </p:nvSpPr>
        <p:spPr>
          <a:xfrm>
            <a:off x="6598101" y="5971232"/>
            <a:ext cx="147320" cy="6286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690"/>
              </a:spcBef>
            </a:pPr>
            <a:r>
              <a:rPr dirty="0" sz="1350" spc="-50">
                <a:latin typeface="Arial"/>
                <a:cs typeface="Arial"/>
              </a:rPr>
              <a:t>+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550" spc="-5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6931284" y="6060506"/>
            <a:ext cx="64769" cy="234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6766240" y="5543774"/>
            <a:ext cx="2263140" cy="1227455"/>
            <a:chOff x="6766240" y="5543774"/>
            <a:chExt cx="2263140" cy="1227455"/>
          </a:xfrm>
        </p:grpSpPr>
        <p:sp>
          <p:nvSpPr>
            <p:cNvPr id="216" name="object 216"/>
            <p:cNvSpPr/>
            <p:nvPr/>
          </p:nvSpPr>
          <p:spPr>
            <a:xfrm>
              <a:off x="6772590" y="5564461"/>
              <a:ext cx="2219960" cy="478790"/>
            </a:xfrm>
            <a:custGeom>
              <a:avLst/>
              <a:gdLst/>
              <a:ahLst/>
              <a:cxnLst/>
              <a:rect l="l" t="t" r="r" b="b"/>
              <a:pathLst>
                <a:path w="2219959" h="478789">
                  <a:moveTo>
                    <a:pt x="0" y="478546"/>
                  </a:moveTo>
                  <a:lnTo>
                    <a:pt x="221994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8970312" y="5550123"/>
              <a:ext cx="52705" cy="36830"/>
            </a:xfrm>
            <a:custGeom>
              <a:avLst/>
              <a:gdLst/>
              <a:ahLst/>
              <a:cxnLst/>
              <a:rect l="l" t="t" r="r" b="b"/>
              <a:pathLst>
                <a:path w="52704" h="36829">
                  <a:moveTo>
                    <a:pt x="0" y="0"/>
                  </a:moveTo>
                  <a:lnTo>
                    <a:pt x="22218" y="14338"/>
                  </a:lnTo>
                  <a:lnTo>
                    <a:pt x="7879" y="36556"/>
                  </a:lnTo>
                  <a:lnTo>
                    <a:pt x="52682" y="77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8970312" y="5550124"/>
              <a:ext cx="52705" cy="36830"/>
            </a:xfrm>
            <a:custGeom>
              <a:avLst/>
              <a:gdLst/>
              <a:ahLst/>
              <a:cxnLst/>
              <a:rect l="l" t="t" r="r" b="b"/>
              <a:pathLst>
                <a:path w="52704" h="36829">
                  <a:moveTo>
                    <a:pt x="52681" y="7770"/>
                  </a:moveTo>
                  <a:lnTo>
                    <a:pt x="0" y="0"/>
                  </a:lnTo>
                  <a:lnTo>
                    <a:pt x="22218" y="14337"/>
                  </a:lnTo>
                  <a:lnTo>
                    <a:pt x="7879" y="36557"/>
                  </a:lnTo>
                  <a:lnTo>
                    <a:pt x="52681" y="777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50951" y="6035683"/>
              <a:ext cx="897511" cy="735460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7507772" y="6055473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610806" y="0"/>
                  </a:moveTo>
                  <a:lnTo>
                    <a:pt x="174517" y="0"/>
                  </a:lnTo>
                  <a:lnTo>
                    <a:pt x="128124" y="6233"/>
                  </a:lnTo>
                  <a:lnTo>
                    <a:pt x="86435" y="23826"/>
                  </a:lnTo>
                  <a:lnTo>
                    <a:pt x="51115" y="51114"/>
                  </a:lnTo>
                  <a:lnTo>
                    <a:pt x="23827" y="86435"/>
                  </a:lnTo>
                  <a:lnTo>
                    <a:pt x="6234" y="128123"/>
                  </a:lnTo>
                  <a:lnTo>
                    <a:pt x="0" y="174517"/>
                  </a:lnTo>
                  <a:lnTo>
                    <a:pt x="0" y="454818"/>
                  </a:lnTo>
                  <a:lnTo>
                    <a:pt x="6234" y="501211"/>
                  </a:lnTo>
                  <a:lnTo>
                    <a:pt x="23827" y="542899"/>
                  </a:lnTo>
                  <a:lnTo>
                    <a:pt x="51115" y="578219"/>
                  </a:lnTo>
                  <a:lnTo>
                    <a:pt x="86435" y="605507"/>
                  </a:lnTo>
                  <a:lnTo>
                    <a:pt x="128124" y="623100"/>
                  </a:lnTo>
                  <a:lnTo>
                    <a:pt x="174517" y="629334"/>
                  </a:lnTo>
                  <a:lnTo>
                    <a:pt x="610806" y="629334"/>
                  </a:lnTo>
                  <a:lnTo>
                    <a:pt x="657199" y="623100"/>
                  </a:lnTo>
                  <a:lnTo>
                    <a:pt x="698888" y="605507"/>
                  </a:lnTo>
                  <a:lnTo>
                    <a:pt x="734207" y="578219"/>
                  </a:lnTo>
                  <a:lnTo>
                    <a:pt x="761495" y="542899"/>
                  </a:lnTo>
                  <a:lnTo>
                    <a:pt x="779088" y="501211"/>
                  </a:lnTo>
                  <a:lnTo>
                    <a:pt x="785322" y="454818"/>
                  </a:lnTo>
                  <a:lnTo>
                    <a:pt x="785322" y="174517"/>
                  </a:lnTo>
                  <a:lnTo>
                    <a:pt x="779088" y="128123"/>
                  </a:lnTo>
                  <a:lnTo>
                    <a:pt x="761495" y="86435"/>
                  </a:lnTo>
                  <a:lnTo>
                    <a:pt x="734207" y="51114"/>
                  </a:lnTo>
                  <a:lnTo>
                    <a:pt x="698888" y="23826"/>
                  </a:lnTo>
                  <a:lnTo>
                    <a:pt x="657199" y="6233"/>
                  </a:lnTo>
                  <a:lnTo>
                    <a:pt x="61080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7507773" y="6055473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174516" y="0"/>
                  </a:moveTo>
                  <a:lnTo>
                    <a:pt x="610806" y="0"/>
                  </a:lnTo>
                  <a:lnTo>
                    <a:pt x="657199" y="6233"/>
                  </a:lnTo>
                  <a:lnTo>
                    <a:pt x="698887" y="23826"/>
                  </a:lnTo>
                  <a:lnTo>
                    <a:pt x="734207" y="51114"/>
                  </a:lnTo>
                  <a:lnTo>
                    <a:pt x="761495" y="86434"/>
                  </a:lnTo>
                  <a:lnTo>
                    <a:pt x="779088" y="128122"/>
                  </a:lnTo>
                  <a:lnTo>
                    <a:pt x="785322" y="174516"/>
                  </a:lnTo>
                  <a:lnTo>
                    <a:pt x="785322" y="454817"/>
                  </a:lnTo>
                  <a:lnTo>
                    <a:pt x="779088" y="501210"/>
                  </a:lnTo>
                  <a:lnTo>
                    <a:pt x="761495" y="542899"/>
                  </a:lnTo>
                  <a:lnTo>
                    <a:pt x="734207" y="578219"/>
                  </a:lnTo>
                  <a:lnTo>
                    <a:pt x="698887" y="605507"/>
                  </a:lnTo>
                  <a:lnTo>
                    <a:pt x="657199" y="623099"/>
                  </a:lnTo>
                  <a:lnTo>
                    <a:pt x="610806" y="629333"/>
                  </a:lnTo>
                  <a:lnTo>
                    <a:pt x="174516" y="629333"/>
                  </a:lnTo>
                  <a:lnTo>
                    <a:pt x="128123" y="623099"/>
                  </a:lnTo>
                  <a:lnTo>
                    <a:pt x="86434" y="605507"/>
                  </a:lnTo>
                  <a:lnTo>
                    <a:pt x="51114" y="578219"/>
                  </a:lnTo>
                  <a:lnTo>
                    <a:pt x="23826" y="542899"/>
                  </a:lnTo>
                  <a:lnTo>
                    <a:pt x="6233" y="501210"/>
                  </a:lnTo>
                  <a:lnTo>
                    <a:pt x="0" y="454817"/>
                  </a:lnTo>
                  <a:lnTo>
                    <a:pt x="0" y="174516"/>
                  </a:lnTo>
                  <a:lnTo>
                    <a:pt x="6233" y="128122"/>
                  </a:lnTo>
                  <a:lnTo>
                    <a:pt x="23826" y="86434"/>
                  </a:lnTo>
                  <a:lnTo>
                    <a:pt x="51114" y="51114"/>
                  </a:lnTo>
                  <a:lnTo>
                    <a:pt x="86434" y="23826"/>
                  </a:lnTo>
                  <a:lnTo>
                    <a:pt x="128123" y="6233"/>
                  </a:lnTo>
                  <a:lnTo>
                    <a:pt x="174516" y="0"/>
                  </a:lnTo>
                  <a:close/>
                </a:path>
              </a:pathLst>
            </a:custGeom>
            <a:ln w="24930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7566942" y="6378209"/>
              <a:ext cx="581025" cy="193675"/>
            </a:xfrm>
            <a:custGeom>
              <a:avLst/>
              <a:gdLst/>
              <a:ahLst/>
              <a:cxnLst/>
              <a:rect l="l" t="t" r="r" b="b"/>
              <a:pathLst>
                <a:path w="581025" h="193675">
                  <a:moveTo>
                    <a:pt x="484102" y="0"/>
                  </a:moveTo>
                  <a:lnTo>
                    <a:pt x="96819" y="0"/>
                  </a:lnTo>
                  <a:lnTo>
                    <a:pt x="0" y="193640"/>
                  </a:lnTo>
                  <a:lnTo>
                    <a:pt x="580923" y="193640"/>
                  </a:lnTo>
                  <a:lnTo>
                    <a:pt x="48410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7566941" y="6314045"/>
              <a:ext cx="581025" cy="257810"/>
            </a:xfrm>
            <a:custGeom>
              <a:avLst/>
              <a:gdLst/>
              <a:ahLst/>
              <a:cxnLst/>
              <a:rect l="l" t="t" r="r" b="b"/>
              <a:pathLst>
                <a:path w="581025" h="257809">
                  <a:moveTo>
                    <a:pt x="0" y="257805"/>
                  </a:moveTo>
                  <a:lnTo>
                    <a:pt x="580924" y="257805"/>
                  </a:lnTo>
                  <a:lnTo>
                    <a:pt x="484102" y="64163"/>
                  </a:lnTo>
                  <a:lnTo>
                    <a:pt x="96820" y="64163"/>
                  </a:lnTo>
                  <a:lnTo>
                    <a:pt x="0" y="257805"/>
                  </a:lnTo>
                  <a:close/>
                </a:path>
                <a:path w="581025" h="257809">
                  <a:moveTo>
                    <a:pt x="289557" y="64163"/>
                  </a:moveTo>
                  <a:lnTo>
                    <a:pt x="288957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7837377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30" y="0"/>
                  </a:moveTo>
                  <a:lnTo>
                    <a:pt x="0" y="50034"/>
                  </a:lnTo>
                  <a:lnTo>
                    <a:pt x="18521" y="31160"/>
                  </a:lnTo>
                  <a:lnTo>
                    <a:pt x="30249" y="31160"/>
                  </a:lnTo>
                  <a:lnTo>
                    <a:pt x="18230" y="0"/>
                  </a:lnTo>
                  <a:close/>
                </a:path>
                <a:path w="37465" h="50164">
                  <a:moveTo>
                    <a:pt x="30249" y="31160"/>
                  </a:moveTo>
                  <a:lnTo>
                    <a:pt x="18521" y="31160"/>
                  </a:lnTo>
                  <a:lnTo>
                    <a:pt x="37393" y="49684"/>
                  </a:lnTo>
                  <a:lnTo>
                    <a:pt x="30249" y="3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7837376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30" y="0"/>
                  </a:moveTo>
                  <a:lnTo>
                    <a:pt x="0" y="50033"/>
                  </a:lnTo>
                  <a:lnTo>
                    <a:pt x="18522" y="31161"/>
                  </a:lnTo>
                  <a:lnTo>
                    <a:pt x="37393" y="49684"/>
                  </a:lnTo>
                  <a:lnTo>
                    <a:pt x="1823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6" name="object 226"/>
          <p:cNvGrpSpPr/>
          <p:nvPr/>
        </p:nvGrpSpPr>
        <p:grpSpPr>
          <a:xfrm>
            <a:off x="8063272" y="6109571"/>
            <a:ext cx="158115" cy="158115"/>
            <a:chOff x="8063272" y="6109571"/>
            <a:chExt cx="158115" cy="158115"/>
          </a:xfrm>
        </p:grpSpPr>
        <p:sp>
          <p:nvSpPr>
            <p:cNvPr id="227" name="object 227"/>
            <p:cNvSpPr/>
            <p:nvPr/>
          </p:nvSpPr>
          <p:spPr>
            <a:xfrm>
              <a:off x="8069504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0" y="0"/>
                  </a:moveTo>
                  <a:lnTo>
                    <a:pt x="0" y="0"/>
                  </a:lnTo>
                  <a:lnTo>
                    <a:pt x="0" y="145230"/>
                  </a:lnTo>
                  <a:lnTo>
                    <a:pt x="145230" y="145230"/>
                  </a:lnTo>
                  <a:lnTo>
                    <a:pt x="145230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8069504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0" y="0"/>
                  </a:moveTo>
                  <a:lnTo>
                    <a:pt x="145231" y="0"/>
                  </a:lnTo>
                  <a:lnTo>
                    <a:pt x="145231" y="145231"/>
                  </a:lnTo>
                  <a:lnTo>
                    <a:pt x="0" y="145231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0" name="object 230"/>
          <p:cNvGrpSpPr/>
          <p:nvPr/>
        </p:nvGrpSpPr>
        <p:grpSpPr>
          <a:xfrm>
            <a:off x="7775748" y="6108292"/>
            <a:ext cx="309245" cy="158115"/>
            <a:chOff x="7775748" y="6108292"/>
            <a:chExt cx="309245" cy="158115"/>
          </a:xfrm>
        </p:grpSpPr>
        <p:sp>
          <p:nvSpPr>
            <p:cNvPr id="231" name="object 231"/>
            <p:cNvSpPr/>
            <p:nvPr/>
          </p:nvSpPr>
          <p:spPr>
            <a:xfrm>
              <a:off x="7982034" y="6187508"/>
              <a:ext cx="96520" cy="635"/>
            </a:xfrm>
            <a:custGeom>
              <a:avLst/>
              <a:gdLst/>
              <a:ahLst/>
              <a:cxnLst/>
              <a:rect l="l" t="t" r="r" b="b"/>
              <a:pathLst>
                <a:path w="96520" h="635">
                  <a:moveTo>
                    <a:pt x="96486" y="190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7950707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50063" y="0"/>
                  </a:moveTo>
                  <a:lnTo>
                    <a:pt x="0" y="18660"/>
                  </a:lnTo>
                  <a:lnTo>
                    <a:pt x="325" y="18660"/>
                  </a:lnTo>
                  <a:lnTo>
                    <a:pt x="49988" y="37396"/>
                  </a:lnTo>
                  <a:lnTo>
                    <a:pt x="31326" y="18660"/>
                  </a:lnTo>
                  <a:lnTo>
                    <a:pt x="50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7950870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0" y="18599"/>
                  </a:moveTo>
                  <a:lnTo>
                    <a:pt x="49824" y="37396"/>
                  </a:lnTo>
                  <a:lnTo>
                    <a:pt x="31163" y="18660"/>
                  </a:lnTo>
                  <a:lnTo>
                    <a:pt x="49899" y="0"/>
                  </a:lnTo>
                  <a:lnTo>
                    <a:pt x="0" y="18599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7782099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72614" y="0"/>
                  </a:moveTo>
                  <a:lnTo>
                    <a:pt x="0" y="72614"/>
                  </a:lnTo>
                  <a:lnTo>
                    <a:pt x="72614" y="145230"/>
                  </a:lnTo>
                  <a:lnTo>
                    <a:pt x="145230" y="72614"/>
                  </a:lnTo>
                  <a:lnTo>
                    <a:pt x="72614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7782098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1" y="72614"/>
                  </a:moveTo>
                  <a:lnTo>
                    <a:pt x="72614" y="145231"/>
                  </a:lnTo>
                  <a:lnTo>
                    <a:pt x="0" y="72614"/>
                  </a:lnTo>
                  <a:lnTo>
                    <a:pt x="72614" y="0"/>
                  </a:lnTo>
                  <a:lnTo>
                    <a:pt x="145231" y="72614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6" name="object 236"/>
          <p:cNvSpPr txBox="1"/>
          <p:nvPr/>
        </p:nvSpPr>
        <p:spPr>
          <a:xfrm>
            <a:off x="7783772" y="5971232"/>
            <a:ext cx="147320" cy="6286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690"/>
              </a:spcBef>
            </a:pPr>
            <a:r>
              <a:rPr dirty="0" sz="1350" spc="-50">
                <a:latin typeface="Arial"/>
                <a:cs typeface="Arial"/>
              </a:rPr>
              <a:t>+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550" spc="-5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8116955" y="6060506"/>
            <a:ext cx="64769" cy="234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37" name="object 237"/>
          <p:cNvGrpSpPr/>
          <p:nvPr/>
        </p:nvGrpSpPr>
        <p:grpSpPr>
          <a:xfrm>
            <a:off x="7923256" y="5568693"/>
            <a:ext cx="1559560" cy="1202690"/>
            <a:chOff x="7923256" y="5568693"/>
            <a:chExt cx="1559560" cy="1202690"/>
          </a:xfrm>
        </p:grpSpPr>
        <p:sp>
          <p:nvSpPr>
            <p:cNvPr id="238" name="object 238"/>
            <p:cNvSpPr/>
            <p:nvPr/>
          </p:nvSpPr>
          <p:spPr>
            <a:xfrm>
              <a:off x="7929606" y="5587288"/>
              <a:ext cx="1066800" cy="455930"/>
            </a:xfrm>
            <a:custGeom>
              <a:avLst/>
              <a:gdLst/>
              <a:ahLst/>
              <a:cxnLst/>
              <a:rect l="l" t="t" r="r" b="b"/>
              <a:pathLst>
                <a:path w="1066800" h="455929">
                  <a:moveTo>
                    <a:pt x="0" y="455720"/>
                  </a:moveTo>
                  <a:lnTo>
                    <a:pt x="1066483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8971550" y="5575043"/>
              <a:ext cx="53340" cy="36830"/>
            </a:xfrm>
            <a:custGeom>
              <a:avLst/>
              <a:gdLst/>
              <a:ahLst/>
              <a:cxnLst/>
              <a:rect l="l" t="t" r="r" b="b"/>
              <a:pathLst>
                <a:path w="53340" h="36829">
                  <a:moveTo>
                    <a:pt x="53197" y="0"/>
                  </a:moveTo>
                  <a:lnTo>
                    <a:pt x="0" y="2397"/>
                  </a:lnTo>
                  <a:lnTo>
                    <a:pt x="24540" y="12244"/>
                  </a:lnTo>
                  <a:lnTo>
                    <a:pt x="14693" y="36786"/>
                  </a:lnTo>
                  <a:lnTo>
                    <a:pt x="53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8971549" y="5575043"/>
              <a:ext cx="53340" cy="36830"/>
            </a:xfrm>
            <a:custGeom>
              <a:avLst/>
              <a:gdLst/>
              <a:ahLst/>
              <a:cxnLst/>
              <a:rect l="l" t="t" r="r" b="b"/>
              <a:pathLst>
                <a:path w="53340" h="36829">
                  <a:moveTo>
                    <a:pt x="53197" y="0"/>
                  </a:moveTo>
                  <a:lnTo>
                    <a:pt x="0" y="2398"/>
                  </a:lnTo>
                  <a:lnTo>
                    <a:pt x="24540" y="12244"/>
                  </a:lnTo>
                  <a:lnTo>
                    <a:pt x="14694" y="36786"/>
                  </a:lnTo>
                  <a:lnTo>
                    <a:pt x="53197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1" name="object 2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97771" y="6035684"/>
              <a:ext cx="885045" cy="735460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8653139" y="6055473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610805" y="0"/>
                  </a:moveTo>
                  <a:lnTo>
                    <a:pt x="174515" y="0"/>
                  </a:lnTo>
                  <a:lnTo>
                    <a:pt x="128122" y="6233"/>
                  </a:lnTo>
                  <a:lnTo>
                    <a:pt x="86434" y="23826"/>
                  </a:lnTo>
                  <a:lnTo>
                    <a:pt x="51114" y="51114"/>
                  </a:lnTo>
                  <a:lnTo>
                    <a:pt x="23826" y="86435"/>
                  </a:lnTo>
                  <a:lnTo>
                    <a:pt x="6233" y="128123"/>
                  </a:lnTo>
                  <a:lnTo>
                    <a:pt x="0" y="174517"/>
                  </a:lnTo>
                  <a:lnTo>
                    <a:pt x="0" y="454818"/>
                  </a:lnTo>
                  <a:lnTo>
                    <a:pt x="6233" y="501211"/>
                  </a:lnTo>
                  <a:lnTo>
                    <a:pt x="23826" y="542899"/>
                  </a:lnTo>
                  <a:lnTo>
                    <a:pt x="51114" y="578219"/>
                  </a:lnTo>
                  <a:lnTo>
                    <a:pt x="86434" y="605507"/>
                  </a:lnTo>
                  <a:lnTo>
                    <a:pt x="128122" y="623100"/>
                  </a:lnTo>
                  <a:lnTo>
                    <a:pt x="174515" y="629334"/>
                  </a:lnTo>
                  <a:lnTo>
                    <a:pt x="610805" y="629334"/>
                  </a:lnTo>
                  <a:lnTo>
                    <a:pt x="657198" y="623100"/>
                  </a:lnTo>
                  <a:lnTo>
                    <a:pt x="698886" y="605507"/>
                  </a:lnTo>
                  <a:lnTo>
                    <a:pt x="734206" y="578219"/>
                  </a:lnTo>
                  <a:lnTo>
                    <a:pt x="761495" y="542899"/>
                  </a:lnTo>
                  <a:lnTo>
                    <a:pt x="779088" y="501211"/>
                  </a:lnTo>
                  <a:lnTo>
                    <a:pt x="785322" y="454818"/>
                  </a:lnTo>
                  <a:lnTo>
                    <a:pt x="785322" y="174517"/>
                  </a:lnTo>
                  <a:lnTo>
                    <a:pt x="779088" y="128123"/>
                  </a:lnTo>
                  <a:lnTo>
                    <a:pt x="761495" y="86435"/>
                  </a:lnTo>
                  <a:lnTo>
                    <a:pt x="734206" y="51114"/>
                  </a:lnTo>
                  <a:lnTo>
                    <a:pt x="698886" y="23826"/>
                  </a:lnTo>
                  <a:lnTo>
                    <a:pt x="657198" y="6233"/>
                  </a:lnTo>
                  <a:lnTo>
                    <a:pt x="610805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8653139" y="6055474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174516" y="0"/>
                  </a:moveTo>
                  <a:lnTo>
                    <a:pt x="610806" y="0"/>
                  </a:lnTo>
                  <a:lnTo>
                    <a:pt x="657199" y="6233"/>
                  </a:lnTo>
                  <a:lnTo>
                    <a:pt x="698887" y="23826"/>
                  </a:lnTo>
                  <a:lnTo>
                    <a:pt x="734207" y="51114"/>
                  </a:lnTo>
                  <a:lnTo>
                    <a:pt x="761495" y="86434"/>
                  </a:lnTo>
                  <a:lnTo>
                    <a:pt x="779088" y="128122"/>
                  </a:lnTo>
                  <a:lnTo>
                    <a:pt x="785322" y="174516"/>
                  </a:lnTo>
                  <a:lnTo>
                    <a:pt x="785322" y="454817"/>
                  </a:lnTo>
                  <a:lnTo>
                    <a:pt x="779088" y="501210"/>
                  </a:lnTo>
                  <a:lnTo>
                    <a:pt x="761495" y="542899"/>
                  </a:lnTo>
                  <a:lnTo>
                    <a:pt x="734207" y="578219"/>
                  </a:lnTo>
                  <a:lnTo>
                    <a:pt x="698887" y="605507"/>
                  </a:lnTo>
                  <a:lnTo>
                    <a:pt x="657199" y="623099"/>
                  </a:lnTo>
                  <a:lnTo>
                    <a:pt x="610806" y="629333"/>
                  </a:lnTo>
                  <a:lnTo>
                    <a:pt x="174516" y="629333"/>
                  </a:lnTo>
                  <a:lnTo>
                    <a:pt x="128122" y="623099"/>
                  </a:lnTo>
                  <a:lnTo>
                    <a:pt x="86434" y="605507"/>
                  </a:lnTo>
                  <a:lnTo>
                    <a:pt x="51114" y="578219"/>
                  </a:lnTo>
                  <a:lnTo>
                    <a:pt x="23826" y="542899"/>
                  </a:lnTo>
                  <a:lnTo>
                    <a:pt x="6233" y="501210"/>
                  </a:lnTo>
                  <a:lnTo>
                    <a:pt x="0" y="454817"/>
                  </a:lnTo>
                  <a:lnTo>
                    <a:pt x="0" y="174516"/>
                  </a:lnTo>
                  <a:lnTo>
                    <a:pt x="6233" y="128122"/>
                  </a:lnTo>
                  <a:lnTo>
                    <a:pt x="23826" y="86434"/>
                  </a:lnTo>
                  <a:lnTo>
                    <a:pt x="51114" y="51114"/>
                  </a:lnTo>
                  <a:lnTo>
                    <a:pt x="86434" y="23826"/>
                  </a:lnTo>
                  <a:lnTo>
                    <a:pt x="128122" y="6233"/>
                  </a:lnTo>
                  <a:lnTo>
                    <a:pt x="174516" y="0"/>
                  </a:lnTo>
                  <a:close/>
                </a:path>
              </a:pathLst>
            </a:custGeom>
            <a:ln w="24930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8737238" y="6378209"/>
              <a:ext cx="581025" cy="193675"/>
            </a:xfrm>
            <a:custGeom>
              <a:avLst/>
              <a:gdLst/>
              <a:ahLst/>
              <a:cxnLst/>
              <a:rect l="l" t="t" r="r" b="b"/>
              <a:pathLst>
                <a:path w="581025" h="193675">
                  <a:moveTo>
                    <a:pt x="484102" y="0"/>
                  </a:moveTo>
                  <a:lnTo>
                    <a:pt x="96820" y="0"/>
                  </a:lnTo>
                  <a:lnTo>
                    <a:pt x="0" y="193640"/>
                  </a:lnTo>
                  <a:lnTo>
                    <a:pt x="580923" y="193640"/>
                  </a:lnTo>
                  <a:lnTo>
                    <a:pt x="48410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8737237" y="6314045"/>
              <a:ext cx="581025" cy="257810"/>
            </a:xfrm>
            <a:custGeom>
              <a:avLst/>
              <a:gdLst/>
              <a:ahLst/>
              <a:cxnLst/>
              <a:rect l="l" t="t" r="r" b="b"/>
              <a:pathLst>
                <a:path w="581025" h="257809">
                  <a:moveTo>
                    <a:pt x="0" y="257805"/>
                  </a:moveTo>
                  <a:lnTo>
                    <a:pt x="580924" y="257805"/>
                  </a:lnTo>
                  <a:lnTo>
                    <a:pt x="484102" y="64163"/>
                  </a:lnTo>
                  <a:lnTo>
                    <a:pt x="96821" y="64163"/>
                  </a:lnTo>
                  <a:lnTo>
                    <a:pt x="0" y="257805"/>
                  </a:lnTo>
                  <a:close/>
                </a:path>
                <a:path w="581025" h="257809">
                  <a:moveTo>
                    <a:pt x="289557" y="64163"/>
                  </a:moveTo>
                  <a:lnTo>
                    <a:pt x="288957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9007673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29" y="0"/>
                  </a:moveTo>
                  <a:lnTo>
                    <a:pt x="0" y="50034"/>
                  </a:lnTo>
                  <a:lnTo>
                    <a:pt x="18521" y="31160"/>
                  </a:lnTo>
                  <a:lnTo>
                    <a:pt x="30249" y="31160"/>
                  </a:lnTo>
                  <a:lnTo>
                    <a:pt x="18229" y="0"/>
                  </a:lnTo>
                  <a:close/>
                </a:path>
                <a:path w="37465" h="50164">
                  <a:moveTo>
                    <a:pt x="30249" y="31160"/>
                  </a:moveTo>
                  <a:lnTo>
                    <a:pt x="18521" y="31160"/>
                  </a:lnTo>
                  <a:lnTo>
                    <a:pt x="37395" y="49684"/>
                  </a:lnTo>
                  <a:lnTo>
                    <a:pt x="30249" y="3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9007672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30" y="0"/>
                  </a:moveTo>
                  <a:lnTo>
                    <a:pt x="0" y="50033"/>
                  </a:lnTo>
                  <a:lnTo>
                    <a:pt x="18522" y="31161"/>
                  </a:lnTo>
                  <a:lnTo>
                    <a:pt x="37395" y="49684"/>
                  </a:lnTo>
                  <a:lnTo>
                    <a:pt x="1823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8" name="object 248"/>
          <p:cNvGrpSpPr/>
          <p:nvPr/>
        </p:nvGrpSpPr>
        <p:grpSpPr>
          <a:xfrm>
            <a:off x="9233568" y="6109571"/>
            <a:ext cx="158115" cy="158115"/>
            <a:chOff x="9233568" y="6109571"/>
            <a:chExt cx="158115" cy="158115"/>
          </a:xfrm>
        </p:grpSpPr>
        <p:sp>
          <p:nvSpPr>
            <p:cNvPr id="249" name="object 249"/>
            <p:cNvSpPr/>
            <p:nvPr/>
          </p:nvSpPr>
          <p:spPr>
            <a:xfrm>
              <a:off x="9239801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0" y="0"/>
                  </a:moveTo>
                  <a:lnTo>
                    <a:pt x="0" y="0"/>
                  </a:lnTo>
                  <a:lnTo>
                    <a:pt x="0" y="145230"/>
                  </a:lnTo>
                  <a:lnTo>
                    <a:pt x="145230" y="145230"/>
                  </a:lnTo>
                  <a:lnTo>
                    <a:pt x="145230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9239800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0" y="0"/>
                  </a:moveTo>
                  <a:lnTo>
                    <a:pt x="145231" y="0"/>
                  </a:lnTo>
                  <a:lnTo>
                    <a:pt x="145231" y="145231"/>
                  </a:lnTo>
                  <a:lnTo>
                    <a:pt x="0" y="145231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2" name="object 252"/>
          <p:cNvGrpSpPr/>
          <p:nvPr/>
        </p:nvGrpSpPr>
        <p:grpSpPr>
          <a:xfrm>
            <a:off x="8946044" y="6108292"/>
            <a:ext cx="309245" cy="158115"/>
            <a:chOff x="8946044" y="6108292"/>
            <a:chExt cx="309245" cy="158115"/>
          </a:xfrm>
        </p:grpSpPr>
        <p:sp>
          <p:nvSpPr>
            <p:cNvPr id="253" name="object 253"/>
            <p:cNvSpPr/>
            <p:nvPr/>
          </p:nvSpPr>
          <p:spPr>
            <a:xfrm>
              <a:off x="9152330" y="6187508"/>
              <a:ext cx="96520" cy="635"/>
            </a:xfrm>
            <a:custGeom>
              <a:avLst/>
              <a:gdLst/>
              <a:ahLst/>
              <a:cxnLst/>
              <a:rect l="l" t="t" r="r" b="b"/>
              <a:pathLst>
                <a:path w="96520" h="635">
                  <a:moveTo>
                    <a:pt x="96486" y="190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9121003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50063" y="0"/>
                  </a:moveTo>
                  <a:lnTo>
                    <a:pt x="0" y="18660"/>
                  </a:lnTo>
                  <a:lnTo>
                    <a:pt x="325" y="18660"/>
                  </a:lnTo>
                  <a:lnTo>
                    <a:pt x="49988" y="37396"/>
                  </a:lnTo>
                  <a:lnTo>
                    <a:pt x="31326" y="18660"/>
                  </a:lnTo>
                  <a:lnTo>
                    <a:pt x="50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9121166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0" y="18599"/>
                  </a:moveTo>
                  <a:lnTo>
                    <a:pt x="49824" y="37396"/>
                  </a:lnTo>
                  <a:lnTo>
                    <a:pt x="31163" y="18660"/>
                  </a:lnTo>
                  <a:lnTo>
                    <a:pt x="49899" y="0"/>
                  </a:lnTo>
                  <a:lnTo>
                    <a:pt x="0" y="18599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8952395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72614" y="0"/>
                  </a:moveTo>
                  <a:lnTo>
                    <a:pt x="0" y="72614"/>
                  </a:lnTo>
                  <a:lnTo>
                    <a:pt x="72614" y="145230"/>
                  </a:lnTo>
                  <a:lnTo>
                    <a:pt x="145230" y="72614"/>
                  </a:lnTo>
                  <a:lnTo>
                    <a:pt x="72614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8952394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1" y="72614"/>
                  </a:moveTo>
                  <a:lnTo>
                    <a:pt x="72614" y="145231"/>
                  </a:lnTo>
                  <a:lnTo>
                    <a:pt x="0" y="72614"/>
                  </a:lnTo>
                  <a:lnTo>
                    <a:pt x="72614" y="0"/>
                  </a:lnTo>
                  <a:lnTo>
                    <a:pt x="145231" y="72614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8" name="object 258"/>
          <p:cNvSpPr txBox="1"/>
          <p:nvPr/>
        </p:nvSpPr>
        <p:spPr>
          <a:xfrm>
            <a:off x="8954068" y="5971232"/>
            <a:ext cx="147320" cy="6286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690"/>
              </a:spcBef>
            </a:pPr>
            <a:r>
              <a:rPr dirty="0" sz="1350" spc="-50">
                <a:latin typeface="Arial"/>
                <a:cs typeface="Arial"/>
              </a:rPr>
              <a:t>+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550" spc="-5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9287251" y="6060506"/>
            <a:ext cx="64769" cy="234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9" name="object 259"/>
          <p:cNvGrpSpPr/>
          <p:nvPr/>
        </p:nvGrpSpPr>
        <p:grpSpPr>
          <a:xfrm>
            <a:off x="9021369" y="5583071"/>
            <a:ext cx="1583690" cy="1188085"/>
            <a:chOff x="9021369" y="5583071"/>
            <a:chExt cx="1583690" cy="1188085"/>
          </a:xfrm>
        </p:grpSpPr>
        <p:sp>
          <p:nvSpPr>
            <p:cNvPr id="260" name="object 260"/>
            <p:cNvSpPr/>
            <p:nvPr/>
          </p:nvSpPr>
          <p:spPr>
            <a:xfrm>
              <a:off x="9045800" y="5620584"/>
              <a:ext cx="1270" cy="434975"/>
            </a:xfrm>
            <a:custGeom>
              <a:avLst/>
              <a:gdLst/>
              <a:ahLst/>
              <a:cxnLst/>
              <a:rect l="l" t="t" r="r" b="b"/>
              <a:pathLst>
                <a:path w="1270" h="434975">
                  <a:moveTo>
                    <a:pt x="0" y="434889"/>
                  </a:moveTo>
                  <a:lnTo>
                    <a:pt x="645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9027699" y="5589421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792" y="0"/>
                  </a:moveTo>
                  <a:lnTo>
                    <a:pt x="0" y="49889"/>
                  </a:lnTo>
                  <a:lnTo>
                    <a:pt x="18747" y="31163"/>
                  </a:lnTo>
                  <a:lnTo>
                    <a:pt x="30425" y="31163"/>
                  </a:lnTo>
                  <a:lnTo>
                    <a:pt x="18792" y="0"/>
                  </a:lnTo>
                  <a:close/>
                </a:path>
                <a:path w="37465" h="50164">
                  <a:moveTo>
                    <a:pt x="30425" y="31163"/>
                  </a:moveTo>
                  <a:lnTo>
                    <a:pt x="18747" y="31163"/>
                  </a:lnTo>
                  <a:lnTo>
                    <a:pt x="37416" y="49889"/>
                  </a:lnTo>
                  <a:lnTo>
                    <a:pt x="30425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9027719" y="5589421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772" y="0"/>
                  </a:moveTo>
                  <a:lnTo>
                    <a:pt x="0" y="49834"/>
                  </a:lnTo>
                  <a:lnTo>
                    <a:pt x="18726" y="31163"/>
                  </a:lnTo>
                  <a:lnTo>
                    <a:pt x="37396" y="49889"/>
                  </a:lnTo>
                  <a:lnTo>
                    <a:pt x="18772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19660" y="6035683"/>
              <a:ext cx="885045" cy="735460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9775755" y="6055472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610806" y="0"/>
                  </a:moveTo>
                  <a:lnTo>
                    <a:pt x="174515" y="0"/>
                  </a:lnTo>
                  <a:lnTo>
                    <a:pt x="128122" y="6233"/>
                  </a:lnTo>
                  <a:lnTo>
                    <a:pt x="86434" y="23826"/>
                  </a:lnTo>
                  <a:lnTo>
                    <a:pt x="51114" y="51114"/>
                  </a:lnTo>
                  <a:lnTo>
                    <a:pt x="23826" y="86435"/>
                  </a:lnTo>
                  <a:lnTo>
                    <a:pt x="6233" y="128123"/>
                  </a:lnTo>
                  <a:lnTo>
                    <a:pt x="0" y="174517"/>
                  </a:lnTo>
                  <a:lnTo>
                    <a:pt x="0" y="454818"/>
                  </a:lnTo>
                  <a:lnTo>
                    <a:pt x="6233" y="501211"/>
                  </a:lnTo>
                  <a:lnTo>
                    <a:pt x="23826" y="542899"/>
                  </a:lnTo>
                  <a:lnTo>
                    <a:pt x="51114" y="578219"/>
                  </a:lnTo>
                  <a:lnTo>
                    <a:pt x="86434" y="605507"/>
                  </a:lnTo>
                  <a:lnTo>
                    <a:pt x="128122" y="623100"/>
                  </a:lnTo>
                  <a:lnTo>
                    <a:pt x="174515" y="629334"/>
                  </a:lnTo>
                  <a:lnTo>
                    <a:pt x="610806" y="629334"/>
                  </a:lnTo>
                  <a:lnTo>
                    <a:pt x="657199" y="623100"/>
                  </a:lnTo>
                  <a:lnTo>
                    <a:pt x="698888" y="605507"/>
                  </a:lnTo>
                  <a:lnTo>
                    <a:pt x="734207" y="578219"/>
                  </a:lnTo>
                  <a:lnTo>
                    <a:pt x="761495" y="542899"/>
                  </a:lnTo>
                  <a:lnTo>
                    <a:pt x="779088" y="501211"/>
                  </a:lnTo>
                  <a:lnTo>
                    <a:pt x="785322" y="454818"/>
                  </a:lnTo>
                  <a:lnTo>
                    <a:pt x="785322" y="174517"/>
                  </a:lnTo>
                  <a:lnTo>
                    <a:pt x="779088" y="128123"/>
                  </a:lnTo>
                  <a:lnTo>
                    <a:pt x="761495" y="86435"/>
                  </a:lnTo>
                  <a:lnTo>
                    <a:pt x="734207" y="51114"/>
                  </a:lnTo>
                  <a:lnTo>
                    <a:pt x="698888" y="23826"/>
                  </a:lnTo>
                  <a:lnTo>
                    <a:pt x="657199" y="6233"/>
                  </a:lnTo>
                  <a:lnTo>
                    <a:pt x="61080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9775755" y="6055473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174516" y="0"/>
                  </a:moveTo>
                  <a:lnTo>
                    <a:pt x="610806" y="0"/>
                  </a:lnTo>
                  <a:lnTo>
                    <a:pt x="657199" y="6233"/>
                  </a:lnTo>
                  <a:lnTo>
                    <a:pt x="698887" y="23826"/>
                  </a:lnTo>
                  <a:lnTo>
                    <a:pt x="734207" y="51114"/>
                  </a:lnTo>
                  <a:lnTo>
                    <a:pt x="761495" y="86434"/>
                  </a:lnTo>
                  <a:lnTo>
                    <a:pt x="779088" y="128122"/>
                  </a:lnTo>
                  <a:lnTo>
                    <a:pt x="785322" y="174516"/>
                  </a:lnTo>
                  <a:lnTo>
                    <a:pt x="785322" y="454817"/>
                  </a:lnTo>
                  <a:lnTo>
                    <a:pt x="779088" y="501210"/>
                  </a:lnTo>
                  <a:lnTo>
                    <a:pt x="761495" y="542899"/>
                  </a:lnTo>
                  <a:lnTo>
                    <a:pt x="734207" y="578219"/>
                  </a:lnTo>
                  <a:lnTo>
                    <a:pt x="698887" y="605507"/>
                  </a:lnTo>
                  <a:lnTo>
                    <a:pt x="657199" y="623099"/>
                  </a:lnTo>
                  <a:lnTo>
                    <a:pt x="610806" y="629333"/>
                  </a:lnTo>
                  <a:lnTo>
                    <a:pt x="174516" y="629333"/>
                  </a:lnTo>
                  <a:lnTo>
                    <a:pt x="128122" y="623099"/>
                  </a:lnTo>
                  <a:lnTo>
                    <a:pt x="86434" y="605507"/>
                  </a:lnTo>
                  <a:lnTo>
                    <a:pt x="51114" y="578219"/>
                  </a:lnTo>
                  <a:lnTo>
                    <a:pt x="23826" y="542899"/>
                  </a:lnTo>
                  <a:lnTo>
                    <a:pt x="6233" y="501210"/>
                  </a:lnTo>
                  <a:lnTo>
                    <a:pt x="0" y="454817"/>
                  </a:lnTo>
                  <a:lnTo>
                    <a:pt x="0" y="174516"/>
                  </a:lnTo>
                  <a:lnTo>
                    <a:pt x="6233" y="128122"/>
                  </a:lnTo>
                  <a:lnTo>
                    <a:pt x="23826" y="86434"/>
                  </a:lnTo>
                  <a:lnTo>
                    <a:pt x="51114" y="51114"/>
                  </a:lnTo>
                  <a:lnTo>
                    <a:pt x="86434" y="23826"/>
                  </a:lnTo>
                  <a:lnTo>
                    <a:pt x="128122" y="6233"/>
                  </a:lnTo>
                  <a:lnTo>
                    <a:pt x="174516" y="0"/>
                  </a:lnTo>
                  <a:close/>
                </a:path>
              </a:pathLst>
            </a:custGeom>
            <a:ln w="24930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9821730" y="6378209"/>
              <a:ext cx="581025" cy="193675"/>
            </a:xfrm>
            <a:custGeom>
              <a:avLst/>
              <a:gdLst/>
              <a:ahLst/>
              <a:cxnLst/>
              <a:rect l="l" t="t" r="r" b="b"/>
              <a:pathLst>
                <a:path w="581025" h="193675">
                  <a:moveTo>
                    <a:pt x="484102" y="0"/>
                  </a:moveTo>
                  <a:lnTo>
                    <a:pt x="96820" y="0"/>
                  </a:lnTo>
                  <a:lnTo>
                    <a:pt x="0" y="193640"/>
                  </a:lnTo>
                  <a:lnTo>
                    <a:pt x="580923" y="193640"/>
                  </a:lnTo>
                  <a:lnTo>
                    <a:pt x="48410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9821730" y="6314045"/>
              <a:ext cx="581025" cy="257810"/>
            </a:xfrm>
            <a:custGeom>
              <a:avLst/>
              <a:gdLst/>
              <a:ahLst/>
              <a:cxnLst/>
              <a:rect l="l" t="t" r="r" b="b"/>
              <a:pathLst>
                <a:path w="581025" h="257809">
                  <a:moveTo>
                    <a:pt x="0" y="257805"/>
                  </a:moveTo>
                  <a:lnTo>
                    <a:pt x="580924" y="257805"/>
                  </a:lnTo>
                  <a:lnTo>
                    <a:pt x="484102" y="64163"/>
                  </a:lnTo>
                  <a:lnTo>
                    <a:pt x="96821" y="64163"/>
                  </a:lnTo>
                  <a:lnTo>
                    <a:pt x="0" y="257805"/>
                  </a:lnTo>
                  <a:close/>
                </a:path>
                <a:path w="581025" h="257809">
                  <a:moveTo>
                    <a:pt x="289557" y="64163"/>
                  </a:moveTo>
                  <a:lnTo>
                    <a:pt x="288957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0092165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30" y="0"/>
                  </a:moveTo>
                  <a:lnTo>
                    <a:pt x="0" y="50034"/>
                  </a:lnTo>
                  <a:lnTo>
                    <a:pt x="18521" y="31160"/>
                  </a:lnTo>
                  <a:lnTo>
                    <a:pt x="30250" y="31160"/>
                  </a:lnTo>
                  <a:lnTo>
                    <a:pt x="18230" y="0"/>
                  </a:lnTo>
                  <a:close/>
                </a:path>
                <a:path w="37465" h="50164">
                  <a:moveTo>
                    <a:pt x="30250" y="31160"/>
                  </a:moveTo>
                  <a:lnTo>
                    <a:pt x="18521" y="31160"/>
                  </a:lnTo>
                  <a:lnTo>
                    <a:pt x="37395" y="49684"/>
                  </a:lnTo>
                  <a:lnTo>
                    <a:pt x="30250" y="3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0092165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30" y="0"/>
                  </a:moveTo>
                  <a:lnTo>
                    <a:pt x="0" y="50033"/>
                  </a:lnTo>
                  <a:lnTo>
                    <a:pt x="18522" y="31161"/>
                  </a:lnTo>
                  <a:lnTo>
                    <a:pt x="37395" y="49684"/>
                  </a:lnTo>
                  <a:lnTo>
                    <a:pt x="1823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/>
          <p:cNvGrpSpPr/>
          <p:nvPr/>
        </p:nvGrpSpPr>
        <p:grpSpPr>
          <a:xfrm>
            <a:off x="10268199" y="6109571"/>
            <a:ext cx="158115" cy="158115"/>
            <a:chOff x="10268199" y="6109571"/>
            <a:chExt cx="158115" cy="158115"/>
          </a:xfrm>
        </p:grpSpPr>
        <p:sp>
          <p:nvSpPr>
            <p:cNvPr id="271" name="object 271"/>
            <p:cNvSpPr/>
            <p:nvPr/>
          </p:nvSpPr>
          <p:spPr>
            <a:xfrm>
              <a:off x="10274432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0" y="0"/>
                  </a:moveTo>
                  <a:lnTo>
                    <a:pt x="0" y="0"/>
                  </a:lnTo>
                  <a:lnTo>
                    <a:pt x="0" y="145230"/>
                  </a:lnTo>
                  <a:lnTo>
                    <a:pt x="145230" y="145230"/>
                  </a:lnTo>
                  <a:lnTo>
                    <a:pt x="145230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0274432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0" y="0"/>
                  </a:moveTo>
                  <a:lnTo>
                    <a:pt x="145231" y="0"/>
                  </a:lnTo>
                  <a:lnTo>
                    <a:pt x="145231" y="145231"/>
                  </a:lnTo>
                  <a:lnTo>
                    <a:pt x="0" y="145231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4" name="object 274"/>
          <p:cNvSpPr/>
          <p:nvPr/>
        </p:nvSpPr>
        <p:spPr>
          <a:xfrm>
            <a:off x="10236793" y="6187560"/>
            <a:ext cx="46990" cy="635"/>
          </a:xfrm>
          <a:custGeom>
            <a:avLst/>
            <a:gdLst/>
            <a:ahLst/>
            <a:cxnLst/>
            <a:rect l="l" t="t" r="r" b="b"/>
            <a:pathLst>
              <a:path w="46990" h="635">
                <a:moveTo>
                  <a:pt x="46653" y="110"/>
                </a:moveTo>
                <a:lnTo>
                  <a:pt x="0" y="0"/>
                </a:lnTo>
              </a:path>
            </a:pathLst>
          </a:custGeom>
          <a:ln w="124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5" name="object 275"/>
          <p:cNvGrpSpPr/>
          <p:nvPr/>
        </p:nvGrpSpPr>
        <p:grpSpPr>
          <a:xfrm>
            <a:off x="10030537" y="6108292"/>
            <a:ext cx="231775" cy="158115"/>
            <a:chOff x="10030537" y="6108292"/>
            <a:chExt cx="231775" cy="158115"/>
          </a:xfrm>
        </p:grpSpPr>
        <p:sp>
          <p:nvSpPr>
            <p:cNvPr id="276" name="object 276"/>
            <p:cNvSpPr/>
            <p:nvPr/>
          </p:nvSpPr>
          <p:spPr>
            <a:xfrm>
              <a:off x="10205433" y="6168906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50102" y="0"/>
                  </a:moveTo>
                  <a:lnTo>
                    <a:pt x="0" y="18652"/>
                  </a:lnTo>
                  <a:lnTo>
                    <a:pt x="392" y="18652"/>
                  </a:lnTo>
                  <a:lnTo>
                    <a:pt x="50014" y="37396"/>
                  </a:lnTo>
                  <a:lnTo>
                    <a:pt x="31361" y="18652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0205630" y="6168906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0" y="18579"/>
                  </a:moveTo>
                  <a:lnTo>
                    <a:pt x="49816" y="37396"/>
                  </a:lnTo>
                  <a:lnTo>
                    <a:pt x="31163" y="18653"/>
                  </a:lnTo>
                  <a:lnTo>
                    <a:pt x="49905" y="0"/>
                  </a:lnTo>
                  <a:lnTo>
                    <a:pt x="0" y="18579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0036887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72614" y="0"/>
                  </a:moveTo>
                  <a:lnTo>
                    <a:pt x="0" y="72614"/>
                  </a:lnTo>
                  <a:lnTo>
                    <a:pt x="72614" y="145230"/>
                  </a:lnTo>
                  <a:lnTo>
                    <a:pt x="145230" y="72614"/>
                  </a:lnTo>
                  <a:lnTo>
                    <a:pt x="72614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0036887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1" y="72614"/>
                  </a:moveTo>
                  <a:lnTo>
                    <a:pt x="72614" y="145231"/>
                  </a:lnTo>
                  <a:lnTo>
                    <a:pt x="0" y="72614"/>
                  </a:lnTo>
                  <a:lnTo>
                    <a:pt x="72614" y="0"/>
                  </a:lnTo>
                  <a:lnTo>
                    <a:pt x="145231" y="72614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0" name="object 280"/>
          <p:cNvSpPr txBox="1"/>
          <p:nvPr/>
        </p:nvSpPr>
        <p:spPr>
          <a:xfrm>
            <a:off x="10038560" y="5971232"/>
            <a:ext cx="147320" cy="6286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690"/>
              </a:spcBef>
            </a:pPr>
            <a:r>
              <a:rPr dirty="0" sz="1350" spc="-50">
                <a:latin typeface="Arial"/>
                <a:cs typeface="Arial"/>
              </a:rPr>
              <a:t>+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550" spc="-5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10321883" y="6060506"/>
            <a:ext cx="64769" cy="234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81" name="object 281"/>
          <p:cNvGrpSpPr/>
          <p:nvPr/>
        </p:nvGrpSpPr>
        <p:grpSpPr>
          <a:xfrm>
            <a:off x="10143367" y="5583071"/>
            <a:ext cx="1595755" cy="1188085"/>
            <a:chOff x="10143367" y="5583071"/>
            <a:chExt cx="1595755" cy="1188085"/>
          </a:xfrm>
        </p:grpSpPr>
        <p:sp>
          <p:nvSpPr>
            <p:cNvPr id="282" name="object 282"/>
            <p:cNvSpPr/>
            <p:nvPr/>
          </p:nvSpPr>
          <p:spPr>
            <a:xfrm>
              <a:off x="10168415" y="5620584"/>
              <a:ext cx="0" cy="422909"/>
            </a:xfrm>
            <a:custGeom>
              <a:avLst/>
              <a:gdLst/>
              <a:ahLst/>
              <a:cxnLst/>
              <a:rect l="l" t="t" r="r" b="b"/>
              <a:pathLst>
                <a:path w="0" h="422910">
                  <a:moveTo>
                    <a:pt x="0" y="422423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0149717" y="5589421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0384" y="31163"/>
                  </a:lnTo>
                  <a:lnTo>
                    <a:pt x="18698" y="0"/>
                  </a:lnTo>
                  <a:close/>
                </a:path>
                <a:path w="37465" h="50164">
                  <a:moveTo>
                    <a:pt x="30384" y="31163"/>
                  </a:moveTo>
                  <a:lnTo>
                    <a:pt x="18698" y="31163"/>
                  </a:lnTo>
                  <a:lnTo>
                    <a:pt x="37396" y="49861"/>
                  </a:lnTo>
                  <a:lnTo>
                    <a:pt x="30384" y="31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0149717" y="5589421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698" y="0"/>
                  </a:moveTo>
                  <a:lnTo>
                    <a:pt x="0" y="49861"/>
                  </a:lnTo>
                  <a:lnTo>
                    <a:pt x="18698" y="31163"/>
                  </a:lnTo>
                  <a:lnTo>
                    <a:pt x="37396" y="49861"/>
                  </a:lnTo>
                  <a:lnTo>
                    <a:pt x="1869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54015" y="6035683"/>
              <a:ext cx="885045" cy="735460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10910836" y="6055472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610806" y="0"/>
                  </a:moveTo>
                  <a:lnTo>
                    <a:pt x="174515" y="0"/>
                  </a:lnTo>
                  <a:lnTo>
                    <a:pt x="128122" y="6233"/>
                  </a:lnTo>
                  <a:lnTo>
                    <a:pt x="86434" y="23826"/>
                  </a:lnTo>
                  <a:lnTo>
                    <a:pt x="51114" y="51114"/>
                  </a:lnTo>
                  <a:lnTo>
                    <a:pt x="23826" y="86435"/>
                  </a:lnTo>
                  <a:lnTo>
                    <a:pt x="6233" y="128123"/>
                  </a:lnTo>
                  <a:lnTo>
                    <a:pt x="0" y="174517"/>
                  </a:lnTo>
                  <a:lnTo>
                    <a:pt x="0" y="454818"/>
                  </a:lnTo>
                  <a:lnTo>
                    <a:pt x="6233" y="501211"/>
                  </a:lnTo>
                  <a:lnTo>
                    <a:pt x="23826" y="542899"/>
                  </a:lnTo>
                  <a:lnTo>
                    <a:pt x="51114" y="578219"/>
                  </a:lnTo>
                  <a:lnTo>
                    <a:pt x="86434" y="605507"/>
                  </a:lnTo>
                  <a:lnTo>
                    <a:pt x="128122" y="623100"/>
                  </a:lnTo>
                  <a:lnTo>
                    <a:pt x="174515" y="629334"/>
                  </a:lnTo>
                  <a:lnTo>
                    <a:pt x="610806" y="629334"/>
                  </a:lnTo>
                  <a:lnTo>
                    <a:pt x="657199" y="623100"/>
                  </a:lnTo>
                  <a:lnTo>
                    <a:pt x="698888" y="605507"/>
                  </a:lnTo>
                  <a:lnTo>
                    <a:pt x="734207" y="578219"/>
                  </a:lnTo>
                  <a:lnTo>
                    <a:pt x="761495" y="542899"/>
                  </a:lnTo>
                  <a:lnTo>
                    <a:pt x="779088" y="501211"/>
                  </a:lnTo>
                  <a:lnTo>
                    <a:pt x="785322" y="454818"/>
                  </a:lnTo>
                  <a:lnTo>
                    <a:pt x="785322" y="174517"/>
                  </a:lnTo>
                  <a:lnTo>
                    <a:pt x="779088" y="128123"/>
                  </a:lnTo>
                  <a:lnTo>
                    <a:pt x="761495" y="86435"/>
                  </a:lnTo>
                  <a:lnTo>
                    <a:pt x="734207" y="51114"/>
                  </a:lnTo>
                  <a:lnTo>
                    <a:pt x="698888" y="23826"/>
                  </a:lnTo>
                  <a:lnTo>
                    <a:pt x="657199" y="6233"/>
                  </a:lnTo>
                  <a:lnTo>
                    <a:pt x="61080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0910835" y="6055473"/>
              <a:ext cx="785495" cy="629920"/>
            </a:xfrm>
            <a:custGeom>
              <a:avLst/>
              <a:gdLst/>
              <a:ahLst/>
              <a:cxnLst/>
              <a:rect l="l" t="t" r="r" b="b"/>
              <a:pathLst>
                <a:path w="785495" h="629920">
                  <a:moveTo>
                    <a:pt x="174516" y="0"/>
                  </a:moveTo>
                  <a:lnTo>
                    <a:pt x="610806" y="0"/>
                  </a:lnTo>
                  <a:lnTo>
                    <a:pt x="657199" y="6233"/>
                  </a:lnTo>
                  <a:lnTo>
                    <a:pt x="698887" y="23826"/>
                  </a:lnTo>
                  <a:lnTo>
                    <a:pt x="734207" y="51114"/>
                  </a:lnTo>
                  <a:lnTo>
                    <a:pt x="761495" y="86434"/>
                  </a:lnTo>
                  <a:lnTo>
                    <a:pt x="779088" y="128122"/>
                  </a:lnTo>
                  <a:lnTo>
                    <a:pt x="785322" y="174516"/>
                  </a:lnTo>
                  <a:lnTo>
                    <a:pt x="785322" y="454817"/>
                  </a:lnTo>
                  <a:lnTo>
                    <a:pt x="779088" y="501210"/>
                  </a:lnTo>
                  <a:lnTo>
                    <a:pt x="761495" y="542899"/>
                  </a:lnTo>
                  <a:lnTo>
                    <a:pt x="734207" y="578219"/>
                  </a:lnTo>
                  <a:lnTo>
                    <a:pt x="698887" y="605507"/>
                  </a:lnTo>
                  <a:lnTo>
                    <a:pt x="657199" y="623099"/>
                  </a:lnTo>
                  <a:lnTo>
                    <a:pt x="610806" y="629333"/>
                  </a:lnTo>
                  <a:lnTo>
                    <a:pt x="174516" y="629333"/>
                  </a:lnTo>
                  <a:lnTo>
                    <a:pt x="128123" y="623099"/>
                  </a:lnTo>
                  <a:lnTo>
                    <a:pt x="86434" y="605507"/>
                  </a:lnTo>
                  <a:lnTo>
                    <a:pt x="51114" y="578219"/>
                  </a:lnTo>
                  <a:lnTo>
                    <a:pt x="23826" y="542899"/>
                  </a:lnTo>
                  <a:lnTo>
                    <a:pt x="6233" y="501210"/>
                  </a:lnTo>
                  <a:lnTo>
                    <a:pt x="0" y="454817"/>
                  </a:lnTo>
                  <a:lnTo>
                    <a:pt x="0" y="174516"/>
                  </a:lnTo>
                  <a:lnTo>
                    <a:pt x="6233" y="128122"/>
                  </a:lnTo>
                  <a:lnTo>
                    <a:pt x="23826" y="86434"/>
                  </a:lnTo>
                  <a:lnTo>
                    <a:pt x="51114" y="51114"/>
                  </a:lnTo>
                  <a:lnTo>
                    <a:pt x="86434" y="23826"/>
                  </a:lnTo>
                  <a:lnTo>
                    <a:pt x="128123" y="6233"/>
                  </a:lnTo>
                  <a:lnTo>
                    <a:pt x="174516" y="0"/>
                  </a:lnTo>
                  <a:close/>
                </a:path>
              </a:pathLst>
            </a:custGeom>
            <a:ln w="24930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0970004" y="6378209"/>
              <a:ext cx="581025" cy="193675"/>
            </a:xfrm>
            <a:custGeom>
              <a:avLst/>
              <a:gdLst/>
              <a:ahLst/>
              <a:cxnLst/>
              <a:rect l="l" t="t" r="r" b="b"/>
              <a:pathLst>
                <a:path w="581025" h="193675">
                  <a:moveTo>
                    <a:pt x="484102" y="0"/>
                  </a:moveTo>
                  <a:lnTo>
                    <a:pt x="96820" y="0"/>
                  </a:lnTo>
                  <a:lnTo>
                    <a:pt x="0" y="193640"/>
                  </a:lnTo>
                  <a:lnTo>
                    <a:pt x="580924" y="193640"/>
                  </a:lnTo>
                  <a:lnTo>
                    <a:pt x="48410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0970004" y="6314045"/>
              <a:ext cx="581025" cy="257810"/>
            </a:xfrm>
            <a:custGeom>
              <a:avLst/>
              <a:gdLst/>
              <a:ahLst/>
              <a:cxnLst/>
              <a:rect l="l" t="t" r="r" b="b"/>
              <a:pathLst>
                <a:path w="581025" h="257809">
                  <a:moveTo>
                    <a:pt x="0" y="257805"/>
                  </a:moveTo>
                  <a:lnTo>
                    <a:pt x="580924" y="257805"/>
                  </a:lnTo>
                  <a:lnTo>
                    <a:pt x="484102" y="64163"/>
                  </a:lnTo>
                  <a:lnTo>
                    <a:pt x="96820" y="64163"/>
                  </a:lnTo>
                  <a:lnTo>
                    <a:pt x="0" y="257805"/>
                  </a:lnTo>
                  <a:close/>
                </a:path>
                <a:path w="581025" h="257809">
                  <a:moveTo>
                    <a:pt x="289557" y="64163"/>
                  </a:moveTo>
                  <a:lnTo>
                    <a:pt x="288957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1240439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30" y="0"/>
                  </a:moveTo>
                  <a:lnTo>
                    <a:pt x="0" y="50034"/>
                  </a:lnTo>
                  <a:lnTo>
                    <a:pt x="18522" y="31160"/>
                  </a:lnTo>
                  <a:lnTo>
                    <a:pt x="30249" y="31160"/>
                  </a:lnTo>
                  <a:lnTo>
                    <a:pt x="18230" y="0"/>
                  </a:lnTo>
                  <a:close/>
                </a:path>
                <a:path w="37465" h="50164">
                  <a:moveTo>
                    <a:pt x="30249" y="31160"/>
                  </a:moveTo>
                  <a:lnTo>
                    <a:pt x="18522" y="31160"/>
                  </a:lnTo>
                  <a:lnTo>
                    <a:pt x="37393" y="49684"/>
                  </a:lnTo>
                  <a:lnTo>
                    <a:pt x="30249" y="3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1240439" y="6282884"/>
              <a:ext cx="37465" cy="50165"/>
            </a:xfrm>
            <a:custGeom>
              <a:avLst/>
              <a:gdLst/>
              <a:ahLst/>
              <a:cxnLst/>
              <a:rect l="l" t="t" r="r" b="b"/>
              <a:pathLst>
                <a:path w="37465" h="50164">
                  <a:moveTo>
                    <a:pt x="18230" y="0"/>
                  </a:moveTo>
                  <a:lnTo>
                    <a:pt x="0" y="50033"/>
                  </a:lnTo>
                  <a:lnTo>
                    <a:pt x="18522" y="31161"/>
                  </a:lnTo>
                  <a:lnTo>
                    <a:pt x="37393" y="49684"/>
                  </a:lnTo>
                  <a:lnTo>
                    <a:pt x="1823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3" name="object 303"/>
          <p:cNvGrpSpPr/>
          <p:nvPr/>
        </p:nvGrpSpPr>
        <p:grpSpPr>
          <a:xfrm>
            <a:off x="4611188" y="5547174"/>
            <a:ext cx="5542280" cy="514984"/>
            <a:chOff x="4611188" y="5547174"/>
            <a:chExt cx="5542280" cy="514984"/>
          </a:xfrm>
        </p:grpSpPr>
        <p:sp>
          <p:nvSpPr>
            <p:cNvPr id="304" name="object 304"/>
            <p:cNvSpPr/>
            <p:nvPr/>
          </p:nvSpPr>
          <p:spPr>
            <a:xfrm>
              <a:off x="4617421" y="5570435"/>
              <a:ext cx="5496560" cy="473075"/>
            </a:xfrm>
            <a:custGeom>
              <a:avLst/>
              <a:gdLst/>
              <a:ahLst/>
              <a:cxnLst/>
              <a:rect l="l" t="t" r="r" b="b"/>
              <a:pathLst>
                <a:path w="5496559" h="473075">
                  <a:moveTo>
                    <a:pt x="0" y="472573"/>
                  </a:moveTo>
                  <a:lnTo>
                    <a:pt x="5496348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0093539" y="5553406"/>
              <a:ext cx="51435" cy="37465"/>
            </a:xfrm>
            <a:custGeom>
              <a:avLst/>
              <a:gdLst/>
              <a:ahLst/>
              <a:cxnLst/>
              <a:rect l="l" t="t" r="r" b="b"/>
              <a:pathLst>
                <a:path w="51434" h="37464">
                  <a:moveTo>
                    <a:pt x="0" y="0"/>
                  </a:moveTo>
                  <a:lnTo>
                    <a:pt x="20231" y="17028"/>
                  </a:lnTo>
                  <a:lnTo>
                    <a:pt x="3202" y="37259"/>
                  </a:lnTo>
                  <a:lnTo>
                    <a:pt x="51280" y="143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0093538" y="5553407"/>
              <a:ext cx="51435" cy="37465"/>
            </a:xfrm>
            <a:custGeom>
              <a:avLst/>
              <a:gdLst/>
              <a:ahLst/>
              <a:cxnLst/>
              <a:rect l="l" t="t" r="r" b="b"/>
              <a:pathLst>
                <a:path w="51434" h="37464">
                  <a:moveTo>
                    <a:pt x="51280" y="14358"/>
                  </a:moveTo>
                  <a:lnTo>
                    <a:pt x="0" y="0"/>
                  </a:lnTo>
                  <a:lnTo>
                    <a:pt x="20231" y="17027"/>
                  </a:lnTo>
                  <a:lnTo>
                    <a:pt x="3203" y="37259"/>
                  </a:lnTo>
                  <a:lnTo>
                    <a:pt x="51280" y="14358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5544466" y="5571513"/>
              <a:ext cx="4569460" cy="484505"/>
            </a:xfrm>
            <a:custGeom>
              <a:avLst/>
              <a:gdLst/>
              <a:ahLst/>
              <a:cxnLst/>
              <a:rect l="l" t="t" r="r" b="b"/>
              <a:pathLst>
                <a:path w="4569459" h="484504">
                  <a:moveTo>
                    <a:pt x="0" y="483960"/>
                  </a:moveTo>
                  <a:lnTo>
                    <a:pt x="4569406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0093309" y="5554888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70" h="37464">
                  <a:moveTo>
                    <a:pt x="0" y="0"/>
                  </a:moveTo>
                  <a:lnTo>
                    <a:pt x="20563" y="16624"/>
                  </a:lnTo>
                  <a:lnTo>
                    <a:pt x="3939" y="37188"/>
                  </a:lnTo>
                  <a:lnTo>
                    <a:pt x="51554" y="13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0093309" y="5554889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70" h="37464">
                  <a:moveTo>
                    <a:pt x="51554" y="13341"/>
                  </a:moveTo>
                  <a:lnTo>
                    <a:pt x="0" y="0"/>
                  </a:lnTo>
                  <a:lnTo>
                    <a:pt x="20564" y="16623"/>
                  </a:lnTo>
                  <a:lnTo>
                    <a:pt x="3939" y="37188"/>
                  </a:lnTo>
                  <a:lnTo>
                    <a:pt x="51554" y="13341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6714764" y="5573438"/>
              <a:ext cx="3399790" cy="482600"/>
            </a:xfrm>
            <a:custGeom>
              <a:avLst/>
              <a:gdLst/>
              <a:ahLst/>
              <a:cxnLst/>
              <a:rect l="l" t="t" r="r" b="b"/>
              <a:pathLst>
                <a:path w="3399790" h="482600">
                  <a:moveTo>
                    <a:pt x="0" y="482035"/>
                  </a:moveTo>
                  <a:lnTo>
                    <a:pt x="3399347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0092973" y="5557549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70" h="37464">
                  <a:moveTo>
                    <a:pt x="0" y="0"/>
                  </a:moveTo>
                  <a:lnTo>
                    <a:pt x="21139" y="15888"/>
                  </a:lnTo>
                  <a:lnTo>
                    <a:pt x="5250" y="37025"/>
                  </a:lnTo>
                  <a:lnTo>
                    <a:pt x="51993" y="115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0092972" y="5557549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70" h="37464">
                  <a:moveTo>
                    <a:pt x="51993" y="11513"/>
                  </a:moveTo>
                  <a:lnTo>
                    <a:pt x="0" y="0"/>
                  </a:lnTo>
                  <a:lnTo>
                    <a:pt x="21138" y="15888"/>
                  </a:lnTo>
                  <a:lnTo>
                    <a:pt x="5250" y="37026"/>
                  </a:lnTo>
                  <a:lnTo>
                    <a:pt x="51993" y="11513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7958162" y="5577313"/>
              <a:ext cx="2157095" cy="466090"/>
            </a:xfrm>
            <a:custGeom>
              <a:avLst/>
              <a:gdLst/>
              <a:ahLst/>
              <a:cxnLst/>
              <a:rect l="l" t="t" r="r" b="b"/>
              <a:pathLst>
                <a:path w="2157095" h="466089">
                  <a:moveTo>
                    <a:pt x="0" y="465694"/>
                  </a:moveTo>
                  <a:lnTo>
                    <a:pt x="215664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0092580" y="5562983"/>
              <a:ext cx="52705" cy="36830"/>
            </a:xfrm>
            <a:custGeom>
              <a:avLst/>
              <a:gdLst/>
              <a:ahLst/>
              <a:cxnLst/>
              <a:rect l="l" t="t" r="r" b="b"/>
              <a:pathLst>
                <a:path w="52704" h="36829">
                  <a:moveTo>
                    <a:pt x="0" y="0"/>
                  </a:moveTo>
                  <a:lnTo>
                    <a:pt x="22222" y="14329"/>
                  </a:lnTo>
                  <a:lnTo>
                    <a:pt x="7893" y="36553"/>
                  </a:lnTo>
                  <a:lnTo>
                    <a:pt x="52684" y="7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0092580" y="5562983"/>
              <a:ext cx="52705" cy="36830"/>
            </a:xfrm>
            <a:custGeom>
              <a:avLst/>
              <a:gdLst/>
              <a:ahLst/>
              <a:cxnLst/>
              <a:rect l="l" t="t" r="r" b="b"/>
              <a:pathLst>
                <a:path w="52704" h="36829">
                  <a:moveTo>
                    <a:pt x="52685" y="7752"/>
                  </a:moveTo>
                  <a:lnTo>
                    <a:pt x="0" y="0"/>
                  </a:lnTo>
                  <a:lnTo>
                    <a:pt x="22223" y="14330"/>
                  </a:lnTo>
                  <a:lnTo>
                    <a:pt x="7893" y="36553"/>
                  </a:lnTo>
                  <a:lnTo>
                    <a:pt x="52685" y="7752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9074373" y="5587668"/>
              <a:ext cx="1043940" cy="455930"/>
            </a:xfrm>
            <a:custGeom>
              <a:avLst/>
              <a:gdLst/>
              <a:ahLst/>
              <a:cxnLst/>
              <a:rect l="l" t="t" r="r" b="b"/>
              <a:pathLst>
                <a:path w="1043940" h="455929">
                  <a:moveTo>
                    <a:pt x="0" y="455339"/>
                  </a:moveTo>
                  <a:lnTo>
                    <a:pt x="104377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0093529" y="5575205"/>
              <a:ext cx="53340" cy="37465"/>
            </a:xfrm>
            <a:custGeom>
              <a:avLst/>
              <a:gdLst/>
              <a:ahLst/>
              <a:cxnLst/>
              <a:rect l="l" t="t" r="r" b="b"/>
              <a:pathLst>
                <a:path w="53340" h="37464">
                  <a:moveTo>
                    <a:pt x="53178" y="0"/>
                  </a:moveTo>
                  <a:lnTo>
                    <a:pt x="0" y="2800"/>
                  </a:lnTo>
                  <a:lnTo>
                    <a:pt x="24615" y="12462"/>
                  </a:lnTo>
                  <a:lnTo>
                    <a:pt x="14952" y="37076"/>
                  </a:lnTo>
                  <a:lnTo>
                    <a:pt x="53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0093528" y="5575206"/>
              <a:ext cx="53340" cy="37465"/>
            </a:xfrm>
            <a:custGeom>
              <a:avLst/>
              <a:gdLst/>
              <a:ahLst/>
              <a:cxnLst/>
              <a:rect l="l" t="t" r="r" b="b"/>
              <a:pathLst>
                <a:path w="53340" h="37464">
                  <a:moveTo>
                    <a:pt x="53178" y="0"/>
                  </a:moveTo>
                  <a:lnTo>
                    <a:pt x="0" y="2799"/>
                  </a:lnTo>
                  <a:lnTo>
                    <a:pt x="24615" y="12461"/>
                  </a:lnTo>
                  <a:lnTo>
                    <a:pt x="14953" y="37075"/>
                  </a:lnTo>
                  <a:lnTo>
                    <a:pt x="53178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2" name="object 292"/>
          <p:cNvGrpSpPr/>
          <p:nvPr/>
        </p:nvGrpSpPr>
        <p:grpSpPr>
          <a:xfrm>
            <a:off x="11466335" y="6109571"/>
            <a:ext cx="158115" cy="158115"/>
            <a:chOff x="11466335" y="6109571"/>
            <a:chExt cx="158115" cy="158115"/>
          </a:xfrm>
        </p:grpSpPr>
        <p:sp>
          <p:nvSpPr>
            <p:cNvPr id="293" name="object 293"/>
            <p:cNvSpPr/>
            <p:nvPr/>
          </p:nvSpPr>
          <p:spPr>
            <a:xfrm>
              <a:off x="11472569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0" y="0"/>
                  </a:moveTo>
                  <a:lnTo>
                    <a:pt x="0" y="0"/>
                  </a:lnTo>
                  <a:lnTo>
                    <a:pt x="0" y="145230"/>
                  </a:lnTo>
                  <a:lnTo>
                    <a:pt x="145230" y="145230"/>
                  </a:lnTo>
                  <a:lnTo>
                    <a:pt x="145230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1472568" y="6115804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0" y="0"/>
                  </a:moveTo>
                  <a:lnTo>
                    <a:pt x="145231" y="0"/>
                  </a:lnTo>
                  <a:lnTo>
                    <a:pt x="145231" y="145231"/>
                  </a:lnTo>
                  <a:lnTo>
                    <a:pt x="0" y="145231"/>
                  </a:lnTo>
                  <a:lnTo>
                    <a:pt x="0" y="0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6" name="object 296"/>
          <p:cNvGrpSpPr/>
          <p:nvPr/>
        </p:nvGrpSpPr>
        <p:grpSpPr>
          <a:xfrm>
            <a:off x="11178811" y="6108292"/>
            <a:ext cx="309245" cy="158115"/>
            <a:chOff x="11178811" y="6108292"/>
            <a:chExt cx="309245" cy="158115"/>
          </a:xfrm>
        </p:grpSpPr>
        <p:sp>
          <p:nvSpPr>
            <p:cNvPr id="297" name="object 297"/>
            <p:cNvSpPr/>
            <p:nvPr/>
          </p:nvSpPr>
          <p:spPr>
            <a:xfrm>
              <a:off x="11385097" y="6187508"/>
              <a:ext cx="96520" cy="635"/>
            </a:xfrm>
            <a:custGeom>
              <a:avLst/>
              <a:gdLst/>
              <a:ahLst/>
              <a:cxnLst/>
              <a:rect l="l" t="t" r="r" b="b"/>
              <a:pathLst>
                <a:path w="96520" h="635">
                  <a:moveTo>
                    <a:pt x="96486" y="190"/>
                  </a:moveTo>
                  <a:lnTo>
                    <a:pt x="0" y="0"/>
                  </a:lnTo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1353770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50061" y="0"/>
                  </a:moveTo>
                  <a:lnTo>
                    <a:pt x="0" y="18660"/>
                  </a:lnTo>
                  <a:lnTo>
                    <a:pt x="325" y="18660"/>
                  </a:lnTo>
                  <a:lnTo>
                    <a:pt x="49986" y="37396"/>
                  </a:lnTo>
                  <a:lnTo>
                    <a:pt x="31326" y="18660"/>
                  </a:lnTo>
                  <a:lnTo>
                    <a:pt x="50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1353933" y="6168848"/>
              <a:ext cx="50165" cy="37465"/>
            </a:xfrm>
            <a:custGeom>
              <a:avLst/>
              <a:gdLst/>
              <a:ahLst/>
              <a:cxnLst/>
              <a:rect l="l" t="t" r="r" b="b"/>
              <a:pathLst>
                <a:path w="50165" h="37464">
                  <a:moveTo>
                    <a:pt x="0" y="18599"/>
                  </a:moveTo>
                  <a:lnTo>
                    <a:pt x="49824" y="37396"/>
                  </a:lnTo>
                  <a:lnTo>
                    <a:pt x="31163" y="18660"/>
                  </a:lnTo>
                  <a:lnTo>
                    <a:pt x="49899" y="0"/>
                  </a:lnTo>
                  <a:lnTo>
                    <a:pt x="0" y="18599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1185161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72614" y="0"/>
                  </a:moveTo>
                  <a:lnTo>
                    <a:pt x="0" y="72614"/>
                  </a:lnTo>
                  <a:lnTo>
                    <a:pt x="72614" y="145230"/>
                  </a:lnTo>
                  <a:lnTo>
                    <a:pt x="145230" y="72614"/>
                  </a:lnTo>
                  <a:lnTo>
                    <a:pt x="72614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1185161" y="6114642"/>
              <a:ext cx="145415" cy="145415"/>
            </a:xfrm>
            <a:custGeom>
              <a:avLst/>
              <a:gdLst/>
              <a:ahLst/>
              <a:cxnLst/>
              <a:rect l="l" t="t" r="r" b="b"/>
              <a:pathLst>
                <a:path w="145415" h="145414">
                  <a:moveTo>
                    <a:pt x="145231" y="72614"/>
                  </a:moveTo>
                  <a:lnTo>
                    <a:pt x="72614" y="145231"/>
                  </a:lnTo>
                  <a:lnTo>
                    <a:pt x="0" y="72614"/>
                  </a:lnTo>
                  <a:lnTo>
                    <a:pt x="72614" y="0"/>
                  </a:lnTo>
                  <a:lnTo>
                    <a:pt x="145231" y="72614"/>
                  </a:lnTo>
                  <a:close/>
                </a:path>
              </a:pathLst>
            </a:custGeom>
            <a:ln w="124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2" name="object 302"/>
          <p:cNvSpPr txBox="1"/>
          <p:nvPr/>
        </p:nvSpPr>
        <p:spPr>
          <a:xfrm>
            <a:off x="11186835" y="5971232"/>
            <a:ext cx="147320" cy="6286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690"/>
              </a:spcBef>
            </a:pPr>
            <a:r>
              <a:rPr dirty="0" sz="1350" spc="-50">
                <a:latin typeface="Arial"/>
                <a:cs typeface="Arial"/>
              </a:rPr>
              <a:t>+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550" spc="-5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95" name="object 295"/>
          <p:cNvSpPr txBox="1"/>
          <p:nvPr/>
        </p:nvSpPr>
        <p:spPr>
          <a:xfrm>
            <a:off x="11520019" y="6060506"/>
            <a:ext cx="64769" cy="234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4310130" y="6960717"/>
            <a:ext cx="325120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5">
                <a:solidFill>
                  <a:srgbClr val="0908FF"/>
                </a:solidFill>
                <a:latin typeface="Courier New"/>
                <a:cs typeface="Courier New"/>
              </a:rPr>
              <a:t>So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32548" y="6960717"/>
            <a:ext cx="624205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>
                <a:solidFill>
                  <a:srgbClr val="0908FF"/>
                </a:solidFill>
                <a:latin typeface="Courier New"/>
                <a:cs typeface="Courier New"/>
              </a:rPr>
              <a:t>long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477649" y="6965504"/>
            <a:ext cx="474345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5">
                <a:solidFill>
                  <a:srgbClr val="0908FF"/>
                </a:solidFill>
                <a:latin typeface="Courier New"/>
                <a:cs typeface="Courier New"/>
              </a:rPr>
              <a:t>and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38906" y="6965504"/>
            <a:ext cx="1844039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82395" algn="l"/>
              </a:tabLst>
            </a:pPr>
            <a:r>
              <a:rPr dirty="0" sz="1950" spc="-10">
                <a:solidFill>
                  <a:srgbClr val="0908FF"/>
                </a:solidFill>
                <a:latin typeface="Courier New"/>
                <a:cs typeface="Courier New"/>
              </a:rPr>
              <a:t>thanks</a:t>
            </a:r>
            <a:r>
              <a:rPr dirty="0" sz="1950">
                <a:solidFill>
                  <a:srgbClr val="0908FF"/>
                </a:solidFill>
                <a:latin typeface="Courier New"/>
                <a:cs typeface="Courier New"/>
              </a:rPr>
              <a:t>	</a:t>
            </a:r>
            <a:r>
              <a:rPr dirty="0" sz="1950" spc="-25">
                <a:solidFill>
                  <a:srgbClr val="0908FF"/>
                </a:solidFill>
                <a:latin typeface="Courier New"/>
                <a:cs typeface="Courier New"/>
              </a:rPr>
              <a:t>for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931302" y="6965504"/>
            <a:ext cx="474345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5">
                <a:solidFill>
                  <a:srgbClr val="FF0000"/>
                </a:solidFill>
                <a:latin typeface="Courier New"/>
                <a:cs typeface="Courier New"/>
              </a:rPr>
              <a:t>all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066383" y="6965504"/>
            <a:ext cx="474345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5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79242" y="7842937"/>
            <a:ext cx="1184275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>
                <a:latin typeface="Arial"/>
                <a:cs typeface="Arial"/>
              </a:rPr>
              <a:t>Prefix</a:t>
            </a:r>
            <a:r>
              <a:rPr dirty="0" sz="1950" spc="-50">
                <a:latin typeface="Arial"/>
                <a:cs typeface="Arial"/>
              </a:rPr>
              <a:t> </a:t>
            </a:r>
            <a:r>
              <a:rPr dirty="0" sz="1950" spc="-30">
                <a:latin typeface="Arial"/>
                <a:cs typeface="Arial"/>
              </a:rPr>
              <a:t>Text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4219" y="567435"/>
            <a:ext cx="1280604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55"/>
              <a:t>Many</a:t>
            </a:r>
            <a:r>
              <a:rPr dirty="0" sz="4600" spc="-190"/>
              <a:t> </a:t>
            </a:r>
            <a:r>
              <a:rPr dirty="0" sz="4600" spc="-80"/>
              <a:t>practical</a:t>
            </a:r>
            <a:r>
              <a:rPr dirty="0" sz="4600" spc="-180"/>
              <a:t> </a:t>
            </a:r>
            <a:r>
              <a:rPr dirty="0" sz="4600" spc="-35"/>
              <a:t>NLP</a:t>
            </a:r>
            <a:r>
              <a:rPr dirty="0" sz="4600" spc="-185"/>
              <a:t> </a:t>
            </a:r>
            <a:r>
              <a:rPr dirty="0" sz="4600" spc="-60"/>
              <a:t>tasks</a:t>
            </a:r>
            <a:r>
              <a:rPr dirty="0" sz="4600" spc="-180"/>
              <a:t> </a:t>
            </a:r>
            <a:r>
              <a:rPr dirty="0" sz="4600" spc="-35"/>
              <a:t>can</a:t>
            </a:r>
            <a:r>
              <a:rPr dirty="0" sz="4600" spc="-185"/>
              <a:t> </a:t>
            </a:r>
            <a:r>
              <a:rPr dirty="0" sz="4600"/>
              <a:t>be</a:t>
            </a:r>
            <a:r>
              <a:rPr dirty="0" sz="4600" spc="-185"/>
              <a:t> </a:t>
            </a:r>
            <a:r>
              <a:rPr dirty="0" sz="4600" spc="-60"/>
              <a:t>cast</a:t>
            </a:r>
            <a:r>
              <a:rPr dirty="0" sz="4600" spc="-185"/>
              <a:t> </a:t>
            </a:r>
            <a:r>
              <a:rPr dirty="0" sz="4600"/>
              <a:t>as</a:t>
            </a:r>
            <a:r>
              <a:rPr dirty="0" sz="4600" spc="-175"/>
              <a:t> </a:t>
            </a:r>
            <a:r>
              <a:rPr dirty="0" sz="4600" spc="-75"/>
              <a:t>word</a:t>
            </a:r>
            <a:r>
              <a:rPr dirty="0" sz="4600" spc="-185"/>
              <a:t> </a:t>
            </a:r>
            <a:r>
              <a:rPr dirty="0" sz="4600" spc="-30"/>
              <a:t>prediction!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145056" y="1755140"/>
            <a:ext cx="12832080" cy="521271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71450">
              <a:lnSpc>
                <a:spcPct val="100000"/>
              </a:lnSpc>
              <a:spcBef>
                <a:spcPts val="840"/>
              </a:spcBef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Sentiment</a:t>
            </a:r>
            <a:r>
              <a:rPr dirty="0" sz="4800" spc="-1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analysis:</a:t>
            </a:r>
            <a:r>
              <a:rPr dirty="0" sz="4800" spc="-1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“I</a:t>
            </a:r>
            <a:r>
              <a:rPr dirty="0" sz="4800" spc="-1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dirty="0" sz="4800" spc="-1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Jackie</a:t>
            </a:r>
            <a:r>
              <a:rPr dirty="0" sz="4800" spc="-1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Chan”</a:t>
            </a:r>
            <a:endParaRPr sz="4800">
              <a:latin typeface="Calibri"/>
              <a:cs typeface="Calibri"/>
            </a:endParaRPr>
          </a:p>
          <a:p>
            <a:pPr marL="1062990" marR="1214120" indent="-891540">
              <a:lnSpc>
                <a:spcPct val="89100"/>
              </a:lnSpc>
              <a:spcBef>
                <a:spcPts val="1375"/>
              </a:spcBef>
              <a:buClr>
                <a:srgbClr val="E48312"/>
              </a:buClr>
              <a:buAutoNum type="arabicPeriod"/>
              <a:tabLst>
                <a:tab pos="1062990" algn="l"/>
              </a:tabLst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48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give</a:t>
            </a:r>
            <a:r>
              <a:rPr dirty="0" sz="48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8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48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48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dirty="0" sz="48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string: </a:t>
            </a:r>
            <a:r>
              <a:rPr dirty="0" sz="4300">
                <a:solidFill>
                  <a:srgbClr val="404040"/>
                </a:solidFill>
                <a:latin typeface="Courier New"/>
                <a:cs typeface="Courier New"/>
              </a:rPr>
              <a:t>The</a:t>
            </a:r>
            <a:r>
              <a:rPr dirty="0" sz="4300" spc="65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dirty="0" sz="4300">
                <a:solidFill>
                  <a:srgbClr val="404040"/>
                </a:solidFill>
                <a:latin typeface="Courier New"/>
                <a:cs typeface="Courier New"/>
              </a:rPr>
              <a:t>sentiment</a:t>
            </a:r>
            <a:r>
              <a:rPr dirty="0" sz="4300" spc="65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dirty="0" sz="4300">
                <a:solidFill>
                  <a:srgbClr val="404040"/>
                </a:solidFill>
                <a:latin typeface="Courier New"/>
                <a:cs typeface="Courier New"/>
              </a:rPr>
              <a:t>of</a:t>
            </a:r>
            <a:r>
              <a:rPr dirty="0" sz="4300" spc="65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dirty="0" sz="4300">
                <a:solidFill>
                  <a:srgbClr val="404040"/>
                </a:solidFill>
                <a:latin typeface="Courier New"/>
                <a:cs typeface="Courier New"/>
              </a:rPr>
              <a:t>the</a:t>
            </a:r>
            <a:r>
              <a:rPr dirty="0" sz="4300" spc="65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dirty="0" sz="4300">
                <a:solidFill>
                  <a:srgbClr val="404040"/>
                </a:solidFill>
                <a:latin typeface="Courier New"/>
                <a:cs typeface="Courier New"/>
              </a:rPr>
              <a:t>sentence</a:t>
            </a:r>
            <a:r>
              <a:rPr dirty="0" sz="4300" spc="65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dirty="0" sz="4300" spc="-25">
                <a:solidFill>
                  <a:srgbClr val="404040"/>
                </a:solidFill>
                <a:latin typeface="Courier New"/>
                <a:cs typeface="Courier New"/>
              </a:rPr>
              <a:t>"I </a:t>
            </a:r>
            <a:r>
              <a:rPr dirty="0" sz="4300">
                <a:solidFill>
                  <a:srgbClr val="404040"/>
                </a:solidFill>
                <a:latin typeface="Courier New"/>
                <a:cs typeface="Courier New"/>
              </a:rPr>
              <a:t>like</a:t>
            </a:r>
            <a:r>
              <a:rPr dirty="0" sz="4300" spc="65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dirty="0" sz="4300">
                <a:solidFill>
                  <a:srgbClr val="404040"/>
                </a:solidFill>
                <a:latin typeface="Courier New"/>
                <a:cs typeface="Courier New"/>
              </a:rPr>
              <a:t>Jackie</a:t>
            </a:r>
            <a:r>
              <a:rPr dirty="0" sz="4300" spc="65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dirty="0" sz="4300">
                <a:solidFill>
                  <a:srgbClr val="404040"/>
                </a:solidFill>
                <a:latin typeface="Courier New"/>
                <a:cs typeface="Courier New"/>
              </a:rPr>
              <a:t>Chan"</a:t>
            </a:r>
            <a:r>
              <a:rPr dirty="0" sz="4300" spc="65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dirty="0" sz="4300" spc="-25">
                <a:solidFill>
                  <a:srgbClr val="404040"/>
                </a:solidFill>
                <a:latin typeface="Courier New"/>
                <a:cs typeface="Courier New"/>
              </a:rPr>
              <a:t>is:</a:t>
            </a:r>
            <a:endParaRPr sz="4300">
              <a:latin typeface="Courier New"/>
              <a:cs typeface="Courier New"/>
            </a:endParaRPr>
          </a:p>
          <a:p>
            <a:pPr marL="1062990" indent="-891540">
              <a:lnSpc>
                <a:spcPct val="100000"/>
              </a:lnSpc>
              <a:spcBef>
                <a:spcPts val="745"/>
              </a:spcBef>
              <a:buClr>
                <a:srgbClr val="E48312"/>
              </a:buClr>
              <a:buAutoNum type="arabicPeriod"/>
              <a:tabLst>
                <a:tab pos="1062990" algn="l"/>
              </a:tabLst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48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thinks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comes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next:</a:t>
            </a:r>
            <a:endParaRPr sz="48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4170"/>
              </a:spcBef>
            </a:pPr>
            <a:r>
              <a:rPr dirty="0" sz="2950" spc="-50" i="1">
                <a:latin typeface="Times New Roman"/>
                <a:cs typeface="Times New Roman"/>
              </a:rPr>
              <a:t>P</a:t>
            </a:r>
            <a:r>
              <a:rPr dirty="0" sz="2950" spc="-50">
                <a:latin typeface="Tahoma"/>
                <a:cs typeface="Tahoma"/>
              </a:rPr>
              <a:t>(</a:t>
            </a:r>
            <a:r>
              <a:rPr dirty="0" sz="2950" spc="-50">
                <a:latin typeface="Times New Roman"/>
                <a:cs typeface="Times New Roman"/>
              </a:rPr>
              <a:t>positive</a:t>
            </a:r>
            <a:r>
              <a:rPr dirty="0" sz="2950" spc="-50" i="1">
                <a:latin typeface="DejaVu Sans Condensed"/>
                <a:cs typeface="DejaVu Sans Condensed"/>
              </a:rPr>
              <a:t>|</a:t>
            </a:r>
            <a:r>
              <a:rPr dirty="0" sz="2950" spc="-50">
                <a:latin typeface="Courier New"/>
                <a:cs typeface="Courier New"/>
              </a:rPr>
              <a:t>The</a:t>
            </a:r>
            <a:r>
              <a:rPr dirty="0" sz="2950" spc="-235">
                <a:latin typeface="Courier New"/>
                <a:cs typeface="Courier New"/>
              </a:rPr>
              <a:t> </a:t>
            </a:r>
            <a:r>
              <a:rPr dirty="0" sz="2950" spc="-215">
                <a:latin typeface="Courier New"/>
                <a:cs typeface="Courier New"/>
              </a:rPr>
              <a:t>sentiment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195">
                <a:latin typeface="Courier New"/>
                <a:cs typeface="Courier New"/>
              </a:rPr>
              <a:t>of</a:t>
            </a:r>
            <a:r>
              <a:rPr dirty="0" sz="2950" spc="-225">
                <a:latin typeface="Courier New"/>
                <a:cs typeface="Courier New"/>
              </a:rPr>
              <a:t> </a:t>
            </a:r>
            <a:r>
              <a:rPr dirty="0" sz="2950" spc="-204">
                <a:latin typeface="Courier New"/>
                <a:cs typeface="Courier New"/>
              </a:rPr>
              <a:t>the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5">
                <a:latin typeface="Courier New"/>
                <a:cs typeface="Courier New"/>
              </a:rPr>
              <a:t>sentence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04">
                <a:latin typeface="Courier New"/>
                <a:cs typeface="Courier New"/>
              </a:rPr>
              <a:t>‘‘I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0">
                <a:latin typeface="Courier New"/>
                <a:cs typeface="Courier New"/>
              </a:rPr>
              <a:t>like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0">
                <a:latin typeface="Courier New"/>
                <a:cs typeface="Courier New"/>
              </a:rPr>
              <a:t>Jackie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5">
                <a:latin typeface="Courier New"/>
                <a:cs typeface="Courier New"/>
              </a:rPr>
              <a:t>Chan"</a:t>
            </a:r>
            <a:r>
              <a:rPr dirty="0" sz="2950" spc="-225">
                <a:latin typeface="Courier New"/>
                <a:cs typeface="Courier New"/>
              </a:rPr>
              <a:t> </a:t>
            </a:r>
            <a:r>
              <a:rPr dirty="0" sz="2950" spc="-114">
                <a:latin typeface="Courier New"/>
                <a:cs typeface="Courier New"/>
              </a:rPr>
              <a:t>is:</a:t>
            </a:r>
            <a:r>
              <a:rPr dirty="0" sz="2950" spc="-114">
                <a:latin typeface="Tahoma"/>
                <a:cs typeface="Tahoma"/>
              </a:rPr>
              <a:t>)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950" spc="-55" i="1">
                <a:latin typeface="Times New Roman"/>
                <a:cs typeface="Times New Roman"/>
              </a:rPr>
              <a:t>P</a:t>
            </a:r>
            <a:r>
              <a:rPr dirty="0" sz="2950" spc="-55">
                <a:latin typeface="Tahoma"/>
                <a:cs typeface="Tahoma"/>
              </a:rPr>
              <a:t>(</a:t>
            </a:r>
            <a:r>
              <a:rPr dirty="0" sz="2950" spc="-55">
                <a:latin typeface="Times New Roman"/>
                <a:cs typeface="Times New Roman"/>
              </a:rPr>
              <a:t>negative</a:t>
            </a:r>
            <a:r>
              <a:rPr dirty="0" sz="2950" spc="-55" i="1">
                <a:latin typeface="DejaVu Sans Condensed"/>
                <a:cs typeface="DejaVu Sans Condensed"/>
              </a:rPr>
              <a:t>|</a:t>
            </a:r>
            <a:r>
              <a:rPr dirty="0" sz="2950" spc="-55">
                <a:latin typeface="Courier New"/>
                <a:cs typeface="Courier New"/>
              </a:rPr>
              <a:t>The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5">
                <a:latin typeface="Courier New"/>
                <a:cs typeface="Courier New"/>
              </a:rPr>
              <a:t>sentiment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195">
                <a:latin typeface="Courier New"/>
                <a:cs typeface="Courier New"/>
              </a:rPr>
              <a:t>of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04">
                <a:latin typeface="Courier New"/>
                <a:cs typeface="Courier New"/>
              </a:rPr>
              <a:t>the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5">
                <a:latin typeface="Courier New"/>
                <a:cs typeface="Courier New"/>
              </a:rPr>
              <a:t>sentence</a:t>
            </a:r>
            <a:r>
              <a:rPr dirty="0" sz="2950" spc="-225">
                <a:latin typeface="Courier New"/>
                <a:cs typeface="Courier New"/>
              </a:rPr>
              <a:t> </a:t>
            </a:r>
            <a:r>
              <a:rPr dirty="0" sz="2950" spc="-204">
                <a:latin typeface="Courier New"/>
                <a:cs typeface="Courier New"/>
              </a:rPr>
              <a:t>‘‘I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0">
                <a:latin typeface="Courier New"/>
                <a:cs typeface="Courier New"/>
              </a:rPr>
              <a:t>like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0">
                <a:latin typeface="Courier New"/>
                <a:cs typeface="Courier New"/>
              </a:rPr>
              <a:t>Jackie</a:t>
            </a:r>
            <a:r>
              <a:rPr dirty="0" sz="2950" spc="-229">
                <a:latin typeface="Courier New"/>
                <a:cs typeface="Courier New"/>
              </a:rPr>
              <a:t> </a:t>
            </a:r>
            <a:r>
              <a:rPr dirty="0" sz="2950" spc="-215">
                <a:latin typeface="Courier New"/>
                <a:cs typeface="Courier New"/>
              </a:rPr>
              <a:t>Chan"</a:t>
            </a:r>
            <a:r>
              <a:rPr dirty="0" sz="2950" spc="-225">
                <a:latin typeface="Courier New"/>
                <a:cs typeface="Courier New"/>
              </a:rPr>
              <a:t> </a:t>
            </a:r>
            <a:r>
              <a:rPr dirty="0" sz="2950" spc="-110">
                <a:latin typeface="Courier New"/>
                <a:cs typeface="Courier New"/>
              </a:rPr>
              <a:t>is:</a:t>
            </a:r>
            <a:r>
              <a:rPr dirty="0" sz="2950" spc="-110">
                <a:latin typeface="Tahoma"/>
                <a:cs typeface="Tahoma"/>
              </a:rPr>
              <a:t>)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Framing</a:t>
            </a:r>
            <a:r>
              <a:rPr dirty="0" spc="-185"/>
              <a:t> </a:t>
            </a:r>
            <a:r>
              <a:rPr dirty="0"/>
              <a:t>lots</a:t>
            </a:r>
            <a:r>
              <a:rPr dirty="0" spc="-185"/>
              <a:t> </a:t>
            </a:r>
            <a:r>
              <a:rPr dirty="0"/>
              <a:t>of</a:t>
            </a:r>
            <a:r>
              <a:rPr dirty="0" spc="-200"/>
              <a:t> </a:t>
            </a:r>
            <a:r>
              <a:rPr dirty="0" spc="-25"/>
              <a:t>tasks</a:t>
            </a:r>
            <a:r>
              <a:rPr dirty="0" spc="-190"/>
              <a:t> </a:t>
            </a:r>
            <a:r>
              <a:rPr dirty="0"/>
              <a:t>as</a:t>
            </a:r>
            <a:r>
              <a:rPr dirty="0" spc="-190"/>
              <a:t> </a:t>
            </a:r>
            <a:r>
              <a:rPr dirty="0" spc="-30"/>
              <a:t>conditional</a:t>
            </a:r>
            <a:r>
              <a:rPr dirty="0" spc="-195"/>
              <a:t> </a:t>
            </a:r>
            <a:r>
              <a:rPr dirty="0" spc="-1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0003" y="1226819"/>
            <a:ext cx="13105130" cy="6431280"/>
          </a:xfrm>
          <a:prstGeom prst="rect">
            <a:avLst/>
          </a:prstGeom>
        </p:spPr>
        <p:txBody>
          <a:bodyPr wrap="square" lIns="0" tIns="27178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140"/>
              </a:spcBef>
            </a:pP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QA:</a:t>
            </a:r>
            <a:r>
              <a:rPr dirty="0" sz="4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“Who</a:t>
            </a:r>
            <a:r>
              <a:rPr dirty="0" sz="44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wrote</a:t>
            </a:r>
            <a:r>
              <a:rPr dirty="0" sz="44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The Origin</a:t>
            </a:r>
            <a:r>
              <a:rPr dirty="0" sz="44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 spc="-10">
                <a:solidFill>
                  <a:srgbClr val="404040"/>
                </a:solidFill>
                <a:latin typeface="Calibri"/>
                <a:cs typeface="Calibri"/>
              </a:rPr>
              <a:t>Species”</a:t>
            </a:r>
            <a:endParaRPr sz="4400">
              <a:latin typeface="Calibri"/>
              <a:cs typeface="Calibri"/>
            </a:endParaRPr>
          </a:p>
          <a:p>
            <a:pPr marL="904875" indent="-891540">
              <a:lnSpc>
                <a:spcPct val="100000"/>
              </a:lnSpc>
              <a:spcBef>
                <a:spcPts val="2039"/>
              </a:spcBef>
              <a:buClr>
                <a:srgbClr val="E48312"/>
              </a:buClr>
              <a:buAutoNum type="arabicPeriod"/>
              <a:tabLst>
                <a:tab pos="904875" algn="l"/>
              </a:tabLst>
            </a:pP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4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give</a:t>
            </a:r>
            <a:r>
              <a:rPr dirty="0" sz="4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4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4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dirty="0" sz="4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 spc="-10">
                <a:solidFill>
                  <a:srgbClr val="404040"/>
                </a:solidFill>
                <a:latin typeface="Calibri"/>
                <a:cs typeface="Calibri"/>
              </a:rPr>
              <a:t>string:</a:t>
            </a:r>
            <a:endParaRPr sz="44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2750"/>
              </a:spcBef>
            </a:pPr>
            <a:r>
              <a:rPr dirty="0" sz="3550" spc="-175">
                <a:latin typeface="Courier New"/>
                <a:cs typeface="Courier New"/>
              </a:rPr>
              <a:t>Q:</a:t>
            </a:r>
            <a:r>
              <a:rPr dirty="0" sz="3550" spc="-370">
                <a:latin typeface="Courier New"/>
                <a:cs typeface="Courier New"/>
              </a:rPr>
              <a:t> </a:t>
            </a:r>
            <a:r>
              <a:rPr dirty="0" sz="3550" spc="-204">
                <a:latin typeface="Courier New"/>
                <a:cs typeface="Courier New"/>
              </a:rPr>
              <a:t>Who</a:t>
            </a:r>
            <a:r>
              <a:rPr dirty="0" sz="3550" spc="-325">
                <a:latin typeface="Courier New"/>
                <a:cs typeface="Courier New"/>
              </a:rPr>
              <a:t> </a:t>
            </a:r>
            <a:r>
              <a:rPr dirty="0" sz="3550" spc="-225">
                <a:latin typeface="Courier New"/>
                <a:cs typeface="Courier New"/>
              </a:rPr>
              <a:t>wrote</a:t>
            </a:r>
            <a:r>
              <a:rPr dirty="0" sz="3550" spc="-305">
                <a:latin typeface="Courier New"/>
                <a:cs typeface="Courier New"/>
              </a:rPr>
              <a:t> </a:t>
            </a:r>
            <a:r>
              <a:rPr dirty="0" sz="3550" spc="-204">
                <a:latin typeface="Courier New"/>
                <a:cs typeface="Courier New"/>
              </a:rPr>
              <a:t>the</a:t>
            </a:r>
            <a:r>
              <a:rPr dirty="0" sz="3550" spc="-325">
                <a:latin typeface="Courier New"/>
                <a:cs typeface="Courier New"/>
              </a:rPr>
              <a:t> </a:t>
            </a:r>
            <a:r>
              <a:rPr dirty="0" sz="3550" spc="-215">
                <a:latin typeface="Courier New"/>
                <a:cs typeface="Courier New"/>
              </a:rPr>
              <a:t>book</a:t>
            </a:r>
            <a:r>
              <a:rPr dirty="0" sz="3550" spc="-320">
                <a:latin typeface="Courier New"/>
                <a:cs typeface="Courier New"/>
              </a:rPr>
              <a:t> </a:t>
            </a:r>
            <a:r>
              <a:rPr dirty="0" sz="3550" spc="-225">
                <a:latin typeface="Courier New"/>
                <a:cs typeface="Courier New"/>
              </a:rPr>
              <a:t>‘‘The</a:t>
            </a:r>
            <a:r>
              <a:rPr dirty="0" sz="3550" spc="-305">
                <a:latin typeface="Courier New"/>
                <a:cs typeface="Courier New"/>
              </a:rPr>
              <a:t> </a:t>
            </a:r>
            <a:r>
              <a:rPr dirty="0" sz="3550" spc="-229">
                <a:latin typeface="Courier New"/>
                <a:cs typeface="Courier New"/>
              </a:rPr>
              <a:t>Origin</a:t>
            </a:r>
            <a:r>
              <a:rPr dirty="0" sz="3550" spc="-300">
                <a:latin typeface="Courier New"/>
                <a:cs typeface="Courier New"/>
              </a:rPr>
              <a:t> </a:t>
            </a:r>
            <a:r>
              <a:rPr dirty="0" sz="3550" spc="-175">
                <a:latin typeface="Courier New"/>
                <a:cs typeface="Courier New"/>
              </a:rPr>
              <a:t>of</a:t>
            </a:r>
            <a:r>
              <a:rPr dirty="0" sz="3550" spc="-355">
                <a:latin typeface="Courier New"/>
                <a:cs typeface="Courier New"/>
              </a:rPr>
              <a:t> </a:t>
            </a:r>
            <a:r>
              <a:rPr dirty="0" sz="3550" spc="-95">
                <a:latin typeface="Courier New"/>
                <a:cs typeface="Courier New"/>
              </a:rPr>
              <a:t>Species"?</a:t>
            </a:r>
            <a:r>
              <a:rPr dirty="0" sz="3550" spc="535">
                <a:latin typeface="Courier New"/>
                <a:cs typeface="Courier New"/>
              </a:rPr>
              <a:t> </a:t>
            </a:r>
            <a:r>
              <a:rPr dirty="0" sz="3550" spc="-25">
                <a:latin typeface="Courier New"/>
                <a:cs typeface="Courier New"/>
              </a:rPr>
              <a:t>A:</a:t>
            </a:r>
            <a:endParaRPr sz="3550">
              <a:latin typeface="Courier New"/>
              <a:cs typeface="Courier New"/>
            </a:endParaRPr>
          </a:p>
          <a:p>
            <a:pPr marL="904875" indent="-891540">
              <a:lnSpc>
                <a:spcPct val="100000"/>
              </a:lnSpc>
              <a:spcBef>
                <a:spcPts val="1510"/>
              </a:spcBef>
              <a:buClr>
                <a:srgbClr val="E48312"/>
              </a:buClr>
              <a:buAutoNum type="arabicPeriod" startAt="2"/>
              <a:tabLst>
                <a:tab pos="904875" algn="l"/>
              </a:tabLst>
            </a:pP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4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dirty="0" sz="4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dirty="0" sz="4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4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4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thinks</a:t>
            </a:r>
            <a:r>
              <a:rPr dirty="0" sz="4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comes</a:t>
            </a:r>
            <a:r>
              <a:rPr dirty="0" sz="4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400" spc="-10">
                <a:solidFill>
                  <a:srgbClr val="404040"/>
                </a:solidFill>
                <a:latin typeface="Calibri"/>
                <a:cs typeface="Calibri"/>
              </a:rPr>
              <a:t>next:</a:t>
            </a:r>
            <a:endParaRPr sz="440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3585"/>
              </a:spcBef>
            </a:pPr>
            <a:r>
              <a:rPr dirty="0" sz="3100" i="1">
                <a:latin typeface="Times New Roman"/>
                <a:cs typeface="Times New Roman"/>
              </a:rPr>
              <a:t>P</a:t>
            </a:r>
            <a:r>
              <a:rPr dirty="0" sz="3100">
                <a:latin typeface="Tahoma"/>
                <a:cs typeface="Tahoma"/>
              </a:rPr>
              <a:t>(</a:t>
            </a:r>
            <a:r>
              <a:rPr dirty="0" sz="3100" i="1">
                <a:latin typeface="Times New Roman"/>
                <a:cs typeface="Times New Roman"/>
              </a:rPr>
              <a:t>w</a:t>
            </a:r>
            <a:r>
              <a:rPr dirty="0" sz="3100" i="1">
                <a:latin typeface="DejaVu Sans Condensed"/>
                <a:cs typeface="DejaVu Sans Condensed"/>
              </a:rPr>
              <a:t>|</a:t>
            </a:r>
            <a:r>
              <a:rPr dirty="0" sz="3100">
                <a:latin typeface="Courier New"/>
                <a:cs typeface="Courier New"/>
              </a:rPr>
              <a:t>Q:</a:t>
            </a:r>
            <a:r>
              <a:rPr dirty="0" sz="3100" spc="-470">
                <a:latin typeface="Courier New"/>
                <a:cs typeface="Courier New"/>
              </a:rPr>
              <a:t> </a:t>
            </a:r>
            <a:r>
              <a:rPr dirty="0" sz="3100" spc="-135">
                <a:latin typeface="Courier New"/>
                <a:cs typeface="Courier New"/>
              </a:rPr>
              <a:t>Who</a:t>
            </a:r>
            <a:r>
              <a:rPr dirty="0" sz="3100" spc="-330">
                <a:latin typeface="Courier New"/>
                <a:cs typeface="Courier New"/>
              </a:rPr>
              <a:t> </a:t>
            </a:r>
            <a:r>
              <a:rPr dirty="0" sz="3100" spc="-160">
                <a:latin typeface="Courier New"/>
                <a:cs typeface="Courier New"/>
              </a:rPr>
              <a:t>wrote</a:t>
            </a:r>
            <a:r>
              <a:rPr dirty="0" sz="3100" spc="-305">
                <a:latin typeface="Courier New"/>
                <a:cs typeface="Courier New"/>
              </a:rPr>
              <a:t> </a:t>
            </a:r>
            <a:r>
              <a:rPr dirty="0" sz="3100" spc="-135">
                <a:latin typeface="Courier New"/>
                <a:cs typeface="Courier New"/>
              </a:rPr>
              <a:t>the</a:t>
            </a:r>
            <a:r>
              <a:rPr dirty="0" sz="3100" spc="-330">
                <a:latin typeface="Courier New"/>
                <a:cs typeface="Courier New"/>
              </a:rPr>
              <a:t> </a:t>
            </a:r>
            <a:r>
              <a:rPr dirty="0" sz="3100" spc="-155">
                <a:latin typeface="Courier New"/>
                <a:cs typeface="Courier New"/>
              </a:rPr>
              <a:t>book</a:t>
            </a:r>
            <a:r>
              <a:rPr dirty="0" sz="3100" spc="-310">
                <a:latin typeface="Courier New"/>
                <a:cs typeface="Courier New"/>
              </a:rPr>
              <a:t> </a:t>
            </a:r>
            <a:r>
              <a:rPr dirty="0" sz="3100" spc="-160">
                <a:latin typeface="Courier New"/>
                <a:cs typeface="Courier New"/>
              </a:rPr>
              <a:t>‘‘The</a:t>
            </a:r>
            <a:r>
              <a:rPr dirty="0" sz="3100" spc="-305">
                <a:latin typeface="Courier New"/>
                <a:cs typeface="Courier New"/>
              </a:rPr>
              <a:t> </a:t>
            </a:r>
            <a:r>
              <a:rPr dirty="0" sz="3100" spc="-165">
                <a:latin typeface="Courier New"/>
                <a:cs typeface="Courier New"/>
              </a:rPr>
              <a:t>Origin</a:t>
            </a:r>
            <a:r>
              <a:rPr dirty="0" sz="3100" spc="-300">
                <a:latin typeface="Courier New"/>
                <a:cs typeface="Courier New"/>
              </a:rPr>
              <a:t> </a:t>
            </a:r>
            <a:r>
              <a:rPr dirty="0" sz="3100" spc="-85">
                <a:latin typeface="Courier New"/>
                <a:cs typeface="Courier New"/>
              </a:rPr>
              <a:t>of</a:t>
            </a:r>
            <a:r>
              <a:rPr dirty="0" sz="3100" spc="-380">
                <a:latin typeface="Courier New"/>
                <a:cs typeface="Courier New"/>
              </a:rPr>
              <a:t> </a:t>
            </a:r>
            <a:r>
              <a:rPr dirty="0" sz="3100" spc="-60">
                <a:latin typeface="Courier New"/>
                <a:cs typeface="Courier New"/>
              </a:rPr>
              <a:t>Species"?</a:t>
            </a:r>
            <a:r>
              <a:rPr dirty="0" sz="3100" spc="525">
                <a:latin typeface="Courier New"/>
                <a:cs typeface="Courier New"/>
              </a:rPr>
              <a:t> </a:t>
            </a:r>
            <a:r>
              <a:rPr dirty="0" sz="3100" spc="-25">
                <a:latin typeface="Courier New"/>
                <a:cs typeface="Courier New"/>
              </a:rPr>
              <a:t>A:</a:t>
            </a:r>
            <a:r>
              <a:rPr dirty="0" sz="3100" spc="-25">
                <a:latin typeface="Tahoma"/>
                <a:cs typeface="Tahoma"/>
              </a:rPr>
              <a:t>)</a:t>
            </a:r>
            <a:endParaRPr sz="3100">
              <a:latin typeface="Tahoma"/>
              <a:cs typeface="Tahoma"/>
            </a:endParaRPr>
          </a:p>
          <a:p>
            <a:pPr marL="904875" indent="-891540">
              <a:lnSpc>
                <a:spcPct val="100000"/>
              </a:lnSpc>
              <a:spcBef>
                <a:spcPts val="2510"/>
              </a:spcBef>
              <a:buClr>
                <a:srgbClr val="E48312"/>
              </a:buClr>
              <a:buAutoNum type="arabicPeriod" startAt="3"/>
              <a:tabLst>
                <a:tab pos="904875" algn="l"/>
              </a:tabLst>
            </a:pPr>
            <a:r>
              <a:rPr dirty="0" sz="440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4400" spc="-10">
                <a:solidFill>
                  <a:srgbClr val="404040"/>
                </a:solidFill>
                <a:latin typeface="Calibri"/>
                <a:cs typeface="Calibri"/>
              </a:rPr>
              <a:t>iterate: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95"/>
              </a:spcBef>
            </a:pPr>
            <a:r>
              <a:rPr dirty="0" sz="3000" spc="-10" i="1">
                <a:latin typeface="Times New Roman"/>
                <a:cs typeface="Times New Roman"/>
              </a:rPr>
              <a:t>P</a:t>
            </a:r>
            <a:r>
              <a:rPr dirty="0" sz="3000" spc="-10">
                <a:latin typeface="Tahoma"/>
                <a:cs typeface="Tahoma"/>
              </a:rPr>
              <a:t>(</a:t>
            </a:r>
            <a:r>
              <a:rPr dirty="0" sz="3000" spc="-10" i="1">
                <a:latin typeface="Times New Roman"/>
                <a:cs typeface="Times New Roman"/>
              </a:rPr>
              <a:t>w</a:t>
            </a:r>
            <a:r>
              <a:rPr dirty="0" sz="3000" spc="-10" i="1">
                <a:latin typeface="DejaVu Sans Condensed"/>
                <a:cs typeface="DejaVu Sans Condensed"/>
              </a:rPr>
              <a:t>|</a:t>
            </a:r>
            <a:r>
              <a:rPr dirty="0" sz="3000" spc="-10">
                <a:latin typeface="Courier New"/>
                <a:cs typeface="Courier New"/>
              </a:rPr>
              <a:t>Q:</a:t>
            </a:r>
            <a:r>
              <a:rPr dirty="0" sz="3000" spc="-440">
                <a:latin typeface="Courier New"/>
                <a:cs typeface="Courier New"/>
              </a:rPr>
              <a:t> </a:t>
            </a:r>
            <a:r>
              <a:rPr dirty="0" sz="3000" spc="-140">
                <a:latin typeface="Courier New"/>
                <a:cs typeface="Courier New"/>
              </a:rPr>
              <a:t>Who</a:t>
            </a:r>
            <a:r>
              <a:rPr dirty="0" sz="3000" spc="-310">
                <a:latin typeface="Courier New"/>
                <a:cs typeface="Courier New"/>
              </a:rPr>
              <a:t> </a:t>
            </a:r>
            <a:r>
              <a:rPr dirty="0" sz="3000" spc="-160">
                <a:latin typeface="Courier New"/>
                <a:cs typeface="Courier New"/>
              </a:rPr>
              <a:t>wrote</a:t>
            </a:r>
            <a:r>
              <a:rPr dirty="0" sz="3000" spc="-290">
                <a:latin typeface="Courier New"/>
                <a:cs typeface="Courier New"/>
              </a:rPr>
              <a:t> </a:t>
            </a:r>
            <a:r>
              <a:rPr dirty="0" sz="3000" spc="-140">
                <a:latin typeface="Courier New"/>
                <a:cs typeface="Courier New"/>
              </a:rPr>
              <a:t>the</a:t>
            </a:r>
            <a:r>
              <a:rPr dirty="0" sz="3000" spc="-310">
                <a:latin typeface="Courier New"/>
                <a:cs typeface="Courier New"/>
              </a:rPr>
              <a:t> </a:t>
            </a:r>
            <a:r>
              <a:rPr dirty="0" sz="3000" spc="-150">
                <a:latin typeface="Courier New"/>
                <a:cs typeface="Courier New"/>
              </a:rPr>
              <a:t>book</a:t>
            </a:r>
            <a:r>
              <a:rPr dirty="0" sz="3000" spc="-300">
                <a:latin typeface="Courier New"/>
                <a:cs typeface="Courier New"/>
              </a:rPr>
              <a:t> </a:t>
            </a:r>
            <a:r>
              <a:rPr dirty="0" sz="3000" spc="-160">
                <a:latin typeface="Courier New"/>
                <a:cs typeface="Courier New"/>
              </a:rPr>
              <a:t>‘‘The</a:t>
            </a:r>
            <a:r>
              <a:rPr dirty="0" sz="3000" spc="-290">
                <a:latin typeface="Courier New"/>
                <a:cs typeface="Courier New"/>
              </a:rPr>
              <a:t> </a:t>
            </a:r>
            <a:r>
              <a:rPr dirty="0" sz="3000" spc="-165">
                <a:latin typeface="Courier New"/>
                <a:cs typeface="Courier New"/>
              </a:rPr>
              <a:t>Origin</a:t>
            </a:r>
            <a:r>
              <a:rPr dirty="0" sz="3000" spc="-285">
                <a:latin typeface="Courier New"/>
                <a:cs typeface="Courier New"/>
              </a:rPr>
              <a:t> </a:t>
            </a:r>
            <a:r>
              <a:rPr dirty="0" sz="3000" spc="-95">
                <a:latin typeface="Courier New"/>
                <a:cs typeface="Courier New"/>
              </a:rPr>
              <a:t>of</a:t>
            </a:r>
            <a:r>
              <a:rPr dirty="0" sz="3000" spc="-355">
                <a:latin typeface="Courier New"/>
                <a:cs typeface="Courier New"/>
              </a:rPr>
              <a:t> </a:t>
            </a:r>
            <a:r>
              <a:rPr dirty="0" sz="3000" spc="-60">
                <a:latin typeface="Courier New"/>
                <a:cs typeface="Courier New"/>
              </a:rPr>
              <a:t>Species"?</a:t>
            </a:r>
            <a:r>
              <a:rPr dirty="0" sz="3000" spc="455">
                <a:latin typeface="Courier New"/>
                <a:cs typeface="Courier New"/>
              </a:rPr>
              <a:t> </a:t>
            </a:r>
            <a:r>
              <a:rPr dirty="0" sz="3000" spc="-95">
                <a:latin typeface="Courier New"/>
                <a:cs typeface="Courier New"/>
              </a:rPr>
              <a:t>A:</a:t>
            </a:r>
            <a:r>
              <a:rPr dirty="0" sz="3000" spc="-355">
                <a:latin typeface="Courier New"/>
                <a:cs typeface="Courier New"/>
              </a:rPr>
              <a:t> </a:t>
            </a:r>
            <a:r>
              <a:rPr dirty="0" sz="3000" spc="-125">
                <a:latin typeface="Courier New"/>
                <a:cs typeface="Courier New"/>
              </a:rPr>
              <a:t>Charles</a:t>
            </a:r>
            <a:r>
              <a:rPr dirty="0" sz="3000" spc="-125">
                <a:latin typeface="Tahoma"/>
                <a:cs typeface="Tahoma"/>
              </a:rPr>
              <a:t>)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Summarization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3840" y="1421487"/>
            <a:ext cx="10930890" cy="1378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899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only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thing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crazier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than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guy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snowbound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Massachusetts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boxing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up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powdery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white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stuff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offering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sale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online?  People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actually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buying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it.  For</a:t>
            </a:r>
            <a:r>
              <a:rPr dirty="0" sz="2200" spc="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$89,</a:t>
            </a:r>
            <a:r>
              <a:rPr dirty="0" sz="2200" spc="1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self-styled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entrepreneur </a:t>
            </a:r>
            <a:r>
              <a:rPr dirty="0" sz="2200">
                <a:latin typeface="Times New Roman"/>
                <a:cs typeface="Times New Roman"/>
              </a:rPr>
              <a:t>Kyle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Waring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will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ship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you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6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pounds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Boston-area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snow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insulated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Styrofoam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box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enough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10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15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snowballs,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he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says.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087" y="2766567"/>
            <a:ext cx="839469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Times New Roman"/>
                <a:cs typeface="Times New Roman"/>
              </a:rPr>
              <a:t>Original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840" y="2774262"/>
            <a:ext cx="10930890" cy="3407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899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But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not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if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you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live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New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England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surrounding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states.</a:t>
            </a:r>
            <a:r>
              <a:rPr dirty="0" sz="2200" spc="4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“We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will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not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ship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snow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any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states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northeast!”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says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Waring’s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website,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ShipSnowYo.com.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“We’re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business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expunging snow!”</a:t>
            </a:r>
            <a:endParaRPr sz="2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899"/>
              </a:lnSpc>
            </a:pPr>
            <a:r>
              <a:rPr dirty="0" sz="2200">
                <a:latin typeface="Times New Roman"/>
                <a:cs typeface="Times New Roman"/>
              </a:rPr>
              <a:t>His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website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social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media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accounts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claim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have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filled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more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than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133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orders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snow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more </a:t>
            </a:r>
            <a:r>
              <a:rPr dirty="0" sz="2200">
                <a:latin typeface="Times New Roman"/>
                <a:cs typeface="Times New Roman"/>
              </a:rPr>
              <a:t>than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30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Tuesday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alone,</a:t>
            </a:r>
            <a:r>
              <a:rPr dirty="0" sz="2200" spc="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his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busiest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day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yet.</a:t>
            </a:r>
            <a:r>
              <a:rPr dirty="0" sz="2200" spc="3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more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than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45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total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inches,</a:t>
            </a:r>
            <a:r>
              <a:rPr dirty="0" sz="2200" spc="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Boston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has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set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 spc="-50">
                <a:latin typeface="Times New Roman"/>
                <a:cs typeface="Times New Roman"/>
              </a:rPr>
              <a:t>a </a:t>
            </a:r>
            <a:r>
              <a:rPr dirty="0" sz="2200">
                <a:latin typeface="Times New Roman"/>
                <a:cs typeface="Times New Roman"/>
              </a:rPr>
              <a:t>record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this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winter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snowiest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month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its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history.</a:t>
            </a:r>
            <a:r>
              <a:rPr dirty="0" sz="2200" spc="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Most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residents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see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huge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piles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snow </a:t>
            </a:r>
            <a:r>
              <a:rPr dirty="0" sz="2200">
                <a:latin typeface="Times New Roman"/>
                <a:cs typeface="Times New Roman"/>
              </a:rPr>
              <a:t>choking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their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yards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sidewalks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nuisance,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but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Waring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saw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opportunity.</a:t>
            </a:r>
            <a:endParaRPr sz="2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899"/>
              </a:lnSpc>
            </a:pPr>
            <a:r>
              <a:rPr dirty="0" sz="2200">
                <a:latin typeface="Times New Roman"/>
                <a:cs typeface="Times New Roman"/>
              </a:rPr>
              <a:t>According to Boston.com, it all started a few weeks ago, when Waring and his wife were </a:t>
            </a:r>
            <a:r>
              <a:rPr dirty="0" sz="2200" spc="-10">
                <a:latin typeface="Times New Roman"/>
                <a:cs typeface="Times New Roman"/>
              </a:rPr>
              <a:t>shov-</a:t>
            </a:r>
            <a:r>
              <a:rPr dirty="0" sz="2200">
                <a:latin typeface="Times New Roman"/>
                <a:cs typeface="Times New Roman"/>
              </a:rPr>
              <a:t>eling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deep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snow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their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yard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Manchester-by-the-Sea,</a:t>
            </a:r>
            <a:r>
              <a:rPr dirty="0" sz="2200" spc="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coastal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suburb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north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Boston.</a:t>
            </a:r>
            <a:r>
              <a:rPr dirty="0" sz="2200" spc="20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He </a:t>
            </a:r>
            <a:r>
              <a:rPr dirty="0" sz="2200">
                <a:latin typeface="Times New Roman"/>
                <a:cs typeface="Times New Roman"/>
              </a:rPr>
              <a:t>joked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about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shipping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stuff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friends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family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warmer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states,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idea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born.</a:t>
            </a:r>
            <a:r>
              <a:rPr dirty="0" sz="2200" spc="1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[...]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903" y="6207760"/>
            <a:ext cx="12890500" cy="1481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Times New Roman"/>
                <a:cs typeface="Times New Roman"/>
              </a:rPr>
              <a:t>Summary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Times New Roman"/>
              <a:cs typeface="Times New Roman"/>
            </a:endParaRPr>
          </a:p>
          <a:p>
            <a:pPr marL="217170" marR="5080">
              <a:lnSpc>
                <a:spcPct val="100800"/>
              </a:lnSpc>
            </a:pPr>
            <a:r>
              <a:rPr dirty="0" sz="2550">
                <a:latin typeface="Times New Roman"/>
                <a:cs typeface="Times New Roman"/>
              </a:rPr>
              <a:t>Kyle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 spc="-25">
                <a:latin typeface="Times New Roman"/>
                <a:cs typeface="Times New Roman"/>
              </a:rPr>
              <a:t>Waring</a:t>
            </a:r>
            <a:r>
              <a:rPr dirty="0" sz="2550" spc="-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will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ship</a:t>
            </a:r>
            <a:r>
              <a:rPr dirty="0" sz="2550" spc="-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you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6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pounds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of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Boston-area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snow</a:t>
            </a:r>
            <a:r>
              <a:rPr dirty="0" sz="2550" spc="-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in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an</a:t>
            </a:r>
            <a:r>
              <a:rPr dirty="0" sz="2550" spc="-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insulated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Styrofoam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box</a:t>
            </a:r>
            <a:r>
              <a:rPr dirty="0" sz="2550" spc="-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–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enough </a:t>
            </a:r>
            <a:r>
              <a:rPr dirty="0" sz="2550">
                <a:latin typeface="Times New Roman"/>
                <a:cs typeface="Times New Roman"/>
              </a:rPr>
              <a:t>for</a:t>
            </a:r>
            <a:r>
              <a:rPr dirty="0" sz="2550" spc="1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10</a:t>
            </a:r>
            <a:r>
              <a:rPr dirty="0" sz="2550" spc="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to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15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snowballs,</a:t>
            </a:r>
            <a:r>
              <a:rPr dirty="0" sz="2550" spc="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he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says.</a:t>
            </a:r>
            <a:r>
              <a:rPr dirty="0" sz="2550" spc="18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But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not</a:t>
            </a:r>
            <a:r>
              <a:rPr dirty="0" sz="2550" spc="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if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you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live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in</a:t>
            </a:r>
            <a:r>
              <a:rPr dirty="0" sz="2550" spc="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New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England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or</a:t>
            </a:r>
            <a:r>
              <a:rPr dirty="0" sz="2550" spc="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surrounding</a:t>
            </a:r>
            <a:r>
              <a:rPr dirty="0" sz="2550" spc="2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states.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LLMs</a:t>
            </a:r>
            <a:r>
              <a:rPr dirty="0" spc="-220"/>
              <a:t> </a:t>
            </a:r>
            <a:r>
              <a:rPr dirty="0" spc="-20"/>
              <a:t>for</a:t>
            </a:r>
            <a:r>
              <a:rPr dirty="0" spc="-215"/>
              <a:t> </a:t>
            </a:r>
            <a:r>
              <a:rPr dirty="0" spc="-35"/>
              <a:t>summarization</a:t>
            </a:r>
            <a:r>
              <a:rPr dirty="0" spc="-204"/>
              <a:t> </a:t>
            </a:r>
            <a:r>
              <a:rPr dirty="0"/>
              <a:t>(using</a:t>
            </a:r>
            <a:r>
              <a:rPr dirty="0" spc="720"/>
              <a:t> </a:t>
            </a:r>
            <a:r>
              <a:rPr dirty="0" spc="-10"/>
              <a:t>tl;dr)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9511942" y="1700424"/>
            <a:ext cx="2565400" cy="354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50">
                <a:latin typeface="Arial"/>
                <a:cs typeface="Arial"/>
              </a:rPr>
              <a:t>Generated</a:t>
            </a:r>
            <a:r>
              <a:rPr dirty="0" sz="2150" spc="-10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Summary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8800" y="2639929"/>
            <a:ext cx="11104245" cy="4961890"/>
            <a:chOff x="1828800" y="2639929"/>
            <a:chExt cx="11104245" cy="4961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6823" y="3048031"/>
              <a:ext cx="4181218" cy="10967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1659" y="3075449"/>
              <a:ext cx="4071620" cy="987425"/>
            </a:xfrm>
            <a:custGeom>
              <a:avLst/>
              <a:gdLst/>
              <a:ahLst/>
              <a:cxnLst/>
              <a:rect l="l" t="t" r="r" b="b"/>
              <a:pathLst>
                <a:path w="4071620" h="987425">
                  <a:moveTo>
                    <a:pt x="3797368" y="0"/>
                  </a:moveTo>
                  <a:lnTo>
                    <a:pt x="274177" y="0"/>
                  </a:lnTo>
                  <a:lnTo>
                    <a:pt x="224893" y="4417"/>
                  </a:lnTo>
                  <a:lnTo>
                    <a:pt x="178508" y="17153"/>
                  </a:lnTo>
                  <a:lnTo>
                    <a:pt x="135794" y="37433"/>
                  </a:lnTo>
                  <a:lnTo>
                    <a:pt x="97528" y="64483"/>
                  </a:lnTo>
                  <a:lnTo>
                    <a:pt x="64483" y="97528"/>
                  </a:lnTo>
                  <a:lnTo>
                    <a:pt x="37433" y="135794"/>
                  </a:lnTo>
                  <a:lnTo>
                    <a:pt x="17153" y="178508"/>
                  </a:lnTo>
                  <a:lnTo>
                    <a:pt x="4417" y="224893"/>
                  </a:lnTo>
                  <a:lnTo>
                    <a:pt x="0" y="274177"/>
                  </a:lnTo>
                  <a:lnTo>
                    <a:pt x="0" y="712863"/>
                  </a:lnTo>
                  <a:lnTo>
                    <a:pt x="4417" y="762147"/>
                  </a:lnTo>
                  <a:lnTo>
                    <a:pt x="17153" y="808533"/>
                  </a:lnTo>
                  <a:lnTo>
                    <a:pt x="37433" y="851246"/>
                  </a:lnTo>
                  <a:lnTo>
                    <a:pt x="64483" y="889513"/>
                  </a:lnTo>
                  <a:lnTo>
                    <a:pt x="97528" y="922558"/>
                  </a:lnTo>
                  <a:lnTo>
                    <a:pt x="135794" y="949608"/>
                  </a:lnTo>
                  <a:lnTo>
                    <a:pt x="178508" y="969888"/>
                  </a:lnTo>
                  <a:lnTo>
                    <a:pt x="224893" y="982624"/>
                  </a:lnTo>
                  <a:lnTo>
                    <a:pt x="274177" y="987041"/>
                  </a:lnTo>
                  <a:lnTo>
                    <a:pt x="3797368" y="987041"/>
                  </a:lnTo>
                  <a:lnTo>
                    <a:pt x="3846652" y="982624"/>
                  </a:lnTo>
                  <a:lnTo>
                    <a:pt x="3893038" y="969888"/>
                  </a:lnTo>
                  <a:lnTo>
                    <a:pt x="3935751" y="949608"/>
                  </a:lnTo>
                  <a:lnTo>
                    <a:pt x="3974018" y="922558"/>
                  </a:lnTo>
                  <a:lnTo>
                    <a:pt x="4007063" y="889513"/>
                  </a:lnTo>
                  <a:lnTo>
                    <a:pt x="4034113" y="851246"/>
                  </a:lnTo>
                  <a:lnTo>
                    <a:pt x="4054393" y="808533"/>
                  </a:lnTo>
                  <a:lnTo>
                    <a:pt x="4067128" y="762147"/>
                  </a:lnTo>
                  <a:lnTo>
                    <a:pt x="4071546" y="712863"/>
                  </a:lnTo>
                  <a:lnTo>
                    <a:pt x="4071546" y="274177"/>
                  </a:lnTo>
                  <a:lnTo>
                    <a:pt x="4067128" y="224893"/>
                  </a:lnTo>
                  <a:lnTo>
                    <a:pt x="4054393" y="178508"/>
                  </a:lnTo>
                  <a:lnTo>
                    <a:pt x="4034113" y="135794"/>
                  </a:lnTo>
                  <a:lnTo>
                    <a:pt x="4007063" y="97528"/>
                  </a:lnTo>
                  <a:lnTo>
                    <a:pt x="3974018" y="64483"/>
                  </a:lnTo>
                  <a:lnTo>
                    <a:pt x="3935751" y="37433"/>
                  </a:lnTo>
                  <a:lnTo>
                    <a:pt x="3893038" y="17153"/>
                  </a:lnTo>
                  <a:lnTo>
                    <a:pt x="3846652" y="4417"/>
                  </a:lnTo>
                  <a:lnTo>
                    <a:pt x="3797368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381661" y="3075450"/>
              <a:ext cx="4071620" cy="987425"/>
            </a:xfrm>
            <a:custGeom>
              <a:avLst/>
              <a:gdLst/>
              <a:ahLst/>
              <a:cxnLst/>
              <a:rect l="l" t="t" r="r" b="b"/>
              <a:pathLst>
                <a:path w="4071620" h="987425">
                  <a:moveTo>
                    <a:pt x="274178" y="0"/>
                  </a:moveTo>
                  <a:lnTo>
                    <a:pt x="3797369" y="0"/>
                  </a:lnTo>
                  <a:lnTo>
                    <a:pt x="3846653" y="4417"/>
                  </a:lnTo>
                  <a:lnTo>
                    <a:pt x="3893038" y="17153"/>
                  </a:lnTo>
                  <a:lnTo>
                    <a:pt x="3935752" y="37433"/>
                  </a:lnTo>
                  <a:lnTo>
                    <a:pt x="3974018" y="64483"/>
                  </a:lnTo>
                  <a:lnTo>
                    <a:pt x="4007064" y="97528"/>
                  </a:lnTo>
                  <a:lnTo>
                    <a:pt x="4034114" y="135795"/>
                  </a:lnTo>
                  <a:lnTo>
                    <a:pt x="4054394" y="178508"/>
                  </a:lnTo>
                  <a:lnTo>
                    <a:pt x="4067129" y="224894"/>
                  </a:lnTo>
                  <a:lnTo>
                    <a:pt x="4071547" y="274178"/>
                  </a:lnTo>
                  <a:lnTo>
                    <a:pt x="4071547" y="712863"/>
                  </a:lnTo>
                  <a:lnTo>
                    <a:pt x="4067129" y="762147"/>
                  </a:lnTo>
                  <a:lnTo>
                    <a:pt x="4054394" y="808533"/>
                  </a:lnTo>
                  <a:lnTo>
                    <a:pt x="4034114" y="851246"/>
                  </a:lnTo>
                  <a:lnTo>
                    <a:pt x="4007064" y="889513"/>
                  </a:lnTo>
                  <a:lnTo>
                    <a:pt x="3974018" y="922558"/>
                  </a:lnTo>
                  <a:lnTo>
                    <a:pt x="3935752" y="949608"/>
                  </a:lnTo>
                  <a:lnTo>
                    <a:pt x="3893038" y="969888"/>
                  </a:lnTo>
                  <a:lnTo>
                    <a:pt x="3846653" y="982624"/>
                  </a:lnTo>
                  <a:lnTo>
                    <a:pt x="3797369" y="987041"/>
                  </a:lnTo>
                  <a:lnTo>
                    <a:pt x="274178" y="987041"/>
                  </a:lnTo>
                  <a:lnTo>
                    <a:pt x="224894" y="982624"/>
                  </a:lnTo>
                  <a:lnTo>
                    <a:pt x="178508" y="969888"/>
                  </a:lnTo>
                  <a:lnTo>
                    <a:pt x="135795" y="949608"/>
                  </a:lnTo>
                  <a:lnTo>
                    <a:pt x="97528" y="922558"/>
                  </a:lnTo>
                  <a:lnTo>
                    <a:pt x="64483" y="889513"/>
                  </a:lnTo>
                  <a:lnTo>
                    <a:pt x="37433" y="851246"/>
                  </a:lnTo>
                  <a:lnTo>
                    <a:pt x="17153" y="808533"/>
                  </a:lnTo>
                  <a:lnTo>
                    <a:pt x="4417" y="762147"/>
                  </a:lnTo>
                  <a:lnTo>
                    <a:pt x="0" y="712863"/>
                  </a:lnTo>
                  <a:lnTo>
                    <a:pt x="0" y="274178"/>
                  </a:lnTo>
                  <a:lnTo>
                    <a:pt x="4417" y="224894"/>
                  </a:lnTo>
                  <a:lnTo>
                    <a:pt x="17153" y="178508"/>
                  </a:lnTo>
                  <a:lnTo>
                    <a:pt x="37433" y="135795"/>
                  </a:lnTo>
                  <a:lnTo>
                    <a:pt x="64483" y="97528"/>
                  </a:lnTo>
                  <a:lnTo>
                    <a:pt x="97528" y="64483"/>
                  </a:lnTo>
                  <a:lnTo>
                    <a:pt x="135795" y="37433"/>
                  </a:lnTo>
                  <a:lnTo>
                    <a:pt x="178508" y="17153"/>
                  </a:lnTo>
                  <a:lnTo>
                    <a:pt x="224894" y="4417"/>
                  </a:lnTo>
                  <a:lnTo>
                    <a:pt x="274178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800" y="4076200"/>
              <a:ext cx="11104218" cy="18369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91051" y="4103617"/>
              <a:ext cx="10981055" cy="1711325"/>
            </a:xfrm>
            <a:custGeom>
              <a:avLst/>
              <a:gdLst/>
              <a:ahLst/>
              <a:cxnLst/>
              <a:rect l="l" t="t" r="r" b="b"/>
              <a:pathLst>
                <a:path w="10981055" h="1711325">
                  <a:moveTo>
                    <a:pt x="10720369" y="0"/>
                  </a:moveTo>
                  <a:lnTo>
                    <a:pt x="260469" y="0"/>
                  </a:lnTo>
                  <a:lnTo>
                    <a:pt x="213649" y="4196"/>
                  </a:lnTo>
                  <a:lnTo>
                    <a:pt x="169583" y="16295"/>
                  </a:lnTo>
                  <a:lnTo>
                    <a:pt x="129005" y="35561"/>
                  </a:lnTo>
                  <a:lnTo>
                    <a:pt x="92652" y="61259"/>
                  </a:lnTo>
                  <a:lnTo>
                    <a:pt x="61259" y="92652"/>
                  </a:lnTo>
                  <a:lnTo>
                    <a:pt x="35561" y="129005"/>
                  </a:lnTo>
                  <a:lnTo>
                    <a:pt x="16295" y="169583"/>
                  </a:lnTo>
                  <a:lnTo>
                    <a:pt x="4196" y="213649"/>
                  </a:lnTo>
                  <a:lnTo>
                    <a:pt x="0" y="260469"/>
                  </a:lnTo>
                  <a:lnTo>
                    <a:pt x="0" y="1450303"/>
                  </a:lnTo>
                  <a:lnTo>
                    <a:pt x="4196" y="1497122"/>
                  </a:lnTo>
                  <a:lnTo>
                    <a:pt x="16295" y="1541189"/>
                  </a:lnTo>
                  <a:lnTo>
                    <a:pt x="35561" y="1581766"/>
                  </a:lnTo>
                  <a:lnTo>
                    <a:pt x="61259" y="1618120"/>
                  </a:lnTo>
                  <a:lnTo>
                    <a:pt x="92652" y="1649513"/>
                  </a:lnTo>
                  <a:lnTo>
                    <a:pt x="129005" y="1675210"/>
                  </a:lnTo>
                  <a:lnTo>
                    <a:pt x="169583" y="1694476"/>
                  </a:lnTo>
                  <a:lnTo>
                    <a:pt x="213649" y="1706576"/>
                  </a:lnTo>
                  <a:lnTo>
                    <a:pt x="260469" y="1710772"/>
                  </a:lnTo>
                  <a:lnTo>
                    <a:pt x="10720369" y="1710772"/>
                  </a:lnTo>
                  <a:lnTo>
                    <a:pt x="10767188" y="1706576"/>
                  </a:lnTo>
                  <a:lnTo>
                    <a:pt x="10811254" y="1694476"/>
                  </a:lnTo>
                  <a:lnTo>
                    <a:pt x="10851832" y="1675210"/>
                  </a:lnTo>
                  <a:lnTo>
                    <a:pt x="10888186" y="1649513"/>
                  </a:lnTo>
                  <a:lnTo>
                    <a:pt x="10919580" y="1618120"/>
                  </a:lnTo>
                  <a:lnTo>
                    <a:pt x="10945279" y="1581766"/>
                  </a:lnTo>
                  <a:lnTo>
                    <a:pt x="10964546" y="1541189"/>
                  </a:lnTo>
                  <a:lnTo>
                    <a:pt x="10976646" y="1497122"/>
                  </a:lnTo>
                  <a:lnTo>
                    <a:pt x="10980842" y="1450303"/>
                  </a:lnTo>
                  <a:lnTo>
                    <a:pt x="10980842" y="260469"/>
                  </a:lnTo>
                  <a:lnTo>
                    <a:pt x="10976646" y="213649"/>
                  </a:lnTo>
                  <a:lnTo>
                    <a:pt x="10964546" y="169583"/>
                  </a:lnTo>
                  <a:lnTo>
                    <a:pt x="10945279" y="129005"/>
                  </a:lnTo>
                  <a:lnTo>
                    <a:pt x="10919580" y="92652"/>
                  </a:lnTo>
                  <a:lnTo>
                    <a:pt x="10888186" y="61259"/>
                  </a:lnTo>
                  <a:lnTo>
                    <a:pt x="10851832" y="35561"/>
                  </a:lnTo>
                  <a:lnTo>
                    <a:pt x="10811254" y="16295"/>
                  </a:lnTo>
                  <a:lnTo>
                    <a:pt x="10767188" y="4196"/>
                  </a:lnTo>
                  <a:lnTo>
                    <a:pt x="1072036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91052" y="4103618"/>
              <a:ext cx="10981055" cy="1711325"/>
            </a:xfrm>
            <a:custGeom>
              <a:avLst/>
              <a:gdLst/>
              <a:ahLst/>
              <a:cxnLst/>
              <a:rect l="l" t="t" r="r" b="b"/>
              <a:pathLst>
                <a:path w="10981055" h="1711325">
                  <a:moveTo>
                    <a:pt x="260469" y="0"/>
                  </a:moveTo>
                  <a:lnTo>
                    <a:pt x="10720370" y="0"/>
                  </a:lnTo>
                  <a:lnTo>
                    <a:pt x="10767190" y="4196"/>
                  </a:lnTo>
                  <a:lnTo>
                    <a:pt x="10811256" y="16295"/>
                  </a:lnTo>
                  <a:lnTo>
                    <a:pt x="10851834" y="35561"/>
                  </a:lnTo>
                  <a:lnTo>
                    <a:pt x="10888187" y="61259"/>
                  </a:lnTo>
                  <a:lnTo>
                    <a:pt x="10919580" y="92652"/>
                  </a:lnTo>
                  <a:lnTo>
                    <a:pt x="10945278" y="129005"/>
                  </a:lnTo>
                  <a:lnTo>
                    <a:pt x="10964544" y="169583"/>
                  </a:lnTo>
                  <a:lnTo>
                    <a:pt x="10976643" y="213649"/>
                  </a:lnTo>
                  <a:lnTo>
                    <a:pt x="10980839" y="260469"/>
                  </a:lnTo>
                  <a:lnTo>
                    <a:pt x="10980839" y="1450302"/>
                  </a:lnTo>
                  <a:lnTo>
                    <a:pt x="10976643" y="1497122"/>
                  </a:lnTo>
                  <a:lnTo>
                    <a:pt x="10964544" y="1541189"/>
                  </a:lnTo>
                  <a:lnTo>
                    <a:pt x="10945278" y="1581766"/>
                  </a:lnTo>
                  <a:lnTo>
                    <a:pt x="10919580" y="1618120"/>
                  </a:lnTo>
                  <a:lnTo>
                    <a:pt x="10888187" y="1649513"/>
                  </a:lnTo>
                  <a:lnTo>
                    <a:pt x="10851834" y="1675210"/>
                  </a:lnTo>
                  <a:lnTo>
                    <a:pt x="10811256" y="1694476"/>
                  </a:lnTo>
                  <a:lnTo>
                    <a:pt x="10767190" y="1706575"/>
                  </a:lnTo>
                  <a:lnTo>
                    <a:pt x="10720370" y="1710772"/>
                  </a:lnTo>
                  <a:lnTo>
                    <a:pt x="260469" y="1710772"/>
                  </a:lnTo>
                  <a:lnTo>
                    <a:pt x="213649" y="1706575"/>
                  </a:lnTo>
                  <a:lnTo>
                    <a:pt x="169583" y="1694476"/>
                  </a:lnTo>
                  <a:lnTo>
                    <a:pt x="129005" y="1675210"/>
                  </a:lnTo>
                  <a:lnTo>
                    <a:pt x="92652" y="1649513"/>
                  </a:lnTo>
                  <a:lnTo>
                    <a:pt x="61259" y="1618120"/>
                  </a:lnTo>
                  <a:lnTo>
                    <a:pt x="35561" y="1581766"/>
                  </a:lnTo>
                  <a:lnTo>
                    <a:pt x="16295" y="1541189"/>
                  </a:lnTo>
                  <a:lnTo>
                    <a:pt x="4196" y="1497122"/>
                  </a:lnTo>
                  <a:lnTo>
                    <a:pt x="0" y="1450302"/>
                  </a:lnTo>
                  <a:lnTo>
                    <a:pt x="0" y="260469"/>
                  </a:lnTo>
                  <a:lnTo>
                    <a:pt x="4196" y="213649"/>
                  </a:lnTo>
                  <a:lnTo>
                    <a:pt x="16295" y="169583"/>
                  </a:lnTo>
                  <a:lnTo>
                    <a:pt x="35561" y="129005"/>
                  </a:lnTo>
                  <a:lnTo>
                    <a:pt x="61259" y="92652"/>
                  </a:lnTo>
                  <a:lnTo>
                    <a:pt x="92652" y="61259"/>
                  </a:lnTo>
                  <a:lnTo>
                    <a:pt x="129005" y="35561"/>
                  </a:lnTo>
                  <a:lnTo>
                    <a:pt x="169583" y="16295"/>
                  </a:lnTo>
                  <a:lnTo>
                    <a:pt x="213649" y="4196"/>
                  </a:lnTo>
                  <a:lnTo>
                    <a:pt x="260469" y="0"/>
                  </a:lnTo>
                  <a:close/>
                </a:path>
              </a:pathLst>
            </a:custGeom>
            <a:ln w="41126">
              <a:solidFill>
                <a:srgbClr val="72729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615329" y="2646914"/>
              <a:ext cx="738505" cy="4645025"/>
            </a:xfrm>
            <a:custGeom>
              <a:avLst/>
              <a:gdLst/>
              <a:ahLst/>
              <a:cxnLst/>
              <a:rect l="l" t="t" r="r" b="b"/>
              <a:pathLst>
                <a:path w="738504" h="4645025">
                  <a:moveTo>
                    <a:pt x="0" y="27301"/>
                  </a:moveTo>
                  <a:lnTo>
                    <a:pt x="135427" y="0"/>
                  </a:lnTo>
                  <a:lnTo>
                    <a:pt x="168089" y="9"/>
                  </a:lnTo>
                  <a:lnTo>
                    <a:pt x="197203" y="12122"/>
                  </a:lnTo>
                  <a:lnTo>
                    <a:pt x="219650" y="34268"/>
                  </a:lnTo>
                  <a:lnTo>
                    <a:pt x="232313" y="64376"/>
                  </a:lnTo>
                  <a:lnTo>
                    <a:pt x="233392" y="69727"/>
                  </a:lnTo>
                  <a:lnTo>
                    <a:pt x="233935" y="75172"/>
                  </a:lnTo>
                  <a:lnTo>
                    <a:pt x="233935" y="80631"/>
                  </a:lnTo>
                  <a:lnTo>
                    <a:pt x="233935" y="4562161"/>
                  </a:lnTo>
                  <a:lnTo>
                    <a:pt x="240399" y="4594177"/>
                  </a:lnTo>
                  <a:lnTo>
                    <a:pt x="258027" y="4620323"/>
                  </a:lnTo>
                  <a:lnTo>
                    <a:pt x="284172" y="4637950"/>
                  </a:lnTo>
                  <a:lnTo>
                    <a:pt x="316189" y="4644414"/>
                  </a:lnTo>
                  <a:lnTo>
                    <a:pt x="327665" y="4643610"/>
                  </a:lnTo>
                  <a:lnTo>
                    <a:pt x="338864" y="4641227"/>
                  </a:lnTo>
                  <a:lnTo>
                    <a:pt x="349624" y="4637312"/>
                  </a:lnTo>
                  <a:lnTo>
                    <a:pt x="359783" y="4631912"/>
                  </a:lnTo>
                  <a:lnTo>
                    <a:pt x="738283" y="4395344"/>
                  </a:lnTo>
                </a:path>
              </a:pathLst>
            </a:custGeom>
            <a:ln w="1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90086" y="6999074"/>
              <a:ext cx="128507" cy="10671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78004" y="2667287"/>
              <a:ext cx="748030" cy="4705350"/>
            </a:xfrm>
            <a:custGeom>
              <a:avLst/>
              <a:gdLst/>
              <a:ahLst/>
              <a:cxnLst/>
              <a:rect l="l" t="t" r="r" b="b"/>
              <a:pathLst>
                <a:path w="748029" h="4705350">
                  <a:moveTo>
                    <a:pt x="0" y="42052"/>
                  </a:moveTo>
                  <a:lnTo>
                    <a:pt x="241069" y="0"/>
                  </a:lnTo>
                  <a:lnTo>
                    <a:pt x="273721" y="865"/>
                  </a:lnTo>
                  <a:lnTo>
                    <a:pt x="302507" y="13738"/>
                  </a:lnTo>
                  <a:lnTo>
                    <a:pt x="324365" y="36465"/>
                  </a:lnTo>
                  <a:lnTo>
                    <a:pt x="336234" y="66895"/>
                  </a:lnTo>
                  <a:lnTo>
                    <a:pt x="337048" y="71562"/>
                  </a:lnTo>
                  <a:lnTo>
                    <a:pt x="337458" y="76291"/>
                  </a:lnTo>
                  <a:lnTo>
                    <a:pt x="337458" y="81029"/>
                  </a:lnTo>
                  <a:lnTo>
                    <a:pt x="337458" y="4622825"/>
                  </a:lnTo>
                  <a:lnTo>
                    <a:pt x="343922" y="4654842"/>
                  </a:lnTo>
                  <a:lnTo>
                    <a:pt x="361550" y="4680987"/>
                  </a:lnTo>
                  <a:lnTo>
                    <a:pt x="387695" y="4698615"/>
                  </a:lnTo>
                  <a:lnTo>
                    <a:pt x="419712" y="4705078"/>
                  </a:lnTo>
                  <a:lnTo>
                    <a:pt x="435243" y="4703599"/>
                  </a:lnTo>
                  <a:lnTo>
                    <a:pt x="450090" y="4699263"/>
                  </a:lnTo>
                  <a:lnTo>
                    <a:pt x="463862" y="4692225"/>
                  </a:lnTo>
                  <a:lnTo>
                    <a:pt x="476172" y="4682640"/>
                  </a:lnTo>
                  <a:lnTo>
                    <a:pt x="747514" y="4426513"/>
                  </a:lnTo>
                </a:path>
              </a:pathLst>
            </a:custGeom>
            <a:ln w="13708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60526" y="7039895"/>
              <a:ext cx="121692" cy="118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878208" y="3201383"/>
              <a:ext cx="723900" cy="361950"/>
            </a:xfrm>
            <a:custGeom>
              <a:avLst/>
              <a:gdLst/>
              <a:ahLst/>
              <a:cxnLst/>
              <a:rect l="l" t="t" r="r" b="b"/>
              <a:pathLst>
                <a:path w="723900" h="361950">
                  <a:moveTo>
                    <a:pt x="600350" y="0"/>
                  </a:moveTo>
                  <a:lnTo>
                    <a:pt x="123379" y="0"/>
                  </a:lnTo>
                  <a:lnTo>
                    <a:pt x="75354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79"/>
                  </a:lnTo>
                  <a:lnTo>
                    <a:pt x="0" y="238485"/>
                  </a:lnTo>
                  <a:lnTo>
                    <a:pt x="9695" y="286510"/>
                  </a:lnTo>
                  <a:lnTo>
                    <a:pt x="36137" y="325728"/>
                  </a:lnTo>
                  <a:lnTo>
                    <a:pt x="75354" y="352169"/>
                  </a:lnTo>
                  <a:lnTo>
                    <a:pt x="123379" y="361864"/>
                  </a:lnTo>
                  <a:lnTo>
                    <a:pt x="600350" y="361864"/>
                  </a:lnTo>
                  <a:lnTo>
                    <a:pt x="648375" y="352169"/>
                  </a:lnTo>
                  <a:lnTo>
                    <a:pt x="687593" y="325728"/>
                  </a:lnTo>
                  <a:lnTo>
                    <a:pt x="714035" y="286510"/>
                  </a:lnTo>
                  <a:lnTo>
                    <a:pt x="723731" y="238485"/>
                  </a:lnTo>
                  <a:lnTo>
                    <a:pt x="723731" y="123379"/>
                  </a:lnTo>
                  <a:lnTo>
                    <a:pt x="714035" y="75354"/>
                  </a:lnTo>
                  <a:lnTo>
                    <a:pt x="687593" y="36137"/>
                  </a:lnTo>
                  <a:lnTo>
                    <a:pt x="648375" y="9695"/>
                  </a:lnTo>
                  <a:lnTo>
                    <a:pt x="600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878209" y="3201383"/>
              <a:ext cx="723900" cy="361950"/>
            </a:xfrm>
            <a:custGeom>
              <a:avLst/>
              <a:gdLst/>
              <a:ahLst/>
              <a:cxnLst/>
              <a:rect l="l" t="t" r="r" b="b"/>
              <a:pathLst>
                <a:path w="723900" h="361950">
                  <a:moveTo>
                    <a:pt x="123380" y="0"/>
                  </a:moveTo>
                  <a:lnTo>
                    <a:pt x="600351" y="0"/>
                  </a:lnTo>
                  <a:lnTo>
                    <a:pt x="648376" y="9695"/>
                  </a:lnTo>
                  <a:lnTo>
                    <a:pt x="687594" y="36137"/>
                  </a:lnTo>
                  <a:lnTo>
                    <a:pt x="714035" y="75355"/>
                  </a:lnTo>
                  <a:lnTo>
                    <a:pt x="723731" y="123380"/>
                  </a:lnTo>
                  <a:lnTo>
                    <a:pt x="723731" y="238485"/>
                  </a:lnTo>
                  <a:lnTo>
                    <a:pt x="714035" y="286510"/>
                  </a:lnTo>
                  <a:lnTo>
                    <a:pt x="687594" y="325728"/>
                  </a:lnTo>
                  <a:lnTo>
                    <a:pt x="648376" y="352169"/>
                  </a:lnTo>
                  <a:lnTo>
                    <a:pt x="600351" y="361865"/>
                  </a:lnTo>
                  <a:lnTo>
                    <a:pt x="123380" y="361865"/>
                  </a:lnTo>
                  <a:lnTo>
                    <a:pt x="75355" y="352169"/>
                  </a:lnTo>
                  <a:lnTo>
                    <a:pt x="36137" y="325728"/>
                  </a:lnTo>
                  <a:lnTo>
                    <a:pt x="9695" y="286510"/>
                  </a:lnTo>
                  <a:lnTo>
                    <a:pt x="0" y="238485"/>
                  </a:lnTo>
                  <a:lnTo>
                    <a:pt x="0" y="123380"/>
                  </a:lnTo>
                  <a:lnTo>
                    <a:pt x="9695" y="75355"/>
                  </a:lnTo>
                  <a:lnTo>
                    <a:pt x="36137" y="36137"/>
                  </a:lnTo>
                  <a:lnTo>
                    <a:pt x="75355" y="9695"/>
                  </a:lnTo>
                  <a:lnTo>
                    <a:pt x="12338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96668" y="3258267"/>
              <a:ext cx="327767" cy="24809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038828" y="5612612"/>
              <a:ext cx="4445" cy="407670"/>
            </a:xfrm>
            <a:custGeom>
              <a:avLst/>
              <a:gdLst/>
              <a:ahLst/>
              <a:cxnLst/>
              <a:rect l="l" t="t" r="r" b="b"/>
              <a:pathLst>
                <a:path w="4445" h="407670">
                  <a:moveTo>
                    <a:pt x="0" y="407183"/>
                  </a:moveTo>
                  <a:lnTo>
                    <a:pt x="4101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022158" y="5578340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33573" y="34270"/>
                  </a:moveTo>
                  <a:lnTo>
                    <a:pt x="20769" y="34270"/>
                  </a:lnTo>
                  <a:lnTo>
                    <a:pt x="41123" y="55040"/>
                  </a:lnTo>
                  <a:lnTo>
                    <a:pt x="33573" y="34270"/>
                  </a:lnTo>
                  <a:close/>
                </a:path>
                <a:path w="41275" h="55245">
                  <a:moveTo>
                    <a:pt x="21115" y="0"/>
                  </a:moveTo>
                  <a:lnTo>
                    <a:pt x="0" y="54626"/>
                  </a:lnTo>
                  <a:lnTo>
                    <a:pt x="20769" y="34270"/>
                  </a:lnTo>
                  <a:lnTo>
                    <a:pt x="33573" y="34270"/>
                  </a:lnTo>
                  <a:lnTo>
                    <a:pt x="211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022160" y="5578341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1114" y="0"/>
                  </a:moveTo>
                  <a:lnTo>
                    <a:pt x="0" y="54625"/>
                  </a:lnTo>
                  <a:lnTo>
                    <a:pt x="20769" y="34270"/>
                  </a:lnTo>
                  <a:lnTo>
                    <a:pt x="41123" y="55039"/>
                  </a:lnTo>
                  <a:lnTo>
                    <a:pt x="21114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246939" y="6535579"/>
              <a:ext cx="635" cy="205104"/>
            </a:xfrm>
            <a:custGeom>
              <a:avLst/>
              <a:gdLst/>
              <a:ahLst/>
              <a:cxnLst/>
              <a:rect l="l" t="t" r="r" b="b"/>
              <a:pathLst>
                <a:path w="634" h="205104">
                  <a:moveTo>
                    <a:pt x="17" y="205085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226376" y="6501306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58" y="0"/>
                  </a:moveTo>
                  <a:lnTo>
                    <a:pt x="0" y="54837"/>
                  </a:lnTo>
                  <a:lnTo>
                    <a:pt x="20561" y="34272"/>
                  </a:lnTo>
                  <a:lnTo>
                    <a:pt x="33413" y="34272"/>
                  </a:lnTo>
                  <a:lnTo>
                    <a:pt x="20558" y="0"/>
                  </a:lnTo>
                  <a:close/>
                </a:path>
                <a:path w="41275" h="55245">
                  <a:moveTo>
                    <a:pt x="33413" y="34272"/>
                  </a:moveTo>
                  <a:lnTo>
                    <a:pt x="20561" y="34272"/>
                  </a:lnTo>
                  <a:lnTo>
                    <a:pt x="41128" y="54837"/>
                  </a:lnTo>
                  <a:lnTo>
                    <a:pt x="33413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226377" y="6501307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59" y="0"/>
                  </a:moveTo>
                  <a:lnTo>
                    <a:pt x="0" y="54837"/>
                  </a:lnTo>
                  <a:lnTo>
                    <a:pt x="20561" y="34272"/>
                  </a:lnTo>
                  <a:lnTo>
                    <a:pt x="41126" y="54834"/>
                  </a:lnTo>
                  <a:lnTo>
                    <a:pt x="20559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606879" y="6535577"/>
              <a:ext cx="1905" cy="205104"/>
            </a:xfrm>
            <a:custGeom>
              <a:avLst/>
              <a:gdLst/>
              <a:ahLst/>
              <a:cxnLst/>
              <a:rect l="l" t="t" r="r" b="b"/>
              <a:pathLst>
                <a:path w="1904" h="205104">
                  <a:moveTo>
                    <a:pt x="0" y="205088"/>
                  </a:moveTo>
                  <a:lnTo>
                    <a:pt x="1831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587961" y="6501305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33555" y="34270"/>
                  </a:moveTo>
                  <a:lnTo>
                    <a:pt x="20746" y="34270"/>
                  </a:lnTo>
                  <a:lnTo>
                    <a:pt x="41125" y="55018"/>
                  </a:lnTo>
                  <a:lnTo>
                    <a:pt x="33555" y="34270"/>
                  </a:lnTo>
                  <a:close/>
                </a:path>
                <a:path w="41275" h="55245">
                  <a:moveTo>
                    <a:pt x="21052" y="0"/>
                  </a:moveTo>
                  <a:lnTo>
                    <a:pt x="0" y="54650"/>
                  </a:lnTo>
                  <a:lnTo>
                    <a:pt x="20746" y="34270"/>
                  </a:lnTo>
                  <a:lnTo>
                    <a:pt x="33555" y="34270"/>
                  </a:lnTo>
                  <a:lnTo>
                    <a:pt x="210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587963" y="6501306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1052" y="0"/>
                  </a:moveTo>
                  <a:lnTo>
                    <a:pt x="0" y="54650"/>
                  </a:lnTo>
                  <a:lnTo>
                    <a:pt x="20747" y="34270"/>
                  </a:lnTo>
                  <a:lnTo>
                    <a:pt x="41125" y="55017"/>
                  </a:lnTo>
                  <a:lnTo>
                    <a:pt x="21052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240884" y="5612607"/>
              <a:ext cx="6350" cy="393700"/>
            </a:xfrm>
            <a:custGeom>
              <a:avLst/>
              <a:gdLst/>
              <a:ahLst/>
              <a:cxnLst/>
              <a:rect l="l" t="t" r="r" b="b"/>
              <a:pathLst>
                <a:path w="6350" h="393700">
                  <a:moveTo>
                    <a:pt x="5846" y="393478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220625" y="5578339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19747" y="0"/>
                  </a:moveTo>
                  <a:lnTo>
                    <a:pt x="0" y="55135"/>
                  </a:lnTo>
                  <a:lnTo>
                    <a:pt x="20256" y="34268"/>
                  </a:lnTo>
                  <a:lnTo>
                    <a:pt x="33181" y="34268"/>
                  </a:lnTo>
                  <a:lnTo>
                    <a:pt x="19747" y="0"/>
                  </a:lnTo>
                  <a:close/>
                </a:path>
                <a:path w="41275" h="55245">
                  <a:moveTo>
                    <a:pt x="33181" y="34268"/>
                  </a:moveTo>
                  <a:lnTo>
                    <a:pt x="20256" y="34268"/>
                  </a:lnTo>
                  <a:lnTo>
                    <a:pt x="41122" y="54524"/>
                  </a:lnTo>
                  <a:lnTo>
                    <a:pt x="33181" y="34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220628" y="5578339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19746" y="0"/>
                  </a:moveTo>
                  <a:lnTo>
                    <a:pt x="0" y="55135"/>
                  </a:lnTo>
                  <a:lnTo>
                    <a:pt x="20256" y="34268"/>
                  </a:lnTo>
                  <a:lnTo>
                    <a:pt x="41122" y="54524"/>
                  </a:lnTo>
                  <a:lnTo>
                    <a:pt x="19746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240075" y="2954286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w="0" h="247650">
                  <a:moveTo>
                    <a:pt x="0" y="247096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219511" y="2920014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4">
                  <a:moveTo>
                    <a:pt x="20562" y="0"/>
                  </a:moveTo>
                  <a:lnTo>
                    <a:pt x="0" y="54834"/>
                  </a:lnTo>
                  <a:lnTo>
                    <a:pt x="20562" y="34272"/>
                  </a:lnTo>
                  <a:lnTo>
                    <a:pt x="33415" y="34272"/>
                  </a:lnTo>
                  <a:lnTo>
                    <a:pt x="20562" y="0"/>
                  </a:lnTo>
                  <a:close/>
                </a:path>
                <a:path w="41275" h="55244">
                  <a:moveTo>
                    <a:pt x="33415" y="34272"/>
                  </a:moveTo>
                  <a:lnTo>
                    <a:pt x="20562" y="34272"/>
                  </a:lnTo>
                  <a:lnTo>
                    <a:pt x="41126" y="54834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219511" y="2920014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4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240075" y="4006285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w="0" h="167004">
                  <a:moveTo>
                    <a:pt x="0" y="166906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219511" y="3972012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2" y="0"/>
                  </a:moveTo>
                  <a:lnTo>
                    <a:pt x="0" y="54836"/>
                  </a:lnTo>
                  <a:lnTo>
                    <a:pt x="20562" y="34272"/>
                  </a:lnTo>
                  <a:lnTo>
                    <a:pt x="33414" y="34272"/>
                  </a:lnTo>
                  <a:lnTo>
                    <a:pt x="20562" y="0"/>
                  </a:lnTo>
                  <a:close/>
                </a:path>
                <a:path w="41275" h="55245">
                  <a:moveTo>
                    <a:pt x="33414" y="34272"/>
                  </a:moveTo>
                  <a:lnTo>
                    <a:pt x="20562" y="34272"/>
                  </a:lnTo>
                  <a:lnTo>
                    <a:pt x="41126" y="54836"/>
                  </a:lnTo>
                  <a:lnTo>
                    <a:pt x="33414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219511" y="3972013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822201" y="6535555"/>
              <a:ext cx="6350" cy="205104"/>
            </a:xfrm>
            <a:custGeom>
              <a:avLst/>
              <a:gdLst/>
              <a:ahLst/>
              <a:cxnLst/>
              <a:rect l="l" t="t" r="r" b="b"/>
              <a:pathLst>
                <a:path w="6350" h="205104">
                  <a:moveTo>
                    <a:pt x="5935" y="205110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802240" y="6501296"/>
              <a:ext cx="41275" cy="55880"/>
            </a:xfrm>
            <a:custGeom>
              <a:avLst/>
              <a:gdLst/>
              <a:ahLst/>
              <a:cxnLst/>
              <a:rect l="l" t="t" r="r" b="b"/>
              <a:pathLst>
                <a:path w="41275" h="55879">
                  <a:moveTo>
                    <a:pt x="18968" y="0"/>
                  </a:moveTo>
                  <a:lnTo>
                    <a:pt x="0" y="55407"/>
                  </a:lnTo>
                  <a:lnTo>
                    <a:pt x="19960" y="34258"/>
                  </a:lnTo>
                  <a:lnTo>
                    <a:pt x="32958" y="34258"/>
                  </a:lnTo>
                  <a:lnTo>
                    <a:pt x="18968" y="0"/>
                  </a:lnTo>
                  <a:close/>
                </a:path>
                <a:path w="41275" h="55879">
                  <a:moveTo>
                    <a:pt x="32958" y="34258"/>
                  </a:moveTo>
                  <a:lnTo>
                    <a:pt x="19960" y="34258"/>
                  </a:lnTo>
                  <a:lnTo>
                    <a:pt x="41109" y="54217"/>
                  </a:lnTo>
                  <a:lnTo>
                    <a:pt x="32958" y="342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802241" y="6501296"/>
              <a:ext cx="41275" cy="55880"/>
            </a:xfrm>
            <a:custGeom>
              <a:avLst/>
              <a:gdLst/>
              <a:ahLst/>
              <a:cxnLst/>
              <a:rect l="l" t="t" r="r" b="b"/>
              <a:pathLst>
                <a:path w="41275" h="55879">
                  <a:moveTo>
                    <a:pt x="18969" y="0"/>
                  </a:moveTo>
                  <a:lnTo>
                    <a:pt x="0" y="55407"/>
                  </a:lnTo>
                  <a:lnTo>
                    <a:pt x="19960" y="34258"/>
                  </a:lnTo>
                  <a:lnTo>
                    <a:pt x="41110" y="54217"/>
                  </a:lnTo>
                  <a:lnTo>
                    <a:pt x="18969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650924" y="6535578"/>
              <a:ext cx="1270" cy="205104"/>
            </a:xfrm>
            <a:custGeom>
              <a:avLst/>
              <a:gdLst/>
              <a:ahLst/>
              <a:cxnLst/>
              <a:rect l="l" t="t" r="r" b="b"/>
              <a:pathLst>
                <a:path w="1270" h="205104">
                  <a:moveTo>
                    <a:pt x="1003" y="205086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630536" y="6501306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220" y="0"/>
                  </a:moveTo>
                  <a:lnTo>
                    <a:pt x="0" y="54734"/>
                  </a:lnTo>
                  <a:lnTo>
                    <a:pt x="20386" y="34270"/>
                  </a:lnTo>
                  <a:lnTo>
                    <a:pt x="33263" y="34270"/>
                  </a:lnTo>
                  <a:lnTo>
                    <a:pt x="20220" y="0"/>
                  </a:lnTo>
                  <a:close/>
                </a:path>
                <a:path w="41275" h="55245">
                  <a:moveTo>
                    <a:pt x="33263" y="34270"/>
                  </a:moveTo>
                  <a:lnTo>
                    <a:pt x="20386" y="34270"/>
                  </a:lnTo>
                  <a:lnTo>
                    <a:pt x="41051" y="54734"/>
                  </a:lnTo>
                  <a:lnTo>
                    <a:pt x="33263" y="34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630462" y="6501307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294" y="0"/>
                  </a:moveTo>
                  <a:lnTo>
                    <a:pt x="0" y="54935"/>
                  </a:lnTo>
                  <a:lnTo>
                    <a:pt x="20461" y="34270"/>
                  </a:lnTo>
                  <a:lnTo>
                    <a:pt x="41126" y="54734"/>
                  </a:lnTo>
                  <a:lnTo>
                    <a:pt x="20294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477682" y="6535562"/>
              <a:ext cx="5080" cy="205104"/>
            </a:xfrm>
            <a:custGeom>
              <a:avLst/>
              <a:gdLst/>
              <a:ahLst/>
              <a:cxnLst/>
              <a:rect l="l" t="t" r="r" b="b"/>
              <a:pathLst>
                <a:path w="5079" h="205104">
                  <a:moveTo>
                    <a:pt x="4932" y="205103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457619" y="6501300"/>
              <a:ext cx="41275" cy="55880"/>
            </a:xfrm>
            <a:custGeom>
              <a:avLst/>
              <a:gdLst/>
              <a:ahLst/>
              <a:cxnLst/>
              <a:rect l="l" t="t" r="r" b="b"/>
              <a:pathLst>
                <a:path w="41275" h="55879">
                  <a:moveTo>
                    <a:pt x="19237" y="0"/>
                  </a:moveTo>
                  <a:lnTo>
                    <a:pt x="0" y="55313"/>
                  </a:lnTo>
                  <a:lnTo>
                    <a:pt x="20062" y="34260"/>
                  </a:lnTo>
                  <a:lnTo>
                    <a:pt x="33035" y="34260"/>
                  </a:lnTo>
                  <a:lnTo>
                    <a:pt x="19237" y="0"/>
                  </a:lnTo>
                  <a:close/>
                </a:path>
                <a:path w="41275" h="55879">
                  <a:moveTo>
                    <a:pt x="33035" y="34260"/>
                  </a:moveTo>
                  <a:lnTo>
                    <a:pt x="20062" y="34260"/>
                  </a:lnTo>
                  <a:lnTo>
                    <a:pt x="41114" y="54324"/>
                  </a:lnTo>
                  <a:lnTo>
                    <a:pt x="33035" y="34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457619" y="6501300"/>
              <a:ext cx="41275" cy="55880"/>
            </a:xfrm>
            <a:custGeom>
              <a:avLst/>
              <a:gdLst/>
              <a:ahLst/>
              <a:cxnLst/>
              <a:rect l="l" t="t" r="r" b="b"/>
              <a:pathLst>
                <a:path w="41275" h="55879">
                  <a:moveTo>
                    <a:pt x="19239" y="0"/>
                  </a:moveTo>
                  <a:lnTo>
                    <a:pt x="0" y="55314"/>
                  </a:lnTo>
                  <a:lnTo>
                    <a:pt x="20062" y="34261"/>
                  </a:lnTo>
                  <a:lnTo>
                    <a:pt x="41115" y="54324"/>
                  </a:lnTo>
                  <a:lnTo>
                    <a:pt x="19239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237724" y="6535577"/>
              <a:ext cx="2540" cy="205104"/>
            </a:xfrm>
            <a:custGeom>
              <a:avLst/>
              <a:gdLst/>
              <a:ahLst/>
              <a:cxnLst/>
              <a:rect l="l" t="t" r="r" b="b"/>
              <a:pathLst>
                <a:path w="2539" h="205104">
                  <a:moveTo>
                    <a:pt x="2085" y="205088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217369" y="6501305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005" y="0"/>
                  </a:moveTo>
                  <a:lnTo>
                    <a:pt x="0" y="55043"/>
                  </a:lnTo>
                  <a:lnTo>
                    <a:pt x="20354" y="34270"/>
                  </a:lnTo>
                  <a:lnTo>
                    <a:pt x="33254" y="34270"/>
                  </a:lnTo>
                  <a:lnTo>
                    <a:pt x="20005" y="0"/>
                  </a:lnTo>
                  <a:close/>
                </a:path>
                <a:path w="41275" h="55245">
                  <a:moveTo>
                    <a:pt x="33254" y="34270"/>
                  </a:moveTo>
                  <a:lnTo>
                    <a:pt x="20354" y="34270"/>
                  </a:lnTo>
                  <a:lnTo>
                    <a:pt x="41123" y="54623"/>
                  </a:lnTo>
                  <a:lnTo>
                    <a:pt x="33254" y="34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217370" y="6501306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004" y="0"/>
                  </a:moveTo>
                  <a:lnTo>
                    <a:pt x="0" y="55042"/>
                  </a:lnTo>
                  <a:lnTo>
                    <a:pt x="20353" y="34270"/>
                  </a:lnTo>
                  <a:lnTo>
                    <a:pt x="41123" y="54623"/>
                  </a:lnTo>
                  <a:lnTo>
                    <a:pt x="20004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74330" y="7234316"/>
              <a:ext cx="3207385" cy="360680"/>
            </a:xfrm>
            <a:custGeom>
              <a:avLst/>
              <a:gdLst/>
              <a:ahLst/>
              <a:cxnLst/>
              <a:rect l="l" t="t" r="r" b="b"/>
              <a:pathLst>
                <a:path w="3207384" h="360679">
                  <a:moveTo>
                    <a:pt x="12318" y="318723"/>
                  </a:moveTo>
                  <a:lnTo>
                    <a:pt x="3066" y="329050"/>
                  </a:lnTo>
                  <a:lnTo>
                    <a:pt x="0" y="351568"/>
                  </a:lnTo>
                  <a:lnTo>
                    <a:pt x="3064" y="360300"/>
                  </a:lnTo>
                  <a:lnTo>
                    <a:pt x="1895" y="344752"/>
                  </a:lnTo>
                  <a:lnTo>
                    <a:pt x="12318" y="318723"/>
                  </a:lnTo>
                  <a:close/>
                </a:path>
                <a:path w="3207384" h="360679">
                  <a:moveTo>
                    <a:pt x="27933" y="301296"/>
                  </a:moveTo>
                  <a:lnTo>
                    <a:pt x="16049" y="309407"/>
                  </a:lnTo>
                  <a:lnTo>
                    <a:pt x="12318" y="318723"/>
                  </a:lnTo>
                  <a:lnTo>
                    <a:pt x="27933" y="301296"/>
                  </a:lnTo>
                  <a:close/>
                </a:path>
                <a:path w="3207384" h="360679">
                  <a:moveTo>
                    <a:pt x="36365" y="295541"/>
                  </a:moveTo>
                  <a:lnTo>
                    <a:pt x="30654" y="298258"/>
                  </a:lnTo>
                  <a:lnTo>
                    <a:pt x="27933" y="301296"/>
                  </a:lnTo>
                  <a:lnTo>
                    <a:pt x="36365" y="295541"/>
                  </a:lnTo>
                  <a:close/>
                </a:path>
                <a:path w="3207384" h="360679">
                  <a:moveTo>
                    <a:pt x="98138" y="266145"/>
                  </a:moveTo>
                  <a:lnTo>
                    <a:pt x="72013" y="271211"/>
                  </a:lnTo>
                  <a:lnTo>
                    <a:pt x="36365" y="295541"/>
                  </a:lnTo>
                  <a:lnTo>
                    <a:pt x="98138" y="266145"/>
                  </a:lnTo>
                  <a:close/>
                </a:path>
                <a:path w="3207384" h="360679">
                  <a:moveTo>
                    <a:pt x="149186" y="256245"/>
                  </a:moveTo>
                  <a:lnTo>
                    <a:pt x="101155" y="264709"/>
                  </a:lnTo>
                  <a:lnTo>
                    <a:pt x="98138" y="266145"/>
                  </a:lnTo>
                  <a:lnTo>
                    <a:pt x="149186" y="256245"/>
                  </a:lnTo>
                  <a:close/>
                </a:path>
                <a:path w="3207384" h="360679">
                  <a:moveTo>
                    <a:pt x="374733" y="245600"/>
                  </a:moveTo>
                  <a:lnTo>
                    <a:pt x="225863" y="245600"/>
                  </a:lnTo>
                  <a:lnTo>
                    <a:pt x="209804" y="246294"/>
                  </a:lnTo>
                  <a:lnTo>
                    <a:pt x="210426" y="246294"/>
                  </a:lnTo>
                  <a:lnTo>
                    <a:pt x="196274" y="247114"/>
                  </a:lnTo>
                  <a:lnTo>
                    <a:pt x="149186" y="256245"/>
                  </a:lnTo>
                  <a:lnTo>
                    <a:pt x="162348" y="254856"/>
                  </a:lnTo>
                  <a:lnTo>
                    <a:pt x="185436" y="252950"/>
                  </a:lnTo>
                  <a:lnTo>
                    <a:pt x="211430" y="251248"/>
                  </a:lnTo>
                  <a:lnTo>
                    <a:pt x="240228" y="249740"/>
                  </a:lnTo>
                  <a:lnTo>
                    <a:pt x="305200" y="247290"/>
                  </a:lnTo>
                  <a:lnTo>
                    <a:pt x="305044" y="247290"/>
                  </a:lnTo>
                  <a:lnTo>
                    <a:pt x="374733" y="245600"/>
                  </a:lnTo>
                  <a:close/>
                </a:path>
                <a:path w="3207384" h="360679">
                  <a:moveTo>
                    <a:pt x="1925290" y="247114"/>
                  </a:moveTo>
                  <a:lnTo>
                    <a:pt x="1565617" y="247114"/>
                  </a:lnTo>
                  <a:lnTo>
                    <a:pt x="1630635" y="247290"/>
                  </a:lnTo>
                  <a:lnTo>
                    <a:pt x="1879152" y="247290"/>
                  </a:lnTo>
                  <a:lnTo>
                    <a:pt x="1925290" y="247114"/>
                  </a:lnTo>
                  <a:close/>
                </a:path>
                <a:path w="3207384" h="360679">
                  <a:moveTo>
                    <a:pt x="3207171" y="0"/>
                  </a:moveTo>
                  <a:lnTo>
                    <a:pt x="3206793" y="785"/>
                  </a:lnTo>
                  <a:lnTo>
                    <a:pt x="3205090" y="5569"/>
                  </a:lnTo>
                  <a:lnTo>
                    <a:pt x="3201212" y="13854"/>
                  </a:lnTo>
                  <a:lnTo>
                    <a:pt x="3168021" y="54740"/>
                  </a:lnTo>
                  <a:lnTo>
                    <a:pt x="3119420" y="90384"/>
                  </a:lnTo>
                  <a:lnTo>
                    <a:pt x="3084625" y="109231"/>
                  </a:lnTo>
                  <a:lnTo>
                    <a:pt x="3041700" y="128097"/>
                  </a:lnTo>
                  <a:lnTo>
                    <a:pt x="2989794" y="146485"/>
                  </a:lnTo>
                  <a:lnTo>
                    <a:pt x="2928055" y="163899"/>
                  </a:lnTo>
                  <a:lnTo>
                    <a:pt x="2855633" y="179841"/>
                  </a:lnTo>
                  <a:lnTo>
                    <a:pt x="2771678" y="193813"/>
                  </a:lnTo>
                  <a:lnTo>
                    <a:pt x="2675338" y="205319"/>
                  </a:lnTo>
                  <a:lnTo>
                    <a:pt x="2565763" y="213860"/>
                  </a:lnTo>
                  <a:lnTo>
                    <a:pt x="2481719" y="218259"/>
                  </a:lnTo>
                  <a:lnTo>
                    <a:pt x="2339467" y="223817"/>
                  </a:lnTo>
                  <a:lnTo>
                    <a:pt x="2009317" y="231703"/>
                  </a:lnTo>
                  <a:lnTo>
                    <a:pt x="334899" y="242845"/>
                  </a:lnTo>
                  <a:lnTo>
                    <a:pt x="335977" y="242845"/>
                  </a:lnTo>
                  <a:lnTo>
                    <a:pt x="296517" y="243518"/>
                  </a:lnTo>
                  <a:lnTo>
                    <a:pt x="939021" y="243914"/>
                  </a:lnTo>
                  <a:lnTo>
                    <a:pt x="1003455" y="244235"/>
                  </a:lnTo>
                  <a:lnTo>
                    <a:pt x="1445062" y="246651"/>
                  </a:lnTo>
                  <a:lnTo>
                    <a:pt x="1554767" y="247114"/>
                  </a:lnTo>
                  <a:lnTo>
                    <a:pt x="1934339" y="247114"/>
                  </a:lnTo>
                  <a:lnTo>
                    <a:pt x="2067084" y="246294"/>
                  </a:lnTo>
                  <a:lnTo>
                    <a:pt x="2138343" y="245600"/>
                  </a:lnTo>
                  <a:lnTo>
                    <a:pt x="2379708" y="241612"/>
                  </a:lnTo>
                  <a:lnTo>
                    <a:pt x="2495282" y="237544"/>
                  </a:lnTo>
                  <a:lnTo>
                    <a:pt x="2495828" y="237544"/>
                  </a:lnTo>
                  <a:lnTo>
                    <a:pt x="2601862" y="231000"/>
                  </a:lnTo>
                  <a:lnTo>
                    <a:pt x="2696234" y="222372"/>
                  </a:lnTo>
                  <a:lnTo>
                    <a:pt x="2780266" y="211878"/>
                  </a:lnTo>
                  <a:lnTo>
                    <a:pt x="2854559" y="199777"/>
                  </a:lnTo>
                  <a:lnTo>
                    <a:pt x="2919711" y="186330"/>
                  </a:lnTo>
                  <a:lnTo>
                    <a:pt x="2976320" y="171796"/>
                  </a:lnTo>
                  <a:lnTo>
                    <a:pt x="3024985" y="156436"/>
                  </a:lnTo>
                  <a:lnTo>
                    <a:pt x="3066305" y="140510"/>
                  </a:lnTo>
                  <a:lnTo>
                    <a:pt x="3100879" y="124278"/>
                  </a:lnTo>
                  <a:lnTo>
                    <a:pt x="3152183" y="91940"/>
                  </a:lnTo>
                  <a:lnTo>
                    <a:pt x="3183686" y="61502"/>
                  </a:lnTo>
                  <a:lnTo>
                    <a:pt x="3204292" y="23965"/>
                  </a:lnTo>
                  <a:lnTo>
                    <a:pt x="3207250" y="7388"/>
                  </a:lnTo>
                  <a:lnTo>
                    <a:pt x="3207171" y="0"/>
                  </a:lnTo>
                  <a:close/>
                </a:path>
                <a:path w="3207384" h="360679">
                  <a:moveTo>
                    <a:pt x="558972" y="243518"/>
                  </a:moveTo>
                  <a:lnTo>
                    <a:pt x="298894" y="243518"/>
                  </a:lnTo>
                  <a:lnTo>
                    <a:pt x="224152" y="245600"/>
                  </a:lnTo>
                  <a:lnTo>
                    <a:pt x="372839" y="245600"/>
                  </a:lnTo>
                  <a:lnTo>
                    <a:pt x="420671" y="244810"/>
                  </a:lnTo>
                  <a:lnTo>
                    <a:pt x="420059" y="244810"/>
                  </a:lnTo>
                  <a:lnTo>
                    <a:pt x="501059" y="243914"/>
                  </a:lnTo>
                  <a:lnTo>
                    <a:pt x="496327" y="243914"/>
                  </a:lnTo>
                  <a:lnTo>
                    <a:pt x="558972" y="2435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174331" y="7234316"/>
              <a:ext cx="3207385" cy="360680"/>
            </a:xfrm>
            <a:custGeom>
              <a:avLst/>
              <a:gdLst/>
              <a:ahLst/>
              <a:cxnLst/>
              <a:rect l="l" t="t" r="r" b="b"/>
              <a:pathLst>
                <a:path w="3207384" h="360679">
                  <a:moveTo>
                    <a:pt x="3207172" y="0"/>
                  </a:moveTo>
                  <a:lnTo>
                    <a:pt x="3207291" y="2415"/>
                  </a:lnTo>
                  <a:lnTo>
                    <a:pt x="3207250" y="7388"/>
                  </a:lnTo>
                  <a:lnTo>
                    <a:pt x="3206450" y="14658"/>
                  </a:lnTo>
                  <a:lnTo>
                    <a:pt x="3183686" y="61503"/>
                  </a:lnTo>
                  <a:lnTo>
                    <a:pt x="3152183" y="91940"/>
                  </a:lnTo>
                  <a:lnTo>
                    <a:pt x="3100880" y="124279"/>
                  </a:lnTo>
                  <a:lnTo>
                    <a:pt x="3066306" y="140510"/>
                  </a:lnTo>
                  <a:lnTo>
                    <a:pt x="3024986" y="156436"/>
                  </a:lnTo>
                  <a:lnTo>
                    <a:pt x="2976321" y="171796"/>
                  </a:lnTo>
                  <a:lnTo>
                    <a:pt x="2919711" y="186330"/>
                  </a:lnTo>
                  <a:lnTo>
                    <a:pt x="2854560" y="199778"/>
                  </a:lnTo>
                  <a:lnTo>
                    <a:pt x="2780267" y="211879"/>
                  </a:lnTo>
                  <a:lnTo>
                    <a:pt x="2696234" y="222373"/>
                  </a:lnTo>
                  <a:lnTo>
                    <a:pt x="2601863" y="231000"/>
                  </a:lnTo>
                  <a:lnTo>
                    <a:pt x="2496554" y="237500"/>
                  </a:lnTo>
                  <a:lnTo>
                    <a:pt x="2379709" y="241612"/>
                  </a:lnTo>
                  <a:lnTo>
                    <a:pt x="2321779" y="242846"/>
                  </a:lnTo>
                  <a:lnTo>
                    <a:pt x="2262684" y="243909"/>
                  </a:lnTo>
                  <a:lnTo>
                    <a:pt x="2202529" y="244811"/>
                  </a:lnTo>
                  <a:lnTo>
                    <a:pt x="2141417" y="245563"/>
                  </a:lnTo>
                  <a:lnTo>
                    <a:pt x="2079454" y="246173"/>
                  </a:lnTo>
                  <a:lnTo>
                    <a:pt x="2016744" y="246651"/>
                  </a:lnTo>
                  <a:lnTo>
                    <a:pt x="1953391" y="247007"/>
                  </a:lnTo>
                  <a:lnTo>
                    <a:pt x="1889499" y="247251"/>
                  </a:lnTo>
                  <a:lnTo>
                    <a:pt x="1825173" y="247391"/>
                  </a:lnTo>
                  <a:lnTo>
                    <a:pt x="1760518" y="247438"/>
                  </a:lnTo>
                  <a:lnTo>
                    <a:pt x="1695637" y="247401"/>
                  </a:lnTo>
                  <a:lnTo>
                    <a:pt x="1630635" y="247290"/>
                  </a:lnTo>
                  <a:lnTo>
                    <a:pt x="1565618" y="247114"/>
                  </a:lnTo>
                  <a:lnTo>
                    <a:pt x="1500688" y="246883"/>
                  </a:lnTo>
                  <a:lnTo>
                    <a:pt x="1435950" y="246607"/>
                  </a:lnTo>
                  <a:lnTo>
                    <a:pt x="1371509" y="246294"/>
                  </a:lnTo>
                  <a:lnTo>
                    <a:pt x="1307470" y="245956"/>
                  </a:lnTo>
                  <a:lnTo>
                    <a:pt x="1243936" y="245600"/>
                  </a:lnTo>
                  <a:lnTo>
                    <a:pt x="1181012" y="245238"/>
                  </a:lnTo>
                  <a:lnTo>
                    <a:pt x="1118803" y="244877"/>
                  </a:lnTo>
                  <a:lnTo>
                    <a:pt x="1057412" y="244529"/>
                  </a:lnTo>
                  <a:lnTo>
                    <a:pt x="996945" y="244203"/>
                  </a:lnTo>
                  <a:lnTo>
                    <a:pt x="937505" y="243907"/>
                  </a:lnTo>
                  <a:lnTo>
                    <a:pt x="879197" y="243653"/>
                  </a:lnTo>
                  <a:lnTo>
                    <a:pt x="822126" y="243449"/>
                  </a:lnTo>
                  <a:lnTo>
                    <a:pt x="766396" y="243304"/>
                  </a:lnTo>
                  <a:lnTo>
                    <a:pt x="712111" y="243230"/>
                  </a:lnTo>
                  <a:lnTo>
                    <a:pt x="659376" y="243234"/>
                  </a:lnTo>
                  <a:lnTo>
                    <a:pt x="608295" y="243327"/>
                  </a:lnTo>
                  <a:lnTo>
                    <a:pt x="558972" y="243519"/>
                  </a:lnTo>
                  <a:lnTo>
                    <a:pt x="511513" y="243818"/>
                  </a:lnTo>
                  <a:lnTo>
                    <a:pt x="466020" y="244235"/>
                  </a:lnTo>
                  <a:lnTo>
                    <a:pt x="422600" y="244779"/>
                  </a:lnTo>
                  <a:lnTo>
                    <a:pt x="381356" y="245460"/>
                  </a:lnTo>
                  <a:lnTo>
                    <a:pt x="342392" y="246286"/>
                  </a:lnTo>
                  <a:lnTo>
                    <a:pt x="271724" y="248417"/>
                  </a:lnTo>
                  <a:lnTo>
                    <a:pt x="211431" y="251248"/>
                  </a:lnTo>
                  <a:lnTo>
                    <a:pt x="162348" y="254856"/>
                  </a:lnTo>
                  <a:lnTo>
                    <a:pt x="111571" y="261892"/>
                  </a:lnTo>
                  <a:lnTo>
                    <a:pt x="30655" y="298259"/>
                  </a:lnTo>
                  <a:lnTo>
                    <a:pt x="3066" y="329050"/>
                  </a:lnTo>
                  <a:lnTo>
                    <a:pt x="0" y="351569"/>
                  </a:lnTo>
                  <a:lnTo>
                    <a:pt x="3064" y="360301"/>
                  </a:lnTo>
                  <a:lnTo>
                    <a:pt x="1895" y="344753"/>
                  </a:lnTo>
                  <a:lnTo>
                    <a:pt x="16049" y="309408"/>
                  </a:lnTo>
                  <a:lnTo>
                    <a:pt x="72014" y="271212"/>
                  </a:lnTo>
                  <a:lnTo>
                    <a:pt x="196279" y="247114"/>
                  </a:lnTo>
                  <a:lnTo>
                    <a:pt x="254321" y="244594"/>
                  </a:lnTo>
                  <a:lnTo>
                    <a:pt x="309003" y="243306"/>
                  </a:lnTo>
                  <a:lnTo>
                    <a:pt x="375283" y="242283"/>
                  </a:lnTo>
                  <a:lnTo>
                    <a:pt x="452143" y="241484"/>
                  </a:lnTo>
                  <a:lnTo>
                    <a:pt x="494221" y="241155"/>
                  </a:lnTo>
                  <a:lnTo>
                    <a:pt x="538561" y="240867"/>
                  </a:lnTo>
                  <a:lnTo>
                    <a:pt x="585036" y="240614"/>
                  </a:lnTo>
                  <a:lnTo>
                    <a:pt x="633518" y="240392"/>
                  </a:lnTo>
                  <a:lnTo>
                    <a:pt x="683880" y="240194"/>
                  </a:lnTo>
                  <a:lnTo>
                    <a:pt x="735994" y="240016"/>
                  </a:lnTo>
                  <a:lnTo>
                    <a:pt x="789733" y="239853"/>
                  </a:lnTo>
                  <a:lnTo>
                    <a:pt x="844968" y="239699"/>
                  </a:lnTo>
                  <a:lnTo>
                    <a:pt x="901574" y="239549"/>
                  </a:lnTo>
                  <a:lnTo>
                    <a:pt x="959421" y="239399"/>
                  </a:lnTo>
                  <a:lnTo>
                    <a:pt x="1018384" y="239243"/>
                  </a:lnTo>
                  <a:lnTo>
                    <a:pt x="1078333" y="239075"/>
                  </a:lnTo>
                  <a:lnTo>
                    <a:pt x="1139142" y="238891"/>
                  </a:lnTo>
                  <a:lnTo>
                    <a:pt x="1200683" y="238685"/>
                  </a:lnTo>
                  <a:lnTo>
                    <a:pt x="1262828" y="238453"/>
                  </a:lnTo>
                  <a:lnTo>
                    <a:pt x="1325451" y="238189"/>
                  </a:lnTo>
                  <a:lnTo>
                    <a:pt x="1388423" y="237888"/>
                  </a:lnTo>
                  <a:lnTo>
                    <a:pt x="1451617" y="237545"/>
                  </a:lnTo>
                  <a:lnTo>
                    <a:pt x="1514906" y="237154"/>
                  </a:lnTo>
                  <a:lnTo>
                    <a:pt x="1578161" y="236711"/>
                  </a:lnTo>
                  <a:lnTo>
                    <a:pt x="1641257" y="236210"/>
                  </a:lnTo>
                  <a:lnTo>
                    <a:pt x="1704064" y="235646"/>
                  </a:lnTo>
                  <a:lnTo>
                    <a:pt x="1766456" y="235014"/>
                  </a:lnTo>
                  <a:lnTo>
                    <a:pt x="1828304" y="234309"/>
                  </a:lnTo>
                  <a:lnTo>
                    <a:pt x="1889482" y="233526"/>
                  </a:lnTo>
                  <a:lnTo>
                    <a:pt x="1949863" y="232659"/>
                  </a:lnTo>
                  <a:lnTo>
                    <a:pt x="2009317" y="231704"/>
                  </a:lnTo>
                  <a:lnTo>
                    <a:pt x="2067719" y="230654"/>
                  </a:lnTo>
                  <a:lnTo>
                    <a:pt x="2124940" y="229506"/>
                  </a:lnTo>
                  <a:lnTo>
                    <a:pt x="2180852" y="228253"/>
                  </a:lnTo>
                  <a:lnTo>
                    <a:pt x="2235330" y="226891"/>
                  </a:lnTo>
                  <a:lnTo>
                    <a:pt x="2288244" y="225415"/>
                  </a:lnTo>
                  <a:lnTo>
                    <a:pt x="2339467" y="223818"/>
                  </a:lnTo>
                  <a:lnTo>
                    <a:pt x="2388873" y="222097"/>
                  </a:lnTo>
                  <a:lnTo>
                    <a:pt x="2436333" y="220246"/>
                  </a:lnTo>
                  <a:lnTo>
                    <a:pt x="2481719" y="218260"/>
                  </a:lnTo>
                  <a:lnTo>
                    <a:pt x="2524905" y="216133"/>
                  </a:lnTo>
                  <a:lnTo>
                    <a:pt x="2565763" y="213861"/>
                  </a:lnTo>
                  <a:lnTo>
                    <a:pt x="2675338" y="205319"/>
                  </a:lnTo>
                  <a:lnTo>
                    <a:pt x="2771678" y="193814"/>
                  </a:lnTo>
                  <a:lnTo>
                    <a:pt x="2855634" y="179841"/>
                  </a:lnTo>
                  <a:lnTo>
                    <a:pt x="2928056" y="163900"/>
                  </a:lnTo>
                  <a:lnTo>
                    <a:pt x="2989794" y="146486"/>
                  </a:lnTo>
                  <a:lnTo>
                    <a:pt x="3041701" y="128097"/>
                  </a:lnTo>
                  <a:lnTo>
                    <a:pt x="3084626" y="109231"/>
                  </a:lnTo>
                  <a:lnTo>
                    <a:pt x="3119421" y="90385"/>
                  </a:lnTo>
                  <a:lnTo>
                    <a:pt x="3168021" y="54740"/>
                  </a:lnTo>
                  <a:lnTo>
                    <a:pt x="3194309" y="25143"/>
                  </a:lnTo>
                  <a:lnTo>
                    <a:pt x="3206793" y="786"/>
                  </a:lnTo>
                  <a:lnTo>
                    <a:pt x="3207172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965967" y="7234316"/>
              <a:ext cx="3207385" cy="360680"/>
            </a:xfrm>
            <a:custGeom>
              <a:avLst/>
              <a:gdLst/>
              <a:ahLst/>
              <a:cxnLst/>
              <a:rect l="l" t="t" r="r" b="b"/>
              <a:pathLst>
                <a:path w="3207385" h="360679">
                  <a:moveTo>
                    <a:pt x="3194931" y="318723"/>
                  </a:moveTo>
                  <a:lnTo>
                    <a:pt x="3205354" y="344752"/>
                  </a:lnTo>
                  <a:lnTo>
                    <a:pt x="3204185" y="360300"/>
                  </a:lnTo>
                  <a:lnTo>
                    <a:pt x="3207250" y="351568"/>
                  </a:lnTo>
                  <a:lnTo>
                    <a:pt x="3204183" y="329050"/>
                  </a:lnTo>
                  <a:lnTo>
                    <a:pt x="3194931" y="318723"/>
                  </a:lnTo>
                  <a:close/>
                </a:path>
                <a:path w="3207385" h="360679">
                  <a:moveTo>
                    <a:pt x="3179317" y="301296"/>
                  </a:moveTo>
                  <a:lnTo>
                    <a:pt x="3194931" y="318723"/>
                  </a:lnTo>
                  <a:lnTo>
                    <a:pt x="3191201" y="309407"/>
                  </a:lnTo>
                  <a:lnTo>
                    <a:pt x="3179317" y="301296"/>
                  </a:lnTo>
                  <a:close/>
                </a:path>
                <a:path w="3207385" h="360679">
                  <a:moveTo>
                    <a:pt x="3170884" y="295541"/>
                  </a:moveTo>
                  <a:lnTo>
                    <a:pt x="3179317" y="301296"/>
                  </a:lnTo>
                  <a:lnTo>
                    <a:pt x="3176595" y="298258"/>
                  </a:lnTo>
                  <a:lnTo>
                    <a:pt x="3170884" y="295541"/>
                  </a:lnTo>
                  <a:close/>
                </a:path>
                <a:path w="3207385" h="360679">
                  <a:moveTo>
                    <a:pt x="3109112" y="266145"/>
                  </a:moveTo>
                  <a:lnTo>
                    <a:pt x="3170884" y="295541"/>
                  </a:lnTo>
                  <a:lnTo>
                    <a:pt x="3135236" y="271211"/>
                  </a:lnTo>
                  <a:lnTo>
                    <a:pt x="3109112" y="266145"/>
                  </a:lnTo>
                  <a:close/>
                </a:path>
                <a:path w="3207385" h="360679">
                  <a:moveTo>
                    <a:pt x="3058063" y="256245"/>
                  </a:moveTo>
                  <a:lnTo>
                    <a:pt x="3109112" y="266145"/>
                  </a:lnTo>
                  <a:lnTo>
                    <a:pt x="3106094" y="264709"/>
                  </a:lnTo>
                  <a:lnTo>
                    <a:pt x="3095679" y="261892"/>
                  </a:lnTo>
                  <a:lnTo>
                    <a:pt x="3081939" y="259317"/>
                  </a:lnTo>
                  <a:lnTo>
                    <a:pt x="3064978" y="256975"/>
                  </a:lnTo>
                  <a:lnTo>
                    <a:pt x="3058063" y="256245"/>
                  </a:lnTo>
                  <a:close/>
                </a:path>
                <a:path w="3207385" h="360679">
                  <a:moveTo>
                    <a:pt x="2981387" y="245600"/>
                  </a:moveTo>
                  <a:lnTo>
                    <a:pt x="2832517" y="245600"/>
                  </a:lnTo>
                  <a:lnTo>
                    <a:pt x="2902206" y="247290"/>
                  </a:lnTo>
                  <a:lnTo>
                    <a:pt x="2902050" y="247290"/>
                  </a:lnTo>
                  <a:lnTo>
                    <a:pt x="2967022" y="249740"/>
                  </a:lnTo>
                  <a:lnTo>
                    <a:pt x="3021814" y="252950"/>
                  </a:lnTo>
                  <a:lnTo>
                    <a:pt x="3058063" y="256245"/>
                  </a:lnTo>
                  <a:lnTo>
                    <a:pt x="3010975" y="247114"/>
                  </a:lnTo>
                  <a:lnTo>
                    <a:pt x="2996823" y="246294"/>
                  </a:lnTo>
                  <a:lnTo>
                    <a:pt x="2997445" y="246294"/>
                  </a:lnTo>
                  <a:lnTo>
                    <a:pt x="2981387" y="245600"/>
                  </a:lnTo>
                  <a:close/>
                </a:path>
                <a:path w="3207385" h="360679">
                  <a:moveTo>
                    <a:pt x="1641632" y="247114"/>
                  </a:moveTo>
                  <a:lnTo>
                    <a:pt x="1281959" y="247114"/>
                  </a:lnTo>
                  <a:lnTo>
                    <a:pt x="1328098" y="247290"/>
                  </a:lnTo>
                  <a:lnTo>
                    <a:pt x="1576614" y="247290"/>
                  </a:lnTo>
                  <a:lnTo>
                    <a:pt x="1641632" y="247114"/>
                  </a:lnTo>
                  <a:close/>
                </a:path>
                <a:path w="3207385" h="360679">
                  <a:moveTo>
                    <a:pt x="78" y="0"/>
                  </a:moveTo>
                  <a:lnTo>
                    <a:pt x="0" y="7388"/>
                  </a:lnTo>
                  <a:lnTo>
                    <a:pt x="711" y="13854"/>
                  </a:lnTo>
                  <a:lnTo>
                    <a:pt x="799" y="14658"/>
                  </a:lnTo>
                  <a:lnTo>
                    <a:pt x="23564" y="61502"/>
                  </a:lnTo>
                  <a:lnTo>
                    <a:pt x="55067" y="91940"/>
                  </a:lnTo>
                  <a:lnTo>
                    <a:pt x="106370" y="124278"/>
                  </a:lnTo>
                  <a:lnTo>
                    <a:pt x="140944" y="140510"/>
                  </a:lnTo>
                  <a:lnTo>
                    <a:pt x="182264" y="156436"/>
                  </a:lnTo>
                  <a:lnTo>
                    <a:pt x="230930" y="171796"/>
                  </a:lnTo>
                  <a:lnTo>
                    <a:pt x="287539" y="186330"/>
                  </a:lnTo>
                  <a:lnTo>
                    <a:pt x="352690" y="199777"/>
                  </a:lnTo>
                  <a:lnTo>
                    <a:pt x="426983" y="211878"/>
                  </a:lnTo>
                  <a:lnTo>
                    <a:pt x="511016" y="222372"/>
                  </a:lnTo>
                  <a:lnTo>
                    <a:pt x="605387" y="231000"/>
                  </a:lnTo>
                  <a:lnTo>
                    <a:pt x="711421" y="237544"/>
                  </a:lnTo>
                  <a:lnTo>
                    <a:pt x="711967" y="237544"/>
                  </a:lnTo>
                  <a:lnTo>
                    <a:pt x="827542" y="241612"/>
                  </a:lnTo>
                  <a:lnTo>
                    <a:pt x="1068906" y="245600"/>
                  </a:lnTo>
                  <a:lnTo>
                    <a:pt x="1140165" y="246294"/>
                  </a:lnTo>
                  <a:lnTo>
                    <a:pt x="1272910" y="247114"/>
                  </a:lnTo>
                  <a:lnTo>
                    <a:pt x="1652483" y="247114"/>
                  </a:lnTo>
                  <a:lnTo>
                    <a:pt x="1762188" y="246651"/>
                  </a:lnTo>
                  <a:lnTo>
                    <a:pt x="2203795" y="244235"/>
                  </a:lnTo>
                  <a:lnTo>
                    <a:pt x="2268229" y="243914"/>
                  </a:lnTo>
                  <a:lnTo>
                    <a:pt x="2910732" y="243518"/>
                  </a:lnTo>
                  <a:lnTo>
                    <a:pt x="2871273" y="242845"/>
                  </a:lnTo>
                  <a:lnTo>
                    <a:pt x="2872350" y="242845"/>
                  </a:lnTo>
                  <a:lnTo>
                    <a:pt x="1197933" y="231703"/>
                  </a:lnTo>
                  <a:lnTo>
                    <a:pt x="867783" y="223817"/>
                  </a:lnTo>
                  <a:lnTo>
                    <a:pt x="725531" y="218259"/>
                  </a:lnTo>
                  <a:lnTo>
                    <a:pt x="641488" y="213860"/>
                  </a:lnTo>
                  <a:lnTo>
                    <a:pt x="531912" y="205319"/>
                  </a:lnTo>
                  <a:lnTo>
                    <a:pt x="435572" y="193813"/>
                  </a:lnTo>
                  <a:lnTo>
                    <a:pt x="351617" y="179841"/>
                  </a:lnTo>
                  <a:lnTo>
                    <a:pt x="279195" y="163899"/>
                  </a:lnTo>
                  <a:lnTo>
                    <a:pt x="217456" y="146485"/>
                  </a:lnTo>
                  <a:lnTo>
                    <a:pt x="165549" y="128097"/>
                  </a:lnTo>
                  <a:lnTo>
                    <a:pt x="122624" y="109231"/>
                  </a:lnTo>
                  <a:lnTo>
                    <a:pt x="87830" y="90384"/>
                  </a:lnTo>
                  <a:lnTo>
                    <a:pt x="39229" y="54740"/>
                  </a:lnTo>
                  <a:lnTo>
                    <a:pt x="12941" y="25142"/>
                  </a:lnTo>
                  <a:lnTo>
                    <a:pt x="457" y="785"/>
                  </a:lnTo>
                  <a:lnTo>
                    <a:pt x="78" y="0"/>
                  </a:lnTo>
                  <a:close/>
                </a:path>
                <a:path w="3207385" h="360679">
                  <a:moveTo>
                    <a:pt x="2908356" y="243518"/>
                  </a:moveTo>
                  <a:lnTo>
                    <a:pt x="2648278" y="243518"/>
                  </a:lnTo>
                  <a:lnTo>
                    <a:pt x="2710923" y="243914"/>
                  </a:lnTo>
                  <a:lnTo>
                    <a:pt x="2706191" y="243914"/>
                  </a:lnTo>
                  <a:lnTo>
                    <a:pt x="2787191" y="244810"/>
                  </a:lnTo>
                  <a:lnTo>
                    <a:pt x="2786579" y="244810"/>
                  </a:lnTo>
                  <a:lnTo>
                    <a:pt x="2834411" y="245600"/>
                  </a:lnTo>
                  <a:lnTo>
                    <a:pt x="2983097" y="245600"/>
                  </a:lnTo>
                  <a:lnTo>
                    <a:pt x="2908356" y="2435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965927" y="7234316"/>
              <a:ext cx="3207385" cy="360680"/>
            </a:xfrm>
            <a:custGeom>
              <a:avLst/>
              <a:gdLst/>
              <a:ahLst/>
              <a:cxnLst/>
              <a:rect l="l" t="t" r="r" b="b"/>
              <a:pathLst>
                <a:path w="3207385" h="360679">
                  <a:moveTo>
                    <a:pt x="119" y="0"/>
                  </a:moveTo>
                  <a:lnTo>
                    <a:pt x="0" y="2415"/>
                  </a:lnTo>
                  <a:lnTo>
                    <a:pt x="40" y="7388"/>
                  </a:lnTo>
                  <a:lnTo>
                    <a:pt x="840" y="14658"/>
                  </a:lnTo>
                  <a:lnTo>
                    <a:pt x="23604" y="61503"/>
                  </a:lnTo>
                  <a:lnTo>
                    <a:pt x="55107" y="91940"/>
                  </a:lnTo>
                  <a:lnTo>
                    <a:pt x="106411" y="124279"/>
                  </a:lnTo>
                  <a:lnTo>
                    <a:pt x="140985" y="140510"/>
                  </a:lnTo>
                  <a:lnTo>
                    <a:pt x="182305" y="156436"/>
                  </a:lnTo>
                  <a:lnTo>
                    <a:pt x="230970" y="171796"/>
                  </a:lnTo>
                  <a:lnTo>
                    <a:pt x="287579" y="186330"/>
                  </a:lnTo>
                  <a:lnTo>
                    <a:pt x="352731" y="199778"/>
                  </a:lnTo>
                  <a:lnTo>
                    <a:pt x="427024" y="211879"/>
                  </a:lnTo>
                  <a:lnTo>
                    <a:pt x="511056" y="222373"/>
                  </a:lnTo>
                  <a:lnTo>
                    <a:pt x="605428" y="231000"/>
                  </a:lnTo>
                  <a:lnTo>
                    <a:pt x="710737" y="237500"/>
                  </a:lnTo>
                  <a:lnTo>
                    <a:pt x="827582" y="241612"/>
                  </a:lnTo>
                  <a:lnTo>
                    <a:pt x="885512" y="242846"/>
                  </a:lnTo>
                  <a:lnTo>
                    <a:pt x="944607" y="243909"/>
                  </a:lnTo>
                  <a:lnTo>
                    <a:pt x="1004762" y="244811"/>
                  </a:lnTo>
                  <a:lnTo>
                    <a:pt x="1065873" y="245563"/>
                  </a:lnTo>
                  <a:lnTo>
                    <a:pt x="1127836" y="246173"/>
                  </a:lnTo>
                  <a:lnTo>
                    <a:pt x="1190547" y="246651"/>
                  </a:lnTo>
                  <a:lnTo>
                    <a:pt x="1253900" y="247007"/>
                  </a:lnTo>
                  <a:lnTo>
                    <a:pt x="1317792" y="247251"/>
                  </a:lnTo>
                  <a:lnTo>
                    <a:pt x="1382118" y="247391"/>
                  </a:lnTo>
                  <a:lnTo>
                    <a:pt x="1446773" y="247438"/>
                  </a:lnTo>
                  <a:lnTo>
                    <a:pt x="1511654" y="247401"/>
                  </a:lnTo>
                  <a:lnTo>
                    <a:pt x="1576655" y="247290"/>
                  </a:lnTo>
                  <a:lnTo>
                    <a:pt x="1641673" y="247114"/>
                  </a:lnTo>
                  <a:lnTo>
                    <a:pt x="1706603" y="246883"/>
                  </a:lnTo>
                  <a:lnTo>
                    <a:pt x="1771341" y="246607"/>
                  </a:lnTo>
                  <a:lnTo>
                    <a:pt x="1835781" y="246294"/>
                  </a:lnTo>
                  <a:lnTo>
                    <a:pt x="1899821" y="245956"/>
                  </a:lnTo>
                  <a:lnTo>
                    <a:pt x="1963355" y="245600"/>
                  </a:lnTo>
                  <a:lnTo>
                    <a:pt x="2026279" y="245238"/>
                  </a:lnTo>
                  <a:lnTo>
                    <a:pt x="2088488" y="244877"/>
                  </a:lnTo>
                  <a:lnTo>
                    <a:pt x="2149879" y="244529"/>
                  </a:lnTo>
                  <a:lnTo>
                    <a:pt x="2210346" y="244203"/>
                  </a:lnTo>
                  <a:lnTo>
                    <a:pt x="2269786" y="243907"/>
                  </a:lnTo>
                  <a:lnTo>
                    <a:pt x="2328093" y="243653"/>
                  </a:lnTo>
                  <a:lnTo>
                    <a:pt x="2385164" y="243449"/>
                  </a:lnTo>
                  <a:lnTo>
                    <a:pt x="2440895" y="243304"/>
                  </a:lnTo>
                  <a:lnTo>
                    <a:pt x="2495180" y="243230"/>
                  </a:lnTo>
                  <a:lnTo>
                    <a:pt x="2547915" y="243234"/>
                  </a:lnTo>
                  <a:lnTo>
                    <a:pt x="2598996" y="243327"/>
                  </a:lnTo>
                  <a:lnTo>
                    <a:pt x="2648318" y="243519"/>
                  </a:lnTo>
                  <a:lnTo>
                    <a:pt x="2695778" y="243818"/>
                  </a:lnTo>
                  <a:lnTo>
                    <a:pt x="2741270" y="244235"/>
                  </a:lnTo>
                  <a:lnTo>
                    <a:pt x="2784691" y="244779"/>
                  </a:lnTo>
                  <a:lnTo>
                    <a:pt x="2825935" y="245460"/>
                  </a:lnTo>
                  <a:lnTo>
                    <a:pt x="2864899" y="246286"/>
                  </a:lnTo>
                  <a:lnTo>
                    <a:pt x="2935567" y="248417"/>
                  </a:lnTo>
                  <a:lnTo>
                    <a:pt x="2995860" y="251248"/>
                  </a:lnTo>
                  <a:lnTo>
                    <a:pt x="3044943" y="254856"/>
                  </a:lnTo>
                  <a:lnTo>
                    <a:pt x="3095720" y="261892"/>
                  </a:lnTo>
                  <a:lnTo>
                    <a:pt x="3176636" y="298259"/>
                  </a:lnTo>
                  <a:lnTo>
                    <a:pt x="3204225" y="329050"/>
                  </a:lnTo>
                  <a:lnTo>
                    <a:pt x="3207291" y="351569"/>
                  </a:lnTo>
                  <a:lnTo>
                    <a:pt x="3204227" y="360301"/>
                  </a:lnTo>
                  <a:lnTo>
                    <a:pt x="3205395" y="344753"/>
                  </a:lnTo>
                  <a:lnTo>
                    <a:pt x="3191242" y="309408"/>
                  </a:lnTo>
                  <a:lnTo>
                    <a:pt x="3135277" y="271212"/>
                  </a:lnTo>
                  <a:lnTo>
                    <a:pt x="3011012" y="247114"/>
                  </a:lnTo>
                  <a:lnTo>
                    <a:pt x="2952969" y="244594"/>
                  </a:lnTo>
                  <a:lnTo>
                    <a:pt x="2898288" y="243306"/>
                  </a:lnTo>
                  <a:lnTo>
                    <a:pt x="2832007" y="242283"/>
                  </a:lnTo>
                  <a:lnTo>
                    <a:pt x="2755148" y="241484"/>
                  </a:lnTo>
                  <a:lnTo>
                    <a:pt x="2713070" y="241155"/>
                  </a:lnTo>
                  <a:lnTo>
                    <a:pt x="2668729" y="240867"/>
                  </a:lnTo>
                  <a:lnTo>
                    <a:pt x="2622255" y="240614"/>
                  </a:lnTo>
                  <a:lnTo>
                    <a:pt x="2573772" y="240392"/>
                  </a:lnTo>
                  <a:lnTo>
                    <a:pt x="2523411" y="240194"/>
                  </a:lnTo>
                  <a:lnTo>
                    <a:pt x="2471297" y="240016"/>
                  </a:lnTo>
                  <a:lnTo>
                    <a:pt x="2417558" y="239853"/>
                  </a:lnTo>
                  <a:lnTo>
                    <a:pt x="2362322" y="239699"/>
                  </a:lnTo>
                  <a:lnTo>
                    <a:pt x="2305717" y="239549"/>
                  </a:lnTo>
                  <a:lnTo>
                    <a:pt x="2247869" y="239399"/>
                  </a:lnTo>
                  <a:lnTo>
                    <a:pt x="2188907" y="239243"/>
                  </a:lnTo>
                  <a:lnTo>
                    <a:pt x="2128958" y="239075"/>
                  </a:lnTo>
                  <a:lnTo>
                    <a:pt x="2068149" y="238891"/>
                  </a:lnTo>
                  <a:lnTo>
                    <a:pt x="2006608" y="238685"/>
                  </a:lnTo>
                  <a:lnTo>
                    <a:pt x="1944463" y="238453"/>
                  </a:lnTo>
                  <a:lnTo>
                    <a:pt x="1881840" y="238189"/>
                  </a:lnTo>
                  <a:lnTo>
                    <a:pt x="1818868" y="237888"/>
                  </a:lnTo>
                  <a:lnTo>
                    <a:pt x="1755674" y="237545"/>
                  </a:lnTo>
                  <a:lnTo>
                    <a:pt x="1692385" y="237154"/>
                  </a:lnTo>
                  <a:lnTo>
                    <a:pt x="1629129" y="236711"/>
                  </a:lnTo>
                  <a:lnTo>
                    <a:pt x="1566034" y="236210"/>
                  </a:lnTo>
                  <a:lnTo>
                    <a:pt x="1503227" y="235646"/>
                  </a:lnTo>
                  <a:lnTo>
                    <a:pt x="1440835" y="235014"/>
                  </a:lnTo>
                  <a:lnTo>
                    <a:pt x="1378986" y="234309"/>
                  </a:lnTo>
                  <a:lnTo>
                    <a:pt x="1317808" y="233526"/>
                  </a:lnTo>
                  <a:lnTo>
                    <a:pt x="1257428" y="232659"/>
                  </a:lnTo>
                  <a:lnTo>
                    <a:pt x="1197974" y="231704"/>
                  </a:lnTo>
                  <a:lnTo>
                    <a:pt x="1139572" y="230654"/>
                  </a:lnTo>
                  <a:lnTo>
                    <a:pt x="1082351" y="229506"/>
                  </a:lnTo>
                  <a:lnTo>
                    <a:pt x="1026438" y="228253"/>
                  </a:lnTo>
                  <a:lnTo>
                    <a:pt x="971961" y="226891"/>
                  </a:lnTo>
                  <a:lnTo>
                    <a:pt x="919047" y="225415"/>
                  </a:lnTo>
                  <a:lnTo>
                    <a:pt x="867823" y="223818"/>
                  </a:lnTo>
                  <a:lnTo>
                    <a:pt x="818418" y="222097"/>
                  </a:lnTo>
                  <a:lnTo>
                    <a:pt x="770958" y="220246"/>
                  </a:lnTo>
                  <a:lnTo>
                    <a:pt x="725571" y="218260"/>
                  </a:lnTo>
                  <a:lnTo>
                    <a:pt x="682385" y="216133"/>
                  </a:lnTo>
                  <a:lnTo>
                    <a:pt x="641527" y="213861"/>
                  </a:lnTo>
                  <a:lnTo>
                    <a:pt x="531952" y="205319"/>
                  </a:lnTo>
                  <a:lnTo>
                    <a:pt x="435612" y="193814"/>
                  </a:lnTo>
                  <a:lnTo>
                    <a:pt x="351657" y="179841"/>
                  </a:lnTo>
                  <a:lnTo>
                    <a:pt x="279235" y="163900"/>
                  </a:lnTo>
                  <a:lnTo>
                    <a:pt x="217496" y="146486"/>
                  </a:lnTo>
                  <a:lnTo>
                    <a:pt x="165590" y="128097"/>
                  </a:lnTo>
                  <a:lnTo>
                    <a:pt x="122665" y="109231"/>
                  </a:lnTo>
                  <a:lnTo>
                    <a:pt x="87870" y="90385"/>
                  </a:lnTo>
                  <a:lnTo>
                    <a:pt x="39269" y="54740"/>
                  </a:lnTo>
                  <a:lnTo>
                    <a:pt x="12982" y="25143"/>
                  </a:lnTo>
                  <a:lnTo>
                    <a:pt x="497" y="786"/>
                  </a:lnTo>
                  <a:lnTo>
                    <a:pt x="119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683819" y="3201383"/>
              <a:ext cx="723900" cy="361950"/>
            </a:xfrm>
            <a:custGeom>
              <a:avLst/>
              <a:gdLst/>
              <a:ahLst/>
              <a:cxnLst/>
              <a:rect l="l" t="t" r="r" b="b"/>
              <a:pathLst>
                <a:path w="723900" h="361950">
                  <a:moveTo>
                    <a:pt x="600351" y="0"/>
                  </a:moveTo>
                  <a:lnTo>
                    <a:pt x="123380" y="0"/>
                  </a:lnTo>
                  <a:lnTo>
                    <a:pt x="75355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79"/>
                  </a:lnTo>
                  <a:lnTo>
                    <a:pt x="0" y="238485"/>
                  </a:lnTo>
                  <a:lnTo>
                    <a:pt x="9695" y="286510"/>
                  </a:lnTo>
                  <a:lnTo>
                    <a:pt x="36137" y="325728"/>
                  </a:lnTo>
                  <a:lnTo>
                    <a:pt x="75355" y="352169"/>
                  </a:lnTo>
                  <a:lnTo>
                    <a:pt x="123380" y="361864"/>
                  </a:lnTo>
                  <a:lnTo>
                    <a:pt x="600351" y="361864"/>
                  </a:lnTo>
                  <a:lnTo>
                    <a:pt x="648376" y="352169"/>
                  </a:lnTo>
                  <a:lnTo>
                    <a:pt x="687593" y="325728"/>
                  </a:lnTo>
                  <a:lnTo>
                    <a:pt x="714035" y="286510"/>
                  </a:lnTo>
                  <a:lnTo>
                    <a:pt x="723731" y="238485"/>
                  </a:lnTo>
                  <a:lnTo>
                    <a:pt x="723731" y="123379"/>
                  </a:lnTo>
                  <a:lnTo>
                    <a:pt x="714035" y="75354"/>
                  </a:lnTo>
                  <a:lnTo>
                    <a:pt x="687593" y="36137"/>
                  </a:lnTo>
                  <a:lnTo>
                    <a:pt x="648376" y="9695"/>
                  </a:lnTo>
                  <a:lnTo>
                    <a:pt x="600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683820" y="3201383"/>
              <a:ext cx="723900" cy="361950"/>
            </a:xfrm>
            <a:custGeom>
              <a:avLst/>
              <a:gdLst/>
              <a:ahLst/>
              <a:cxnLst/>
              <a:rect l="l" t="t" r="r" b="b"/>
              <a:pathLst>
                <a:path w="723900" h="361950">
                  <a:moveTo>
                    <a:pt x="123380" y="0"/>
                  </a:moveTo>
                  <a:lnTo>
                    <a:pt x="600351" y="0"/>
                  </a:lnTo>
                  <a:lnTo>
                    <a:pt x="648376" y="9695"/>
                  </a:lnTo>
                  <a:lnTo>
                    <a:pt x="687594" y="36137"/>
                  </a:lnTo>
                  <a:lnTo>
                    <a:pt x="714035" y="75355"/>
                  </a:lnTo>
                  <a:lnTo>
                    <a:pt x="723731" y="123380"/>
                  </a:lnTo>
                  <a:lnTo>
                    <a:pt x="723731" y="238485"/>
                  </a:lnTo>
                  <a:lnTo>
                    <a:pt x="714035" y="286510"/>
                  </a:lnTo>
                  <a:lnTo>
                    <a:pt x="687594" y="325728"/>
                  </a:lnTo>
                  <a:lnTo>
                    <a:pt x="648376" y="352169"/>
                  </a:lnTo>
                  <a:lnTo>
                    <a:pt x="600351" y="361865"/>
                  </a:lnTo>
                  <a:lnTo>
                    <a:pt x="123380" y="361865"/>
                  </a:lnTo>
                  <a:lnTo>
                    <a:pt x="75355" y="352169"/>
                  </a:lnTo>
                  <a:lnTo>
                    <a:pt x="36137" y="325728"/>
                  </a:lnTo>
                  <a:lnTo>
                    <a:pt x="9695" y="286510"/>
                  </a:lnTo>
                  <a:lnTo>
                    <a:pt x="0" y="238485"/>
                  </a:lnTo>
                  <a:lnTo>
                    <a:pt x="0" y="123380"/>
                  </a:lnTo>
                  <a:lnTo>
                    <a:pt x="9695" y="75355"/>
                  </a:lnTo>
                  <a:lnTo>
                    <a:pt x="36137" y="36137"/>
                  </a:lnTo>
                  <a:lnTo>
                    <a:pt x="75355" y="9695"/>
                  </a:lnTo>
                  <a:lnTo>
                    <a:pt x="12338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2279" y="3258267"/>
              <a:ext cx="327767" cy="24809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9045686" y="4006285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w="0" h="167004">
                  <a:moveTo>
                    <a:pt x="0" y="166906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025121" y="3972012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6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5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6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025123" y="3972013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9045686" y="2954286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w="0" h="247650">
                  <a:moveTo>
                    <a:pt x="0" y="247096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025121" y="2920014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4">
                  <a:moveTo>
                    <a:pt x="20563" y="0"/>
                  </a:moveTo>
                  <a:lnTo>
                    <a:pt x="0" y="54834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4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4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025123" y="2920014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4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681993" y="5488218"/>
              <a:ext cx="723900" cy="64135"/>
            </a:xfrm>
            <a:custGeom>
              <a:avLst/>
              <a:gdLst/>
              <a:ahLst/>
              <a:cxnLst/>
              <a:rect l="l" t="t" r="r" b="b"/>
              <a:pathLst>
                <a:path w="723900" h="64135">
                  <a:moveTo>
                    <a:pt x="723730" y="0"/>
                  </a:moveTo>
                  <a:lnTo>
                    <a:pt x="0" y="0"/>
                  </a:lnTo>
                  <a:lnTo>
                    <a:pt x="0" y="64077"/>
                  </a:lnTo>
                  <a:lnTo>
                    <a:pt x="723730" y="64077"/>
                  </a:lnTo>
                  <a:lnTo>
                    <a:pt x="72373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681994" y="5488218"/>
              <a:ext cx="723900" cy="64135"/>
            </a:xfrm>
            <a:custGeom>
              <a:avLst/>
              <a:gdLst/>
              <a:ahLst/>
              <a:cxnLst/>
              <a:rect l="l" t="t" r="r" b="b"/>
              <a:pathLst>
                <a:path w="723900" h="64135">
                  <a:moveTo>
                    <a:pt x="0" y="0"/>
                  </a:moveTo>
                  <a:lnTo>
                    <a:pt x="723730" y="0"/>
                  </a:lnTo>
                  <a:lnTo>
                    <a:pt x="723730" y="64076"/>
                  </a:lnTo>
                  <a:lnTo>
                    <a:pt x="0" y="64076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9877644" y="5488218"/>
              <a:ext cx="723900" cy="64135"/>
            </a:xfrm>
            <a:custGeom>
              <a:avLst/>
              <a:gdLst/>
              <a:ahLst/>
              <a:cxnLst/>
              <a:rect l="l" t="t" r="r" b="b"/>
              <a:pathLst>
                <a:path w="723900" h="64135">
                  <a:moveTo>
                    <a:pt x="723730" y="0"/>
                  </a:moveTo>
                  <a:lnTo>
                    <a:pt x="0" y="0"/>
                  </a:lnTo>
                  <a:lnTo>
                    <a:pt x="0" y="64077"/>
                  </a:lnTo>
                  <a:lnTo>
                    <a:pt x="723730" y="64077"/>
                  </a:lnTo>
                  <a:lnTo>
                    <a:pt x="72373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9877645" y="5488218"/>
              <a:ext cx="723900" cy="64135"/>
            </a:xfrm>
            <a:custGeom>
              <a:avLst/>
              <a:gdLst/>
              <a:ahLst/>
              <a:cxnLst/>
              <a:rect l="l" t="t" r="r" b="b"/>
              <a:pathLst>
                <a:path w="723900" h="64135">
                  <a:moveTo>
                    <a:pt x="0" y="0"/>
                  </a:moveTo>
                  <a:lnTo>
                    <a:pt x="723730" y="0"/>
                  </a:lnTo>
                  <a:lnTo>
                    <a:pt x="723730" y="64076"/>
                  </a:lnTo>
                  <a:lnTo>
                    <a:pt x="0" y="64076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8795356" y="2576057"/>
            <a:ext cx="50101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0">
                <a:solidFill>
                  <a:srgbClr val="FF0000"/>
                </a:solidFill>
                <a:latin typeface="Arial"/>
                <a:cs typeface="Arial"/>
              </a:rPr>
              <a:t>Kyle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666173" y="2259556"/>
            <a:ext cx="4115435" cy="374650"/>
            <a:chOff x="8666173" y="2259556"/>
            <a:chExt cx="4115435" cy="374650"/>
          </a:xfrm>
        </p:grpSpPr>
        <p:sp>
          <p:nvSpPr>
            <p:cNvPr id="70" name="object 70"/>
            <p:cNvSpPr/>
            <p:nvPr/>
          </p:nvSpPr>
          <p:spPr>
            <a:xfrm>
              <a:off x="8673157" y="2266539"/>
              <a:ext cx="2050414" cy="360680"/>
            </a:xfrm>
            <a:custGeom>
              <a:avLst/>
              <a:gdLst/>
              <a:ahLst/>
              <a:cxnLst/>
              <a:rect l="l" t="t" r="r" b="b"/>
              <a:pathLst>
                <a:path w="2050415" h="360680">
                  <a:moveTo>
                    <a:pt x="1537382" y="116894"/>
                  </a:moveTo>
                  <a:lnTo>
                    <a:pt x="585378" y="116894"/>
                  </a:lnTo>
                  <a:lnTo>
                    <a:pt x="529036" y="118689"/>
                  </a:lnTo>
                  <a:lnTo>
                    <a:pt x="426556" y="125129"/>
                  </a:lnTo>
                  <a:lnTo>
                    <a:pt x="338228" y="136045"/>
                  </a:lnTo>
                  <a:lnTo>
                    <a:pt x="263004" y="150722"/>
                  </a:lnTo>
                  <a:lnTo>
                    <a:pt x="199833" y="168447"/>
                  </a:lnTo>
                  <a:lnTo>
                    <a:pt x="147665" y="188505"/>
                  </a:lnTo>
                  <a:lnTo>
                    <a:pt x="105450" y="210182"/>
                  </a:lnTo>
                  <a:lnTo>
                    <a:pt x="72137" y="232764"/>
                  </a:lnTo>
                  <a:lnTo>
                    <a:pt x="28018" y="277786"/>
                  </a:lnTo>
                  <a:lnTo>
                    <a:pt x="6906" y="317858"/>
                  </a:lnTo>
                  <a:lnTo>
                    <a:pt x="0" y="356189"/>
                  </a:lnTo>
                  <a:lnTo>
                    <a:pt x="99" y="360301"/>
                  </a:lnTo>
                  <a:lnTo>
                    <a:pt x="583" y="358340"/>
                  </a:lnTo>
                  <a:lnTo>
                    <a:pt x="2894" y="349567"/>
                  </a:lnTo>
                  <a:lnTo>
                    <a:pt x="33681" y="294155"/>
                  </a:lnTo>
                  <a:lnTo>
                    <a:pt x="86976" y="244759"/>
                  </a:lnTo>
                  <a:lnTo>
                    <a:pt x="127321" y="219861"/>
                  </a:lnTo>
                  <a:lnTo>
                    <a:pt x="178518" y="196401"/>
                  </a:lnTo>
                  <a:lnTo>
                    <a:pt x="241855" y="175559"/>
                  </a:lnTo>
                  <a:lnTo>
                    <a:pt x="318621" y="158512"/>
                  </a:lnTo>
                  <a:lnTo>
                    <a:pt x="410106" y="146439"/>
                  </a:lnTo>
                  <a:lnTo>
                    <a:pt x="451689" y="142945"/>
                  </a:lnTo>
                  <a:lnTo>
                    <a:pt x="496812" y="139800"/>
                  </a:lnTo>
                  <a:lnTo>
                    <a:pt x="596421" y="134481"/>
                  </a:lnTo>
                  <a:lnTo>
                    <a:pt x="764546" y="128631"/>
                  </a:lnTo>
                  <a:lnTo>
                    <a:pt x="1826676" y="117671"/>
                  </a:lnTo>
                  <a:lnTo>
                    <a:pt x="1849074" y="117070"/>
                  </a:lnTo>
                  <a:lnTo>
                    <a:pt x="1582993" y="117070"/>
                  </a:lnTo>
                  <a:lnTo>
                    <a:pt x="1537382" y="116894"/>
                  </a:lnTo>
                  <a:close/>
                </a:path>
                <a:path w="2050415" h="360680">
                  <a:moveTo>
                    <a:pt x="1954987" y="104013"/>
                  </a:moveTo>
                  <a:lnTo>
                    <a:pt x="1936981" y="106717"/>
                  </a:lnTo>
                  <a:lnTo>
                    <a:pt x="1911398" y="109380"/>
                  </a:lnTo>
                  <a:lnTo>
                    <a:pt x="1881535" y="111581"/>
                  </a:lnTo>
                  <a:lnTo>
                    <a:pt x="1846591" y="113409"/>
                  </a:lnTo>
                  <a:lnTo>
                    <a:pt x="1846143" y="113409"/>
                  </a:lnTo>
                  <a:lnTo>
                    <a:pt x="1809964" y="114736"/>
                  </a:lnTo>
                  <a:lnTo>
                    <a:pt x="1767220" y="115802"/>
                  </a:lnTo>
                  <a:lnTo>
                    <a:pt x="1626430" y="117070"/>
                  </a:lnTo>
                  <a:lnTo>
                    <a:pt x="1849074" y="117070"/>
                  </a:lnTo>
                  <a:lnTo>
                    <a:pt x="1855629" y="116894"/>
                  </a:lnTo>
                  <a:lnTo>
                    <a:pt x="1856425" y="116894"/>
                  </a:lnTo>
                  <a:lnTo>
                    <a:pt x="1885557" y="115802"/>
                  </a:lnTo>
                  <a:lnTo>
                    <a:pt x="1907770" y="114597"/>
                  </a:lnTo>
                  <a:lnTo>
                    <a:pt x="1924746" y="113187"/>
                  </a:lnTo>
                  <a:lnTo>
                    <a:pt x="1954987" y="104013"/>
                  </a:lnTo>
                  <a:close/>
                </a:path>
                <a:path w="2050415" h="360680">
                  <a:moveTo>
                    <a:pt x="1046450" y="113187"/>
                  </a:moveTo>
                  <a:lnTo>
                    <a:pt x="820679" y="113187"/>
                  </a:lnTo>
                  <a:lnTo>
                    <a:pt x="703449" y="114370"/>
                  </a:lnTo>
                  <a:lnTo>
                    <a:pt x="704644" y="114370"/>
                  </a:lnTo>
                  <a:lnTo>
                    <a:pt x="584927" y="116894"/>
                  </a:lnTo>
                  <a:lnTo>
                    <a:pt x="1530273" y="116894"/>
                  </a:lnTo>
                  <a:lnTo>
                    <a:pt x="1046450" y="113187"/>
                  </a:lnTo>
                  <a:close/>
                </a:path>
                <a:path w="2050415" h="360680">
                  <a:moveTo>
                    <a:pt x="960588" y="112890"/>
                  </a:moveTo>
                  <a:lnTo>
                    <a:pt x="895022" y="112890"/>
                  </a:lnTo>
                  <a:lnTo>
                    <a:pt x="806338" y="113187"/>
                  </a:lnTo>
                  <a:lnTo>
                    <a:pt x="1063251" y="113187"/>
                  </a:lnTo>
                  <a:lnTo>
                    <a:pt x="960588" y="112890"/>
                  </a:lnTo>
                  <a:close/>
                </a:path>
                <a:path w="2050415" h="360680">
                  <a:moveTo>
                    <a:pt x="1987484" y="94154"/>
                  </a:moveTo>
                  <a:lnTo>
                    <a:pt x="1954987" y="104013"/>
                  </a:lnTo>
                  <a:lnTo>
                    <a:pt x="1958033" y="103555"/>
                  </a:lnTo>
                  <a:lnTo>
                    <a:pt x="1974307" y="99859"/>
                  </a:lnTo>
                  <a:lnTo>
                    <a:pt x="1985552" y="95592"/>
                  </a:lnTo>
                  <a:lnTo>
                    <a:pt x="1987484" y="94154"/>
                  </a:lnTo>
                  <a:close/>
                </a:path>
                <a:path w="2050415" h="360680">
                  <a:moveTo>
                    <a:pt x="2026965" y="64762"/>
                  </a:moveTo>
                  <a:lnTo>
                    <a:pt x="1987484" y="94154"/>
                  </a:lnTo>
                  <a:lnTo>
                    <a:pt x="2004180" y="89089"/>
                  </a:lnTo>
                  <a:lnTo>
                    <a:pt x="2026965" y="64762"/>
                  </a:lnTo>
                  <a:close/>
                </a:path>
                <a:path w="2050415" h="360680">
                  <a:moveTo>
                    <a:pt x="2032358" y="59004"/>
                  </a:moveTo>
                  <a:lnTo>
                    <a:pt x="2026965" y="64762"/>
                  </a:lnTo>
                  <a:lnTo>
                    <a:pt x="2030618" y="62042"/>
                  </a:lnTo>
                  <a:lnTo>
                    <a:pt x="2032358" y="59004"/>
                  </a:lnTo>
                  <a:close/>
                </a:path>
                <a:path w="2050415" h="360680">
                  <a:moveTo>
                    <a:pt x="2042339" y="41577"/>
                  </a:moveTo>
                  <a:lnTo>
                    <a:pt x="2032358" y="59004"/>
                  </a:lnTo>
                  <a:lnTo>
                    <a:pt x="2039954" y="50893"/>
                  </a:lnTo>
                  <a:lnTo>
                    <a:pt x="2042339" y="41577"/>
                  </a:lnTo>
                  <a:close/>
                </a:path>
                <a:path w="2050415" h="360680">
                  <a:moveTo>
                    <a:pt x="2048254" y="0"/>
                  </a:moveTo>
                  <a:lnTo>
                    <a:pt x="2049001" y="15548"/>
                  </a:lnTo>
                  <a:lnTo>
                    <a:pt x="2042339" y="41577"/>
                  </a:lnTo>
                  <a:lnTo>
                    <a:pt x="2048253" y="31251"/>
                  </a:lnTo>
                  <a:lnTo>
                    <a:pt x="2050213" y="8731"/>
                  </a:lnTo>
                  <a:lnTo>
                    <a:pt x="20482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8673158" y="2266541"/>
              <a:ext cx="2050414" cy="360680"/>
            </a:xfrm>
            <a:custGeom>
              <a:avLst/>
              <a:gdLst/>
              <a:ahLst/>
              <a:cxnLst/>
              <a:rect l="l" t="t" r="r" b="b"/>
              <a:pathLst>
                <a:path w="2050415" h="360680">
                  <a:moveTo>
                    <a:pt x="99" y="360300"/>
                  </a:moveTo>
                  <a:lnTo>
                    <a:pt x="6907" y="317858"/>
                  </a:lnTo>
                  <a:lnTo>
                    <a:pt x="28018" y="277785"/>
                  </a:lnTo>
                  <a:lnTo>
                    <a:pt x="72137" y="232763"/>
                  </a:lnTo>
                  <a:lnTo>
                    <a:pt x="105450" y="210181"/>
                  </a:lnTo>
                  <a:lnTo>
                    <a:pt x="147666" y="188504"/>
                  </a:lnTo>
                  <a:lnTo>
                    <a:pt x="199834" y="168446"/>
                  </a:lnTo>
                  <a:lnTo>
                    <a:pt x="263005" y="150721"/>
                  </a:lnTo>
                  <a:lnTo>
                    <a:pt x="338229" y="136044"/>
                  </a:lnTo>
                  <a:lnTo>
                    <a:pt x="426556" y="125128"/>
                  </a:lnTo>
                  <a:lnTo>
                    <a:pt x="529037" y="118688"/>
                  </a:lnTo>
                  <a:lnTo>
                    <a:pt x="586821" y="116848"/>
                  </a:lnTo>
                  <a:lnTo>
                    <a:pt x="646309" y="115405"/>
                  </a:lnTo>
                  <a:lnTo>
                    <a:pt x="707253" y="114323"/>
                  </a:lnTo>
                  <a:lnTo>
                    <a:pt x="769401" y="113566"/>
                  </a:lnTo>
                  <a:lnTo>
                    <a:pt x="832507" y="113099"/>
                  </a:lnTo>
                  <a:lnTo>
                    <a:pt x="896319" y="112885"/>
                  </a:lnTo>
                  <a:lnTo>
                    <a:pt x="960588" y="112889"/>
                  </a:lnTo>
                  <a:lnTo>
                    <a:pt x="1025066" y="113076"/>
                  </a:lnTo>
                  <a:lnTo>
                    <a:pt x="1089502" y="113408"/>
                  </a:lnTo>
                  <a:lnTo>
                    <a:pt x="1153648" y="113851"/>
                  </a:lnTo>
                  <a:lnTo>
                    <a:pt x="1217254" y="114369"/>
                  </a:lnTo>
                  <a:lnTo>
                    <a:pt x="1280071" y="114925"/>
                  </a:lnTo>
                  <a:lnTo>
                    <a:pt x="1341849" y="115484"/>
                  </a:lnTo>
                  <a:lnTo>
                    <a:pt x="1402339" y="116010"/>
                  </a:lnTo>
                  <a:lnTo>
                    <a:pt x="1461291" y="116467"/>
                  </a:lnTo>
                  <a:lnTo>
                    <a:pt x="1518457" y="116820"/>
                  </a:lnTo>
                  <a:lnTo>
                    <a:pt x="1573587" y="117033"/>
                  </a:lnTo>
                  <a:lnTo>
                    <a:pt x="1626431" y="117069"/>
                  </a:lnTo>
                  <a:lnTo>
                    <a:pt x="1676740" y="116893"/>
                  </a:lnTo>
                  <a:lnTo>
                    <a:pt x="1724265" y="116470"/>
                  </a:lnTo>
                  <a:lnTo>
                    <a:pt x="1768756" y="115762"/>
                  </a:lnTo>
                  <a:lnTo>
                    <a:pt x="1809965" y="114735"/>
                  </a:lnTo>
                  <a:lnTo>
                    <a:pt x="1881535" y="111580"/>
                  </a:lnTo>
                  <a:lnTo>
                    <a:pt x="1936981" y="106716"/>
                  </a:lnTo>
                  <a:lnTo>
                    <a:pt x="1985553" y="95591"/>
                  </a:lnTo>
                  <a:lnTo>
                    <a:pt x="2030619" y="62041"/>
                  </a:lnTo>
                  <a:lnTo>
                    <a:pt x="2050214" y="8731"/>
                  </a:lnTo>
                  <a:lnTo>
                    <a:pt x="2048255" y="0"/>
                  </a:lnTo>
                  <a:lnTo>
                    <a:pt x="2049002" y="15547"/>
                  </a:lnTo>
                  <a:lnTo>
                    <a:pt x="2039955" y="50893"/>
                  </a:lnTo>
                  <a:lnTo>
                    <a:pt x="2004181" y="89089"/>
                  </a:lnTo>
                  <a:lnTo>
                    <a:pt x="1924747" y="113187"/>
                  </a:lnTo>
                  <a:lnTo>
                    <a:pt x="1885558" y="115801"/>
                  </a:lnTo>
                  <a:lnTo>
                    <a:pt x="1826677" y="117670"/>
                  </a:lnTo>
                  <a:lnTo>
                    <a:pt x="1750611" y="118953"/>
                  </a:lnTo>
                  <a:lnTo>
                    <a:pt x="1706918" y="119424"/>
                  </a:lnTo>
                  <a:lnTo>
                    <a:pt x="1659868" y="119808"/>
                  </a:lnTo>
                  <a:lnTo>
                    <a:pt x="1609776" y="120125"/>
                  </a:lnTo>
                  <a:lnTo>
                    <a:pt x="1556955" y="120394"/>
                  </a:lnTo>
                  <a:lnTo>
                    <a:pt x="1501719" y="120636"/>
                  </a:lnTo>
                  <a:lnTo>
                    <a:pt x="1444380" y="120871"/>
                  </a:lnTo>
                  <a:lnTo>
                    <a:pt x="1385252" y="121118"/>
                  </a:lnTo>
                  <a:lnTo>
                    <a:pt x="1324649" y="121396"/>
                  </a:lnTo>
                  <a:lnTo>
                    <a:pt x="1262885" y="121727"/>
                  </a:lnTo>
                  <a:lnTo>
                    <a:pt x="1200271" y="122130"/>
                  </a:lnTo>
                  <a:lnTo>
                    <a:pt x="1137123" y="122625"/>
                  </a:lnTo>
                  <a:lnTo>
                    <a:pt x="1073753" y="123231"/>
                  </a:lnTo>
                  <a:lnTo>
                    <a:pt x="1010474" y="123968"/>
                  </a:lnTo>
                  <a:lnTo>
                    <a:pt x="947601" y="124857"/>
                  </a:lnTo>
                  <a:lnTo>
                    <a:pt x="885446" y="125917"/>
                  </a:lnTo>
                  <a:lnTo>
                    <a:pt x="824324" y="127168"/>
                  </a:lnTo>
                  <a:lnTo>
                    <a:pt x="764547" y="128630"/>
                  </a:lnTo>
                  <a:lnTo>
                    <a:pt x="706428" y="130323"/>
                  </a:lnTo>
                  <a:lnTo>
                    <a:pt x="650282" y="132267"/>
                  </a:lnTo>
                  <a:lnTo>
                    <a:pt x="596422" y="134481"/>
                  </a:lnTo>
                  <a:lnTo>
                    <a:pt x="545161" y="136985"/>
                  </a:lnTo>
                  <a:lnTo>
                    <a:pt x="496812" y="139800"/>
                  </a:lnTo>
                  <a:lnTo>
                    <a:pt x="451690" y="142945"/>
                  </a:lnTo>
                  <a:lnTo>
                    <a:pt x="410107" y="146440"/>
                  </a:lnTo>
                  <a:lnTo>
                    <a:pt x="318622" y="158512"/>
                  </a:lnTo>
                  <a:lnTo>
                    <a:pt x="241856" y="175558"/>
                  </a:lnTo>
                  <a:lnTo>
                    <a:pt x="178519" y="196401"/>
                  </a:lnTo>
                  <a:lnTo>
                    <a:pt x="127322" y="219860"/>
                  </a:lnTo>
                  <a:lnTo>
                    <a:pt x="86976" y="244758"/>
                  </a:lnTo>
                  <a:lnTo>
                    <a:pt x="56192" y="269915"/>
                  </a:lnTo>
                  <a:lnTo>
                    <a:pt x="18154" y="316294"/>
                  </a:lnTo>
                  <a:lnTo>
                    <a:pt x="583" y="358339"/>
                  </a:lnTo>
                  <a:lnTo>
                    <a:pt x="99" y="36030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0724082" y="2266539"/>
              <a:ext cx="2050414" cy="360680"/>
            </a:xfrm>
            <a:custGeom>
              <a:avLst/>
              <a:gdLst/>
              <a:ahLst/>
              <a:cxnLst/>
              <a:rect l="l" t="t" r="r" b="b"/>
              <a:pathLst>
                <a:path w="2050415" h="360680">
                  <a:moveTo>
                    <a:pt x="95225" y="104013"/>
                  </a:moveTo>
                  <a:lnTo>
                    <a:pt x="125466" y="113187"/>
                  </a:lnTo>
                  <a:lnTo>
                    <a:pt x="142442" y="114597"/>
                  </a:lnTo>
                  <a:lnTo>
                    <a:pt x="164655" y="115802"/>
                  </a:lnTo>
                  <a:lnTo>
                    <a:pt x="193787" y="116894"/>
                  </a:lnTo>
                  <a:lnTo>
                    <a:pt x="194583" y="116894"/>
                  </a:lnTo>
                  <a:lnTo>
                    <a:pt x="223536" y="117671"/>
                  </a:lnTo>
                  <a:lnTo>
                    <a:pt x="1285667" y="128631"/>
                  </a:lnTo>
                  <a:lnTo>
                    <a:pt x="1453792" y="134481"/>
                  </a:lnTo>
                  <a:lnTo>
                    <a:pt x="1553401" y="139800"/>
                  </a:lnTo>
                  <a:lnTo>
                    <a:pt x="1598524" y="142945"/>
                  </a:lnTo>
                  <a:lnTo>
                    <a:pt x="1640107" y="146439"/>
                  </a:lnTo>
                  <a:lnTo>
                    <a:pt x="1731593" y="158512"/>
                  </a:lnTo>
                  <a:lnTo>
                    <a:pt x="1808360" y="175559"/>
                  </a:lnTo>
                  <a:lnTo>
                    <a:pt x="1871697" y="196401"/>
                  </a:lnTo>
                  <a:lnTo>
                    <a:pt x="1922893" y="219861"/>
                  </a:lnTo>
                  <a:lnTo>
                    <a:pt x="1963238" y="244759"/>
                  </a:lnTo>
                  <a:lnTo>
                    <a:pt x="1994021" y="269917"/>
                  </a:lnTo>
                  <a:lnTo>
                    <a:pt x="2032058" y="316295"/>
                  </a:lnTo>
                  <a:lnTo>
                    <a:pt x="2049627" y="358340"/>
                  </a:lnTo>
                  <a:lnTo>
                    <a:pt x="2050110" y="360301"/>
                  </a:lnTo>
                  <a:lnTo>
                    <a:pt x="2050210" y="356189"/>
                  </a:lnTo>
                  <a:lnTo>
                    <a:pt x="2049912" y="349567"/>
                  </a:lnTo>
                  <a:lnTo>
                    <a:pt x="2049809" y="347268"/>
                  </a:lnTo>
                  <a:lnTo>
                    <a:pt x="2047856" y="334253"/>
                  </a:lnTo>
                  <a:lnTo>
                    <a:pt x="2022191" y="277786"/>
                  </a:lnTo>
                  <a:lnTo>
                    <a:pt x="1978072" y="232764"/>
                  </a:lnTo>
                  <a:lnTo>
                    <a:pt x="1944759" y="210182"/>
                  </a:lnTo>
                  <a:lnTo>
                    <a:pt x="1902544" y="188505"/>
                  </a:lnTo>
                  <a:lnTo>
                    <a:pt x="1850377" y="168447"/>
                  </a:lnTo>
                  <a:lnTo>
                    <a:pt x="1787206" y="150722"/>
                  </a:lnTo>
                  <a:lnTo>
                    <a:pt x="1711983" y="136045"/>
                  </a:lnTo>
                  <a:lnTo>
                    <a:pt x="1623656" y="125129"/>
                  </a:lnTo>
                  <a:lnTo>
                    <a:pt x="1521176" y="118689"/>
                  </a:lnTo>
                  <a:lnTo>
                    <a:pt x="1470354" y="117070"/>
                  </a:lnTo>
                  <a:lnTo>
                    <a:pt x="423783" y="117070"/>
                  </a:lnTo>
                  <a:lnTo>
                    <a:pt x="282994" y="115802"/>
                  </a:lnTo>
                  <a:lnTo>
                    <a:pt x="240249" y="114736"/>
                  </a:lnTo>
                  <a:lnTo>
                    <a:pt x="204070" y="113409"/>
                  </a:lnTo>
                  <a:lnTo>
                    <a:pt x="203622" y="113409"/>
                  </a:lnTo>
                  <a:lnTo>
                    <a:pt x="168678" y="111581"/>
                  </a:lnTo>
                  <a:lnTo>
                    <a:pt x="138815" y="109380"/>
                  </a:lnTo>
                  <a:lnTo>
                    <a:pt x="113232" y="106717"/>
                  </a:lnTo>
                  <a:lnTo>
                    <a:pt x="95225" y="104013"/>
                  </a:lnTo>
                  <a:close/>
                </a:path>
                <a:path w="2050415" h="360680">
                  <a:moveTo>
                    <a:pt x="1464834" y="116894"/>
                  </a:moveTo>
                  <a:lnTo>
                    <a:pt x="512832" y="116894"/>
                  </a:lnTo>
                  <a:lnTo>
                    <a:pt x="467220" y="117070"/>
                  </a:lnTo>
                  <a:lnTo>
                    <a:pt x="1470354" y="117070"/>
                  </a:lnTo>
                  <a:lnTo>
                    <a:pt x="1464834" y="116894"/>
                  </a:lnTo>
                  <a:close/>
                </a:path>
                <a:path w="2050415" h="360680">
                  <a:moveTo>
                    <a:pt x="1229533" y="113187"/>
                  </a:moveTo>
                  <a:lnTo>
                    <a:pt x="1003763" y="113187"/>
                  </a:lnTo>
                  <a:lnTo>
                    <a:pt x="519940" y="116894"/>
                  </a:lnTo>
                  <a:lnTo>
                    <a:pt x="1465285" y="116894"/>
                  </a:lnTo>
                  <a:lnTo>
                    <a:pt x="1345568" y="114370"/>
                  </a:lnTo>
                  <a:lnTo>
                    <a:pt x="1346763" y="114370"/>
                  </a:lnTo>
                  <a:lnTo>
                    <a:pt x="1229533" y="113187"/>
                  </a:lnTo>
                  <a:close/>
                </a:path>
                <a:path w="2050415" h="360680">
                  <a:moveTo>
                    <a:pt x="1155191" y="112890"/>
                  </a:moveTo>
                  <a:lnTo>
                    <a:pt x="1089625" y="112890"/>
                  </a:lnTo>
                  <a:lnTo>
                    <a:pt x="986962" y="113187"/>
                  </a:lnTo>
                  <a:lnTo>
                    <a:pt x="1243874" y="113187"/>
                  </a:lnTo>
                  <a:lnTo>
                    <a:pt x="1155191" y="112890"/>
                  </a:lnTo>
                  <a:close/>
                </a:path>
                <a:path w="2050415" h="360680">
                  <a:moveTo>
                    <a:pt x="62728" y="94154"/>
                  </a:moveTo>
                  <a:lnTo>
                    <a:pt x="64660" y="95592"/>
                  </a:lnTo>
                  <a:lnTo>
                    <a:pt x="75905" y="99859"/>
                  </a:lnTo>
                  <a:lnTo>
                    <a:pt x="92179" y="103555"/>
                  </a:lnTo>
                  <a:lnTo>
                    <a:pt x="95225" y="104013"/>
                  </a:lnTo>
                  <a:lnTo>
                    <a:pt x="62728" y="94154"/>
                  </a:lnTo>
                  <a:close/>
                </a:path>
                <a:path w="2050415" h="360680">
                  <a:moveTo>
                    <a:pt x="23248" y="64763"/>
                  </a:moveTo>
                  <a:lnTo>
                    <a:pt x="46032" y="89089"/>
                  </a:lnTo>
                  <a:lnTo>
                    <a:pt x="62728" y="94154"/>
                  </a:lnTo>
                  <a:lnTo>
                    <a:pt x="23248" y="64763"/>
                  </a:lnTo>
                  <a:close/>
                </a:path>
                <a:path w="2050415" h="360680">
                  <a:moveTo>
                    <a:pt x="17853" y="59002"/>
                  </a:moveTo>
                  <a:lnTo>
                    <a:pt x="19594" y="62042"/>
                  </a:lnTo>
                  <a:lnTo>
                    <a:pt x="23248" y="64763"/>
                  </a:lnTo>
                  <a:lnTo>
                    <a:pt x="17853" y="59002"/>
                  </a:lnTo>
                  <a:close/>
                </a:path>
                <a:path w="2050415" h="360680">
                  <a:moveTo>
                    <a:pt x="7874" y="41578"/>
                  </a:moveTo>
                  <a:lnTo>
                    <a:pt x="10258" y="50893"/>
                  </a:lnTo>
                  <a:lnTo>
                    <a:pt x="17853" y="59002"/>
                  </a:lnTo>
                  <a:lnTo>
                    <a:pt x="7874" y="41578"/>
                  </a:lnTo>
                  <a:close/>
                </a:path>
                <a:path w="2050415" h="360680">
                  <a:moveTo>
                    <a:pt x="1959" y="0"/>
                  </a:moveTo>
                  <a:lnTo>
                    <a:pt x="0" y="8731"/>
                  </a:lnTo>
                  <a:lnTo>
                    <a:pt x="1960" y="31251"/>
                  </a:lnTo>
                  <a:lnTo>
                    <a:pt x="7874" y="41578"/>
                  </a:lnTo>
                  <a:lnTo>
                    <a:pt x="1211" y="15548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724083" y="2266541"/>
              <a:ext cx="2050414" cy="360680"/>
            </a:xfrm>
            <a:custGeom>
              <a:avLst/>
              <a:gdLst/>
              <a:ahLst/>
              <a:cxnLst/>
              <a:rect l="l" t="t" r="r" b="b"/>
              <a:pathLst>
                <a:path w="2050415" h="360680">
                  <a:moveTo>
                    <a:pt x="2050114" y="360300"/>
                  </a:moveTo>
                  <a:lnTo>
                    <a:pt x="2043307" y="317858"/>
                  </a:lnTo>
                  <a:lnTo>
                    <a:pt x="2022195" y="277785"/>
                  </a:lnTo>
                  <a:lnTo>
                    <a:pt x="1978076" y="232763"/>
                  </a:lnTo>
                  <a:lnTo>
                    <a:pt x="1944763" y="210181"/>
                  </a:lnTo>
                  <a:lnTo>
                    <a:pt x="1902548" y="188504"/>
                  </a:lnTo>
                  <a:lnTo>
                    <a:pt x="1850379" y="168446"/>
                  </a:lnTo>
                  <a:lnTo>
                    <a:pt x="1787208" y="150721"/>
                  </a:lnTo>
                  <a:lnTo>
                    <a:pt x="1711984" y="136044"/>
                  </a:lnTo>
                  <a:lnTo>
                    <a:pt x="1623657" y="125128"/>
                  </a:lnTo>
                  <a:lnTo>
                    <a:pt x="1521176" y="118688"/>
                  </a:lnTo>
                  <a:lnTo>
                    <a:pt x="1463392" y="116848"/>
                  </a:lnTo>
                  <a:lnTo>
                    <a:pt x="1403904" y="115405"/>
                  </a:lnTo>
                  <a:lnTo>
                    <a:pt x="1342961" y="114323"/>
                  </a:lnTo>
                  <a:lnTo>
                    <a:pt x="1280812" y="113566"/>
                  </a:lnTo>
                  <a:lnTo>
                    <a:pt x="1217707" y="113099"/>
                  </a:lnTo>
                  <a:lnTo>
                    <a:pt x="1153895" y="112885"/>
                  </a:lnTo>
                  <a:lnTo>
                    <a:pt x="1089625" y="112889"/>
                  </a:lnTo>
                  <a:lnTo>
                    <a:pt x="1025148" y="113076"/>
                  </a:lnTo>
                  <a:lnTo>
                    <a:pt x="960711" y="113408"/>
                  </a:lnTo>
                  <a:lnTo>
                    <a:pt x="896565" y="113851"/>
                  </a:lnTo>
                  <a:lnTo>
                    <a:pt x="832959" y="114369"/>
                  </a:lnTo>
                  <a:lnTo>
                    <a:pt x="770143" y="114925"/>
                  </a:lnTo>
                  <a:lnTo>
                    <a:pt x="708365" y="115484"/>
                  </a:lnTo>
                  <a:lnTo>
                    <a:pt x="647875" y="116010"/>
                  </a:lnTo>
                  <a:lnTo>
                    <a:pt x="588922" y="116467"/>
                  </a:lnTo>
                  <a:lnTo>
                    <a:pt x="531757" y="116820"/>
                  </a:lnTo>
                  <a:lnTo>
                    <a:pt x="476627" y="117033"/>
                  </a:lnTo>
                  <a:lnTo>
                    <a:pt x="423783" y="117069"/>
                  </a:lnTo>
                  <a:lnTo>
                    <a:pt x="373474" y="116893"/>
                  </a:lnTo>
                  <a:lnTo>
                    <a:pt x="325949" y="116470"/>
                  </a:lnTo>
                  <a:lnTo>
                    <a:pt x="281458" y="115762"/>
                  </a:lnTo>
                  <a:lnTo>
                    <a:pt x="240249" y="114735"/>
                  </a:lnTo>
                  <a:lnTo>
                    <a:pt x="168679" y="111580"/>
                  </a:lnTo>
                  <a:lnTo>
                    <a:pt x="113233" y="106716"/>
                  </a:lnTo>
                  <a:lnTo>
                    <a:pt x="64660" y="95591"/>
                  </a:lnTo>
                  <a:lnTo>
                    <a:pt x="19595" y="62041"/>
                  </a:lnTo>
                  <a:lnTo>
                    <a:pt x="0" y="8731"/>
                  </a:lnTo>
                  <a:lnTo>
                    <a:pt x="1959" y="0"/>
                  </a:lnTo>
                  <a:lnTo>
                    <a:pt x="1211" y="15547"/>
                  </a:lnTo>
                  <a:lnTo>
                    <a:pt x="10258" y="50893"/>
                  </a:lnTo>
                  <a:lnTo>
                    <a:pt x="46032" y="89089"/>
                  </a:lnTo>
                  <a:lnTo>
                    <a:pt x="125466" y="113187"/>
                  </a:lnTo>
                  <a:lnTo>
                    <a:pt x="164655" y="115801"/>
                  </a:lnTo>
                  <a:lnTo>
                    <a:pt x="223536" y="117670"/>
                  </a:lnTo>
                  <a:lnTo>
                    <a:pt x="299602" y="118953"/>
                  </a:lnTo>
                  <a:lnTo>
                    <a:pt x="343296" y="119424"/>
                  </a:lnTo>
                  <a:lnTo>
                    <a:pt x="390345" y="119808"/>
                  </a:lnTo>
                  <a:lnTo>
                    <a:pt x="440437" y="120125"/>
                  </a:lnTo>
                  <a:lnTo>
                    <a:pt x="493258" y="120394"/>
                  </a:lnTo>
                  <a:lnTo>
                    <a:pt x="548495" y="120636"/>
                  </a:lnTo>
                  <a:lnTo>
                    <a:pt x="605833" y="120871"/>
                  </a:lnTo>
                  <a:lnTo>
                    <a:pt x="664961" y="121118"/>
                  </a:lnTo>
                  <a:lnTo>
                    <a:pt x="725564" y="121396"/>
                  </a:lnTo>
                  <a:lnTo>
                    <a:pt x="787329" y="121727"/>
                  </a:lnTo>
                  <a:lnTo>
                    <a:pt x="849942" y="122130"/>
                  </a:lnTo>
                  <a:lnTo>
                    <a:pt x="913091" y="122625"/>
                  </a:lnTo>
                  <a:lnTo>
                    <a:pt x="976461" y="123231"/>
                  </a:lnTo>
                  <a:lnTo>
                    <a:pt x="1039739" y="123968"/>
                  </a:lnTo>
                  <a:lnTo>
                    <a:pt x="1102613" y="124857"/>
                  </a:lnTo>
                  <a:lnTo>
                    <a:pt x="1164767" y="125917"/>
                  </a:lnTo>
                  <a:lnTo>
                    <a:pt x="1225890" y="127168"/>
                  </a:lnTo>
                  <a:lnTo>
                    <a:pt x="1285667" y="128630"/>
                  </a:lnTo>
                  <a:lnTo>
                    <a:pt x="1343786" y="130323"/>
                  </a:lnTo>
                  <a:lnTo>
                    <a:pt x="1399932" y="132267"/>
                  </a:lnTo>
                  <a:lnTo>
                    <a:pt x="1453792" y="134481"/>
                  </a:lnTo>
                  <a:lnTo>
                    <a:pt x="1505053" y="136985"/>
                  </a:lnTo>
                  <a:lnTo>
                    <a:pt x="1553402" y="139800"/>
                  </a:lnTo>
                  <a:lnTo>
                    <a:pt x="1598525" y="142945"/>
                  </a:lnTo>
                  <a:lnTo>
                    <a:pt x="1640108" y="146440"/>
                  </a:lnTo>
                  <a:lnTo>
                    <a:pt x="1731592" y="158512"/>
                  </a:lnTo>
                  <a:lnTo>
                    <a:pt x="1808359" y="175558"/>
                  </a:lnTo>
                  <a:lnTo>
                    <a:pt x="1871695" y="196401"/>
                  </a:lnTo>
                  <a:lnTo>
                    <a:pt x="1922892" y="219860"/>
                  </a:lnTo>
                  <a:lnTo>
                    <a:pt x="1963238" y="244758"/>
                  </a:lnTo>
                  <a:lnTo>
                    <a:pt x="1994021" y="269915"/>
                  </a:lnTo>
                  <a:lnTo>
                    <a:pt x="2032059" y="316294"/>
                  </a:lnTo>
                  <a:lnTo>
                    <a:pt x="2049630" y="358339"/>
                  </a:lnTo>
                  <a:lnTo>
                    <a:pt x="2050114" y="36030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9843539" y="2576057"/>
            <a:ext cx="79311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5">
                <a:solidFill>
                  <a:srgbClr val="FF0000"/>
                </a:solidFill>
                <a:latin typeface="Arial"/>
                <a:cs typeface="Arial"/>
              </a:rPr>
              <a:t>Waring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1408864" y="2625020"/>
            <a:ext cx="37719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0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1228406" y="3234392"/>
            <a:ext cx="737870" cy="375920"/>
            <a:chOff x="11228406" y="3234392"/>
            <a:chExt cx="737870" cy="375920"/>
          </a:xfrm>
        </p:grpSpPr>
        <p:sp>
          <p:nvSpPr>
            <p:cNvPr id="115" name="object 115"/>
            <p:cNvSpPr/>
            <p:nvPr/>
          </p:nvSpPr>
          <p:spPr>
            <a:xfrm>
              <a:off x="11235390" y="3241376"/>
              <a:ext cx="723900" cy="361950"/>
            </a:xfrm>
            <a:custGeom>
              <a:avLst/>
              <a:gdLst/>
              <a:ahLst/>
              <a:cxnLst/>
              <a:rect l="l" t="t" r="r" b="b"/>
              <a:pathLst>
                <a:path w="723900" h="361950">
                  <a:moveTo>
                    <a:pt x="600351" y="0"/>
                  </a:moveTo>
                  <a:lnTo>
                    <a:pt x="123380" y="0"/>
                  </a:lnTo>
                  <a:lnTo>
                    <a:pt x="75355" y="9695"/>
                  </a:lnTo>
                  <a:lnTo>
                    <a:pt x="36137" y="36137"/>
                  </a:lnTo>
                  <a:lnTo>
                    <a:pt x="9695" y="75355"/>
                  </a:lnTo>
                  <a:lnTo>
                    <a:pt x="0" y="123380"/>
                  </a:lnTo>
                  <a:lnTo>
                    <a:pt x="0" y="238485"/>
                  </a:lnTo>
                  <a:lnTo>
                    <a:pt x="9695" y="286511"/>
                  </a:lnTo>
                  <a:lnTo>
                    <a:pt x="36137" y="325729"/>
                  </a:lnTo>
                  <a:lnTo>
                    <a:pt x="75355" y="352170"/>
                  </a:lnTo>
                  <a:lnTo>
                    <a:pt x="123380" y="361866"/>
                  </a:lnTo>
                  <a:lnTo>
                    <a:pt x="600351" y="361866"/>
                  </a:lnTo>
                  <a:lnTo>
                    <a:pt x="648376" y="352170"/>
                  </a:lnTo>
                  <a:lnTo>
                    <a:pt x="687594" y="325729"/>
                  </a:lnTo>
                  <a:lnTo>
                    <a:pt x="714036" y="286511"/>
                  </a:lnTo>
                  <a:lnTo>
                    <a:pt x="723732" y="238485"/>
                  </a:lnTo>
                  <a:lnTo>
                    <a:pt x="723732" y="123380"/>
                  </a:lnTo>
                  <a:lnTo>
                    <a:pt x="714036" y="75355"/>
                  </a:lnTo>
                  <a:lnTo>
                    <a:pt x="687594" y="36137"/>
                  </a:lnTo>
                  <a:lnTo>
                    <a:pt x="648376" y="9695"/>
                  </a:lnTo>
                  <a:lnTo>
                    <a:pt x="600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1235391" y="3241377"/>
              <a:ext cx="723900" cy="361950"/>
            </a:xfrm>
            <a:custGeom>
              <a:avLst/>
              <a:gdLst/>
              <a:ahLst/>
              <a:cxnLst/>
              <a:rect l="l" t="t" r="r" b="b"/>
              <a:pathLst>
                <a:path w="723900" h="361950">
                  <a:moveTo>
                    <a:pt x="123380" y="0"/>
                  </a:moveTo>
                  <a:lnTo>
                    <a:pt x="600351" y="0"/>
                  </a:lnTo>
                  <a:lnTo>
                    <a:pt x="648376" y="9695"/>
                  </a:lnTo>
                  <a:lnTo>
                    <a:pt x="687594" y="36137"/>
                  </a:lnTo>
                  <a:lnTo>
                    <a:pt x="714035" y="75355"/>
                  </a:lnTo>
                  <a:lnTo>
                    <a:pt x="723731" y="123380"/>
                  </a:lnTo>
                  <a:lnTo>
                    <a:pt x="723731" y="238485"/>
                  </a:lnTo>
                  <a:lnTo>
                    <a:pt x="714035" y="286510"/>
                  </a:lnTo>
                  <a:lnTo>
                    <a:pt x="687594" y="325728"/>
                  </a:lnTo>
                  <a:lnTo>
                    <a:pt x="648376" y="352169"/>
                  </a:lnTo>
                  <a:lnTo>
                    <a:pt x="600351" y="361865"/>
                  </a:lnTo>
                  <a:lnTo>
                    <a:pt x="123380" y="361865"/>
                  </a:lnTo>
                  <a:lnTo>
                    <a:pt x="75355" y="352169"/>
                  </a:lnTo>
                  <a:lnTo>
                    <a:pt x="36137" y="325728"/>
                  </a:lnTo>
                  <a:lnTo>
                    <a:pt x="9695" y="286510"/>
                  </a:lnTo>
                  <a:lnTo>
                    <a:pt x="0" y="238485"/>
                  </a:lnTo>
                  <a:lnTo>
                    <a:pt x="0" y="123380"/>
                  </a:lnTo>
                  <a:lnTo>
                    <a:pt x="9695" y="75355"/>
                  </a:lnTo>
                  <a:lnTo>
                    <a:pt x="36137" y="36137"/>
                  </a:lnTo>
                  <a:lnTo>
                    <a:pt x="75355" y="9695"/>
                  </a:lnTo>
                  <a:lnTo>
                    <a:pt x="12338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53850" y="3298261"/>
              <a:ext cx="327767" cy="248098"/>
            </a:xfrm>
            <a:prstGeom prst="rect">
              <a:avLst/>
            </a:prstGeom>
          </p:spPr>
        </p:pic>
      </p:grpSp>
      <p:sp>
        <p:nvSpPr>
          <p:cNvPr id="113" name="object 113"/>
          <p:cNvSpPr txBox="1"/>
          <p:nvPr/>
        </p:nvSpPr>
        <p:spPr>
          <a:xfrm>
            <a:off x="12444213" y="5155071"/>
            <a:ext cx="299720" cy="354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50" spc="-50">
                <a:latin typeface="Arial"/>
                <a:cs typeface="Arial"/>
              </a:rPr>
              <a:t>…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11228971" y="5481233"/>
            <a:ext cx="737870" cy="104775"/>
            <a:chOff x="11228971" y="5481233"/>
            <a:chExt cx="737870" cy="104775"/>
          </a:xfrm>
        </p:grpSpPr>
        <p:sp>
          <p:nvSpPr>
            <p:cNvPr id="120" name="object 120"/>
            <p:cNvSpPr/>
            <p:nvPr/>
          </p:nvSpPr>
          <p:spPr>
            <a:xfrm>
              <a:off x="11235955" y="5488218"/>
              <a:ext cx="723900" cy="90805"/>
            </a:xfrm>
            <a:custGeom>
              <a:avLst/>
              <a:gdLst/>
              <a:ahLst/>
              <a:cxnLst/>
              <a:rect l="l" t="t" r="r" b="b"/>
              <a:pathLst>
                <a:path w="723900" h="90804">
                  <a:moveTo>
                    <a:pt x="723730" y="0"/>
                  </a:moveTo>
                  <a:lnTo>
                    <a:pt x="0" y="0"/>
                  </a:lnTo>
                  <a:lnTo>
                    <a:pt x="0" y="90445"/>
                  </a:lnTo>
                  <a:lnTo>
                    <a:pt x="723730" y="90445"/>
                  </a:lnTo>
                  <a:lnTo>
                    <a:pt x="72373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1235956" y="5488218"/>
              <a:ext cx="723900" cy="90805"/>
            </a:xfrm>
            <a:custGeom>
              <a:avLst/>
              <a:gdLst/>
              <a:ahLst/>
              <a:cxnLst/>
              <a:rect l="l" t="t" r="r" b="b"/>
              <a:pathLst>
                <a:path w="723900" h="90804">
                  <a:moveTo>
                    <a:pt x="0" y="0"/>
                  </a:moveTo>
                  <a:lnTo>
                    <a:pt x="723730" y="0"/>
                  </a:lnTo>
                  <a:lnTo>
                    <a:pt x="723730" y="90445"/>
                  </a:lnTo>
                  <a:lnTo>
                    <a:pt x="0" y="90445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/>
          <p:cNvGrpSpPr/>
          <p:nvPr/>
        </p:nvGrpSpPr>
        <p:grpSpPr>
          <a:xfrm>
            <a:off x="3230125" y="5524331"/>
            <a:ext cx="6915784" cy="502920"/>
            <a:chOff x="3230125" y="5524331"/>
            <a:chExt cx="6915784" cy="502920"/>
          </a:xfrm>
        </p:grpSpPr>
        <p:sp>
          <p:nvSpPr>
            <p:cNvPr id="80" name="object 80"/>
            <p:cNvSpPr/>
            <p:nvPr/>
          </p:nvSpPr>
          <p:spPr>
            <a:xfrm>
              <a:off x="7854030" y="5575097"/>
              <a:ext cx="1056005" cy="431165"/>
            </a:xfrm>
            <a:custGeom>
              <a:avLst/>
              <a:gdLst/>
              <a:ahLst/>
              <a:cxnLst/>
              <a:rect l="l" t="t" r="r" b="b"/>
              <a:pathLst>
                <a:path w="1056004" h="431164">
                  <a:moveTo>
                    <a:pt x="0" y="430989"/>
                  </a:moveTo>
                  <a:lnTo>
                    <a:pt x="1055521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8882739" y="5562142"/>
              <a:ext cx="59055" cy="40005"/>
            </a:xfrm>
            <a:custGeom>
              <a:avLst/>
              <a:gdLst/>
              <a:ahLst/>
              <a:cxnLst/>
              <a:rect l="l" t="t" r="r" b="b"/>
              <a:pathLst>
                <a:path w="59054" h="40004">
                  <a:moveTo>
                    <a:pt x="58541" y="0"/>
                  </a:moveTo>
                  <a:lnTo>
                    <a:pt x="0" y="1690"/>
                  </a:lnTo>
                  <a:lnTo>
                    <a:pt x="26812" y="12954"/>
                  </a:lnTo>
                  <a:lnTo>
                    <a:pt x="15547" y="39764"/>
                  </a:lnTo>
                  <a:lnTo>
                    <a:pt x="585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882740" y="5562142"/>
              <a:ext cx="59055" cy="40005"/>
            </a:xfrm>
            <a:custGeom>
              <a:avLst/>
              <a:gdLst/>
              <a:ahLst/>
              <a:cxnLst/>
              <a:rect l="l" t="t" r="r" b="b"/>
              <a:pathLst>
                <a:path w="59054" h="40004">
                  <a:moveTo>
                    <a:pt x="58541" y="0"/>
                  </a:moveTo>
                  <a:lnTo>
                    <a:pt x="0" y="1690"/>
                  </a:lnTo>
                  <a:lnTo>
                    <a:pt x="26811" y="12954"/>
                  </a:lnTo>
                  <a:lnTo>
                    <a:pt x="15547" y="39765"/>
                  </a:lnTo>
                  <a:lnTo>
                    <a:pt x="58541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716307" y="5564621"/>
              <a:ext cx="2115185" cy="441959"/>
            </a:xfrm>
            <a:custGeom>
              <a:avLst/>
              <a:gdLst/>
              <a:ahLst/>
              <a:cxnLst/>
              <a:rect l="l" t="t" r="r" b="b"/>
              <a:pathLst>
                <a:path w="2115184" h="441960">
                  <a:moveTo>
                    <a:pt x="0" y="441465"/>
                  </a:moveTo>
                  <a:lnTo>
                    <a:pt x="2115012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806987" y="5548692"/>
              <a:ext cx="58419" cy="40640"/>
            </a:xfrm>
            <a:custGeom>
              <a:avLst/>
              <a:gdLst/>
              <a:ahLst/>
              <a:cxnLst/>
              <a:rect l="l" t="t" r="r" b="b"/>
              <a:pathLst>
                <a:path w="58420" h="40639">
                  <a:moveTo>
                    <a:pt x="0" y="0"/>
                  </a:moveTo>
                  <a:lnTo>
                    <a:pt x="24330" y="15928"/>
                  </a:lnTo>
                  <a:lnTo>
                    <a:pt x="8403" y="40259"/>
                  </a:lnTo>
                  <a:lnTo>
                    <a:pt x="57881" y="89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806989" y="5548692"/>
              <a:ext cx="58419" cy="40640"/>
            </a:xfrm>
            <a:custGeom>
              <a:avLst/>
              <a:gdLst/>
              <a:ahLst/>
              <a:cxnLst/>
              <a:rect l="l" t="t" r="r" b="b"/>
              <a:pathLst>
                <a:path w="58420" h="40639">
                  <a:moveTo>
                    <a:pt x="57880" y="8924"/>
                  </a:moveTo>
                  <a:lnTo>
                    <a:pt x="0" y="0"/>
                  </a:lnTo>
                  <a:lnTo>
                    <a:pt x="24330" y="15928"/>
                  </a:lnTo>
                  <a:lnTo>
                    <a:pt x="8403" y="40258"/>
                  </a:lnTo>
                  <a:lnTo>
                    <a:pt x="57880" y="8924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476232" y="5560660"/>
              <a:ext cx="3279140" cy="459740"/>
            </a:xfrm>
            <a:custGeom>
              <a:avLst/>
              <a:gdLst/>
              <a:ahLst/>
              <a:cxnLst/>
              <a:rect l="l" t="t" r="r" b="b"/>
              <a:pathLst>
                <a:path w="3279140" h="459739">
                  <a:moveTo>
                    <a:pt x="0" y="459134"/>
                  </a:moveTo>
                  <a:lnTo>
                    <a:pt x="3279077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732092" y="5543146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0" y="0"/>
                  </a:moveTo>
                  <a:lnTo>
                    <a:pt x="23216" y="17514"/>
                  </a:lnTo>
                  <a:lnTo>
                    <a:pt x="5703" y="40730"/>
                  </a:lnTo>
                  <a:lnTo>
                    <a:pt x="57156" y="127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8732093" y="5543146"/>
              <a:ext cx="57785" cy="41275"/>
            </a:xfrm>
            <a:custGeom>
              <a:avLst/>
              <a:gdLst/>
              <a:ahLst/>
              <a:cxnLst/>
              <a:rect l="l" t="t" r="r" b="b"/>
              <a:pathLst>
                <a:path w="57784" h="41275">
                  <a:moveTo>
                    <a:pt x="57156" y="12761"/>
                  </a:moveTo>
                  <a:lnTo>
                    <a:pt x="0" y="0"/>
                  </a:lnTo>
                  <a:lnTo>
                    <a:pt x="23216" y="17514"/>
                  </a:lnTo>
                  <a:lnTo>
                    <a:pt x="5702" y="40730"/>
                  </a:lnTo>
                  <a:lnTo>
                    <a:pt x="57156" y="12761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237110" y="5556557"/>
              <a:ext cx="5384800" cy="463550"/>
            </a:xfrm>
            <a:custGeom>
              <a:avLst/>
              <a:gdLst/>
              <a:ahLst/>
              <a:cxnLst/>
              <a:rect l="l" t="t" r="r" b="b"/>
              <a:pathLst>
                <a:path w="5384800" h="463550">
                  <a:moveTo>
                    <a:pt x="0" y="463237"/>
                  </a:moveTo>
                  <a:lnTo>
                    <a:pt x="5384787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8599646" y="5537832"/>
              <a:ext cx="56515" cy="41275"/>
            </a:xfrm>
            <a:custGeom>
              <a:avLst/>
              <a:gdLst/>
              <a:ahLst/>
              <a:cxnLst/>
              <a:rect l="l" t="t" r="r" b="b"/>
              <a:pathLst>
                <a:path w="56515" h="41275">
                  <a:moveTo>
                    <a:pt x="0" y="0"/>
                  </a:moveTo>
                  <a:lnTo>
                    <a:pt x="22249" y="18724"/>
                  </a:lnTo>
                  <a:lnTo>
                    <a:pt x="3524" y="40974"/>
                  </a:lnTo>
                  <a:lnTo>
                    <a:pt x="56395" y="15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8599647" y="5537832"/>
              <a:ext cx="56515" cy="41275"/>
            </a:xfrm>
            <a:custGeom>
              <a:avLst/>
              <a:gdLst/>
              <a:ahLst/>
              <a:cxnLst/>
              <a:rect l="l" t="t" r="r" b="b"/>
              <a:pathLst>
                <a:path w="56515" h="41275">
                  <a:moveTo>
                    <a:pt x="56395" y="15787"/>
                  </a:moveTo>
                  <a:lnTo>
                    <a:pt x="0" y="0"/>
                  </a:lnTo>
                  <a:lnTo>
                    <a:pt x="22249" y="18725"/>
                  </a:lnTo>
                  <a:lnTo>
                    <a:pt x="3524" y="40974"/>
                  </a:lnTo>
                  <a:lnTo>
                    <a:pt x="56395" y="15787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9038827" y="5575466"/>
              <a:ext cx="1068070" cy="444500"/>
            </a:xfrm>
            <a:custGeom>
              <a:avLst/>
              <a:gdLst/>
              <a:ahLst/>
              <a:cxnLst/>
              <a:rect l="l" t="t" r="r" b="b"/>
              <a:pathLst>
                <a:path w="1068070" h="444500">
                  <a:moveTo>
                    <a:pt x="0" y="444329"/>
                  </a:moveTo>
                  <a:lnTo>
                    <a:pt x="1067984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0079926" y="5562301"/>
              <a:ext cx="59055" cy="40640"/>
            </a:xfrm>
            <a:custGeom>
              <a:avLst/>
              <a:gdLst/>
              <a:ahLst/>
              <a:cxnLst/>
              <a:rect l="l" t="t" r="r" b="b"/>
              <a:pathLst>
                <a:path w="59054" h="40639">
                  <a:moveTo>
                    <a:pt x="58527" y="0"/>
                  </a:moveTo>
                  <a:lnTo>
                    <a:pt x="0" y="2076"/>
                  </a:lnTo>
                  <a:lnTo>
                    <a:pt x="26884" y="13164"/>
                  </a:lnTo>
                  <a:lnTo>
                    <a:pt x="15797" y="40049"/>
                  </a:lnTo>
                  <a:lnTo>
                    <a:pt x="58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0079927" y="5562301"/>
              <a:ext cx="59055" cy="40640"/>
            </a:xfrm>
            <a:custGeom>
              <a:avLst/>
              <a:gdLst/>
              <a:ahLst/>
              <a:cxnLst/>
              <a:rect l="l" t="t" r="r" b="b"/>
              <a:pathLst>
                <a:path w="59054" h="40639">
                  <a:moveTo>
                    <a:pt x="58527" y="0"/>
                  </a:moveTo>
                  <a:lnTo>
                    <a:pt x="0" y="2076"/>
                  </a:lnTo>
                  <a:lnTo>
                    <a:pt x="26884" y="13164"/>
                  </a:lnTo>
                  <a:lnTo>
                    <a:pt x="15798" y="40049"/>
                  </a:lnTo>
                  <a:lnTo>
                    <a:pt x="58527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820456" y="5564493"/>
              <a:ext cx="2205355" cy="455930"/>
            </a:xfrm>
            <a:custGeom>
              <a:avLst/>
              <a:gdLst/>
              <a:ahLst/>
              <a:cxnLst/>
              <a:rect l="l" t="t" r="r" b="b"/>
              <a:pathLst>
                <a:path w="2205354" h="455929">
                  <a:moveTo>
                    <a:pt x="0" y="455301"/>
                  </a:moveTo>
                  <a:lnTo>
                    <a:pt x="2204833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0000990" y="5548514"/>
              <a:ext cx="58419" cy="40640"/>
            </a:xfrm>
            <a:custGeom>
              <a:avLst/>
              <a:gdLst/>
              <a:ahLst/>
              <a:cxnLst/>
              <a:rect l="l" t="t" r="r" b="b"/>
              <a:pathLst>
                <a:path w="58420" h="40639">
                  <a:moveTo>
                    <a:pt x="0" y="0"/>
                  </a:moveTo>
                  <a:lnTo>
                    <a:pt x="24297" y="15979"/>
                  </a:lnTo>
                  <a:lnTo>
                    <a:pt x="8317" y="40276"/>
                  </a:lnTo>
                  <a:lnTo>
                    <a:pt x="57861" y="9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0000992" y="5548514"/>
              <a:ext cx="58419" cy="40640"/>
            </a:xfrm>
            <a:custGeom>
              <a:avLst/>
              <a:gdLst/>
              <a:ahLst/>
              <a:cxnLst/>
              <a:rect l="l" t="t" r="r" b="b"/>
              <a:pathLst>
                <a:path w="58420" h="40639">
                  <a:moveTo>
                    <a:pt x="57861" y="9049"/>
                  </a:moveTo>
                  <a:lnTo>
                    <a:pt x="0" y="0"/>
                  </a:lnTo>
                  <a:lnTo>
                    <a:pt x="24297" y="15979"/>
                  </a:lnTo>
                  <a:lnTo>
                    <a:pt x="8317" y="40276"/>
                  </a:lnTo>
                  <a:lnTo>
                    <a:pt x="57861" y="9049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6650629" y="5560611"/>
              <a:ext cx="3299460" cy="459740"/>
            </a:xfrm>
            <a:custGeom>
              <a:avLst/>
              <a:gdLst/>
              <a:ahLst/>
              <a:cxnLst/>
              <a:rect l="l" t="t" r="r" b="b"/>
              <a:pathLst>
                <a:path w="3299459" h="459739">
                  <a:moveTo>
                    <a:pt x="0" y="459184"/>
                  </a:moveTo>
                  <a:lnTo>
                    <a:pt x="329896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9926386" y="5543078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0" y="0"/>
                  </a:moveTo>
                  <a:lnTo>
                    <a:pt x="23202" y="17532"/>
                  </a:lnTo>
                  <a:lnTo>
                    <a:pt x="5670" y="40733"/>
                  </a:lnTo>
                  <a:lnTo>
                    <a:pt x="57147" y="12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9926388" y="5543079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57146" y="12808"/>
                  </a:moveTo>
                  <a:lnTo>
                    <a:pt x="0" y="0"/>
                  </a:lnTo>
                  <a:lnTo>
                    <a:pt x="23202" y="17532"/>
                  </a:lnTo>
                  <a:lnTo>
                    <a:pt x="5670" y="40734"/>
                  </a:lnTo>
                  <a:lnTo>
                    <a:pt x="57146" y="12808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5476232" y="5558586"/>
              <a:ext cx="4398010" cy="461645"/>
            </a:xfrm>
            <a:custGeom>
              <a:avLst/>
              <a:gdLst/>
              <a:ahLst/>
              <a:cxnLst/>
              <a:rect l="l" t="t" r="r" b="b"/>
              <a:pathLst>
                <a:path w="4398009" h="461645">
                  <a:moveTo>
                    <a:pt x="0" y="461208"/>
                  </a:moveTo>
                  <a:lnTo>
                    <a:pt x="439779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851425" y="5540280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0" y="0"/>
                  </a:moveTo>
                  <a:lnTo>
                    <a:pt x="22595" y="18305"/>
                  </a:lnTo>
                  <a:lnTo>
                    <a:pt x="4288" y="40901"/>
                  </a:lnTo>
                  <a:lnTo>
                    <a:pt x="56680" y="14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851426" y="5540281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56680" y="14731"/>
                  </a:moveTo>
                  <a:lnTo>
                    <a:pt x="0" y="0"/>
                  </a:lnTo>
                  <a:lnTo>
                    <a:pt x="22596" y="18305"/>
                  </a:lnTo>
                  <a:lnTo>
                    <a:pt x="4289" y="40901"/>
                  </a:lnTo>
                  <a:lnTo>
                    <a:pt x="56680" y="14731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414813" y="5550363"/>
              <a:ext cx="6402705" cy="457200"/>
            </a:xfrm>
            <a:custGeom>
              <a:avLst/>
              <a:gdLst/>
              <a:ahLst/>
              <a:cxnLst/>
              <a:rect l="l" t="t" r="r" b="b"/>
              <a:pathLst>
                <a:path w="6402705" h="457200">
                  <a:moveTo>
                    <a:pt x="0" y="456754"/>
                  </a:moveTo>
                  <a:lnTo>
                    <a:pt x="6402667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9795503" y="5531316"/>
              <a:ext cx="56515" cy="41275"/>
            </a:xfrm>
            <a:custGeom>
              <a:avLst/>
              <a:gdLst/>
              <a:ahLst/>
              <a:cxnLst/>
              <a:rect l="l" t="t" r="r" b="b"/>
              <a:pathLst>
                <a:path w="56515" h="41275">
                  <a:moveTo>
                    <a:pt x="0" y="0"/>
                  </a:moveTo>
                  <a:lnTo>
                    <a:pt x="21974" y="19047"/>
                  </a:lnTo>
                  <a:lnTo>
                    <a:pt x="2927" y="41022"/>
                  </a:lnTo>
                  <a:lnTo>
                    <a:pt x="56159" y="16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9795505" y="5531316"/>
              <a:ext cx="56515" cy="41275"/>
            </a:xfrm>
            <a:custGeom>
              <a:avLst/>
              <a:gdLst/>
              <a:ahLst/>
              <a:cxnLst/>
              <a:rect l="l" t="t" r="r" b="b"/>
              <a:pathLst>
                <a:path w="56515" h="41275">
                  <a:moveTo>
                    <a:pt x="56159" y="16608"/>
                  </a:moveTo>
                  <a:lnTo>
                    <a:pt x="0" y="0"/>
                  </a:lnTo>
                  <a:lnTo>
                    <a:pt x="21975" y="19047"/>
                  </a:lnTo>
                  <a:lnTo>
                    <a:pt x="2926" y="41022"/>
                  </a:lnTo>
                  <a:lnTo>
                    <a:pt x="56159" y="16608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1930191" y="6707560"/>
            <a:ext cx="46990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5">
                <a:solidFill>
                  <a:srgbClr val="0908FF"/>
                </a:solidFill>
                <a:latin typeface="Courier New"/>
                <a:cs typeface="Courier New"/>
              </a:rPr>
              <a:t>The</a:t>
            </a:r>
            <a:endParaRPr sz="1950">
              <a:latin typeface="Courier New"/>
              <a:cs typeface="Courier New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2145329" y="6508022"/>
            <a:ext cx="55244" cy="240029"/>
            <a:chOff x="2145329" y="6508022"/>
            <a:chExt cx="55244" cy="240029"/>
          </a:xfrm>
        </p:grpSpPr>
        <p:sp>
          <p:nvSpPr>
            <p:cNvPr id="110" name="object 110"/>
            <p:cNvSpPr/>
            <p:nvPr/>
          </p:nvSpPr>
          <p:spPr>
            <a:xfrm>
              <a:off x="2168608" y="6549269"/>
              <a:ext cx="5080" cy="191770"/>
            </a:xfrm>
            <a:custGeom>
              <a:avLst/>
              <a:gdLst/>
              <a:ahLst/>
              <a:cxnLst/>
              <a:rect l="l" t="t" r="r" b="b"/>
              <a:pathLst>
                <a:path w="5080" h="191770">
                  <a:moveTo>
                    <a:pt x="0" y="191395"/>
                  </a:moveTo>
                  <a:lnTo>
                    <a:pt x="4776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2152314" y="6515007"/>
              <a:ext cx="41275" cy="55880"/>
            </a:xfrm>
            <a:custGeom>
              <a:avLst/>
              <a:gdLst/>
              <a:ahLst/>
              <a:cxnLst/>
              <a:rect l="l" t="t" r="r" b="b"/>
              <a:pathLst>
                <a:path w="41275" h="55879">
                  <a:moveTo>
                    <a:pt x="33806" y="34262"/>
                  </a:moveTo>
                  <a:lnTo>
                    <a:pt x="21069" y="34262"/>
                  </a:lnTo>
                  <a:lnTo>
                    <a:pt x="41113" y="55332"/>
                  </a:lnTo>
                  <a:lnTo>
                    <a:pt x="33806" y="34262"/>
                  </a:lnTo>
                  <a:close/>
                </a:path>
                <a:path w="41275" h="55879">
                  <a:moveTo>
                    <a:pt x="21924" y="0"/>
                  </a:moveTo>
                  <a:lnTo>
                    <a:pt x="0" y="54305"/>
                  </a:lnTo>
                  <a:lnTo>
                    <a:pt x="21069" y="34262"/>
                  </a:lnTo>
                  <a:lnTo>
                    <a:pt x="33806" y="34262"/>
                  </a:lnTo>
                  <a:lnTo>
                    <a:pt x="219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2152314" y="6515007"/>
              <a:ext cx="41275" cy="55880"/>
            </a:xfrm>
            <a:custGeom>
              <a:avLst/>
              <a:gdLst/>
              <a:ahLst/>
              <a:cxnLst/>
              <a:rect l="l" t="t" r="r" b="b"/>
              <a:pathLst>
                <a:path w="41275" h="55879">
                  <a:moveTo>
                    <a:pt x="21924" y="0"/>
                  </a:moveTo>
                  <a:lnTo>
                    <a:pt x="0" y="54305"/>
                  </a:lnTo>
                  <a:lnTo>
                    <a:pt x="21070" y="34261"/>
                  </a:lnTo>
                  <a:lnTo>
                    <a:pt x="41114" y="55331"/>
                  </a:lnTo>
                  <a:lnTo>
                    <a:pt x="21924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/>
          <p:cNvSpPr txBox="1"/>
          <p:nvPr/>
        </p:nvSpPr>
        <p:spPr>
          <a:xfrm>
            <a:off x="2932414" y="6707560"/>
            <a:ext cx="61785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0">
                <a:solidFill>
                  <a:srgbClr val="0908FF"/>
                </a:solidFill>
                <a:latin typeface="Courier New"/>
                <a:cs typeface="Courier New"/>
              </a:rPr>
              <a:t>only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26581" y="6707560"/>
            <a:ext cx="17399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50">
                <a:solidFill>
                  <a:srgbClr val="0908FF"/>
                </a:solidFill>
                <a:latin typeface="Courier New"/>
                <a:cs typeface="Courier New"/>
              </a:rPr>
              <a:t>…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177220" y="6707560"/>
            <a:ext cx="61785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0">
                <a:solidFill>
                  <a:srgbClr val="0908FF"/>
                </a:solidFill>
                <a:latin typeface="Courier New"/>
                <a:cs typeface="Courier New"/>
              </a:rPr>
              <a:t>idea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417812" y="6707560"/>
            <a:ext cx="46990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5">
                <a:solidFill>
                  <a:srgbClr val="0908FF"/>
                </a:solidFill>
                <a:latin typeface="Courier New"/>
                <a:cs typeface="Courier New"/>
              </a:rPr>
              <a:t>was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49406" y="6707560"/>
            <a:ext cx="76581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10">
                <a:solidFill>
                  <a:srgbClr val="0908FF"/>
                </a:solidFill>
                <a:latin typeface="Courier New"/>
                <a:cs typeface="Courier New"/>
              </a:rPr>
              <a:t>born.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938107" y="6707560"/>
            <a:ext cx="61785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0">
                <a:solidFill>
                  <a:srgbClr val="FF0000"/>
                </a:solidFill>
                <a:latin typeface="Courier New"/>
                <a:cs typeface="Courier New"/>
              </a:rPr>
              <a:t>Kyle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1148651" y="6707560"/>
            <a:ext cx="91440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10">
                <a:solidFill>
                  <a:srgbClr val="FF0000"/>
                </a:solidFill>
                <a:latin typeface="Courier New"/>
                <a:cs typeface="Courier New"/>
              </a:rPr>
              <a:t>Waring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2396221" y="6707560"/>
            <a:ext cx="61785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0">
                <a:solidFill>
                  <a:srgbClr val="FF0000"/>
                </a:solidFill>
                <a:latin typeface="Courier New"/>
                <a:cs typeface="Courier New"/>
              </a:rPr>
              <a:t>will</a:t>
            </a:r>
            <a:endParaRPr sz="1950">
              <a:latin typeface="Courier New"/>
              <a:cs typeface="Courier New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2361053" y="2647089"/>
            <a:ext cx="10180320" cy="4608830"/>
            <a:chOff x="2361053" y="2647089"/>
            <a:chExt cx="10180320" cy="4608830"/>
          </a:xfrm>
        </p:grpSpPr>
        <p:sp>
          <p:nvSpPr>
            <p:cNvPr id="125" name="object 125"/>
            <p:cNvSpPr/>
            <p:nvPr/>
          </p:nvSpPr>
          <p:spPr>
            <a:xfrm>
              <a:off x="11597258" y="3003249"/>
              <a:ext cx="0" cy="238125"/>
            </a:xfrm>
            <a:custGeom>
              <a:avLst/>
              <a:gdLst/>
              <a:ahLst/>
              <a:cxnLst/>
              <a:rect l="l" t="t" r="r" b="b"/>
              <a:pathLst>
                <a:path w="0" h="238125">
                  <a:moveTo>
                    <a:pt x="0" y="238128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1576692" y="2968976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4">
                  <a:moveTo>
                    <a:pt x="20563" y="0"/>
                  </a:moveTo>
                  <a:lnTo>
                    <a:pt x="0" y="54836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4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6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1576694" y="2968977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4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1597258" y="4006285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w="0" h="167004">
                  <a:moveTo>
                    <a:pt x="0" y="166906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1576692" y="3972012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6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5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6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1576694" y="3972012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1600301" y="5638967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8947" y="380828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1580224" y="5604704"/>
              <a:ext cx="41275" cy="55880"/>
            </a:xfrm>
            <a:custGeom>
              <a:avLst/>
              <a:gdLst/>
              <a:ahLst/>
              <a:cxnLst/>
              <a:rect l="l" t="t" r="r" b="b"/>
              <a:pathLst>
                <a:path w="41275" h="55879">
                  <a:moveTo>
                    <a:pt x="19270" y="0"/>
                  </a:moveTo>
                  <a:lnTo>
                    <a:pt x="0" y="55303"/>
                  </a:lnTo>
                  <a:lnTo>
                    <a:pt x="20074" y="34263"/>
                  </a:lnTo>
                  <a:lnTo>
                    <a:pt x="33045" y="34263"/>
                  </a:lnTo>
                  <a:lnTo>
                    <a:pt x="19270" y="0"/>
                  </a:lnTo>
                  <a:close/>
                </a:path>
                <a:path w="41275" h="55879">
                  <a:moveTo>
                    <a:pt x="33045" y="34263"/>
                  </a:moveTo>
                  <a:lnTo>
                    <a:pt x="20074" y="34263"/>
                  </a:lnTo>
                  <a:lnTo>
                    <a:pt x="41114" y="54336"/>
                  </a:lnTo>
                  <a:lnTo>
                    <a:pt x="33045" y="342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1580226" y="5604704"/>
              <a:ext cx="41275" cy="55880"/>
            </a:xfrm>
            <a:custGeom>
              <a:avLst/>
              <a:gdLst/>
              <a:ahLst/>
              <a:cxnLst/>
              <a:rect l="l" t="t" r="r" b="b"/>
              <a:pathLst>
                <a:path w="41275" h="55879">
                  <a:moveTo>
                    <a:pt x="19270" y="0"/>
                  </a:moveTo>
                  <a:lnTo>
                    <a:pt x="0" y="55303"/>
                  </a:lnTo>
                  <a:lnTo>
                    <a:pt x="20075" y="34262"/>
                  </a:lnTo>
                  <a:lnTo>
                    <a:pt x="41115" y="54336"/>
                  </a:lnTo>
                  <a:lnTo>
                    <a:pt x="1927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1972512" y="2654074"/>
              <a:ext cx="512445" cy="4594860"/>
            </a:xfrm>
            <a:custGeom>
              <a:avLst/>
              <a:gdLst/>
              <a:ahLst/>
              <a:cxnLst/>
              <a:rect l="l" t="t" r="r" b="b"/>
              <a:pathLst>
                <a:path w="512445" h="4594859">
                  <a:moveTo>
                    <a:pt x="0" y="38942"/>
                  </a:moveTo>
                  <a:lnTo>
                    <a:pt x="129360" y="2467"/>
                  </a:lnTo>
                  <a:lnTo>
                    <a:pt x="161929" y="0"/>
                  </a:lnTo>
                  <a:lnTo>
                    <a:pt x="191876" y="9870"/>
                  </a:lnTo>
                  <a:lnTo>
                    <a:pt x="215938" y="30250"/>
                  </a:lnTo>
                  <a:lnTo>
                    <a:pt x="230848" y="59311"/>
                  </a:lnTo>
                  <a:lnTo>
                    <a:pt x="232896" y="66575"/>
                  </a:lnTo>
                  <a:lnTo>
                    <a:pt x="233935" y="74086"/>
                  </a:lnTo>
                  <a:lnTo>
                    <a:pt x="233935" y="81634"/>
                  </a:lnTo>
                  <a:lnTo>
                    <a:pt x="233935" y="4512088"/>
                  </a:lnTo>
                  <a:lnTo>
                    <a:pt x="240399" y="4544105"/>
                  </a:lnTo>
                  <a:lnTo>
                    <a:pt x="258027" y="4570250"/>
                  </a:lnTo>
                  <a:lnTo>
                    <a:pt x="284172" y="4587878"/>
                  </a:lnTo>
                  <a:lnTo>
                    <a:pt x="316189" y="4594342"/>
                  </a:lnTo>
                  <a:lnTo>
                    <a:pt x="331765" y="4592854"/>
                  </a:lnTo>
                  <a:lnTo>
                    <a:pt x="346649" y="4588494"/>
                  </a:lnTo>
                  <a:lnTo>
                    <a:pt x="360451" y="4581418"/>
                  </a:lnTo>
                  <a:lnTo>
                    <a:pt x="372779" y="4571781"/>
                  </a:lnTo>
                  <a:lnTo>
                    <a:pt x="511919" y="4439874"/>
                  </a:lnTo>
                </a:path>
              </a:pathLst>
            </a:custGeom>
            <a:ln w="13708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19436" y="7039936"/>
              <a:ext cx="121593" cy="119008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10285012" y="5599096"/>
              <a:ext cx="1130935" cy="407034"/>
            </a:xfrm>
            <a:custGeom>
              <a:avLst/>
              <a:gdLst/>
              <a:ahLst/>
              <a:cxnLst/>
              <a:rect l="l" t="t" r="r" b="b"/>
              <a:pathLst>
                <a:path w="1130934" h="407035">
                  <a:moveTo>
                    <a:pt x="0" y="406990"/>
                  </a:moveTo>
                  <a:lnTo>
                    <a:pt x="1130446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1389143" y="5586714"/>
              <a:ext cx="59055" cy="38735"/>
            </a:xfrm>
            <a:custGeom>
              <a:avLst/>
              <a:gdLst/>
              <a:ahLst/>
              <a:cxnLst/>
              <a:rect l="l" t="t" r="r" b="b"/>
              <a:pathLst>
                <a:path w="59054" h="38735">
                  <a:moveTo>
                    <a:pt x="0" y="0"/>
                  </a:moveTo>
                  <a:lnTo>
                    <a:pt x="26313" y="12381"/>
                  </a:lnTo>
                  <a:lnTo>
                    <a:pt x="13930" y="38695"/>
                  </a:lnTo>
                  <a:lnTo>
                    <a:pt x="58558" y="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1389145" y="5586714"/>
              <a:ext cx="59055" cy="38735"/>
            </a:xfrm>
            <a:custGeom>
              <a:avLst/>
              <a:gdLst/>
              <a:ahLst/>
              <a:cxnLst/>
              <a:rect l="l" t="t" r="r" b="b"/>
              <a:pathLst>
                <a:path w="59054" h="38735">
                  <a:moveTo>
                    <a:pt x="58558" y="773"/>
                  </a:moveTo>
                  <a:lnTo>
                    <a:pt x="0" y="0"/>
                  </a:lnTo>
                  <a:lnTo>
                    <a:pt x="26312" y="12381"/>
                  </a:lnTo>
                  <a:lnTo>
                    <a:pt x="13930" y="38696"/>
                  </a:lnTo>
                  <a:lnTo>
                    <a:pt x="58558" y="773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9038827" y="5589926"/>
              <a:ext cx="2261870" cy="429895"/>
            </a:xfrm>
            <a:custGeom>
              <a:avLst/>
              <a:gdLst/>
              <a:ahLst/>
              <a:cxnLst/>
              <a:rect l="l" t="t" r="r" b="b"/>
              <a:pathLst>
                <a:path w="2261870" h="429895">
                  <a:moveTo>
                    <a:pt x="0" y="429869"/>
                  </a:moveTo>
                  <a:lnTo>
                    <a:pt x="2261791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1276577" y="5573565"/>
              <a:ext cx="57785" cy="40640"/>
            </a:xfrm>
            <a:custGeom>
              <a:avLst/>
              <a:gdLst/>
              <a:ahLst/>
              <a:cxnLst/>
              <a:rect l="l" t="t" r="r" b="b"/>
              <a:pathLst>
                <a:path w="57784" h="40639">
                  <a:moveTo>
                    <a:pt x="0" y="0"/>
                  </a:moveTo>
                  <a:lnTo>
                    <a:pt x="24039" y="16361"/>
                  </a:lnTo>
                  <a:lnTo>
                    <a:pt x="7678" y="40402"/>
                  </a:lnTo>
                  <a:lnTo>
                    <a:pt x="57710" y="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1276578" y="5573565"/>
              <a:ext cx="57785" cy="40640"/>
            </a:xfrm>
            <a:custGeom>
              <a:avLst/>
              <a:gdLst/>
              <a:ahLst/>
              <a:cxnLst/>
              <a:rect l="l" t="t" r="r" b="b"/>
              <a:pathLst>
                <a:path w="57784" h="40639">
                  <a:moveTo>
                    <a:pt x="57710" y="9962"/>
                  </a:moveTo>
                  <a:lnTo>
                    <a:pt x="0" y="0"/>
                  </a:lnTo>
                  <a:lnTo>
                    <a:pt x="24039" y="16361"/>
                  </a:lnTo>
                  <a:lnTo>
                    <a:pt x="7678" y="40402"/>
                  </a:lnTo>
                  <a:lnTo>
                    <a:pt x="57710" y="9962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7820456" y="5586367"/>
              <a:ext cx="3366770" cy="433705"/>
            </a:xfrm>
            <a:custGeom>
              <a:avLst/>
              <a:gdLst/>
              <a:ahLst/>
              <a:cxnLst/>
              <a:rect l="l" t="t" r="r" b="b"/>
              <a:pathLst>
                <a:path w="3366770" h="433704">
                  <a:moveTo>
                    <a:pt x="0" y="433427"/>
                  </a:moveTo>
                  <a:lnTo>
                    <a:pt x="3366308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1163742" y="5568598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0" y="0"/>
                  </a:moveTo>
                  <a:lnTo>
                    <a:pt x="23021" y="17768"/>
                  </a:lnTo>
                  <a:lnTo>
                    <a:pt x="5251" y="40788"/>
                  </a:lnTo>
                  <a:lnTo>
                    <a:pt x="57012" y="13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1163743" y="5568598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57012" y="13392"/>
                  </a:moveTo>
                  <a:lnTo>
                    <a:pt x="0" y="0"/>
                  </a:lnTo>
                  <a:lnTo>
                    <a:pt x="23021" y="17769"/>
                  </a:lnTo>
                  <a:lnTo>
                    <a:pt x="5251" y="40789"/>
                  </a:lnTo>
                  <a:lnTo>
                    <a:pt x="57012" y="13392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6801464" y="5574376"/>
              <a:ext cx="4374515" cy="424815"/>
            </a:xfrm>
            <a:custGeom>
              <a:avLst/>
              <a:gdLst/>
              <a:ahLst/>
              <a:cxnLst/>
              <a:rect l="l" t="t" r="r" b="b"/>
              <a:pathLst>
                <a:path w="4374515" h="424814">
                  <a:moveTo>
                    <a:pt x="0" y="424423"/>
                  </a:moveTo>
                  <a:lnTo>
                    <a:pt x="4374454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1153463" y="5555893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0" y="0"/>
                  </a:moveTo>
                  <a:lnTo>
                    <a:pt x="22453" y="18483"/>
                  </a:lnTo>
                  <a:lnTo>
                    <a:pt x="3972" y="40935"/>
                  </a:lnTo>
                  <a:lnTo>
                    <a:pt x="56565" y="15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1153466" y="5555894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56565" y="15171"/>
                  </a:moveTo>
                  <a:lnTo>
                    <a:pt x="0" y="0"/>
                  </a:lnTo>
                  <a:lnTo>
                    <a:pt x="22452" y="18482"/>
                  </a:lnTo>
                  <a:lnTo>
                    <a:pt x="3971" y="40934"/>
                  </a:lnTo>
                  <a:lnTo>
                    <a:pt x="56565" y="15171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6650629" y="5574918"/>
              <a:ext cx="4525645" cy="445134"/>
            </a:xfrm>
            <a:custGeom>
              <a:avLst/>
              <a:gdLst/>
              <a:ahLst/>
              <a:cxnLst/>
              <a:rect l="l" t="t" r="r" b="b"/>
              <a:pathLst>
                <a:path w="4525645" h="445135">
                  <a:moveTo>
                    <a:pt x="0" y="444877"/>
                  </a:moveTo>
                  <a:lnTo>
                    <a:pt x="4525297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1153448" y="5556464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0" y="0"/>
                  </a:moveTo>
                  <a:lnTo>
                    <a:pt x="22476" y="18453"/>
                  </a:lnTo>
                  <a:lnTo>
                    <a:pt x="4023" y="40928"/>
                  </a:lnTo>
                  <a:lnTo>
                    <a:pt x="56584" y="15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1153449" y="5556464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56584" y="15100"/>
                  </a:moveTo>
                  <a:lnTo>
                    <a:pt x="0" y="0"/>
                  </a:lnTo>
                  <a:lnTo>
                    <a:pt x="22477" y="18453"/>
                  </a:lnTo>
                  <a:lnTo>
                    <a:pt x="4023" y="40929"/>
                  </a:lnTo>
                  <a:lnTo>
                    <a:pt x="56584" y="1510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5476232" y="5566968"/>
              <a:ext cx="5699760" cy="453390"/>
            </a:xfrm>
            <a:custGeom>
              <a:avLst/>
              <a:gdLst/>
              <a:ahLst/>
              <a:cxnLst/>
              <a:rect l="l" t="t" r="r" b="b"/>
              <a:pathLst>
                <a:path w="5699759" h="453389">
                  <a:moveTo>
                    <a:pt x="0" y="452827"/>
                  </a:moveTo>
                  <a:lnTo>
                    <a:pt x="5699594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1153697" y="5548097"/>
              <a:ext cx="56515" cy="41275"/>
            </a:xfrm>
            <a:custGeom>
              <a:avLst/>
              <a:gdLst/>
              <a:ahLst/>
              <a:cxnLst/>
              <a:rect l="l" t="t" r="r" b="b"/>
              <a:pathLst>
                <a:path w="56515" h="41275">
                  <a:moveTo>
                    <a:pt x="0" y="0"/>
                  </a:moveTo>
                  <a:lnTo>
                    <a:pt x="22127" y="18869"/>
                  </a:lnTo>
                  <a:lnTo>
                    <a:pt x="3257" y="40998"/>
                  </a:lnTo>
                  <a:lnTo>
                    <a:pt x="56291" y="16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1153699" y="5548097"/>
              <a:ext cx="56515" cy="41275"/>
            </a:xfrm>
            <a:custGeom>
              <a:avLst/>
              <a:gdLst/>
              <a:ahLst/>
              <a:cxnLst/>
              <a:rect l="l" t="t" r="r" b="b"/>
              <a:pathLst>
                <a:path w="56515" h="41275">
                  <a:moveTo>
                    <a:pt x="56291" y="16155"/>
                  </a:moveTo>
                  <a:lnTo>
                    <a:pt x="0" y="0"/>
                  </a:lnTo>
                  <a:lnTo>
                    <a:pt x="22127" y="18870"/>
                  </a:lnTo>
                  <a:lnTo>
                    <a:pt x="3257" y="40997"/>
                  </a:lnTo>
                  <a:lnTo>
                    <a:pt x="56291" y="16155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3425395" y="5557994"/>
              <a:ext cx="7750809" cy="450850"/>
            </a:xfrm>
            <a:custGeom>
              <a:avLst/>
              <a:gdLst/>
              <a:ahLst/>
              <a:cxnLst/>
              <a:rect l="l" t="t" r="r" b="b"/>
              <a:pathLst>
                <a:path w="7750809" h="450850">
                  <a:moveTo>
                    <a:pt x="0" y="450847"/>
                  </a:moveTo>
                  <a:lnTo>
                    <a:pt x="7750343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1154013" y="5538660"/>
              <a:ext cx="56515" cy="41275"/>
            </a:xfrm>
            <a:custGeom>
              <a:avLst/>
              <a:gdLst/>
              <a:ahLst/>
              <a:cxnLst/>
              <a:rect l="l" t="t" r="r" b="b"/>
              <a:pathLst>
                <a:path w="56515" h="41275">
                  <a:moveTo>
                    <a:pt x="0" y="0"/>
                  </a:moveTo>
                  <a:lnTo>
                    <a:pt x="21723" y="19333"/>
                  </a:lnTo>
                  <a:lnTo>
                    <a:pt x="2388" y="41056"/>
                  </a:lnTo>
                  <a:lnTo>
                    <a:pt x="55938" y="17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1154015" y="5538660"/>
              <a:ext cx="56515" cy="41275"/>
            </a:xfrm>
            <a:custGeom>
              <a:avLst/>
              <a:gdLst/>
              <a:ahLst/>
              <a:cxnLst/>
              <a:rect l="l" t="t" r="r" b="b"/>
              <a:pathLst>
                <a:path w="56515" h="41275">
                  <a:moveTo>
                    <a:pt x="55937" y="17343"/>
                  </a:moveTo>
                  <a:lnTo>
                    <a:pt x="0" y="0"/>
                  </a:lnTo>
                  <a:lnTo>
                    <a:pt x="21723" y="19333"/>
                  </a:lnTo>
                  <a:lnTo>
                    <a:pt x="2388" y="41056"/>
                  </a:lnTo>
                  <a:lnTo>
                    <a:pt x="55937" y="17343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368038" y="5555229"/>
              <a:ext cx="8808085" cy="454659"/>
            </a:xfrm>
            <a:custGeom>
              <a:avLst/>
              <a:gdLst/>
              <a:ahLst/>
              <a:cxnLst/>
              <a:rect l="l" t="t" r="r" b="b"/>
              <a:pathLst>
                <a:path w="8808085" h="454660">
                  <a:moveTo>
                    <a:pt x="0" y="454613"/>
                  </a:moveTo>
                  <a:lnTo>
                    <a:pt x="8807678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1154118" y="5535752"/>
              <a:ext cx="55880" cy="41275"/>
            </a:xfrm>
            <a:custGeom>
              <a:avLst/>
              <a:gdLst/>
              <a:ahLst/>
              <a:cxnLst/>
              <a:rect l="l" t="t" r="r" b="b"/>
              <a:pathLst>
                <a:path w="55879" h="41275">
                  <a:moveTo>
                    <a:pt x="0" y="0"/>
                  </a:moveTo>
                  <a:lnTo>
                    <a:pt x="21596" y="19476"/>
                  </a:lnTo>
                  <a:lnTo>
                    <a:pt x="2119" y="41071"/>
                  </a:lnTo>
                  <a:lnTo>
                    <a:pt x="55822" y="17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1154121" y="5535753"/>
              <a:ext cx="55880" cy="41275"/>
            </a:xfrm>
            <a:custGeom>
              <a:avLst/>
              <a:gdLst/>
              <a:ahLst/>
              <a:cxnLst/>
              <a:rect l="l" t="t" r="r" b="b"/>
              <a:pathLst>
                <a:path w="55879" h="41275">
                  <a:moveTo>
                    <a:pt x="55822" y="17709"/>
                  </a:moveTo>
                  <a:lnTo>
                    <a:pt x="0" y="0"/>
                  </a:lnTo>
                  <a:lnTo>
                    <a:pt x="21595" y="19476"/>
                  </a:lnTo>
                  <a:lnTo>
                    <a:pt x="2119" y="41071"/>
                  </a:lnTo>
                  <a:lnTo>
                    <a:pt x="55822" y="17709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8644699" y="3760895"/>
              <a:ext cx="802005" cy="185420"/>
            </a:xfrm>
            <a:custGeom>
              <a:avLst/>
              <a:gdLst/>
              <a:ahLst/>
              <a:cxnLst/>
              <a:rect l="l" t="t" r="r" b="b"/>
              <a:pathLst>
                <a:path w="802004" h="185420">
                  <a:moveTo>
                    <a:pt x="801970" y="0"/>
                  </a:moveTo>
                  <a:lnTo>
                    <a:pt x="0" y="0"/>
                  </a:lnTo>
                  <a:lnTo>
                    <a:pt x="133661" y="185070"/>
                  </a:lnTo>
                  <a:lnTo>
                    <a:pt x="668309" y="185070"/>
                  </a:lnTo>
                  <a:lnTo>
                    <a:pt x="80197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8644700" y="3760895"/>
              <a:ext cx="802005" cy="185420"/>
            </a:xfrm>
            <a:custGeom>
              <a:avLst/>
              <a:gdLst/>
              <a:ahLst/>
              <a:cxnLst/>
              <a:rect l="l" t="t" r="r" b="b"/>
              <a:pathLst>
                <a:path w="802004" h="185420">
                  <a:moveTo>
                    <a:pt x="0" y="0"/>
                  </a:moveTo>
                  <a:lnTo>
                    <a:pt x="801971" y="0"/>
                  </a:lnTo>
                  <a:lnTo>
                    <a:pt x="668309" y="185070"/>
                  </a:lnTo>
                  <a:lnTo>
                    <a:pt x="133661" y="18507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6" name="object 346"/>
          <p:cNvSpPr txBox="1"/>
          <p:nvPr/>
        </p:nvSpPr>
        <p:spPr>
          <a:xfrm>
            <a:off x="12532765" y="2607821"/>
            <a:ext cx="299720" cy="354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50" spc="-50">
                <a:latin typeface="Arial"/>
                <a:cs typeface="Arial"/>
              </a:rPr>
              <a:t>…</a:t>
            </a:r>
            <a:endParaRPr sz="215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8953803" y="3700571"/>
            <a:ext cx="18415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>
                <a:latin typeface="Arial"/>
                <a:cs typeface="Arial"/>
              </a:rPr>
              <a:t>U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9832105" y="3753910"/>
            <a:ext cx="815975" cy="199390"/>
            <a:chOff x="9832105" y="3753910"/>
            <a:chExt cx="815975" cy="199390"/>
          </a:xfrm>
        </p:grpSpPr>
        <p:sp>
          <p:nvSpPr>
            <p:cNvPr id="164" name="object 164"/>
            <p:cNvSpPr/>
            <p:nvPr/>
          </p:nvSpPr>
          <p:spPr>
            <a:xfrm>
              <a:off x="9839089" y="3760895"/>
              <a:ext cx="802005" cy="185420"/>
            </a:xfrm>
            <a:custGeom>
              <a:avLst/>
              <a:gdLst/>
              <a:ahLst/>
              <a:cxnLst/>
              <a:rect l="l" t="t" r="r" b="b"/>
              <a:pathLst>
                <a:path w="802004" h="185420">
                  <a:moveTo>
                    <a:pt x="801970" y="0"/>
                  </a:moveTo>
                  <a:lnTo>
                    <a:pt x="0" y="0"/>
                  </a:lnTo>
                  <a:lnTo>
                    <a:pt x="133661" y="185070"/>
                  </a:lnTo>
                  <a:lnTo>
                    <a:pt x="668309" y="185070"/>
                  </a:lnTo>
                  <a:lnTo>
                    <a:pt x="80197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9839090" y="3760895"/>
              <a:ext cx="802005" cy="185420"/>
            </a:xfrm>
            <a:custGeom>
              <a:avLst/>
              <a:gdLst/>
              <a:ahLst/>
              <a:cxnLst/>
              <a:rect l="l" t="t" r="r" b="b"/>
              <a:pathLst>
                <a:path w="802004" h="185420">
                  <a:moveTo>
                    <a:pt x="0" y="0"/>
                  </a:moveTo>
                  <a:lnTo>
                    <a:pt x="801971" y="0"/>
                  </a:lnTo>
                  <a:lnTo>
                    <a:pt x="668309" y="185070"/>
                  </a:lnTo>
                  <a:lnTo>
                    <a:pt x="133661" y="18507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10148192" y="3700571"/>
            <a:ext cx="18415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>
                <a:latin typeface="Arial"/>
                <a:cs typeface="Arial"/>
              </a:rPr>
              <a:t>U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9018137" y="3582310"/>
            <a:ext cx="2987675" cy="370840"/>
            <a:chOff x="9018137" y="3582310"/>
            <a:chExt cx="2987675" cy="370840"/>
          </a:xfrm>
        </p:grpSpPr>
        <p:sp>
          <p:nvSpPr>
            <p:cNvPr id="168" name="object 168"/>
            <p:cNvSpPr/>
            <p:nvPr/>
          </p:nvSpPr>
          <p:spPr>
            <a:xfrm>
              <a:off x="9045686" y="3623568"/>
              <a:ext cx="0" cy="137795"/>
            </a:xfrm>
            <a:custGeom>
              <a:avLst/>
              <a:gdLst/>
              <a:ahLst/>
              <a:cxnLst/>
              <a:rect l="l" t="t" r="r" b="b"/>
              <a:pathLst>
                <a:path w="0" h="137795">
                  <a:moveTo>
                    <a:pt x="0" y="137327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9025121" y="3589295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6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5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6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9025122" y="3589295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240075" y="3623568"/>
              <a:ext cx="0" cy="137795"/>
            </a:xfrm>
            <a:custGeom>
              <a:avLst/>
              <a:gdLst/>
              <a:ahLst/>
              <a:cxnLst/>
              <a:rect l="l" t="t" r="r" b="b"/>
              <a:pathLst>
                <a:path w="0" h="137795">
                  <a:moveTo>
                    <a:pt x="0" y="137327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0219510" y="3589295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2" y="0"/>
                  </a:moveTo>
                  <a:lnTo>
                    <a:pt x="0" y="54836"/>
                  </a:lnTo>
                  <a:lnTo>
                    <a:pt x="20562" y="34272"/>
                  </a:lnTo>
                  <a:lnTo>
                    <a:pt x="33414" y="34272"/>
                  </a:lnTo>
                  <a:lnTo>
                    <a:pt x="20562" y="0"/>
                  </a:lnTo>
                  <a:close/>
                </a:path>
                <a:path w="41275" h="55245">
                  <a:moveTo>
                    <a:pt x="33414" y="34272"/>
                  </a:moveTo>
                  <a:lnTo>
                    <a:pt x="20562" y="34272"/>
                  </a:lnTo>
                  <a:lnTo>
                    <a:pt x="41126" y="54836"/>
                  </a:lnTo>
                  <a:lnTo>
                    <a:pt x="33414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0219512" y="3589295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1196270" y="3760895"/>
              <a:ext cx="802005" cy="185420"/>
            </a:xfrm>
            <a:custGeom>
              <a:avLst/>
              <a:gdLst/>
              <a:ahLst/>
              <a:cxnLst/>
              <a:rect l="l" t="t" r="r" b="b"/>
              <a:pathLst>
                <a:path w="802004" h="185420">
                  <a:moveTo>
                    <a:pt x="801971" y="0"/>
                  </a:moveTo>
                  <a:lnTo>
                    <a:pt x="0" y="0"/>
                  </a:lnTo>
                  <a:lnTo>
                    <a:pt x="133662" y="185070"/>
                  </a:lnTo>
                  <a:lnTo>
                    <a:pt x="668309" y="185070"/>
                  </a:lnTo>
                  <a:lnTo>
                    <a:pt x="801971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1196272" y="3760895"/>
              <a:ext cx="802005" cy="185420"/>
            </a:xfrm>
            <a:custGeom>
              <a:avLst/>
              <a:gdLst/>
              <a:ahLst/>
              <a:cxnLst/>
              <a:rect l="l" t="t" r="r" b="b"/>
              <a:pathLst>
                <a:path w="802004" h="185420">
                  <a:moveTo>
                    <a:pt x="0" y="0"/>
                  </a:moveTo>
                  <a:lnTo>
                    <a:pt x="801971" y="0"/>
                  </a:lnTo>
                  <a:lnTo>
                    <a:pt x="668309" y="185070"/>
                  </a:lnTo>
                  <a:lnTo>
                    <a:pt x="133661" y="18507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11505375" y="3700571"/>
            <a:ext cx="18415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>
                <a:latin typeface="Arial"/>
                <a:cs typeface="Arial"/>
              </a:rPr>
              <a:t>U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1842508" y="3622305"/>
            <a:ext cx="10124440" cy="2935605"/>
            <a:chOff x="1842508" y="3622305"/>
            <a:chExt cx="10124440" cy="2935605"/>
          </a:xfrm>
        </p:grpSpPr>
        <p:sp>
          <p:nvSpPr>
            <p:cNvPr id="178" name="object 178"/>
            <p:cNvSpPr/>
            <p:nvPr/>
          </p:nvSpPr>
          <p:spPr>
            <a:xfrm>
              <a:off x="11597258" y="3663562"/>
              <a:ext cx="0" cy="97790"/>
            </a:xfrm>
            <a:custGeom>
              <a:avLst/>
              <a:gdLst/>
              <a:ahLst/>
              <a:cxnLst/>
              <a:rect l="l" t="t" r="r" b="b"/>
              <a:pathLst>
                <a:path w="0" h="97789">
                  <a:moveTo>
                    <a:pt x="0" y="97333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1576692" y="3629289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6"/>
                  </a:lnTo>
                  <a:lnTo>
                    <a:pt x="20563" y="34273"/>
                  </a:lnTo>
                  <a:lnTo>
                    <a:pt x="33415" y="34273"/>
                  </a:lnTo>
                  <a:lnTo>
                    <a:pt x="20563" y="0"/>
                  </a:lnTo>
                  <a:close/>
                </a:path>
                <a:path w="41275" h="55245">
                  <a:moveTo>
                    <a:pt x="33415" y="34273"/>
                  </a:moveTo>
                  <a:lnTo>
                    <a:pt x="20563" y="34273"/>
                  </a:lnTo>
                  <a:lnTo>
                    <a:pt x="41126" y="54836"/>
                  </a:lnTo>
                  <a:lnTo>
                    <a:pt x="33415" y="34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11576694" y="3629290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8683255" y="521815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683257" y="521815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683255" y="530863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8683257" y="5308632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8683255" y="5399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683257" y="5399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9877645" y="521815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877646" y="521815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77645" y="530863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877646" y="5308632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9877645" y="5399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9877646" y="5399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1234826" y="521815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1234828" y="521815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1234826" y="530863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1234828" y="5308632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1234826" y="5399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1234828" y="5399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8669546" y="417319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8669548" y="417319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8669546" y="4263669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8669548" y="426367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8669546" y="4354148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8669548" y="4354149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8669546" y="4450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8669548" y="445011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1234826" y="417319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1234828" y="417319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1234826" y="4263669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1234828" y="426367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1234826" y="4354148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1234828" y="4354149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1234826" y="4450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1234828" y="445011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9877645" y="417319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9877646" y="417319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9877645" y="4263669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9877646" y="426367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877645" y="4354148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9877646" y="4354149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9877645" y="4450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9877646" y="445011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8683255" y="417319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8683257" y="4173191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8683255" y="4263669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8683257" y="426367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8683255" y="4354148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8683257" y="4354149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8683255" y="4450110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8683257" y="4450111"/>
              <a:ext cx="2914015" cy="768350"/>
            </a:xfrm>
            <a:custGeom>
              <a:avLst/>
              <a:gdLst/>
              <a:ahLst/>
              <a:cxnLst/>
              <a:rect l="l" t="t" r="r" b="b"/>
              <a:pathLst>
                <a:path w="2914015" h="768350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  <a:path w="2914015" h="768350">
                  <a:moveTo>
                    <a:pt x="2914000" y="768041"/>
                  </a:moveTo>
                  <a:lnTo>
                    <a:pt x="2914000" y="604905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1576692" y="5020744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6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5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6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1576694" y="5020744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0232364" y="505501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182328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0211799" y="5020744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2" y="0"/>
                  </a:moveTo>
                  <a:lnTo>
                    <a:pt x="0" y="54836"/>
                  </a:lnTo>
                  <a:lnTo>
                    <a:pt x="20562" y="34272"/>
                  </a:lnTo>
                  <a:lnTo>
                    <a:pt x="33414" y="34272"/>
                  </a:lnTo>
                  <a:lnTo>
                    <a:pt x="20562" y="0"/>
                  </a:lnTo>
                  <a:close/>
                </a:path>
                <a:path w="41275" h="55245">
                  <a:moveTo>
                    <a:pt x="33414" y="34272"/>
                  </a:moveTo>
                  <a:lnTo>
                    <a:pt x="20562" y="34272"/>
                  </a:lnTo>
                  <a:lnTo>
                    <a:pt x="41126" y="54836"/>
                  </a:lnTo>
                  <a:lnTo>
                    <a:pt x="33414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0211800" y="5020744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9045686" y="4572120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w="0" h="111760">
                  <a:moveTo>
                    <a:pt x="0" y="111384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9025121" y="4537848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4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5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4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9025123" y="4537848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0240075" y="4572120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w="0" h="111760">
                  <a:moveTo>
                    <a:pt x="0" y="111384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0219511" y="4537848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2" y="0"/>
                  </a:moveTo>
                  <a:lnTo>
                    <a:pt x="0" y="54834"/>
                  </a:lnTo>
                  <a:lnTo>
                    <a:pt x="20562" y="34272"/>
                  </a:lnTo>
                  <a:lnTo>
                    <a:pt x="33415" y="34272"/>
                  </a:lnTo>
                  <a:lnTo>
                    <a:pt x="20562" y="0"/>
                  </a:lnTo>
                  <a:close/>
                </a:path>
                <a:path w="41275" h="55245">
                  <a:moveTo>
                    <a:pt x="33415" y="34272"/>
                  </a:moveTo>
                  <a:lnTo>
                    <a:pt x="20562" y="34272"/>
                  </a:lnTo>
                  <a:lnTo>
                    <a:pt x="41126" y="54834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0219512" y="4537848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9045686" y="5082435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w="0" h="135889">
                  <a:moveTo>
                    <a:pt x="0" y="135718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9025121" y="5048162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6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5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6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9025123" y="5048162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1597258" y="4572120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w="0" h="111760">
                  <a:moveTo>
                    <a:pt x="0" y="111384"/>
                  </a:moveTo>
                  <a:lnTo>
                    <a:pt x="0" y="0"/>
                  </a:lnTo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1576692" y="4537848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4"/>
                  </a:lnTo>
                  <a:lnTo>
                    <a:pt x="20563" y="34272"/>
                  </a:lnTo>
                  <a:lnTo>
                    <a:pt x="33415" y="34272"/>
                  </a:lnTo>
                  <a:lnTo>
                    <a:pt x="20563" y="0"/>
                  </a:lnTo>
                  <a:close/>
                </a:path>
                <a:path w="41275" h="55245">
                  <a:moveTo>
                    <a:pt x="33415" y="34272"/>
                  </a:moveTo>
                  <a:lnTo>
                    <a:pt x="20563" y="34272"/>
                  </a:lnTo>
                  <a:lnTo>
                    <a:pt x="41126" y="54834"/>
                  </a:lnTo>
                  <a:lnTo>
                    <a:pt x="33415" y="34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1576694" y="4537848"/>
              <a:ext cx="41275" cy="55244"/>
            </a:xfrm>
            <a:custGeom>
              <a:avLst/>
              <a:gdLst/>
              <a:ahLst/>
              <a:cxnLst/>
              <a:rect l="l" t="t" r="r" b="b"/>
              <a:pathLst>
                <a:path w="41275" h="55245">
                  <a:moveTo>
                    <a:pt x="20563" y="0"/>
                  </a:moveTo>
                  <a:lnTo>
                    <a:pt x="0" y="54835"/>
                  </a:lnTo>
                  <a:lnTo>
                    <a:pt x="20563" y="34272"/>
                  </a:lnTo>
                  <a:lnTo>
                    <a:pt x="41126" y="54835"/>
                  </a:lnTo>
                  <a:lnTo>
                    <a:pt x="20563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1234826" y="468350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1234828" y="468350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1234826" y="477398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1234828" y="4773984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1234826" y="486446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1234828" y="486446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1234826" y="4960424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1234828" y="496042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9877645" y="468350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9877646" y="468350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9877645" y="477398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9877646" y="4773984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9877645" y="486446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9877646" y="486446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9877645" y="4960424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9877646" y="496042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8683255" y="468350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8683257" y="468350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8683255" y="477398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8683257" y="4773984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8683255" y="486446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8683257" y="4864463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8683255" y="4960424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724858" y="0"/>
                  </a:moveTo>
                  <a:lnTo>
                    <a:pt x="0" y="0"/>
                  </a:lnTo>
                  <a:lnTo>
                    <a:pt x="0" y="61690"/>
                  </a:lnTo>
                  <a:lnTo>
                    <a:pt x="724858" y="61690"/>
                  </a:lnTo>
                  <a:lnTo>
                    <a:pt x="724858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8683257" y="4960425"/>
              <a:ext cx="725170" cy="62230"/>
            </a:xfrm>
            <a:custGeom>
              <a:avLst/>
              <a:gdLst/>
              <a:ahLst/>
              <a:cxnLst/>
              <a:rect l="l" t="t" r="r" b="b"/>
              <a:pathLst>
                <a:path w="725170" h="62229">
                  <a:moveTo>
                    <a:pt x="0" y="0"/>
                  </a:moveTo>
                  <a:lnTo>
                    <a:pt x="724858" y="0"/>
                  </a:lnTo>
                  <a:lnTo>
                    <a:pt x="724858" y="61690"/>
                  </a:lnTo>
                  <a:lnTo>
                    <a:pt x="0" y="61690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42508" y="6009157"/>
              <a:ext cx="658027" cy="548356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1891051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60" h="455929">
                  <a:moveTo>
                    <a:pt x="444977" y="0"/>
                  </a:moveTo>
                  <a:lnTo>
                    <a:pt x="123380" y="0"/>
                  </a:lnTo>
                  <a:lnTo>
                    <a:pt x="75355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80"/>
                  </a:lnTo>
                  <a:lnTo>
                    <a:pt x="0" y="332084"/>
                  </a:lnTo>
                  <a:lnTo>
                    <a:pt x="9695" y="380110"/>
                  </a:lnTo>
                  <a:lnTo>
                    <a:pt x="36137" y="419328"/>
                  </a:lnTo>
                  <a:lnTo>
                    <a:pt x="75355" y="445769"/>
                  </a:lnTo>
                  <a:lnTo>
                    <a:pt x="123380" y="455465"/>
                  </a:lnTo>
                  <a:lnTo>
                    <a:pt x="444977" y="455465"/>
                  </a:lnTo>
                  <a:lnTo>
                    <a:pt x="493003" y="445769"/>
                  </a:lnTo>
                  <a:lnTo>
                    <a:pt x="532220" y="419328"/>
                  </a:lnTo>
                  <a:lnTo>
                    <a:pt x="558662" y="380110"/>
                  </a:lnTo>
                  <a:lnTo>
                    <a:pt x="568358" y="332084"/>
                  </a:lnTo>
                  <a:lnTo>
                    <a:pt x="568358" y="123380"/>
                  </a:lnTo>
                  <a:lnTo>
                    <a:pt x="558662" y="75354"/>
                  </a:lnTo>
                  <a:lnTo>
                    <a:pt x="532220" y="36137"/>
                  </a:lnTo>
                  <a:lnTo>
                    <a:pt x="493003" y="9695"/>
                  </a:lnTo>
                  <a:lnTo>
                    <a:pt x="44497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891052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60" h="455929">
                  <a:moveTo>
                    <a:pt x="123380" y="0"/>
                  </a:moveTo>
                  <a:lnTo>
                    <a:pt x="444977" y="0"/>
                  </a:lnTo>
                  <a:lnTo>
                    <a:pt x="493002" y="9695"/>
                  </a:lnTo>
                  <a:lnTo>
                    <a:pt x="532220" y="36137"/>
                  </a:lnTo>
                  <a:lnTo>
                    <a:pt x="558662" y="75354"/>
                  </a:lnTo>
                  <a:lnTo>
                    <a:pt x="568357" y="123380"/>
                  </a:lnTo>
                  <a:lnTo>
                    <a:pt x="568357" y="332084"/>
                  </a:lnTo>
                  <a:lnTo>
                    <a:pt x="558662" y="380110"/>
                  </a:lnTo>
                  <a:lnTo>
                    <a:pt x="532220" y="419327"/>
                  </a:lnTo>
                  <a:lnTo>
                    <a:pt x="493002" y="445769"/>
                  </a:lnTo>
                  <a:lnTo>
                    <a:pt x="444977" y="455464"/>
                  </a:lnTo>
                  <a:lnTo>
                    <a:pt x="123380" y="455464"/>
                  </a:lnTo>
                  <a:lnTo>
                    <a:pt x="75354" y="445769"/>
                  </a:lnTo>
                  <a:lnTo>
                    <a:pt x="36137" y="419327"/>
                  </a:lnTo>
                  <a:lnTo>
                    <a:pt x="9695" y="380110"/>
                  </a:lnTo>
                  <a:lnTo>
                    <a:pt x="0" y="332084"/>
                  </a:lnTo>
                  <a:lnTo>
                    <a:pt x="0" y="123380"/>
                  </a:lnTo>
                  <a:lnTo>
                    <a:pt x="9695" y="75354"/>
                  </a:lnTo>
                  <a:lnTo>
                    <a:pt x="36137" y="36137"/>
                  </a:lnTo>
                  <a:lnTo>
                    <a:pt x="75354" y="9695"/>
                  </a:lnTo>
                  <a:lnTo>
                    <a:pt x="123380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933873" y="6228499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375582" y="0"/>
                  </a:moveTo>
                  <a:lnTo>
                    <a:pt x="75116" y="0"/>
                  </a:lnTo>
                  <a:lnTo>
                    <a:pt x="0" y="165011"/>
                  </a:lnTo>
                  <a:lnTo>
                    <a:pt x="450698" y="165011"/>
                  </a:lnTo>
                  <a:lnTo>
                    <a:pt x="37558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933873" y="6228500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0" y="165010"/>
                  </a:moveTo>
                  <a:lnTo>
                    <a:pt x="450699" y="165010"/>
                  </a:lnTo>
                  <a:lnTo>
                    <a:pt x="375583" y="0"/>
                  </a:lnTo>
                  <a:lnTo>
                    <a:pt x="75116" y="0"/>
                  </a:lnTo>
                  <a:lnTo>
                    <a:pt x="0" y="16501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8" name="object 278"/>
          <p:cNvSpPr txBox="1"/>
          <p:nvPr/>
        </p:nvSpPr>
        <p:spPr>
          <a:xfrm>
            <a:off x="7080322" y="3432890"/>
            <a:ext cx="103568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>
                <a:latin typeface="Arial"/>
                <a:cs typeface="Arial"/>
              </a:rPr>
              <a:t>LM</a:t>
            </a:r>
            <a:r>
              <a:rPr dirty="0" sz="1950" spc="45">
                <a:latin typeface="Arial"/>
                <a:cs typeface="Arial"/>
              </a:rPr>
              <a:t> </a:t>
            </a:r>
            <a:r>
              <a:rPr dirty="0" sz="1950" spc="-20">
                <a:latin typeface="Arial"/>
                <a:cs typeface="Arial"/>
              </a:rPr>
              <a:t>Head</a:t>
            </a:r>
            <a:endParaRPr sz="1950">
              <a:latin typeface="Arial"/>
              <a:cs typeface="Arial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2096266" y="6186331"/>
            <a:ext cx="1263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80" name="object 280"/>
          <p:cNvGrpSpPr/>
          <p:nvPr/>
        </p:nvGrpSpPr>
        <p:grpSpPr>
          <a:xfrm>
            <a:off x="2290606" y="6005825"/>
            <a:ext cx="1279525" cy="551815"/>
            <a:chOff x="2290606" y="6005825"/>
            <a:chExt cx="1279525" cy="551815"/>
          </a:xfrm>
        </p:grpSpPr>
        <p:sp>
          <p:nvSpPr>
            <p:cNvPr id="281" name="object 281"/>
            <p:cNvSpPr/>
            <p:nvPr/>
          </p:nvSpPr>
          <p:spPr>
            <a:xfrm>
              <a:off x="2297591" y="6063456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10" h="105410">
                  <a:moveTo>
                    <a:pt x="105107" y="0"/>
                  </a:moveTo>
                  <a:lnTo>
                    <a:pt x="0" y="0"/>
                  </a:lnTo>
                  <a:lnTo>
                    <a:pt x="0" y="105107"/>
                  </a:lnTo>
                  <a:lnTo>
                    <a:pt x="105107" y="105107"/>
                  </a:lnTo>
                  <a:lnTo>
                    <a:pt x="105107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2297591" y="6063458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10" h="105410">
                  <a:moveTo>
                    <a:pt x="0" y="0"/>
                  </a:moveTo>
                  <a:lnTo>
                    <a:pt x="105107" y="0"/>
                  </a:lnTo>
                  <a:lnTo>
                    <a:pt x="105107" y="105107"/>
                  </a:lnTo>
                  <a:lnTo>
                    <a:pt x="0" y="105107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3" name="object 28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11804" y="6009157"/>
              <a:ext cx="658027" cy="548356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2952930" y="6019794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60" h="455929">
                  <a:moveTo>
                    <a:pt x="444977" y="0"/>
                  </a:moveTo>
                  <a:lnTo>
                    <a:pt x="123380" y="0"/>
                  </a:lnTo>
                  <a:lnTo>
                    <a:pt x="75355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80"/>
                  </a:lnTo>
                  <a:lnTo>
                    <a:pt x="0" y="332084"/>
                  </a:lnTo>
                  <a:lnTo>
                    <a:pt x="9695" y="380110"/>
                  </a:lnTo>
                  <a:lnTo>
                    <a:pt x="36137" y="419328"/>
                  </a:lnTo>
                  <a:lnTo>
                    <a:pt x="75355" y="445769"/>
                  </a:lnTo>
                  <a:lnTo>
                    <a:pt x="123380" y="455465"/>
                  </a:lnTo>
                  <a:lnTo>
                    <a:pt x="444977" y="455465"/>
                  </a:lnTo>
                  <a:lnTo>
                    <a:pt x="493003" y="445769"/>
                  </a:lnTo>
                  <a:lnTo>
                    <a:pt x="532220" y="419328"/>
                  </a:lnTo>
                  <a:lnTo>
                    <a:pt x="558662" y="380110"/>
                  </a:lnTo>
                  <a:lnTo>
                    <a:pt x="568358" y="332084"/>
                  </a:lnTo>
                  <a:lnTo>
                    <a:pt x="568358" y="123380"/>
                  </a:lnTo>
                  <a:lnTo>
                    <a:pt x="558662" y="75354"/>
                  </a:lnTo>
                  <a:lnTo>
                    <a:pt x="532220" y="36137"/>
                  </a:lnTo>
                  <a:lnTo>
                    <a:pt x="493003" y="9695"/>
                  </a:lnTo>
                  <a:lnTo>
                    <a:pt x="44497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2952931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60" h="455929">
                  <a:moveTo>
                    <a:pt x="123380" y="0"/>
                  </a:moveTo>
                  <a:lnTo>
                    <a:pt x="444977" y="0"/>
                  </a:lnTo>
                  <a:lnTo>
                    <a:pt x="493002" y="9695"/>
                  </a:lnTo>
                  <a:lnTo>
                    <a:pt x="532220" y="36137"/>
                  </a:lnTo>
                  <a:lnTo>
                    <a:pt x="558662" y="75354"/>
                  </a:lnTo>
                  <a:lnTo>
                    <a:pt x="568357" y="123380"/>
                  </a:lnTo>
                  <a:lnTo>
                    <a:pt x="568357" y="332084"/>
                  </a:lnTo>
                  <a:lnTo>
                    <a:pt x="558662" y="380110"/>
                  </a:lnTo>
                  <a:lnTo>
                    <a:pt x="532220" y="419327"/>
                  </a:lnTo>
                  <a:lnTo>
                    <a:pt x="493002" y="445769"/>
                  </a:lnTo>
                  <a:lnTo>
                    <a:pt x="444977" y="455464"/>
                  </a:lnTo>
                  <a:lnTo>
                    <a:pt x="123380" y="455464"/>
                  </a:lnTo>
                  <a:lnTo>
                    <a:pt x="75354" y="445769"/>
                  </a:lnTo>
                  <a:lnTo>
                    <a:pt x="36137" y="419327"/>
                  </a:lnTo>
                  <a:lnTo>
                    <a:pt x="9695" y="380110"/>
                  </a:lnTo>
                  <a:lnTo>
                    <a:pt x="0" y="332084"/>
                  </a:lnTo>
                  <a:lnTo>
                    <a:pt x="0" y="123380"/>
                  </a:lnTo>
                  <a:lnTo>
                    <a:pt x="9695" y="75354"/>
                  </a:lnTo>
                  <a:lnTo>
                    <a:pt x="36137" y="36137"/>
                  </a:lnTo>
                  <a:lnTo>
                    <a:pt x="75354" y="9695"/>
                  </a:lnTo>
                  <a:lnTo>
                    <a:pt x="123380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2995752" y="6228499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375582" y="0"/>
                  </a:moveTo>
                  <a:lnTo>
                    <a:pt x="75116" y="0"/>
                  </a:lnTo>
                  <a:lnTo>
                    <a:pt x="0" y="165011"/>
                  </a:lnTo>
                  <a:lnTo>
                    <a:pt x="450698" y="165011"/>
                  </a:lnTo>
                  <a:lnTo>
                    <a:pt x="37558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2995752" y="6228500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0" y="165010"/>
                  </a:moveTo>
                  <a:lnTo>
                    <a:pt x="450699" y="165010"/>
                  </a:lnTo>
                  <a:lnTo>
                    <a:pt x="375583" y="0"/>
                  </a:lnTo>
                  <a:lnTo>
                    <a:pt x="75116" y="0"/>
                  </a:lnTo>
                  <a:lnTo>
                    <a:pt x="0" y="16501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8" name="object 288"/>
          <p:cNvSpPr txBox="1"/>
          <p:nvPr/>
        </p:nvSpPr>
        <p:spPr>
          <a:xfrm>
            <a:off x="3158145" y="6186331"/>
            <a:ext cx="1263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89" name="object 289"/>
          <p:cNvGrpSpPr/>
          <p:nvPr/>
        </p:nvGrpSpPr>
        <p:grpSpPr>
          <a:xfrm>
            <a:off x="3352485" y="6005825"/>
            <a:ext cx="2452370" cy="551815"/>
            <a:chOff x="3352485" y="6005825"/>
            <a:chExt cx="2452370" cy="551815"/>
          </a:xfrm>
        </p:grpSpPr>
        <p:sp>
          <p:nvSpPr>
            <p:cNvPr id="290" name="object 290"/>
            <p:cNvSpPr/>
            <p:nvPr/>
          </p:nvSpPr>
          <p:spPr>
            <a:xfrm>
              <a:off x="3359469" y="6063456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10" h="105410">
                  <a:moveTo>
                    <a:pt x="105107" y="0"/>
                  </a:moveTo>
                  <a:lnTo>
                    <a:pt x="0" y="0"/>
                  </a:lnTo>
                  <a:lnTo>
                    <a:pt x="0" y="105107"/>
                  </a:lnTo>
                  <a:lnTo>
                    <a:pt x="105107" y="105107"/>
                  </a:lnTo>
                  <a:lnTo>
                    <a:pt x="105107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3359470" y="6063458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10" h="105410">
                  <a:moveTo>
                    <a:pt x="0" y="0"/>
                  </a:moveTo>
                  <a:lnTo>
                    <a:pt x="105107" y="0"/>
                  </a:lnTo>
                  <a:lnTo>
                    <a:pt x="105107" y="105107"/>
                  </a:lnTo>
                  <a:lnTo>
                    <a:pt x="0" y="105107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2" name="object 29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46356" y="6009157"/>
              <a:ext cx="658027" cy="548356"/>
            </a:xfrm>
            <a:prstGeom prst="rect">
              <a:avLst/>
            </a:prstGeom>
          </p:spPr>
        </p:pic>
        <p:sp>
          <p:nvSpPr>
            <p:cNvPr id="293" name="object 293"/>
            <p:cNvSpPr/>
            <p:nvPr/>
          </p:nvSpPr>
          <p:spPr>
            <a:xfrm>
              <a:off x="5192052" y="6019794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60" h="455929">
                  <a:moveTo>
                    <a:pt x="444977" y="0"/>
                  </a:moveTo>
                  <a:lnTo>
                    <a:pt x="123380" y="0"/>
                  </a:lnTo>
                  <a:lnTo>
                    <a:pt x="75355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80"/>
                  </a:lnTo>
                  <a:lnTo>
                    <a:pt x="0" y="332084"/>
                  </a:lnTo>
                  <a:lnTo>
                    <a:pt x="9695" y="380110"/>
                  </a:lnTo>
                  <a:lnTo>
                    <a:pt x="36137" y="419328"/>
                  </a:lnTo>
                  <a:lnTo>
                    <a:pt x="75355" y="445769"/>
                  </a:lnTo>
                  <a:lnTo>
                    <a:pt x="123380" y="455465"/>
                  </a:lnTo>
                  <a:lnTo>
                    <a:pt x="444977" y="455465"/>
                  </a:lnTo>
                  <a:lnTo>
                    <a:pt x="493003" y="445769"/>
                  </a:lnTo>
                  <a:lnTo>
                    <a:pt x="532220" y="419328"/>
                  </a:lnTo>
                  <a:lnTo>
                    <a:pt x="558662" y="380110"/>
                  </a:lnTo>
                  <a:lnTo>
                    <a:pt x="568358" y="332084"/>
                  </a:lnTo>
                  <a:lnTo>
                    <a:pt x="568358" y="123380"/>
                  </a:lnTo>
                  <a:lnTo>
                    <a:pt x="558662" y="75354"/>
                  </a:lnTo>
                  <a:lnTo>
                    <a:pt x="532220" y="36137"/>
                  </a:lnTo>
                  <a:lnTo>
                    <a:pt x="493003" y="9695"/>
                  </a:lnTo>
                  <a:lnTo>
                    <a:pt x="44497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5192053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60" h="455929">
                  <a:moveTo>
                    <a:pt x="123380" y="0"/>
                  </a:moveTo>
                  <a:lnTo>
                    <a:pt x="444977" y="0"/>
                  </a:lnTo>
                  <a:lnTo>
                    <a:pt x="493002" y="9695"/>
                  </a:lnTo>
                  <a:lnTo>
                    <a:pt x="532220" y="36137"/>
                  </a:lnTo>
                  <a:lnTo>
                    <a:pt x="558662" y="75354"/>
                  </a:lnTo>
                  <a:lnTo>
                    <a:pt x="568357" y="123380"/>
                  </a:lnTo>
                  <a:lnTo>
                    <a:pt x="568357" y="332084"/>
                  </a:lnTo>
                  <a:lnTo>
                    <a:pt x="558662" y="380110"/>
                  </a:lnTo>
                  <a:lnTo>
                    <a:pt x="532220" y="419327"/>
                  </a:lnTo>
                  <a:lnTo>
                    <a:pt x="493002" y="445769"/>
                  </a:lnTo>
                  <a:lnTo>
                    <a:pt x="444977" y="455464"/>
                  </a:lnTo>
                  <a:lnTo>
                    <a:pt x="123380" y="455464"/>
                  </a:lnTo>
                  <a:lnTo>
                    <a:pt x="75355" y="445769"/>
                  </a:lnTo>
                  <a:lnTo>
                    <a:pt x="36137" y="419327"/>
                  </a:lnTo>
                  <a:lnTo>
                    <a:pt x="9695" y="380110"/>
                  </a:lnTo>
                  <a:lnTo>
                    <a:pt x="0" y="332084"/>
                  </a:lnTo>
                  <a:lnTo>
                    <a:pt x="0" y="123380"/>
                  </a:lnTo>
                  <a:lnTo>
                    <a:pt x="9695" y="75354"/>
                  </a:lnTo>
                  <a:lnTo>
                    <a:pt x="36137" y="36137"/>
                  </a:lnTo>
                  <a:lnTo>
                    <a:pt x="75355" y="9695"/>
                  </a:lnTo>
                  <a:lnTo>
                    <a:pt x="123380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5234875" y="6228499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375580" y="0"/>
                  </a:moveTo>
                  <a:lnTo>
                    <a:pt x="75116" y="0"/>
                  </a:lnTo>
                  <a:lnTo>
                    <a:pt x="0" y="165011"/>
                  </a:lnTo>
                  <a:lnTo>
                    <a:pt x="450697" y="165011"/>
                  </a:lnTo>
                  <a:lnTo>
                    <a:pt x="375580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5234875" y="6228500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0" y="165010"/>
                  </a:moveTo>
                  <a:lnTo>
                    <a:pt x="450698" y="165010"/>
                  </a:lnTo>
                  <a:lnTo>
                    <a:pt x="375581" y="0"/>
                  </a:lnTo>
                  <a:lnTo>
                    <a:pt x="75116" y="0"/>
                  </a:lnTo>
                  <a:lnTo>
                    <a:pt x="0" y="16501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7" name="object 297"/>
          <p:cNvSpPr txBox="1"/>
          <p:nvPr/>
        </p:nvSpPr>
        <p:spPr>
          <a:xfrm>
            <a:off x="5397267" y="6186331"/>
            <a:ext cx="1263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8" name="object 298"/>
          <p:cNvGrpSpPr/>
          <p:nvPr/>
        </p:nvGrpSpPr>
        <p:grpSpPr>
          <a:xfrm>
            <a:off x="5591608" y="6005825"/>
            <a:ext cx="1391920" cy="551815"/>
            <a:chOff x="5591608" y="6005825"/>
            <a:chExt cx="1391920" cy="551815"/>
          </a:xfrm>
        </p:grpSpPr>
        <p:sp>
          <p:nvSpPr>
            <p:cNvPr id="299" name="object 299"/>
            <p:cNvSpPr/>
            <p:nvPr/>
          </p:nvSpPr>
          <p:spPr>
            <a:xfrm>
              <a:off x="5598592" y="6063456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10" h="105410">
                  <a:moveTo>
                    <a:pt x="105107" y="0"/>
                  </a:moveTo>
                  <a:lnTo>
                    <a:pt x="0" y="0"/>
                  </a:lnTo>
                  <a:lnTo>
                    <a:pt x="0" y="105107"/>
                  </a:lnTo>
                  <a:lnTo>
                    <a:pt x="105107" y="105107"/>
                  </a:lnTo>
                  <a:lnTo>
                    <a:pt x="105107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5598593" y="6063458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10" h="105410">
                  <a:moveTo>
                    <a:pt x="0" y="0"/>
                  </a:moveTo>
                  <a:lnTo>
                    <a:pt x="105107" y="0"/>
                  </a:lnTo>
                  <a:lnTo>
                    <a:pt x="105107" y="105107"/>
                  </a:lnTo>
                  <a:lnTo>
                    <a:pt x="0" y="105107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1" name="object 30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25322" y="6009157"/>
              <a:ext cx="658027" cy="548356"/>
            </a:xfrm>
            <a:prstGeom prst="rect">
              <a:avLst/>
            </a:prstGeom>
          </p:spPr>
        </p:pic>
        <p:sp>
          <p:nvSpPr>
            <p:cNvPr id="302" name="object 302"/>
            <p:cNvSpPr/>
            <p:nvPr/>
          </p:nvSpPr>
          <p:spPr>
            <a:xfrm>
              <a:off x="6366448" y="6019794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444978" y="0"/>
                  </a:moveTo>
                  <a:lnTo>
                    <a:pt x="123380" y="0"/>
                  </a:lnTo>
                  <a:lnTo>
                    <a:pt x="75355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80"/>
                  </a:lnTo>
                  <a:lnTo>
                    <a:pt x="0" y="332084"/>
                  </a:lnTo>
                  <a:lnTo>
                    <a:pt x="9695" y="380110"/>
                  </a:lnTo>
                  <a:lnTo>
                    <a:pt x="36137" y="419328"/>
                  </a:lnTo>
                  <a:lnTo>
                    <a:pt x="75355" y="445769"/>
                  </a:lnTo>
                  <a:lnTo>
                    <a:pt x="123380" y="455465"/>
                  </a:lnTo>
                  <a:lnTo>
                    <a:pt x="444978" y="455465"/>
                  </a:lnTo>
                  <a:lnTo>
                    <a:pt x="493003" y="445769"/>
                  </a:lnTo>
                  <a:lnTo>
                    <a:pt x="532221" y="419328"/>
                  </a:lnTo>
                  <a:lnTo>
                    <a:pt x="558662" y="380110"/>
                  </a:lnTo>
                  <a:lnTo>
                    <a:pt x="568358" y="332084"/>
                  </a:lnTo>
                  <a:lnTo>
                    <a:pt x="568358" y="123380"/>
                  </a:lnTo>
                  <a:lnTo>
                    <a:pt x="558662" y="75354"/>
                  </a:lnTo>
                  <a:lnTo>
                    <a:pt x="532221" y="36137"/>
                  </a:lnTo>
                  <a:lnTo>
                    <a:pt x="493003" y="9695"/>
                  </a:lnTo>
                  <a:lnTo>
                    <a:pt x="444978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6366450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123380" y="0"/>
                  </a:moveTo>
                  <a:lnTo>
                    <a:pt x="444977" y="0"/>
                  </a:lnTo>
                  <a:lnTo>
                    <a:pt x="493002" y="9695"/>
                  </a:lnTo>
                  <a:lnTo>
                    <a:pt x="532220" y="36137"/>
                  </a:lnTo>
                  <a:lnTo>
                    <a:pt x="558662" y="75354"/>
                  </a:lnTo>
                  <a:lnTo>
                    <a:pt x="568357" y="123380"/>
                  </a:lnTo>
                  <a:lnTo>
                    <a:pt x="568357" y="332084"/>
                  </a:lnTo>
                  <a:lnTo>
                    <a:pt x="558662" y="380110"/>
                  </a:lnTo>
                  <a:lnTo>
                    <a:pt x="532220" y="419327"/>
                  </a:lnTo>
                  <a:lnTo>
                    <a:pt x="493002" y="445769"/>
                  </a:lnTo>
                  <a:lnTo>
                    <a:pt x="444977" y="455464"/>
                  </a:lnTo>
                  <a:lnTo>
                    <a:pt x="123380" y="455464"/>
                  </a:lnTo>
                  <a:lnTo>
                    <a:pt x="75354" y="445769"/>
                  </a:lnTo>
                  <a:lnTo>
                    <a:pt x="36137" y="419327"/>
                  </a:lnTo>
                  <a:lnTo>
                    <a:pt x="9695" y="380110"/>
                  </a:lnTo>
                  <a:lnTo>
                    <a:pt x="0" y="332084"/>
                  </a:lnTo>
                  <a:lnTo>
                    <a:pt x="0" y="123380"/>
                  </a:lnTo>
                  <a:lnTo>
                    <a:pt x="9695" y="75354"/>
                  </a:lnTo>
                  <a:lnTo>
                    <a:pt x="36137" y="36137"/>
                  </a:lnTo>
                  <a:lnTo>
                    <a:pt x="75354" y="9695"/>
                  </a:lnTo>
                  <a:lnTo>
                    <a:pt x="123380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6409270" y="6228499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375583" y="0"/>
                  </a:moveTo>
                  <a:lnTo>
                    <a:pt x="75116" y="0"/>
                  </a:lnTo>
                  <a:lnTo>
                    <a:pt x="0" y="165011"/>
                  </a:lnTo>
                  <a:lnTo>
                    <a:pt x="450700" y="165011"/>
                  </a:lnTo>
                  <a:lnTo>
                    <a:pt x="37558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6409271" y="6228500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0" y="165010"/>
                  </a:moveTo>
                  <a:lnTo>
                    <a:pt x="450699" y="165010"/>
                  </a:lnTo>
                  <a:lnTo>
                    <a:pt x="375583" y="0"/>
                  </a:lnTo>
                  <a:lnTo>
                    <a:pt x="75116" y="0"/>
                  </a:lnTo>
                  <a:lnTo>
                    <a:pt x="0" y="16501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6" name="object 306"/>
          <p:cNvSpPr txBox="1"/>
          <p:nvPr/>
        </p:nvSpPr>
        <p:spPr>
          <a:xfrm>
            <a:off x="6571664" y="6186331"/>
            <a:ext cx="1263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07" name="object 307"/>
          <p:cNvGrpSpPr/>
          <p:nvPr/>
        </p:nvGrpSpPr>
        <p:grpSpPr>
          <a:xfrm>
            <a:off x="6766004" y="6005825"/>
            <a:ext cx="1383030" cy="551815"/>
            <a:chOff x="6766004" y="6005825"/>
            <a:chExt cx="1383030" cy="551815"/>
          </a:xfrm>
        </p:grpSpPr>
        <p:sp>
          <p:nvSpPr>
            <p:cNvPr id="308" name="object 308"/>
            <p:cNvSpPr/>
            <p:nvPr/>
          </p:nvSpPr>
          <p:spPr>
            <a:xfrm>
              <a:off x="6772988" y="6063456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105107" y="0"/>
                  </a:moveTo>
                  <a:lnTo>
                    <a:pt x="0" y="0"/>
                  </a:lnTo>
                  <a:lnTo>
                    <a:pt x="0" y="105107"/>
                  </a:lnTo>
                  <a:lnTo>
                    <a:pt x="105107" y="105107"/>
                  </a:lnTo>
                  <a:lnTo>
                    <a:pt x="105107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6772989" y="6063458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0" y="0"/>
                  </a:moveTo>
                  <a:lnTo>
                    <a:pt x="105107" y="0"/>
                  </a:lnTo>
                  <a:lnTo>
                    <a:pt x="105107" y="105107"/>
                  </a:lnTo>
                  <a:lnTo>
                    <a:pt x="0" y="105107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0" name="object 31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90580" y="6009157"/>
              <a:ext cx="658027" cy="548356"/>
            </a:xfrm>
            <a:prstGeom prst="rect">
              <a:avLst/>
            </a:prstGeom>
          </p:spPr>
        </p:pic>
        <p:sp>
          <p:nvSpPr>
            <p:cNvPr id="311" name="object 311"/>
            <p:cNvSpPr/>
            <p:nvPr/>
          </p:nvSpPr>
          <p:spPr>
            <a:xfrm>
              <a:off x="7536276" y="6019794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444977" y="0"/>
                  </a:moveTo>
                  <a:lnTo>
                    <a:pt x="123380" y="0"/>
                  </a:lnTo>
                  <a:lnTo>
                    <a:pt x="75355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80"/>
                  </a:lnTo>
                  <a:lnTo>
                    <a:pt x="0" y="332084"/>
                  </a:lnTo>
                  <a:lnTo>
                    <a:pt x="9695" y="380110"/>
                  </a:lnTo>
                  <a:lnTo>
                    <a:pt x="36137" y="419328"/>
                  </a:lnTo>
                  <a:lnTo>
                    <a:pt x="75355" y="445769"/>
                  </a:lnTo>
                  <a:lnTo>
                    <a:pt x="123380" y="455465"/>
                  </a:lnTo>
                  <a:lnTo>
                    <a:pt x="444977" y="455465"/>
                  </a:lnTo>
                  <a:lnTo>
                    <a:pt x="493003" y="445769"/>
                  </a:lnTo>
                  <a:lnTo>
                    <a:pt x="532220" y="419328"/>
                  </a:lnTo>
                  <a:lnTo>
                    <a:pt x="558662" y="380110"/>
                  </a:lnTo>
                  <a:lnTo>
                    <a:pt x="568358" y="332084"/>
                  </a:lnTo>
                  <a:lnTo>
                    <a:pt x="568358" y="123380"/>
                  </a:lnTo>
                  <a:lnTo>
                    <a:pt x="558662" y="75354"/>
                  </a:lnTo>
                  <a:lnTo>
                    <a:pt x="532220" y="36137"/>
                  </a:lnTo>
                  <a:lnTo>
                    <a:pt x="493003" y="9695"/>
                  </a:lnTo>
                  <a:lnTo>
                    <a:pt x="44497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7536277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123380" y="0"/>
                  </a:moveTo>
                  <a:lnTo>
                    <a:pt x="444977" y="0"/>
                  </a:lnTo>
                  <a:lnTo>
                    <a:pt x="493002" y="9695"/>
                  </a:lnTo>
                  <a:lnTo>
                    <a:pt x="532220" y="36137"/>
                  </a:lnTo>
                  <a:lnTo>
                    <a:pt x="558662" y="75354"/>
                  </a:lnTo>
                  <a:lnTo>
                    <a:pt x="568357" y="123380"/>
                  </a:lnTo>
                  <a:lnTo>
                    <a:pt x="568357" y="332084"/>
                  </a:lnTo>
                  <a:lnTo>
                    <a:pt x="558662" y="380110"/>
                  </a:lnTo>
                  <a:lnTo>
                    <a:pt x="532220" y="419327"/>
                  </a:lnTo>
                  <a:lnTo>
                    <a:pt x="493002" y="445769"/>
                  </a:lnTo>
                  <a:lnTo>
                    <a:pt x="444977" y="455464"/>
                  </a:lnTo>
                  <a:lnTo>
                    <a:pt x="123380" y="455464"/>
                  </a:lnTo>
                  <a:lnTo>
                    <a:pt x="75355" y="445769"/>
                  </a:lnTo>
                  <a:lnTo>
                    <a:pt x="36137" y="419327"/>
                  </a:lnTo>
                  <a:lnTo>
                    <a:pt x="9695" y="380110"/>
                  </a:lnTo>
                  <a:lnTo>
                    <a:pt x="0" y="332084"/>
                  </a:lnTo>
                  <a:lnTo>
                    <a:pt x="0" y="123380"/>
                  </a:lnTo>
                  <a:lnTo>
                    <a:pt x="9695" y="75354"/>
                  </a:lnTo>
                  <a:lnTo>
                    <a:pt x="36137" y="36137"/>
                  </a:lnTo>
                  <a:lnTo>
                    <a:pt x="75355" y="9695"/>
                  </a:lnTo>
                  <a:lnTo>
                    <a:pt x="123380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7579098" y="6228499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375582" y="0"/>
                  </a:moveTo>
                  <a:lnTo>
                    <a:pt x="75116" y="0"/>
                  </a:lnTo>
                  <a:lnTo>
                    <a:pt x="0" y="165011"/>
                  </a:lnTo>
                  <a:lnTo>
                    <a:pt x="450698" y="165011"/>
                  </a:lnTo>
                  <a:lnTo>
                    <a:pt x="37558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7579099" y="6228500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0" y="165010"/>
                  </a:moveTo>
                  <a:lnTo>
                    <a:pt x="450698" y="165010"/>
                  </a:lnTo>
                  <a:lnTo>
                    <a:pt x="375581" y="0"/>
                  </a:lnTo>
                  <a:lnTo>
                    <a:pt x="75116" y="0"/>
                  </a:lnTo>
                  <a:lnTo>
                    <a:pt x="0" y="16501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5" name="object 315"/>
          <p:cNvSpPr txBox="1"/>
          <p:nvPr/>
        </p:nvSpPr>
        <p:spPr>
          <a:xfrm>
            <a:off x="7741491" y="6186331"/>
            <a:ext cx="1263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16" name="object 316"/>
          <p:cNvGrpSpPr/>
          <p:nvPr/>
        </p:nvGrpSpPr>
        <p:grpSpPr>
          <a:xfrm>
            <a:off x="7935833" y="6005825"/>
            <a:ext cx="1433195" cy="551815"/>
            <a:chOff x="7935833" y="6005825"/>
            <a:chExt cx="1433195" cy="551815"/>
          </a:xfrm>
        </p:grpSpPr>
        <p:sp>
          <p:nvSpPr>
            <p:cNvPr id="317" name="object 317"/>
            <p:cNvSpPr/>
            <p:nvPr/>
          </p:nvSpPr>
          <p:spPr>
            <a:xfrm>
              <a:off x="7942816" y="6063456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105107" y="0"/>
                  </a:moveTo>
                  <a:lnTo>
                    <a:pt x="0" y="0"/>
                  </a:lnTo>
                  <a:lnTo>
                    <a:pt x="0" y="105107"/>
                  </a:lnTo>
                  <a:lnTo>
                    <a:pt x="105107" y="105107"/>
                  </a:lnTo>
                  <a:lnTo>
                    <a:pt x="105107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7942818" y="6063458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0" y="0"/>
                  </a:moveTo>
                  <a:lnTo>
                    <a:pt x="105107" y="0"/>
                  </a:lnTo>
                  <a:lnTo>
                    <a:pt x="105107" y="105107"/>
                  </a:lnTo>
                  <a:lnTo>
                    <a:pt x="0" y="105107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9" name="object 3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10673" y="6009157"/>
              <a:ext cx="658027" cy="548356"/>
            </a:xfrm>
            <a:prstGeom prst="rect">
              <a:avLst/>
            </a:prstGeom>
          </p:spPr>
        </p:pic>
        <p:sp>
          <p:nvSpPr>
            <p:cNvPr id="320" name="object 320"/>
            <p:cNvSpPr/>
            <p:nvPr/>
          </p:nvSpPr>
          <p:spPr>
            <a:xfrm>
              <a:off x="8754647" y="6019794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444977" y="0"/>
                  </a:moveTo>
                  <a:lnTo>
                    <a:pt x="123380" y="0"/>
                  </a:lnTo>
                  <a:lnTo>
                    <a:pt x="75354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80"/>
                  </a:lnTo>
                  <a:lnTo>
                    <a:pt x="0" y="332084"/>
                  </a:lnTo>
                  <a:lnTo>
                    <a:pt x="9695" y="380110"/>
                  </a:lnTo>
                  <a:lnTo>
                    <a:pt x="36137" y="419328"/>
                  </a:lnTo>
                  <a:lnTo>
                    <a:pt x="75354" y="445769"/>
                  </a:lnTo>
                  <a:lnTo>
                    <a:pt x="123380" y="455465"/>
                  </a:lnTo>
                  <a:lnTo>
                    <a:pt x="444977" y="455465"/>
                  </a:lnTo>
                  <a:lnTo>
                    <a:pt x="493002" y="445769"/>
                  </a:lnTo>
                  <a:lnTo>
                    <a:pt x="532220" y="419328"/>
                  </a:lnTo>
                  <a:lnTo>
                    <a:pt x="558662" y="380110"/>
                  </a:lnTo>
                  <a:lnTo>
                    <a:pt x="568358" y="332084"/>
                  </a:lnTo>
                  <a:lnTo>
                    <a:pt x="568358" y="123380"/>
                  </a:lnTo>
                  <a:lnTo>
                    <a:pt x="558662" y="75354"/>
                  </a:lnTo>
                  <a:lnTo>
                    <a:pt x="532220" y="36137"/>
                  </a:lnTo>
                  <a:lnTo>
                    <a:pt x="493002" y="9695"/>
                  </a:lnTo>
                  <a:lnTo>
                    <a:pt x="44497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8754649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123380" y="0"/>
                  </a:moveTo>
                  <a:lnTo>
                    <a:pt x="444977" y="0"/>
                  </a:lnTo>
                  <a:lnTo>
                    <a:pt x="493002" y="9695"/>
                  </a:lnTo>
                  <a:lnTo>
                    <a:pt x="532220" y="36137"/>
                  </a:lnTo>
                  <a:lnTo>
                    <a:pt x="558661" y="75354"/>
                  </a:lnTo>
                  <a:lnTo>
                    <a:pt x="568357" y="123380"/>
                  </a:lnTo>
                  <a:lnTo>
                    <a:pt x="568357" y="332084"/>
                  </a:lnTo>
                  <a:lnTo>
                    <a:pt x="558661" y="380110"/>
                  </a:lnTo>
                  <a:lnTo>
                    <a:pt x="532220" y="419327"/>
                  </a:lnTo>
                  <a:lnTo>
                    <a:pt x="493002" y="445769"/>
                  </a:lnTo>
                  <a:lnTo>
                    <a:pt x="444977" y="455464"/>
                  </a:lnTo>
                  <a:lnTo>
                    <a:pt x="123380" y="455464"/>
                  </a:lnTo>
                  <a:lnTo>
                    <a:pt x="75354" y="445769"/>
                  </a:lnTo>
                  <a:lnTo>
                    <a:pt x="36137" y="419327"/>
                  </a:lnTo>
                  <a:lnTo>
                    <a:pt x="9695" y="380110"/>
                  </a:lnTo>
                  <a:lnTo>
                    <a:pt x="0" y="332084"/>
                  </a:lnTo>
                  <a:lnTo>
                    <a:pt x="0" y="123380"/>
                  </a:lnTo>
                  <a:lnTo>
                    <a:pt x="9695" y="75354"/>
                  </a:lnTo>
                  <a:lnTo>
                    <a:pt x="36137" y="36137"/>
                  </a:lnTo>
                  <a:lnTo>
                    <a:pt x="75354" y="9695"/>
                  </a:lnTo>
                  <a:lnTo>
                    <a:pt x="123380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8797469" y="6228499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375582" y="0"/>
                  </a:moveTo>
                  <a:lnTo>
                    <a:pt x="75116" y="0"/>
                  </a:lnTo>
                  <a:lnTo>
                    <a:pt x="0" y="165011"/>
                  </a:lnTo>
                  <a:lnTo>
                    <a:pt x="450698" y="165011"/>
                  </a:lnTo>
                  <a:lnTo>
                    <a:pt x="37558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8797470" y="6228500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0" y="165010"/>
                  </a:moveTo>
                  <a:lnTo>
                    <a:pt x="450699" y="165010"/>
                  </a:lnTo>
                  <a:lnTo>
                    <a:pt x="375583" y="0"/>
                  </a:lnTo>
                  <a:lnTo>
                    <a:pt x="75116" y="0"/>
                  </a:lnTo>
                  <a:lnTo>
                    <a:pt x="0" y="16501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4" name="object 324"/>
          <p:cNvSpPr txBox="1"/>
          <p:nvPr/>
        </p:nvSpPr>
        <p:spPr>
          <a:xfrm>
            <a:off x="8959863" y="6186331"/>
            <a:ext cx="1263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25" name="object 325"/>
          <p:cNvGrpSpPr/>
          <p:nvPr/>
        </p:nvGrpSpPr>
        <p:grpSpPr>
          <a:xfrm>
            <a:off x="9154203" y="6005825"/>
            <a:ext cx="1421130" cy="551815"/>
            <a:chOff x="9154203" y="6005825"/>
            <a:chExt cx="1421130" cy="551815"/>
          </a:xfrm>
        </p:grpSpPr>
        <p:sp>
          <p:nvSpPr>
            <p:cNvPr id="326" name="object 326"/>
            <p:cNvSpPr/>
            <p:nvPr/>
          </p:nvSpPr>
          <p:spPr>
            <a:xfrm>
              <a:off x="9161186" y="6063456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105107" y="0"/>
                  </a:moveTo>
                  <a:lnTo>
                    <a:pt x="0" y="0"/>
                  </a:lnTo>
                  <a:lnTo>
                    <a:pt x="0" y="105107"/>
                  </a:lnTo>
                  <a:lnTo>
                    <a:pt x="105107" y="105107"/>
                  </a:lnTo>
                  <a:lnTo>
                    <a:pt x="105107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9161188" y="6063458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0" y="0"/>
                  </a:moveTo>
                  <a:lnTo>
                    <a:pt x="105107" y="0"/>
                  </a:lnTo>
                  <a:lnTo>
                    <a:pt x="105107" y="105107"/>
                  </a:lnTo>
                  <a:lnTo>
                    <a:pt x="0" y="105107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8" name="object 3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17057" y="6009157"/>
              <a:ext cx="658027" cy="548356"/>
            </a:xfrm>
            <a:prstGeom prst="rect">
              <a:avLst/>
            </a:prstGeom>
          </p:spPr>
        </p:pic>
        <p:sp>
          <p:nvSpPr>
            <p:cNvPr id="329" name="object 329"/>
            <p:cNvSpPr/>
            <p:nvPr/>
          </p:nvSpPr>
          <p:spPr>
            <a:xfrm>
              <a:off x="9962753" y="6019794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444977" y="0"/>
                  </a:moveTo>
                  <a:lnTo>
                    <a:pt x="123380" y="0"/>
                  </a:lnTo>
                  <a:lnTo>
                    <a:pt x="75355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80"/>
                  </a:lnTo>
                  <a:lnTo>
                    <a:pt x="0" y="332084"/>
                  </a:lnTo>
                  <a:lnTo>
                    <a:pt x="9695" y="380110"/>
                  </a:lnTo>
                  <a:lnTo>
                    <a:pt x="36137" y="419328"/>
                  </a:lnTo>
                  <a:lnTo>
                    <a:pt x="75355" y="445769"/>
                  </a:lnTo>
                  <a:lnTo>
                    <a:pt x="123380" y="455465"/>
                  </a:lnTo>
                  <a:lnTo>
                    <a:pt x="444977" y="455465"/>
                  </a:lnTo>
                  <a:lnTo>
                    <a:pt x="493003" y="445769"/>
                  </a:lnTo>
                  <a:lnTo>
                    <a:pt x="532220" y="419328"/>
                  </a:lnTo>
                  <a:lnTo>
                    <a:pt x="558662" y="380110"/>
                  </a:lnTo>
                  <a:lnTo>
                    <a:pt x="568358" y="332084"/>
                  </a:lnTo>
                  <a:lnTo>
                    <a:pt x="568358" y="123380"/>
                  </a:lnTo>
                  <a:lnTo>
                    <a:pt x="558662" y="75354"/>
                  </a:lnTo>
                  <a:lnTo>
                    <a:pt x="532220" y="36137"/>
                  </a:lnTo>
                  <a:lnTo>
                    <a:pt x="493003" y="9695"/>
                  </a:lnTo>
                  <a:lnTo>
                    <a:pt x="44497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9962755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123380" y="0"/>
                  </a:moveTo>
                  <a:lnTo>
                    <a:pt x="444977" y="0"/>
                  </a:lnTo>
                  <a:lnTo>
                    <a:pt x="493002" y="9695"/>
                  </a:lnTo>
                  <a:lnTo>
                    <a:pt x="532220" y="36137"/>
                  </a:lnTo>
                  <a:lnTo>
                    <a:pt x="558662" y="75354"/>
                  </a:lnTo>
                  <a:lnTo>
                    <a:pt x="568357" y="123380"/>
                  </a:lnTo>
                  <a:lnTo>
                    <a:pt x="568357" y="332084"/>
                  </a:lnTo>
                  <a:lnTo>
                    <a:pt x="558662" y="380110"/>
                  </a:lnTo>
                  <a:lnTo>
                    <a:pt x="532220" y="419327"/>
                  </a:lnTo>
                  <a:lnTo>
                    <a:pt x="493002" y="445769"/>
                  </a:lnTo>
                  <a:lnTo>
                    <a:pt x="444977" y="455464"/>
                  </a:lnTo>
                  <a:lnTo>
                    <a:pt x="123380" y="455464"/>
                  </a:lnTo>
                  <a:lnTo>
                    <a:pt x="75355" y="445769"/>
                  </a:lnTo>
                  <a:lnTo>
                    <a:pt x="36137" y="419327"/>
                  </a:lnTo>
                  <a:lnTo>
                    <a:pt x="9695" y="380110"/>
                  </a:lnTo>
                  <a:lnTo>
                    <a:pt x="0" y="332084"/>
                  </a:lnTo>
                  <a:lnTo>
                    <a:pt x="0" y="123380"/>
                  </a:lnTo>
                  <a:lnTo>
                    <a:pt x="9695" y="75354"/>
                  </a:lnTo>
                  <a:lnTo>
                    <a:pt x="36137" y="36137"/>
                  </a:lnTo>
                  <a:lnTo>
                    <a:pt x="75355" y="9695"/>
                  </a:lnTo>
                  <a:lnTo>
                    <a:pt x="123380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0005575" y="6228499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375582" y="0"/>
                  </a:moveTo>
                  <a:lnTo>
                    <a:pt x="75116" y="0"/>
                  </a:lnTo>
                  <a:lnTo>
                    <a:pt x="0" y="165011"/>
                  </a:lnTo>
                  <a:lnTo>
                    <a:pt x="450698" y="165011"/>
                  </a:lnTo>
                  <a:lnTo>
                    <a:pt x="37558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005577" y="6228500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0" y="165010"/>
                  </a:moveTo>
                  <a:lnTo>
                    <a:pt x="450698" y="165010"/>
                  </a:lnTo>
                  <a:lnTo>
                    <a:pt x="375581" y="0"/>
                  </a:lnTo>
                  <a:lnTo>
                    <a:pt x="75116" y="0"/>
                  </a:lnTo>
                  <a:lnTo>
                    <a:pt x="0" y="16501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3" name="object 333"/>
          <p:cNvSpPr txBox="1"/>
          <p:nvPr/>
        </p:nvSpPr>
        <p:spPr>
          <a:xfrm>
            <a:off x="10167969" y="6186331"/>
            <a:ext cx="1263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34" name="object 334"/>
          <p:cNvGrpSpPr/>
          <p:nvPr/>
        </p:nvGrpSpPr>
        <p:grpSpPr>
          <a:xfrm>
            <a:off x="10362310" y="6005825"/>
            <a:ext cx="1570355" cy="551815"/>
            <a:chOff x="10362310" y="6005825"/>
            <a:chExt cx="1570355" cy="551815"/>
          </a:xfrm>
        </p:grpSpPr>
        <p:sp>
          <p:nvSpPr>
            <p:cNvPr id="335" name="object 335"/>
            <p:cNvSpPr/>
            <p:nvPr/>
          </p:nvSpPr>
          <p:spPr>
            <a:xfrm>
              <a:off x="10369294" y="6063456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105107" y="0"/>
                  </a:moveTo>
                  <a:lnTo>
                    <a:pt x="0" y="0"/>
                  </a:lnTo>
                  <a:lnTo>
                    <a:pt x="0" y="105107"/>
                  </a:lnTo>
                  <a:lnTo>
                    <a:pt x="105107" y="105107"/>
                  </a:lnTo>
                  <a:lnTo>
                    <a:pt x="105107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0369295" y="6063458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0" y="0"/>
                  </a:moveTo>
                  <a:lnTo>
                    <a:pt x="105107" y="0"/>
                  </a:lnTo>
                  <a:lnTo>
                    <a:pt x="105107" y="105107"/>
                  </a:lnTo>
                  <a:lnTo>
                    <a:pt x="0" y="105107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7" name="object 3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74239" y="6009157"/>
              <a:ext cx="658027" cy="548356"/>
            </a:xfrm>
            <a:prstGeom prst="rect">
              <a:avLst/>
            </a:prstGeom>
          </p:spPr>
        </p:pic>
        <p:sp>
          <p:nvSpPr>
            <p:cNvPr id="338" name="object 338"/>
            <p:cNvSpPr/>
            <p:nvPr/>
          </p:nvSpPr>
          <p:spPr>
            <a:xfrm>
              <a:off x="11325068" y="6019794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444977" y="0"/>
                  </a:moveTo>
                  <a:lnTo>
                    <a:pt x="123380" y="0"/>
                  </a:lnTo>
                  <a:lnTo>
                    <a:pt x="75354" y="9695"/>
                  </a:lnTo>
                  <a:lnTo>
                    <a:pt x="36137" y="36137"/>
                  </a:lnTo>
                  <a:lnTo>
                    <a:pt x="9695" y="75354"/>
                  </a:lnTo>
                  <a:lnTo>
                    <a:pt x="0" y="123380"/>
                  </a:lnTo>
                  <a:lnTo>
                    <a:pt x="0" y="332084"/>
                  </a:lnTo>
                  <a:lnTo>
                    <a:pt x="9695" y="380110"/>
                  </a:lnTo>
                  <a:lnTo>
                    <a:pt x="36137" y="419328"/>
                  </a:lnTo>
                  <a:lnTo>
                    <a:pt x="75354" y="445769"/>
                  </a:lnTo>
                  <a:lnTo>
                    <a:pt x="123380" y="455465"/>
                  </a:lnTo>
                  <a:lnTo>
                    <a:pt x="444977" y="455465"/>
                  </a:lnTo>
                  <a:lnTo>
                    <a:pt x="493001" y="445769"/>
                  </a:lnTo>
                  <a:lnTo>
                    <a:pt x="532220" y="419328"/>
                  </a:lnTo>
                  <a:lnTo>
                    <a:pt x="558661" y="380110"/>
                  </a:lnTo>
                  <a:lnTo>
                    <a:pt x="568358" y="332084"/>
                  </a:lnTo>
                  <a:lnTo>
                    <a:pt x="568358" y="123380"/>
                  </a:lnTo>
                  <a:lnTo>
                    <a:pt x="558661" y="75354"/>
                  </a:lnTo>
                  <a:lnTo>
                    <a:pt x="532220" y="36137"/>
                  </a:lnTo>
                  <a:lnTo>
                    <a:pt x="493001" y="9695"/>
                  </a:lnTo>
                  <a:lnTo>
                    <a:pt x="44497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1325070" y="6019795"/>
              <a:ext cx="568960" cy="455930"/>
            </a:xfrm>
            <a:custGeom>
              <a:avLst/>
              <a:gdLst/>
              <a:ahLst/>
              <a:cxnLst/>
              <a:rect l="l" t="t" r="r" b="b"/>
              <a:pathLst>
                <a:path w="568959" h="455929">
                  <a:moveTo>
                    <a:pt x="123380" y="0"/>
                  </a:moveTo>
                  <a:lnTo>
                    <a:pt x="444977" y="0"/>
                  </a:lnTo>
                  <a:lnTo>
                    <a:pt x="493002" y="9695"/>
                  </a:lnTo>
                  <a:lnTo>
                    <a:pt x="532220" y="36137"/>
                  </a:lnTo>
                  <a:lnTo>
                    <a:pt x="558661" y="75354"/>
                  </a:lnTo>
                  <a:lnTo>
                    <a:pt x="568357" y="123380"/>
                  </a:lnTo>
                  <a:lnTo>
                    <a:pt x="568357" y="332084"/>
                  </a:lnTo>
                  <a:lnTo>
                    <a:pt x="558661" y="380110"/>
                  </a:lnTo>
                  <a:lnTo>
                    <a:pt x="532220" y="419327"/>
                  </a:lnTo>
                  <a:lnTo>
                    <a:pt x="493002" y="445769"/>
                  </a:lnTo>
                  <a:lnTo>
                    <a:pt x="444977" y="455464"/>
                  </a:lnTo>
                  <a:lnTo>
                    <a:pt x="123380" y="455464"/>
                  </a:lnTo>
                  <a:lnTo>
                    <a:pt x="75354" y="445769"/>
                  </a:lnTo>
                  <a:lnTo>
                    <a:pt x="36137" y="419327"/>
                  </a:lnTo>
                  <a:lnTo>
                    <a:pt x="9695" y="380110"/>
                  </a:lnTo>
                  <a:lnTo>
                    <a:pt x="0" y="332084"/>
                  </a:lnTo>
                  <a:lnTo>
                    <a:pt x="0" y="123380"/>
                  </a:lnTo>
                  <a:lnTo>
                    <a:pt x="9695" y="75354"/>
                  </a:lnTo>
                  <a:lnTo>
                    <a:pt x="36137" y="36137"/>
                  </a:lnTo>
                  <a:lnTo>
                    <a:pt x="75354" y="9695"/>
                  </a:lnTo>
                  <a:lnTo>
                    <a:pt x="123380" y="0"/>
                  </a:lnTo>
                  <a:close/>
                </a:path>
              </a:pathLst>
            </a:custGeom>
            <a:ln w="27417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1367889" y="6228499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375583" y="0"/>
                  </a:moveTo>
                  <a:lnTo>
                    <a:pt x="75116" y="0"/>
                  </a:lnTo>
                  <a:lnTo>
                    <a:pt x="0" y="165011"/>
                  </a:lnTo>
                  <a:lnTo>
                    <a:pt x="450700" y="165011"/>
                  </a:lnTo>
                  <a:lnTo>
                    <a:pt x="37558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1367891" y="6228500"/>
              <a:ext cx="450850" cy="165100"/>
            </a:xfrm>
            <a:custGeom>
              <a:avLst/>
              <a:gdLst/>
              <a:ahLst/>
              <a:cxnLst/>
              <a:rect l="l" t="t" r="r" b="b"/>
              <a:pathLst>
                <a:path w="450850" h="165100">
                  <a:moveTo>
                    <a:pt x="0" y="165010"/>
                  </a:moveTo>
                  <a:lnTo>
                    <a:pt x="450699" y="165010"/>
                  </a:lnTo>
                  <a:lnTo>
                    <a:pt x="375583" y="0"/>
                  </a:lnTo>
                  <a:lnTo>
                    <a:pt x="75116" y="0"/>
                  </a:lnTo>
                  <a:lnTo>
                    <a:pt x="0" y="16501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3" name="object 343"/>
          <p:cNvGrpSpPr/>
          <p:nvPr/>
        </p:nvGrpSpPr>
        <p:grpSpPr>
          <a:xfrm>
            <a:off x="11724754" y="6056603"/>
            <a:ext cx="119380" cy="119380"/>
            <a:chOff x="11724754" y="6056603"/>
            <a:chExt cx="119380" cy="119380"/>
          </a:xfrm>
        </p:grpSpPr>
        <p:sp>
          <p:nvSpPr>
            <p:cNvPr id="344" name="object 344"/>
            <p:cNvSpPr/>
            <p:nvPr/>
          </p:nvSpPr>
          <p:spPr>
            <a:xfrm>
              <a:off x="11731607" y="6063456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105107" y="0"/>
                  </a:moveTo>
                  <a:lnTo>
                    <a:pt x="0" y="0"/>
                  </a:lnTo>
                  <a:lnTo>
                    <a:pt x="0" y="105107"/>
                  </a:lnTo>
                  <a:lnTo>
                    <a:pt x="105107" y="105107"/>
                  </a:lnTo>
                  <a:lnTo>
                    <a:pt x="105107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31609" y="6063458"/>
              <a:ext cx="105410" cy="105410"/>
            </a:xfrm>
            <a:custGeom>
              <a:avLst/>
              <a:gdLst/>
              <a:ahLst/>
              <a:cxnLst/>
              <a:rect l="l" t="t" r="r" b="b"/>
              <a:pathLst>
                <a:path w="105409" h="105410">
                  <a:moveTo>
                    <a:pt x="0" y="0"/>
                  </a:moveTo>
                  <a:lnTo>
                    <a:pt x="105107" y="0"/>
                  </a:lnTo>
                  <a:lnTo>
                    <a:pt x="105107" y="105107"/>
                  </a:lnTo>
                  <a:lnTo>
                    <a:pt x="0" y="105107"/>
                  </a:lnTo>
                  <a:lnTo>
                    <a:pt x="0" y="0"/>
                  </a:lnTo>
                  <a:close/>
                </a:path>
              </a:pathLst>
            </a:custGeom>
            <a:ln w="13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2" name="object 342"/>
          <p:cNvSpPr txBox="1"/>
          <p:nvPr/>
        </p:nvSpPr>
        <p:spPr>
          <a:xfrm>
            <a:off x="11530284" y="6186331"/>
            <a:ext cx="1263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Arial"/>
                <a:cs typeface="Arial"/>
              </a:rPr>
              <a:t>E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7" name="object 277"/>
          <p:cNvSpPr txBox="1"/>
          <p:nvPr/>
        </p:nvSpPr>
        <p:spPr>
          <a:xfrm>
            <a:off x="8716443" y="6707560"/>
            <a:ext cx="76581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10">
                <a:latin typeface="Courier New"/>
                <a:cs typeface="Courier New"/>
              </a:rPr>
              <a:t>tl;dr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310981" y="7622675"/>
            <a:ext cx="1691005" cy="354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50">
                <a:latin typeface="Arial"/>
                <a:cs typeface="Arial"/>
              </a:rPr>
              <a:t>Original</a:t>
            </a:r>
            <a:r>
              <a:rPr dirty="0" sz="2150" spc="-7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Story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8585840" y="7622675"/>
            <a:ext cx="1107440" cy="354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50" spc="-10">
                <a:latin typeface="Arial"/>
                <a:cs typeface="Arial"/>
              </a:rPr>
              <a:t>Delimiter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491730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6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Language</a:t>
            </a:r>
            <a:r>
              <a:rPr dirty="0" sz="4800" spc="-15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Models:</a:t>
            </a:r>
            <a:r>
              <a:rPr dirty="0" sz="4800" spc="-14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What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tasks</a:t>
            </a:r>
            <a:r>
              <a:rPr dirty="0" sz="4800" spc="-15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can</a:t>
            </a:r>
            <a:r>
              <a:rPr dirty="0" sz="4800" spc="-15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they</a:t>
            </a:r>
            <a:r>
              <a:rPr dirty="0" sz="4800" spc="-14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25" b="0">
                <a:solidFill>
                  <a:srgbClr val="A4001D"/>
                </a:solidFill>
                <a:latin typeface="Calibri"/>
                <a:cs typeface="Calibri"/>
              </a:rPr>
              <a:t>do?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2307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Sampling</a:t>
            </a:r>
            <a:r>
              <a:rPr dirty="0" sz="4800" spc="-10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for</a:t>
            </a:r>
            <a:r>
              <a:rPr dirty="0" sz="4800" spc="-10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LLM</a:t>
            </a:r>
            <a:r>
              <a:rPr dirty="0" sz="4800" spc="-10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Generation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Decoding</a:t>
            </a:r>
            <a:r>
              <a:rPr dirty="0" spc="-195"/>
              <a:t> </a:t>
            </a:r>
            <a:r>
              <a:rPr dirty="0"/>
              <a:t>and</a:t>
            </a:r>
            <a:r>
              <a:rPr dirty="0" spc="-195"/>
              <a:t> </a:t>
            </a:r>
            <a:r>
              <a:rPr dirty="0" spc="-10"/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510284"/>
            <a:ext cx="12706985" cy="57842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2225" marR="371475" indent="-10160">
              <a:lnSpc>
                <a:spcPts val="4100"/>
              </a:lnSpc>
              <a:spcBef>
                <a:spcPts val="62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task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choosing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 generate based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model’s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probabilities is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 b="1">
                <a:solidFill>
                  <a:srgbClr val="404040"/>
                </a:solidFill>
                <a:latin typeface="Calibri"/>
                <a:cs typeface="Calibri"/>
              </a:rPr>
              <a:t>decoding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3800">
              <a:latin typeface="Calibri"/>
              <a:cs typeface="Calibri"/>
            </a:endParaRPr>
          </a:p>
          <a:p>
            <a:pPr marL="12700" marR="903605">
              <a:lnSpc>
                <a:spcPct val="118400"/>
              </a:lnSpc>
              <a:spcBef>
                <a:spcPts val="4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method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for decoding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LLMs: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 b="1">
                <a:solidFill>
                  <a:srgbClr val="404040"/>
                </a:solidFill>
                <a:latin typeface="Calibri"/>
                <a:cs typeface="Calibri"/>
              </a:rPr>
              <a:t>sampling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.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Sampling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model’s</a:t>
            </a:r>
            <a:r>
              <a:rPr dirty="0" sz="3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dirty="0" sz="38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words:</a:t>
            </a:r>
            <a:endParaRPr sz="3800">
              <a:latin typeface="Calibri"/>
              <a:cs typeface="Calibri"/>
            </a:endParaRPr>
          </a:p>
          <a:p>
            <a:pPr marL="561340" marR="44450" indent="-548640">
              <a:lnSpc>
                <a:spcPts val="4100"/>
              </a:lnSpc>
              <a:spcBef>
                <a:spcPts val="1455"/>
              </a:spcBef>
              <a:buClr>
                <a:srgbClr val="E48312"/>
              </a:buClr>
              <a:buFont typeface="Arial"/>
              <a:buChar char="•"/>
              <a:tabLst>
                <a:tab pos="561340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choose random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according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assigned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model.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ts val="4490"/>
              </a:lnSpc>
              <a:spcBef>
                <a:spcPts val="1305"/>
              </a:spcBef>
            </a:pP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dirty="0" sz="42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dirty="0" sz="42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404040"/>
                </a:solidFill>
                <a:latin typeface="Calibri"/>
                <a:cs typeface="Calibri"/>
              </a:rPr>
              <a:t>token</a:t>
            </a:r>
            <a:r>
              <a:rPr dirty="0" sz="42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we’ll</a:t>
            </a:r>
            <a:r>
              <a:rPr dirty="0" sz="42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sample</a:t>
            </a:r>
            <a:r>
              <a:rPr dirty="0" sz="42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42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2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404040"/>
                </a:solidFill>
                <a:latin typeface="Calibri"/>
                <a:cs typeface="Calibri"/>
              </a:rPr>
              <a:t>generate</a:t>
            </a:r>
            <a:r>
              <a:rPr dirty="0" sz="42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404040"/>
                </a:solidFill>
                <a:latin typeface="Calibri"/>
                <a:cs typeface="Calibri"/>
              </a:rPr>
              <a:t>according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2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dirty="0" sz="42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42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i="1">
                <a:solidFill>
                  <a:srgbClr val="404040"/>
                </a:solidFill>
                <a:latin typeface="Calibri"/>
                <a:cs typeface="Calibri"/>
              </a:rPr>
              <a:t>conditioned</a:t>
            </a:r>
            <a:r>
              <a:rPr dirty="0" sz="4200" spc="-100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i="1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4200" spc="-105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i="1">
                <a:solidFill>
                  <a:srgbClr val="404040"/>
                </a:solidFill>
                <a:latin typeface="Calibri"/>
                <a:cs typeface="Calibri"/>
              </a:rPr>
              <a:t>our</a:t>
            </a:r>
            <a:r>
              <a:rPr dirty="0" sz="4200" spc="-100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i="1">
                <a:solidFill>
                  <a:srgbClr val="404040"/>
                </a:solidFill>
                <a:latin typeface="Calibri"/>
                <a:cs typeface="Calibri"/>
              </a:rPr>
              <a:t>previous</a:t>
            </a:r>
            <a:r>
              <a:rPr dirty="0" sz="4200" spc="-105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spc="-10" i="1">
                <a:solidFill>
                  <a:srgbClr val="404040"/>
                </a:solidFill>
                <a:latin typeface="Calibri"/>
                <a:cs typeface="Calibri"/>
              </a:rPr>
              <a:t>choices</a:t>
            </a:r>
            <a:r>
              <a:rPr dirty="0" sz="4200" spc="-1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endParaRPr sz="4200">
              <a:latin typeface="Calibri"/>
              <a:cs typeface="Calibri"/>
            </a:endParaRPr>
          </a:p>
          <a:p>
            <a:pPr marL="560070" indent="-547370">
              <a:lnSpc>
                <a:spcPct val="100000"/>
              </a:lnSpc>
              <a:spcBef>
                <a:spcPts val="805"/>
              </a:spcBef>
              <a:buClr>
                <a:srgbClr val="E48312"/>
              </a:buClr>
              <a:buFont typeface="Arial"/>
              <a:buChar char="•"/>
              <a:tabLst>
                <a:tab pos="560070" algn="l"/>
              </a:tabLst>
            </a:pP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42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404040"/>
                </a:solidFill>
                <a:latin typeface="Calibri"/>
                <a:cs typeface="Calibri"/>
              </a:rPr>
              <a:t>transformer</a:t>
            </a:r>
            <a:r>
              <a:rPr dirty="0" sz="42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42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42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dirty="0" sz="42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give</a:t>
            </a:r>
            <a:r>
              <a:rPr dirty="0" sz="42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2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endParaRPr sz="4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453834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dirty="0" spc="-254"/>
              <a:t> </a:t>
            </a:r>
            <a:r>
              <a:rPr dirty="0" spc="-10"/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0665" y="2810819"/>
            <a:ext cx="4295140" cy="3233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dirty="0" sz="4150">
                <a:latin typeface="Times New Roman"/>
                <a:cs typeface="Times New Roman"/>
              </a:rPr>
              <a:t>i</a:t>
            </a:r>
            <a:r>
              <a:rPr dirty="0" sz="4150" spc="-575">
                <a:latin typeface="Times New Roman"/>
                <a:cs typeface="Times New Roman"/>
              </a:rPr>
              <a:t> </a:t>
            </a:r>
            <a:r>
              <a:rPr dirty="0" sz="4150" spc="1030" i="1">
                <a:latin typeface="DejaVu Sans Condensed"/>
                <a:cs typeface="DejaVu Sans Condensed"/>
              </a:rPr>
              <a:t>←</a:t>
            </a:r>
            <a:r>
              <a:rPr dirty="0" sz="4150" spc="-725" i="1">
                <a:latin typeface="DejaVu Sans Condensed"/>
                <a:cs typeface="DejaVu Sans Condensed"/>
              </a:rPr>
              <a:t> </a:t>
            </a:r>
            <a:r>
              <a:rPr dirty="0" sz="4150" spc="-50">
                <a:latin typeface="Times New Roman"/>
                <a:cs typeface="Times New Roman"/>
              </a:rPr>
              <a:t>1</a:t>
            </a:r>
            <a:endParaRPr sz="4150">
              <a:latin typeface="Times New Roman"/>
              <a:cs typeface="Times New Roman"/>
            </a:endParaRPr>
          </a:p>
          <a:p>
            <a:pPr marL="88900" marR="616585">
              <a:lnSpc>
                <a:spcPct val="101800"/>
              </a:lnSpc>
            </a:pPr>
            <a:r>
              <a:rPr dirty="0" sz="4150" i="1">
                <a:latin typeface="Times New Roman"/>
                <a:cs typeface="Times New Roman"/>
              </a:rPr>
              <a:t>w</a:t>
            </a:r>
            <a:r>
              <a:rPr dirty="0" baseline="-11284" sz="4800" i="1">
                <a:latin typeface="Times New Roman"/>
                <a:cs typeface="Times New Roman"/>
              </a:rPr>
              <a:t>i</a:t>
            </a:r>
            <a:r>
              <a:rPr dirty="0" baseline="-11284" sz="4800" spc="525" i="1">
                <a:latin typeface="Times New Roman"/>
                <a:cs typeface="Times New Roman"/>
              </a:rPr>
              <a:t> </a:t>
            </a:r>
            <a:r>
              <a:rPr dirty="0" sz="4150" spc="90" i="1">
                <a:latin typeface="DejaVu Sans Condensed"/>
                <a:cs typeface="DejaVu Sans Condensed"/>
              </a:rPr>
              <a:t>⇠</a:t>
            </a:r>
            <a:r>
              <a:rPr dirty="0" sz="4150" spc="795" i="1">
                <a:latin typeface="DejaVu Sans Condensed"/>
                <a:cs typeface="DejaVu Sans Condensed"/>
              </a:rPr>
              <a:t> </a:t>
            </a:r>
            <a:r>
              <a:rPr dirty="0" sz="4150" spc="-20">
                <a:latin typeface="Times New Roman"/>
                <a:cs typeface="Times New Roman"/>
              </a:rPr>
              <a:t>p(</a:t>
            </a:r>
            <a:r>
              <a:rPr dirty="0" sz="4150" spc="-20" i="1">
                <a:latin typeface="Times New Roman"/>
                <a:cs typeface="Times New Roman"/>
              </a:rPr>
              <a:t>w</a:t>
            </a:r>
            <a:r>
              <a:rPr dirty="0" sz="4150" spc="-20">
                <a:latin typeface="Times New Roman"/>
                <a:cs typeface="Times New Roman"/>
              </a:rPr>
              <a:t>)</a:t>
            </a:r>
            <a:r>
              <a:rPr dirty="0" sz="4150" spc="1035">
                <a:latin typeface="Times New Roman"/>
                <a:cs typeface="Times New Roman"/>
              </a:rPr>
              <a:t> </a:t>
            </a:r>
            <a:r>
              <a:rPr dirty="0" sz="4150" b="1">
                <a:latin typeface="Times New Roman"/>
                <a:cs typeface="Times New Roman"/>
              </a:rPr>
              <a:t>while </a:t>
            </a:r>
            <a:r>
              <a:rPr dirty="0" sz="4150" i="1">
                <a:latin typeface="Times New Roman"/>
                <a:cs typeface="Times New Roman"/>
              </a:rPr>
              <a:t>w</a:t>
            </a:r>
            <a:r>
              <a:rPr dirty="0" baseline="-11284" sz="4800" i="1">
                <a:latin typeface="Times New Roman"/>
                <a:cs typeface="Times New Roman"/>
              </a:rPr>
              <a:t>i</a:t>
            </a:r>
            <a:r>
              <a:rPr dirty="0" baseline="-11284" sz="4800" spc="712" i="1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!=</a:t>
            </a:r>
            <a:r>
              <a:rPr dirty="0" sz="4150" spc="10">
                <a:latin typeface="Times New Roman"/>
                <a:cs typeface="Times New Roman"/>
              </a:rPr>
              <a:t> </a:t>
            </a:r>
            <a:r>
              <a:rPr dirty="0" sz="4150" spc="-25">
                <a:latin typeface="Times New Roman"/>
                <a:cs typeface="Times New Roman"/>
              </a:rPr>
              <a:t>EOS</a:t>
            </a:r>
            <a:endParaRPr sz="4150">
              <a:latin typeface="Times New Roman"/>
              <a:cs typeface="Times New Roman"/>
            </a:endParaRPr>
          </a:p>
          <a:p>
            <a:pPr marL="619125">
              <a:lnSpc>
                <a:spcPct val="100000"/>
              </a:lnSpc>
              <a:spcBef>
                <a:spcPts val="90"/>
              </a:spcBef>
            </a:pPr>
            <a:r>
              <a:rPr dirty="0" sz="4150">
                <a:latin typeface="Times New Roman"/>
                <a:cs typeface="Times New Roman"/>
              </a:rPr>
              <a:t>i</a:t>
            </a:r>
            <a:r>
              <a:rPr dirty="0" sz="4150" spc="-575">
                <a:latin typeface="Times New Roman"/>
                <a:cs typeface="Times New Roman"/>
              </a:rPr>
              <a:t> </a:t>
            </a:r>
            <a:r>
              <a:rPr dirty="0" sz="4150" spc="1030" i="1">
                <a:latin typeface="DejaVu Sans Condensed"/>
                <a:cs typeface="DejaVu Sans Condensed"/>
              </a:rPr>
              <a:t>←</a:t>
            </a:r>
            <a:r>
              <a:rPr dirty="0" sz="4150" spc="-725" i="1">
                <a:latin typeface="DejaVu Sans Condensed"/>
                <a:cs typeface="DejaVu Sans Condensed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i</a:t>
            </a:r>
            <a:r>
              <a:rPr dirty="0" sz="4150" spc="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+</a:t>
            </a:r>
            <a:r>
              <a:rPr dirty="0" sz="4150" spc="5">
                <a:latin typeface="Times New Roman"/>
                <a:cs typeface="Times New Roman"/>
              </a:rPr>
              <a:t> </a:t>
            </a:r>
            <a:r>
              <a:rPr dirty="0" sz="4150" spc="-60">
                <a:latin typeface="Times New Roman"/>
                <a:cs typeface="Times New Roman"/>
              </a:rPr>
              <a:t>1</a:t>
            </a:r>
            <a:endParaRPr sz="4150">
              <a:latin typeface="Times New Roman"/>
              <a:cs typeface="Times New Roman"/>
            </a:endParaRPr>
          </a:p>
          <a:p>
            <a:pPr marL="619125">
              <a:lnSpc>
                <a:spcPct val="100000"/>
              </a:lnSpc>
              <a:spcBef>
                <a:spcPts val="90"/>
              </a:spcBef>
            </a:pPr>
            <a:r>
              <a:rPr dirty="0" sz="4150" i="1">
                <a:latin typeface="Times New Roman"/>
                <a:cs typeface="Times New Roman"/>
              </a:rPr>
              <a:t>w</a:t>
            </a:r>
            <a:r>
              <a:rPr dirty="0" baseline="-11284" sz="4800" i="1">
                <a:latin typeface="Times New Roman"/>
                <a:cs typeface="Times New Roman"/>
              </a:rPr>
              <a:t>i</a:t>
            </a:r>
            <a:r>
              <a:rPr dirty="0" baseline="-11284" sz="4800" spc="494" i="1">
                <a:latin typeface="Times New Roman"/>
                <a:cs typeface="Times New Roman"/>
              </a:rPr>
              <a:t> </a:t>
            </a:r>
            <a:r>
              <a:rPr dirty="0" sz="4150" spc="90" i="1">
                <a:latin typeface="DejaVu Sans Condensed"/>
                <a:cs typeface="DejaVu Sans Condensed"/>
              </a:rPr>
              <a:t>⇠</a:t>
            </a:r>
            <a:r>
              <a:rPr dirty="0" sz="4150" spc="755" i="1">
                <a:latin typeface="DejaVu Sans Condensed"/>
                <a:cs typeface="DejaVu Sans Condensed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p(</a:t>
            </a:r>
            <a:r>
              <a:rPr dirty="0" sz="4150" i="1">
                <a:latin typeface="Times New Roman"/>
                <a:cs typeface="Times New Roman"/>
              </a:rPr>
              <a:t>w</a:t>
            </a:r>
            <a:r>
              <a:rPr dirty="0" baseline="-11284" sz="4800" i="1">
                <a:latin typeface="Times New Roman"/>
                <a:cs typeface="Times New Roman"/>
              </a:rPr>
              <a:t>i</a:t>
            </a:r>
            <a:r>
              <a:rPr dirty="0" baseline="-11284" sz="4800" spc="675" i="1">
                <a:latin typeface="Times New Roman"/>
                <a:cs typeface="Times New Roman"/>
              </a:rPr>
              <a:t> </a:t>
            </a:r>
            <a:r>
              <a:rPr dirty="0" sz="4150" i="1">
                <a:latin typeface="DejaVu Sans Condensed"/>
                <a:cs typeface="DejaVu Sans Condensed"/>
              </a:rPr>
              <a:t>|</a:t>
            </a:r>
            <a:r>
              <a:rPr dirty="0" sz="4150" spc="-165" i="1">
                <a:latin typeface="DejaVu Sans Condensed"/>
                <a:cs typeface="DejaVu Sans Condensed"/>
              </a:rPr>
              <a:t> </a:t>
            </a:r>
            <a:r>
              <a:rPr dirty="0" sz="4150" spc="-20" i="1">
                <a:latin typeface="Times New Roman"/>
                <a:cs typeface="Times New Roman"/>
              </a:rPr>
              <a:t>w</a:t>
            </a:r>
            <a:r>
              <a:rPr dirty="0" baseline="-11284" sz="4800" spc="-30" i="1">
                <a:latin typeface="Verdana"/>
                <a:cs typeface="Verdana"/>
              </a:rPr>
              <a:t>&lt;</a:t>
            </a:r>
            <a:r>
              <a:rPr dirty="0" baseline="-11284" sz="4800" spc="-30" i="1">
                <a:latin typeface="Times New Roman"/>
                <a:cs typeface="Times New Roman"/>
              </a:rPr>
              <a:t>i</a:t>
            </a:r>
            <a:r>
              <a:rPr dirty="0" sz="4150" spc="-20">
                <a:latin typeface="Times New Roman"/>
                <a:cs typeface="Times New Roman"/>
              </a:rPr>
              <a:t>)</a:t>
            </a:r>
            <a:endParaRPr sz="4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dirty="0" spc="-229"/>
              <a:t> </a:t>
            </a:r>
            <a:r>
              <a:rPr dirty="0" spc="-10"/>
              <a:t>sampling</a:t>
            </a:r>
            <a:r>
              <a:rPr dirty="0" spc="-235"/>
              <a:t> </a:t>
            </a:r>
            <a:r>
              <a:rPr dirty="0" spc="-20"/>
              <a:t>doesn't</a:t>
            </a:r>
            <a:r>
              <a:rPr dirty="0" spc="-250"/>
              <a:t> </a:t>
            </a:r>
            <a:r>
              <a:rPr dirty="0"/>
              <a:t>work</a:t>
            </a:r>
            <a:r>
              <a:rPr dirty="0" spc="-240"/>
              <a:t> </a:t>
            </a:r>
            <a:r>
              <a:rPr dirty="0"/>
              <a:t>very</a:t>
            </a:r>
            <a:r>
              <a:rPr dirty="0" spc="-245"/>
              <a:t> </a:t>
            </a:r>
            <a:r>
              <a:rPr dirty="0" spc="-20"/>
              <a:t>well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945620" cy="531685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2225" marR="1438275" indent="-10160">
              <a:lnSpc>
                <a:spcPts val="4700"/>
              </a:lnSpc>
              <a:spcBef>
                <a:spcPts val="640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Even</a:t>
            </a:r>
            <a:r>
              <a:rPr dirty="0" sz="43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though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random</a:t>
            </a:r>
            <a:r>
              <a:rPr dirty="0" sz="43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sampling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mostly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generate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sensible,</a:t>
            </a:r>
            <a:r>
              <a:rPr dirty="0" sz="43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high-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probable</a:t>
            </a:r>
            <a:r>
              <a:rPr dirty="0" sz="43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words,</a:t>
            </a:r>
            <a:endParaRPr sz="4300">
              <a:latin typeface="Calibri"/>
              <a:cs typeface="Calibri"/>
            </a:endParaRPr>
          </a:p>
          <a:p>
            <a:pPr marL="22225" marR="5080" indent="-10160">
              <a:lnSpc>
                <a:spcPts val="4700"/>
              </a:lnSpc>
              <a:spcBef>
                <a:spcPts val="1205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There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43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odd,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low-</a:t>
            </a:r>
            <a:r>
              <a:rPr dirty="0" sz="43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43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tail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3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endParaRPr sz="4300">
              <a:latin typeface="Calibri"/>
              <a:cs typeface="Calibri"/>
            </a:endParaRPr>
          </a:p>
          <a:p>
            <a:pPr marL="22225" marR="1614170" indent="-10160">
              <a:lnSpc>
                <a:spcPts val="4700"/>
              </a:lnSpc>
              <a:spcBef>
                <a:spcPts val="1210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dirty="0" sz="43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low-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dirty="0" sz="43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added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they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constitute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portion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endParaRPr sz="4300">
              <a:latin typeface="Calibri"/>
              <a:cs typeface="Calibri"/>
            </a:endParaRPr>
          </a:p>
          <a:p>
            <a:pPr marL="22225" marR="2005330" indent="-10160">
              <a:lnSpc>
                <a:spcPts val="4680"/>
              </a:lnSpc>
              <a:spcBef>
                <a:spcPts val="1225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dirty="0" sz="43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picked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enough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generate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weird sentences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Factors</a:t>
            </a:r>
            <a:r>
              <a:rPr dirty="0" spc="-155"/>
              <a:t> </a:t>
            </a:r>
            <a:r>
              <a:rPr dirty="0"/>
              <a:t>in</a:t>
            </a:r>
            <a:r>
              <a:rPr dirty="0" spc="-145"/>
              <a:t> </a:t>
            </a:r>
            <a:r>
              <a:rPr dirty="0" spc="-20"/>
              <a:t>word</a:t>
            </a:r>
            <a:r>
              <a:rPr dirty="0" spc="-150"/>
              <a:t> </a:t>
            </a:r>
            <a:r>
              <a:rPr dirty="0" spc="-20"/>
              <a:t>sampling:</a:t>
            </a:r>
            <a:r>
              <a:rPr dirty="0" spc="-150"/>
              <a:t> </a:t>
            </a:r>
            <a:r>
              <a:rPr dirty="0" sz="4900" spc="75"/>
              <a:t>quality</a:t>
            </a:r>
            <a:r>
              <a:rPr dirty="0" sz="4900" spc="-30"/>
              <a:t> </a:t>
            </a:r>
            <a:r>
              <a:rPr dirty="0" sz="5000"/>
              <a:t>and</a:t>
            </a:r>
            <a:r>
              <a:rPr dirty="0" sz="5000" spc="-150"/>
              <a:t> </a:t>
            </a:r>
            <a:r>
              <a:rPr dirty="0" sz="4900" spc="55"/>
              <a:t>diversity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304042" y="1757172"/>
            <a:ext cx="9569450" cy="487489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Emphasize</a:t>
            </a:r>
            <a:r>
              <a:rPr dirty="0" sz="3800" spc="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high-probability</a:t>
            </a:r>
            <a:r>
              <a:rPr dirty="0" sz="3800" spc="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endParaRPr sz="38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935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dirty="0" sz="3800" spc="8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accurate,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coherent,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factual,</a:t>
            </a:r>
            <a:endParaRPr sz="3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spcBef>
                <a:spcPts val="840"/>
              </a:spcBef>
              <a:buChar char="-"/>
              <a:tabLst>
                <a:tab pos="271780" algn="l"/>
              </a:tabLst>
            </a:pP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diversity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dirty="0" sz="3800" spc="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boring,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repetitive.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Font typeface="Calibri"/>
              <a:buChar char="-"/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Emphasize</a:t>
            </a:r>
            <a:r>
              <a:rPr dirty="0" sz="3800" spc="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middle-probability</a:t>
            </a:r>
            <a:r>
              <a:rPr dirty="0" sz="3800" spc="7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diversity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creative,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diverse,</a:t>
            </a:r>
            <a:endParaRPr sz="3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spcBef>
                <a:spcPts val="935"/>
              </a:spcBef>
              <a:buFont typeface="Calibri"/>
              <a:buChar char="-"/>
              <a:tabLst>
                <a:tab pos="271780" algn="l"/>
              </a:tabLst>
            </a:pP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less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factual,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incoherent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Top-</a:t>
            </a:r>
            <a:r>
              <a:rPr dirty="0"/>
              <a:t>k</a:t>
            </a:r>
            <a:r>
              <a:rPr dirty="0" spc="-40"/>
              <a:t> </a:t>
            </a:r>
            <a:r>
              <a:rPr dirty="0" spc="-10"/>
              <a:t>sampling: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642" y="1756156"/>
            <a:ext cx="11478895" cy="500634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459105" indent="-421005">
              <a:lnSpc>
                <a:spcPct val="100000"/>
              </a:lnSpc>
              <a:spcBef>
                <a:spcPts val="1035"/>
              </a:spcBef>
              <a:buClr>
                <a:srgbClr val="E48312"/>
              </a:buClr>
              <a:buAutoNum type="arabicPeriod"/>
              <a:tabLst>
                <a:tab pos="459105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Choose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#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50" i="1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endParaRPr sz="3400">
              <a:latin typeface="Calibri"/>
              <a:cs typeface="Calibri"/>
            </a:endParaRPr>
          </a:p>
          <a:p>
            <a:pPr marL="47625" marR="211454" indent="-10160">
              <a:lnSpc>
                <a:spcPts val="3579"/>
              </a:lnSpc>
              <a:spcBef>
                <a:spcPts val="1470"/>
              </a:spcBef>
              <a:buClr>
                <a:srgbClr val="E48312"/>
              </a:buClr>
              <a:buAutoNum type="arabicPeriod"/>
              <a:tabLst>
                <a:tab pos="47625" algn="l"/>
                <a:tab pos="45847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vocabulary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i="1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dirty="0" sz="3400" spc="-105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compute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likelihood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given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context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i="1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dirty="0" sz="3400" i="1">
                <a:solidFill>
                  <a:srgbClr val="404040"/>
                </a:solidFill>
                <a:latin typeface="Calibri"/>
                <a:cs typeface="Calibri"/>
              </a:rPr>
              <a:t>wt</a:t>
            </a:r>
            <a:r>
              <a:rPr dirty="0" sz="3400" spc="-105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|w</a:t>
            </a:r>
            <a:r>
              <a:rPr dirty="0" baseline="-17676" sz="3300">
                <a:solidFill>
                  <a:srgbClr val="404040"/>
                </a:solidFill>
                <a:latin typeface="Calibri"/>
                <a:cs typeface="Calibri"/>
              </a:rPr>
              <a:t>&lt;</a:t>
            </a:r>
            <a:r>
              <a:rPr dirty="0" baseline="-17676" sz="3300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baseline="-17676" sz="3300" spc="284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5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  <a:p>
            <a:pPr marL="47625" marR="30480" indent="-10160">
              <a:lnSpc>
                <a:spcPts val="3579"/>
              </a:lnSpc>
              <a:spcBef>
                <a:spcPts val="1335"/>
              </a:spcBef>
              <a:buClr>
                <a:srgbClr val="E48312"/>
              </a:buClr>
              <a:buAutoNum type="arabicPeriod"/>
              <a:tabLst>
                <a:tab pos="47625" algn="l"/>
                <a:tab pos="45847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Sort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likelihood,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keep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top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i="1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dirty="0" sz="3400" spc="-100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probable words.</a:t>
            </a:r>
            <a:endParaRPr sz="3400">
              <a:latin typeface="Calibri"/>
              <a:cs typeface="Calibri"/>
            </a:endParaRPr>
          </a:p>
          <a:p>
            <a:pPr marL="47625" marR="1292225" indent="-10160">
              <a:lnSpc>
                <a:spcPts val="3600"/>
              </a:lnSpc>
              <a:spcBef>
                <a:spcPts val="1320"/>
              </a:spcBef>
              <a:buClr>
                <a:srgbClr val="E48312"/>
              </a:buClr>
              <a:buAutoNum type="arabicPeriod"/>
              <a:tabLst>
                <a:tab pos="47625" algn="l"/>
                <a:tab pos="458470" algn="l"/>
              </a:tabLst>
            </a:pP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Renormalize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scores</a:t>
            </a:r>
            <a:r>
              <a:rPr dirty="0" sz="34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i="1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dirty="0" sz="3400" spc="-80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34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legitimate probability</a:t>
            </a:r>
            <a:r>
              <a:rPr dirty="0" sz="3400" spc="-1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distribution.</a:t>
            </a:r>
            <a:endParaRPr sz="3400">
              <a:latin typeface="Calibri"/>
              <a:cs typeface="Calibri"/>
            </a:endParaRPr>
          </a:p>
          <a:p>
            <a:pPr marL="47625" marR="236220" indent="-10160">
              <a:lnSpc>
                <a:spcPts val="3600"/>
              </a:lnSpc>
              <a:spcBef>
                <a:spcPts val="1395"/>
              </a:spcBef>
              <a:buClr>
                <a:srgbClr val="E48312"/>
              </a:buClr>
              <a:buAutoNum type="arabicPeriod"/>
              <a:tabLst>
                <a:tab pos="47625" algn="l"/>
                <a:tab pos="45847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Randomly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sample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within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remaining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i="1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dirty="0" sz="3400" spc="-114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most-probable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according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3763" y="364605"/>
            <a:ext cx="11236960" cy="1179830"/>
          </a:xfrm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pc="-170"/>
              <a:t>Top-</a:t>
            </a:r>
            <a:r>
              <a:rPr dirty="0"/>
              <a:t>p</a:t>
            </a:r>
            <a:r>
              <a:rPr dirty="0" spc="-160"/>
              <a:t> </a:t>
            </a:r>
            <a:r>
              <a:rPr dirty="0" spc="-10"/>
              <a:t>sampling</a:t>
            </a:r>
            <a:r>
              <a:rPr dirty="0" spc="-155"/>
              <a:t> </a:t>
            </a:r>
            <a:r>
              <a:rPr dirty="0"/>
              <a:t>(=</a:t>
            </a:r>
            <a:r>
              <a:rPr dirty="0" spc="-165"/>
              <a:t> </a:t>
            </a:r>
            <a:r>
              <a:rPr dirty="0" spc="-20"/>
              <a:t>nucleus</a:t>
            </a:r>
            <a:r>
              <a:rPr dirty="0" spc="-165"/>
              <a:t> </a:t>
            </a:r>
            <a:r>
              <a:rPr dirty="0" spc="-10"/>
              <a:t>sampling)</a:t>
            </a:r>
          </a:p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2200" spc="-20" b="0">
                <a:solidFill>
                  <a:srgbClr val="0000FF"/>
                </a:solidFill>
                <a:latin typeface="Calibri"/>
                <a:cs typeface="Calibri"/>
              </a:rPr>
              <a:t>Holtzman</a:t>
            </a:r>
            <a:r>
              <a:rPr dirty="0" sz="2200" spc="-75" b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200" b="0">
                <a:solidFill>
                  <a:srgbClr val="0000FF"/>
                </a:solidFill>
                <a:latin typeface="Calibri"/>
                <a:cs typeface="Calibri"/>
              </a:rPr>
              <a:t>et</a:t>
            </a:r>
            <a:r>
              <a:rPr dirty="0" sz="2200" spc="-70" b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200" b="0">
                <a:solidFill>
                  <a:srgbClr val="0000FF"/>
                </a:solidFill>
                <a:latin typeface="Calibri"/>
                <a:cs typeface="Calibri"/>
              </a:rPr>
              <a:t>al.</a:t>
            </a:r>
            <a:r>
              <a:rPr dirty="0" sz="2200" b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dirty="0" sz="220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200" spc="-20" b="0">
                <a:solidFill>
                  <a:srgbClr val="0000FF"/>
                </a:solidFill>
                <a:latin typeface="Calibri"/>
                <a:cs typeface="Calibri"/>
              </a:rPr>
              <a:t>2020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0542" y="1876044"/>
            <a:ext cx="12108180" cy="526669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76200" marR="666750">
              <a:lnSpc>
                <a:spcPts val="4100"/>
              </a:lnSpc>
              <a:spcBef>
                <a:spcPts val="62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Problem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top-</a:t>
            </a:r>
            <a:r>
              <a:rPr dirty="0" sz="3800" i="1">
                <a:solidFill>
                  <a:srgbClr val="404040"/>
                </a:solidFill>
                <a:latin typeface="Calibri"/>
                <a:cs typeface="Calibri"/>
              </a:rPr>
              <a:t>k:</a:t>
            </a:r>
            <a:r>
              <a:rPr dirty="0" sz="3800" spc="869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i="1">
                <a:solidFill>
                  <a:srgbClr val="404040"/>
                </a:solidFill>
                <a:latin typeface="Calibri"/>
                <a:cs typeface="Calibri"/>
              </a:rPr>
              <a:t>k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fixed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cover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very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different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amounts</a:t>
            </a:r>
            <a:r>
              <a:rPr dirty="0" sz="3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mass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situations</a:t>
            </a:r>
            <a:endParaRPr sz="38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88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Idea: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Instead,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keep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top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percent of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 probability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mass</a:t>
            </a:r>
            <a:endParaRPr sz="3800">
              <a:latin typeface="Calibri"/>
              <a:cs typeface="Calibri"/>
            </a:endParaRPr>
          </a:p>
          <a:p>
            <a:pPr marL="76200" marR="329565">
              <a:lnSpc>
                <a:spcPts val="4200"/>
              </a:lnSpc>
              <a:spcBef>
                <a:spcPts val="128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Given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dirty="0" sz="3800" spc="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i="1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dirty="0" sz="3800" i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-19097" sz="4800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baseline="-19097" sz="4800" spc="202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|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-19097" sz="4800">
                <a:solidFill>
                  <a:srgbClr val="404040"/>
                </a:solidFill>
                <a:latin typeface="Calibri"/>
                <a:cs typeface="Calibri"/>
              </a:rPr>
              <a:t>&lt;</a:t>
            </a:r>
            <a:r>
              <a:rPr dirty="0" baseline="-19097" sz="4800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baseline="-19097" sz="4800" spc="202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),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top-</a:t>
            </a:r>
            <a:r>
              <a:rPr dirty="0" sz="3800" i="1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dirty="0" sz="3800" spc="35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vocabulary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i="1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dirty="0" sz="3800" spc="25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5" i="1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)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 smallest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of words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3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baseline="-105105" sz="5550" spc="3322" i="1">
                <a:latin typeface="Times New Roman"/>
                <a:cs typeface="Times New Roman"/>
              </a:rPr>
              <a:t>w</a:t>
            </a:r>
            <a:r>
              <a:rPr dirty="0" baseline="52777" sz="7500" spc="3322">
                <a:latin typeface="BIZ UDGothic"/>
                <a:cs typeface="BIZ UDGothic"/>
              </a:rPr>
              <a:t>X</a:t>
            </a:r>
            <a:r>
              <a:rPr dirty="0" baseline="52777" sz="7500" spc="509">
                <a:latin typeface="BIZ UDGothic"/>
                <a:cs typeface="BIZ UDGothic"/>
              </a:rPr>
              <a:t> </a:t>
            </a:r>
            <a:r>
              <a:rPr dirty="0" sz="5000" spc="-114" i="1">
                <a:latin typeface="Times New Roman"/>
                <a:cs typeface="Times New Roman"/>
              </a:rPr>
              <a:t>P</a:t>
            </a:r>
            <a:r>
              <a:rPr dirty="0" sz="5000" spc="-114">
                <a:latin typeface="Tahoma"/>
                <a:cs typeface="Tahoma"/>
              </a:rPr>
              <a:t>(</a:t>
            </a:r>
            <a:r>
              <a:rPr dirty="0" sz="5000" spc="-114" i="1">
                <a:latin typeface="Times New Roman"/>
                <a:cs typeface="Times New Roman"/>
              </a:rPr>
              <a:t>w</a:t>
            </a:r>
            <a:r>
              <a:rPr dirty="0" sz="5000" spc="-114" i="1">
                <a:latin typeface="DejaVu Sans Condensed"/>
                <a:cs typeface="DejaVu Sans Condensed"/>
              </a:rPr>
              <a:t>|</a:t>
            </a:r>
            <a:r>
              <a:rPr dirty="0" sz="5000" spc="-114" b="1">
                <a:latin typeface="Arial"/>
                <a:cs typeface="Arial"/>
              </a:rPr>
              <a:t>w</a:t>
            </a:r>
            <a:r>
              <a:rPr dirty="0" baseline="-11261" sz="5550" spc="-172" i="1">
                <a:latin typeface="Verdana"/>
                <a:cs typeface="Verdana"/>
              </a:rPr>
              <a:t>&lt;</a:t>
            </a:r>
            <a:r>
              <a:rPr dirty="0" baseline="-11261" sz="5550" spc="-172" i="1">
                <a:latin typeface="Times New Roman"/>
                <a:cs typeface="Times New Roman"/>
              </a:rPr>
              <a:t>t</a:t>
            </a:r>
            <a:r>
              <a:rPr dirty="0" baseline="-11261" sz="5550" spc="-637" i="1">
                <a:latin typeface="Times New Roman"/>
                <a:cs typeface="Times New Roman"/>
              </a:rPr>
              <a:t> </a:t>
            </a:r>
            <a:r>
              <a:rPr dirty="0" sz="5000">
                <a:latin typeface="Tahoma"/>
                <a:cs typeface="Tahoma"/>
              </a:rPr>
              <a:t>)</a:t>
            </a:r>
            <a:r>
              <a:rPr dirty="0" sz="5000" spc="-450">
                <a:latin typeface="Tahoma"/>
                <a:cs typeface="Tahoma"/>
              </a:rPr>
              <a:t> </a:t>
            </a:r>
            <a:r>
              <a:rPr dirty="0" sz="5000" spc="75" i="1">
                <a:latin typeface="DejaVu Sans Condensed"/>
                <a:cs typeface="DejaVu Sans Condensed"/>
              </a:rPr>
              <a:t>≥</a:t>
            </a:r>
            <a:r>
              <a:rPr dirty="0" sz="5000" spc="60" i="1">
                <a:latin typeface="DejaVu Sans Condensed"/>
                <a:cs typeface="DejaVu Sans Condensed"/>
              </a:rPr>
              <a:t> </a:t>
            </a:r>
            <a:r>
              <a:rPr dirty="0" sz="5000" spc="-50" i="1">
                <a:latin typeface="Times New Roman"/>
                <a:cs typeface="Times New Roman"/>
              </a:rPr>
              <a:t>p</a:t>
            </a:r>
            <a:endParaRPr sz="5000">
              <a:latin typeface="Times New Roman"/>
              <a:cs typeface="Times New Roman"/>
            </a:endParaRPr>
          </a:p>
          <a:p>
            <a:pPr marL="3782060">
              <a:lnSpc>
                <a:spcPct val="100000"/>
              </a:lnSpc>
              <a:spcBef>
                <a:spcPts val="1140"/>
              </a:spcBef>
            </a:pPr>
            <a:r>
              <a:rPr dirty="0" baseline="-17267" sz="5550" spc="75" i="1">
                <a:latin typeface="DejaVu Sans Condensed"/>
                <a:cs typeface="DejaVu Sans Condensed"/>
              </a:rPr>
              <a:t>2</a:t>
            </a:r>
            <a:r>
              <a:rPr dirty="0" baseline="-17267" sz="5550" spc="75" i="1">
                <a:latin typeface="Times New Roman"/>
                <a:cs typeface="Times New Roman"/>
              </a:rPr>
              <a:t>V</a:t>
            </a:r>
            <a:r>
              <a:rPr dirty="0" baseline="-17267" sz="5550" spc="-682" i="1">
                <a:latin typeface="Times New Roman"/>
                <a:cs typeface="Times New Roman"/>
              </a:rPr>
              <a:t> </a:t>
            </a:r>
            <a:r>
              <a:rPr dirty="0" sz="3000" spc="40">
                <a:latin typeface="Tahoma"/>
                <a:cs typeface="Tahoma"/>
              </a:rPr>
              <a:t>(</a:t>
            </a:r>
            <a:r>
              <a:rPr dirty="0" sz="3000" spc="40" i="1">
                <a:latin typeface="Times New Roman"/>
                <a:cs typeface="Times New Roman"/>
              </a:rPr>
              <a:t>p</a:t>
            </a:r>
            <a:r>
              <a:rPr dirty="0" sz="3000" spc="40">
                <a:latin typeface="Tahoma"/>
                <a:cs typeface="Tahoma"/>
              </a:rPr>
              <a:t>)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Temperature</a:t>
            </a:r>
            <a:r>
              <a:rPr dirty="0" spc="-175"/>
              <a:t> </a:t>
            </a:r>
            <a:r>
              <a:rPr dirty="0" spc="-10"/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7172"/>
            <a:ext cx="11254105" cy="6099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51330">
              <a:lnSpc>
                <a:spcPct val="120500"/>
              </a:lnSpc>
              <a:spcBef>
                <a:spcPts val="10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Reshape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 distribution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truncating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Intuition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from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thermodynamics,</a:t>
            </a:r>
            <a:endParaRPr sz="3800">
              <a:latin typeface="Calibri"/>
              <a:cs typeface="Calibri"/>
            </a:endParaRPr>
          </a:p>
          <a:p>
            <a:pPr marL="561340" marR="5080" indent="-548640">
              <a:lnSpc>
                <a:spcPts val="3600"/>
              </a:lnSpc>
              <a:spcBef>
                <a:spcPts val="1350"/>
              </a:spcBef>
              <a:buClr>
                <a:srgbClr val="E48312"/>
              </a:buClr>
              <a:buFont typeface="Arial"/>
              <a:buChar char="•"/>
              <a:tabLst>
                <a:tab pos="56134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404040"/>
                </a:solidFill>
                <a:latin typeface="Calibri"/>
                <a:cs typeface="Calibri"/>
              </a:rPr>
              <a:t>temperature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flexible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explore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many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possible</a:t>
            </a:r>
            <a:r>
              <a:rPr dirty="0" sz="34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states,</a:t>
            </a:r>
            <a:endParaRPr sz="3400">
              <a:latin typeface="Calibri"/>
              <a:cs typeface="Calibri"/>
            </a:endParaRPr>
          </a:p>
          <a:p>
            <a:pPr marL="561340" marR="202565" indent="-548640">
              <a:lnSpc>
                <a:spcPts val="3600"/>
              </a:lnSpc>
              <a:spcBef>
                <a:spcPts val="1420"/>
              </a:spcBef>
              <a:buClr>
                <a:srgbClr val="E48312"/>
              </a:buClr>
              <a:buFont typeface="Arial"/>
              <a:buChar char="•"/>
              <a:tabLst>
                <a:tab pos="56134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lower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404040"/>
                </a:solidFill>
                <a:latin typeface="Calibri"/>
                <a:cs typeface="Calibri"/>
              </a:rPr>
              <a:t>temperature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likely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explore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subset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lower</a:t>
            </a:r>
            <a:r>
              <a:rPr dirty="0" sz="3400" spc="-1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energy</a:t>
            </a:r>
            <a:r>
              <a:rPr dirty="0" sz="3400" spc="-1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(better)</a:t>
            </a:r>
            <a:r>
              <a:rPr dirty="0" sz="34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states.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Clr>
                <a:srgbClr val="E48312"/>
              </a:buClr>
              <a:buFont typeface="Arial"/>
              <a:buChar char="•"/>
            </a:pPr>
            <a:endParaRPr sz="3400">
              <a:latin typeface="Calibri"/>
              <a:cs typeface="Calibri"/>
            </a:endParaRPr>
          </a:p>
          <a:p>
            <a:pPr marL="109855">
              <a:lnSpc>
                <a:spcPct val="100000"/>
              </a:lnSpc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50" b="1">
                <a:solidFill>
                  <a:srgbClr val="404040"/>
                </a:solidFill>
                <a:latin typeface="Calibri"/>
                <a:cs typeface="Calibri"/>
              </a:rPr>
              <a:t>low-</a:t>
            </a:r>
            <a:r>
              <a:rPr dirty="0" sz="3400" spc="-35" b="1">
                <a:solidFill>
                  <a:srgbClr val="404040"/>
                </a:solidFill>
                <a:latin typeface="Calibri"/>
                <a:cs typeface="Calibri"/>
              </a:rPr>
              <a:t>temperature</a:t>
            </a:r>
            <a:r>
              <a:rPr dirty="0" sz="3400" spc="-8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404040"/>
                </a:solidFill>
                <a:latin typeface="Calibri"/>
                <a:cs typeface="Calibri"/>
              </a:rPr>
              <a:t>sampling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400" spc="6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(τ</a:t>
            </a:r>
            <a:r>
              <a:rPr dirty="0" sz="34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≤</a:t>
            </a:r>
            <a:r>
              <a:rPr dirty="0" sz="34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1)</a:t>
            </a:r>
            <a:r>
              <a:rPr dirty="0" sz="34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smoothly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increase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probable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decrease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rare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words.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4042" y="403859"/>
            <a:ext cx="11755120" cy="2735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dirty="0" sz="5000" spc="-90" b="0">
                <a:solidFill>
                  <a:srgbClr val="404040"/>
                </a:solidFill>
                <a:latin typeface="Calibri Light"/>
                <a:cs typeface="Calibri Light"/>
              </a:rPr>
              <a:t>Temperature</a:t>
            </a:r>
            <a:r>
              <a:rPr dirty="0" sz="5000" spc="-175" b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dirty="0" sz="5000" spc="-10" b="0">
                <a:solidFill>
                  <a:srgbClr val="404040"/>
                </a:solidFill>
                <a:latin typeface="Calibri Light"/>
                <a:cs typeface="Calibri Light"/>
              </a:rPr>
              <a:t>sampling</a:t>
            </a:r>
            <a:endParaRPr sz="5000">
              <a:latin typeface="Calibri Light"/>
              <a:cs typeface="Calibri Light"/>
            </a:endParaRPr>
          </a:p>
          <a:p>
            <a:pPr marL="22225" marR="5080" indent="-10160">
              <a:lnSpc>
                <a:spcPts val="4700"/>
              </a:lnSpc>
              <a:spcBef>
                <a:spcPts val="6015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Divide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logit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temperature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parameter</a:t>
            </a:r>
            <a:r>
              <a:rPr dirty="0" sz="43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τ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before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passing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through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softmax.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4042" y="3970528"/>
            <a:ext cx="2240915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dirty="0" sz="4300" spc="-1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5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042" y="5482335"/>
            <a:ext cx="1466215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43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5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9169" y="4269870"/>
            <a:ext cx="6227445" cy="290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5900" spc="-300" b="1">
                <a:latin typeface="Arial"/>
                <a:cs typeface="Arial"/>
              </a:rPr>
              <a:t>y</a:t>
            </a:r>
            <a:r>
              <a:rPr dirty="0" sz="5900" spc="215" b="1">
                <a:latin typeface="Arial"/>
                <a:cs typeface="Arial"/>
              </a:rPr>
              <a:t>  </a:t>
            </a:r>
            <a:r>
              <a:rPr dirty="0" sz="5900" spc="385">
                <a:latin typeface="Tahoma"/>
                <a:cs typeface="Tahoma"/>
              </a:rPr>
              <a:t>=</a:t>
            </a:r>
            <a:r>
              <a:rPr dirty="0" sz="5900" spc="-30">
                <a:latin typeface="Tahoma"/>
                <a:cs typeface="Tahoma"/>
              </a:rPr>
              <a:t>  </a:t>
            </a:r>
            <a:r>
              <a:rPr dirty="0" sz="5900" spc="45">
                <a:latin typeface="Times New Roman"/>
                <a:cs typeface="Times New Roman"/>
              </a:rPr>
              <a:t>softmax</a:t>
            </a:r>
            <a:r>
              <a:rPr dirty="0" sz="5900" spc="45">
                <a:latin typeface="Tahoma"/>
                <a:cs typeface="Tahoma"/>
              </a:rPr>
              <a:t>(</a:t>
            </a:r>
            <a:r>
              <a:rPr dirty="0" sz="5900" spc="45" i="1">
                <a:latin typeface="Times New Roman"/>
                <a:cs typeface="Times New Roman"/>
              </a:rPr>
              <a:t>u</a:t>
            </a:r>
            <a:r>
              <a:rPr dirty="0" sz="5900" spc="45">
                <a:latin typeface="Tahoma"/>
                <a:cs typeface="Tahoma"/>
              </a:rPr>
              <a:t>)</a:t>
            </a:r>
            <a:endParaRPr sz="5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5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5900" spc="-265" b="1">
                <a:latin typeface="Arial"/>
                <a:cs typeface="Arial"/>
              </a:rPr>
              <a:t>y</a:t>
            </a:r>
            <a:r>
              <a:rPr dirty="0" sz="5900" spc="235" b="1">
                <a:latin typeface="Arial"/>
                <a:cs typeface="Arial"/>
              </a:rPr>
              <a:t>  </a:t>
            </a:r>
            <a:r>
              <a:rPr dirty="0" sz="5900" spc="425">
                <a:latin typeface="Tahoma"/>
                <a:cs typeface="Tahoma"/>
              </a:rPr>
              <a:t>=</a:t>
            </a:r>
            <a:r>
              <a:rPr dirty="0" sz="5900" spc="-20">
                <a:latin typeface="Tahoma"/>
                <a:cs typeface="Tahoma"/>
              </a:rPr>
              <a:t>  </a:t>
            </a:r>
            <a:r>
              <a:rPr dirty="0" sz="5900" spc="150">
                <a:latin typeface="Times New Roman"/>
                <a:cs typeface="Times New Roman"/>
              </a:rPr>
              <a:t>softma</a:t>
            </a:r>
            <a:r>
              <a:rPr dirty="0" sz="5900" spc="145">
                <a:latin typeface="Times New Roman"/>
                <a:cs typeface="Times New Roman"/>
              </a:rPr>
              <a:t>x</a:t>
            </a:r>
            <a:r>
              <a:rPr dirty="0" sz="5900" spc="145">
                <a:latin typeface="Tahoma"/>
                <a:cs typeface="Tahoma"/>
              </a:rPr>
              <a:t>(</a:t>
            </a:r>
            <a:r>
              <a:rPr dirty="0" sz="5900" spc="145" i="1">
                <a:latin typeface="Times New Roman"/>
                <a:cs typeface="Times New Roman"/>
              </a:rPr>
              <a:t>u</a:t>
            </a:r>
            <a:r>
              <a:rPr dirty="0" sz="5900" spc="150" i="1">
                <a:latin typeface="Verdana"/>
                <a:cs typeface="Verdana"/>
              </a:rPr>
              <a:t>/</a:t>
            </a:r>
            <a:r>
              <a:rPr dirty="0" sz="5900" spc="655" i="1">
                <a:latin typeface="Calibri"/>
                <a:cs typeface="Calibri"/>
              </a:rPr>
              <a:t>t</a:t>
            </a:r>
            <a:r>
              <a:rPr dirty="0" sz="5900" spc="150">
                <a:latin typeface="Tahoma"/>
                <a:cs typeface="Tahoma"/>
              </a:rPr>
              <a:t>)</a:t>
            </a:r>
            <a:endParaRPr sz="5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7808" y="4874455"/>
            <a:ext cx="6406515" cy="0"/>
          </a:xfrm>
          <a:custGeom>
            <a:avLst/>
            <a:gdLst/>
            <a:ahLst/>
            <a:cxnLst/>
            <a:rect l="l" t="t" r="r" b="b"/>
            <a:pathLst>
              <a:path w="6406515" h="0">
                <a:moveTo>
                  <a:pt x="0" y="0"/>
                </a:moveTo>
                <a:lnTo>
                  <a:pt x="6406270" y="1"/>
                </a:lnTo>
              </a:path>
            </a:pathLst>
          </a:custGeom>
          <a:ln w="6096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3763" y="283068"/>
            <a:ext cx="8721725" cy="1955800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pc="-90"/>
              <a:t>Temperature</a:t>
            </a:r>
            <a:r>
              <a:rPr dirty="0" spc="-175"/>
              <a:t> </a:t>
            </a:r>
            <a:r>
              <a:rPr dirty="0" spc="-10"/>
              <a:t>sampling</a:t>
            </a:r>
          </a:p>
          <a:p>
            <a:pPr marL="2506345">
              <a:lnSpc>
                <a:spcPct val="100000"/>
              </a:lnSpc>
              <a:spcBef>
                <a:spcPts val="1160"/>
              </a:spcBef>
            </a:pPr>
            <a:r>
              <a:rPr dirty="0" sz="5900" spc="-265" b="1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dirty="0" sz="5900" spc="235" b="1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5900" spc="425" b="0">
                <a:solidFill>
                  <a:srgbClr val="000000"/>
                </a:solidFill>
                <a:latin typeface="Tahoma"/>
                <a:cs typeface="Tahoma"/>
              </a:rPr>
              <a:t>=</a:t>
            </a:r>
            <a:r>
              <a:rPr dirty="0" sz="5900" spc="-20" b="0">
                <a:solidFill>
                  <a:srgbClr val="000000"/>
                </a:solidFill>
                <a:latin typeface="Tahoma"/>
                <a:cs typeface="Tahoma"/>
              </a:rPr>
              <a:t>  </a:t>
            </a:r>
            <a:r>
              <a:rPr dirty="0" sz="5900" spc="150" b="0">
                <a:solidFill>
                  <a:srgbClr val="000000"/>
                </a:solidFill>
                <a:latin typeface="Times New Roman"/>
                <a:cs typeface="Times New Roman"/>
              </a:rPr>
              <a:t>softma</a:t>
            </a:r>
            <a:r>
              <a:rPr dirty="0" sz="5900" spc="145" b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dirty="0" sz="5900" spc="145" b="0">
                <a:solidFill>
                  <a:srgbClr val="000000"/>
                </a:solidFill>
                <a:latin typeface="Tahoma"/>
                <a:cs typeface="Tahoma"/>
              </a:rPr>
              <a:t>(</a:t>
            </a:r>
            <a:r>
              <a:rPr dirty="0" sz="5900" spc="145" b="0" i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dirty="0" sz="5900" spc="150" b="0" i="1">
                <a:solidFill>
                  <a:srgbClr val="000000"/>
                </a:solidFill>
                <a:latin typeface="Verdana"/>
                <a:cs typeface="Verdana"/>
              </a:rPr>
              <a:t>/</a:t>
            </a:r>
            <a:r>
              <a:rPr dirty="0" sz="5900" spc="655" b="0" i="1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dirty="0" sz="5900" spc="150" b="0">
                <a:solidFill>
                  <a:srgbClr val="000000"/>
                </a:solidFill>
                <a:latin typeface="Tahoma"/>
                <a:cs typeface="Tahoma"/>
              </a:rPr>
              <a:t>)</a:t>
            </a:r>
            <a:endParaRPr sz="5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12628" y="439419"/>
            <a:ext cx="144272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Calibri"/>
                <a:cs typeface="Calibri"/>
              </a:rPr>
              <a:t>0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≤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τ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≤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 spc="-50">
                <a:latin typeface="Calibri"/>
                <a:cs typeface="Calibri"/>
              </a:rPr>
              <a:t>1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8006" y="2897766"/>
            <a:ext cx="12522200" cy="443166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Why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does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work?</a:t>
            </a:r>
            <a:endParaRPr sz="4300">
              <a:latin typeface="Calibri"/>
              <a:cs typeface="Calibri"/>
            </a:endParaRPr>
          </a:p>
          <a:p>
            <a:pPr marL="425450" indent="-412750">
              <a:lnSpc>
                <a:spcPct val="100000"/>
              </a:lnSpc>
              <a:spcBef>
                <a:spcPts val="950"/>
              </a:spcBef>
              <a:buClr>
                <a:srgbClr val="E48312"/>
              </a:buClr>
              <a:buFont typeface="Arial"/>
              <a:buChar char="•"/>
              <a:tabLst>
                <a:tab pos="42545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τ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close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doesn’t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change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much.</a:t>
            </a:r>
            <a:endParaRPr sz="3400">
              <a:latin typeface="Calibri"/>
              <a:cs typeface="Calibri"/>
            </a:endParaRPr>
          </a:p>
          <a:p>
            <a:pPr marL="425450" indent="-412750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"/>
              <a:buChar char="•"/>
              <a:tabLst>
                <a:tab pos="42545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lower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τ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is,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larger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scores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being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passed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softmax</a:t>
            </a:r>
            <a:endParaRPr sz="3400">
              <a:latin typeface="Calibri"/>
              <a:cs typeface="Calibri"/>
            </a:endParaRPr>
          </a:p>
          <a:p>
            <a:pPr marL="425450" indent="-412750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"/>
              <a:buChar char="•"/>
              <a:tabLst>
                <a:tab pos="425450" algn="l"/>
              </a:tabLst>
            </a:pP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Softmax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pushes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toward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toward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0.</a:t>
            </a:r>
            <a:endParaRPr sz="3400">
              <a:latin typeface="Calibri"/>
              <a:cs typeface="Calibri"/>
            </a:endParaRPr>
          </a:p>
          <a:p>
            <a:pPr marL="424180" marR="5080" indent="-411480">
              <a:lnSpc>
                <a:spcPts val="3600"/>
              </a:lnSpc>
              <a:spcBef>
                <a:spcPts val="1435"/>
              </a:spcBef>
              <a:buFont typeface="Arial"/>
              <a:buChar char="•"/>
              <a:tabLst>
                <a:tab pos="424180" algn="l"/>
                <a:tab pos="425450" algn="l"/>
              </a:tabLst>
            </a:pPr>
            <a:r>
              <a:rPr dirty="0" sz="340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dirty="0" sz="34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inputs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pushes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404040"/>
                </a:solidFill>
                <a:latin typeface="Calibri"/>
                <a:cs typeface="Calibri"/>
              </a:rPr>
              <a:t>high-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4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higher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dirty="0" sz="34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probability word</a:t>
            </a:r>
            <a:r>
              <a:rPr dirty="0" sz="3400" spc="-1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lower,</a:t>
            </a:r>
            <a:r>
              <a:rPr dirty="0" sz="3400" spc="43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dirty="0" sz="3400" spc="-1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dirty="0" sz="3400" spc="-1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dirty="0" sz="3400" spc="-1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greedy.</a:t>
            </a:r>
            <a:endParaRPr sz="3400">
              <a:latin typeface="Calibri"/>
              <a:cs typeface="Calibri"/>
            </a:endParaRPr>
          </a:p>
          <a:p>
            <a:pPr marL="425450" indent="-412750">
              <a:lnSpc>
                <a:spcPct val="100000"/>
              </a:lnSpc>
              <a:spcBef>
                <a:spcPts val="775"/>
              </a:spcBef>
              <a:buClr>
                <a:srgbClr val="E48312"/>
              </a:buClr>
              <a:buFont typeface="Arial"/>
              <a:buChar char="•"/>
              <a:tabLst>
                <a:tab pos="42545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τ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approaches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0,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likely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approaches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5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2307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Sampling</a:t>
            </a:r>
            <a:r>
              <a:rPr dirty="0" sz="4800" spc="-10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for</a:t>
            </a:r>
            <a:r>
              <a:rPr dirty="0" sz="4800" spc="-10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LLM</a:t>
            </a:r>
            <a:r>
              <a:rPr dirty="0" sz="4800" spc="-10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Generation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6715125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Pretraining</a:t>
            </a:r>
            <a:r>
              <a:rPr dirty="0" sz="4800" spc="-16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6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Language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Models:</a:t>
            </a:r>
            <a:r>
              <a:rPr dirty="0" sz="4800" spc="-10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Algorithm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Pretraining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49628"/>
            <a:ext cx="11934825" cy="453072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22225" marR="1467485" indent="-10160">
              <a:lnSpc>
                <a:spcPts val="5210"/>
              </a:lnSpc>
              <a:spcBef>
                <a:spcPts val="730"/>
              </a:spcBef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8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big</a:t>
            </a:r>
            <a:r>
              <a:rPr dirty="0" sz="48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idea</a:t>
            </a:r>
            <a:r>
              <a:rPr dirty="0" sz="48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48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underlies</a:t>
            </a:r>
            <a:r>
              <a:rPr dirty="0" sz="48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dirty="0" sz="48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8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amazing performance</a:t>
            </a:r>
            <a:r>
              <a:rPr dirty="0" sz="48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8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48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endParaRPr sz="4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4800">
              <a:latin typeface="Calibri"/>
              <a:cs typeface="Calibri"/>
            </a:endParaRPr>
          </a:p>
          <a:p>
            <a:pPr marL="22225" marR="5080" indent="-10160">
              <a:lnSpc>
                <a:spcPts val="5180"/>
              </a:lnSpc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First</a:t>
            </a:r>
            <a:r>
              <a:rPr dirty="0" sz="48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404040"/>
                </a:solidFill>
                <a:latin typeface="Calibri"/>
                <a:cs typeface="Calibri"/>
              </a:rPr>
              <a:t>pretrain</a:t>
            </a:r>
            <a:r>
              <a:rPr dirty="0" sz="4800" spc="-1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48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25">
                <a:solidFill>
                  <a:srgbClr val="404040"/>
                </a:solidFill>
                <a:latin typeface="Calibri"/>
                <a:cs typeface="Calibri"/>
              </a:rPr>
              <a:t>transformer</a:t>
            </a:r>
            <a:r>
              <a:rPr dirty="0" sz="48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48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48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enormous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amounts</a:t>
            </a:r>
            <a:r>
              <a:rPr dirty="0" sz="48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8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2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endParaRPr sz="4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dirty="0" sz="48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404040"/>
                </a:solidFill>
                <a:latin typeface="Calibri"/>
                <a:cs typeface="Calibri"/>
              </a:rPr>
              <a:t>apply</a:t>
            </a:r>
            <a:r>
              <a:rPr dirty="0" sz="4800" spc="-8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4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8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dirty="0" sz="4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tasks.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Self-</a:t>
            </a:r>
            <a:r>
              <a:rPr dirty="0" spc="-25"/>
              <a:t>supervised</a:t>
            </a:r>
            <a:r>
              <a:rPr dirty="0" spc="-210"/>
              <a:t> </a:t>
            </a:r>
            <a:r>
              <a:rPr dirty="0" spc="-30"/>
              <a:t>training</a:t>
            </a:r>
            <a:r>
              <a:rPr dirty="0" spc="-204"/>
              <a:t> </a:t>
            </a:r>
            <a:r>
              <a:rPr dirty="0" spc="-1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7460" y="1812543"/>
            <a:ext cx="12108180" cy="5151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train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them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predict</a:t>
            </a:r>
            <a:r>
              <a:rPr dirty="0" sz="43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word!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AutoNum type="arabicPeriod"/>
              <a:tabLst>
                <a:tab pos="560705" algn="l"/>
              </a:tabLst>
            </a:pPr>
            <a:r>
              <a:rPr dirty="0" sz="4300" spc="-85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43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corpus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ts val="4930"/>
              </a:lnSpc>
              <a:spcBef>
                <a:spcPts val="335"/>
              </a:spcBef>
              <a:buClr>
                <a:srgbClr val="E48312"/>
              </a:buClr>
              <a:buAutoNum type="arabicPeriod"/>
              <a:tabLst>
                <a:tab pos="560705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50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endParaRPr sz="4300">
              <a:latin typeface="Calibri"/>
              <a:cs typeface="Calibri"/>
            </a:endParaRPr>
          </a:p>
          <a:p>
            <a:pPr lvl="1" marL="1174115" indent="-685165">
              <a:lnSpc>
                <a:spcPts val="4200"/>
              </a:lnSpc>
              <a:buClr>
                <a:srgbClr val="E48312"/>
              </a:buClr>
              <a:buAutoNum type="romanLcPeriod"/>
              <a:tabLst>
                <a:tab pos="11741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ask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predict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endParaRPr sz="3800">
              <a:latin typeface="Calibri"/>
              <a:cs typeface="Calibri"/>
            </a:endParaRPr>
          </a:p>
          <a:p>
            <a:pPr lvl="1" marL="1174750" marR="66675" indent="-685800">
              <a:lnSpc>
                <a:spcPts val="3700"/>
              </a:lnSpc>
              <a:spcBef>
                <a:spcPts val="710"/>
              </a:spcBef>
              <a:buClr>
                <a:srgbClr val="E48312"/>
              </a:buClr>
              <a:buAutoNum type="romanLcPeriod"/>
              <a:tabLst>
                <a:tab pos="1174750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train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gradient descent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minimize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error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this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prediction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800">
              <a:latin typeface="Calibri"/>
              <a:cs typeface="Calibri"/>
            </a:endParaRPr>
          </a:p>
          <a:p>
            <a:pPr marL="488950" marR="5080">
              <a:lnSpc>
                <a:spcPts val="3720"/>
              </a:lnSpc>
            </a:pP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"</a:t>
            </a:r>
            <a:r>
              <a:rPr dirty="0" sz="3800" spc="-20" b="1">
                <a:solidFill>
                  <a:srgbClr val="404040"/>
                </a:solidFill>
                <a:latin typeface="Calibri"/>
                <a:cs typeface="Calibri"/>
              </a:rPr>
              <a:t>Self-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supervised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"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because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uses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label!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Intuition</a:t>
            </a:r>
            <a:r>
              <a:rPr dirty="0" spc="-190"/>
              <a:t> </a:t>
            </a:r>
            <a:r>
              <a:rPr dirty="0"/>
              <a:t>of</a:t>
            </a:r>
            <a:r>
              <a:rPr dirty="0" spc="-204"/>
              <a:t> </a:t>
            </a:r>
            <a:r>
              <a:rPr dirty="0" spc="-25"/>
              <a:t>language</a:t>
            </a:r>
            <a:r>
              <a:rPr dirty="0" spc="-195"/>
              <a:t> </a:t>
            </a:r>
            <a:r>
              <a:rPr dirty="0"/>
              <a:t>model</a:t>
            </a:r>
            <a:r>
              <a:rPr dirty="0" spc="-210"/>
              <a:t> </a:t>
            </a:r>
            <a:r>
              <a:rPr dirty="0" spc="-35"/>
              <a:t>training:</a:t>
            </a:r>
            <a:r>
              <a:rPr dirty="0" spc="-204"/>
              <a:t> </a:t>
            </a:r>
            <a:r>
              <a:rPr dirty="0" spc="-20"/>
              <a:t>loss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7460" y="1861311"/>
            <a:ext cx="12769215" cy="598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loss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function: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 b="1">
                <a:solidFill>
                  <a:srgbClr val="404040"/>
                </a:solidFill>
                <a:latin typeface="Calibri"/>
                <a:cs typeface="Calibri"/>
              </a:rPr>
              <a:t>cross-</a:t>
            </a:r>
            <a:r>
              <a:rPr dirty="0" sz="4300" b="1">
                <a:solidFill>
                  <a:srgbClr val="404040"/>
                </a:solidFill>
                <a:latin typeface="Calibri"/>
                <a:cs typeface="Calibri"/>
              </a:rPr>
              <a:t>entropy</a:t>
            </a:r>
            <a:r>
              <a:rPr dirty="0" sz="4300" spc="-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20" b="1">
                <a:solidFill>
                  <a:srgbClr val="404040"/>
                </a:solidFill>
                <a:latin typeface="Calibri"/>
                <a:cs typeface="Calibri"/>
              </a:rPr>
              <a:t>loss</a:t>
            </a:r>
            <a:endParaRPr sz="4300">
              <a:latin typeface="Calibri"/>
              <a:cs typeface="Calibri"/>
            </a:endParaRPr>
          </a:p>
          <a:p>
            <a:pPr lvl="1" marL="1174750" marR="788670" indent="-685800">
              <a:lnSpc>
                <a:spcPts val="4200"/>
              </a:lnSpc>
              <a:spcBef>
                <a:spcPts val="484"/>
              </a:spcBef>
              <a:buClr>
                <a:srgbClr val="E48312"/>
              </a:buClr>
              <a:buFont typeface="Arial"/>
              <a:buChar char="•"/>
              <a:tabLst>
                <a:tab pos="1174750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We want the model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assign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true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50" i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endParaRPr sz="3800">
              <a:latin typeface="Calibri"/>
              <a:cs typeface="Calibri"/>
            </a:endParaRPr>
          </a:p>
          <a:p>
            <a:pPr marL="1174750" marR="1285875" indent="-685800">
              <a:lnSpc>
                <a:spcPts val="4100"/>
              </a:lnSpc>
              <a:spcBef>
                <a:spcPts val="580"/>
              </a:spcBef>
              <a:tabLst>
                <a:tab pos="1174115" algn="l"/>
              </a:tabLst>
            </a:pPr>
            <a:r>
              <a:rPr dirty="0" sz="3800" spc="-50">
                <a:solidFill>
                  <a:srgbClr val="E48312"/>
                </a:solidFill>
                <a:latin typeface="Arial"/>
                <a:cs typeface="Arial"/>
              </a:rPr>
              <a:t>•</a:t>
            </a:r>
            <a:r>
              <a:rPr dirty="0" sz="3800">
                <a:solidFill>
                  <a:srgbClr val="E48312"/>
                </a:solidFill>
                <a:latin typeface="Arial"/>
                <a:cs typeface="Arial"/>
              </a:rPr>
              <a:t>	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want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loss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dirty="0" sz="3800" spc="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assigns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too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5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dirty="0" sz="3800" spc="-5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endParaRPr sz="3800">
              <a:latin typeface="Calibri"/>
              <a:cs typeface="Calibri"/>
            </a:endParaRPr>
          </a:p>
          <a:p>
            <a:pPr marL="698500" marR="553720" indent="-685800">
              <a:lnSpc>
                <a:spcPts val="4610"/>
              </a:lnSpc>
              <a:spcBef>
                <a:spcPts val="1500"/>
              </a:spcBef>
              <a:buClr>
                <a:srgbClr val="E48312"/>
              </a:buClr>
              <a:buFont typeface="Arial"/>
              <a:buChar char="•"/>
              <a:tabLst>
                <a:tab pos="698500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CE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Loss: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negative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log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model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assigns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3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true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43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5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endParaRPr sz="4300">
              <a:latin typeface="Calibri"/>
              <a:cs typeface="Calibri"/>
            </a:endParaRPr>
          </a:p>
          <a:p>
            <a:pPr lvl="1" marL="1174115" indent="-685165">
              <a:lnSpc>
                <a:spcPts val="4515"/>
              </a:lnSpc>
              <a:buClr>
                <a:srgbClr val="E48312"/>
              </a:buClr>
              <a:buFont typeface="Arial"/>
              <a:buChar char="•"/>
              <a:tabLst>
                <a:tab pos="11741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assigns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too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5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endParaRPr sz="3800">
              <a:latin typeface="Calibri"/>
              <a:cs typeface="Calibri"/>
            </a:endParaRPr>
          </a:p>
          <a:p>
            <a:pPr lvl="1" marL="1174750" marR="5080" indent="-685800">
              <a:lnSpc>
                <a:spcPts val="4100"/>
              </a:lnSpc>
              <a:spcBef>
                <a:spcPts val="760"/>
              </a:spcBef>
              <a:buClr>
                <a:srgbClr val="E48312"/>
              </a:buClr>
              <a:buFont typeface="Arial"/>
              <a:buChar char="•"/>
              <a:tabLst>
                <a:tab pos="1174750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move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weights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direction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assigns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5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higher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5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Cross-</a:t>
            </a:r>
            <a:r>
              <a:rPr dirty="0" spc="-40"/>
              <a:t>entropy</a:t>
            </a:r>
            <a:r>
              <a:rPr dirty="0" spc="-225"/>
              <a:t> </a:t>
            </a:r>
            <a:r>
              <a:rPr dirty="0"/>
              <a:t>loss</a:t>
            </a:r>
            <a:r>
              <a:rPr dirty="0" spc="-220"/>
              <a:t> </a:t>
            </a:r>
            <a:r>
              <a:rPr dirty="0" spc="-20"/>
              <a:t>for</a:t>
            </a:r>
            <a:r>
              <a:rPr dirty="0" spc="-225"/>
              <a:t> </a:t>
            </a:r>
            <a:r>
              <a:rPr dirty="0" spc="-25"/>
              <a:t>language</a:t>
            </a:r>
            <a:r>
              <a:rPr dirty="0" spc="-220"/>
              <a:t> </a:t>
            </a:r>
            <a:r>
              <a:rPr dirty="0" spc="-10"/>
              <a:t>modeling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4042" y="1862328"/>
            <a:ext cx="4719320" cy="80899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2225" marR="5080" indent="-10160">
              <a:lnSpc>
                <a:spcPct val="77200"/>
              </a:lnSpc>
              <a:spcBef>
                <a:spcPts val="890"/>
              </a:spcBef>
            </a:pPr>
            <a:r>
              <a:rPr dirty="0" sz="2900" b="1">
                <a:solidFill>
                  <a:srgbClr val="404040"/>
                </a:solidFill>
                <a:latin typeface="Calibri"/>
                <a:cs typeface="Calibri"/>
              </a:rPr>
              <a:t>CE</a:t>
            </a:r>
            <a:r>
              <a:rPr dirty="0" sz="2900" spc="-8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b="1">
                <a:solidFill>
                  <a:srgbClr val="404040"/>
                </a:solidFill>
                <a:latin typeface="Calibri"/>
                <a:cs typeface="Calibri"/>
              </a:rPr>
              <a:t>loss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dirty="0" sz="29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20">
                <a:solidFill>
                  <a:srgbClr val="404040"/>
                </a:solidFill>
                <a:latin typeface="Calibri"/>
                <a:cs typeface="Calibri"/>
              </a:rPr>
              <a:t>difference</a:t>
            </a:r>
            <a:r>
              <a:rPr dirty="0" sz="29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dirty="0" sz="29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0823" y="1900123"/>
            <a:ext cx="1048385" cy="444500"/>
          </a:xfrm>
          <a:custGeom>
            <a:avLst/>
            <a:gdLst/>
            <a:ahLst/>
            <a:cxnLst/>
            <a:rect l="l" t="t" r="r" b="b"/>
            <a:pathLst>
              <a:path w="1048384" h="444500">
                <a:moveTo>
                  <a:pt x="1048360" y="0"/>
                </a:moveTo>
                <a:lnTo>
                  <a:pt x="0" y="0"/>
                </a:lnTo>
                <a:lnTo>
                  <a:pt x="0" y="444500"/>
                </a:lnTo>
                <a:lnTo>
                  <a:pt x="1048360" y="444500"/>
                </a:lnTo>
                <a:lnTo>
                  <a:pt x="104836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090823" y="1900123"/>
            <a:ext cx="1061085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79"/>
              </a:lnSpc>
            </a:pPr>
            <a:r>
              <a:rPr dirty="0" sz="2900" spc="-25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13275" y="1862328"/>
            <a:ext cx="465772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29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dirty="0" sz="29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9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40392" y="1900123"/>
            <a:ext cx="1428115" cy="4445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79"/>
              </a:lnSpc>
            </a:pPr>
            <a:r>
              <a:rPr dirty="0" sz="2900" spc="-25">
                <a:solidFill>
                  <a:srgbClr val="404040"/>
                </a:solidFill>
                <a:latin typeface="Calibri"/>
                <a:cs typeface="Calibri"/>
              </a:rPr>
              <a:t>predicted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3756" y="2339971"/>
            <a:ext cx="749300" cy="621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00" spc="3690">
                <a:latin typeface="BIZ UDGothic"/>
                <a:cs typeface="BIZ UDGothic"/>
              </a:rPr>
              <a:t>X</a:t>
            </a:r>
            <a:endParaRPr sz="3900">
              <a:latin typeface="BIZ UDGothic"/>
              <a:cs typeface="BIZ UD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64804" y="2887914"/>
            <a:ext cx="827405" cy="621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8547" sz="5850" spc="-37" i="1">
                <a:latin typeface="Times New Roman"/>
                <a:cs typeface="Times New Roman"/>
              </a:rPr>
              <a:t>L</a:t>
            </a:r>
            <a:r>
              <a:rPr dirty="0" sz="2900" spc="-25" i="1">
                <a:latin typeface="Times New Roman"/>
                <a:cs typeface="Times New Roman"/>
              </a:rPr>
              <a:t>CE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7705" y="3015393"/>
            <a:ext cx="128905" cy="46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00" spc="-50" i="1">
                <a:latin typeface="Times New Roman"/>
                <a:cs typeface="Times New Roman"/>
              </a:rPr>
              <a:t>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85488" y="2811794"/>
            <a:ext cx="2499995" cy="621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53260" algn="l"/>
              </a:tabLst>
            </a:pPr>
            <a:r>
              <a:rPr dirty="0" sz="3900" spc="225">
                <a:latin typeface="Tahoma"/>
                <a:cs typeface="Tahoma"/>
              </a:rPr>
              <a:t>=</a:t>
            </a:r>
            <a:r>
              <a:rPr dirty="0" sz="3900" spc="-35">
                <a:latin typeface="Tahoma"/>
                <a:cs typeface="Tahoma"/>
              </a:rPr>
              <a:t>  </a:t>
            </a:r>
            <a:r>
              <a:rPr dirty="0" sz="3900" spc="-509" i="1">
                <a:latin typeface="DejaVu Sans Condensed"/>
                <a:cs typeface="DejaVu Sans Condensed"/>
              </a:rPr>
              <a:t>—</a:t>
            </a:r>
            <a:r>
              <a:rPr dirty="0" sz="3900" i="1">
                <a:latin typeface="DejaVu Sans Condensed"/>
                <a:cs typeface="DejaVu Sans Condensed"/>
              </a:rPr>
              <a:t>	</a:t>
            </a:r>
            <a:r>
              <a:rPr dirty="0" sz="3900" b="1">
                <a:latin typeface="Arial"/>
                <a:cs typeface="Arial"/>
              </a:rPr>
              <a:t>y</a:t>
            </a:r>
            <a:r>
              <a:rPr dirty="0" sz="3900" spc="-170" b="1">
                <a:latin typeface="Arial"/>
                <a:cs typeface="Arial"/>
              </a:rPr>
              <a:t> </a:t>
            </a:r>
            <a:r>
              <a:rPr dirty="0" sz="3900" spc="-455">
                <a:latin typeface="Tahoma"/>
                <a:cs typeface="Tahoma"/>
              </a:rPr>
              <a:t>[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26561" y="3015393"/>
            <a:ext cx="128905" cy="46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00" spc="-50" i="1">
                <a:latin typeface="Times New Roman"/>
                <a:cs typeface="Times New Roman"/>
              </a:rPr>
              <a:t>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9942" y="2811794"/>
            <a:ext cx="2258060" cy="621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00" spc="-195" i="1">
                <a:latin typeface="Times New Roman"/>
                <a:cs typeface="Times New Roman"/>
              </a:rPr>
              <a:t>w</a:t>
            </a:r>
            <a:r>
              <a:rPr dirty="0" sz="3900" spc="-195">
                <a:latin typeface="Tahoma"/>
                <a:cs typeface="Tahoma"/>
              </a:rPr>
              <a:t>]</a:t>
            </a:r>
            <a:r>
              <a:rPr dirty="0" sz="3900" spc="-765">
                <a:latin typeface="Tahoma"/>
                <a:cs typeface="Tahoma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log</a:t>
            </a:r>
            <a:r>
              <a:rPr dirty="0" sz="3900" spc="-525">
                <a:latin typeface="Times New Roman"/>
                <a:cs typeface="Times New Roman"/>
              </a:rPr>
              <a:t> </a:t>
            </a:r>
            <a:r>
              <a:rPr dirty="0" sz="3900" spc="-1814" b="1">
                <a:latin typeface="Arial"/>
                <a:cs typeface="Arial"/>
              </a:rPr>
              <a:t>y</a:t>
            </a:r>
            <a:r>
              <a:rPr dirty="0" sz="3900" spc="-20">
                <a:latin typeface="Times New Roman"/>
                <a:cs typeface="Times New Roman"/>
              </a:rPr>
              <a:t>ˆ</a:t>
            </a:r>
            <a:r>
              <a:rPr dirty="0" sz="3900" spc="500">
                <a:latin typeface="Times New Roman"/>
                <a:cs typeface="Times New Roman"/>
              </a:rPr>
              <a:t> </a:t>
            </a:r>
            <a:r>
              <a:rPr dirty="0" sz="3900" spc="-290">
                <a:latin typeface="Tahoma"/>
                <a:cs typeface="Tahoma"/>
              </a:rPr>
              <a:t>[</a:t>
            </a:r>
            <a:r>
              <a:rPr dirty="0" sz="3900" spc="-290" i="1">
                <a:latin typeface="Times New Roman"/>
                <a:cs typeface="Times New Roman"/>
              </a:rPr>
              <a:t>w</a:t>
            </a:r>
            <a:r>
              <a:rPr dirty="0" sz="3900" spc="-290">
                <a:latin typeface="Tahoma"/>
                <a:cs typeface="Tahoma"/>
              </a:rPr>
              <a:t>]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20975" y="3535321"/>
            <a:ext cx="728345" cy="46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00" spc="-140" i="1">
                <a:latin typeface="Times New Roman"/>
                <a:cs typeface="Times New Roman"/>
              </a:rPr>
              <a:t>w</a:t>
            </a:r>
            <a:r>
              <a:rPr dirty="0" sz="2900" spc="-140" i="1">
                <a:latin typeface="DejaVu Sans Condensed"/>
                <a:cs typeface="DejaVu Sans Condensed"/>
              </a:rPr>
              <a:t>∈</a:t>
            </a:r>
            <a:r>
              <a:rPr dirty="0" sz="2900" spc="-140" i="1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82917" y="2257374"/>
            <a:ext cx="2036445" cy="1473835"/>
            <a:chOff x="6482917" y="2257374"/>
            <a:chExt cx="2036445" cy="1473835"/>
          </a:xfrm>
        </p:grpSpPr>
        <p:sp>
          <p:nvSpPr>
            <p:cNvPr id="19" name="object 19"/>
            <p:cNvSpPr/>
            <p:nvPr/>
          </p:nvSpPr>
          <p:spPr>
            <a:xfrm>
              <a:off x="6482917" y="2257374"/>
              <a:ext cx="1137285" cy="537845"/>
            </a:xfrm>
            <a:custGeom>
              <a:avLst/>
              <a:gdLst/>
              <a:ahLst/>
              <a:cxnLst/>
              <a:rect l="l" t="t" r="r" b="b"/>
              <a:pathLst>
                <a:path w="1137284" h="537844">
                  <a:moveTo>
                    <a:pt x="1053726" y="471902"/>
                  </a:moveTo>
                  <a:lnTo>
                    <a:pt x="961906" y="500491"/>
                  </a:lnTo>
                  <a:lnTo>
                    <a:pt x="955272" y="504125"/>
                  </a:lnTo>
                  <a:lnTo>
                    <a:pt x="950704" y="509823"/>
                  </a:lnTo>
                  <a:lnTo>
                    <a:pt x="948607" y="516818"/>
                  </a:lnTo>
                  <a:lnTo>
                    <a:pt x="949382" y="524343"/>
                  </a:lnTo>
                  <a:lnTo>
                    <a:pt x="953015" y="530978"/>
                  </a:lnTo>
                  <a:lnTo>
                    <a:pt x="958713" y="535546"/>
                  </a:lnTo>
                  <a:lnTo>
                    <a:pt x="965709" y="537644"/>
                  </a:lnTo>
                  <a:lnTo>
                    <a:pt x="973234" y="536869"/>
                  </a:lnTo>
                  <a:lnTo>
                    <a:pt x="1117189" y="492047"/>
                  </a:lnTo>
                  <a:lnTo>
                    <a:pt x="1102334" y="492047"/>
                  </a:lnTo>
                  <a:lnTo>
                    <a:pt x="1053726" y="471902"/>
                  </a:lnTo>
                  <a:close/>
                </a:path>
                <a:path w="1137284" h="537844">
                  <a:moveTo>
                    <a:pt x="1082139" y="463055"/>
                  </a:moveTo>
                  <a:lnTo>
                    <a:pt x="1053726" y="471902"/>
                  </a:lnTo>
                  <a:lnTo>
                    <a:pt x="1102334" y="492047"/>
                  </a:lnTo>
                  <a:lnTo>
                    <a:pt x="1105959" y="483299"/>
                  </a:lnTo>
                  <a:lnTo>
                    <a:pt x="1092760" y="483299"/>
                  </a:lnTo>
                  <a:lnTo>
                    <a:pt x="1082139" y="463055"/>
                  </a:lnTo>
                  <a:close/>
                </a:path>
                <a:path w="1137284" h="537844">
                  <a:moveTo>
                    <a:pt x="1038917" y="323706"/>
                  </a:moveTo>
                  <a:lnTo>
                    <a:pt x="1031655" y="325826"/>
                  </a:lnTo>
                  <a:lnTo>
                    <a:pt x="1025784" y="330596"/>
                  </a:lnTo>
                  <a:lnTo>
                    <a:pt x="1022319" y="337025"/>
                  </a:lnTo>
                  <a:lnTo>
                    <a:pt x="1021517" y="344284"/>
                  </a:lnTo>
                  <a:lnTo>
                    <a:pt x="1023636" y="351546"/>
                  </a:lnTo>
                  <a:lnTo>
                    <a:pt x="1068314" y="436704"/>
                  </a:lnTo>
                  <a:lnTo>
                    <a:pt x="1116921" y="456849"/>
                  </a:lnTo>
                  <a:lnTo>
                    <a:pt x="1102334" y="492047"/>
                  </a:lnTo>
                  <a:lnTo>
                    <a:pt x="1117189" y="492047"/>
                  </a:lnTo>
                  <a:lnTo>
                    <a:pt x="1137118" y="485842"/>
                  </a:lnTo>
                  <a:lnTo>
                    <a:pt x="1057375" y="333844"/>
                  </a:lnTo>
                  <a:lnTo>
                    <a:pt x="1052604" y="327974"/>
                  </a:lnTo>
                  <a:lnTo>
                    <a:pt x="1046175" y="324508"/>
                  </a:lnTo>
                  <a:lnTo>
                    <a:pt x="1038917" y="323706"/>
                  </a:lnTo>
                  <a:close/>
                </a:path>
                <a:path w="1137284" h="537844">
                  <a:moveTo>
                    <a:pt x="1103965" y="456260"/>
                  </a:moveTo>
                  <a:lnTo>
                    <a:pt x="1082139" y="463055"/>
                  </a:lnTo>
                  <a:lnTo>
                    <a:pt x="1092760" y="483299"/>
                  </a:lnTo>
                  <a:lnTo>
                    <a:pt x="1103965" y="456260"/>
                  </a:lnTo>
                  <a:close/>
                </a:path>
                <a:path w="1137284" h="537844">
                  <a:moveTo>
                    <a:pt x="1115499" y="456260"/>
                  </a:moveTo>
                  <a:lnTo>
                    <a:pt x="1103965" y="456260"/>
                  </a:lnTo>
                  <a:lnTo>
                    <a:pt x="1092760" y="483299"/>
                  </a:lnTo>
                  <a:lnTo>
                    <a:pt x="1105959" y="483299"/>
                  </a:lnTo>
                  <a:lnTo>
                    <a:pt x="1116921" y="456849"/>
                  </a:lnTo>
                  <a:lnTo>
                    <a:pt x="1115499" y="456260"/>
                  </a:lnTo>
                  <a:close/>
                </a:path>
                <a:path w="1137284" h="537844">
                  <a:moveTo>
                    <a:pt x="14587" y="0"/>
                  </a:moveTo>
                  <a:lnTo>
                    <a:pt x="0" y="35196"/>
                  </a:lnTo>
                  <a:lnTo>
                    <a:pt x="1053726" y="471902"/>
                  </a:lnTo>
                  <a:lnTo>
                    <a:pt x="1082139" y="463055"/>
                  </a:lnTo>
                  <a:lnTo>
                    <a:pt x="1068314" y="436704"/>
                  </a:lnTo>
                  <a:lnTo>
                    <a:pt x="14587" y="0"/>
                  </a:lnTo>
                  <a:close/>
                </a:path>
                <a:path w="1137284" h="537844">
                  <a:moveTo>
                    <a:pt x="1068314" y="436704"/>
                  </a:moveTo>
                  <a:lnTo>
                    <a:pt x="1082139" y="463055"/>
                  </a:lnTo>
                  <a:lnTo>
                    <a:pt x="1103965" y="456260"/>
                  </a:lnTo>
                  <a:lnTo>
                    <a:pt x="1115499" y="456260"/>
                  </a:lnTo>
                  <a:lnTo>
                    <a:pt x="1068314" y="436704"/>
                  </a:lnTo>
                  <a:close/>
                </a:path>
              </a:pathLst>
            </a:custGeom>
            <a:solidFill>
              <a:srgbClr val="061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394346" y="2629279"/>
              <a:ext cx="1106170" cy="1082675"/>
            </a:xfrm>
            <a:custGeom>
              <a:avLst/>
              <a:gdLst/>
              <a:ahLst/>
              <a:cxnLst/>
              <a:rect l="l" t="t" r="r" b="b"/>
              <a:pathLst>
                <a:path w="1106170" h="1082675">
                  <a:moveTo>
                    <a:pt x="306932" y="73280"/>
                  </a:moveTo>
                  <a:lnTo>
                    <a:pt x="302408" y="61691"/>
                  </a:lnTo>
                  <a:lnTo>
                    <a:pt x="293597" y="56770"/>
                  </a:lnTo>
                  <a:lnTo>
                    <a:pt x="276214" y="65184"/>
                  </a:lnTo>
                  <a:lnTo>
                    <a:pt x="245972" y="93601"/>
                  </a:lnTo>
                  <a:lnTo>
                    <a:pt x="224565" y="113419"/>
                  </a:lnTo>
                  <a:lnTo>
                    <a:pt x="195883" y="136750"/>
                  </a:lnTo>
                  <a:lnTo>
                    <a:pt x="162435" y="163592"/>
                  </a:lnTo>
                  <a:lnTo>
                    <a:pt x="126728" y="193946"/>
                  </a:lnTo>
                  <a:lnTo>
                    <a:pt x="91273" y="227813"/>
                  </a:lnTo>
                  <a:lnTo>
                    <a:pt x="58577" y="265192"/>
                  </a:lnTo>
                  <a:lnTo>
                    <a:pt x="31149" y="306083"/>
                  </a:lnTo>
                  <a:lnTo>
                    <a:pt x="11498" y="350486"/>
                  </a:lnTo>
                  <a:lnTo>
                    <a:pt x="2132" y="398401"/>
                  </a:lnTo>
                  <a:lnTo>
                    <a:pt x="0" y="472809"/>
                  </a:lnTo>
                  <a:lnTo>
                    <a:pt x="999" y="516489"/>
                  </a:lnTo>
                  <a:lnTo>
                    <a:pt x="3732" y="563212"/>
                  </a:lnTo>
                  <a:lnTo>
                    <a:pt x="8464" y="612024"/>
                  </a:lnTo>
                  <a:lnTo>
                    <a:pt x="15462" y="661968"/>
                  </a:lnTo>
                  <a:lnTo>
                    <a:pt x="24992" y="712091"/>
                  </a:lnTo>
                  <a:lnTo>
                    <a:pt x="37322" y="761435"/>
                  </a:lnTo>
                  <a:lnTo>
                    <a:pt x="52718" y="809047"/>
                  </a:lnTo>
                  <a:lnTo>
                    <a:pt x="71446" y="853971"/>
                  </a:lnTo>
                  <a:lnTo>
                    <a:pt x="93772" y="895252"/>
                  </a:lnTo>
                  <a:lnTo>
                    <a:pt x="119965" y="931933"/>
                  </a:lnTo>
                  <a:lnTo>
                    <a:pt x="150289" y="963061"/>
                  </a:lnTo>
                  <a:lnTo>
                    <a:pt x="185012" y="987680"/>
                  </a:lnTo>
                  <a:lnTo>
                    <a:pt x="251127" y="1017041"/>
                  </a:lnTo>
                  <a:lnTo>
                    <a:pt x="291823" y="1030269"/>
                  </a:lnTo>
                  <a:lnTo>
                    <a:pt x="336688" y="1042338"/>
                  </a:lnTo>
                  <a:lnTo>
                    <a:pt x="385027" y="1053107"/>
                  </a:lnTo>
                  <a:lnTo>
                    <a:pt x="436149" y="1062433"/>
                  </a:lnTo>
                  <a:lnTo>
                    <a:pt x="489359" y="1070174"/>
                  </a:lnTo>
                  <a:lnTo>
                    <a:pt x="543964" y="1076188"/>
                  </a:lnTo>
                  <a:lnTo>
                    <a:pt x="599272" y="1080333"/>
                  </a:lnTo>
                  <a:lnTo>
                    <a:pt x="654588" y="1082466"/>
                  </a:lnTo>
                  <a:lnTo>
                    <a:pt x="709220" y="1082445"/>
                  </a:lnTo>
                  <a:lnTo>
                    <a:pt x="762475" y="1080129"/>
                  </a:lnTo>
                  <a:lnTo>
                    <a:pt x="813658" y="1075374"/>
                  </a:lnTo>
                  <a:lnTo>
                    <a:pt x="862078" y="1068038"/>
                  </a:lnTo>
                  <a:lnTo>
                    <a:pt x="907040" y="1057981"/>
                  </a:lnTo>
                  <a:lnTo>
                    <a:pt x="947852" y="1045058"/>
                  </a:lnTo>
                  <a:lnTo>
                    <a:pt x="983820" y="1029129"/>
                  </a:lnTo>
                  <a:lnTo>
                    <a:pt x="1038452" y="987680"/>
                  </a:lnTo>
                  <a:lnTo>
                    <a:pt x="1071767" y="929341"/>
                  </a:lnTo>
                  <a:lnTo>
                    <a:pt x="1083910" y="891714"/>
                  </a:lnTo>
                  <a:lnTo>
                    <a:pt x="1093235" y="849341"/>
                  </a:lnTo>
                  <a:lnTo>
                    <a:pt x="1099889" y="802895"/>
                  </a:lnTo>
                  <a:lnTo>
                    <a:pt x="1104015" y="753045"/>
                  </a:lnTo>
                  <a:lnTo>
                    <a:pt x="1105759" y="700462"/>
                  </a:lnTo>
                  <a:lnTo>
                    <a:pt x="1105265" y="645816"/>
                  </a:lnTo>
                  <a:lnTo>
                    <a:pt x="1102678" y="589779"/>
                  </a:lnTo>
                  <a:lnTo>
                    <a:pt x="1098142" y="533020"/>
                  </a:lnTo>
                  <a:lnTo>
                    <a:pt x="1091804" y="476210"/>
                  </a:lnTo>
                  <a:lnTo>
                    <a:pt x="1083807" y="420020"/>
                  </a:lnTo>
                  <a:lnTo>
                    <a:pt x="1074296" y="365121"/>
                  </a:lnTo>
                  <a:lnTo>
                    <a:pt x="1063415" y="312182"/>
                  </a:lnTo>
                  <a:lnTo>
                    <a:pt x="1051311" y="261875"/>
                  </a:lnTo>
                  <a:lnTo>
                    <a:pt x="1038127" y="214869"/>
                  </a:lnTo>
                  <a:lnTo>
                    <a:pt x="1024009" y="171837"/>
                  </a:lnTo>
                  <a:lnTo>
                    <a:pt x="1009100" y="133447"/>
                  </a:lnTo>
                  <a:lnTo>
                    <a:pt x="977492" y="73280"/>
                  </a:lnTo>
                  <a:lnTo>
                    <a:pt x="927753" y="28926"/>
                  </a:lnTo>
                  <a:lnTo>
                    <a:pt x="858013" y="5740"/>
                  </a:lnTo>
                  <a:lnTo>
                    <a:pt x="817038" y="922"/>
                  </a:lnTo>
                  <a:lnTo>
                    <a:pt x="772737" y="0"/>
                  </a:lnTo>
                  <a:lnTo>
                    <a:pt x="725670" y="2508"/>
                  </a:lnTo>
                  <a:lnTo>
                    <a:pt x="676394" y="7982"/>
                  </a:lnTo>
                  <a:lnTo>
                    <a:pt x="625468" y="15956"/>
                  </a:lnTo>
                  <a:lnTo>
                    <a:pt x="573450" y="25966"/>
                  </a:lnTo>
                  <a:lnTo>
                    <a:pt x="520898" y="37544"/>
                  </a:lnTo>
                  <a:lnTo>
                    <a:pt x="468371" y="50227"/>
                  </a:lnTo>
                  <a:lnTo>
                    <a:pt x="416428" y="63549"/>
                  </a:lnTo>
                  <a:lnTo>
                    <a:pt x="365626" y="77045"/>
                  </a:lnTo>
                  <a:lnTo>
                    <a:pt x="316524" y="90249"/>
                  </a:lnTo>
                  <a:lnTo>
                    <a:pt x="269680" y="102696"/>
                  </a:lnTo>
                  <a:lnTo>
                    <a:pt x="225653" y="113921"/>
                  </a:lnTo>
                </a:path>
              </a:pathLst>
            </a:custGeom>
            <a:ln w="38100">
              <a:solidFill>
                <a:srgbClr val="60340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9085851" y="2347892"/>
            <a:ext cx="3225800" cy="1383030"/>
            <a:chOff x="9085851" y="2347892"/>
            <a:chExt cx="3225800" cy="1383030"/>
          </a:xfrm>
        </p:grpSpPr>
        <p:sp>
          <p:nvSpPr>
            <p:cNvPr id="22" name="object 22"/>
            <p:cNvSpPr/>
            <p:nvPr/>
          </p:nvSpPr>
          <p:spPr>
            <a:xfrm>
              <a:off x="10172661" y="2347892"/>
              <a:ext cx="2139315" cy="523240"/>
            </a:xfrm>
            <a:custGeom>
              <a:avLst/>
              <a:gdLst/>
              <a:ahLst/>
              <a:cxnLst/>
              <a:rect l="l" t="t" r="r" b="b"/>
              <a:pathLst>
                <a:path w="2139315" h="523239">
                  <a:moveTo>
                    <a:pt x="121004" y="298330"/>
                  </a:moveTo>
                  <a:lnTo>
                    <a:pt x="114018" y="300458"/>
                  </a:lnTo>
                  <a:lnTo>
                    <a:pt x="108182" y="305272"/>
                  </a:lnTo>
                  <a:lnTo>
                    <a:pt x="0" y="438533"/>
                  </a:lnTo>
                  <a:lnTo>
                    <a:pt x="150583" y="520912"/>
                  </a:lnTo>
                  <a:lnTo>
                    <a:pt x="157807" y="523157"/>
                  </a:lnTo>
                  <a:lnTo>
                    <a:pt x="165079" y="522481"/>
                  </a:lnTo>
                  <a:lnTo>
                    <a:pt x="171567" y="519129"/>
                  </a:lnTo>
                  <a:lnTo>
                    <a:pt x="176439" y="513342"/>
                  </a:lnTo>
                  <a:lnTo>
                    <a:pt x="178685" y="506118"/>
                  </a:lnTo>
                  <a:lnTo>
                    <a:pt x="178009" y="498847"/>
                  </a:lnTo>
                  <a:lnTo>
                    <a:pt x="174656" y="492359"/>
                  </a:lnTo>
                  <a:lnTo>
                    <a:pt x="168870" y="487486"/>
                  </a:lnTo>
                  <a:lnTo>
                    <a:pt x="103057" y="451483"/>
                  </a:lnTo>
                  <a:lnTo>
                    <a:pt x="32877" y="451483"/>
                  </a:lnTo>
                  <a:lnTo>
                    <a:pt x="25526" y="414098"/>
                  </a:lnTo>
                  <a:lnTo>
                    <a:pt x="77151" y="403947"/>
                  </a:lnTo>
                  <a:lnTo>
                    <a:pt x="137763" y="329285"/>
                  </a:lnTo>
                  <a:lnTo>
                    <a:pt x="141274" y="322585"/>
                  </a:lnTo>
                  <a:lnTo>
                    <a:pt x="141921" y="315310"/>
                  </a:lnTo>
                  <a:lnTo>
                    <a:pt x="139792" y="308324"/>
                  </a:lnTo>
                  <a:lnTo>
                    <a:pt x="134979" y="302488"/>
                  </a:lnTo>
                  <a:lnTo>
                    <a:pt x="128278" y="298977"/>
                  </a:lnTo>
                  <a:lnTo>
                    <a:pt x="121004" y="298330"/>
                  </a:lnTo>
                  <a:close/>
                </a:path>
                <a:path w="2139315" h="523239">
                  <a:moveTo>
                    <a:pt x="77151" y="403947"/>
                  </a:moveTo>
                  <a:lnTo>
                    <a:pt x="25526" y="414098"/>
                  </a:lnTo>
                  <a:lnTo>
                    <a:pt x="32877" y="451483"/>
                  </a:lnTo>
                  <a:lnTo>
                    <a:pt x="66876" y="444798"/>
                  </a:lnTo>
                  <a:lnTo>
                    <a:pt x="43987" y="444798"/>
                  </a:lnTo>
                  <a:lnTo>
                    <a:pt x="38340" y="416079"/>
                  </a:lnTo>
                  <a:lnTo>
                    <a:pt x="67301" y="416079"/>
                  </a:lnTo>
                  <a:lnTo>
                    <a:pt x="77151" y="403947"/>
                  </a:lnTo>
                  <a:close/>
                </a:path>
                <a:path w="2139315" h="523239">
                  <a:moveTo>
                    <a:pt x="84501" y="441332"/>
                  </a:moveTo>
                  <a:lnTo>
                    <a:pt x="32877" y="451483"/>
                  </a:lnTo>
                  <a:lnTo>
                    <a:pt x="103057" y="451483"/>
                  </a:lnTo>
                  <a:lnTo>
                    <a:pt x="84501" y="441332"/>
                  </a:lnTo>
                  <a:close/>
                </a:path>
                <a:path w="2139315" h="523239">
                  <a:moveTo>
                    <a:pt x="38340" y="416079"/>
                  </a:moveTo>
                  <a:lnTo>
                    <a:pt x="43987" y="444798"/>
                  </a:lnTo>
                  <a:lnTo>
                    <a:pt x="58395" y="427051"/>
                  </a:lnTo>
                  <a:lnTo>
                    <a:pt x="38340" y="416079"/>
                  </a:lnTo>
                  <a:close/>
                </a:path>
                <a:path w="2139315" h="523239">
                  <a:moveTo>
                    <a:pt x="58395" y="427051"/>
                  </a:moveTo>
                  <a:lnTo>
                    <a:pt x="43987" y="444798"/>
                  </a:lnTo>
                  <a:lnTo>
                    <a:pt x="66876" y="444798"/>
                  </a:lnTo>
                  <a:lnTo>
                    <a:pt x="84501" y="441332"/>
                  </a:lnTo>
                  <a:lnTo>
                    <a:pt x="58395" y="427051"/>
                  </a:lnTo>
                  <a:close/>
                </a:path>
                <a:path w="2139315" h="523239">
                  <a:moveTo>
                    <a:pt x="2131486" y="0"/>
                  </a:moveTo>
                  <a:lnTo>
                    <a:pt x="77151" y="403947"/>
                  </a:lnTo>
                  <a:lnTo>
                    <a:pt x="58395" y="427051"/>
                  </a:lnTo>
                  <a:lnTo>
                    <a:pt x="84501" y="441332"/>
                  </a:lnTo>
                  <a:lnTo>
                    <a:pt x="2138837" y="37384"/>
                  </a:lnTo>
                  <a:lnTo>
                    <a:pt x="2131486" y="0"/>
                  </a:lnTo>
                  <a:close/>
                </a:path>
                <a:path w="2139315" h="523239">
                  <a:moveTo>
                    <a:pt x="67301" y="416079"/>
                  </a:moveTo>
                  <a:lnTo>
                    <a:pt x="38340" y="416079"/>
                  </a:lnTo>
                  <a:lnTo>
                    <a:pt x="58395" y="427051"/>
                  </a:lnTo>
                  <a:lnTo>
                    <a:pt x="67301" y="416079"/>
                  </a:lnTo>
                  <a:close/>
                </a:path>
              </a:pathLst>
            </a:custGeom>
            <a:solidFill>
              <a:srgbClr val="061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104901" y="2629279"/>
              <a:ext cx="1106170" cy="1082675"/>
            </a:xfrm>
            <a:custGeom>
              <a:avLst/>
              <a:gdLst/>
              <a:ahLst/>
              <a:cxnLst/>
              <a:rect l="l" t="t" r="r" b="b"/>
              <a:pathLst>
                <a:path w="1106170" h="1082675">
                  <a:moveTo>
                    <a:pt x="306932" y="73280"/>
                  </a:moveTo>
                  <a:lnTo>
                    <a:pt x="302408" y="61691"/>
                  </a:lnTo>
                  <a:lnTo>
                    <a:pt x="293597" y="56770"/>
                  </a:lnTo>
                  <a:lnTo>
                    <a:pt x="276214" y="65184"/>
                  </a:lnTo>
                  <a:lnTo>
                    <a:pt x="245972" y="93601"/>
                  </a:lnTo>
                  <a:lnTo>
                    <a:pt x="224565" y="113419"/>
                  </a:lnTo>
                  <a:lnTo>
                    <a:pt x="195883" y="136750"/>
                  </a:lnTo>
                  <a:lnTo>
                    <a:pt x="162435" y="163592"/>
                  </a:lnTo>
                  <a:lnTo>
                    <a:pt x="126728" y="193946"/>
                  </a:lnTo>
                  <a:lnTo>
                    <a:pt x="91273" y="227813"/>
                  </a:lnTo>
                  <a:lnTo>
                    <a:pt x="58577" y="265192"/>
                  </a:lnTo>
                  <a:lnTo>
                    <a:pt x="31149" y="306083"/>
                  </a:lnTo>
                  <a:lnTo>
                    <a:pt x="11498" y="350486"/>
                  </a:lnTo>
                  <a:lnTo>
                    <a:pt x="2132" y="398401"/>
                  </a:lnTo>
                  <a:lnTo>
                    <a:pt x="0" y="472809"/>
                  </a:lnTo>
                  <a:lnTo>
                    <a:pt x="999" y="516489"/>
                  </a:lnTo>
                  <a:lnTo>
                    <a:pt x="3732" y="563212"/>
                  </a:lnTo>
                  <a:lnTo>
                    <a:pt x="8464" y="612024"/>
                  </a:lnTo>
                  <a:lnTo>
                    <a:pt x="15462" y="661968"/>
                  </a:lnTo>
                  <a:lnTo>
                    <a:pt x="24992" y="712091"/>
                  </a:lnTo>
                  <a:lnTo>
                    <a:pt x="37322" y="761435"/>
                  </a:lnTo>
                  <a:lnTo>
                    <a:pt x="52718" y="809047"/>
                  </a:lnTo>
                  <a:lnTo>
                    <a:pt x="71446" y="853971"/>
                  </a:lnTo>
                  <a:lnTo>
                    <a:pt x="93772" y="895252"/>
                  </a:lnTo>
                  <a:lnTo>
                    <a:pt x="119965" y="931933"/>
                  </a:lnTo>
                  <a:lnTo>
                    <a:pt x="150289" y="963061"/>
                  </a:lnTo>
                  <a:lnTo>
                    <a:pt x="185012" y="987680"/>
                  </a:lnTo>
                  <a:lnTo>
                    <a:pt x="251127" y="1017041"/>
                  </a:lnTo>
                  <a:lnTo>
                    <a:pt x="291823" y="1030269"/>
                  </a:lnTo>
                  <a:lnTo>
                    <a:pt x="336688" y="1042338"/>
                  </a:lnTo>
                  <a:lnTo>
                    <a:pt x="385027" y="1053107"/>
                  </a:lnTo>
                  <a:lnTo>
                    <a:pt x="436149" y="1062433"/>
                  </a:lnTo>
                  <a:lnTo>
                    <a:pt x="489359" y="1070174"/>
                  </a:lnTo>
                  <a:lnTo>
                    <a:pt x="543964" y="1076188"/>
                  </a:lnTo>
                  <a:lnTo>
                    <a:pt x="599272" y="1080333"/>
                  </a:lnTo>
                  <a:lnTo>
                    <a:pt x="654588" y="1082466"/>
                  </a:lnTo>
                  <a:lnTo>
                    <a:pt x="709220" y="1082445"/>
                  </a:lnTo>
                  <a:lnTo>
                    <a:pt x="762475" y="1080129"/>
                  </a:lnTo>
                  <a:lnTo>
                    <a:pt x="813658" y="1075374"/>
                  </a:lnTo>
                  <a:lnTo>
                    <a:pt x="862078" y="1068038"/>
                  </a:lnTo>
                  <a:lnTo>
                    <a:pt x="907040" y="1057981"/>
                  </a:lnTo>
                  <a:lnTo>
                    <a:pt x="947852" y="1045058"/>
                  </a:lnTo>
                  <a:lnTo>
                    <a:pt x="983820" y="1029129"/>
                  </a:lnTo>
                  <a:lnTo>
                    <a:pt x="1038452" y="987680"/>
                  </a:lnTo>
                  <a:lnTo>
                    <a:pt x="1071767" y="929341"/>
                  </a:lnTo>
                  <a:lnTo>
                    <a:pt x="1083910" y="891714"/>
                  </a:lnTo>
                  <a:lnTo>
                    <a:pt x="1093235" y="849341"/>
                  </a:lnTo>
                  <a:lnTo>
                    <a:pt x="1099889" y="802895"/>
                  </a:lnTo>
                  <a:lnTo>
                    <a:pt x="1104015" y="753045"/>
                  </a:lnTo>
                  <a:lnTo>
                    <a:pt x="1105759" y="700462"/>
                  </a:lnTo>
                  <a:lnTo>
                    <a:pt x="1105265" y="645816"/>
                  </a:lnTo>
                  <a:lnTo>
                    <a:pt x="1102678" y="589779"/>
                  </a:lnTo>
                  <a:lnTo>
                    <a:pt x="1098142" y="533020"/>
                  </a:lnTo>
                  <a:lnTo>
                    <a:pt x="1091804" y="476210"/>
                  </a:lnTo>
                  <a:lnTo>
                    <a:pt x="1083807" y="420020"/>
                  </a:lnTo>
                  <a:lnTo>
                    <a:pt x="1074296" y="365121"/>
                  </a:lnTo>
                  <a:lnTo>
                    <a:pt x="1063415" y="312182"/>
                  </a:lnTo>
                  <a:lnTo>
                    <a:pt x="1051311" y="261875"/>
                  </a:lnTo>
                  <a:lnTo>
                    <a:pt x="1038127" y="214869"/>
                  </a:lnTo>
                  <a:lnTo>
                    <a:pt x="1024009" y="171837"/>
                  </a:lnTo>
                  <a:lnTo>
                    <a:pt x="1009100" y="133447"/>
                  </a:lnTo>
                  <a:lnTo>
                    <a:pt x="977492" y="73280"/>
                  </a:lnTo>
                  <a:lnTo>
                    <a:pt x="927753" y="28926"/>
                  </a:lnTo>
                  <a:lnTo>
                    <a:pt x="858013" y="5740"/>
                  </a:lnTo>
                  <a:lnTo>
                    <a:pt x="817038" y="922"/>
                  </a:lnTo>
                  <a:lnTo>
                    <a:pt x="772737" y="0"/>
                  </a:lnTo>
                  <a:lnTo>
                    <a:pt x="725670" y="2508"/>
                  </a:lnTo>
                  <a:lnTo>
                    <a:pt x="676394" y="7982"/>
                  </a:lnTo>
                  <a:lnTo>
                    <a:pt x="625468" y="15956"/>
                  </a:lnTo>
                  <a:lnTo>
                    <a:pt x="573450" y="25966"/>
                  </a:lnTo>
                  <a:lnTo>
                    <a:pt x="520898" y="37544"/>
                  </a:lnTo>
                  <a:lnTo>
                    <a:pt x="468371" y="50227"/>
                  </a:lnTo>
                  <a:lnTo>
                    <a:pt x="416428" y="63549"/>
                  </a:lnTo>
                  <a:lnTo>
                    <a:pt x="365626" y="77045"/>
                  </a:lnTo>
                  <a:lnTo>
                    <a:pt x="316524" y="90249"/>
                  </a:lnTo>
                  <a:lnTo>
                    <a:pt x="269680" y="102696"/>
                  </a:lnTo>
                  <a:lnTo>
                    <a:pt x="225653" y="113921"/>
                  </a:lnTo>
                </a:path>
              </a:pathLst>
            </a:custGeom>
            <a:ln w="38100">
              <a:solidFill>
                <a:srgbClr val="60340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278642" y="4249420"/>
            <a:ext cx="1283081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dirty="0" baseline="-17676" sz="3300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baseline="-17676" sz="3300" spc="284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knows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word,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actual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4042" y="4587747"/>
            <a:ext cx="12285980" cy="160147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625"/>
              </a:spcBef>
            </a:pP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others.</a:t>
            </a:r>
            <a:endParaRPr sz="3400">
              <a:latin typeface="Calibri"/>
              <a:cs typeface="Calibri"/>
            </a:endParaRPr>
          </a:p>
          <a:p>
            <a:pPr marL="22225" marR="5080" indent="-10160">
              <a:lnSpc>
                <a:spcPct val="78200"/>
              </a:lnSpc>
              <a:spcBef>
                <a:spcPts val="1420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sum,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terms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multiplied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zero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except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one: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logp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4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assigns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word,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so: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1541" y="6470446"/>
            <a:ext cx="6821805" cy="6940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</a:pPr>
            <a:r>
              <a:rPr dirty="0" sz="4350" spc="-10" i="1">
                <a:latin typeface="Times New Roman"/>
                <a:cs typeface="Times New Roman"/>
              </a:rPr>
              <a:t>L</a:t>
            </a:r>
            <a:r>
              <a:rPr dirty="0" baseline="-11111" sz="4875" spc="-15" i="1">
                <a:latin typeface="Times New Roman"/>
                <a:cs typeface="Times New Roman"/>
              </a:rPr>
              <a:t>CE</a:t>
            </a:r>
            <a:r>
              <a:rPr dirty="0" baseline="-11111" sz="4875" spc="-509" i="1">
                <a:latin typeface="Times New Roman"/>
                <a:cs typeface="Times New Roman"/>
              </a:rPr>
              <a:t> </a:t>
            </a:r>
            <a:r>
              <a:rPr dirty="0" sz="4350" spc="10">
                <a:latin typeface="Tahoma"/>
                <a:cs typeface="Tahoma"/>
              </a:rPr>
              <a:t>(</a:t>
            </a:r>
            <a:r>
              <a:rPr dirty="0" sz="4350" spc="-1975" b="1">
                <a:latin typeface="Arial"/>
                <a:cs typeface="Arial"/>
              </a:rPr>
              <a:t>y</a:t>
            </a:r>
            <a:r>
              <a:rPr dirty="0" sz="4350" spc="270">
                <a:latin typeface="Times New Roman"/>
                <a:cs typeface="Times New Roman"/>
              </a:rPr>
              <a:t>ˆ</a:t>
            </a:r>
            <a:r>
              <a:rPr dirty="0" baseline="-11111" sz="4875" spc="22" i="1">
                <a:latin typeface="Times New Roman"/>
                <a:cs typeface="Times New Roman"/>
              </a:rPr>
              <a:t>t</a:t>
            </a:r>
            <a:r>
              <a:rPr dirty="0" baseline="-11111" sz="4875" spc="-532" i="1">
                <a:latin typeface="Times New Roman"/>
                <a:cs typeface="Times New Roman"/>
              </a:rPr>
              <a:t> </a:t>
            </a:r>
            <a:r>
              <a:rPr dirty="0" sz="4350" spc="-370" i="1">
                <a:latin typeface="Verdana"/>
                <a:cs typeface="Verdana"/>
              </a:rPr>
              <a:t>,</a:t>
            </a:r>
            <a:r>
              <a:rPr dirty="0" sz="4350" spc="-1025" i="1">
                <a:latin typeface="Verdana"/>
                <a:cs typeface="Verdana"/>
              </a:rPr>
              <a:t> </a:t>
            </a:r>
            <a:r>
              <a:rPr dirty="0" sz="4350" spc="-140" b="1">
                <a:latin typeface="Arial"/>
                <a:cs typeface="Arial"/>
              </a:rPr>
              <a:t>y</a:t>
            </a:r>
            <a:r>
              <a:rPr dirty="0" baseline="-11111" sz="4875" spc="-209" i="1">
                <a:latin typeface="Times New Roman"/>
                <a:cs typeface="Times New Roman"/>
              </a:rPr>
              <a:t>t</a:t>
            </a:r>
            <a:r>
              <a:rPr dirty="0" baseline="-11111" sz="4875" spc="-532" i="1">
                <a:latin typeface="Times New Roman"/>
                <a:cs typeface="Times New Roman"/>
              </a:rPr>
              <a:t> </a:t>
            </a:r>
            <a:r>
              <a:rPr dirty="0" sz="4350" spc="65">
                <a:latin typeface="Tahoma"/>
                <a:cs typeface="Tahoma"/>
              </a:rPr>
              <a:t>)</a:t>
            </a:r>
            <a:r>
              <a:rPr dirty="0" sz="4350" spc="10">
                <a:latin typeface="Tahoma"/>
                <a:cs typeface="Tahoma"/>
              </a:rPr>
              <a:t>  </a:t>
            </a:r>
            <a:r>
              <a:rPr dirty="0" sz="4350" spc="280">
                <a:latin typeface="Tahoma"/>
                <a:cs typeface="Tahoma"/>
              </a:rPr>
              <a:t>=</a:t>
            </a:r>
            <a:r>
              <a:rPr dirty="0" sz="4350" spc="10">
                <a:latin typeface="Tahoma"/>
                <a:cs typeface="Tahoma"/>
              </a:rPr>
              <a:t>  </a:t>
            </a:r>
            <a:r>
              <a:rPr dirty="0" sz="4350" spc="-470" i="1">
                <a:latin typeface="DejaVu Sans Condensed"/>
                <a:cs typeface="DejaVu Sans Condensed"/>
              </a:rPr>
              <a:t>—</a:t>
            </a:r>
            <a:r>
              <a:rPr dirty="0" sz="4350" spc="-730" i="1">
                <a:latin typeface="DejaVu Sans Condensed"/>
                <a:cs typeface="DejaVu Sans Condensed"/>
              </a:rPr>
              <a:t> </a:t>
            </a:r>
            <a:r>
              <a:rPr dirty="0" sz="4350">
                <a:latin typeface="Times New Roman"/>
                <a:cs typeface="Times New Roman"/>
              </a:rPr>
              <a:t>log</a:t>
            </a:r>
            <a:r>
              <a:rPr dirty="0" sz="4350" spc="-585">
                <a:latin typeface="Times New Roman"/>
                <a:cs typeface="Times New Roman"/>
              </a:rPr>
              <a:t> </a:t>
            </a:r>
            <a:r>
              <a:rPr dirty="0" sz="4350" spc="-1995" b="1">
                <a:latin typeface="Arial"/>
                <a:cs typeface="Arial"/>
              </a:rPr>
              <a:t>y</a:t>
            </a:r>
            <a:r>
              <a:rPr dirty="0" sz="4350" spc="250">
                <a:latin typeface="Times New Roman"/>
                <a:cs typeface="Times New Roman"/>
              </a:rPr>
              <a:t>ˆ</a:t>
            </a:r>
            <a:r>
              <a:rPr dirty="0" baseline="-11111" sz="4875" spc="-7" i="1">
                <a:latin typeface="Times New Roman"/>
                <a:cs typeface="Times New Roman"/>
              </a:rPr>
              <a:t>t</a:t>
            </a:r>
            <a:r>
              <a:rPr dirty="0" baseline="-11111" sz="4875" spc="-532" i="1">
                <a:latin typeface="Times New Roman"/>
                <a:cs typeface="Times New Roman"/>
              </a:rPr>
              <a:t> </a:t>
            </a:r>
            <a:r>
              <a:rPr dirty="0" sz="4350" spc="-10">
                <a:latin typeface="Tahoma"/>
                <a:cs typeface="Tahoma"/>
              </a:rPr>
              <a:t>[</a:t>
            </a:r>
            <a:r>
              <a:rPr dirty="0" sz="4350" spc="-10" i="1">
                <a:latin typeface="Times New Roman"/>
                <a:cs typeface="Times New Roman"/>
              </a:rPr>
              <a:t>w</a:t>
            </a:r>
            <a:r>
              <a:rPr dirty="0" baseline="-11111" sz="4875" spc="-15" i="1">
                <a:latin typeface="Times New Roman"/>
                <a:cs typeface="Times New Roman"/>
              </a:rPr>
              <a:t>t</a:t>
            </a:r>
            <a:r>
              <a:rPr dirty="0" baseline="-11111" sz="4875" spc="-15">
                <a:latin typeface="Tahoma"/>
                <a:cs typeface="Tahoma"/>
              </a:rPr>
              <a:t>+</a:t>
            </a:r>
            <a:r>
              <a:rPr dirty="0" baseline="-11111" sz="4875" spc="-15">
                <a:latin typeface="Times New Roman"/>
                <a:cs typeface="Times New Roman"/>
              </a:rPr>
              <a:t>1</a:t>
            </a:r>
            <a:r>
              <a:rPr dirty="0" sz="4350" spc="-10">
                <a:latin typeface="Tahoma"/>
                <a:cs typeface="Tahoma"/>
              </a:rPr>
              <a:t>]</a:t>
            </a:r>
            <a:endParaRPr sz="4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Teacher</a:t>
            </a:r>
            <a:r>
              <a:rPr dirty="0" spc="-170"/>
              <a:t> </a:t>
            </a:r>
            <a:r>
              <a:rPr dirty="0" spc="-45"/>
              <a:t>forcing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1342" y="1791477"/>
            <a:ext cx="12348845" cy="325755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573405" indent="-548005">
              <a:lnSpc>
                <a:spcPct val="100000"/>
              </a:lnSpc>
              <a:spcBef>
                <a:spcPts val="1485"/>
              </a:spcBef>
              <a:buClr>
                <a:srgbClr val="E48312"/>
              </a:buClr>
              <a:buFont typeface="Arial"/>
              <a:buChar char="•"/>
              <a:tabLst>
                <a:tab pos="57340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token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position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sees</a:t>
            </a:r>
            <a:r>
              <a:rPr dirty="0" sz="3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tokens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 i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-19047" sz="5250" spc="-15">
                <a:solidFill>
                  <a:srgbClr val="404040"/>
                </a:solidFill>
                <a:latin typeface="Calibri"/>
                <a:cs typeface="Calibri"/>
              </a:rPr>
              <a:t>1:</a:t>
            </a:r>
            <a:r>
              <a:rPr dirty="0" baseline="-19047" sz="5250" spc="-15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endParaRPr sz="3800">
              <a:latin typeface="Calibri"/>
              <a:cs typeface="Calibri"/>
            </a:endParaRPr>
          </a:p>
          <a:p>
            <a:pPr lvl="1" marL="1049655" indent="-548005">
              <a:lnSpc>
                <a:spcPct val="100000"/>
              </a:lnSpc>
              <a:spcBef>
                <a:spcPts val="1240"/>
              </a:spcBef>
              <a:buClr>
                <a:srgbClr val="E48312"/>
              </a:buClr>
              <a:buFont typeface="Arial"/>
              <a:buChar char="•"/>
              <a:tabLst>
                <a:tab pos="1049655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Computes</a:t>
            </a:r>
            <a:r>
              <a:rPr dirty="0" sz="3400" spc="5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loss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5">
                <a:solidFill>
                  <a:srgbClr val="404040"/>
                </a:solidFill>
                <a:latin typeface="Calibri"/>
                <a:cs typeface="Calibri"/>
              </a:rPr>
              <a:t>(–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log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probability)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404040"/>
                </a:solidFill>
                <a:latin typeface="Calibri"/>
                <a:cs typeface="Calibri"/>
              </a:rPr>
              <a:t>token</a:t>
            </a:r>
            <a:r>
              <a:rPr dirty="0" sz="34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 i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-19097" sz="4800" spc="-30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baseline="-19097" sz="4800" spc="-30">
                <a:solidFill>
                  <a:srgbClr val="404040"/>
                </a:solidFill>
                <a:latin typeface="Calibri"/>
                <a:cs typeface="Calibri"/>
              </a:rPr>
              <a:t>+1</a:t>
            </a:r>
            <a:endParaRPr baseline="-19097" sz="4800">
              <a:latin typeface="Calibri"/>
              <a:cs typeface="Calibri"/>
            </a:endParaRPr>
          </a:p>
          <a:p>
            <a:pPr marL="574040" marR="91440" indent="-548640">
              <a:lnSpc>
                <a:spcPts val="4079"/>
              </a:lnSpc>
              <a:spcBef>
                <a:spcPts val="1865"/>
              </a:spcBef>
              <a:buClr>
                <a:srgbClr val="E48312"/>
              </a:buClr>
              <a:buFont typeface="Arial"/>
              <a:buChar char="•"/>
              <a:tabLst>
                <a:tab pos="574040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next token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position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t+1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ignore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what model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predicted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8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 i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-19230" sz="3900" spc="-30" i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baseline="-19230" sz="3900" spc="-30">
                <a:solidFill>
                  <a:srgbClr val="404040"/>
                </a:solidFill>
                <a:latin typeface="Calibri"/>
                <a:cs typeface="Calibri"/>
              </a:rPr>
              <a:t>+1</a:t>
            </a:r>
            <a:endParaRPr baseline="-19230" sz="3900">
              <a:latin typeface="Calibri"/>
              <a:cs typeface="Calibri"/>
            </a:endParaRPr>
          </a:p>
          <a:p>
            <a:pPr lvl="1" marL="1049655" indent="-548005">
              <a:lnSpc>
                <a:spcPct val="100000"/>
              </a:lnSpc>
              <a:spcBef>
                <a:spcPts val="80"/>
              </a:spcBef>
              <a:buClr>
                <a:srgbClr val="E48312"/>
              </a:buClr>
              <a:buFont typeface="Arial"/>
              <a:buChar char="•"/>
              <a:tabLst>
                <a:tab pos="1049655" algn="l"/>
              </a:tabLst>
            </a:pP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dirty="0" sz="3400" spc="-10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-17676" sz="3300">
                <a:solidFill>
                  <a:srgbClr val="404040"/>
                </a:solidFill>
                <a:latin typeface="Calibri"/>
                <a:cs typeface="Calibri"/>
              </a:rPr>
              <a:t>t+1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add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context,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move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0"/>
              <a:t>Training</a:t>
            </a:r>
            <a:r>
              <a:rPr dirty="0" spc="-155"/>
              <a:t> </a:t>
            </a:r>
            <a:r>
              <a:rPr dirty="0"/>
              <a:t>a</a:t>
            </a:r>
            <a:r>
              <a:rPr dirty="0" spc="-160"/>
              <a:t> </a:t>
            </a:r>
            <a:r>
              <a:rPr dirty="0" spc="-55"/>
              <a:t>transformer</a:t>
            </a:r>
            <a:r>
              <a:rPr dirty="0" spc="-165"/>
              <a:t> </a:t>
            </a:r>
            <a:r>
              <a:rPr dirty="0" spc="-20"/>
              <a:t>language</a:t>
            </a:r>
            <a:r>
              <a:rPr dirty="0" spc="-155"/>
              <a:t> </a:t>
            </a:r>
            <a:r>
              <a:rPr dirty="0" spc="-10"/>
              <a:t>model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87113" y="1568312"/>
            <a:ext cx="1098550" cy="290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Arial"/>
                <a:cs typeface="Arial"/>
              </a:rPr>
              <a:t>Next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token</a:t>
            </a:r>
            <a:endParaRPr sz="1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18439" y="1489663"/>
            <a:ext cx="6334760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64640" algn="l"/>
                <a:tab pos="2737485" algn="l"/>
                <a:tab pos="4515485" algn="l"/>
                <a:tab pos="6012815" algn="l"/>
              </a:tabLst>
            </a:pPr>
            <a:r>
              <a:rPr dirty="0" sz="2450" spc="-20">
                <a:latin typeface="Arial"/>
                <a:cs typeface="Arial"/>
              </a:rPr>
              <a:t>long</a:t>
            </a:r>
            <a:r>
              <a:rPr dirty="0" sz="2450">
                <a:latin typeface="Arial"/>
                <a:cs typeface="Arial"/>
              </a:rPr>
              <a:t>	</a:t>
            </a:r>
            <a:r>
              <a:rPr dirty="0" sz="2450" spc="-25">
                <a:latin typeface="Arial"/>
                <a:cs typeface="Arial"/>
              </a:rPr>
              <a:t>and</a:t>
            </a:r>
            <a:r>
              <a:rPr dirty="0" sz="2450">
                <a:latin typeface="Arial"/>
                <a:cs typeface="Arial"/>
              </a:rPr>
              <a:t>	</a:t>
            </a:r>
            <a:r>
              <a:rPr dirty="0" sz="2450" spc="-10">
                <a:latin typeface="Arial"/>
                <a:cs typeface="Arial"/>
              </a:rPr>
              <a:t>thanks</a:t>
            </a:r>
            <a:r>
              <a:rPr dirty="0" sz="2450">
                <a:latin typeface="Arial"/>
                <a:cs typeface="Arial"/>
              </a:rPr>
              <a:t>	</a:t>
            </a:r>
            <a:r>
              <a:rPr dirty="0" sz="2450" spc="-25">
                <a:latin typeface="Arial"/>
                <a:cs typeface="Arial"/>
              </a:rPr>
              <a:t>for</a:t>
            </a:r>
            <a:r>
              <a:rPr dirty="0" sz="2450">
                <a:latin typeface="Arial"/>
                <a:cs typeface="Arial"/>
              </a:rPr>
              <a:t>	</a:t>
            </a:r>
            <a:r>
              <a:rPr dirty="0" sz="2450" spc="-25">
                <a:latin typeface="Arial"/>
                <a:cs typeface="Arial"/>
              </a:rPr>
              <a:t>all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822480" y="1880821"/>
            <a:ext cx="62865" cy="268605"/>
            <a:chOff x="6822480" y="1880821"/>
            <a:chExt cx="62865" cy="268605"/>
          </a:xfrm>
        </p:grpSpPr>
        <p:sp>
          <p:nvSpPr>
            <p:cNvPr id="29" name="object 29"/>
            <p:cNvSpPr/>
            <p:nvPr/>
          </p:nvSpPr>
          <p:spPr>
            <a:xfrm>
              <a:off x="6839621" y="1888686"/>
              <a:ext cx="16510" cy="213360"/>
            </a:xfrm>
            <a:custGeom>
              <a:avLst/>
              <a:gdLst/>
              <a:ahLst/>
              <a:cxnLst/>
              <a:rect l="l" t="t" r="r" b="b"/>
              <a:pathLst>
                <a:path w="16509" h="213360">
                  <a:moveTo>
                    <a:pt x="0" y="0"/>
                  </a:moveTo>
                  <a:lnTo>
                    <a:pt x="16020" y="213175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830345" y="2076565"/>
              <a:ext cx="47625" cy="64769"/>
            </a:xfrm>
            <a:custGeom>
              <a:avLst/>
              <a:gdLst/>
              <a:ahLst/>
              <a:cxnLst/>
              <a:rect l="l" t="t" r="r" b="b"/>
              <a:pathLst>
                <a:path w="47625" h="64769">
                  <a:moveTo>
                    <a:pt x="0" y="3535"/>
                  </a:moveTo>
                  <a:lnTo>
                    <a:pt x="28243" y="64508"/>
                  </a:lnTo>
                  <a:lnTo>
                    <a:pt x="39679" y="25295"/>
                  </a:lnTo>
                  <a:lnTo>
                    <a:pt x="25295" y="25295"/>
                  </a:lnTo>
                  <a:lnTo>
                    <a:pt x="0" y="3535"/>
                  </a:lnTo>
                  <a:close/>
                </a:path>
                <a:path w="47625" h="64769">
                  <a:moveTo>
                    <a:pt x="47057" y="0"/>
                  </a:moveTo>
                  <a:lnTo>
                    <a:pt x="25295" y="25295"/>
                  </a:lnTo>
                  <a:lnTo>
                    <a:pt x="39679" y="25295"/>
                  </a:lnTo>
                  <a:lnTo>
                    <a:pt x="470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830345" y="2076565"/>
              <a:ext cx="47625" cy="64769"/>
            </a:xfrm>
            <a:custGeom>
              <a:avLst/>
              <a:gdLst/>
              <a:ahLst/>
              <a:cxnLst/>
              <a:rect l="l" t="t" r="r" b="b"/>
              <a:pathLst>
                <a:path w="47625" h="64769">
                  <a:moveTo>
                    <a:pt x="28244" y="64509"/>
                  </a:moveTo>
                  <a:lnTo>
                    <a:pt x="47057" y="0"/>
                  </a:lnTo>
                  <a:lnTo>
                    <a:pt x="25296" y="25296"/>
                  </a:lnTo>
                  <a:lnTo>
                    <a:pt x="0" y="3536"/>
                  </a:lnTo>
                  <a:lnTo>
                    <a:pt x="28244" y="64509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172623" y="2301444"/>
            <a:ext cx="527050" cy="290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20" b="1">
                <a:latin typeface="Arial"/>
                <a:cs typeface="Arial"/>
              </a:rPr>
              <a:t>Loss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80674" y="1434609"/>
            <a:ext cx="1082675" cy="1155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  <a:tabLst>
                <a:tab pos="861694" algn="l"/>
              </a:tabLst>
            </a:pPr>
            <a:r>
              <a:rPr dirty="0" sz="2700" spc="-50">
                <a:latin typeface="Arial"/>
                <a:cs typeface="Arial"/>
              </a:rPr>
              <a:t>…</a:t>
            </a:r>
            <a:r>
              <a:rPr dirty="0" sz="2700">
                <a:latin typeface="Arial"/>
                <a:cs typeface="Arial"/>
              </a:rPr>
              <a:t>	</a:t>
            </a:r>
            <a:r>
              <a:rPr dirty="0" sz="2700" spc="-50">
                <a:latin typeface="Arial"/>
                <a:cs typeface="Arial"/>
              </a:rPr>
              <a:t>=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73372" y="2162940"/>
            <a:ext cx="7212330" cy="3783329"/>
            <a:chOff x="3273372" y="2162940"/>
            <a:chExt cx="7212330" cy="3783329"/>
          </a:xfrm>
        </p:grpSpPr>
        <p:sp>
          <p:nvSpPr>
            <p:cNvPr id="4" name="object 4"/>
            <p:cNvSpPr/>
            <p:nvPr/>
          </p:nvSpPr>
          <p:spPr>
            <a:xfrm>
              <a:off x="4885743" y="2170876"/>
              <a:ext cx="1132840" cy="424815"/>
            </a:xfrm>
            <a:custGeom>
              <a:avLst/>
              <a:gdLst/>
              <a:ahLst/>
              <a:cxnLst/>
              <a:rect l="l" t="t" r="r" b="b"/>
              <a:pathLst>
                <a:path w="1132839" h="424814">
                  <a:moveTo>
                    <a:pt x="1132542" y="0"/>
                  </a:moveTo>
                  <a:lnTo>
                    <a:pt x="0" y="0"/>
                  </a:lnTo>
                  <a:lnTo>
                    <a:pt x="0" y="424703"/>
                  </a:lnTo>
                  <a:lnTo>
                    <a:pt x="1132542" y="424703"/>
                  </a:lnTo>
                  <a:lnTo>
                    <a:pt x="1132542" y="0"/>
                  </a:lnTo>
                  <a:close/>
                </a:path>
              </a:pathLst>
            </a:custGeom>
            <a:solidFill>
              <a:srgbClr val="FF7F7F">
                <a:alpha val="4816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85744" y="2170877"/>
              <a:ext cx="1132840" cy="424815"/>
            </a:xfrm>
            <a:custGeom>
              <a:avLst/>
              <a:gdLst/>
              <a:ahLst/>
              <a:cxnLst/>
              <a:rect l="l" t="t" r="r" b="b"/>
              <a:pathLst>
                <a:path w="1132839" h="424814">
                  <a:moveTo>
                    <a:pt x="0" y="0"/>
                  </a:moveTo>
                  <a:lnTo>
                    <a:pt x="1132541" y="0"/>
                  </a:lnTo>
                  <a:lnTo>
                    <a:pt x="1132541" y="424703"/>
                  </a:lnTo>
                  <a:lnTo>
                    <a:pt x="0" y="42470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2717" y="4137096"/>
              <a:ext cx="1431406" cy="18089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89398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979177" y="0"/>
                  </a:moveTo>
                  <a:lnTo>
                    <a:pt x="314595" y="0"/>
                  </a:lnTo>
                  <a:lnTo>
                    <a:pt x="268106" y="3410"/>
                  </a:lnTo>
                  <a:lnTo>
                    <a:pt x="223736" y="13319"/>
                  </a:lnTo>
                  <a:lnTo>
                    <a:pt x="181970" y="29239"/>
                  </a:lnTo>
                  <a:lnTo>
                    <a:pt x="143295" y="50682"/>
                  </a:lnTo>
                  <a:lnTo>
                    <a:pt x="108197" y="77164"/>
                  </a:lnTo>
                  <a:lnTo>
                    <a:pt x="77165" y="108197"/>
                  </a:lnTo>
                  <a:lnTo>
                    <a:pt x="50683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1" y="268105"/>
                  </a:lnTo>
                  <a:lnTo>
                    <a:pt x="0" y="314594"/>
                  </a:lnTo>
                  <a:lnTo>
                    <a:pt x="0" y="1367689"/>
                  </a:lnTo>
                  <a:lnTo>
                    <a:pt x="3411" y="1414177"/>
                  </a:lnTo>
                  <a:lnTo>
                    <a:pt x="13319" y="1458548"/>
                  </a:lnTo>
                  <a:lnTo>
                    <a:pt x="29239" y="1500314"/>
                  </a:lnTo>
                  <a:lnTo>
                    <a:pt x="50683" y="1538989"/>
                  </a:lnTo>
                  <a:lnTo>
                    <a:pt x="77165" y="1574086"/>
                  </a:lnTo>
                  <a:lnTo>
                    <a:pt x="108197" y="1605119"/>
                  </a:lnTo>
                  <a:lnTo>
                    <a:pt x="143295" y="1631600"/>
                  </a:lnTo>
                  <a:lnTo>
                    <a:pt x="181970" y="1653044"/>
                  </a:lnTo>
                  <a:lnTo>
                    <a:pt x="223736" y="1668964"/>
                  </a:lnTo>
                  <a:lnTo>
                    <a:pt x="268106" y="1678872"/>
                  </a:lnTo>
                  <a:lnTo>
                    <a:pt x="314595" y="1682283"/>
                  </a:lnTo>
                  <a:lnTo>
                    <a:pt x="979177" y="1682283"/>
                  </a:lnTo>
                  <a:lnTo>
                    <a:pt x="1025666" y="1678872"/>
                  </a:lnTo>
                  <a:lnTo>
                    <a:pt x="1070036" y="1668964"/>
                  </a:lnTo>
                  <a:lnTo>
                    <a:pt x="1111803" y="1653044"/>
                  </a:lnTo>
                  <a:lnTo>
                    <a:pt x="1150478" y="1631600"/>
                  </a:lnTo>
                  <a:lnTo>
                    <a:pt x="1185575" y="1605119"/>
                  </a:lnTo>
                  <a:lnTo>
                    <a:pt x="1216608" y="1574086"/>
                  </a:lnTo>
                  <a:lnTo>
                    <a:pt x="1243089" y="1538989"/>
                  </a:lnTo>
                  <a:lnTo>
                    <a:pt x="1264533" y="1500314"/>
                  </a:lnTo>
                  <a:lnTo>
                    <a:pt x="1280453" y="1458548"/>
                  </a:lnTo>
                  <a:lnTo>
                    <a:pt x="1290362" y="1414177"/>
                  </a:lnTo>
                  <a:lnTo>
                    <a:pt x="1293773" y="1367689"/>
                  </a:lnTo>
                  <a:lnTo>
                    <a:pt x="1293773" y="314594"/>
                  </a:lnTo>
                  <a:lnTo>
                    <a:pt x="1290362" y="268105"/>
                  </a:lnTo>
                  <a:lnTo>
                    <a:pt x="1280453" y="223735"/>
                  </a:lnTo>
                  <a:lnTo>
                    <a:pt x="1264533" y="181969"/>
                  </a:lnTo>
                  <a:lnTo>
                    <a:pt x="1243089" y="143294"/>
                  </a:lnTo>
                  <a:lnTo>
                    <a:pt x="1216608" y="108197"/>
                  </a:lnTo>
                  <a:lnTo>
                    <a:pt x="1185575" y="77164"/>
                  </a:lnTo>
                  <a:lnTo>
                    <a:pt x="1150478" y="50682"/>
                  </a:lnTo>
                  <a:lnTo>
                    <a:pt x="1111803" y="29239"/>
                  </a:lnTo>
                  <a:lnTo>
                    <a:pt x="1070036" y="13319"/>
                  </a:lnTo>
                  <a:lnTo>
                    <a:pt x="1025666" y="3410"/>
                  </a:lnTo>
                  <a:lnTo>
                    <a:pt x="979177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89399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314594" y="0"/>
                  </a:moveTo>
                  <a:lnTo>
                    <a:pt x="979176" y="0"/>
                  </a:lnTo>
                  <a:lnTo>
                    <a:pt x="1025665" y="3411"/>
                  </a:lnTo>
                  <a:lnTo>
                    <a:pt x="1070036" y="13319"/>
                  </a:lnTo>
                  <a:lnTo>
                    <a:pt x="1111802" y="29239"/>
                  </a:lnTo>
                  <a:lnTo>
                    <a:pt x="1150477" y="50683"/>
                  </a:lnTo>
                  <a:lnTo>
                    <a:pt x="1185574" y="77164"/>
                  </a:lnTo>
                  <a:lnTo>
                    <a:pt x="1216607" y="108197"/>
                  </a:lnTo>
                  <a:lnTo>
                    <a:pt x="1243088" y="143294"/>
                  </a:lnTo>
                  <a:lnTo>
                    <a:pt x="1264532" y="181969"/>
                  </a:lnTo>
                  <a:lnTo>
                    <a:pt x="1280452" y="223735"/>
                  </a:lnTo>
                  <a:lnTo>
                    <a:pt x="1290360" y="268106"/>
                  </a:lnTo>
                  <a:lnTo>
                    <a:pt x="1293771" y="314594"/>
                  </a:lnTo>
                  <a:lnTo>
                    <a:pt x="1293771" y="1367689"/>
                  </a:lnTo>
                  <a:lnTo>
                    <a:pt x="1290360" y="1414177"/>
                  </a:lnTo>
                  <a:lnTo>
                    <a:pt x="1280452" y="1458548"/>
                  </a:lnTo>
                  <a:lnTo>
                    <a:pt x="1264532" y="1500314"/>
                  </a:lnTo>
                  <a:lnTo>
                    <a:pt x="1243088" y="1538989"/>
                  </a:lnTo>
                  <a:lnTo>
                    <a:pt x="1216607" y="1574086"/>
                  </a:lnTo>
                  <a:lnTo>
                    <a:pt x="1185574" y="1605119"/>
                  </a:lnTo>
                  <a:lnTo>
                    <a:pt x="1150477" y="1631600"/>
                  </a:lnTo>
                  <a:lnTo>
                    <a:pt x="1111802" y="1653044"/>
                  </a:lnTo>
                  <a:lnTo>
                    <a:pt x="1070036" y="1668964"/>
                  </a:lnTo>
                  <a:lnTo>
                    <a:pt x="1025665" y="1678873"/>
                  </a:lnTo>
                  <a:lnTo>
                    <a:pt x="979176" y="1682284"/>
                  </a:lnTo>
                  <a:lnTo>
                    <a:pt x="314594" y="1682284"/>
                  </a:lnTo>
                  <a:lnTo>
                    <a:pt x="268106" y="1678873"/>
                  </a:lnTo>
                  <a:lnTo>
                    <a:pt x="223735" y="1668964"/>
                  </a:lnTo>
                  <a:lnTo>
                    <a:pt x="181969" y="1653044"/>
                  </a:lnTo>
                  <a:lnTo>
                    <a:pt x="143294" y="1631600"/>
                  </a:lnTo>
                  <a:lnTo>
                    <a:pt x="108197" y="1605119"/>
                  </a:lnTo>
                  <a:lnTo>
                    <a:pt x="77164" y="1574086"/>
                  </a:lnTo>
                  <a:lnTo>
                    <a:pt x="50683" y="1538989"/>
                  </a:lnTo>
                  <a:lnTo>
                    <a:pt x="29239" y="1500314"/>
                  </a:lnTo>
                  <a:lnTo>
                    <a:pt x="13319" y="1458548"/>
                  </a:lnTo>
                  <a:lnTo>
                    <a:pt x="3411" y="1414177"/>
                  </a:lnTo>
                  <a:lnTo>
                    <a:pt x="0" y="136768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5583" y="4137096"/>
              <a:ext cx="1431406" cy="18089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44400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979177" y="0"/>
                  </a:moveTo>
                  <a:lnTo>
                    <a:pt x="314595" y="0"/>
                  </a:lnTo>
                  <a:lnTo>
                    <a:pt x="268106" y="3410"/>
                  </a:lnTo>
                  <a:lnTo>
                    <a:pt x="223736" y="13319"/>
                  </a:lnTo>
                  <a:lnTo>
                    <a:pt x="181970" y="29239"/>
                  </a:lnTo>
                  <a:lnTo>
                    <a:pt x="143295" y="50682"/>
                  </a:lnTo>
                  <a:lnTo>
                    <a:pt x="108197" y="77164"/>
                  </a:lnTo>
                  <a:lnTo>
                    <a:pt x="77165" y="108197"/>
                  </a:lnTo>
                  <a:lnTo>
                    <a:pt x="50683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1" y="268105"/>
                  </a:lnTo>
                  <a:lnTo>
                    <a:pt x="0" y="314594"/>
                  </a:lnTo>
                  <a:lnTo>
                    <a:pt x="0" y="1367689"/>
                  </a:lnTo>
                  <a:lnTo>
                    <a:pt x="3411" y="1414177"/>
                  </a:lnTo>
                  <a:lnTo>
                    <a:pt x="13319" y="1458548"/>
                  </a:lnTo>
                  <a:lnTo>
                    <a:pt x="29239" y="1500314"/>
                  </a:lnTo>
                  <a:lnTo>
                    <a:pt x="50683" y="1538989"/>
                  </a:lnTo>
                  <a:lnTo>
                    <a:pt x="77165" y="1574086"/>
                  </a:lnTo>
                  <a:lnTo>
                    <a:pt x="108197" y="1605119"/>
                  </a:lnTo>
                  <a:lnTo>
                    <a:pt x="143295" y="1631600"/>
                  </a:lnTo>
                  <a:lnTo>
                    <a:pt x="181970" y="1653044"/>
                  </a:lnTo>
                  <a:lnTo>
                    <a:pt x="223736" y="1668964"/>
                  </a:lnTo>
                  <a:lnTo>
                    <a:pt x="268106" y="1678872"/>
                  </a:lnTo>
                  <a:lnTo>
                    <a:pt x="314595" y="1682283"/>
                  </a:lnTo>
                  <a:lnTo>
                    <a:pt x="979177" y="1682283"/>
                  </a:lnTo>
                  <a:lnTo>
                    <a:pt x="1025666" y="1678872"/>
                  </a:lnTo>
                  <a:lnTo>
                    <a:pt x="1070036" y="1668964"/>
                  </a:lnTo>
                  <a:lnTo>
                    <a:pt x="1111802" y="1653044"/>
                  </a:lnTo>
                  <a:lnTo>
                    <a:pt x="1150477" y="1631600"/>
                  </a:lnTo>
                  <a:lnTo>
                    <a:pt x="1185574" y="1605119"/>
                  </a:lnTo>
                  <a:lnTo>
                    <a:pt x="1216607" y="1574086"/>
                  </a:lnTo>
                  <a:lnTo>
                    <a:pt x="1243088" y="1538989"/>
                  </a:lnTo>
                  <a:lnTo>
                    <a:pt x="1264532" y="1500314"/>
                  </a:lnTo>
                  <a:lnTo>
                    <a:pt x="1280452" y="1458548"/>
                  </a:lnTo>
                  <a:lnTo>
                    <a:pt x="1290360" y="1414177"/>
                  </a:lnTo>
                  <a:lnTo>
                    <a:pt x="1293771" y="1367689"/>
                  </a:lnTo>
                  <a:lnTo>
                    <a:pt x="1293771" y="314594"/>
                  </a:lnTo>
                  <a:lnTo>
                    <a:pt x="1290360" y="268105"/>
                  </a:lnTo>
                  <a:lnTo>
                    <a:pt x="1280452" y="223735"/>
                  </a:lnTo>
                  <a:lnTo>
                    <a:pt x="1264532" y="181969"/>
                  </a:lnTo>
                  <a:lnTo>
                    <a:pt x="1243088" y="143294"/>
                  </a:lnTo>
                  <a:lnTo>
                    <a:pt x="1216607" y="108197"/>
                  </a:lnTo>
                  <a:lnTo>
                    <a:pt x="1185574" y="77164"/>
                  </a:lnTo>
                  <a:lnTo>
                    <a:pt x="1150477" y="50682"/>
                  </a:lnTo>
                  <a:lnTo>
                    <a:pt x="1111802" y="29239"/>
                  </a:lnTo>
                  <a:lnTo>
                    <a:pt x="1070036" y="13319"/>
                  </a:lnTo>
                  <a:lnTo>
                    <a:pt x="1025666" y="3410"/>
                  </a:lnTo>
                  <a:lnTo>
                    <a:pt x="979177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44401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314594" y="0"/>
                  </a:moveTo>
                  <a:lnTo>
                    <a:pt x="979176" y="0"/>
                  </a:lnTo>
                  <a:lnTo>
                    <a:pt x="1025665" y="3411"/>
                  </a:lnTo>
                  <a:lnTo>
                    <a:pt x="1070036" y="13319"/>
                  </a:lnTo>
                  <a:lnTo>
                    <a:pt x="1111802" y="29239"/>
                  </a:lnTo>
                  <a:lnTo>
                    <a:pt x="1150477" y="50683"/>
                  </a:lnTo>
                  <a:lnTo>
                    <a:pt x="1185574" y="77164"/>
                  </a:lnTo>
                  <a:lnTo>
                    <a:pt x="1216607" y="108197"/>
                  </a:lnTo>
                  <a:lnTo>
                    <a:pt x="1243088" y="143294"/>
                  </a:lnTo>
                  <a:lnTo>
                    <a:pt x="1264532" y="181969"/>
                  </a:lnTo>
                  <a:lnTo>
                    <a:pt x="1280452" y="223735"/>
                  </a:lnTo>
                  <a:lnTo>
                    <a:pt x="1290360" y="268106"/>
                  </a:lnTo>
                  <a:lnTo>
                    <a:pt x="1293771" y="314594"/>
                  </a:lnTo>
                  <a:lnTo>
                    <a:pt x="1293771" y="1367689"/>
                  </a:lnTo>
                  <a:lnTo>
                    <a:pt x="1290360" y="1414177"/>
                  </a:lnTo>
                  <a:lnTo>
                    <a:pt x="1280452" y="1458548"/>
                  </a:lnTo>
                  <a:lnTo>
                    <a:pt x="1264532" y="1500314"/>
                  </a:lnTo>
                  <a:lnTo>
                    <a:pt x="1243088" y="1538989"/>
                  </a:lnTo>
                  <a:lnTo>
                    <a:pt x="1216607" y="1574086"/>
                  </a:lnTo>
                  <a:lnTo>
                    <a:pt x="1185574" y="1605119"/>
                  </a:lnTo>
                  <a:lnTo>
                    <a:pt x="1150477" y="1631600"/>
                  </a:lnTo>
                  <a:lnTo>
                    <a:pt x="1111802" y="1653044"/>
                  </a:lnTo>
                  <a:lnTo>
                    <a:pt x="1070036" y="1668964"/>
                  </a:lnTo>
                  <a:lnTo>
                    <a:pt x="1025665" y="1678873"/>
                  </a:lnTo>
                  <a:lnTo>
                    <a:pt x="979176" y="1682284"/>
                  </a:lnTo>
                  <a:lnTo>
                    <a:pt x="314594" y="1682284"/>
                  </a:lnTo>
                  <a:lnTo>
                    <a:pt x="268106" y="1678873"/>
                  </a:lnTo>
                  <a:lnTo>
                    <a:pt x="223735" y="1668964"/>
                  </a:lnTo>
                  <a:lnTo>
                    <a:pt x="181969" y="1653044"/>
                  </a:lnTo>
                  <a:lnTo>
                    <a:pt x="143294" y="1631600"/>
                  </a:lnTo>
                  <a:lnTo>
                    <a:pt x="108197" y="1605119"/>
                  </a:lnTo>
                  <a:lnTo>
                    <a:pt x="77164" y="1574086"/>
                  </a:lnTo>
                  <a:lnTo>
                    <a:pt x="50683" y="1538989"/>
                  </a:lnTo>
                  <a:lnTo>
                    <a:pt x="29239" y="1500314"/>
                  </a:lnTo>
                  <a:lnTo>
                    <a:pt x="13319" y="1458548"/>
                  </a:lnTo>
                  <a:lnTo>
                    <a:pt x="3411" y="1414177"/>
                  </a:lnTo>
                  <a:lnTo>
                    <a:pt x="0" y="136768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1261" y="4137096"/>
              <a:ext cx="1431406" cy="18089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660078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979176" y="0"/>
                  </a:moveTo>
                  <a:lnTo>
                    <a:pt x="314595" y="0"/>
                  </a:lnTo>
                  <a:lnTo>
                    <a:pt x="268106" y="3410"/>
                  </a:lnTo>
                  <a:lnTo>
                    <a:pt x="223736" y="13319"/>
                  </a:lnTo>
                  <a:lnTo>
                    <a:pt x="181970" y="29239"/>
                  </a:lnTo>
                  <a:lnTo>
                    <a:pt x="143295" y="50682"/>
                  </a:lnTo>
                  <a:lnTo>
                    <a:pt x="108197" y="77164"/>
                  </a:lnTo>
                  <a:lnTo>
                    <a:pt x="77165" y="108197"/>
                  </a:lnTo>
                  <a:lnTo>
                    <a:pt x="50683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1" y="268105"/>
                  </a:lnTo>
                  <a:lnTo>
                    <a:pt x="0" y="314594"/>
                  </a:lnTo>
                  <a:lnTo>
                    <a:pt x="0" y="1367689"/>
                  </a:lnTo>
                  <a:lnTo>
                    <a:pt x="3411" y="1414177"/>
                  </a:lnTo>
                  <a:lnTo>
                    <a:pt x="13319" y="1458548"/>
                  </a:lnTo>
                  <a:lnTo>
                    <a:pt x="29239" y="1500314"/>
                  </a:lnTo>
                  <a:lnTo>
                    <a:pt x="50683" y="1538989"/>
                  </a:lnTo>
                  <a:lnTo>
                    <a:pt x="77165" y="1574086"/>
                  </a:lnTo>
                  <a:lnTo>
                    <a:pt x="108197" y="1605119"/>
                  </a:lnTo>
                  <a:lnTo>
                    <a:pt x="143295" y="1631600"/>
                  </a:lnTo>
                  <a:lnTo>
                    <a:pt x="181970" y="1653044"/>
                  </a:lnTo>
                  <a:lnTo>
                    <a:pt x="223736" y="1668964"/>
                  </a:lnTo>
                  <a:lnTo>
                    <a:pt x="268106" y="1678872"/>
                  </a:lnTo>
                  <a:lnTo>
                    <a:pt x="314595" y="1682283"/>
                  </a:lnTo>
                  <a:lnTo>
                    <a:pt x="979176" y="1682283"/>
                  </a:lnTo>
                  <a:lnTo>
                    <a:pt x="1025664" y="1678872"/>
                  </a:lnTo>
                  <a:lnTo>
                    <a:pt x="1070035" y="1668964"/>
                  </a:lnTo>
                  <a:lnTo>
                    <a:pt x="1111801" y="1653044"/>
                  </a:lnTo>
                  <a:lnTo>
                    <a:pt x="1150476" y="1631600"/>
                  </a:lnTo>
                  <a:lnTo>
                    <a:pt x="1185574" y="1605119"/>
                  </a:lnTo>
                  <a:lnTo>
                    <a:pt x="1216606" y="1574086"/>
                  </a:lnTo>
                  <a:lnTo>
                    <a:pt x="1243088" y="1538989"/>
                  </a:lnTo>
                  <a:lnTo>
                    <a:pt x="1264532" y="1500314"/>
                  </a:lnTo>
                  <a:lnTo>
                    <a:pt x="1280452" y="1458548"/>
                  </a:lnTo>
                  <a:lnTo>
                    <a:pt x="1290360" y="1414177"/>
                  </a:lnTo>
                  <a:lnTo>
                    <a:pt x="1293771" y="1367689"/>
                  </a:lnTo>
                  <a:lnTo>
                    <a:pt x="1293771" y="314594"/>
                  </a:lnTo>
                  <a:lnTo>
                    <a:pt x="1290360" y="268105"/>
                  </a:lnTo>
                  <a:lnTo>
                    <a:pt x="1280452" y="223735"/>
                  </a:lnTo>
                  <a:lnTo>
                    <a:pt x="1264532" y="181969"/>
                  </a:lnTo>
                  <a:lnTo>
                    <a:pt x="1243088" y="143294"/>
                  </a:lnTo>
                  <a:lnTo>
                    <a:pt x="1216606" y="108197"/>
                  </a:lnTo>
                  <a:lnTo>
                    <a:pt x="1185574" y="77164"/>
                  </a:lnTo>
                  <a:lnTo>
                    <a:pt x="1150476" y="50682"/>
                  </a:lnTo>
                  <a:lnTo>
                    <a:pt x="1111801" y="29239"/>
                  </a:lnTo>
                  <a:lnTo>
                    <a:pt x="1070035" y="13319"/>
                  </a:lnTo>
                  <a:lnTo>
                    <a:pt x="1025664" y="3410"/>
                  </a:lnTo>
                  <a:lnTo>
                    <a:pt x="979176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60078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314594" y="0"/>
                  </a:moveTo>
                  <a:lnTo>
                    <a:pt x="979176" y="0"/>
                  </a:lnTo>
                  <a:lnTo>
                    <a:pt x="1025665" y="3411"/>
                  </a:lnTo>
                  <a:lnTo>
                    <a:pt x="1070036" y="13319"/>
                  </a:lnTo>
                  <a:lnTo>
                    <a:pt x="1111802" y="29239"/>
                  </a:lnTo>
                  <a:lnTo>
                    <a:pt x="1150477" y="50683"/>
                  </a:lnTo>
                  <a:lnTo>
                    <a:pt x="1185574" y="77164"/>
                  </a:lnTo>
                  <a:lnTo>
                    <a:pt x="1216607" y="108197"/>
                  </a:lnTo>
                  <a:lnTo>
                    <a:pt x="1243088" y="143294"/>
                  </a:lnTo>
                  <a:lnTo>
                    <a:pt x="1264532" y="181969"/>
                  </a:lnTo>
                  <a:lnTo>
                    <a:pt x="1280452" y="223735"/>
                  </a:lnTo>
                  <a:lnTo>
                    <a:pt x="1290360" y="268106"/>
                  </a:lnTo>
                  <a:lnTo>
                    <a:pt x="1293771" y="314594"/>
                  </a:lnTo>
                  <a:lnTo>
                    <a:pt x="1293771" y="1367689"/>
                  </a:lnTo>
                  <a:lnTo>
                    <a:pt x="1290360" y="1414177"/>
                  </a:lnTo>
                  <a:lnTo>
                    <a:pt x="1280452" y="1458548"/>
                  </a:lnTo>
                  <a:lnTo>
                    <a:pt x="1264532" y="1500314"/>
                  </a:lnTo>
                  <a:lnTo>
                    <a:pt x="1243088" y="1538989"/>
                  </a:lnTo>
                  <a:lnTo>
                    <a:pt x="1216607" y="1574086"/>
                  </a:lnTo>
                  <a:lnTo>
                    <a:pt x="1185574" y="1605119"/>
                  </a:lnTo>
                  <a:lnTo>
                    <a:pt x="1150477" y="1631600"/>
                  </a:lnTo>
                  <a:lnTo>
                    <a:pt x="1111802" y="1653044"/>
                  </a:lnTo>
                  <a:lnTo>
                    <a:pt x="1070036" y="1668964"/>
                  </a:lnTo>
                  <a:lnTo>
                    <a:pt x="1025665" y="1678873"/>
                  </a:lnTo>
                  <a:lnTo>
                    <a:pt x="979176" y="1682284"/>
                  </a:lnTo>
                  <a:lnTo>
                    <a:pt x="314594" y="1682284"/>
                  </a:lnTo>
                  <a:lnTo>
                    <a:pt x="268106" y="1678873"/>
                  </a:lnTo>
                  <a:lnTo>
                    <a:pt x="223735" y="1668964"/>
                  </a:lnTo>
                  <a:lnTo>
                    <a:pt x="181969" y="1653044"/>
                  </a:lnTo>
                  <a:lnTo>
                    <a:pt x="143294" y="1631600"/>
                  </a:lnTo>
                  <a:lnTo>
                    <a:pt x="108197" y="1605119"/>
                  </a:lnTo>
                  <a:lnTo>
                    <a:pt x="77164" y="1574086"/>
                  </a:lnTo>
                  <a:lnTo>
                    <a:pt x="50683" y="1538989"/>
                  </a:lnTo>
                  <a:lnTo>
                    <a:pt x="29239" y="1500314"/>
                  </a:lnTo>
                  <a:lnTo>
                    <a:pt x="13319" y="1458548"/>
                  </a:lnTo>
                  <a:lnTo>
                    <a:pt x="3411" y="1414177"/>
                  </a:lnTo>
                  <a:lnTo>
                    <a:pt x="0" y="136768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4127" y="4137096"/>
              <a:ext cx="1431406" cy="180892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30809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979177" y="0"/>
                  </a:moveTo>
                  <a:lnTo>
                    <a:pt x="314595" y="0"/>
                  </a:lnTo>
                  <a:lnTo>
                    <a:pt x="268106" y="3410"/>
                  </a:lnTo>
                  <a:lnTo>
                    <a:pt x="223736" y="13319"/>
                  </a:lnTo>
                  <a:lnTo>
                    <a:pt x="181970" y="29239"/>
                  </a:lnTo>
                  <a:lnTo>
                    <a:pt x="143295" y="50682"/>
                  </a:lnTo>
                  <a:lnTo>
                    <a:pt x="108197" y="77164"/>
                  </a:lnTo>
                  <a:lnTo>
                    <a:pt x="77165" y="108197"/>
                  </a:lnTo>
                  <a:lnTo>
                    <a:pt x="50683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1" y="268105"/>
                  </a:lnTo>
                  <a:lnTo>
                    <a:pt x="0" y="314594"/>
                  </a:lnTo>
                  <a:lnTo>
                    <a:pt x="0" y="1367689"/>
                  </a:lnTo>
                  <a:lnTo>
                    <a:pt x="3411" y="1414177"/>
                  </a:lnTo>
                  <a:lnTo>
                    <a:pt x="13319" y="1458548"/>
                  </a:lnTo>
                  <a:lnTo>
                    <a:pt x="29239" y="1500314"/>
                  </a:lnTo>
                  <a:lnTo>
                    <a:pt x="50683" y="1538989"/>
                  </a:lnTo>
                  <a:lnTo>
                    <a:pt x="77165" y="1574086"/>
                  </a:lnTo>
                  <a:lnTo>
                    <a:pt x="108197" y="1605119"/>
                  </a:lnTo>
                  <a:lnTo>
                    <a:pt x="143295" y="1631600"/>
                  </a:lnTo>
                  <a:lnTo>
                    <a:pt x="181970" y="1653044"/>
                  </a:lnTo>
                  <a:lnTo>
                    <a:pt x="223736" y="1668964"/>
                  </a:lnTo>
                  <a:lnTo>
                    <a:pt x="268106" y="1678872"/>
                  </a:lnTo>
                  <a:lnTo>
                    <a:pt x="314595" y="1682283"/>
                  </a:lnTo>
                  <a:lnTo>
                    <a:pt x="979177" y="1682283"/>
                  </a:lnTo>
                  <a:lnTo>
                    <a:pt x="1025666" y="1678872"/>
                  </a:lnTo>
                  <a:lnTo>
                    <a:pt x="1070036" y="1668964"/>
                  </a:lnTo>
                  <a:lnTo>
                    <a:pt x="1111802" y="1653044"/>
                  </a:lnTo>
                  <a:lnTo>
                    <a:pt x="1150477" y="1631600"/>
                  </a:lnTo>
                  <a:lnTo>
                    <a:pt x="1185574" y="1605119"/>
                  </a:lnTo>
                  <a:lnTo>
                    <a:pt x="1216607" y="1574086"/>
                  </a:lnTo>
                  <a:lnTo>
                    <a:pt x="1243088" y="1538989"/>
                  </a:lnTo>
                  <a:lnTo>
                    <a:pt x="1264532" y="1500314"/>
                  </a:lnTo>
                  <a:lnTo>
                    <a:pt x="1280452" y="1458548"/>
                  </a:lnTo>
                  <a:lnTo>
                    <a:pt x="1290360" y="1414177"/>
                  </a:lnTo>
                  <a:lnTo>
                    <a:pt x="1293771" y="1367689"/>
                  </a:lnTo>
                  <a:lnTo>
                    <a:pt x="1293771" y="314594"/>
                  </a:lnTo>
                  <a:lnTo>
                    <a:pt x="1290360" y="268105"/>
                  </a:lnTo>
                  <a:lnTo>
                    <a:pt x="1280452" y="223735"/>
                  </a:lnTo>
                  <a:lnTo>
                    <a:pt x="1264532" y="181969"/>
                  </a:lnTo>
                  <a:lnTo>
                    <a:pt x="1243088" y="143294"/>
                  </a:lnTo>
                  <a:lnTo>
                    <a:pt x="1216607" y="108197"/>
                  </a:lnTo>
                  <a:lnTo>
                    <a:pt x="1185574" y="77164"/>
                  </a:lnTo>
                  <a:lnTo>
                    <a:pt x="1150477" y="50682"/>
                  </a:lnTo>
                  <a:lnTo>
                    <a:pt x="1111802" y="29239"/>
                  </a:lnTo>
                  <a:lnTo>
                    <a:pt x="1070036" y="13319"/>
                  </a:lnTo>
                  <a:lnTo>
                    <a:pt x="1025666" y="3410"/>
                  </a:lnTo>
                  <a:lnTo>
                    <a:pt x="979177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30810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314594" y="0"/>
                  </a:moveTo>
                  <a:lnTo>
                    <a:pt x="979176" y="0"/>
                  </a:lnTo>
                  <a:lnTo>
                    <a:pt x="1025665" y="3411"/>
                  </a:lnTo>
                  <a:lnTo>
                    <a:pt x="1070036" y="13319"/>
                  </a:lnTo>
                  <a:lnTo>
                    <a:pt x="1111802" y="29239"/>
                  </a:lnTo>
                  <a:lnTo>
                    <a:pt x="1150477" y="50683"/>
                  </a:lnTo>
                  <a:lnTo>
                    <a:pt x="1185574" y="77164"/>
                  </a:lnTo>
                  <a:lnTo>
                    <a:pt x="1216607" y="108197"/>
                  </a:lnTo>
                  <a:lnTo>
                    <a:pt x="1243088" y="143294"/>
                  </a:lnTo>
                  <a:lnTo>
                    <a:pt x="1264532" y="181969"/>
                  </a:lnTo>
                  <a:lnTo>
                    <a:pt x="1280452" y="223735"/>
                  </a:lnTo>
                  <a:lnTo>
                    <a:pt x="1290360" y="268106"/>
                  </a:lnTo>
                  <a:lnTo>
                    <a:pt x="1293771" y="314594"/>
                  </a:lnTo>
                  <a:lnTo>
                    <a:pt x="1293771" y="1367689"/>
                  </a:lnTo>
                  <a:lnTo>
                    <a:pt x="1290360" y="1414177"/>
                  </a:lnTo>
                  <a:lnTo>
                    <a:pt x="1280452" y="1458548"/>
                  </a:lnTo>
                  <a:lnTo>
                    <a:pt x="1264532" y="1500314"/>
                  </a:lnTo>
                  <a:lnTo>
                    <a:pt x="1243088" y="1538989"/>
                  </a:lnTo>
                  <a:lnTo>
                    <a:pt x="1216607" y="1574086"/>
                  </a:lnTo>
                  <a:lnTo>
                    <a:pt x="1185574" y="1605119"/>
                  </a:lnTo>
                  <a:lnTo>
                    <a:pt x="1150477" y="1631600"/>
                  </a:lnTo>
                  <a:lnTo>
                    <a:pt x="1111802" y="1653044"/>
                  </a:lnTo>
                  <a:lnTo>
                    <a:pt x="1070036" y="1668964"/>
                  </a:lnTo>
                  <a:lnTo>
                    <a:pt x="1025665" y="1678873"/>
                  </a:lnTo>
                  <a:lnTo>
                    <a:pt x="979176" y="1682284"/>
                  </a:lnTo>
                  <a:lnTo>
                    <a:pt x="314594" y="1682284"/>
                  </a:lnTo>
                  <a:lnTo>
                    <a:pt x="268106" y="1678873"/>
                  </a:lnTo>
                  <a:lnTo>
                    <a:pt x="223735" y="1668964"/>
                  </a:lnTo>
                  <a:lnTo>
                    <a:pt x="181969" y="1653044"/>
                  </a:lnTo>
                  <a:lnTo>
                    <a:pt x="143294" y="1631600"/>
                  </a:lnTo>
                  <a:lnTo>
                    <a:pt x="108197" y="1605119"/>
                  </a:lnTo>
                  <a:lnTo>
                    <a:pt x="77164" y="1574086"/>
                  </a:lnTo>
                  <a:lnTo>
                    <a:pt x="50683" y="1538989"/>
                  </a:lnTo>
                  <a:lnTo>
                    <a:pt x="29239" y="1500314"/>
                  </a:lnTo>
                  <a:lnTo>
                    <a:pt x="13319" y="1458548"/>
                  </a:lnTo>
                  <a:lnTo>
                    <a:pt x="3411" y="1414177"/>
                  </a:lnTo>
                  <a:lnTo>
                    <a:pt x="0" y="136768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43778" y="2170876"/>
              <a:ext cx="1287145" cy="424815"/>
            </a:xfrm>
            <a:custGeom>
              <a:avLst/>
              <a:gdLst/>
              <a:ahLst/>
              <a:cxnLst/>
              <a:rect l="l" t="t" r="r" b="b"/>
              <a:pathLst>
                <a:path w="1287145" h="424814">
                  <a:moveTo>
                    <a:pt x="1286701" y="0"/>
                  </a:moveTo>
                  <a:lnTo>
                    <a:pt x="0" y="0"/>
                  </a:lnTo>
                  <a:lnTo>
                    <a:pt x="0" y="424703"/>
                  </a:lnTo>
                  <a:lnTo>
                    <a:pt x="1286701" y="424703"/>
                  </a:lnTo>
                  <a:lnTo>
                    <a:pt x="1286701" y="0"/>
                  </a:lnTo>
                  <a:close/>
                </a:path>
              </a:pathLst>
            </a:custGeom>
            <a:solidFill>
              <a:srgbClr val="FF7F7F">
                <a:alpha val="4816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43779" y="2170877"/>
              <a:ext cx="1287145" cy="424815"/>
            </a:xfrm>
            <a:custGeom>
              <a:avLst/>
              <a:gdLst/>
              <a:ahLst/>
              <a:cxnLst/>
              <a:rect l="l" t="t" r="r" b="b"/>
              <a:pathLst>
                <a:path w="1287145" h="424814">
                  <a:moveTo>
                    <a:pt x="0" y="0"/>
                  </a:moveTo>
                  <a:lnTo>
                    <a:pt x="1286701" y="0"/>
                  </a:lnTo>
                  <a:lnTo>
                    <a:pt x="1286701" y="424703"/>
                  </a:lnTo>
                  <a:lnTo>
                    <a:pt x="0" y="42470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682900" y="2170876"/>
              <a:ext cx="1287145" cy="424815"/>
            </a:xfrm>
            <a:custGeom>
              <a:avLst/>
              <a:gdLst/>
              <a:ahLst/>
              <a:cxnLst/>
              <a:rect l="l" t="t" r="r" b="b"/>
              <a:pathLst>
                <a:path w="1287145" h="424814">
                  <a:moveTo>
                    <a:pt x="1286701" y="0"/>
                  </a:moveTo>
                  <a:lnTo>
                    <a:pt x="0" y="0"/>
                  </a:lnTo>
                  <a:lnTo>
                    <a:pt x="0" y="424703"/>
                  </a:lnTo>
                  <a:lnTo>
                    <a:pt x="1286701" y="424703"/>
                  </a:lnTo>
                  <a:lnTo>
                    <a:pt x="1286701" y="0"/>
                  </a:lnTo>
                  <a:close/>
                </a:path>
              </a:pathLst>
            </a:custGeom>
            <a:solidFill>
              <a:srgbClr val="FF7F7F">
                <a:alpha val="4816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682901" y="2170877"/>
              <a:ext cx="1287145" cy="424815"/>
            </a:xfrm>
            <a:custGeom>
              <a:avLst/>
              <a:gdLst/>
              <a:ahLst/>
              <a:cxnLst/>
              <a:rect l="l" t="t" r="r" b="b"/>
              <a:pathLst>
                <a:path w="1287145" h="424814">
                  <a:moveTo>
                    <a:pt x="0" y="0"/>
                  </a:moveTo>
                  <a:lnTo>
                    <a:pt x="1286701" y="0"/>
                  </a:lnTo>
                  <a:lnTo>
                    <a:pt x="1286701" y="424703"/>
                  </a:lnTo>
                  <a:lnTo>
                    <a:pt x="0" y="42470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81309" y="2170876"/>
              <a:ext cx="1287145" cy="424815"/>
            </a:xfrm>
            <a:custGeom>
              <a:avLst/>
              <a:gdLst/>
              <a:ahLst/>
              <a:cxnLst/>
              <a:rect l="l" t="t" r="r" b="b"/>
              <a:pathLst>
                <a:path w="1287145" h="424814">
                  <a:moveTo>
                    <a:pt x="1286701" y="0"/>
                  </a:moveTo>
                  <a:lnTo>
                    <a:pt x="0" y="0"/>
                  </a:lnTo>
                  <a:lnTo>
                    <a:pt x="0" y="424703"/>
                  </a:lnTo>
                  <a:lnTo>
                    <a:pt x="1286701" y="424703"/>
                  </a:lnTo>
                  <a:lnTo>
                    <a:pt x="1286701" y="0"/>
                  </a:lnTo>
                  <a:close/>
                </a:path>
              </a:pathLst>
            </a:custGeom>
            <a:solidFill>
              <a:srgbClr val="FF7F7F">
                <a:alpha val="4816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81309" y="2170877"/>
              <a:ext cx="1287145" cy="424815"/>
            </a:xfrm>
            <a:custGeom>
              <a:avLst/>
              <a:gdLst/>
              <a:ahLst/>
              <a:cxnLst/>
              <a:rect l="l" t="t" r="r" b="b"/>
              <a:pathLst>
                <a:path w="1287145" h="424814">
                  <a:moveTo>
                    <a:pt x="0" y="0"/>
                  </a:moveTo>
                  <a:lnTo>
                    <a:pt x="1286701" y="0"/>
                  </a:lnTo>
                  <a:lnTo>
                    <a:pt x="1286701" y="424703"/>
                  </a:lnTo>
                  <a:lnTo>
                    <a:pt x="0" y="42470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3345315" y="1880748"/>
            <a:ext cx="6473190" cy="1179195"/>
            <a:chOff x="3345315" y="1880748"/>
            <a:chExt cx="6473190" cy="1179195"/>
          </a:xfrm>
        </p:grpSpPr>
        <p:sp>
          <p:nvSpPr>
            <p:cNvPr id="33" name="object 33"/>
            <p:cNvSpPr/>
            <p:nvPr/>
          </p:nvSpPr>
          <p:spPr>
            <a:xfrm>
              <a:off x="3920968" y="2664790"/>
              <a:ext cx="2540" cy="379095"/>
            </a:xfrm>
            <a:custGeom>
              <a:avLst/>
              <a:gdLst/>
              <a:ahLst/>
              <a:cxnLst/>
              <a:rect l="l" t="t" r="r" b="b"/>
              <a:pathLst>
                <a:path w="2539" h="379094">
                  <a:moveTo>
                    <a:pt x="0" y="379088"/>
                  </a:moveTo>
                  <a:lnTo>
                    <a:pt x="2118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899361" y="262546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38441" y="39323"/>
                  </a:moveTo>
                  <a:lnTo>
                    <a:pt x="23724" y="39323"/>
                  </a:lnTo>
                  <a:lnTo>
                    <a:pt x="47188" y="63049"/>
                  </a:lnTo>
                  <a:lnTo>
                    <a:pt x="38441" y="39323"/>
                  </a:lnTo>
                  <a:close/>
                </a:path>
                <a:path w="47625" h="63500">
                  <a:moveTo>
                    <a:pt x="23945" y="0"/>
                  </a:moveTo>
                  <a:lnTo>
                    <a:pt x="0" y="62784"/>
                  </a:lnTo>
                  <a:lnTo>
                    <a:pt x="23724" y="39323"/>
                  </a:lnTo>
                  <a:lnTo>
                    <a:pt x="38441" y="39323"/>
                  </a:lnTo>
                  <a:lnTo>
                    <a:pt x="239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899361" y="262546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945" y="0"/>
                  </a:moveTo>
                  <a:lnTo>
                    <a:pt x="0" y="62785"/>
                  </a:lnTo>
                  <a:lnTo>
                    <a:pt x="23725" y="39322"/>
                  </a:lnTo>
                  <a:lnTo>
                    <a:pt x="47187" y="63049"/>
                  </a:lnTo>
                  <a:lnTo>
                    <a:pt x="23945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828706" y="2664614"/>
              <a:ext cx="27940" cy="387350"/>
            </a:xfrm>
            <a:custGeom>
              <a:avLst/>
              <a:gdLst/>
              <a:ahLst/>
              <a:cxnLst/>
              <a:rect l="l" t="t" r="r" b="b"/>
              <a:pathLst>
                <a:path w="27940" h="387350">
                  <a:moveTo>
                    <a:pt x="0" y="387129"/>
                  </a:moveTo>
                  <a:lnTo>
                    <a:pt x="27844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31323" y="2625389"/>
              <a:ext cx="47625" cy="64769"/>
            </a:xfrm>
            <a:custGeom>
              <a:avLst/>
              <a:gdLst/>
              <a:ahLst/>
              <a:cxnLst/>
              <a:rect l="l" t="t" r="r" b="b"/>
              <a:pathLst>
                <a:path w="47625" h="64769">
                  <a:moveTo>
                    <a:pt x="39623" y="39223"/>
                  </a:moveTo>
                  <a:lnTo>
                    <a:pt x="25227" y="39223"/>
                  </a:lnTo>
                  <a:lnTo>
                    <a:pt x="47068" y="64449"/>
                  </a:lnTo>
                  <a:lnTo>
                    <a:pt x="39623" y="39223"/>
                  </a:lnTo>
                  <a:close/>
                </a:path>
                <a:path w="47625" h="64769">
                  <a:moveTo>
                    <a:pt x="28047" y="0"/>
                  </a:moveTo>
                  <a:lnTo>
                    <a:pt x="0" y="61065"/>
                  </a:lnTo>
                  <a:lnTo>
                    <a:pt x="25227" y="39223"/>
                  </a:lnTo>
                  <a:lnTo>
                    <a:pt x="39623" y="39223"/>
                  </a:lnTo>
                  <a:lnTo>
                    <a:pt x="280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831324" y="2625390"/>
              <a:ext cx="47625" cy="64769"/>
            </a:xfrm>
            <a:custGeom>
              <a:avLst/>
              <a:gdLst/>
              <a:ahLst/>
              <a:cxnLst/>
              <a:rect l="l" t="t" r="r" b="b"/>
              <a:pathLst>
                <a:path w="47625" h="64769">
                  <a:moveTo>
                    <a:pt x="28047" y="0"/>
                  </a:moveTo>
                  <a:lnTo>
                    <a:pt x="0" y="61064"/>
                  </a:lnTo>
                  <a:lnTo>
                    <a:pt x="25227" y="39223"/>
                  </a:lnTo>
                  <a:lnTo>
                    <a:pt x="47068" y="64449"/>
                  </a:lnTo>
                  <a:lnTo>
                    <a:pt x="28047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327802" y="2664790"/>
              <a:ext cx="2540" cy="387350"/>
            </a:xfrm>
            <a:custGeom>
              <a:avLst/>
              <a:gdLst/>
              <a:ahLst/>
              <a:cxnLst/>
              <a:rect l="l" t="t" r="r" b="b"/>
              <a:pathLst>
                <a:path w="2540" h="387350">
                  <a:moveTo>
                    <a:pt x="2129" y="386953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304335" y="262546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248" y="0"/>
                  </a:moveTo>
                  <a:lnTo>
                    <a:pt x="95" y="62788"/>
                  </a:lnTo>
                  <a:lnTo>
                    <a:pt x="0" y="63047"/>
                  </a:lnTo>
                  <a:lnTo>
                    <a:pt x="23465" y="39323"/>
                  </a:lnTo>
                  <a:lnTo>
                    <a:pt x="38242" y="39323"/>
                  </a:lnTo>
                  <a:lnTo>
                    <a:pt x="23248" y="0"/>
                  </a:lnTo>
                  <a:close/>
                </a:path>
                <a:path w="47625" h="63500">
                  <a:moveTo>
                    <a:pt x="38242" y="39323"/>
                  </a:moveTo>
                  <a:lnTo>
                    <a:pt x="23465" y="39323"/>
                  </a:lnTo>
                  <a:lnTo>
                    <a:pt x="47189" y="62788"/>
                  </a:lnTo>
                  <a:lnTo>
                    <a:pt x="38242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304336" y="262546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248" y="0"/>
                  </a:moveTo>
                  <a:lnTo>
                    <a:pt x="0" y="63047"/>
                  </a:lnTo>
                  <a:lnTo>
                    <a:pt x="23465" y="39322"/>
                  </a:lnTo>
                  <a:lnTo>
                    <a:pt x="47189" y="62788"/>
                  </a:lnTo>
                  <a:lnTo>
                    <a:pt x="23248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9782171" y="2664788"/>
              <a:ext cx="2540" cy="285115"/>
            </a:xfrm>
            <a:custGeom>
              <a:avLst/>
              <a:gdLst/>
              <a:ahLst/>
              <a:cxnLst/>
              <a:rect l="l" t="t" r="r" b="b"/>
              <a:pathLst>
                <a:path w="2540" h="285114">
                  <a:moveTo>
                    <a:pt x="0" y="284711"/>
                  </a:moveTo>
                  <a:lnTo>
                    <a:pt x="2493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760864" y="262546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38499" y="39323"/>
                  </a:moveTo>
                  <a:lnTo>
                    <a:pt x="23799" y="39323"/>
                  </a:lnTo>
                  <a:lnTo>
                    <a:pt x="47186" y="63122"/>
                  </a:lnTo>
                  <a:lnTo>
                    <a:pt x="38499" y="39323"/>
                  </a:lnTo>
                  <a:close/>
                </a:path>
                <a:path w="47625" h="63500">
                  <a:moveTo>
                    <a:pt x="24145" y="0"/>
                  </a:moveTo>
                  <a:lnTo>
                    <a:pt x="0" y="62710"/>
                  </a:lnTo>
                  <a:lnTo>
                    <a:pt x="23799" y="39323"/>
                  </a:lnTo>
                  <a:lnTo>
                    <a:pt x="38499" y="39323"/>
                  </a:lnTo>
                  <a:lnTo>
                    <a:pt x="241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760863" y="262546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4145" y="0"/>
                  </a:moveTo>
                  <a:lnTo>
                    <a:pt x="0" y="62709"/>
                  </a:lnTo>
                  <a:lnTo>
                    <a:pt x="23800" y="39322"/>
                  </a:lnTo>
                  <a:lnTo>
                    <a:pt x="47187" y="63123"/>
                  </a:lnTo>
                  <a:lnTo>
                    <a:pt x="24145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928567" y="1888686"/>
              <a:ext cx="3175" cy="213360"/>
            </a:xfrm>
            <a:custGeom>
              <a:avLst/>
              <a:gdLst/>
              <a:ahLst/>
              <a:cxnLst/>
              <a:rect l="l" t="t" r="r" b="b"/>
              <a:pathLst>
                <a:path w="3175" h="213360">
                  <a:moveTo>
                    <a:pt x="2955" y="0"/>
                  </a:moveTo>
                  <a:lnTo>
                    <a:pt x="0" y="212987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905302" y="2077754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0" y="0"/>
                  </a:moveTo>
                  <a:lnTo>
                    <a:pt x="22720" y="63239"/>
                  </a:lnTo>
                  <a:lnTo>
                    <a:pt x="38090" y="23919"/>
                  </a:lnTo>
                  <a:lnTo>
                    <a:pt x="23265" y="23919"/>
                  </a:lnTo>
                  <a:lnTo>
                    <a:pt x="0" y="0"/>
                  </a:lnTo>
                  <a:close/>
                </a:path>
                <a:path w="47625" h="63500">
                  <a:moveTo>
                    <a:pt x="47184" y="654"/>
                  </a:moveTo>
                  <a:lnTo>
                    <a:pt x="23265" y="23919"/>
                  </a:lnTo>
                  <a:lnTo>
                    <a:pt x="38090" y="23919"/>
                  </a:lnTo>
                  <a:lnTo>
                    <a:pt x="47184" y="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905302" y="2077754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720" y="63239"/>
                  </a:moveTo>
                  <a:lnTo>
                    <a:pt x="47184" y="654"/>
                  </a:lnTo>
                  <a:lnTo>
                    <a:pt x="23264" y="23918"/>
                  </a:lnTo>
                  <a:lnTo>
                    <a:pt x="0" y="0"/>
                  </a:lnTo>
                  <a:lnTo>
                    <a:pt x="22720" y="63239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324327" y="1888686"/>
              <a:ext cx="1270" cy="213360"/>
            </a:xfrm>
            <a:custGeom>
              <a:avLst/>
              <a:gdLst/>
              <a:ahLst/>
              <a:cxnLst/>
              <a:rect l="l" t="t" r="r" b="b"/>
              <a:pathLst>
                <a:path w="1270" h="213360">
                  <a:moveTo>
                    <a:pt x="0" y="0"/>
                  </a:moveTo>
                  <a:lnTo>
                    <a:pt x="828" y="21298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301470" y="2078164"/>
              <a:ext cx="47625" cy="62865"/>
            </a:xfrm>
            <a:custGeom>
              <a:avLst/>
              <a:gdLst/>
              <a:ahLst/>
              <a:cxnLst/>
              <a:rect l="l" t="t" r="r" b="b"/>
              <a:pathLst>
                <a:path w="47625" h="62864">
                  <a:moveTo>
                    <a:pt x="0" y="0"/>
                  </a:moveTo>
                  <a:lnTo>
                    <a:pt x="23837" y="62826"/>
                  </a:lnTo>
                  <a:lnTo>
                    <a:pt x="38409" y="23502"/>
                  </a:lnTo>
                  <a:lnTo>
                    <a:pt x="23685" y="23502"/>
                  </a:lnTo>
                  <a:lnTo>
                    <a:pt x="0" y="0"/>
                  </a:lnTo>
                  <a:close/>
                </a:path>
                <a:path w="47625" h="62864">
                  <a:moveTo>
                    <a:pt x="47118" y="0"/>
                  </a:moveTo>
                  <a:lnTo>
                    <a:pt x="23685" y="23502"/>
                  </a:lnTo>
                  <a:lnTo>
                    <a:pt x="38409" y="23502"/>
                  </a:lnTo>
                  <a:lnTo>
                    <a:pt x="47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301470" y="207798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838" y="63010"/>
                  </a:moveTo>
                  <a:lnTo>
                    <a:pt x="47187" y="0"/>
                  </a:lnTo>
                  <a:lnTo>
                    <a:pt x="23685" y="23685"/>
                  </a:lnTo>
                  <a:lnTo>
                    <a:pt x="0" y="184"/>
                  </a:lnTo>
                  <a:lnTo>
                    <a:pt x="23838" y="6301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786192" y="1888686"/>
              <a:ext cx="635" cy="213360"/>
            </a:xfrm>
            <a:custGeom>
              <a:avLst/>
              <a:gdLst/>
              <a:ahLst/>
              <a:cxnLst/>
              <a:rect l="l" t="t" r="r" b="b"/>
              <a:pathLst>
                <a:path w="634" h="213360">
                  <a:moveTo>
                    <a:pt x="0" y="0"/>
                  </a:moveTo>
                  <a:lnTo>
                    <a:pt x="404" y="21298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762957" y="207811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0" y="0"/>
                  </a:moveTo>
                  <a:lnTo>
                    <a:pt x="23712" y="62873"/>
                  </a:lnTo>
                  <a:lnTo>
                    <a:pt x="38375" y="23549"/>
                  </a:lnTo>
                  <a:lnTo>
                    <a:pt x="23638" y="23549"/>
                  </a:lnTo>
                  <a:lnTo>
                    <a:pt x="0" y="0"/>
                  </a:lnTo>
                  <a:close/>
                </a:path>
                <a:path w="47625" h="63500">
                  <a:moveTo>
                    <a:pt x="47156" y="0"/>
                  </a:moveTo>
                  <a:lnTo>
                    <a:pt x="23638" y="23549"/>
                  </a:lnTo>
                  <a:lnTo>
                    <a:pt x="38375" y="23549"/>
                  </a:lnTo>
                  <a:lnTo>
                    <a:pt x="471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9762957" y="2078028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712" y="62963"/>
                  </a:moveTo>
                  <a:lnTo>
                    <a:pt x="47189" y="0"/>
                  </a:lnTo>
                  <a:lnTo>
                    <a:pt x="23638" y="23638"/>
                  </a:lnTo>
                  <a:lnTo>
                    <a:pt x="0" y="89"/>
                  </a:lnTo>
                  <a:lnTo>
                    <a:pt x="23712" y="62963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345315" y="2380409"/>
              <a:ext cx="168275" cy="11430"/>
            </a:xfrm>
            <a:custGeom>
              <a:avLst/>
              <a:gdLst/>
              <a:ahLst/>
              <a:cxnLst/>
              <a:rect l="l" t="t" r="r" b="b"/>
              <a:pathLst>
                <a:path w="168275" h="11430">
                  <a:moveTo>
                    <a:pt x="167920" y="0"/>
                  </a:moveTo>
                  <a:lnTo>
                    <a:pt x="0" y="0"/>
                  </a:lnTo>
                  <a:lnTo>
                    <a:pt x="0" y="10988"/>
                  </a:lnTo>
                  <a:lnTo>
                    <a:pt x="158295" y="10988"/>
                  </a:lnTo>
                  <a:lnTo>
                    <a:pt x="167920" y="10988"/>
                  </a:lnTo>
                  <a:lnTo>
                    <a:pt x="1679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0991" y="2263877"/>
              <a:ext cx="337718" cy="24734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990098" y="2333154"/>
              <a:ext cx="524510" cy="202565"/>
            </a:xfrm>
            <a:custGeom>
              <a:avLst/>
              <a:gdLst/>
              <a:ahLst/>
              <a:cxnLst/>
              <a:rect l="l" t="t" r="r" b="b"/>
              <a:pathLst>
                <a:path w="524510" h="202564">
                  <a:moveTo>
                    <a:pt x="126695" y="5486"/>
                  </a:moveTo>
                  <a:lnTo>
                    <a:pt x="122847" y="3009"/>
                  </a:lnTo>
                  <a:lnTo>
                    <a:pt x="115976" y="3009"/>
                  </a:lnTo>
                  <a:lnTo>
                    <a:pt x="99758" y="45605"/>
                  </a:lnTo>
                  <a:lnTo>
                    <a:pt x="87388" y="95072"/>
                  </a:lnTo>
                  <a:lnTo>
                    <a:pt x="84632" y="100469"/>
                  </a:lnTo>
                  <a:lnTo>
                    <a:pt x="78257" y="108305"/>
                  </a:lnTo>
                  <a:lnTo>
                    <a:pt x="68694" y="115366"/>
                  </a:lnTo>
                  <a:lnTo>
                    <a:pt x="56337" y="118440"/>
                  </a:lnTo>
                  <a:lnTo>
                    <a:pt x="47764" y="116395"/>
                  </a:lnTo>
                  <a:lnTo>
                    <a:pt x="42557" y="111125"/>
                  </a:lnTo>
                  <a:lnTo>
                    <a:pt x="39979" y="103949"/>
                  </a:lnTo>
                  <a:lnTo>
                    <a:pt x="39293" y="96177"/>
                  </a:lnTo>
                  <a:lnTo>
                    <a:pt x="40170" y="85826"/>
                  </a:lnTo>
                  <a:lnTo>
                    <a:pt x="42799" y="73571"/>
                  </a:lnTo>
                  <a:lnTo>
                    <a:pt x="47180" y="59156"/>
                  </a:lnTo>
                  <a:lnTo>
                    <a:pt x="53314" y="42303"/>
                  </a:lnTo>
                  <a:lnTo>
                    <a:pt x="58801" y="28016"/>
                  </a:lnTo>
                  <a:lnTo>
                    <a:pt x="58801" y="22517"/>
                  </a:lnTo>
                  <a:lnTo>
                    <a:pt x="57213" y="13792"/>
                  </a:lnTo>
                  <a:lnTo>
                    <a:pt x="52692" y="6616"/>
                  </a:lnTo>
                  <a:lnTo>
                    <a:pt x="45593" y="1778"/>
                  </a:lnTo>
                  <a:lnTo>
                    <a:pt x="36283" y="0"/>
                  </a:lnTo>
                  <a:lnTo>
                    <a:pt x="19596" y="6261"/>
                  </a:lnTo>
                  <a:lnTo>
                    <a:pt x="8343" y="20218"/>
                  </a:lnTo>
                  <a:lnTo>
                    <a:pt x="1993" y="34658"/>
                  </a:lnTo>
                  <a:lnTo>
                    <a:pt x="0" y="42303"/>
                  </a:lnTo>
                  <a:lnTo>
                    <a:pt x="0" y="45059"/>
                  </a:lnTo>
                  <a:lnTo>
                    <a:pt x="6045" y="45059"/>
                  </a:lnTo>
                  <a:lnTo>
                    <a:pt x="7696" y="40106"/>
                  </a:lnTo>
                  <a:lnTo>
                    <a:pt x="13843" y="23888"/>
                  </a:lnTo>
                  <a:lnTo>
                    <a:pt x="20853" y="13385"/>
                  </a:lnTo>
                  <a:lnTo>
                    <a:pt x="28219" y="7721"/>
                  </a:lnTo>
                  <a:lnTo>
                    <a:pt x="35458" y="6032"/>
                  </a:lnTo>
                  <a:lnTo>
                    <a:pt x="42316" y="6032"/>
                  </a:lnTo>
                  <a:lnTo>
                    <a:pt x="42316" y="21691"/>
                  </a:lnTo>
                  <a:lnTo>
                    <a:pt x="30518" y="53555"/>
                  </a:lnTo>
                  <a:lnTo>
                    <a:pt x="25552" y="68999"/>
                  </a:lnTo>
                  <a:lnTo>
                    <a:pt x="22644" y="81407"/>
                  </a:lnTo>
                  <a:lnTo>
                    <a:pt x="21704" y="91782"/>
                  </a:lnTo>
                  <a:lnTo>
                    <a:pt x="24663" y="107213"/>
                  </a:lnTo>
                  <a:lnTo>
                    <a:pt x="32385" y="117309"/>
                  </a:lnTo>
                  <a:lnTo>
                    <a:pt x="43154" y="122821"/>
                  </a:lnTo>
                  <a:lnTo>
                    <a:pt x="55245" y="124485"/>
                  </a:lnTo>
                  <a:lnTo>
                    <a:pt x="63017" y="123634"/>
                  </a:lnTo>
                  <a:lnTo>
                    <a:pt x="70243" y="121183"/>
                  </a:lnTo>
                  <a:lnTo>
                    <a:pt x="76911" y="117297"/>
                  </a:lnTo>
                  <a:lnTo>
                    <a:pt x="82994" y="112128"/>
                  </a:lnTo>
                  <a:lnTo>
                    <a:pt x="80238" y="122720"/>
                  </a:lnTo>
                  <a:lnTo>
                    <a:pt x="59169" y="161086"/>
                  </a:lnTo>
                  <a:lnTo>
                    <a:pt x="34899" y="171754"/>
                  </a:lnTo>
                  <a:lnTo>
                    <a:pt x="31051" y="171754"/>
                  </a:lnTo>
                  <a:lnTo>
                    <a:pt x="18694" y="170929"/>
                  </a:lnTo>
                  <a:lnTo>
                    <a:pt x="14020" y="160210"/>
                  </a:lnTo>
                  <a:lnTo>
                    <a:pt x="21983" y="160210"/>
                  </a:lnTo>
                  <a:lnTo>
                    <a:pt x="28575" y="154444"/>
                  </a:lnTo>
                  <a:lnTo>
                    <a:pt x="5765" y="140423"/>
                  </a:lnTo>
                  <a:lnTo>
                    <a:pt x="5765" y="153885"/>
                  </a:lnTo>
                  <a:lnTo>
                    <a:pt x="7924" y="163423"/>
                  </a:lnTo>
                  <a:lnTo>
                    <a:pt x="13944" y="171005"/>
                  </a:lnTo>
                  <a:lnTo>
                    <a:pt x="23164" y="175996"/>
                  </a:lnTo>
                  <a:lnTo>
                    <a:pt x="34899" y="177800"/>
                  </a:lnTo>
                  <a:lnTo>
                    <a:pt x="55803" y="173405"/>
                  </a:lnTo>
                  <a:lnTo>
                    <a:pt x="74790" y="161417"/>
                  </a:lnTo>
                  <a:lnTo>
                    <a:pt x="89890" y="143598"/>
                  </a:lnTo>
                  <a:lnTo>
                    <a:pt x="99212" y="121742"/>
                  </a:lnTo>
                  <a:lnTo>
                    <a:pt x="125603" y="16764"/>
                  </a:lnTo>
                  <a:lnTo>
                    <a:pt x="126695" y="12903"/>
                  </a:lnTo>
                  <a:lnTo>
                    <a:pt x="126695" y="5486"/>
                  </a:lnTo>
                  <a:close/>
                </a:path>
                <a:path w="524510" h="202564">
                  <a:moveTo>
                    <a:pt x="180594" y="155879"/>
                  </a:moveTo>
                  <a:lnTo>
                    <a:pt x="166217" y="155879"/>
                  </a:lnTo>
                  <a:lnTo>
                    <a:pt x="166217" y="29679"/>
                  </a:lnTo>
                  <a:lnTo>
                    <a:pt x="137439" y="31788"/>
                  </a:lnTo>
                  <a:lnTo>
                    <a:pt x="137439" y="38696"/>
                  </a:lnTo>
                  <a:lnTo>
                    <a:pt x="150304" y="38696"/>
                  </a:lnTo>
                  <a:lnTo>
                    <a:pt x="151828" y="40043"/>
                  </a:lnTo>
                  <a:lnTo>
                    <a:pt x="151828" y="155879"/>
                  </a:lnTo>
                  <a:lnTo>
                    <a:pt x="137439" y="155879"/>
                  </a:lnTo>
                  <a:lnTo>
                    <a:pt x="137439" y="162788"/>
                  </a:lnTo>
                  <a:lnTo>
                    <a:pt x="151257" y="162026"/>
                  </a:lnTo>
                  <a:lnTo>
                    <a:pt x="166217" y="162026"/>
                  </a:lnTo>
                  <a:lnTo>
                    <a:pt x="173316" y="162217"/>
                  </a:lnTo>
                  <a:lnTo>
                    <a:pt x="180594" y="162788"/>
                  </a:lnTo>
                  <a:lnTo>
                    <a:pt x="180594" y="155879"/>
                  </a:lnTo>
                  <a:close/>
                </a:path>
                <a:path w="524510" h="202564">
                  <a:moveTo>
                    <a:pt x="290156" y="121932"/>
                  </a:moveTo>
                  <a:lnTo>
                    <a:pt x="286537" y="104838"/>
                  </a:lnTo>
                  <a:lnTo>
                    <a:pt x="276580" y="90601"/>
                  </a:lnTo>
                  <a:lnTo>
                    <a:pt x="272656" y="88036"/>
                  </a:lnTo>
                  <a:lnTo>
                    <a:pt x="272656" y="121932"/>
                  </a:lnTo>
                  <a:lnTo>
                    <a:pt x="272529" y="126987"/>
                  </a:lnTo>
                  <a:lnTo>
                    <a:pt x="250063" y="157848"/>
                  </a:lnTo>
                  <a:lnTo>
                    <a:pt x="243166" y="158559"/>
                  </a:lnTo>
                  <a:lnTo>
                    <a:pt x="237350" y="158064"/>
                  </a:lnTo>
                  <a:lnTo>
                    <a:pt x="214668" y="134327"/>
                  </a:lnTo>
                  <a:lnTo>
                    <a:pt x="214553" y="133896"/>
                  </a:lnTo>
                  <a:lnTo>
                    <a:pt x="213817" y="127241"/>
                  </a:lnTo>
                  <a:lnTo>
                    <a:pt x="213791" y="126987"/>
                  </a:lnTo>
                  <a:lnTo>
                    <a:pt x="213664" y="121932"/>
                  </a:lnTo>
                  <a:lnTo>
                    <a:pt x="213626" y="120205"/>
                  </a:lnTo>
                  <a:lnTo>
                    <a:pt x="213753" y="113538"/>
                  </a:lnTo>
                  <a:lnTo>
                    <a:pt x="233375" y="82613"/>
                  </a:lnTo>
                  <a:lnTo>
                    <a:pt x="243166" y="82613"/>
                  </a:lnTo>
                  <a:lnTo>
                    <a:pt x="272529" y="113271"/>
                  </a:lnTo>
                  <a:lnTo>
                    <a:pt x="272529" y="113538"/>
                  </a:lnTo>
                  <a:lnTo>
                    <a:pt x="272656" y="121932"/>
                  </a:lnTo>
                  <a:lnTo>
                    <a:pt x="272656" y="88036"/>
                  </a:lnTo>
                  <a:lnTo>
                    <a:pt x="264363" y="82613"/>
                  </a:lnTo>
                  <a:lnTo>
                    <a:pt x="261670" y="80860"/>
                  </a:lnTo>
                  <a:lnTo>
                    <a:pt x="243166" y="77241"/>
                  </a:lnTo>
                  <a:lnTo>
                    <a:pt x="224650" y="80860"/>
                  </a:lnTo>
                  <a:lnTo>
                    <a:pt x="209740" y="90601"/>
                  </a:lnTo>
                  <a:lnTo>
                    <a:pt x="199796" y="104838"/>
                  </a:lnTo>
                  <a:lnTo>
                    <a:pt x="196176" y="121932"/>
                  </a:lnTo>
                  <a:lnTo>
                    <a:pt x="199872" y="138645"/>
                  </a:lnTo>
                  <a:lnTo>
                    <a:pt x="209994" y="152260"/>
                  </a:lnTo>
                  <a:lnTo>
                    <a:pt x="224891" y="161366"/>
                  </a:lnTo>
                  <a:lnTo>
                    <a:pt x="243166" y="164693"/>
                  </a:lnTo>
                  <a:lnTo>
                    <a:pt x="261429" y="161366"/>
                  </a:lnTo>
                  <a:lnTo>
                    <a:pt x="266001" y="158559"/>
                  </a:lnTo>
                  <a:lnTo>
                    <a:pt x="276326" y="152260"/>
                  </a:lnTo>
                  <a:lnTo>
                    <a:pt x="286448" y="138645"/>
                  </a:lnTo>
                  <a:lnTo>
                    <a:pt x="290156" y="121932"/>
                  </a:lnTo>
                  <a:close/>
                </a:path>
                <a:path w="524510" h="202564">
                  <a:moveTo>
                    <a:pt x="411276" y="155879"/>
                  </a:moveTo>
                  <a:lnTo>
                    <a:pt x="396900" y="155879"/>
                  </a:lnTo>
                  <a:lnTo>
                    <a:pt x="396900" y="104673"/>
                  </a:lnTo>
                  <a:lnTo>
                    <a:pt x="395287" y="93497"/>
                  </a:lnTo>
                  <a:lnTo>
                    <a:pt x="390207" y="85178"/>
                  </a:lnTo>
                  <a:lnTo>
                    <a:pt x="381279" y="79997"/>
                  </a:lnTo>
                  <a:lnTo>
                    <a:pt x="368122" y="78206"/>
                  </a:lnTo>
                  <a:lnTo>
                    <a:pt x="357365" y="79705"/>
                  </a:lnTo>
                  <a:lnTo>
                    <a:pt x="348615" y="83769"/>
                  </a:lnTo>
                  <a:lnTo>
                    <a:pt x="341795" y="89700"/>
                  </a:lnTo>
                  <a:lnTo>
                    <a:pt x="336867" y="96812"/>
                  </a:lnTo>
                  <a:lnTo>
                    <a:pt x="336677" y="96812"/>
                  </a:lnTo>
                  <a:lnTo>
                    <a:pt x="336677" y="78206"/>
                  </a:lnTo>
                  <a:lnTo>
                    <a:pt x="308470" y="80314"/>
                  </a:lnTo>
                  <a:lnTo>
                    <a:pt x="308470" y="87223"/>
                  </a:lnTo>
                  <a:lnTo>
                    <a:pt x="321322" y="87223"/>
                  </a:lnTo>
                  <a:lnTo>
                    <a:pt x="322859" y="88557"/>
                  </a:lnTo>
                  <a:lnTo>
                    <a:pt x="322859" y="155879"/>
                  </a:lnTo>
                  <a:lnTo>
                    <a:pt x="308470" y="155879"/>
                  </a:lnTo>
                  <a:lnTo>
                    <a:pt x="308470" y="162788"/>
                  </a:lnTo>
                  <a:lnTo>
                    <a:pt x="322287" y="162026"/>
                  </a:lnTo>
                  <a:lnTo>
                    <a:pt x="337439" y="162026"/>
                  </a:lnTo>
                  <a:lnTo>
                    <a:pt x="352399" y="162788"/>
                  </a:lnTo>
                  <a:lnTo>
                    <a:pt x="352399" y="155879"/>
                  </a:lnTo>
                  <a:lnTo>
                    <a:pt x="338010" y="155879"/>
                  </a:lnTo>
                  <a:lnTo>
                    <a:pt x="338010" y="113106"/>
                  </a:lnTo>
                  <a:lnTo>
                    <a:pt x="340702" y="99999"/>
                  </a:lnTo>
                  <a:lnTo>
                    <a:pt x="347560" y="90792"/>
                  </a:lnTo>
                  <a:lnTo>
                    <a:pt x="356781" y="85356"/>
                  </a:lnTo>
                  <a:lnTo>
                    <a:pt x="366598" y="83566"/>
                  </a:lnTo>
                  <a:lnTo>
                    <a:pt x="380009" y="83566"/>
                  </a:lnTo>
                  <a:lnTo>
                    <a:pt x="381749" y="94119"/>
                  </a:lnTo>
                  <a:lnTo>
                    <a:pt x="381749" y="155879"/>
                  </a:lnTo>
                  <a:lnTo>
                    <a:pt x="367360" y="155879"/>
                  </a:lnTo>
                  <a:lnTo>
                    <a:pt x="367360" y="162788"/>
                  </a:lnTo>
                  <a:lnTo>
                    <a:pt x="381165" y="162026"/>
                  </a:lnTo>
                  <a:lnTo>
                    <a:pt x="396316" y="162026"/>
                  </a:lnTo>
                  <a:lnTo>
                    <a:pt x="411276" y="162788"/>
                  </a:lnTo>
                  <a:lnTo>
                    <a:pt x="411276" y="155879"/>
                  </a:lnTo>
                  <a:close/>
                </a:path>
                <a:path w="524510" h="202564">
                  <a:moveTo>
                    <a:pt x="524319" y="81661"/>
                  </a:moveTo>
                  <a:lnTo>
                    <a:pt x="520674" y="76288"/>
                  </a:lnTo>
                  <a:lnTo>
                    <a:pt x="510120" y="76288"/>
                  </a:lnTo>
                  <a:lnTo>
                    <a:pt x="499770" y="76860"/>
                  </a:lnTo>
                  <a:lnTo>
                    <a:pt x="490753" y="85115"/>
                  </a:lnTo>
                  <a:lnTo>
                    <a:pt x="489165" y="83959"/>
                  </a:lnTo>
                  <a:lnTo>
                    <a:pt x="487108" y="82448"/>
                  </a:lnTo>
                  <a:lnTo>
                    <a:pt x="487108" y="106400"/>
                  </a:lnTo>
                  <a:lnTo>
                    <a:pt x="487108" y="117132"/>
                  </a:lnTo>
                  <a:lnTo>
                    <a:pt x="483273" y="122123"/>
                  </a:lnTo>
                  <a:lnTo>
                    <a:pt x="480593" y="125387"/>
                  </a:lnTo>
                  <a:lnTo>
                    <a:pt x="475411" y="128841"/>
                  </a:lnTo>
                  <a:lnTo>
                    <a:pt x="468503" y="128841"/>
                  </a:lnTo>
                  <a:lnTo>
                    <a:pt x="467804" y="128651"/>
                  </a:lnTo>
                  <a:lnTo>
                    <a:pt x="457631" y="125895"/>
                  </a:lnTo>
                  <a:lnTo>
                    <a:pt x="452056" y="119126"/>
                  </a:lnTo>
                  <a:lnTo>
                    <a:pt x="449999" y="111607"/>
                  </a:lnTo>
                  <a:lnTo>
                    <a:pt x="449707" y="106400"/>
                  </a:lnTo>
                  <a:lnTo>
                    <a:pt x="449707" y="95681"/>
                  </a:lnTo>
                  <a:lnTo>
                    <a:pt x="453542" y="90678"/>
                  </a:lnTo>
                  <a:lnTo>
                    <a:pt x="456234" y="87414"/>
                  </a:lnTo>
                  <a:lnTo>
                    <a:pt x="461416" y="83959"/>
                  </a:lnTo>
                  <a:lnTo>
                    <a:pt x="468312" y="83959"/>
                  </a:lnTo>
                  <a:lnTo>
                    <a:pt x="479183" y="86893"/>
                  </a:lnTo>
                  <a:lnTo>
                    <a:pt x="484759" y="93662"/>
                  </a:lnTo>
                  <a:lnTo>
                    <a:pt x="486816" y="101193"/>
                  </a:lnTo>
                  <a:lnTo>
                    <a:pt x="487108" y="106400"/>
                  </a:lnTo>
                  <a:lnTo>
                    <a:pt x="487108" y="82448"/>
                  </a:lnTo>
                  <a:lnTo>
                    <a:pt x="485000" y="80899"/>
                  </a:lnTo>
                  <a:lnTo>
                    <a:pt x="476948" y="78206"/>
                  </a:lnTo>
                  <a:lnTo>
                    <a:pt x="468503" y="78206"/>
                  </a:lnTo>
                  <a:lnTo>
                    <a:pt x="454837" y="80505"/>
                  </a:lnTo>
                  <a:lnTo>
                    <a:pt x="444030" y="86690"/>
                  </a:lnTo>
                  <a:lnTo>
                    <a:pt x="436930" y="95681"/>
                  </a:lnTo>
                  <a:lnTo>
                    <a:pt x="434365" y="106400"/>
                  </a:lnTo>
                  <a:lnTo>
                    <a:pt x="434365" y="113880"/>
                  </a:lnTo>
                  <a:lnTo>
                    <a:pt x="438200" y="120777"/>
                  </a:lnTo>
                  <a:lnTo>
                    <a:pt x="443572" y="125768"/>
                  </a:lnTo>
                  <a:lnTo>
                    <a:pt x="442048" y="127508"/>
                  </a:lnTo>
                  <a:lnTo>
                    <a:pt x="437819" y="133832"/>
                  </a:lnTo>
                  <a:lnTo>
                    <a:pt x="437819" y="143802"/>
                  </a:lnTo>
                  <a:lnTo>
                    <a:pt x="438073" y="147828"/>
                  </a:lnTo>
                  <a:lnTo>
                    <a:pt x="438162" y="149161"/>
                  </a:lnTo>
                  <a:lnTo>
                    <a:pt x="438226" y="150101"/>
                  </a:lnTo>
                  <a:lnTo>
                    <a:pt x="438327" y="151866"/>
                  </a:lnTo>
                  <a:lnTo>
                    <a:pt x="438391" y="152819"/>
                  </a:lnTo>
                  <a:lnTo>
                    <a:pt x="445884" y="158369"/>
                  </a:lnTo>
                  <a:lnTo>
                    <a:pt x="439331" y="161188"/>
                  </a:lnTo>
                  <a:lnTo>
                    <a:pt x="433336" y="165303"/>
                  </a:lnTo>
                  <a:lnTo>
                    <a:pt x="428967" y="170751"/>
                  </a:lnTo>
                  <a:lnTo>
                    <a:pt x="427367" y="177165"/>
                  </a:lnTo>
                  <a:lnTo>
                    <a:pt x="427278" y="177546"/>
                  </a:lnTo>
                  <a:lnTo>
                    <a:pt x="430974" y="187299"/>
                  </a:lnTo>
                  <a:lnTo>
                    <a:pt x="441058" y="195072"/>
                  </a:lnTo>
                  <a:lnTo>
                    <a:pt x="455993" y="200228"/>
                  </a:lnTo>
                  <a:lnTo>
                    <a:pt x="474268" y="202095"/>
                  </a:lnTo>
                  <a:lnTo>
                    <a:pt x="491883" y="200367"/>
                  </a:lnTo>
                  <a:lnTo>
                    <a:pt x="503999" y="196342"/>
                  </a:lnTo>
                  <a:lnTo>
                    <a:pt x="506895" y="195389"/>
                  </a:lnTo>
                  <a:lnTo>
                    <a:pt x="517334" y="187540"/>
                  </a:lnTo>
                  <a:lnTo>
                    <a:pt x="521106" y="177546"/>
                  </a:lnTo>
                  <a:lnTo>
                    <a:pt x="521182" y="177355"/>
                  </a:lnTo>
                  <a:lnTo>
                    <a:pt x="521258" y="171424"/>
                  </a:lnTo>
                  <a:lnTo>
                    <a:pt x="519252" y="162445"/>
                  </a:lnTo>
                  <a:lnTo>
                    <a:pt x="519201" y="162217"/>
                  </a:lnTo>
                  <a:lnTo>
                    <a:pt x="518972" y="161188"/>
                  </a:lnTo>
                  <a:lnTo>
                    <a:pt x="519163" y="161188"/>
                  </a:lnTo>
                  <a:lnTo>
                    <a:pt x="509485" y="155892"/>
                  </a:lnTo>
                  <a:lnTo>
                    <a:pt x="509485" y="177546"/>
                  </a:lnTo>
                  <a:lnTo>
                    <a:pt x="506869" y="184619"/>
                  </a:lnTo>
                  <a:lnTo>
                    <a:pt x="499465" y="190665"/>
                  </a:lnTo>
                  <a:lnTo>
                    <a:pt x="488276" y="194805"/>
                  </a:lnTo>
                  <a:lnTo>
                    <a:pt x="474268" y="196342"/>
                  </a:lnTo>
                  <a:lnTo>
                    <a:pt x="460489" y="194805"/>
                  </a:lnTo>
                  <a:lnTo>
                    <a:pt x="460324" y="194805"/>
                  </a:lnTo>
                  <a:lnTo>
                    <a:pt x="438962" y="170751"/>
                  </a:lnTo>
                  <a:lnTo>
                    <a:pt x="440499" y="168605"/>
                  </a:lnTo>
                  <a:lnTo>
                    <a:pt x="445071" y="162445"/>
                  </a:lnTo>
                  <a:lnTo>
                    <a:pt x="442226" y="162445"/>
                  </a:lnTo>
                  <a:lnTo>
                    <a:pt x="457390" y="162217"/>
                  </a:lnTo>
                  <a:lnTo>
                    <a:pt x="468503" y="162217"/>
                  </a:lnTo>
                  <a:lnTo>
                    <a:pt x="509460" y="177165"/>
                  </a:lnTo>
                  <a:lnTo>
                    <a:pt x="509485" y="177546"/>
                  </a:lnTo>
                  <a:lnTo>
                    <a:pt x="509485" y="155892"/>
                  </a:lnTo>
                  <a:lnTo>
                    <a:pt x="508406" y="155295"/>
                  </a:lnTo>
                  <a:lnTo>
                    <a:pt x="499795" y="151866"/>
                  </a:lnTo>
                  <a:lnTo>
                    <a:pt x="490512" y="150101"/>
                  </a:lnTo>
                  <a:lnTo>
                    <a:pt x="479869" y="149453"/>
                  </a:lnTo>
                  <a:lnTo>
                    <a:pt x="456793" y="149453"/>
                  </a:lnTo>
                  <a:lnTo>
                    <a:pt x="454507" y="149161"/>
                  </a:lnTo>
                  <a:lnTo>
                    <a:pt x="448360" y="147828"/>
                  </a:lnTo>
                  <a:lnTo>
                    <a:pt x="444919" y="142074"/>
                  </a:lnTo>
                  <a:lnTo>
                    <a:pt x="444919" y="131711"/>
                  </a:lnTo>
                  <a:lnTo>
                    <a:pt x="446265" y="130175"/>
                  </a:lnTo>
                  <a:lnTo>
                    <a:pt x="447408" y="128651"/>
                  </a:lnTo>
                  <a:lnTo>
                    <a:pt x="450278" y="130365"/>
                  </a:lnTo>
                  <a:lnTo>
                    <a:pt x="457200" y="134594"/>
                  </a:lnTo>
                  <a:lnTo>
                    <a:pt x="468312" y="134594"/>
                  </a:lnTo>
                  <a:lnTo>
                    <a:pt x="502462" y="106400"/>
                  </a:lnTo>
                  <a:lnTo>
                    <a:pt x="502462" y="98907"/>
                  </a:lnTo>
                  <a:lnTo>
                    <a:pt x="499008" y="92964"/>
                  </a:lnTo>
                  <a:lnTo>
                    <a:pt x="494398" y="87985"/>
                  </a:lnTo>
                  <a:lnTo>
                    <a:pt x="498436" y="85115"/>
                  </a:lnTo>
                  <a:lnTo>
                    <a:pt x="503034" y="81851"/>
                  </a:lnTo>
                  <a:lnTo>
                    <a:pt x="510514" y="81661"/>
                  </a:lnTo>
                  <a:lnTo>
                    <a:pt x="513765" y="81661"/>
                  </a:lnTo>
                  <a:lnTo>
                    <a:pt x="513003" y="82423"/>
                  </a:lnTo>
                  <a:lnTo>
                    <a:pt x="512051" y="83185"/>
                  </a:lnTo>
                  <a:lnTo>
                    <a:pt x="512051" y="90106"/>
                  </a:lnTo>
                  <a:lnTo>
                    <a:pt x="514921" y="92392"/>
                  </a:lnTo>
                  <a:lnTo>
                    <a:pt x="520865" y="92392"/>
                  </a:lnTo>
                  <a:lnTo>
                    <a:pt x="524319" y="90487"/>
                  </a:lnTo>
                  <a:lnTo>
                    <a:pt x="524319" y="81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0" name="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908267" y="1988732"/>
            <a:ext cx="143040" cy="12943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60027" y="2092815"/>
            <a:ext cx="90545" cy="182744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4810295" y="2167479"/>
            <a:ext cx="106616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350" spc="-680" i="1">
                <a:latin typeface="DejaVu Sans Condensed"/>
                <a:cs typeface="DejaVu Sans Condensed"/>
              </a:rPr>
              <a:t>—</a:t>
            </a:r>
            <a:r>
              <a:rPr dirty="0" sz="2350" spc="-350" i="1">
                <a:latin typeface="DejaVu Sans Condensed"/>
                <a:cs typeface="DejaVu Sans Condensed"/>
              </a:rPr>
              <a:t> </a:t>
            </a:r>
            <a:r>
              <a:rPr dirty="0" sz="2350" spc="-254">
                <a:latin typeface="Tahoma"/>
                <a:cs typeface="Tahoma"/>
              </a:rPr>
              <a:t>log</a:t>
            </a:r>
            <a:r>
              <a:rPr dirty="0" sz="2350" spc="-385">
                <a:latin typeface="Tahoma"/>
                <a:cs typeface="Tahoma"/>
              </a:rPr>
              <a:t> </a:t>
            </a:r>
            <a:r>
              <a:rPr dirty="0" sz="2350" spc="-320" i="1">
                <a:latin typeface="Verdana"/>
                <a:cs typeface="Verdana"/>
              </a:rPr>
              <a:t>y</a:t>
            </a:r>
            <a:r>
              <a:rPr dirty="0" baseline="-11784" sz="2475" spc="-480" b="0">
                <a:latin typeface="Bookman Old Style"/>
                <a:cs typeface="Bookman Old Style"/>
              </a:rPr>
              <a:t>and</a:t>
            </a:r>
            <a:endParaRPr baseline="-11784" sz="2475">
              <a:latin typeface="Bookman Old Style"/>
              <a:cs typeface="Bookman Old Style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202660" y="1880748"/>
            <a:ext cx="7165975" cy="4177665"/>
            <a:chOff x="3202660" y="1880748"/>
            <a:chExt cx="7165975" cy="4177665"/>
          </a:xfrm>
        </p:grpSpPr>
        <p:sp>
          <p:nvSpPr>
            <p:cNvPr id="72" name="object 72"/>
            <p:cNvSpPr/>
            <p:nvPr/>
          </p:nvSpPr>
          <p:spPr>
            <a:xfrm>
              <a:off x="7764974" y="2389595"/>
              <a:ext cx="182880" cy="12065"/>
            </a:xfrm>
            <a:custGeom>
              <a:avLst/>
              <a:gdLst/>
              <a:ahLst/>
              <a:cxnLst/>
              <a:rect l="l" t="t" r="r" b="b"/>
              <a:pathLst>
                <a:path w="182879" h="12064">
                  <a:moveTo>
                    <a:pt x="182736" y="0"/>
                  </a:moveTo>
                  <a:lnTo>
                    <a:pt x="0" y="0"/>
                  </a:lnTo>
                  <a:lnTo>
                    <a:pt x="0" y="11957"/>
                  </a:lnTo>
                  <a:lnTo>
                    <a:pt x="172262" y="11957"/>
                  </a:lnTo>
                  <a:lnTo>
                    <a:pt x="182736" y="11957"/>
                  </a:lnTo>
                  <a:lnTo>
                    <a:pt x="1827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32325" y="2262783"/>
              <a:ext cx="367517" cy="26917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66658" y="2338160"/>
              <a:ext cx="416040" cy="193497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9251316" y="2389073"/>
              <a:ext cx="188595" cy="12700"/>
            </a:xfrm>
            <a:custGeom>
              <a:avLst/>
              <a:gdLst/>
              <a:ahLst/>
              <a:cxnLst/>
              <a:rect l="l" t="t" r="r" b="b"/>
              <a:pathLst>
                <a:path w="188595" h="12700">
                  <a:moveTo>
                    <a:pt x="188273" y="0"/>
                  </a:moveTo>
                  <a:lnTo>
                    <a:pt x="0" y="0"/>
                  </a:lnTo>
                  <a:lnTo>
                    <a:pt x="0" y="12320"/>
                  </a:lnTo>
                  <a:lnTo>
                    <a:pt x="177481" y="12320"/>
                  </a:lnTo>
                  <a:lnTo>
                    <a:pt x="188273" y="12320"/>
                  </a:lnTo>
                  <a:lnTo>
                    <a:pt x="1882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25910" y="2260965"/>
              <a:ext cx="378654" cy="27478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73403" y="2336079"/>
              <a:ext cx="325174" cy="19935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0319695" y="2369366"/>
              <a:ext cx="48895" cy="149860"/>
            </a:xfrm>
            <a:custGeom>
              <a:avLst/>
              <a:gdLst/>
              <a:ahLst/>
              <a:cxnLst/>
              <a:rect l="l" t="t" r="r" b="b"/>
              <a:pathLst>
                <a:path w="48895" h="149860">
                  <a:moveTo>
                    <a:pt x="32260" y="0"/>
                  </a:moveTo>
                  <a:lnTo>
                    <a:pt x="0" y="2359"/>
                  </a:lnTo>
                  <a:lnTo>
                    <a:pt x="0" y="10107"/>
                  </a:lnTo>
                  <a:lnTo>
                    <a:pt x="14414" y="10107"/>
                  </a:lnTo>
                  <a:lnTo>
                    <a:pt x="16130" y="11610"/>
                  </a:lnTo>
                  <a:lnTo>
                    <a:pt x="16130" y="141499"/>
                  </a:lnTo>
                  <a:lnTo>
                    <a:pt x="0" y="141499"/>
                  </a:lnTo>
                  <a:lnTo>
                    <a:pt x="0" y="149236"/>
                  </a:lnTo>
                  <a:lnTo>
                    <a:pt x="15487" y="148376"/>
                  </a:lnTo>
                  <a:lnTo>
                    <a:pt x="32260" y="148376"/>
                  </a:lnTo>
                  <a:lnTo>
                    <a:pt x="40222" y="148592"/>
                  </a:lnTo>
                  <a:lnTo>
                    <a:pt x="48381" y="149236"/>
                  </a:lnTo>
                  <a:lnTo>
                    <a:pt x="48381" y="141499"/>
                  </a:lnTo>
                  <a:lnTo>
                    <a:pt x="32260" y="141499"/>
                  </a:lnTo>
                  <a:lnTo>
                    <a:pt x="32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445308" y="2664788"/>
              <a:ext cx="4445" cy="379095"/>
            </a:xfrm>
            <a:custGeom>
              <a:avLst/>
              <a:gdLst/>
              <a:ahLst/>
              <a:cxnLst/>
              <a:rect l="l" t="t" r="r" b="b"/>
              <a:pathLst>
                <a:path w="4445" h="379094">
                  <a:moveTo>
                    <a:pt x="0" y="379090"/>
                  </a:moveTo>
                  <a:lnTo>
                    <a:pt x="3849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425323" y="262546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38525" y="39323"/>
                  </a:moveTo>
                  <a:lnTo>
                    <a:pt x="23834" y="39323"/>
                  </a:lnTo>
                  <a:lnTo>
                    <a:pt x="47188" y="63154"/>
                  </a:lnTo>
                  <a:lnTo>
                    <a:pt x="38525" y="39323"/>
                  </a:lnTo>
                  <a:close/>
                </a:path>
                <a:path w="47625" h="63500">
                  <a:moveTo>
                    <a:pt x="24232" y="0"/>
                  </a:moveTo>
                  <a:lnTo>
                    <a:pt x="0" y="62677"/>
                  </a:lnTo>
                  <a:lnTo>
                    <a:pt x="23834" y="39323"/>
                  </a:lnTo>
                  <a:lnTo>
                    <a:pt x="38525" y="39323"/>
                  </a:lnTo>
                  <a:lnTo>
                    <a:pt x="24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425323" y="262546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4233" y="0"/>
                  </a:moveTo>
                  <a:lnTo>
                    <a:pt x="0" y="62676"/>
                  </a:lnTo>
                  <a:lnTo>
                    <a:pt x="23833" y="39322"/>
                  </a:lnTo>
                  <a:lnTo>
                    <a:pt x="47187" y="63154"/>
                  </a:lnTo>
                  <a:lnTo>
                    <a:pt x="24233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449485" y="1888686"/>
              <a:ext cx="1270" cy="213360"/>
            </a:xfrm>
            <a:custGeom>
              <a:avLst/>
              <a:gdLst/>
              <a:ahLst/>
              <a:cxnLst/>
              <a:rect l="l" t="t" r="r" b="b"/>
              <a:pathLst>
                <a:path w="1270" h="213360">
                  <a:moveTo>
                    <a:pt x="0" y="0"/>
                  </a:moveTo>
                  <a:lnTo>
                    <a:pt x="1090" y="212982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426859" y="2077952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0" y="241"/>
                  </a:moveTo>
                  <a:lnTo>
                    <a:pt x="23916" y="63038"/>
                  </a:lnTo>
                  <a:lnTo>
                    <a:pt x="38433" y="23715"/>
                  </a:lnTo>
                  <a:lnTo>
                    <a:pt x="23715" y="23715"/>
                  </a:lnTo>
                  <a:lnTo>
                    <a:pt x="0" y="241"/>
                  </a:lnTo>
                  <a:close/>
                </a:path>
                <a:path w="47625" h="63500">
                  <a:moveTo>
                    <a:pt x="47189" y="0"/>
                  </a:moveTo>
                  <a:lnTo>
                    <a:pt x="23715" y="23715"/>
                  </a:lnTo>
                  <a:lnTo>
                    <a:pt x="38433" y="23715"/>
                  </a:lnTo>
                  <a:lnTo>
                    <a:pt x="47100" y="241"/>
                  </a:lnTo>
                  <a:lnTo>
                    <a:pt x="471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426860" y="2077952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917" y="63038"/>
                  </a:moveTo>
                  <a:lnTo>
                    <a:pt x="47189" y="0"/>
                  </a:lnTo>
                  <a:lnTo>
                    <a:pt x="23715" y="23715"/>
                  </a:lnTo>
                  <a:lnTo>
                    <a:pt x="0" y="240"/>
                  </a:lnTo>
                  <a:lnTo>
                    <a:pt x="23917" y="63038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02660" y="4137096"/>
              <a:ext cx="1431406" cy="1808921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265580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979176" y="0"/>
                  </a:moveTo>
                  <a:lnTo>
                    <a:pt x="314594" y="0"/>
                  </a:lnTo>
                  <a:lnTo>
                    <a:pt x="268105" y="3410"/>
                  </a:lnTo>
                  <a:lnTo>
                    <a:pt x="223735" y="13319"/>
                  </a:lnTo>
                  <a:lnTo>
                    <a:pt x="181969" y="29239"/>
                  </a:lnTo>
                  <a:lnTo>
                    <a:pt x="143294" y="50682"/>
                  </a:lnTo>
                  <a:lnTo>
                    <a:pt x="108197" y="77164"/>
                  </a:lnTo>
                  <a:lnTo>
                    <a:pt x="77164" y="108197"/>
                  </a:lnTo>
                  <a:lnTo>
                    <a:pt x="50682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0" y="268105"/>
                  </a:lnTo>
                  <a:lnTo>
                    <a:pt x="0" y="314594"/>
                  </a:lnTo>
                  <a:lnTo>
                    <a:pt x="0" y="1367689"/>
                  </a:lnTo>
                  <a:lnTo>
                    <a:pt x="3410" y="1414177"/>
                  </a:lnTo>
                  <a:lnTo>
                    <a:pt x="13319" y="1458548"/>
                  </a:lnTo>
                  <a:lnTo>
                    <a:pt x="29239" y="1500314"/>
                  </a:lnTo>
                  <a:lnTo>
                    <a:pt x="50682" y="1538989"/>
                  </a:lnTo>
                  <a:lnTo>
                    <a:pt x="77164" y="1574086"/>
                  </a:lnTo>
                  <a:lnTo>
                    <a:pt x="108197" y="1605119"/>
                  </a:lnTo>
                  <a:lnTo>
                    <a:pt x="143294" y="1631600"/>
                  </a:lnTo>
                  <a:lnTo>
                    <a:pt x="181969" y="1653044"/>
                  </a:lnTo>
                  <a:lnTo>
                    <a:pt x="223735" y="1668964"/>
                  </a:lnTo>
                  <a:lnTo>
                    <a:pt x="268105" y="1678872"/>
                  </a:lnTo>
                  <a:lnTo>
                    <a:pt x="314594" y="1682283"/>
                  </a:lnTo>
                  <a:lnTo>
                    <a:pt x="979176" y="1682283"/>
                  </a:lnTo>
                  <a:lnTo>
                    <a:pt x="1025664" y="1678872"/>
                  </a:lnTo>
                  <a:lnTo>
                    <a:pt x="1070035" y="1668964"/>
                  </a:lnTo>
                  <a:lnTo>
                    <a:pt x="1111801" y="1653044"/>
                  </a:lnTo>
                  <a:lnTo>
                    <a:pt x="1150476" y="1631600"/>
                  </a:lnTo>
                  <a:lnTo>
                    <a:pt x="1185574" y="1605119"/>
                  </a:lnTo>
                  <a:lnTo>
                    <a:pt x="1216606" y="1574086"/>
                  </a:lnTo>
                  <a:lnTo>
                    <a:pt x="1243088" y="1538989"/>
                  </a:lnTo>
                  <a:lnTo>
                    <a:pt x="1264532" y="1500314"/>
                  </a:lnTo>
                  <a:lnTo>
                    <a:pt x="1280452" y="1458548"/>
                  </a:lnTo>
                  <a:lnTo>
                    <a:pt x="1290360" y="1414177"/>
                  </a:lnTo>
                  <a:lnTo>
                    <a:pt x="1293771" y="1367689"/>
                  </a:lnTo>
                  <a:lnTo>
                    <a:pt x="1293771" y="314594"/>
                  </a:lnTo>
                  <a:lnTo>
                    <a:pt x="1290360" y="268105"/>
                  </a:lnTo>
                  <a:lnTo>
                    <a:pt x="1280452" y="223735"/>
                  </a:lnTo>
                  <a:lnTo>
                    <a:pt x="1264532" y="181969"/>
                  </a:lnTo>
                  <a:lnTo>
                    <a:pt x="1243088" y="143294"/>
                  </a:lnTo>
                  <a:lnTo>
                    <a:pt x="1216606" y="108197"/>
                  </a:lnTo>
                  <a:lnTo>
                    <a:pt x="1185574" y="77164"/>
                  </a:lnTo>
                  <a:lnTo>
                    <a:pt x="1150476" y="50682"/>
                  </a:lnTo>
                  <a:lnTo>
                    <a:pt x="1111801" y="29239"/>
                  </a:lnTo>
                  <a:lnTo>
                    <a:pt x="1070035" y="13319"/>
                  </a:lnTo>
                  <a:lnTo>
                    <a:pt x="1025664" y="3410"/>
                  </a:lnTo>
                  <a:lnTo>
                    <a:pt x="979176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265580" y="4169355"/>
              <a:ext cx="1294130" cy="1682750"/>
            </a:xfrm>
            <a:custGeom>
              <a:avLst/>
              <a:gdLst/>
              <a:ahLst/>
              <a:cxnLst/>
              <a:rect l="l" t="t" r="r" b="b"/>
              <a:pathLst>
                <a:path w="1294129" h="1682750">
                  <a:moveTo>
                    <a:pt x="314594" y="0"/>
                  </a:moveTo>
                  <a:lnTo>
                    <a:pt x="979176" y="0"/>
                  </a:lnTo>
                  <a:lnTo>
                    <a:pt x="1025665" y="3411"/>
                  </a:lnTo>
                  <a:lnTo>
                    <a:pt x="1070036" y="13319"/>
                  </a:lnTo>
                  <a:lnTo>
                    <a:pt x="1111802" y="29239"/>
                  </a:lnTo>
                  <a:lnTo>
                    <a:pt x="1150477" y="50683"/>
                  </a:lnTo>
                  <a:lnTo>
                    <a:pt x="1185574" y="77164"/>
                  </a:lnTo>
                  <a:lnTo>
                    <a:pt x="1216607" y="108197"/>
                  </a:lnTo>
                  <a:lnTo>
                    <a:pt x="1243088" y="143294"/>
                  </a:lnTo>
                  <a:lnTo>
                    <a:pt x="1264532" y="181969"/>
                  </a:lnTo>
                  <a:lnTo>
                    <a:pt x="1280452" y="223735"/>
                  </a:lnTo>
                  <a:lnTo>
                    <a:pt x="1290360" y="268106"/>
                  </a:lnTo>
                  <a:lnTo>
                    <a:pt x="1293771" y="314594"/>
                  </a:lnTo>
                  <a:lnTo>
                    <a:pt x="1293771" y="1367689"/>
                  </a:lnTo>
                  <a:lnTo>
                    <a:pt x="1290360" y="1414177"/>
                  </a:lnTo>
                  <a:lnTo>
                    <a:pt x="1280452" y="1458548"/>
                  </a:lnTo>
                  <a:lnTo>
                    <a:pt x="1264532" y="1500314"/>
                  </a:lnTo>
                  <a:lnTo>
                    <a:pt x="1243088" y="1538989"/>
                  </a:lnTo>
                  <a:lnTo>
                    <a:pt x="1216607" y="1574086"/>
                  </a:lnTo>
                  <a:lnTo>
                    <a:pt x="1185574" y="1605119"/>
                  </a:lnTo>
                  <a:lnTo>
                    <a:pt x="1150477" y="1631600"/>
                  </a:lnTo>
                  <a:lnTo>
                    <a:pt x="1111802" y="1653044"/>
                  </a:lnTo>
                  <a:lnTo>
                    <a:pt x="1070036" y="1668964"/>
                  </a:lnTo>
                  <a:lnTo>
                    <a:pt x="1025665" y="1678873"/>
                  </a:lnTo>
                  <a:lnTo>
                    <a:pt x="979176" y="1682284"/>
                  </a:lnTo>
                  <a:lnTo>
                    <a:pt x="314594" y="1682284"/>
                  </a:lnTo>
                  <a:lnTo>
                    <a:pt x="268106" y="1678873"/>
                  </a:lnTo>
                  <a:lnTo>
                    <a:pt x="223735" y="1668964"/>
                  </a:lnTo>
                  <a:lnTo>
                    <a:pt x="181969" y="1653044"/>
                  </a:lnTo>
                  <a:lnTo>
                    <a:pt x="143294" y="1631600"/>
                  </a:lnTo>
                  <a:lnTo>
                    <a:pt x="108197" y="1605119"/>
                  </a:lnTo>
                  <a:lnTo>
                    <a:pt x="77164" y="1574086"/>
                  </a:lnTo>
                  <a:lnTo>
                    <a:pt x="50683" y="1538989"/>
                  </a:lnTo>
                  <a:lnTo>
                    <a:pt x="29239" y="1500314"/>
                  </a:lnTo>
                  <a:lnTo>
                    <a:pt x="13319" y="1458548"/>
                  </a:lnTo>
                  <a:lnTo>
                    <a:pt x="3411" y="1414177"/>
                  </a:lnTo>
                  <a:lnTo>
                    <a:pt x="0" y="136768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9799829" y="5724200"/>
              <a:ext cx="9525" cy="326390"/>
            </a:xfrm>
            <a:custGeom>
              <a:avLst/>
              <a:gdLst/>
              <a:ahLst/>
              <a:cxnLst/>
              <a:rect l="l" t="t" r="r" b="b"/>
              <a:pathLst>
                <a:path w="9525" h="326389">
                  <a:moveTo>
                    <a:pt x="9326" y="326025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9776919" y="5684891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1785" y="0"/>
                  </a:moveTo>
                  <a:lnTo>
                    <a:pt x="0" y="63568"/>
                  </a:lnTo>
                  <a:lnTo>
                    <a:pt x="22909" y="39307"/>
                  </a:lnTo>
                  <a:lnTo>
                    <a:pt x="37821" y="39307"/>
                  </a:lnTo>
                  <a:lnTo>
                    <a:pt x="21785" y="0"/>
                  </a:lnTo>
                  <a:close/>
                </a:path>
                <a:path w="47625" h="64135">
                  <a:moveTo>
                    <a:pt x="37821" y="39307"/>
                  </a:moveTo>
                  <a:lnTo>
                    <a:pt x="22909" y="39307"/>
                  </a:lnTo>
                  <a:lnTo>
                    <a:pt x="47167" y="62218"/>
                  </a:lnTo>
                  <a:lnTo>
                    <a:pt x="37821" y="39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9776918" y="5684891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1785" y="0"/>
                  </a:moveTo>
                  <a:lnTo>
                    <a:pt x="0" y="63568"/>
                  </a:lnTo>
                  <a:lnTo>
                    <a:pt x="22910" y="39308"/>
                  </a:lnTo>
                  <a:lnTo>
                    <a:pt x="47168" y="62219"/>
                  </a:lnTo>
                  <a:lnTo>
                    <a:pt x="21785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6827539" y="5724203"/>
              <a:ext cx="8890" cy="326390"/>
            </a:xfrm>
            <a:custGeom>
              <a:avLst/>
              <a:gdLst/>
              <a:ahLst/>
              <a:cxnLst/>
              <a:rect l="l" t="t" r="r" b="b"/>
              <a:pathLst>
                <a:path w="8890" h="326389">
                  <a:moveTo>
                    <a:pt x="8693" y="326022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804581" y="5684893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1908" y="0"/>
                  </a:moveTo>
                  <a:lnTo>
                    <a:pt x="0" y="63525"/>
                  </a:lnTo>
                  <a:lnTo>
                    <a:pt x="22957" y="39310"/>
                  </a:lnTo>
                  <a:lnTo>
                    <a:pt x="37858" y="39310"/>
                  </a:lnTo>
                  <a:lnTo>
                    <a:pt x="21908" y="0"/>
                  </a:lnTo>
                  <a:close/>
                </a:path>
                <a:path w="47625" h="64135">
                  <a:moveTo>
                    <a:pt x="37858" y="39310"/>
                  </a:moveTo>
                  <a:lnTo>
                    <a:pt x="22957" y="39310"/>
                  </a:lnTo>
                  <a:lnTo>
                    <a:pt x="47172" y="62268"/>
                  </a:lnTo>
                  <a:lnTo>
                    <a:pt x="37858" y="39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804581" y="5684892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1908" y="0"/>
                  </a:moveTo>
                  <a:lnTo>
                    <a:pt x="0" y="63526"/>
                  </a:lnTo>
                  <a:lnTo>
                    <a:pt x="22957" y="39310"/>
                  </a:lnTo>
                  <a:lnTo>
                    <a:pt x="47171" y="62267"/>
                  </a:lnTo>
                  <a:lnTo>
                    <a:pt x="21908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5433417" y="5724224"/>
              <a:ext cx="3175" cy="326390"/>
            </a:xfrm>
            <a:custGeom>
              <a:avLst/>
              <a:gdLst/>
              <a:ahLst/>
              <a:cxnLst/>
              <a:rect l="l" t="t" r="r" b="b"/>
              <a:pathLst>
                <a:path w="3175" h="326389">
                  <a:moveTo>
                    <a:pt x="2867" y="326000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5410032" y="5684902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39" y="0"/>
                  </a:moveTo>
                  <a:lnTo>
                    <a:pt x="0" y="63125"/>
                  </a:lnTo>
                  <a:lnTo>
                    <a:pt x="23385" y="39323"/>
                  </a:lnTo>
                  <a:lnTo>
                    <a:pt x="38180" y="39323"/>
                  </a:lnTo>
                  <a:lnTo>
                    <a:pt x="23039" y="0"/>
                  </a:lnTo>
                  <a:close/>
                </a:path>
                <a:path w="47625" h="63500">
                  <a:moveTo>
                    <a:pt x="38180" y="39323"/>
                  </a:moveTo>
                  <a:lnTo>
                    <a:pt x="23385" y="39323"/>
                  </a:lnTo>
                  <a:lnTo>
                    <a:pt x="47185" y="62710"/>
                  </a:lnTo>
                  <a:lnTo>
                    <a:pt x="38180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5410032" y="5684902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39" y="0"/>
                  </a:moveTo>
                  <a:lnTo>
                    <a:pt x="0" y="63125"/>
                  </a:lnTo>
                  <a:lnTo>
                    <a:pt x="23385" y="39322"/>
                  </a:lnTo>
                  <a:lnTo>
                    <a:pt x="47186" y="62709"/>
                  </a:lnTo>
                  <a:lnTo>
                    <a:pt x="23039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918364" y="5724228"/>
              <a:ext cx="0" cy="326390"/>
            </a:xfrm>
            <a:custGeom>
              <a:avLst/>
              <a:gdLst/>
              <a:ahLst/>
              <a:cxnLst/>
              <a:rect l="l" t="t" r="r" b="b"/>
              <a:pathLst>
                <a:path w="0" h="326389">
                  <a:moveTo>
                    <a:pt x="0" y="325997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894769" y="5684903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9"/>
                  </a:lnTo>
                  <a:lnTo>
                    <a:pt x="23594" y="39325"/>
                  </a:lnTo>
                  <a:lnTo>
                    <a:pt x="38341" y="39325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1" y="39325"/>
                  </a:moveTo>
                  <a:lnTo>
                    <a:pt x="23594" y="39325"/>
                  </a:lnTo>
                  <a:lnTo>
                    <a:pt x="47189" y="62919"/>
                  </a:lnTo>
                  <a:lnTo>
                    <a:pt x="38341" y="393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894770" y="5684903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332689" y="5724217"/>
              <a:ext cx="6350" cy="326390"/>
            </a:xfrm>
            <a:custGeom>
              <a:avLst/>
              <a:gdLst/>
              <a:ahLst/>
              <a:cxnLst/>
              <a:rect l="l" t="t" r="r" b="b"/>
              <a:pathLst>
                <a:path w="6350" h="326389">
                  <a:moveTo>
                    <a:pt x="5735" y="326008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309513" y="568489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484" y="0"/>
                  </a:moveTo>
                  <a:lnTo>
                    <a:pt x="0" y="63324"/>
                  </a:lnTo>
                  <a:lnTo>
                    <a:pt x="23174" y="39317"/>
                  </a:lnTo>
                  <a:lnTo>
                    <a:pt x="38021" y="39317"/>
                  </a:lnTo>
                  <a:lnTo>
                    <a:pt x="22484" y="0"/>
                  </a:lnTo>
                  <a:close/>
                </a:path>
                <a:path w="47625" h="63500">
                  <a:moveTo>
                    <a:pt x="38021" y="39317"/>
                  </a:moveTo>
                  <a:lnTo>
                    <a:pt x="23174" y="39317"/>
                  </a:lnTo>
                  <a:lnTo>
                    <a:pt x="47180" y="62494"/>
                  </a:lnTo>
                  <a:lnTo>
                    <a:pt x="38021" y="393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309513" y="5684898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484" y="0"/>
                  </a:moveTo>
                  <a:lnTo>
                    <a:pt x="0" y="63324"/>
                  </a:lnTo>
                  <a:lnTo>
                    <a:pt x="23176" y="39318"/>
                  </a:lnTo>
                  <a:lnTo>
                    <a:pt x="47181" y="62494"/>
                  </a:lnTo>
                  <a:lnTo>
                    <a:pt x="2248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5" name="object 505"/>
          <p:cNvSpPr txBox="1"/>
          <p:nvPr/>
        </p:nvSpPr>
        <p:spPr>
          <a:xfrm>
            <a:off x="6201643" y="2170877"/>
            <a:ext cx="1350645" cy="424815"/>
          </a:xfrm>
          <a:prstGeom prst="rect">
            <a:avLst/>
          </a:prstGeom>
          <a:solidFill>
            <a:srgbClr val="FF7F7F">
              <a:alpha val="48168"/>
            </a:srgbClr>
          </a:solidFill>
          <a:ln w="15729">
            <a:solidFill>
              <a:srgbClr val="000000"/>
            </a:solidFill>
          </a:ln>
        </p:spPr>
        <p:txBody>
          <a:bodyPr wrap="square" lIns="0" tIns="80645" rIns="0" bIns="0" rtlCol="0" vert="horz">
            <a:spAutoFit/>
          </a:bodyPr>
          <a:lstStyle/>
          <a:p>
            <a:pPr marL="1905">
              <a:lnSpc>
                <a:spcPct val="100000"/>
              </a:lnSpc>
              <a:spcBef>
                <a:spcPts val="635"/>
              </a:spcBef>
            </a:pPr>
            <a:r>
              <a:rPr dirty="0" baseline="8333" sz="3000" spc="-434" i="1">
                <a:latin typeface="DejaVu Sans Condensed"/>
                <a:cs typeface="DejaVu Sans Condensed"/>
              </a:rPr>
              <a:t>—</a:t>
            </a:r>
            <a:r>
              <a:rPr dirty="0" baseline="8333" sz="3000" spc="-359" i="1">
                <a:latin typeface="DejaVu Sans Condensed"/>
                <a:cs typeface="DejaVu Sans Condensed"/>
              </a:rPr>
              <a:t> </a:t>
            </a:r>
            <a:r>
              <a:rPr dirty="0" baseline="8333" sz="3000" spc="-89">
                <a:latin typeface="Tahoma"/>
                <a:cs typeface="Tahoma"/>
              </a:rPr>
              <a:t>log</a:t>
            </a:r>
            <a:r>
              <a:rPr dirty="0" baseline="8333" sz="3000" spc="-390">
                <a:latin typeface="Tahoma"/>
                <a:cs typeface="Tahoma"/>
              </a:rPr>
              <a:t> </a:t>
            </a:r>
            <a:r>
              <a:rPr dirty="0" baseline="8333" sz="3000" spc="-30" i="1">
                <a:latin typeface="Verdana"/>
                <a:cs typeface="Verdana"/>
              </a:rPr>
              <a:t>y</a:t>
            </a:r>
            <a:r>
              <a:rPr dirty="0" sz="1400" spc="-20" b="0">
                <a:latin typeface="Bookman Old Style"/>
                <a:cs typeface="Bookman Old Style"/>
              </a:rPr>
              <a:t>thanks</a:t>
            </a:r>
            <a:endParaRPr sz="1400">
              <a:latin typeface="Bookman Old Style"/>
              <a:cs typeface="Bookman Old Style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2504735" y="2392494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 h="0">
                <a:moveTo>
                  <a:pt x="0" y="0"/>
                </a:moveTo>
                <a:lnTo>
                  <a:pt x="198196" y="0"/>
                </a:lnTo>
              </a:path>
            </a:pathLst>
          </a:custGeom>
          <a:ln w="109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9" name="object 5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11630" y="2463398"/>
            <a:ext cx="186574" cy="185764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12796977" y="2200685"/>
            <a:ext cx="365760" cy="384175"/>
          </a:xfrm>
          <a:custGeom>
            <a:avLst/>
            <a:gdLst/>
            <a:ahLst/>
            <a:cxnLst/>
            <a:rect l="l" t="t" r="r" b="b"/>
            <a:pathLst>
              <a:path w="365759" h="384175">
                <a:moveTo>
                  <a:pt x="332016" y="0"/>
                </a:moveTo>
                <a:lnTo>
                  <a:pt x="1371" y="0"/>
                </a:lnTo>
                <a:lnTo>
                  <a:pt x="0" y="2744"/>
                </a:lnTo>
                <a:lnTo>
                  <a:pt x="0" y="10970"/>
                </a:lnTo>
                <a:lnTo>
                  <a:pt x="145148" y="209638"/>
                </a:lnTo>
                <a:lnTo>
                  <a:pt x="279" y="379477"/>
                </a:lnTo>
                <a:lnTo>
                  <a:pt x="279" y="384144"/>
                </a:lnTo>
                <a:lnTo>
                  <a:pt x="332016" y="384144"/>
                </a:lnTo>
                <a:lnTo>
                  <a:pt x="365213" y="296343"/>
                </a:lnTo>
                <a:lnTo>
                  <a:pt x="358355" y="296343"/>
                </a:lnTo>
                <a:lnTo>
                  <a:pt x="347129" y="315882"/>
                </a:lnTo>
                <a:lnTo>
                  <a:pt x="330503" y="331667"/>
                </a:lnTo>
                <a:lnTo>
                  <a:pt x="287020" y="351769"/>
                </a:lnTo>
                <a:lnTo>
                  <a:pt x="236424" y="359134"/>
                </a:lnTo>
                <a:lnTo>
                  <a:pt x="201675" y="360269"/>
                </a:lnTo>
                <a:lnTo>
                  <a:pt x="36220" y="360269"/>
                </a:lnTo>
                <a:lnTo>
                  <a:pt x="178346" y="193438"/>
                </a:lnTo>
                <a:lnTo>
                  <a:pt x="178346" y="190704"/>
                </a:lnTo>
                <a:lnTo>
                  <a:pt x="48577" y="13167"/>
                </a:lnTo>
                <a:lnTo>
                  <a:pt x="198932" y="13167"/>
                </a:lnTo>
                <a:lnTo>
                  <a:pt x="243901" y="15157"/>
                </a:lnTo>
                <a:lnTo>
                  <a:pt x="290760" y="23531"/>
                </a:lnTo>
                <a:lnTo>
                  <a:pt x="330538" y="42956"/>
                </a:lnTo>
                <a:lnTo>
                  <a:pt x="358355" y="77105"/>
                </a:lnTo>
                <a:lnTo>
                  <a:pt x="365213" y="77105"/>
                </a:lnTo>
                <a:lnTo>
                  <a:pt x="3320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/>
          <p:cNvGrpSpPr/>
          <p:nvPr/>
        </p:nvGrpSpPr>
        <p:grpSpPr>
          <a:xfrm>
            <a:off x="13233908" y="2273804"/>
            <a:ext cx="508000" cy="233045"/>
            <a:chOff x="13233908" y="2273804"/>
            <a:chExt cx="508000" cy="233045"/>
          </a:xfrm>
        </p:grpSpPr>
        <p:pic>
          <p:nvPicPr>
            <p:cNvPr id="67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233908" y="2273804"/>
              <a:ext cx="165734" cy="18741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423049" y="2367850"/>
              <a:ext cx="148005" cy="13845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93229" y="2372445"/>
              <a:ext cx="148399" cy="130026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12807238" y="2654188"/>
            <a:ext cx="334010" cy="129539"/>
            <a:chOff x="12807238" y="2654188"/>
            <a:chExt cx="334010" cy="129539"/>
          </a:xfrm>
        </p:grpSpPr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07238" y="2661662"/>
              <a:ext cx="64706" cy="12158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2895110" y="2707614"/>
              <a:ext cx="140970" cy="52069"/>
            </a:xfrm>
            <a:custGeom>
              <a:avLst/>
              <a:gdLst/>
              <a:ahLst/>
              <a:cxnLst/>
              <a:rect l="l" t="t" r="r" b="b"/>
              <a:pathLst>
                <a:path w="140969" h="52069">
                  <a:moveTo>
                    <a:pt x="140931" y="42125"/>
                  </a:moveTo>
                  <a:lnTo>
                    <a:pt x="0" y="42125"/>
                  </a:lnTo>
                  <a:lnTo>
                    <a:pt x="0" y="51511"/>
                  </a:lnTo>
                  <a:lnTo>
                    <a:pt x="140931" y="51511"/>
                  </a:lnTo>
                  <a:lnTo>
                    <a:pt x="140931" y="42125"/>
                  </a:lnTo>
                  <a:close/>
                </a:path>
                <a:path w="140969" h="52069">
                  <a:moveTo>
                    <a:pt x="140931" y="0"/>
                  </a:moveTo>
                  <a:lnTo>
                    <a:pt x="0" y="0"/>
                  </a:lnTo>
                  <a:lnTo>
                    <a:pt x="0" y="9385"/>
                  </a:lnTo>
                  <a:lnTo>
                    <a:pt x="140931" y="9385"/>
                  </a:lnTo>
                  <a:lnTo>
                    <a:pt x="1409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71411" y="2654188"/>
              <a:ext cx="69710" cy="127149"/>
            </a:xfrm>
            <a:prstGeom prst="rect">
              <a:avLst/>
            </a:prstGeom>
          </p:spPr>
        </p:pic>
      </p:grpSp>
      <p:sp>
        <p:nvSpPr>
          <p:cNvPr id="208" name="object 208"/>
          <p:cNvSpPr txBox="1"/>
          <p:nvPr/>
        </p:nvSpPr>
        <p:spPr>
          <a:xfrm>
            <a:off x="1915851" y="3045524"/>
            <a:ext cx="1000760" cy="8058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Arial"/>
                <a:cs typeface="Arial"/>
              </a:rPr>
              <a:t>Language Modeling </a:t>
            </a:r>
            <a:r>
              <a:rPr dirty="0" sz="1700" spc="-20">
                <a:latin typeface="Arial"/>
                <a:cs typeface="Arial"/>
              </a:rPr>
              <a:t>Head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774283" y="4627748"/>
            <a:ext cx="1200150" cy="8058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Arial"/>
                <a:cs typeface="Arial"/>
              </a:rPr>
              <a:t>Stacked Transformer Blocks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3202660" y="2941634"/>
            <a:ext cx="7032625" cy="3458845"/>
            <a:chOff x="3202660" y="2941634"/>
            <a:chExt cx="7032625" cy="3458845"/>
          </a:xfrm>
        </p:grpSpPr>
        <p:sp>
          <p:nvSpPr>
            <p:cNvPr id="111" name="object 111"/>
            <p:cNvSpPr/>
            <p:nvPr/>
          </p:nvSpPr>
          <p:spPr>
            <a:xfrm>
              <a:off x="8338424" y="5673108"/>
              <a:ext cx="1393190" cy="377190"/>
            </a:xfrm>
            <a:custGeom>
              <a:avLst/>
              <a:gdLst/>
              <a:ahLst/>
              <a:cxnLst/>
              <a:rect l="l" t="t" r="r" b="b"/>
              <a:pathLst>
                <a:path w="1393190" h="377189">
                  <a:moveTo>
                    <a:pt x="0" y="377117"/>
                  </a:moveTo>
                  <a:lnTo>
                    <a:pt x="139262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9702104" y="5656501"/>
              <a:ext cx="67310" cy="45720"/>
            </a:xfrm>
            <a:custGeom>
              <a:avLst/>
              <a:gdLst/>
              <a:ahLst/>
              <a:cxnLst/>
              <a:rect l="l" t="t" r="r" b="b"/>
              <a:pathLst>
                <a:path w="67309" h="45720">
                  <a:moveTo>
                    <a:pt x="0" y="0"/>
                  </a:moveTo>
                  <a:lnTo>
                    <a:pt x="28940" y="16606"/>
                  </a:lnTo>
                  <a:lnTo>
                    <a:pt x="12332" y="45548"/>
                  </a:lnTo>
                  <a:lnTo>
                    <a:pt x="66898" y="6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9702103" y="5656500"/>
              <a:ext cx="67310" cy="45720"/>
            </a:xfrm>
            <a:custGeom>
              <a:avLst/>
              <a:gdLst/>
              <a:ahLst/>
              <a:cxnLst/>
              <a:rect l="l" t="t" r="r" b="b"/>
              <a:pathLst>
                <a:path w="67309" h="45720">
                  <a:moveTo>
                    <a:pt x="66898" y="6328"/>
                  </a:moveTo>
                  <a:lnTo>
                    <a:pt x="0" y="0"/>
                  </a:lnTo>
                  <a:lnTo>
                    <a:pt x="28941" y="16607"/>
                  </a:lnTo>
                  <a:lnTo>
                    <a:pt x="12333" y="45548"/>
                  </a:lnTo>
                  <a:lnTo>
                    <a:pt x="66898" y="6328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6836233" y="5664172"/>
              <a:ext cx="2893060" cy="386080"/>
            </a:xfrm>
            <a:custGeom>
              <a:avLst/>
              <a:gdLst/>
              <a:ahLst/>
              <a:cxnLst/>
              <a:rect l="l" t="t" r="r" b="b"/>
              <a:pathLst>
                <a:path w="2893059" h="386079">
                  <a:moveTo>
                    <a:pt x="0" y="386053"/>
                  </a:moveTo>
                  <a:lnTo>
                    <a:pt x="2893013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9702738" y="5643906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0" y="0"/>
                  </a:moveTo>
                  <a:lnTo>
                    <a:pt x="26507" y="20265"/>
                  </a:lnTo>
                  <a:lnTo>
                    <a:pt x="6242" y="46772"/>
                  </a:lnTo>
                  <a:lnTo>
                    <a:pt x="65486" y="150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9702739" y="5643905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65486" y="15064"/>
                  </a:moveTo>
                  <a:lnTo>
                    <a:pt x="0" y="0"/>
                  </a:lnTo>
                  <a:lnTo>
                    <a:pt x="26507" y="20266"/>
                  </a:lnTo>
                  <a:lnTo>
                    <a:pt x="6241" y="46773"/>
                  </a:lnTo>
                  <a:lnTo>
                    <a:pt x="65486" y="15064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5436285" y="5661263"/>
              <a:ext cx="4293235" cy="389255"/>
            </a:xfrm>
            <a:custGeom>
              <a:avLst/>
              <a:gdLst/>
              <a:ahLst/>
              <a:cxnLst/>
              <a:rect l="l" t="t" r="r" b="b"/>
              <a:pathLst>
                <a:path w="4293234" h="389254">
                  <a:moveTo>
                    <a:pt x="0" y="388962"/>
                  </a:moveTo>
                  <a:lnTo>
                    <a:pt x="4292636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703293" y="5639893"/>
              <a:ext cx="65405" cy="47625"/>
            </a:xfrm>
            <a:custGeom>
              <a:avLst/>
              <a:gdLst/>
              <a:ahLst/>
              <a:cxnLst/>
              <a:rect l="l" t="t" r="r" b="b"/>
              <a:pathLst>
                <a:path w="65404" h="47625">
                  <a:moveTo>
                    <a:pt x="0" y="0"/>
                  </a:moveTo>
                  <a:lnTo>
                    <a:pt x="25627" y="21370"/>
                  </a:lnTo>
                  <a:lnTo>
                    <a:pt x="4258" y="46997"/>
                  </a:lnTo>
                  <a:lnTo>
                    <a:pt x="64791" y="17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9703294" y="5639893"/>
              <a:ext cx="65405" cy="47625"/>
            </a:xfrm>
            <a:custGeom>
              <a:avLst/>
              <a:gdLst/>
              <a:ahLst/>
              <a:cxnLst/>
              <a:rect l="l" t="t" r="r" b="b"/>
              <a:pathLst>
                <a:path w="65404" h="47625">
                  <a:moveTo>
                    <a:pt x="64790" y="17821"/>
                  </a:moveTo>
                  <a:lnTo>
                    <a:pt x="0" y="0"/>
                  </a:lnTo>
                  <a:lnTo>
                    <a:pt x="25626" y="21370"/>
                  </a:lnTo>
                  <a:lnTo>
                    <a:pt x="4258" y="46997"/>
                  </a:lnTo>
                  <a:lnTo>
                    <a:pt x="64790" y="17821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3918364" y="5659659"/>
              <a:ext cx="5810885" cy="391160"/>
            </a:xfrm>
            <a:custGeom>
              <a:avLst/>
              <a:gdLst/>
              <a:ahLst/>
              <a:cxnLst/>
              <a:rect l="l" t="t" r="r" b="b"/>
              <a:pathLst>
                <a:path w="5810884" h="391160">
                  <a:moveTo>
                    <a:pt x="0" y="390566"/>
                  </a:moveTo>
                  <a:lnTo>
                    <a:pt x="581043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9703669" y="5637700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0" y="0"/>
                  </a:moveTo>
                  <a:lnTo>
                    <a:pt x="25125" y="21959"/>
                  </a:lnTo>
                  <a:lnTo>
                    <a:pt x="3164" y="47082"/>
                  </a:lnTo>
                  <a:lnTo>
                    <a:pt x="64359" y="19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9703670" y="5637700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64359" y="19320"/>
                  </a:moveTo>
                  <a:lnTo>
                    <a:pt x="0" y="0"/>
                  </a:lnTo>
                  <a:lnTo>
                    <a:pt x="25125" y="21958"/>
                  </a:lnTo>
                  <a:lnTo>
                    <a:pt x="3164" y="47082"/>
                  </a:lnTo>
                  <a:lnTo>
                    <a:pt x="64359" y="1932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3918364" y="5672493"/>
              <a:ext cx="1447800" cy="377825"/>
            </a:xfrm>
            <a:custGeom>
              <a:avLst/>
              <a:gdLst/>
              <a:ahLst/>
              <a:cxnLst/>
              <a:rect l="l" t="t" r="r" b="b"/>
              <a:pathLst>
                <a:path w="1447800" h="377825">
                  <a:moveTo>
                    <a:pt x="0" y="377732"/>
                  </a:moveTo>
                  <a:lnTo>
                    <a:pt x="1447476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5337052" y="5655621"/>
              <a:ext cx="67310" cy="45720"/>
            </a:xfrm>
            <a:custGeom>
              <a:avLst/>
              <a:gdLst/>
              <a:ahLst/>
              <a:cxnLst/>
              <a:rect l="l" t="t" r="r" b="b"/>
              <a:pathLst>
                <a:path w="67310" h="45720">
                  <a:moveTo>
                    <a:pt x="0" y="0"/>
                  </a:moveTo>
                  <a:lnTo>
                    <a:pt x="28788" y="16871"/>
                  </a:lnTo>
                  <a:lnTo>
                    <a:pt x="11915" y="45660"/>
                  </a:lnTo>
                  <a:lnTo>
                    <a:pt x="66838" y="6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337052" y="5655621"/>
              <a:ext cx="67310" cy="45720"/>
            </a:xfrm>
            <a:custGeom>
              <a:avLst/>
              <a:gdLst/>
              <a:ahLst/>
              <a:cxnLst/>
              <a:rect l="l" t="t" r="r" b="b"/>
              <a:pathLst>
                <a:path w="67310" h="45720">
                  <a:moveTo>
                    <a:pt x="66838" y="6943"/>
                  </a:moveTo>
                  <a:lnTo>
                    <a:pt x="0" y="0"/>
                  </a:lnTo>
                  <a:lnTo>
                    <a:pt x="28788" y="16871"/>
                  </a:lnTo>
                  <a:lnTo>
                    <a:pt x="11915" y="45660"/>
                  </a:lnTo>
                  <a:lnTo>
                    <a:pt x="66838" y="6943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3918364" y="5664340"/>
              <a:ext cx="2839085" cy="386080"/>
            </a:xfrm>
            <a:custGeom>
              <a:avLst/>
              <a:gdLst/>
              <a:ahLst/>
              <a:cxnLst/>
              <a:rect l="l" t="t" r="r" b="b"/>
              <a:pathLst>
                <a:path w="2839084" h="386079">
                  <a:moveTo>
                    <a:pt x="0" y="385885"/>
                  </a:moveTo>
                  <a:lnTo>
                    <a:pt x="2838749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6730555" y="5644139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0" y="0"/>
                  </a:moveTo>
                  <a:lnTo>
                    <a:pt x="26558" y="20201"/>
                  </a:lnTo>
                  <a:lnTo>
                    <a:pt x="6356" y="46757"/>
                  </a:lnTo>
                  <a:lnTo>
                    <a:pt x="65524" y="149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6730556" y="5644138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65523" y="14903"/>
                  </a:moveTo>
                  <a:lnTo>
                    <a:pt x="0" y="0"/>
                  </a:lnTo>
                  <a:lnTo>
                    <a:pt x="26558" y="20201"/>
                  </a:lnTo>
                  <a:lnTo>
                    <a:pt x="6356" y="46758"/>
                  </a:lnTo>
                  <a:lnTo>
                    <a:pt x="65523" y="14903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436285" y="5673952"/>
              <a:ext cx="1323340" cy="376555"/>
            </a:xfrm>
            <a:custGeom>
              <a:avLst/>
              <a:gdLst/>
              <a:ahLst/>
              <a:cxnLst/>
              <a:rect l="l" t="t" r="r" b="b"/>
              <a:pathLst>
                <a:path w="1323340" h="376554">
                  <a:moveTo>
                    <a:pt x="0" y="376272"/>
                  </a:moveTo>
                  <a:lnTo>
                    <a:pt x="1322838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6729973" y="5657714"/>
              <a:ext cx="67310" cy="45720"/>
            </a:xfrm>
            <a:custGeom>
              <a:avLst/>
              <a:gdLst/>
              <a:ahLst/>
              <a:cxnLst/>
              <a:rect l="l" t="t" r="r" b="b"/>
              <a:pathLst>
                <a:path w="67309" h="45720">
                  <a:moveTo>
                    <a:pt x="0" y="0"/>
                  </a:moveTo>
                  <a:lnTo>
                    <a:pt x="29150" y="16239"/>
                  </a:lnTo>
                  <a:lnTo>
                    <a:pt x="12910" y="45389"/>
                  </a:lnTo>
                  <a:lnTo>
                    <a:pt x="66973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6729973" y="5657713"/>
              <a:ext cx="67310" cy="45720"/>
            </a:xfrm>
            <a:custGeom>
              <a:avLst/>
              <a:gdLst/>
              <a:ahLst/>
              <a:cxnLst/>
              <a:rect l="l" t="t" r="r" b="b"/>
              <a:pathLst>
                <a:path w="67309" h="45720">
                  <a:moveTo>
                    <a:pt x="66974" y="5480"/>
                  </a:moveTo>
                  <a:lnTo>
                    <a:pt x="0" y="0"/>
                  </a:lnTo>
                  <a:lnTo>
                    <a:pt x="29150" y="16239"/>
                  </a:lnTo>
                  <a:lnTo>
                    <a:pt x="12910" y="45389"/>
                  </a:lnTo>
                  <a:lnTo>
                    <a:pt x="66974" y="548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6836233" y="5672703"/>
              <a:ext cx="1428750" cy="377825"/>
            </a:xfrm>
            <a:custGeom>
              <a:avLst/>
              <a:gdLst/>
              <a:ahLst/>
              <a:cxnLst/>
              <a:rect l="l" t="t" r="r" b="b"/>
              <a:pathLst>
                <a:path w="1428750" h="377825">
                  <a:moveTo>
                    <a:pt x="0" y="377521"/>
                  </a:moveTo>
                  <a:lnTo>
                    <a:pt x="1428325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8235718" y="5655922"/>
              <a:ext cx="67310" cy="45720"/>
            </a:xfrm>
            <a:custGeom>
              <a:avLst/>
              <a:gdLst/>
              <a:ahLst/>
              <a:cxnLst/>
              <a:rect l="l" t="t" r="r" b="b"/>
              <a:pathLst>
                <a:path w="67309" h="45720">
                  <a:moveTo>
                    <a:pt x="0" y="0"/>
                  </a:moveTo>
                  <a:lnTo>
                    <a:pt x="28840" y="16781"/>
                  </a:lnTo>
                  <a:lnTo>
                    <a:pt x="12057" y="45622"/>
                  </a:lnTo>
                  <a:lnTo>
                    <a:pt x="66859" y="6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8235718" y="5655921"/>
              <a:ext cx="67310" cy="45720"/>
            </a:xfrm>
            <a:custGeom>
              <a:avLst/>
              <a:gdLst/>
              <a:ahLst/>
              <a:cxnLst/>
              <a:rect l="l" t="t" r="r" b="b"/>
              <a:pathLst>
                <a:path w="67309" h="45720">
                  <a:moveTo>
                    <a:pt x="66859" y="6732"/>
                  </a:moveTo>
                  <a:lnTo>
                    <a:pt x="0" y="0"/>
                  </a:lnTo>
                  <a:lnTo>
                    <a:pt x="28840" y="16782"/>
                  </a:lnTo>
                  <a:lnTo>
                    <a:pt x="12058" y="45622"/>
                  </a:lnTo>
                  <a:lnTo>
                    <a:pt x="66859" y="6732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436285" y="5664378"/>
              <a:ext cx="2827020" cy="386080"/>
            </a:xfrm>
            <a:custGeom>
              <a:avLst/>
              <a:gdLst/>
              <a:ahLst/>
              <a:cxnLst/>
              <a:rect l="l" t="t" r="r" b="b"/>
              <a:pathLst>
                <a:path w="2827020" h="386079">
                  <a:moveTo>
                    <a:pt x="0" y="385847"/>
                  </a:moveTo>
                  <a:lnTo>
                    <a:pt x="282661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236327" y="5644192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0" y="0"/>
                  </a:moveTo>
                  <a:lnTo>
                    <a:pt x="26568" y="20185"/>
                  </a:lnTo>
                  <a:lnTo>
                    <a:pt x="6383" y="46755"/>
                  </a:lnTo>
                  <a:lnTo>
                    <a:pt x="65533" y="14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8236327" y="5644192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65533" y="14867"/>
                  </a:moveTo>
                  <a:lnTo>
                    <a:pt x="0" y="0"/>
                  </a:lnTo>
                  <a:lnTo>
                    <a:pt x="26569" y="20185"/>
                  </a:lnTo>
                  <a:lnTo>
                    <a:pt x="6383" y="46755"/>
                  </a:lnTo>
                  <a:lnTo>
                    <a:pt x="65533" y="14867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3918364" y="5661191"/>
              <a:ext cx="4344670" cy="389255"/>
            </a:xfrm>
            <a:custGeom>
              <a:avLst/>
              <a:gdLst/>
              <a:ahLst/>
              <a:cxnLst/>
              <a:rect l="l" t="t" r="r" b="b"/>
              <a:pathLst>
                <a:path w="4344670" h="389254">
                  <a:moveTo>
                    <a:pt x="0" y="389034"/>
                  </a:moveTo>
                  <a:lnTo>
                    <a:pt x="4344171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8236930" y="5639794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0" y="0"/>
                  </a:moveTo>
                  <a:lnTo>
                    <a:pt x="25605" y="21396"/>
                  </a:lnTo>
                  <a:lnTo>
                    <a:pt x="4210" y="47001"/>
                  </a:lnTo>
                  <a:lnTo>
                    <a:pt x="64773" y="17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236931" y="5639794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64773" y="17889"/>
                  </a:moveTo>
                  <a:lnTo>
                    <a:pt x="0" y="0"/>
                  </a:lnTo>
                  <a:lnTo>
                    <a:pt x="25604" y="21397"/>
                  </a:lnTo>
                  <a:lnTo>
                    <a:pt x="4209" y="47002"/>
                  </a:lnTo>
                  <a:lnTo>
                    <a:pt x="64773" y="17889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008105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008105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008105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008105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008105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008105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008105" y="558423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008105" y="558423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9368722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9368722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9368722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9368722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9368722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9368722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9368722" y="5584233"/>
              <a:ext cx="858519" cy="71120"/>
            </a:xfrm>
            <a:custGeom>
              <a:avLst/>
              <a:gdLst/>
              <a:ahLst/>
              <a:cxnLst/>
              <a:rect l="l" t="t" r="r" b="b"/>
              <a:pathLst>
                <a:path w="858520" h="71120">
                  <a:moveTo>
                    <a:pt x="858254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58254" y="70784"/>
                  </a:lnTo>
                  <a:lnTo>
                    <a:pt x="858254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9368722" y="5584233"/>
              <a:ext cx="858519" cy="71120"/>
            </a:xfrm>
            <a:custGeom>
              <a:avLst/>
              <a:gdLst/>
              <a:ahLst/>
              <a:cxnLst/>
              <a:rect l="l" t="t" r="r" b="b"/>
              <a:pathLst>
                <a:path w="858520" h="71120">
                  <a:moveTo>
                    <a:pt x="0" y="0"/>
                  </a:moveTo>
                  <a:lnTo>
                    <a:pt x="858254" y="0"/>
                  </a:lnTo>
                  <a:lnTo>
                    <a:pt x="858254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7906768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7906768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7906768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7906768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7906768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7906768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7906768" y="558423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7906768" y="558423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400990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400991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400990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400991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6400990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6400991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6400990" y="558423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6400991" y="558423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02660" y="2941634"/>
              <a:ext cx="1399947" cy="1116812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3265580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959514" y="0"/>
                  </a:moveTo>
                  <a:lnTo>
                    <a:pt x="314594" y="0"/>
                  </a:lnTo>
                  <a:lnTo>
                    <a:pt x="268105" y="3410"/>
                  </a:lnTo>
                  <a:lnTo>
                    <a:pt x="223735" y="13319"/>
                  </a:lnTo>
                  <a:lnTo>
                    <a:pt x="181969" y="29239"/>
                  </a:lnTo>
                  <a:lnTo>
                    <a:pt x="143294" y="50682"/>
                  </a:lnTo>
                  <a:lnTo>
                    <a:pt x="108197" y="77164"/>
                  </a:lnTo>
                  <a:lnTo>
                    <a:pt x="77164" y="108197"/>
                  </a:lnTo>
                  <a:lnTo>
                    <a:pt x="50682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0" y="268105"/>
                  </a:lnTo>
                  <a:lnTo>
                    <a:pt x="0" y="314594"/>
                  </a:lnTo>
                  <a:lnTo>
                    <a:pt x="0" y="676379"/>
                  </a:lnTo>
                  <a:lnTo>
                    <a:pt x="3410" y="722867"/>
                  </a:lnTo>
                  <a:lnTo>
                    <a:pt x="13319" y="767238"/>
                  </a:lnTo>
                  <a:lnTo>
                    <a:pt x="29239" y="809004"/>
                  </a:lnTo>
                  <a:lnTo>
                    <a:pt x="50682" y="847679"/>
                  </a:lnTo>
                  <a:lnTo>
                    <a:pt x="77164" y="882776"/>
                  </a:lnTo>
                  <a:lnTo>
                    <a:pt x="108197" y="913809"/>
                  </a:lnTo>
                  <a:lnTo>
                    <a:pt x="143294" y="940291"/>
                  </a:lnTo>
                  <a:lnTo>
                    <a:pt x="181969" y="961735"/>
                  </a:lnTo>
                  <a:lnTo>
                    <a:pt x="223735" y="977654"/>
                  </a:lnTo>
                  <a:lnTo>
                    <a:pt x="268105" y="987563"/>
                  </a:lnTo>
                  <a:lnTo>
                    <a:pt x="314594" y="990974"/>
                  </a:lnTo>
                  <a:lnTo>
                    <a:pt x="959514" y="990974"/>
                  </a:lnTo>
                  <a:lnTo>
                    <a:pt x="1006002" y="987563"/>
                  </a:lnTo>
                  <a:lnTo>
                    <a:pt x="1050373" y="977654"/>
                  </a:lnTo>
                  <a:lnTo>
                    <a:pt x="1092139" y="961735"/>
                  </a:lnTo>
                  <a:lnTo>
                    <a:pt x="1130814" y="940291"/>
                  </a:lnTo>
                  <a:lnTo>
                    <a:pt x="1165911" y="913809"/>
                  </a:lnTo>
                  <a:lnTo>
                    <a:pt x="1196944" y="882776"/>
                  </a:lnTo>
                  <a:lnTo>
                    <a:pt x="1223426" y="847679"/>
                  </a:lnTo>
                  <a:lnTo>
                    <a:pt x="1244870" y="809004"/>
                  </a:lnTo>
                  <a:lnTo>
                    <a:pt x="1260790" y="767238"/>
                  </a:lnTo>
                  <a:lnTo>
                    <a:pt x="1270698" y="722867"/>
                  </a:lnTo>
                  <a:lnTo>
                    <a:pt x="1274109" y="676379"/>
                  </a:lnTo>
                  <a:lnTo>
                    <a:pt x="1274109" y="314594"/>
                  </a:lnTo>
                  <a:lnTo>
                    <a:pt x="1270698" y="268105"/>
                  </a:lnTo>
                  <a:lnTo>
                    <a:pt x="1260790" y="223735"/>
                  </a:lnTo>
                  <a:lnTo>
                    <a:pt x="1244870" y="181969"/>
                  </a:lnTo>
                  <a:lnTo>
                    <a:pt x="1223426" y="143294"/>
                  </a:lnTo>
                  <a:lnTo>
                    <a:pt x="1196944" y="108197"/>
                  </a:lnTo>
                  <a:lnTo>
                    <a:pt x="1165911" y="77164"/>
                  </a:lnTo>
                  <a:lnTo>
                    <a:pt x="1130814" y="50682"/>
                  </a:lnTo>
                  <a:lnTo>
                    <a:pt x="1092139" y="29239"/>
                  </a:lnTo>
                  <a:lnTo>
                    <a:pt x="1050373" y="13319"/>
                  </a:lnTo>
                  <a:lnTo>
                    <a:pt x="1006002" y="3410"/>
                  </a:lnTo>
                  <a:lnTo>
                    <a:pt x="959514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3265580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314594" y="0"/>
                  </a:moveTo>
                  <a:lnTo>
                    <a:pt x="959514" y="0"/>
                  </a:lnTo>
                  <a:lnTo>
                    <a:pt x="1006003" y="3411"/>
                  </a:lnTo>
                  <a:lnTo>
                    <a:pt x="1050373" y="13319"/>
                  </a:lnTo>
                  <a:lnTo>
                    <a:pt x="1092140" y="29239"/>
                  </a:lnTo>
                  <a:lnTo>
                    <a:pt x="1130815" y="50683"/>
                  </a:lnTo>
                  <a:lnTo>
                    <a:pt x="1165912" y="77164"/>
                  </a:lnTo>
                  <a:lnTo>
                    <a:pt x="1196944" y="108197"/>
                  </a:lnTo>
                  <a:lnTo>
                    <a:pt x="1223426" y="143294"/>
                  </a:lnTo>
                  <a:lnTo>
                    <a:pt x="1244870" y="181969"/>
                  </a:lnTo>
                  <a:lnTo>
                    <a:pt x="1260790" y="223735"/>
                  </a:lnTo>
                  <a:lnTo>
                    <a:pt x="1270698" y="268106"/>
                  </a:lnTo>
                  <a:lnTo>
                    <a:pt x="1274109" y="314594"/>
                  </a:lnTo>
                  <a:lnTo>
                    <a:pt x="1274109" y="676379"/>
                  </a:lnTo>
                  <a:lnTo>
                    <a:pt x="1270698" y="722867"/>
                  </a:lnTo>
                  <a:lnTo>
                    <a:pt x="1260790" y="767238"/>
                  </a:lnTo>
                  <a:lnTo>
                    <a:pt x="1244870" y="809004"/>
                  </a:lnTo>
                  <a:lnTo>
                    <a:pt x="1223426" y="847679"/>
                  </a:lnTo>
                  <a:lnTo>
                    <a:pt x="1196944" y="882776"/>
                  </a:lnTo>
                  <a:lnTo>
                    <a:pt x="1165912" y="913809"/>
                  </a:lnTo>
                  <a:lnTo>
                    <a:pt x="1130815" y="940291"/>
                  </a:lnTo>
                  <a:lnTo>
                    <a:pt x="1092140" y="961734"/>
                  </a:lnTo>
                  <a:lnTo>
                    <a:pt x="1050373" y="977654"/>
                  </a:lnTo>
                  <a:lnTo>
                    <a:pt x="1006003" y="987563"/>
                  </a:lnTo>
                  <a:lnTo>
                    <a:pt x="959514" y="990974"/>
                  </a:lnTo>
                  <a:lnTo>
                    <a:pt x="314594" y="990974"/>
                  </a:lnTo>
                  <a:lnTo>
                    <a:pt x="268106" y="987563"/>
                  </a:lnTo>
                  <a:lnTo>
                    <a:pt x="223735" y="977654"/>
                  </a:lnTo>
                  <a:lnTo>
                    <a:pt x="181969" y="961734"/>
                  </a:lnTo>
                  <a:lnTo>
                    <a:pt x="143294" y="940291"/>
                  </a:lnTo>
                  <a:lnTo>
                    <a:pt x="108197" y="913809"/>
                  </a:lnTo>
                  <a:lnTo>
                    <a:pt x="77164" y="882776"/>
                  </a:lnTo>
                  <a:lnTo>
                    <a:pt x="50683" y="847679"/>
                  </a:lnTo>
                  <a:lnTo>
                    <a:pt x="29239" y="809004"/>
                  </a:lnTo>
                  <a:lnTo>
                    <a:pt x="13319" y="767238"/>
                  </a:lnTo>
                  <a:lnTo>
                    <a:pt x="3411" y="722867"/>
                  </a:lnTo>
                  <a:lnTo>
                    <a:pt x="0" y="67637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3692249" y="3043878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4" h="228600">
                  <a:moveTo>
                    <a:pt x="342121" y="0"/>
                  </a:moveTo>
                  <a:lnTo>
                    <a:pt x="114040" y="0"/>
                  </a:lnTo>
                  <a:lnTo>
                    <a:pt x="69650" y="8961"/>
                  </a:lnTo>
                  <a:lnTo>
                    <a:pt x="33401" y="33401"/>
                  </a:lnTo>
                  <a:lnTo>
                    <a:pt x="8961" y="69650"/>
                  </a:lnTo>
                  <a:lnTo>
                    <a:pt x="0" y="114040"/>
                  </a:lnTo>
                  <a:lnTo>
                    <a:pt x="8961" y="158430"/>
                  </a:lnTo>
                  <a:lnTo>
                    <a:pt x="33401" y="194680"/>
                  </a:lnTo>
                  <a:lnTo>
                    <a:pt x="69650" y="219119"/>
                  </a:lnTo>
                  <a:lnTo>
                    <a:pt x="114040" y="228081"/>
                  </a:lnTo>
                  <a:lnTo>
                    <a:pt x="342121" y="228081"/>
                  </a:lnTo>
                  <a:lnTo>
                    <a:pt x="386511" y="219119"/>
                  </a:lnTo>
                  <a:lnTo>
                    <a:pt x="422761" y="194680"/>
                  </a:lnTo>
                  <a:lnTo>
                    <a:pt x="447200" y="158430"/>
                  </a:lnTo>
                  <a:lnTo>
                    <a:pt x="456162" y="114040"/>
                  </a:lnTo>
                  <a:lnTo>
                    <a:pt x="447200" y="69650"/>
                  </a:lnTo>
                  <a:lnTo>
                    <a:pt x="422761" y="33401"/>
                  </a:lnTo>
                  <a:lnTo>
                    <a:pt x="386511" y="8961"/>
                  </a:lnTo>
                  <a:lnTo>
                    <a:pt x="3421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3692249" y="3043878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4" h="228600">
                  <a:moveTo>
                    <a:pt x="114040" y="0"/>
                  </a:moveTo>
                  <a:lnTo>
                    <a:pt x="342122" y="0"/>
                  </a:lnTo>
                  <a:lnTo>
                    <a:pt x="386512" y="8961"/>
                  </a:lnTo>
                  <a:lnTo>
                    <a:pt x="422761" y="33401"/>
                  </a:lnTo>
                  <a:lnTo>
                    <a:pt x="447200" y="69650"/>
                  </a:lnTo>
                  <a:lnTo>
                    <a:pt x="456162" y="114040"/>
                  </a:lnTo>
                  <a:lnTo>
                    <a:pt x="447200" y="158430"/>
                  </a:lnTo>
                  <a:lnTo>
                    <a:pt x="422761" y="194679"/>
                  </a:lnTo>
                  <a:lnTo>
                    <a:pt x="386512" y="219119"/>
                  </a:lnTo>
                  <a:lnTo>
                    <a:pt x="342122" y="228081"/>
                  </a:lnTo>
                  <a:lnTo>
                    <a:pt x="114040" y="228081"/>
                  </a:lnTo>
                  <a:lnTo>
                    <a:pt x="69650" y="219119"/>
                  </a:lnTo>
                  <a:lnTo>
                    <a:pt x="33401" y="194679"/>
                  </a:lnTo>
                  <a:lnTo>
                    <a:pt x="8961" y="158430"/>
                  </a:lnTo>
                  <a:lnTo>
                    <a:pt x="0" y="114040"/>
                  </a:lnTo>
                  <a:lnTo>
                    <a:pt x="8961" y="69650"/>
                  </a:lnTo>
                  <a:lnTo>
                    <a:pt x="33401" y="33401"/>
                  </a:lnTo>
                  <a:lnTo>
                    <a:pt x="69650" y="8961"/>
                  </a:lnTo>
                  <a:lnTo>
                    <a:pt x="11404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28170" y="3077960"/>
              <a:ext cx="210133" cy="159919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3920330" y="3828793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w="0" h="437514">
                  <a:moveTo>
                    <a:pt x="0" y="437287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896735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38341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1" y="39324"/>
                  </a:moveTo>
                  <a:lnTo>
                    <a:pt x="23594" y="39324"/>
                  </a:lnTo>
                  <a:lnTo>
                    <a:pt x="47189" y="62918"/>
                  </a:lnTo>
                  <a:lnTo>
                    <a:pt x="38341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3896736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3521187" y="3476447"/>
              <a:ext cx="798830" cy="283210"/>
            </a:xfrm>
            <a:custGeom>
              <a:avLst/>
              <a:gdLst/>
              <a:ahLst/>
              <a:cxnLst/>
              <a:rect l="l" t="t" r="r" b="b"/>
              <a:pathLst>
                <a:path w="798829" h="283210">
                  <a:moveTo>
                    <a:pt x="798285" y="0"/>
                  </a:moveTo>
                  <a:lnTo>
                    <a:pt x="0" y="0"/>
                  </a:lnTo>
                  <a:lnTo>
                    <a:pt x="133046" y="283135"/>
                  </a:lnTo>
                  <a:lnTo>
                    <a:pt x="665237" y="283135"/>
                  </a:lnTo>
                  <a:lnTo>
                    <a:pt x="798285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3521188" y="3341171"/>
              <a:ext cx="798830" cy="418465"/>
            </a:xfrm>
            <a:custGeom>
              <a:avLst/>
              <a:gdLst/>
              <a:ahLst/>
              <a:cxnLst/>
              <a:rect l="l" t="t" r="r" b="b"/>
              <a:pathLst>
                <a:path w="798829" h="418464">
                  <a:moveTo>
                    <a:pt x="0" y="135275"/>
                  </a:moveTo>
                  <a:lnTo>
                    <a:pt x="798284" y="135275"/>
                  </a:lnTo>
                  <a:lnTo>
                    <a:pt x="665237" y="418411"/>
                  </a:lnTo>
                  <a:lnTo>
                    <a:pt x="133046" y="418411"/>
                  </a:lnTo>
                  <a:lnTo>
                    <a:pt x="0" y="135275"/>
                  </a:lnTo>
                  <a:close/>
                </a:path>
                <a:path w="798829" h="418464">
                  <a:moveTo>
                    <a:pt x="399142" y="135275"/>
                  </a:moveTo>
                  <a:lnTo>
                    <a:pt x="399142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3896735" y="330184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9"/>
                  </a:lnTo>
                  <a:lnTo>
                    <a:pt x="23594" y="39324"/>
                  </a:lnTo>
                  <a:lnTo>
                    <a:pt x="38340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0" y="39324"/>
                  </a:moveTo>
                  <a:lnTo>
                    <a:pt x="23594" y="39324"/>
                  </a:lnTo>
                  <a:lnTo>
                    <a:pt x="47189" y="62919"/>
                  </a:lnTo>
                  <a:lnTo>
                    <a:pt x="38340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3896736" y="330184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3564445" y="6050225"/>
              <a:ext cx="708025" cy="342265"/>
            </a:xfrm>
            <a:custGeom>
              <a:avLst/>
              <a:gdLst/>
              <a:ahLst/>
              <a:cxnLst/>
              <a:rect l="l" t="t" r="r" b="b"/>
              <a:pathLst>
                <a:path w="708025" h="342264">
                  <a:moveTo>
                    <a:pt x="78648" y="0"/>
                  </a:moveTo>
                  <a:lnTo>
                    <a:pt x="629189" y="0"/>
                  </a:lnTo>
                  <a:lnTo>
                    <a:pt x="659803" y="6180"/>
                  </a:lnTo>
                  <a:lnTo>
                    <a:pt x="684802" y="23035"/>
                  </a:lnTo>
                  <a:lnTo>
                    <a:pt x="701658" y="48035"/>
                  </a:lnTo>
                  <a:lnTo>
                    <a:pt x="707838" y="78648"/>
                  </a:lnTo>
                  <a:lnTo>
                    <a:pt x="707838" y="263476"/>
                  </a:lnTo>
                  <a:lnTo>
                    <a:pt x="701658" y="294089"/>
                  </a:lnTo>
                  <a:lnTo>
                    <a:pt x="684802" y="319089"/>
                  </a:lnTo>
                  <a:lnTo>
                    <a:pt x="659803" y="335944"/>
                  </a:lnTo>
                  <a:lnTo>
                    <a:pt x="629189" y="342125"/>
                  </a:lnTo>
                  <a:lnTo>
                    <a:pt x="78648" y="342125"/>
                  </a:lnTo>
                  <a:lnTo>
                    <a:pt x="48035" y="335944"/>
                  </a:lnTo>
                  <a:lnTo>
                    <a:pt x="23035" y="319089"/>
                  </a:lnTo>
                  <a:lnTo>
                    <a:pt x="6180" y="294089"/>
                  </a:lnTo>
                  <a:lnTo>
                    <a:pt x="0" y="263476"/>
                  </a:lnTo>
                  <a:lnTo>
                    <a:pt x="0" y="78648"/>
                  </a:lnTo>
                  <a:lnTo>
                    <a:pt x="6180" y="48035"/>
                  </a:lnTo>
                  <a:lnTo>
                    <a:pt x="23035" y="23035"/>
                  </a:lnTo>
                  <a:lnTo>
                    <a:pt x="48035" y="6180"/>
                  </a:lnTo>
                  <a:lnTo>
                    <a:pt x="78648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7" name="object 187"/>
          <p:cNvSpPr txBox="1"/>
          <p:nvPr/>
        </p:nvSpPr>
        <p:spPr>
          <a:xfrm>
            <a:off x="11180674" y="3078368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  <p:sp>
        <p:nvSpPr>
          <p:cNvPr id="484" name="object 484"/>
          <p:cNvSpPr/>
          <p:nvPr/>
        </p:nvSpPr>
        <p:spPr>
          <a:xfrm>
            <a:off x="2415309" y="4317125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5968" y="3455"/>
                </a:moveTo>
                <a:lnTo>
                  <a:pt x="19423" y="6910"/>
                </a:lnTo>
                <a:lnTo>
                  <a:pt x="19423" y="12513"/>
                </a:lnTo>
                <a:lnTo>
                  <a:pt x="15968" y="15967"/>
                </a:lnTo>
                <a:lnTo>
                  <a:pt x="12513" y="19423"/>
                </a:lnTo>
                <a:lnTo>
                  <a:pt x="6910" y="19423"/>
                </a:lnTo>
                <a:lnTo>
                  <a:pt x="3455" y="15967"/>
                </a:lnTo>
                <a:lnTo>
                  <a:pt x="0" y="12513"/>
                </a:lnTo>
                <a:lnTo>
                  <a:pt x="0" y="6910"/>
                </a:lnTo>
                <a:lnTo>
                  <a:pt x="3455" y="3455"/>
                </a:lnTo>
                <a:lnTo>
                  <a:pt x="6910" y="0"/>
                </a:lnTo>
                <a:lnTo>
                  <a:pt x="12513" y="0"/>
                </a:lnTo>
                <a:lnTo>
                  <a:pt x="15968" y="3455"/>
                </a:lnTo>
              </a:path>
            </a:pathLst>
          </a:custGeom>
          <a:ln w="1572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5" name="object 485"/>
          <p:cNvSpPr/>
          <p:nvPr/>
        </p:nvSpPr>
        <p:spPr>
          <a:xfrm>
            <a:off x="2556877" y="4458692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5968" y="3455"/>
                </a:moveTo>
                <a:lnTo>
                  <a:pt x="19423" y="6910"/>
                </a:lnTo>
                <a:lnTo>
                  <a:pt x="19423" y="12513"/>
                </a:lnTo>
                <a:lnTo>
                  <a:pt x="15968" y="15967"/>
                </a:lnTo>
                <a:lnTo>
                  <a:pt x="12513" y="19423"/>
                </a:lnTo>
                <a:lnTo>
                  <a:pt x="6910" y="19423"/>
                </a:lnTo>
                <a:lnTo>
                  <a:pt x="3455" y="15967"/>
                </a:lnTo>
                <a:lnTo>
                  <a:pt x="0" y="12513"/>
                </a:lnTo>
                <a:lnTo>
                  <a:pt x="0" y="6910"/>
                </a:lnTo>
                <a:lnTo>
                  <a:pt x="3455" y="3455"/>
                </a:lnTo>
                <a:lnTo>
                  <a:pt x="6910" y="0"/>
                </a:lnTo>
                <a:lnTo>
                  <a:pt x="12513" y="0"/>
                </a:lnTo>
                <a:lnTo>
                  <a:pt x="15968" y="3455"/>
                </a:lnTo>
              </a:path>
            </a:pathLst>
          </a:custGeom>
          <a:ln w="1572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11180674" y="4690667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3762068" y="6031817"/>
            <a:ext cx="31305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>
                <a:latin typeface="Arial"/>
                <a:cs typeface="Arial"/>
              </a:rPr>
              <a:t>x1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1915851" y="6729369"/>
            <a:ext cx="955675" cy="5480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Arial"/>
                <a:cs typeface="Arial"/>
              </a:rPr>
              <a:t>Input Encoding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3344228" y="5264846"/>
            <a:ext cx="6826884" cy="2332990"/>
            <a:chOff x="3344228" y="5264846"/>
            <a:chExt cx="6826884" cy="2332990"/>
          </a:xfrm>
        </p:grpSpPr>
        <p:sp>
          <p:nvSpPr>
            <p:cNvPr id="192" name="object 192"/>
            <p:cNvSpPr/>
            <p:nvPr/>
          </p:nvSpPr>
          <p:spPr>
            <a:xfrm>
              <a:off x="5082366" y="6050225"/>
              <a:ext cx="5081270" cy="342265"/>
            </a:xfrm>
            <a:custGeom>
              <a:avLst/>
              <a:gdLst/>
              <a:ahLst/>
              <a:cxnLst/>
              <a:rect l="l" t="t" r="r" b="b"/>
              <a:pathLst>
                <a:path w="5081270" h="342264">
                  <a:moveTo>
                    <a:pt x="78648" y="0"/>
                  </a:moveTo>
                  <a:lnTo>
                    <a:pt x="629189" y="0"/>
                  </a:lnTo>
                  <a:lnTo>
                    <a:pt x="659803" y="6180"/>
                  </a:lnTo>
                  <a:lnTo>
                    <a:pt x="684802" y="23035"/>
                  </a:lnTo>
                  <a:lnTo>
                    <a:pt x="701658" y="48035"/>
                  </a:lnTo>
                  <a:lnTo>
                    <a:pt x="707838" y="78648"/>
                  </a:lnTo>
                  <a:lnTo>
                    <a:pt x="707838" y="263476"/>
                  </a:lnTo>
                  <a:lnTo>
                    <a:pt x="701658" y="294089"/>
                  </a:lnTo>
                  <a:lnTo>
                    <a:pt x="684802" y="319089"/>
                  </a:lnTo>
                  <a:lnTo>
                    <a:pt x="659803" y="335944"/>
                  </a:lnTo>
                  <a:lnTo>
                    <a:pt x="629189" y="342125"/>
                  </a:lnTo>
                  <a:lnTo>
                    <a:pt x="78648" y="342125"/>
                  </a:lnTo>
                  <a:lnTo>
                    <a:pt x="48035" y="335944"/>
                  </a:lnTo>
                  <a:lnTo>
                    <a:pt x="23035" y="319089"/>
                  </a:lnTo>
                  <a:lnTo>
                    <a:pt x="6180" y="294089"/>
                  </a:lnTo>
                  <a:lnTo>
                    <a:pt x="0" y="263476"/>
                  </a:lnTo>
                  <a:lnTo>
                    <a:pt x="0" y="78648"/>
                  </a:lnTo>
                  <a:lnTo>
                    <a:pt x="6180" y="48035"/>
                  </a:lnTo>
                  <a:lnTo>
                    <a:pt x="23035" y="23035"/>
                  </a:lnTo>
                  <a:lnTo>
                    <a:pt x="48035" y="6180"/>
                  </a:lnTo>
                  <a:lnTo>
                    <a:pt x="78648" y="0"/>
                  </a:lnTo>
                  <a:close/>
                </a:path>
                <a:path w="5081270" h="342264">
                  <a:moveTo>
                    <a:pt x="1478596" y="0"/>
                  </a:moveTo>
                  <a:lnTo>
                    <a:pt x="2029137" y="0"/>
                  </a:lnTo>
                  <a:lnTo>
                    <a:pt x="2059751" y="6180"/>
                  </a:lnTo>
                  <a:lnTo>
                    <a:pt x="2084750" y="23035"/>
                  </a:lnTo>
                  <a:lnTo>
                    <a:pt x="2101605" y="48035"/>
                  </a:lnTo>
                  <a:lnTo>
                    <a:pt x="2107786" y="78648"/>
                  </a:lnTo>
                  <a:lnTo>
                    <a:pt x="2107786" y="263476"/>
                  </a:lnTo>
                  <a:lnTo>
                    <a:pt x="2101605" y="294089"/>
                  </a:lnTo>
                  <a:lnTo>
                    <a:pt x="2084750" y="319089"/>
                  </a:lnTo>
                  <a:lnTo>
                    <a:pt x="2059751" y="335944"/>
                  </a:lnTo>
                  <a:lnTo>
                    <a:pt x="2029137" y="342125"/>
                  </a:lnTo>
                  <a:lnTo>
                    <a:pt x="1478596" y="342125"/>
                  </a:lnTo>
                  <a:lnTo>
                    <a:pt x="1447982" y="335944"/>
                  </a:lnTo>
                  <a:lnTo>
                    <a:pt x="1422983" y="319089"/>
                  </a:lnTo>
                  <a:lnTo>
                    <a:pt x="1406128" y="294089"/>
                  </a:lnTo>
                  <a:lnTo>
                    <a:pt x="1399947" y="263476"/>
                  </a:lnTo>
                  <a:lnTo>
                    <a:pt x="1399947" y="78648"/>
                  </a:lnTo>
                  <a:lnTo>
                    <a:pt x="1406128" y="48035"/>
                  </a:lnTo>
                  <a:lnTo>
                    <a:pt x="1422983" y="23035"/>
                  </a:lnTo>
                  <a:lnTo>
                    <a:pt x="1447982" y="6180"/>
                  </a:lnTo>
                  <a:lnTo>
                    <a:pt x="1478596" y="0"/>
                  </a:lnTo>
                  <a:close/>
                </a:path>
                <a:path w="5081270" h="342264">
                  <a:moveTo>
                    <a:pt x="2980787" y="0"/>
                  </a:moveTo>
                  <a:lnTo>
                    <a:pt x="3531328" y="0"/>
                  </a:lnTo>
                  <a:lnTo>
                    <a:pt x="3561942" y="6180"/>
                  </a:lnTo>
                  <a:lnTo>
                    <a:pt x="3586941" y="23035"/>
                  </a:lnTo>
                  <a:lnTo>
                    <a:pt x="3603796" y="48035"/>
                  </a:lnTo>
                  <a:lnTo>
                    <a:pt x="3609977" y="78648"/>
                  </a:lnTo>
                  <a:lnTo>
                    <a:pt x="3609977" y="263476"/>
                  </a:lnTo>
                  <a:lnTo>
                    <a:pt x="3603796" y="294089"/>
                  </a:lnTo>
                  <a:lnTo>
                    <a:pt x="3586941" y="319089"/>
                  </a:lnTo>
                  <a:lnTo>
                    <a:pt x="3561942" y="335944"/>
                  </a:lnTo>
                  <a:lnTo>
                    <a:pt x="3531328" y="342125"/>
                  </a:lnTo>
                  <a:lnTo>
                    <a:pt x="2980787" y="342125"/>
                  </a:lnTo>
                  <a:lnTo>
                    <a:pt x="2950174" y="335944"/>
                  </a:lnTo>
                  <a:lnTo>
                    <a:pt x="2925174" y="319089"/>
                  </a:lnTo>
                  <a:lnTo>
                    <a:pt x="2908319" y="294089"/>
                  </a:lnTo>
                  <a:lnTo>
                    <a:pt x="2902138" y="263476"/>
                  </a:lnTo>
                  <a:lnTo>
                    <a:pt x="2902138" y="78648"/>
                  </a:lnTo>
                  <a:lnTo>
                    <a:pt x="2908319" y="48035"/>
                  </a:lnTo>
                  <a:lnTo>
                    <a:pt x="2925174" y="23035"/>
                  </a:lnTo>
                  <a:lnTo>
                    <a:pt x="2950174" y="6180"/>
                  </a:lnTo>
                  <a:lnTo>
                    <a:pt x="2980787" y="0"/>
                  </a:lnTo>
                  <a:close/>
                </a:path>
                <a:path w="5081270" h="342264">
                  <a:moveTo>
                    <a:pt x="4451519" y="0"/>
                  </a:moveTo>
                  <a:lnTo>
                    <a:pt x="5002060" y="0"/>
                  </a:lnTo>
                  <a:lnTo>
                    <a:pt x="5032673" y="6180"/>
                  </a:lnTo>
                  <a:lnTo>
                    <a:pt x="5057673" y="23035"/>
                  </a:lnTo>
                  <a:lnTo>
                    <a:pt x="5074528" y="48035"/>
                  </a:lnTo>
                  <a:lnTo>
                    <a:pt x="5080709" y="78648"/>
                  </a:lnTo>
                  <a:lnTo>
                    <a:pt x="5080709" y="263476"/>
                  </a:lnTo>
                  <a:lnTo>
                    <a:pt x="5074528" y="294089"/>
                  </a:lnTo>
                  <a:lnTo>
                    <a:pt x="5057673" y="319089"/>
                  </a:lnTo>
                  <a:lnTo>
                    <a:pt x="5032673" y="335944"/>
                  </a:lnTo>
                  <a:lnTo>
                    <a:pt x="5002060" y="342125"/>
                  </a:lnTo>
                  <a:lnTo>
                    <a:pt x="4451519" y="342125"/>
                  </a:lnTo>
                  <a:lnTo>
                    <a:pt x="4420905" y="335944"/>
                  </a:lnTo>
                  <a:lnTo>
                    <a:pt x="4395906" y="319089"/>
                  </a:lnTo>
                  <a:lnTo>
                    <a:pt x="4379050" y="294089"/>
                  </a:lnTo>
                  <a:lnTo>
                    <a:pt x="4372870" y="263476"/>
                  </a:lnTo>
                  <a:lnTo>
                    <a:pt x="4372870" y="78648"/>
                  </a:lnTo>
                  <a:lnTo>
                    <a:pt x="4379050" y="48035"/>
                  </a:lnTo>
                  <a:lnTo>
                    <a:pt x="4395906" y="23035"/>
                  </a:lnTo>
                  <a:lnTo>
                    <a:pt x="4420905" y="6180"/>
                  </a:lnTo>
                  <a:lnTo>
                    <a:pt x="4451519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3493660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3493661" y="5272784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3493660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3493661" y="537660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3493660" y="5480416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3493661" y="548041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3493660" y="558423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4"/>
                  </a:lnTo>
                  <a:lnTo>
                    <a:pt x="849406" y="70784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3493661" y="558423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44228" y="6543748"/>
              <a:ext cx="1274109" cy="1053893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3407147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4" h="920750">
                  <a:moveTo>
                    <a:pt x="928055" y="0"/>
                  </a:moveTo>
                  <a:lnTo>
                    <a:pt x="220216" y="0"/>
                  </a:lnTo>
                  <a:lnTo>
                    <a:pt x="175835" y="4474"/>
                  </a:lnTo>
                  <a:lnTo>
                    <a:pt x="134498" y="17305"/>
                  </a:lnTo>
                  <a:lnTo>
                    <a:pt x="97091" y="37609"/>
                  </a:lnTo>
                  <a:lnTo>
                    <a:pt x="64499" y="64499"/>
                  </a:lnTo>
                  <a:lnTo>
                    <a:pt x="37609" y="97091"/>
                  </a:lnTo>
                  <a:lnTo>
                    <a:pt x="17305" y="134498"/>
                  </a:lnTo>
                  <a:lnTo>
                    <a:pt x="4474" y="175835"/>
                  </a:lnTo>
                  <a:lnTo>
                    <a:pt x="0" y="220216"/>
                  </a:lnTo>
                  <a:lnTo>
                    <a:pt x="0" y="699974"/>
                  </a:lnTo>
                  <a:lnTo>
                    <a:pt x="4474" y="744355"/>
                  </a:lnTo>
                  <a:lnTo>
                    <a:pt x="17305" y="785692"/>
                  </a:lnTo>
                  <a:lnTo>
                    <a:pt x="37609" y="823099"/>
                  </a:lnTo>
                  <a:lnTo>
                    <a:pt x="64499" y="855690"/>
                  </a:lnTo>
                  <a:lnTo>
                    <a:pt x="97091" y="882581"/>
                  </a:lnTo>
                  <a:lnTo>
                    <a:pt x="134498" y="902885"/>
                  </a:lnTo>
                  <a:lnTo>
                    <a:pt x="175835" y="915716"/>
                  </a:lnTo>
                  <a:lnTo>
                    <a:pt x="220216" y="920190"/>
                  </a:lnTo>
                  <a:lnTo>
                    <a:pt x="928055" y="920190"/>
                  </a:lnTo>
                  <a:lnTo>
                    <a:pt x="972436" y="915716"/>
                  </a:lnTo>
                  <a:lnTo>
                    <a:pt x="1013773" y="902885"/>
                  </a:lnTo>
                  <a:lnTo>
                    <a:pt x="1051180" y="882581"/>
                  </a:lnTo>
                  <a:lnTo>
                    <a:pt x="1083771" y="855690"/>
                  </a:lnTo>
                  <a:lnTo>
                    <a:pt x="1110662" y="823099"/>
                  </a:lnTo>
                  <a:lnTo>
                    <a:pt x="1130966" y="785692"/>
                  </a:lnTo>
                  <a:lnTo>
                    <a:pt x="1143797" y="744355"/>
                  </a:lnTo>
                  <a:lnTo>
                    <a:pt x="1148271" y="699974"/>
                  </a:lnTo>
                  <a:lnTo>
                    <a:pt x="1148271" y="220216"/>
                  </a:lnTo>
                  <a:lnTo>
                    <a:pt x="1143797" y="175835"/>
                  </a:lnTo>
                  <a:lnTo>
                    <a:pt x="1130966" y="134498"/>
                  </a:lnTo>
                  <a:lnTo>
                    <a:pt x="1110662" y="97091"/>
                  </a:lnTo>
                  <a:lnTo>
                    <a:pt x="1083771" y="64499"/>
                  </a:lnTo>
                  <a:lnTo>
                    <a:pt x="1051180" y="37609"/>
                  </a:lnTo>
                  <a:lnTo>
                    <a:pt x="1013773" y="17305"/>
                  </a:lnTo>
                  <a:lnTo>
                    <a:pt x="972436" y="4474"/>
                  </a:lnTo>
                  <a:lnTo>
                    <a:pt x="928055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3407147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4" h="920750">
                  <a:moveTo>
                    <a:pt x="220216" y="0"/>
                  </a:moveTo>
                  <a:lnTo>
                    <a:pt x="928055" y="0"/>
                  </a:lnTo>
                  <a:lnTo>
                    <a:pt x="972436" y="4474"/>
                  </a:lnTo>
                  <a:lnTo>
                    <a:pt x="1013773" y="17305"/>
                  </a:lnTo>
                  <a:lnTo>
                    <a:pt x="1051180" y="37609"/>
                  </a:lnTo>
                  <a:lnTo>
                    <a:pt x="1083771" y="64499"/>
                  </a:lnTo>
                  <a:lnTo>
                    <a:pt x="1110662" y="97091"/>
                  </a:lnTo>
                  <a:lnTo>
                    <a:pt x="1130966" y="134498"/>
                  </a:lnTo>
                  <a:lnTo>
                    <a:pt x="1143797" y="175835"/>
                  </a:lnTo>
                  <a:lnTo>
                    <a:pt x="1148271" y="220216"/>
                  </a:lnTo>
                  <a:lnTo>
                    <a:pt x="1148271" y="699973"/>
                  </a:lnTo>
                  <a:lnTo>
                    <a:pt x="1143797" y="744355"/>
                  </a:lnTo>
                  <a:lnTo>
                    <a:pt x="1130966" y="785692"/>
                  </a:lnTo>
                  <a:lnTo>
                    <a:pt x="1110662" y="823099"/>
                  </a:lnTo>
                  <a:lnTo>
                    <a:pt x="1083771" y="855690"/>
                  </a:lnTo>
                  <a:lnTo>
                    <a:pt x="1051180" y="882580"/>
                  </a:lnTo>
                  <a:lnTo>
                    <a:pt x="1013773" y="902884"/>
                  </a:lnTo>
                  <a:lnTo>
                    <a:pt x="972436" y="915716"/>
                  </a:lnTo>
                  <a:lnTo>
                    <a:pt x="928055" y="920190"/>
                  </a:lnTo>
                  <a:lnTo>
                    <a:pt x="220216" y="920190"/>
                  </a:lnTo>
                  <a:lnTo>
                    <a:pt x="175835" y="915716"/>
                  </a:lnTo>
                  <a:lnTo>
                    <a:pt x="134498" y="902884"/>
                  </a:lnTo>
                  <a:lnTo>
                    <a:pt x="97091" y="882580"/>
                  </a:lnTo>
                  <a:lnTo>
                    <a:pt x="64499" y="855690"/>
                  </a:lnTo>
                  <a:lnTo>
                    <a:pt x="37609" y="823099"/>
                  </a:lnTo>
                  <a:lnTo>
                    <a:pt x="17305" y="785692"/>
                  </a:lnTo>
                  <a:lnTo>
                    <a:pt x="4474" y="744355"/>
                  </a:lnTo>
                  <a:lnTo>
                    <a:pt x="0" y="699973"/>
                  </a:lnTo>
                  <a:lnTo>
                    <a:pt x="0" y="220216"/>
                  </a:lnTo>
                  <a:lnTo>
                    <a:pt x="4474" y="175835"/>
                  </a:lnTo>
                  <a:lnTo>
                    <a:pt x="17305" y="134498"/>
                  </a:lnTo>
                  <a:lnTo>
                    <a:pt x="37609" y="97091"/>
                  </a:lnTo>
                  <a:lnTo>
                    <a:pt x="64499" y="64499"/>
                  </a:lnTo>
                  <a:lnTo>
                    <a:pt x="97091" y="37609"/>
                  </a:lnTo>
                  <a:lnTo>
                    <a:pt x="134498" y="17305"/>
                  </a:lnTo>
                  <a:lnTo>
                    <a:pt x="175835" y="4474"/>
                  </a:lnTo>
                  <a:lnTo>
                    <a:pt x="220216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493660" y="7047100"/>
              <a:ext cx="849630" cy="283210"/>
            </a:xfrm>
            <a:custGeom>
              <a:avLst/>
              <a:gdLst/>
              <a:ahLst/>
              <a:cxnLst/>
              <a:rect l="l" t="t" r="r" b="b"/>
              <a:pathLst>
                <a:path w="849629" h="283209">
                  <a:moveTo>
                    <a:pt x="707839" y="0"/>
                  </a:moveTo>
                  <a:lnTo>
                    <a:pt x="141568" y="0"/>
                  </a:lnTo>
                  <a:lnTo>
                    <a:pt x="0" y="283135"/>
                  </a:lnTo>
                  <a:lnTo>
                    <a:pt x="849406" y="283135"/>
                  </a:lnTo>
                  <a:lnTo>
                    <a:pt x="707839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493661" y="6942297"/>
              <a:ext cx="849630" cy="387985"/>
            </a:xfrm>
            <a:custGeom>
              <a:avLst/>
              <a:gdLst/>
              <a:ahLst/>
              <a:cxnLst/>
              <a:rect l="l" t="t" r="r" b="b"/>
              <a:pathLst>
                <a:path w="849629" h="387984">
                  <a:moveTo>
                    <a:pt x="0" y="387938"/>
                  </a:moveTo>
                  <a:lnTo>
                    <a:pt x="849406" y="387938"/>
                  </a:lnTo>
                  <a:lnTo>
                    <a:pt x="707838" y="104802"/>
                  </a:lnTo>
                  <a:lnTo>
                    <a:pt x="141567" y="104802"/>
                  </a:lnTo>
                  <a:lnTo>
                    <a:pt x="0" y="387938"/>
                  </a:lnTo>
                  <a:close/>
                </a:path>
                <a:path w="849629" h="387984">
                  <a:moveTo>
                    <a:pt x="423380" y="104802"/>
                  </a:moveTo>
                  <a:lnTo>
                    <a:pt x="42240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3892688" y="690297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6"/>
                  </a:lnTo>
                  <a:lnTo>
                    <a:pt x="23373" y="39323"/>
                  </a:lnTo>
                  <a:lnTo>
                    <a:pt x="38173" y="39323"/>
                  </a:lnTo>
                  <a:lnTo>
                    <a:pt x="23006" y="0"/>
                  </a:lnTo>
                  <a:close/>
                </a:path>
                <a:path w="47625" h="63500">
                  <a:moveTo>
                    <a:pt x="38173" y="39323"/>
                  </a:moveTo>
                  <a:lnTo>
                    <a:pt x="23373" y="39323"/>
                  </a:lnTo>
                  <a:lnTo>
                    <a:pt x="47188" y="62695"/>
                  </a:lnTo>
                  <a:lnTo>
                    <a:pt x="38173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3892689" y="6902974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7"/>
                  </a:lnTo>
                  <a:lnTo>
                    <a:pt x="23372" y="39322"/>
                  </a:lnTo>
                  <a:lnTo>
                    <a:pt x="47187" y="62695"/>
                  </a:lnTo>
                  <a:lnTo>
                    <a:pt x="23006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4" name="object 214"/>
          <p:cNvGrpSpPr/>
          <p:nvPr/>
        </p:nvGrpSpPr>
        <p:grpSpPr>
          <a:xfrm>
            <a:off x="3800319" y="6653783"/>
            <a:ext cx="412750" cy="228600"/>
            <a:chOff x="3800319" y="6653783"/>
            <a:chExt cx="412750" cy="228600"/>
          </a:xfrm>
        </p:grpSpPr>
        <p:sp>
          <p:nvSpPr>
            <p:cNvPr id="215" name="object 215"/>
            <p:cNvSpPr/>
            <p:nvPr/>
          </p:nvSpPr>
          <p:spPr>
            <a:xfrm>
              <a:off x="4089609" y="6768243"/>
              <a:ext cx="115570" cy="635"/>
            </a:xfrm>
            <a:custGeom>
              <a:avLst/>
              <a:gdLst/>
              <a:ahLst/>
              <a:cxnLst/>
              <a:rect l="l" t="t" r="r" b="b"/>
              <a:pathLst>
                <a:path w="115570" h="634">
                  <a:moveTo>
                    <a:pt x="115288" y="226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4050077" y="6744695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63173" y="0"/>
                  </a:moveTo>
                  <a:lnTo>
                    <a:pt x="0" y="23547"/>
                  </a:lnTo>
                  <a:lnTo>
                    <a:pt x="413" y="23547"/>
                  </a:lnTo>
                  <a:lnTo>
                    <a:pt x="63079" y="47189"/>
                  </a:lnTo>
                  <a:lnTo>
                    <a:pt x="39532" y="23547"/>
                  </a:lnTo>
                  <a:lnTo>
                    <a:pt x="63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4050285" y="6744694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0" y="23470"/>
                  </a:moveTo>
                  <a:lnTo>
                    <a:pt x="62871" y="47189"/>
                  </a:lnTo>
                  <a:lnTo>
                    <a:pt x="39324" y="23549"/>
                  </a:lnTo>
                  <a:lnTo>
                    <a:pt x="62966" y="0"/>
                  </a:lnTo>
                  <a:lnTo>
                    <a:pt x="0" y="2347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3808256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106175" y="0"/>
                  </a:moveTo>
                  <a:lnTo>
                    <a:pt x="0" y="106175"/>
                  </a:lnTo>
                  <a:lnTo>
                    <a:pt x="106175" y="212351"/>
                  </a:lnTo>
                  <a:lnTo>
                    <a:pt x="212351" y="106175"/>
                  </a:lnTo>
                  <a:lnTo>
                    <a:pt x="106175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3808256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106175"/>
                  </a:moveTo>
                  <a:lnTo>
                    <a:pt x="106175" y="212351"/>
                  </a:lnTo>
                  <a:lnTo>
                    <a:pt x="0" y="106175"/>
                  </a:lnTo>
                  <a:lnTo>
                    <a:pt x="106175" y="0"/>
                  </a:lnTo>
                  <a:lnTo>
                    <a:pt x="212351" y="106175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0" name="object 220"/>
          <p:cNvSpPr txBox="1"/>
          <p:nvPr/>
        </p:nvSpPr>
        <p:spPr>
          <a:xfrm>
            <a:off x="3828777" y="6441915"/>
            <a:ext cx="179705" cy="90106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270"/>
              </a:spcBef>
            </a:pPr>
            <a:r>
              <a:rPr dirty="0" sz="1700" spc="-50">
                <a:latin typeface="Arial"/>
                <a:cs typeface="Arial"/>
              </a:rPr>
              <a:t>+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950" spc="-50">
                <a:latin typeface="Arial"/>
                <a:cs typeface="Arial"/>
              </a:rPr>
              <a:t>E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210" name="object 210"/>
          <p:cNvGrpSpPr/>
          <p:nvPr/>
        </p:nvGrpSpPr>
        <p:grpSpPr>
          <a:xfrm>
            <a:off x="4220627" y="6655554"/>
            <a:ext cx="228600" cy="228600"/>
            <a:chOff x="4220627" y="6655554"/>
            <a:chExt cx="228600" cy="228600"/>
          </a:xfrm>
        </p:grpSpPr>
        <p:sp>
          <p:nvSpPr>
            <p:cNvPr id="211" name="object 211"/>
            <p:cNvSpPr/>
            <p:nvPr/>
          </p:nvSpPr>
          <p:spPr>
            <a:xfrm>
              <a:off x="4228491" y="6663420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0"/>
                  </a:moveTo>
                  <a:lnTo>
                    <a:pt x="0" y="0"/>
                  </a:lnTo>
                  <a:lnTo>
                    <a:pt x="0" y="212351"/>
                  </a:lnTo>
                  <a:lnTo>
                    <a:pt x="212351" y="212351"/>
                  </a:lnTo>
                  <a:lnTo>
                    <a:pt x="212351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4228492" y="6663419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0" y="0"/>
                  </a:moveTo>
                  <a:lnTo>
                    <a:pt x="212351" y="0"/>
                  </a:lnTo>
                  <a:lnTo>
                    <a:pt x="212351" y="212351"/>
                  </a:lnTo>
                  <a:lnTo>
                    <a:pt x="0" y="212351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/>
          <p:cNvSpPr txBox="1"/>
          <p:nvPr/>
        </p:nvSpPr>
        <p:spPr>
          <a:xfrm>
            <a:off x="4270846" y="6611395"/>
            <a:ext cx="147955" cy="290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11180674" y="6759130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790013" y="7664911"/>
            <a:ext cx="1249680" cy="290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Arial"/>
                <a:cs typeface="Arial"/>
              </a:rPr>
              <a:t>Input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tokens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709042" y="7608536"/>
            <a:ext cx="410209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25">
                <a:latin typeface="Arial"/>
                <a:cs typeface="Arial"/>
              </a:rPr>
              <a:t>So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132585" y="7608536"/>
            <a:ext cx="631825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20">
                <a:latin typeface="Arial"/>
                <a:cs typeface="Arial"/>
              </a:rPr>
              <a:t>long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221" name="object 221"/>
          <p:cNvGrpSpPr/>
          <p:nvPr/>
        </p:nvGrpSpPr>
        <p:grpSpPr>
          <a:xfrm>
            <a:off x="3885204" y="6414298"/>
            <a:ext cx="2259330" cy="1230630"/>
            <a:chOff x="3885204" y="6414298"/>
            <a:chExt cx="2259330" cy="1230630"/>
          </a:xfrm>
        </p:grpSpPr>
        <p:sp>
          <p:nvSpPr>
            <p:cNvPr id="222" name="object 222"/>
            <p:cNvSpPr/>
            <p:nvPr/>
          </p:nvSpPr>
          <p:spPr>
            <a:xfrm>
              <a:off x="3915248" y="7399445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4" h="238125">
                  <a:moveTo>
                    <a:pt x="0" y="237520"/>
                  </a:moveTo>
                  <a:lnTo>
                    <a:pt x="1651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3893141" y="736012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38466" y="39323"/>
                  </a:moveTo>
                  <a:lnTo>
                    <a:pt x="23757" y="39323"/>
                  </a:lnTo>
                  <a:lnTo>
                    <a:pt x="47188" y="63081"/>
                  </a:lnTo>
                  <a:lnTo>
                    <a:pt x="38466" y="39323"/>
                  </a:lnTo>
                  <a:close/>
                </a:path>
                <a:path w="47625" h="63500">
                  <a:moveTo>
                    <a:pt x="24029" y="0"/>
                  </a:moveTo>
                  <a:lnTo>
                    <a:pt x="0" y="62753"/>
                  </a:lnTo>
                  <a:lnTo>
                    <a:pt x="23757" y="39323"/>
                  </a:lnTo>
                  <a:lnTo>
                    <a:pt x="38466" y="39323"/>
                  </a:lnTo>
                  <a:lnTo>
                    <a:pt x="240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3893142" y="7360122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4030" y="0"/>
                  </a:moveTo>
                  <a:lnTo>
                    <a:pt x="0" y="62752"/>
                  </a:lnTo>
                  <a:lnTo>
                    <a:pt x="23758" y="39322"/>
                  </a:lnTo>
                  <a:lnTo>
                    <a:pt x="47187" y="63081"/>
                  </a:lnTo>
                  <a:lnTo>
                    <a:pt x="2403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3915531" y="6461558"/>
              <a:ext cx="2540" cy="201295"/>
            </a:xfrm>
            <a:custGeom>
              <a:avLst/>
              <a:gdLst/>
              <a:ahLst/>
              <a:cxnLst/>
              <a:rect l="l" t="t" r="r" b="b"/>
              <a:pathLst>
                <a:path w="2539" h="201295">
                  <a:moveTo>
                    <a:pt x="0" y="201262"/>
                  </a:moveTo>
                  <a:lnTo>
                    <a:pt x="2107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3893799" y="642223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38529" y="39323"/>
                  </a:moveTo>
                  <a:lnTo>
                    <a:pt x="23839" y="39323"/>
                  </a:lnTo>
                  <a:lnTo>
                    <a:pt x="47185" y="63162"/>
                  </a:lnTo>
                  <a:lnTo>
                    <a:pt x="38529" y="39323"/>
                  </a:lnTo>
                  <a:close/>
                </a:path>
                <a:path w="47625" h="63500">
                  <a:moveTo>
                    <a:pt x="24251" y="0"/>
                  </a:moveTo>
                  <a:lnTo>
                    <a:pt x="0" y="62668"/>
                  </a:lnTo>
                  <a:lnTo>
                    <a:pt x="23839" y="39323"/>
                  </a:lnTo>
                  <a:lnTo>
                    <a:pt x="38529" y="39323"/>
                  </a:lnTo>
                  <a:lnTo>
                    <a:pt x="242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3893799" y="642223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4252" y="0"/>
                  </a:moveTo>
                  <a:lnTo>
                    <a:pt x="0" y="62668"/>
                  </a:lnTo>
                  <a:lnTo>
                    <a:pt x="23840" y="39322"/>
                  </a:lnTo>
                  <a:lnTo>
                    <a:pt x="47186" y="63162"/>
                  </a:lnTo>
                  <a:lnTo>
                    <a:pt x="24252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70014" y="6543748"/>
              <a:ext cx="1274109" cy="1053893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4940797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4" h="920750">
                  <a:moveTo>
                    <a:pt x="928055" y="0"/>
                  </a:moveTo>
                  <a:lnTo>
                    <a:pt x="220216" y="0"/>
                  </a:lnTo>
                  <a:lnTo>
                    <a:pt x="175835" y="4474"/>
                  </a:lnTo>
                  <a:lnTo>
                    <a:pt x="134498" y="17305"/>
                  </a:lnTo>
                  <a:lnTo>
                    <a:pt x="97091" y="37609"/>
                  </a:lnTo>
                  <a:lnTo>
                    <a:pt x="64499" y="64499"/>
                  </a:lnTo>
                  <a:lnTo>
                    <a:pt x="37609" y="97091"/>
                  </a:lnTo>
                  <a:lnTo>
                    <a:pt x="17305" y="134498"/>
                  </a:lnTo>
                  <a:lnTo>
                    <a:pt x="4474" y="175835"/>
                  </a:lnTo>
                  <a:lnTo>
                    <a:pt x="0" y="220216"/>
                  </a:lnTo>
                  <a:lnTo>
                    <a:pt x="0" y="699974"/>
                  </a:lnTo>
                  <a:lnTo>
                    <a:pt x="4474" y="744355"/>
                  </a:lnTo>
                  <a:lnTo>
                    <a:pt x="17305" y="785692"/>
                  </a:lnTo>
                  <a:lnTo>
                    <a:pt x="37609" y="823099"/>
                  </a:lnTo>
                  <a:lnTo>
                    <a:pt x="64499" y="855690"/>
                  </a:lnTo>
                  <a:lnTo>
                    <a:pt x="97091" y="882581"/>
                  </a:lnTo>
                  <a:lnTo>
                    <a:pt x="134498" y="902885"/>
                  </a:lnTo>
                  <a:lnTo>
                    <a:pt x="175835" y="915716"/>
                  </a:lnTo>
                  <a:lnTo>
                    <a:pt x="220216" y="920190"/>
                  </a:lnTo>
                  <a:lnTo>
                    <a:pt x="928055" y="920190"/>
                  </a:lnTo>
                  <a:lnTo>
                    <a:pt x="972436" y="915716"/>
                  </a:lnTo>
                  <a:lnTo>
                    <a:pt x="1013773" y="902885"/>
                  </a:lnTo>
                  <a:lnTo>
                    <a:pt x="1051180" y="882581"/>
                  </a:lnTo>
                  <a:lnTo>
                    <a:pt x="1083771" y="855690"/>
                  </a:lnTo>
                  <a:lnTo>
                    <a:pt x="1110662" y="823099"/>
                  </a:lnTo>
                  <a:lnTo>
                    <a:pt x="1130966" y="785692"/>
                  </a:lnTo>
                  <a:lnTo>
                    <a:pt x="1143797" y="744355"/>
                  </a:lnTo>
                  <a:lnTo>
                    <a:pt x="1148271" y="699974"/>
                  </a:lnTo>
                  <a:lnTo>
                    <a:pt x="1148271" y="220216"/>
                  </a:lnTo>
                  <a:lnTo>
                    <a:pt x="1143797" y="175835"/>
                  </a:lnTo>
                  <a:lnTo>
                    <a:pt x="1130966" y="134498"/>
                  </a:lnTo>
                  <a:lnTo>
                    <a:pt x="1110662" y="97091"/>
                  </a:lnTo>
                  <a:lnTo>
                    <a:pt x="1083771" y="64499"/>
                  </a:lnTo>
                  <a:lnTo>
                    <a:pt x="1051180" y="37609"/>
                  </a:lnTo>
                  <a:lnTo>
                    <a:pt x="1013773" y="17305"/>
                  </a:lnTo>
                  <a:lnTo>
                    <a:pt x="972436" y="4474"/>
                  </a:lnTo>
                  <a:lnTo>
                    <a:pt x="928055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4940798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4" h="920750">
                  <a:moveTo>
                    <a:pt x="220216" y="0"/>
                  </a:moveTo>
                  <a:lnTo>
                    <a:pt x="928055" y="0"/>
                  </a:lnTo>
                  <a:lnTo>
                    <a:pt x="972436" y="4474"/>
                  </a:lnTo>
                  <a:lnTo>
                    <a:pt x="1013773" y="17305"/>
                  </a:lnTo>
                  <a:lnTo>
                    <a:pt x="1051180" y="37609"/>
                  </a:lnTo>
                  <a:lnTo>
                    <a:pt x="1083771" y="64499"/>
                  </a:lnTo>
                  <a:lnTo>
                    <a:pt x="1110662" y="97091"/>
                  </a:lnTo>
                  <a:lnTo>
                    <a:pt x="1130966" y="134498"/>
                  </a:lnTo>
                  <a:lnTo>
                    <a:pt x="1143797" y="175835"/>
                  </a:lnTo>
                  <a:lnTo>
                    <a:pt x="1148271" y="220216"/>
                  </a:lnTo>
                  <a:lnTo>
                    <a:pt x="1148271" y="699973"/>
                  </a:lnTo>
                  <a:lnTo>
                    <a:pt x="1143797" y="744355"/>
                  </a:lnTo>
                  <a:lnTo>
                    <a:pt x="1130966" y="785692"/>
                  </a:lnTo>
                  <a:lnTo>
                    <a:pt x="1110662" y="823099"/>
                  </a:lnTo>
                  <a:lnTo>
                    <a:pt x="1083771" y="855690"/>
                  </a:lnTo>
                  <a:lnTo>
                    <a:pt x="1051180" y="882580"/>
                  </a:lnTo>
                  <a:lnTo>
                    <a:pt x="1013773" y="902884"/>
                  </a:lnTo>
                  <a:lnTo>
                    <a:pt x="972436" y="915716"/>
                  </a:lnTo>
                  <a:lnTo>
                    <a:pt x="928055" y="920190"/>
                  </a:lnTo>
                  <a:lnTo>
                    <a:pt x="220216" y="920190"/>
                  </a:lnTo>
                  <a:lnTo>
                    <a:pt x="175835" y="915716"/>
                  </a:lnTo>
                  <a:lnTo>
                    <a:pt x="134498" y="902884"/>
                  </a:lnTo>
                  <a:lnTo>
                    <a:pt x="97091" y="882580"/>
                  </a:lnTo>
                  <a:lnTo>
                    <a:pt x="64499" y="855690"/>
                  </a:lnTo>
                  <a:lnTo>
                    <a:pt x="37609" y="823099"/>
                  </a:lnTo>
                  <a:lnTo>
                    <a:pt x="17305" y="785692"/>
                  </a:lnTo>
                  <a:lnTo>
                    <a:pt x="4474" y="744355"/>
                  </a:lnTo>
                  <a:lnTo>
                    <a:pt x="0" y="699973"/>
                  </a:lnTo>
                  <a:lnTo>
                    <a:pt x="0" y="220216"/>
                  </a:lnTo>
                  <a:lnTo>
                    <a:pt x="4474" y="175835"/>
                  </a:lnTo>
                  <a:lnTo>
                    <a:pt x="17305" y="134498"/>
                  </a:lnTo>
                  <a:lnTo>
                    <a:pt x="37609" y="97091"/>
                  </a:lnTo>
                  <a:lnTo>
                    <a:pt x="64499" y="64499"/>
                  </a:lnTo>
                  <a:lnTo>
                    <a:pt x="97091" y="37609"/>
                  </a:lnTo>
                  <a:lnTo>
                    <a:pt x="134498" y="17305"/>
                  </a:lnTo>
                  <a:lnTo>
                    <a:pt x="175835" y="4474"/>
                  </a:lnTo>
                  <a:lnTo>
                    <a:pt x="220216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5027311" y="7047100"/>
              <a:ext cx="849630" cy="283210"/>
            </a:xfrm>
            <a:custGeom>
              <a:avLst/>
              <a:gdLst/>
              <a:ahLst/>
              <a:cxnLst/>
              <a:rect l="l" t="t" r="r" b="b"/>
              <a:pathLst>
                <a:path w="849629" h="283209">
                  <a:moveTo>
                    <a:pt x="707839" y="0"/>
                  </a:moveTo>
                  <a:lnTo>
                    <a:pt x="141568" y="0"/>
                  </a:lnTo>
                  <a:lnTo>
                    <a:pt x="0" y="283135"/>
                  </a:lnTo>
                  <a:lnTo>
                    <a:pt x="849406" y="283135"/>
                  </a:lnTo>
                  <a:lnTo>
                    <a:pt x="707839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5027312" y="6942297"/>
              <a:ext cx="849630" cy="387985"/>
            </a:xfrm>
            <a:custGeom>
              <a:avLst/>
              <a:gdLst/>
              <a:ahLst/>
              <a:cxnLst/>
              <a:rect l="l" t="t" r="r" b="b"/>
              <a:pathLst>
                <a:path w="849629" h="387984">
                  <a:moveTo>
                    <a:pt x="0" y="387938"/>
                  </a:moveTo>
                  <a:lnTo>
                    <a:pt x="849406" y="387938"/>
                  </a:lnTo>
                  <a:lnTo>
                    <a:pt x="707838" y="104802"/>
                  </a:lnTo>
                  <a:lnTo>
                    <a:pt x="141567" y="104802"/>
                  </a:lnTo>
                  <a:lnTo>
                    <a:pt x="0" y="387938"/>
                  </a:lnTo>
                  <a:close/>
                </a:path>
                <a:path w="849629" h="387984">
                  <a:moveTo>
                    <a:pt x="423380" y="104802"/>
                  </a:moveTo>
                  <a:lnTo>
                    <a:pt x="42240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5426339" y="690297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6"/>
                  </a:lnTo>
                  <a:lnTo>
                    <a:pt x="23373" y="39323"/>
                  </a:lnTo>
                  <a:lnTo>
                    <a:pt x="38173" y="39323"/>
                  </a:lnTo>
                  <a:lnTo>
                    <a:pt x="23006" y="0"/>
                  </a:lnTo>
                  <a:close/>
                </a:path>
                <a:path w="47625" h="63500">
                  <a:moveTo>
                    <a:pt x="38173" y="39323"/>
                  </a:moveTo>
                  <a:lnTo>
                    <a:pt x="23373" y="39323"/>
                  </a:lnTo>
                  <a:lnTo>
                    <a:pt x="47188" y="62695"/>
                  </a:lnTo>
                  <a:lnTo>
                    <a:pt x="38173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5426339" y="6902974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7"/>
                  </a:lnTo>
                  <a:lnTo>
                    <a:pt x="23372" y="39322"/>
                  </a:lnTo>
                  <a:lnTo>
                    <a:pt x="47187" y="62695"/>
                  </a:lnTo>
                  <a:lnTo>
                    <a:pt x="23006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9" name="object 239"/>
          <p:cNvGrpSpPr/>
          <p:nvPr/>
        </p:nvGrpSpPr>
        <p:grpSpPr>
          <a:xfrm>
            <a:off x="5333969" y="6653783"/>
            <a:ext cx="412750" cy="228600"/>
            <a:chOff x="5333969" y="6653783"/>
            <a:chExt cx="412750" cy="228600"/>
          </a:xfrm>
        </p:grpSpPr>
        <p:sp>
          <p:nvSpPr>
            <p:cNvPr id="240" name="object 240"/>
            <p:cNvSpPr/>
            <p:nvPr/>
          </p:nvSpPr>
          <p:spPr>
            <a:xfrm>
              <a:off x="5623260" y="6768243"/>
              <a:ext cx="115570" cy="635"/>
            </a:xfrm>
            <a:custGeom>
              <a:avLst/>
              <a:gdLst/>
              <a:ahLst/>
              <a:cxnLst/>
              <a:rect l="l" t="t" r="r" b="b"/>
              <a:pathLst>
                <a:path w="115570" h="634">
                  <a:moveTo>
                    <a:pt x="115288" y="226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5583728" y="6744695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63173" y="0"/>
                  </a:moveTo>
                  <a:lnTo>
                    <a:pt x="0" y="23547"/>
                  </a:lnTo>
                  <a:lnTo>
                    <a:pt x="413" y="23547"/>
                  </a:lnTo>
                  <a:lnTo>
                    <a:pt x="63079" y="47189"/>
                  </a:lnTo>
                  <a:lnTo>
                    <a:pt x="39532" y="23547"/>
                  </a:lnTo>
                  <a:lnTo>
                    <a:pt x="63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5583936" y="6744694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0" y="23470"/>
                  </a:moveTo>
                  <a:lnTo>
                    <a:pt x="62871" y="47189"/>
                  </a:lnTo>
                  <a:lnTo>
                    <a:pt x="39324" y="23549"/>
                  </a:lnTo>
                  <a:lnTo>
                    <a:pt x="62966" y="0"/>
                  </a:lnTo>
                  <a:lnTo>
                    <a:pt x="0" y="2347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5341907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106175" y="0"/>
                  </a:moveTo>
                  <a:lnTo>
                    <a:pt x="0" y="106175"/>
                  </a:lnTo>
                  <a:lnTo>
                    <a:pt x="106175" y="212351"/>
                  </a:lnTo>
                  <a:lnTo>
                    <a:pt x="212351" y="106175"/>
                  </a:lnTo>
                  <a:lnTo>
                    <a:pt x="106175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5341907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106175"/>
                  </a:moveTo>
                  <a:lnTo>
                    <a:pt x="106175" y="212351"/>
                  </a:lnTo>
                  <a:lnTo>
                    <a:pt x="0" y="106175"/>
                  </a:lnTo>
                  <a:lnTo>
                    <a:pt x="106175" y="0"/>
                  </a:lnTo>
                  <a:lnTo>
                    <a:pt x="212351" y="106175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5" name="object 245"/>
          <p:cNvSpPr txBox="1"/>
          <p:nvPr/>
        </p:nvSpPr>
        <p:spPr>
          <a:xfrm>
            <a:off x="5279988" y="6031817"/>
            <a:ext cx="313055" cy="1311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>
                <a:latin typeface="Arial"/>
                <a:cs typeface="Arial"/>
              </a:rPr>
              <a:t>x2</a:t>
            </a:r>
            <a:endParaRPr sz="2100">
              <a:latin typeface="Arial"/>
              <a:cs typeface="Arial"/>
            </a:endParaRPr>
          </a:p>
          <a:p>
            <a:pPr marL="108585">
              <a:lnSpc>
                <a:spcPct val="100000"/>
              </a:lnSpc>
              <a:spcBef>
                <a:spcPts val="1870"/>
              </a:spcBef>
            </a:pPr>
            <a:r>
              <a:rPr dirty="0" sz="1700" spc="-50">
                <a:latin typeface="Arial"/>
                <a:cs typeface="Arial"/>
              </a:rPr>
              <a:t>+</a:t>
            </a:r>
            <a:endParaRPr sz="170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340"/>
              </a:spcBef>
            </a:pPr>
            <a:r>
              <a:rPr dirty="0" sz="1950" spc="-50">
                <a:latin typeface="Arial"/>
                <a:cs typeface="Arial"/>
              </a:rPr>
              <a:t>E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235" name="object 235"/>
          <p:cNvGrpSpPr/>
          <p:nvPr/>
        </p:nvGrpSpPr>
        <p:grpSpPr>
          <a:xfrm>
            <a:off x="5754278" y="6655554"/>
            <a:ext cx="228600" cy="228600"/>
            <a:chOff x="5754278" y="6655554"/>
            <a:chExt cx="228600" cy="228600"/>
          </a:xfrm>
        </p:grpSpPr>
        <p:sp>
          <p:nvSpPr>
            <p:cNvPr id="236" name="object 236"/>
            <p:cNvSpPr/>
            <p:nvPr/>
          </p:nvSpPr>
          <p:spPr>
            <a:xfrm>
              <a:off x="5762142" y="6663420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0"/>
                  </a:moveTo>
                  <a:lnTo>
                    <a:pt x="0" y="0"/>
                  </a:lnTo>
                  <a:lnTo>
                    <a:pt x="0" y="212351"/>
                  </a:lnTo>
                  <a:lnTo>
                    <a:pt x="212351" y="212351"/>
                  </a:lnTo>
                  <a:lnTo>
                    <a:pt x="212351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5762143" y="6663419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0" y="0"/>
                  </a:moveTo>
                  <a:lnTo>
                    <a:pt x="212351" y="0"/>
                  </a:lnTo>
                  <a:lnTo>
                    <a:pt x="212351" y="212351"/>
                  </a:lnTo>
                  <a:lnTo>
                    <a:pt x="0" y="212351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8" name="object 238"/>
          <p:cNvSpPr txBox="1"/>
          <p:nvPr/>
        </p:nvSpPr>
        <p:spPr>
          <a:xfrm>
            <a:off x="5804497" y="6611395"/>
            <a:ext cx="147955" cy="290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571385" y="7608536"/>
            <a:ext cx="556260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25">
                <a:latin typeface="Arial"/>
                <a:cs typeface="Arial"/>
              </a:rPr>
              <a:t>and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5407679" y="6414285"/>
            <a:ext cx="2136775" cy="1230630"/>
            <a:chOff x="5407679" y="6414285"/>
            <a:chExt cx="2136775" cy="1230630"/>
          </a:xfrm>
        </p:grpSpPr>
        <p:sp>
          <p:nvSpPr>
            <p:cNvPr id="247" name="object 247"/>
            <p:cNvSpPr/>
            <p:nvPr/>
          </p:nvSpPr>
          <p:spPr>
            <a:xfrm>
              <a:off x="5449344" y="7399444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4" h="238125">
                  <a:moveTo>
                    <a:pt x="0" y="237520"/>
                  </a:moveTo>
                  <a:lnTo>
                    <a:pt x="1415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5427023" y="7360122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38449" y="39323"/>
                  </a:moveTo>
                  <a:lnTo>
                    <a:pt x="23736" y="39323"/>
                  </a:lnTo>
                  <a:lnTo>
                    <a:pt x="47189" y="63058"/>
                  </a:lnTo>
                  <a:lnTo>
                    <a:pt x="38449" y="39323"/>
                  </a:lnTo>
                  <a:close/>
                </a:path>
                <a:path w="47625" h="63500">
                  <a:moveTo>
                    <a:pt x="23969" y="0"/>
                  </a:moveTo>
                  <a:lnTo>
                    <a:pt x="0" y="62777"/>
                  </a:lnTo>
                  <a:lnTo>
                    <a:pt x="23736" y="39323"/>
                  </a:lnTo>
                  <a:lnTo>
                    <a:pt x="38449" y="39323"/>
                  </a:lnTo>
                  <a:lnTo>
                    <a:pt x="23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5427023" y="736012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970" y="0"/>
                  </a:moveTo>
                  <a:lnTo>
                    <a:pt x="0" y="62777"/>
                  </a:lnTo>
                  <a:lnTo>
                    <a:pt x="23736" y="39322"/>
                  </a:lnTo>
                  <a:lnTo>
                    <a:pt x="47189" y="63057"/>
                  </a:lnTo>
                  <a:lnTo>
                    <a:pt x="2397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5438459" y="6461527"/>
              <a:ext cx="6985" cy="203835"/>
            </a:xfrm>
            <a:custGeom>
              <a:avLst/>
              <a:gdLst/>
              <a:ahLst/>
              <a:cxnLst/>
              <a:rect l="l" t="t" r="r" b="b"/>
              <a:pathLst>
                <a:path w="6985" h="203834">
                  <a:moveTo>
                    <a:pt x="6389" y="203428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5415616" y="6422223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1607" y="0"/>
                  </a:moveTo>
                  <a:lnTo>
                    <a:pt x="0" y="63628"/>
                  </a:lnTo>
                  <a:lnTo>
                    <a:pt x="22842" y="39303"/>
                  </a:lnTo>
                  <a:lnTo>
                    <a:pt x="37771" y="39303"/>
                  </a:lnTo>
                  <a:lnTo>
                    <a:pt x="21607" y="0"/>
                  </a:lnTo>
                  <a:close/>
                </a:path>
                <a:path w="47625" h="64135">
                  <a:moveTo>
                    <a:pt x="37771" y="39303"/>
                  </a:moveTo>
                  <a:lnTo>
                    <a:pt x="22842" y="39303"/>
                  </a:lnTo>
                  <a:lnTo>
                    <a:pt x="47165" y="62147"/>
                  </a:lnTo>
                  <a:lnTo>
                    <a:pt x="37771" y="39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5415616" y="6422223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1607" y="0"/>
                  </a:moveTo>
                  <a:lnTo>
                    <a:pt x="0" y="63628"/>
                  </a:lnTo>
                  <a:lnTo>
                    <a:pt x="22842" y="39303"/>
                  </a:lnTo>
                  <a:lnTo>
                    <a:pt x="47165" y="62146"/>
                  </a:lnTo>
                  <a:lnTo>
                    <a:pt x="21607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69962" y="6543748"/>
              <a:ext cx="1274109" cy="1053893"/>
            </a:xfrm>
            <a:prstGeom prst="rect">
              <a:avLst/>
            </a:prstGeom>
          </p:spPr>
        </p:pic>
        <p:sp>
          <p:nvSpPr>
            <p:cNvPr id="254" name="object 254"/>
            <p:cNvSpPr/>
            <p:nvPr/>
          </p:nvSpPr>
          <p:spPr>
            <a:xfrm>
              <a:off x="6332880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5" h="920750">
                  <a:moveTo>
                    <a:pt x="928056" y="0"/>
                  </a:moveTo>
                  <a:lnTo>
                    <a:pt x="220216" y="0"/>
                  </a:lnTo>
                  <a:lnTo>
                    <a:pt x="175835" y="4474"/>
                  </a:lnTo>
                  <a:lnTo>
                    <a:pt x="134498" y="17305"/>
                  </a:lnTo>
                  <a:lnTo>
                    <a:pt x="97091" y="37609"/>
                  </a:lnTo>
                  <a:lnTo>
                    <a:pt x="64500" y="64499"/>
                  </a:lnTo>
                  <a:lnTo>
                    <a:pt x="37609" y="97091"/>
                  </a:lnTo>
                  <a:lnTo>
                    <a:pt x="17305" y="134498"/>
                  </a:lnTo>
                  <a:lnTo>
                    <a:pt x="4474" y="175835"/>
                  </a:lnTo>
                  <a:lnTo>
                    <a:pt x="0" y="220216"/>
                  </a:lnTo>
                  <a:lnTo>
                    <a:pt x="0" y="699974"/>
                  </a:lnTo>
                  <a:lnTo>
                    <a:pt x="4474" y="744355"/>
                  </a:lnTo>
                  <a:lnTo>
                    <a:pt x="17305" y="785692"/>
                  </a:lnTo>
                  <a:lnTo>
                    <a:pt x="37609" y="823099"/>
                  </a:lnTo>
                  <a:lnTo>
                    <a:pt x="64500" y="855690"/>
                  </a:lnTo>
                  <a:lnTo>
                    <a:pt x="97091" y="882581"/>
                  </a:lnTo>
                  <a:lnTo>
                    <a:pt x="134498" y="902885"/>
                  </a:lnTo>
                  <a:lnTo>
                    <a:pt x="175835" y="915716"/>
                  </a:lnTo>
                  <a:lnTo>
                    <a:pt x="220216" y="920190"/>
                  </a:lnTo>
                  <a:lnTo>
                    <a:pt x="928056" y="920190"/>
                  </a:lnTo>
                  <a:lnTo>
                    <a:pt x="972437" y="915716"/>
                  </a:lnTo>
                  <a:lnTo>
                    <a:pt x="1013774" y="902885"/>
                  </a:lnTo>
                  <a:lnTo>
                    <a:pt x="1051180" y="882581"/>
                  </a:lnTo>
                  <a:lnTo>
                    <a:pt x="1083772" y="855690"/>
                  </a:lnTo>
                  <a:lnTo>
                    <a:pt x="1110662" y="823099"/>
                  </a:lnTo>
                  <a:lnTo>
                    <a:pt x="1130966" y="785692"/>
                  </a:lnTo>
                  <a:lnTo>
                    <a:pt x="1143797" y="744355"/>
                  </a:lnTo>
                  <a:lnTo>
                    <a:pt x="1148271" y="699974"/>
                  </a:lnTo>
                  <a:lnTo>
                    <a:pt x="1148271" y="220216"/>
                  </a:lnTo>
                  <a:lnTo>
                    <a:pt x="1143797" y="175835"/>
                  </a:lnTo>
                  <a:lnTo>
                    <a:pt x="1130966" y="134498"/>
                  </a:lnTo>
                  <a:lnTo>
                    <a:pt x="1110662" y="97091"/>
                  </a:lnTo>
                  <a:lnTo>
                    <a:pt x="1083772" y="64499"/>
                  </a:lnTo>
                  <a:lnTo>
                    <a:pt x="1051180" y="37609"/>
                  </a:lnTo>
                  <a:lnTo>
                    <a:pt x="1013774" y="17305"/>
                  </a:lnTo>
                  <a:lnTo>
                    <a:pt x="972437" y="4474"/>
                  </a:lnTo>
                  <a:lnTo>
                    <a:pt x="92805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6332881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5" h="920750">
                  <a:moveTo>
                    <a:pt x="220216" y="0"/>
                  </a:moveTo>
                  <a:lnTo>
                    <a:pt x="928055" y="0"/>
                  </a:lnTo>
                  <a:lnTo>
                    <a:pt x="972436" y="4474"/>
                  </a:lnTo>
                  <a:lnTo>
                    <a:pt x="1013773" y="17305"/>
                  </a:lnTo>
                  <a:lnTo>
                    <a:pt x="1051180" y="37609"/>
                  </a:lnTo>
                  <a:lnTo>
                    <a:pt x="1083771" y="64499"/>
                  </a:lnTo>
                  <a:lnTo>
                    <a:pt x="1110662" y="97091"/>
                  </a:lnTo>
                  <a:lnTo>
                    <a:pt x="1130966" y="134498"/>
                  </a:lnTo>
                  <a:lnTo>
                    <a:pt x="1143797" y="175835"/>
                  </a:lnTo>
                  <a:lnTo>
                    <a:pt x="1148271" y="220216"/>
                  </a:lnTo>
                  <a:lnTo>
                    <a:pt x="1148271" y="699973"/>
                  </a:lnTo>
                  <a:lnTo>
                    <a:pt x="1143797" y="744355"/>
                  </a:lnTo>
                  <a:lnTo>
                    <a:pt x="1130966" y="785692"/>
                  </a:lnTo>
                  <a:lnTo>
                    <a:pt x="1110662" y="823099"/>
                  </a:lnTo>
                  <a:lnTo>
                    <a:pt x="1083771" y="855690"/>
                  </a:lnTo>
                  <a:lnTo>
                    <a:pt x="1051180" y="882580"/>
                  </a:lnTo>
                  <a:lnTo>
                    <a:pt x="1013773" y="902884"/>
                  </a:lnTo>
                  <a:lnTo>
                    <a:pt x="972436" y="915716"/>
                  </a:lnTo>
                  <a:lnTo>
                    <a:pt x="928055" y="920190"/>
                  </a:lnTo>
                  <a:lnTo>
                    <a:pt x="220216" y="920190"/>
                  </a:lnTo>
                  <a:lnTo>
                    <a:pt x="175835" y="915716"/>
                  </a:lnTo>
                  <a:lnTo>
                    <a:pt x="134498" y="902884"/>
                  </a:lnTo>
                  <a:lnTo>
                    <a:pt x="97091" y="882580"/>
                  </a:lnTo>
                  <a:lnTo>
                    <a:pt x="64499" y="855690"/>
                  </a:lnTo>
                  <a:lnTo>
                    <a:pt x="37609" y="823099"/>
                  </a:lnTo>
                  <a:lnTo>
                    <a:pt x="17305" y="785692"/>
                  </a:lnTo>
                  <a:lnTo>
                    <a:pt x="4474" y="744355"/>
                  </a:lnTo>
                  <a:lnTo>
                    <a:pt x="0" y="699973"/>
                  </a:lnTo>
                  <a:lnTo>
                    <a:pt x="0" y="220216"/>
                  </a:lnTo>
                  <a:lnTo>
                    <a:pt x="4474" y="175835"/>
                  </a:lnTo>
                  <a:lnTo>
                    <a:pt x="17305" y="134498"/>
                  </a:lnTo>
                  <a:lnTo>
                    <a:pt x="37609" y="97091"/>
                  </a:lnTo>
                  <a:lnTo>
                    <a:pt x="64499" y="64499"/>
                  </a:lnTo>
                  <a:lnTo>
                    <a:pt x="97091" y="37609"/>
                  </a:lnTo>
                  <a:lnTo>
                    <a:pt x="134498" y="17305"/>
                  </a:lnTo>
                  <a:lnTo>
                    <a:pt x="175835" y="4474"/>
                  </a:lnTo>
                  <a:lnTo>
                    <a:pt x="220216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6419394" y="7047100"/>
              <a:ext cx="849630" cy="283210"/>
            </a:xfrm>
            <a:custGeom>
              <a:avLst/>
              <a:gdLst/>
              <a:ahLst/>
              <a:cxnLst/>
              <a:rect l="l" t="t" r="r" b="b"/>
              <a:pathLst>
                <a:path w="849629" h="283209">
                  <a:moveTo>
                    <a:pt x="707839" y="0"/>
                  </a:moveTo>
                  <a:lnTo>
                    <a:pt x="141568" y="0"/>
                  </a:lnTo>
                  <a:lnTo>
                    <a:pt x="0" y="283135"/>
                  </a:lnTo>
                  <a:lnTo>
                    <a:pt x="849406" y="283135"/>
                  </a:lnTo>
                  <a:lnTo>
                    <a:pt x="707839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6419394" y="6942297"/>
              <a:ext cx="849630" cy="387985"/>
            </a:xfrm>
            <a:custGeom>
              <a:avLst/>
              <a:gdLst/>
              <a:ahLst/>
              <a:cxnLst/>
              <a:rect l="l" t="t" r="r" b="b"/>
              <a:pathLst>
                <a:path w="849629" h="387984">
                  <a:moveTo>
                    <a:pt x="0" y="387938"/>
                  </a:moveTo>
                  <a:lnTo>
                    <a:pt x="849406" y="387938"/>
                  </a:lnTo>
                  <a:lnTo>
                    <a:pt x="707838" y="104802"/>
                  </a:lnTo>
                  <a:lnTo>
                    <a:pt x="141567" y="104802"/>
                  </a:lnTo>
                  <a:lnTo>
                    <a:pt x="0" y="387938"/>
                  </a:lnTo>
                  <a:close/>
                </a:path>
                <a:path w="849629" h="387984">
                  <a:moveTo>
                    <a:pt x="423380" y="104802"/>
                  </a:moveTo>
                  <a:lnTo>
                    <a:pt x="42240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6818421" y="690297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7" y="0"/>
                  </a:moveTo>
                  <a:lnTo>
                    <a:pt x="0" y="63136"/>
                  </a:lnTo>
                  <a:lnTo>
                    <a:pt x="23373" y="39323"/>
                  </a:lnTo>
                  <a:lnTo>
                    <a:pt x="38173" y="39323"/>
                  </a:lnTo>
                  <a:lnTo>
                    <a:pt x="23007" y="0"/>
                  </a:lnTo>
                  <a:close/>
                </a:path>
                <a:path w="47625" h="63500">
                  <a:moveTo>
                    <a:pt x="38173" y="39323"/>
                  </a:moveTo>
                  <a:lnTo>
                    <a:pt x="23373" y="39323"/>
                  </a:lnTo>
                  <a:lnTo>
                    <a:pt x="47188" y="62695"/>
                  </a:lnTo>
                  <a:lnTo>
                    <a:pt x="38173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6818422" y="6902974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7"/>
                  </a:lnTo>
                  <a:lnTo>
                    <a:pt x="23372" y="39322"/>
                  </a:lnTo>
                  <a:lnTo>
                    <a:pt x="47187" y="62695"/>
                  </a:lnTo>
                  <a:lnTo>
                    <a:pt x="23006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4" name="object 264"/>
          <p:cNvGrpSpPr/>
          <p:nvPr/>
        </p:nvGrpSpPr>
        <p:grpSpPr>
          <a:xfrm>
            <a:off x="6726052" y="6653783"/>
            <a:ext cx="412750" cy="228600"/>
            <a:chOff x="6726052" y="6653783"/>
            <a:chExt cx="412750" cy="228600"/>
          </a:xfrm>
        </p:grpSpPr>
        <p:sp>
          <p:nvSpPr>
            <p:cNvPr id="265" name="object 265"/>
            <p:cNvSpPr/>
            <p:nvPr/>
          </p:nvSpPr>
          <p:spPr>
            <a:xfrm>
              <a:off x="7015343" y="6768243"/>
              <a:ext cx="115570" cy="635"/>
            </a:xfrm>
            <a:custGeom>
              <a:avLst/>
              <a:gdLst/>
              <a:ahLst/>
              <a:cxnLst/>
              <a:rect l="l" t="t" r="r" b="b"/>
              <a:pathLst>
                <a:path w="115570" h="634">
                  <a:moveTo>
                    <a:pt x="115288" y="226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6975810" y="6744695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63174" y="0"/>
                  </a:moveTo>
                  <a:lnTo>
                    <a:pt x="0" y="23547"/>
                  </a:lnTo>
                  <a:lnTo>
                    <a:pt x="413" y="23547"/>
                  </a:lnTo>
                  <a:lnTo>
                    <a:pt x="63079" y="47189"/>
                  </a:lnTo>
                  <a:lnTo>
                    <a:pt x="39532" y="23547"/>
                  </a:lnTo>
                  <a:lnTo>
                    <a:pt x="63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6976018" y="6744694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0" y="23470"/>
                  </a:moveTo>
                  <a:lnTo>
                    <a:pt x="62871" y="47189"/>
                  </a:lnTo>
                  <a:lnTo>
                    <a:pt x="39324" y="23549"/>
                  </a:lnTo>
                  <a:lnTo>
                    <a:pt x="62966" y="0"/>
                  </a:lnTo>
                  <a:lnTo>
                    <a:pt x="0" y="2347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6733989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106175" y="0"/>
                  </a:moveTo>
                  <a:lnTo>
                    <a:pt x="0" y="106175"/>
                  </a:lnTo>
                  <a:lnTo>
                    <a:pt x="106175" y="212351"/>
                  </a:lnTo>
                  <a:lnTo>
                    <a:pt x="212351" y="106175"/>
                  </a:lnTo>
                  <a:lnTo>
                    <a:pt x="106175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6733989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106175"/>
                  </a:moveTo>
                  <a:lnTo>
                    <a:pt x="106175" y="212351"/>
                  </a:lnTo>
                  <a:lnTo>
                    <a:pt x="0" y="106175"/>
                  </a:lnTo>
                  <a:lnTo>
                    <a:pt x="106175" y="0"/>
                  </a:lnTo>
                  <a:lnTo>
                    <a:pt x="212351" y="106175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0" name="object 270"/>
          <p:cNvSpPr txBox="1"/>
          <p:nvPr/>
        </p:nvSpPr>
        <p:spPr>
          <a:xfrm>
            <a:off x="6679936" y="6031817"/>
            <a:ext cx="313055" cy="1311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>
                <a:latin typeface="Arial"/>
                <a:cs typeface="Arial"/>
              </a:rPr>
              <a:t>x3</a:t>
            </a:r>
            <a:endParaRPr sz="21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1870"/>
              </a:spcBef>
            </a:pPr>
            <a:r>
              <a:rPr dirty="0" sz="1700" spc="-50">
                <a:latin typeface="Arial"/>
                <a:cs typeface="Arial"/>
              </a:rPr>
              <a:t>+</a:t>
            </a:r>
            <a:endParaRPr sz="1700">
              <a:latin typeface="Arial"/>
              <a:cs typeface="Arial"/>
            </a:endParaRPr>
          </a:p>
          <a:p>
            <a:pPr marL="86995">
              <a:lnSpc>
                <a:spcPct val="100000"/>
              </a:lnSpc>
              <a:spcBef>
                <a:spcPts val="1340"/>
              </a:spcBef>
            </a:pPr>
            <a:r>
              <a:rPr dirty="0" sz="1950" spc="-50">
                <a:latin typeface="Arial"/>
                <a:cs typeface="Arial"/>
              </a:rPr>
              <a:t>E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260" name="object 260"/>
          <p:cNvGrpSpPr/>
          <p:nvPr/>
        </p:nvGrpSpPr>
        <p:grpSpPr>
          <a:xfrm>
            <a:off x="7146360" y="6655554"/>
            <a:ext cx="228600" cy="228600"/>
            <a:chOff x="7146360" y="6655554"/>
            <a:chExt cx="228600" cy="228600"/>
          </a:xfrm>
        </p:grpSpPr>
        <p:sp>
          <p:nvSpPr>
            <p:cNvPr id="261" name="object 261"/>
            <p:cNvSpPr/>
            <p:nvPr/>
          </p:nvSpPr>
          <p:spPr>
            <a:xfrm>
              <a:off x="7154225" y="6663420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0"/>
                  </a:moveTo>
                  <a:lnTo>
                    <a:pt x="0" y="0"/>
                  </a:lnTo>
                  <a:lnTo>
                    <a:pt x="0" y="212351"/>
                  </a:lnTo>
                  <a:lnTo>
                    <a:pt x="212351" y="212351"/>
                  </a:lnTo>
                  <a:lnTo>
                    <a:pt x="212351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7154225" y="6663419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0" y="0"/>
                  </a:moveTo>
                  <a:lnTo>
                    <a:pt x="212351" y="0"/>
                  </a:lnTo>
                  <a:lnTo>
                    <a:pt x="212351" y="212351"/>
                  </a:lnTo>
                  <a:lnTo>
                    <a:pt x="0" y="212351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3" name="object 263"/>
          <p:cNvSpPr txBox="1"/>
          <p:nvPr/>
        </p:nvSpPr>
        <p:spPr>
          <a:xfrm>
            <a:off x="7196580" y="6611395"/>
            <a:ext cx="147955" cy="290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881013" y="7608536"/>
            <a:ext cx="963930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0">
                <a:latin typeface="Arial"/>
                <a:cs typeface="Arial"/>
              </a:rPr>
              <a:t>thanks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271" name="object 271"/>
          <p:cNvGrpSpPr/>
          <p:nvPr/>
        </p:nvGrpSpPr>
        <p:grpSpPr>
          <a:xfrm>
            <a:off x="6805674" y="6414298"/>
            <a:ext cx="2248535" cy="1230630"/>
            <a:chOff x="6805674" y="6414298"/>
            <a:chExt cx="2248535" cy="1230630"/>
          </a:xfrm>
        </p:grpSpPr>
        <p:sp>
          <p:nvSpPr>
            <p:cNvPr id="272" name="object 272"/>
            <p:cNvSpPr/>
            <p:nvPr/>
          </p:nvSpPr>
          <p:spPr>
            <a:xfrm>
              <a:off x="6845824" y="7399445"/>
              <a:ext cx="2540" cy="238125"/>
            </a:xfrm>
            <a:custGeom>
              <a:avLst/>
              <a:gdLst/>
              <a:ahLst/>
              <a:cxnLst/>
              <a:rect l="l" t="t" r="r" b="b"/>
              <a:pathLst>
                <a:path w="2540" h="238125">
                  <a:moveTo>
                    <a:pt x="1945" y="237520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6822423" y="736012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78" y="0"/>
                  </a:moveTo>
                  <a:lnTo>
                    <a:pt x="0" y="63110"/>
                  </a:lnTo>
                  <a:lnTo>
                    <a:pt x="23401" y="39323"/>
                  </a:lnTo>
                  <a:lnTo>
                    <a:pt x="38193" y="39323"/>
                  </a:lnTo>
                  <a:lnTo>
                    <a:pt x="23078" y="0"/>
                  </a:lnTo>
                  <a:close/>
                </a:path>
                <a:path w="47625" h="63500">
                  <a:moveTo>
                    <a:pt x="38193" y="39323"/>
                  </a:moveTo>
                  <a:lnTo>
                    <a:pt x="23401" y="39323"/>
                  </a:lnTo>
                  <a:lnTo>
                    <a:pt x="47188" y="62723"/>
                  </a:lnTo>
                  <a:lnTo>
                    <a:pt x="38193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6822423" y="7360120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78" y="0"/>
                  </a:moveTo>
                  <a:lnTo>
                    <a:pt x="0" y="63110"/>
                  </a:lnTo>
                  <a:lnTo>
                    <a:pt x="23401" y="39324"/>
                  </a:lnTo>
                  <a:lnTo>
                    <a:pt x="47187" y="62723"/>
                  </a:lnTo>
                  <a:lnTo>
                    <a:pt x="23078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6836958" y="6461558"/>
              <a:ext cx="2540" cy="201295"/>
            </a:xfrm>
            <a:custGeom>
              <a:avLst/>
              <a:gdLst/>
              <a:ahLst/>
              <a:cxnLst/>
              <a:rect l="l" t="t" r="r" b="b"/>
              <a:pathLst>
                <a:path w="2540" h="201295">
                  <a:moveTo>
                    <a:pt x="2107" y="201262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6813611" y="642223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933" y="0"/>
                  </a:moveTo>
                  <a:lnTo>
                    <a:pt x="0" y="63162"/>
                  </a:lnTo>
                  <a:lnTo>
                    <a:pt x="23346" y="39323"/>
                  </a:lnTo>
                  <a:lnTo>
                    <a:pt x="38151" y="39323"/>
                  </a:lnTo>
                  <a:lnTo>
                    <a:pt x="22933" y="0"/>
                  </a:lnTo>
                  <a:close/>
                </a:path>
                <a:path w="47625" h="63500">
                  <a:moveTo>
                    <a:pt x="38151" y="39323"/>
                  </a:moveTo>
                  <a:lnTo>
                    <a:pt x="23346" y="39323"/>
                  </a:lnTo>
                  <a:lnTo>
                    <a:pt x="47185" y="62668"/>
                  </a:lnTo>
                  <a:lnTo>
                    <a:pt x="38151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6813612" y="642223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933" y="0"/>
                  </a:moveTo>
                  <a:lnTo>
                    <a:pt x="0" y="63162"/>
                  </a:lnTo>
                  <a:lnTo>
                    <a:pt x="23346" y="39322"/>
                  </a:lnTo>
                  <a:lnTo>
                    <a:pt x="47186" y="62668"/>
                  </a:lnTo>
                  <a:lnTo>
                    <a:pt x="22933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80017" y="6543748"/>
              <a:ext cx="1274109" cy="1053893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7842936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5" h="920750">
                  <a:moveTo>
                    <a:pt x="928055" y="0"/>
                  </a:moveTo>
                  <a:lnTo>
                    <a:pt x="220216" y="0"/>
                  </a:lnTo>
                  <a:lnTo>
                    <a:pt x="175835" y="4474"/>
                  </a:lnTo>
                  <a:lnTo>
                    <a:pt x="134498" y="17305"/>
                  </a:lnTo>
                  <a:lnTo>
                    <a:pt x="97091" y="37609"/>
                  </a:lnTo>
                  <a:lnTo>
                    <a:pt x="64499" y="64499"/>
                  </a:lnTo>
                  <a:lnTo>
                    <a:pt x="37609" y="97091"/>
                  </a:lnTo>
                  <a:lnTo>
                    <a:pt x="17305" y="134498"/>
                  </a:lnTo>
                  <a:lnTo>
                    <a:pt x="4474" y="175835"/>
                  </a:lnTo>
                  <a:lnTo>
                    <a:pt x="0" y="220216"/>
                  </a:lnTo>
                  <a:lnTo>
                    <a:pt x="0" y="699974"/>
                  </a:lnTo>
                  <a:lnTo>
                    <a:pt x="4474" y="744355"/>
                  </a:lnTo>
                  <a:lnTo>
                    <a:pt x="17305" y="785692"/>
                  </a:lnTo>
                  <a:lnTo>
                    <a:pt x="37609" y="823099"/>
                  </a:lnTo>
                  <a:lnTo>
                    <a:pt x="64499" y="855690"/>
                  </a:lnTo>
                  <a:lnTo>
                    <a:pt x="97091" y="882581"/>
                  </a:lnTo>
                  <a:lnTo>
                    <a:pt x="134498" y="902885"/>
                  </a:lnTo>
                  <a:lnTo>
                    <a:pt x="175835" y="915716"/>
                  </a:lnTo>
                  <a:lnTo>
                    <a:pt x="220216" y="920190"/>
                  </a:lnTo>
                  <a:lnTo>
                    <a:pt x="928055" y="920190"/>
                  </a:lnTo>
                  <a:lnTo>
                    <a:pt x="972436" y="915716"/>
                  </a:lnTo>
                  <a:lnTo>
                    <a:pt x="1013773" y="902885"/>
                  </a:lnTo>
                  <a:lnTo>
                    <a:pt x="1051180" y="882581"/>
                  </a:lnTo>
                  <a:lnTo>
                    <a:pt x="1083771" y="855690"/>
                  </a:lnTo>
                  <a:lnTo>
                    <a:pt x="1110662" y="823099"/>
                  </a:lnTo>
                  <a:lnTo>
                    <a:pt x="1130966" y="785692"/>
                  </a:lnTo>
                  <a:lnTo>
                    <a:pt x="1143797" y="744355"/>
                  </a:lnTo>
                  <a:lnTo>
                    <a:pt x="1148271" y="699974"/>
                  </a:lnTo>
                  <a:lnTo>
                    <a:pt x="1148271" y="220216"/>
                  </a:lnTo>
                  <a:lnTo>
                    <a:pt x="1143797" y="175835"/>
                  </a:lnTo>
                  <a:lnTo>
                    <a:pt x="1130966" y="134498"/>
                  </a:lnTo>
                  <a:lnTo>
                    <a:pt x="1110662" y="97091"/>
                  </a:lnTo>
                  <a:lnTo>
                    <a:pt x="1083771" y="64499"/>
                  </a:lnTo>
                  <a:lnTo>
                    <a:pt x="1051180" y="37609"/>
                  </a:lnTo>
                  <a:lnTo>
                    <a:pt x="1013773" y="17305"/>
                  </a:lnTo>
                  <a:lnTo>
                    <a:pt x="972436" y="4474"/>
                  </a:lnTo>
                  <a:lnTo>
                    <a:pt x="928055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7842936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5" h="920750">
                  <a:moveTo>
                    <a:pt x="220216" y="0"/>
                  </a:moveTo>
                  <a:lnTo>
                    <a:pt x="928055" y="0"/>
                  </a:lnTo>
                  <a:lnTo>
                    <a:pt x="972436" y="4474"/>
                  </a:lnTo>
                  <a:lnTo>
                    <a:pt x="1013773" y="17305"/>
                  </a:lnTo>
                  <a:lnTo>
                    <a:pt x="1051180" y="37609"/>
                  </a:lnTo>
                  <a:lnTo>
                    <a:pt x="1083771" y="64499"/>
                  </a:lnTo>
                  <a:lnTo>
                    <a:pt x="1110662" y="97091"/>
                  </a:lnTo>
                  <a:lnTo>
                    <a:pt x="1130966" y="134498"/>
                  </a:lnTo>
                  <a:lnTo>
                    <a:pt x="1143797" y="175835"/>
                  </a:lnTo>
                  <a:lnTo>
                    <a:pt x="1148271" y="220216"/>
                  </a:lnTo>
                  <a:lnTo>
                    <a:pt x="1148271" y="699973"/>
                  </a:lnTo>
                  <a:lnTo>
                    <a:pt x="1143797" y="744355"/>
                  </a:lnTo>
                  <a:lnTo>
                    <a:pt x="1130966" y="785692"/>
                  </a:lnTo>
                  <a:lnTo>
                    <a:pt x="1110662" y="823099"/>
                  </a:lnTo>
                  <a:lnTo>
                    <a:pt x="1083771" y="855690"/>
                  </a:lnTo>
                  <a:lnTo>
                    <a:pt x="1051180" y="882580"/>
                  </a:lnTo>
                  <a:lnTo>
                    <a:pt x="1013773" y="902884"/>
                  </a:lnTo>
                  <a:lnTo>
                    <a:pt x="972436" y="915716"/>
                  </a:lnTo>
                  <a:lnTo>
                    <a:pt x="928055" y="920190"/>
                  </a:lnTo>
                  <a:lnTo>
                    <a:pt x="220216" y="920190"/>
                  </a:lnTo>
                  <a:lnTo>
                    <a:pt x="175835" y="915716"/>
                  </a:lnTo>
                  <a:lnTo>
                    <a:pt x="134498" y="902884"/>
                  </a:lnTo>
                  <a:lnTo>
                    <a:pt x="97091" y="882580"/>
                  </a:lnTo>
                  <a:lnTo>
                    <a:pt x="64499" y="855690"/>
                  </a:lnTo>
                  <a:lnTo>
                    <a:pt x="37609" y="823099"/>
                  </a:lnTo>
                  <a:lnTo>
                    <a:pt x="17305" y="785692"/>
                  </a:lnTo>
                  <a:lnTo>
                    <a:pt x="4474" y="744355"/>
                  </a:lnTo>
                  <a:lnTo>
                    <a:pt x="0" y="699973"/>
                  </a:lnTo>
                  <a:lnTo>
                    <a:pt x="0" y="220216"/>
                  </a:lnTo>
                  <a:lnTo>
                    <a:pt x="4474" y="175835"/>
                  </a:lnTo>
                  <a:lnTo>
                    <a:pt x="17305" y="134498"/>
                  </a:lnTo>
                  <a:lnTo>
                    <a:pt x="37609" y="97091"/>
                  </a:lnTo>
                  <a:lnTo>
                    <a:pt x="64499" y="64499"/>
                  </a:lnTo>
                  <a:lnTo>
                    <a:pt x="97091" y="37609"/>
                  </a:lnTo>
                  <a:lnTo>
                    <a:pt x="134498" y="17305"/>
                  </a:lnTo>
                  <a:lnTo>
                    <a:pt x="175835" y="4474"/>
                  </a:lnTo>
                  <a:lnTo>
                    <a:pt x="220216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7929450" y="7047100"/>
              <a:ext cx="849630" cy="283210"/>
            </a:xfrm>
            <a:custGeom>
              <a:avLst/>
              <a:gdLst/>
              <a:ahLst/>
              <a:cxnLst/>
              <a:rect l="l" t="t" r="r" b="b"/>
              <a:pathLst>
                <a:path w="849629" h="283209">
                  <a:moveTo>
                    <a:pt x="707838" y="0"/>
                  </a:moveTo>
                  <a:lnTo>
                    <a:pt x="141568" y="0"/>
                  </a:lnTo>
                  <a:lnTo>
                    <a:pt x="0" y="283135"/>
                  </a:lnTo>
                  <a:lnTo>
                    <a:pt x="849406" y="283135"/>
                  </a:lnTo>
                  <a:lnTo>
                    <a:pt x="707838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7929450" y="6942297"/>
              <a:ext cx="849630" cy="387985"/>
            </a:xfrm>
            <a:custGeom>
              <a:avLst/>
              <a:gdLst/>
              <a:ahLst/>
              <a:cxnLst/>
              <a:rect l="l" t="t" r="r" b="b"/>
              <a:pathLst>
                <a:path w="849629" h="387984">
                  <a:moveTo>
                    <a:pt x="0" y="387938"/>
                  </a:moveTo>
                  <a:lnTo>
                    <a:pt x="849406" y="387938"/>
                  </a:lnTo>
                  <a:lnTo>
                    <a:pt x="707838" y="104802"/>
                  </a:lnTo>
                  <a:lnTo>
                    <a:pt x="141567" y="104802"/>
                  </a:lnTo>
                  <a:lnTo>
                    <a:pt x="0" y="387938"/>
                  </a:lnTo>
                  <a:close/>
                </a:path>
                <a:path w="849629" h="387984">
                  <a:moveTo>
                    <a:pt x="423380" y="104802"/>
                  </a:moveTo>
                  <a:lnTo>
                    <a:pt x="42240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8328478" y="690297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6"/>
                  </a:lnTo>
                  <a:lnTo>
                    <a:pt x="23373" y="39323"/>
                  </a:lnTo>
                  <a:lnTo>
                    <a:pt x="38173" y="39323"/>
                  </a:lnTo>
                  <a:lnTo>
                    <a:pt x="23006" y="0"/>
                  </a:lnTo>
                  <a:close/>
                </a:path>
                <a:path w="47625" h="63500">
                  <a:moveTo>
                    <a:pt x="38173" y="39323"/>
                  </a:moveTo>
                  <a:lnTo>
                    <a:pt x="23373" y="39323"/>
                  </a:lnTo>
                  <a:lnTo>
                    <a:pt x="47188" y="62695"/>
                  </a:lnTo>
                  <a:lnTo>
                    <a:pt x="38173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8328478" y="6902974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7"/>
                  </a:lnTo>
                  <a:lnTo>
                    <a:pt x="23372" y="39322"/>
                  </a:lnTo>
                  <a:lnTo>
                    <a:pt x="47187" y="62695"/>
                  </a:lnTo>
                  <a:lnTo>
                    <a:pt x="23006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9" name="object 289"/>
          <p:cNvGrpSpPr/>
          <p:nvPr/>
        </p:nvGrpSpPr>
        <p:grpSpPr>
          <a:xfrm>
            <a:off x="8236108" y="6653783"/>
            <a:ext cx="412750" cy="228600"/>
            <a:chOff x="8236108" y="6653783"/>
            <a:chExt cx="412750" cy="228600"/>
          </a:xfrm>
        </p:grpSpPr>
        <p:sp>
          <p:nvSpPr>
            <p:cNvPr id="290" name="object 290"/>
            <p:cNvSpPr/>
            <p:nvPr/>
          </p:nvSpPr>
          <p:spPr>
            <a:xfrm>
              <a:off x="8525398" y="6768243"/>
              <a:ext cx="115570" cy="635"/>
            </a:xfrm>
            <a:custGeom>
              <a:avLst/>
              <a:gdLst/>
              <a:ahLst/>
              <a:cxnLst/>
              <a:rect l="l" t="t" r="r" b="b"/>
              <a:pathLst>
                <a:path w="115570" h="634">
                  <a:moveTo>
                    <a:pt x="115288" y="226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8485865" y="6744695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63174" y="0"/>
                  </a:moveTo>
                  <a:lnTo>
                    <a:pt x="0" y="23547"/>
                  </a:lnTo>
                  <a:lnTo>
                    <a:pt x="413" y="23547"/>
                  </a:lnTo>
                  <a:lnTo>
                    <a:pt x="63080" y="47189"/>
                  </a:lnTo>
                  <a:lnTo>
                    <a:pt x="39533" y="23547"/>
                  </a:lnTo>
                  <a:lnTo>
                    <a:pt x="63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8486074" y="6744694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0" y="23470"/>
                  </a:moveTo>
                  <a:lnTo>
                    <a:pt x="62871" y="47189"/>
                  </a:lnTo>
                  <a:lnTo>
                    <a:pt x="39324" y="23549"/>
                  </a:lnTo>
                  <a:lnTo>
                    <a:pt x="62966" y="0"/>
                  </a:lnTo>
                  <a:lnTo>
                    <a:pt x="0" y="2347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8244046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106175" y="0"/>
                  </a:moveTo>
                  <a:lnTo>
                    <a:pt x="0" y="106175"/>
                  </a:lnTo>
                  <a:lnTo>
                    <a:pt x="106175" y="212351"/>
                  </a:lnTo>
                  <a:lnTo>
                    <a:pt x="212351" y="106175"/>
                  </a:lnTo>
                  <a:lnTo>
                    <a:pt x="106175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8244045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106175"/>
                  </a:moveTo>
                  <a:lnTo>
                    <a:pt x="106175" y="212351"/>
                  </a:lnTo>
                  <a:lnTo>
                    <a:pt x="0" y="106175"/>
                  </a:lnTo>
                  <a:lnTo>
                    <a:pt x="106175" y="0"/>
                  </a:lnTo>
                  <a:lnTo>
                    <a:pt x="212351" y="106175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5" name="object 295"/>
          <p:cNvSpPr txBox="1"/>
          <p:nvPr/>
        </p:nvSpPr>
        <p:spPr>
          <a:xfrm>
            <a:off x="8182127" y="6031817"/>
            <a:ext cx="313055" cy="1311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>
                <a:latin typeface="Arial"/>
                <a:cs typeface="Arial"/>
              </a:rPr>
              <a:t>x4</a:t>
            </a:r>
            <a:endParaRPr sz="2100">
              <a:latin typeface="Arial"/>
              <a:cs typeface="Arial"/>
            </a:endParaRPr>
          </a:p>
          <a:p>
            <a:pPr marL="108585">
              <a:lnSpc>
                <a:spcPct val="100000"/>
              </a:lnSpc>
              <a:spcBef>
                <a:spcPts val="1870"/>
              </a:spcBef>
            </a:pPr>
            <a:r>
              <a:rPr dirty="0" sz="1700" spc="-50">
                <a:latin typeface="Arial"/>
                <a:cs typeface="Arial"/>
              </a:rPr>
              <a:t>+</a:t>
            </a:r>
            <a:endParaRPr sz="170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340"/>
              </a:spcBef>
            </a:pPr>
            <a:r>
              <a:rPr dirty="0" sz="1950" spc="-50">
                <a:latin typeface="Arial"/>
                <a:cs typeface="Arial"/>
              </a:rPr>
              <a:t>E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285" name="object 285"/>
          <p:cNvGrpSpPr/>
          <p:nvPr/>
        </p:nvGrpSpPr>
        <p:grpSpPr>
          <a:xfrm>
            <a:off x="8656416" y="6655554"/>
            <a:ext cx="228600" cy="228600"/>
            <a:chOff x="8656416" y="6655554"/>
            <a:chExt cx="228600" cy="228600"/>
          </a:xfrm>
        </p:grpSpPr>
        <p:sp>
          <p:nvSpPr>
            <p:cNvPr id="286" name="object 286"/>
            <p:cNvSpPr/>
            <p:nvPr/>
          </p:nvSpPr>
          <p:spPr>
            <a:xfrm>
              <a:off x="8664281" y="6663420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0"/>
                  </a:moveTo>
                  <a:lnTo>
                    <a:pt x="0" y="0"/>
                  </a:lnTo>
                  <a:lnTo>
                    <a:pt x="0" y="212351"/>
                  </a:lnTo>
                  <a:lnTo>
                    <a:pt x="212351" y="212351"/>
                  </a:lnTo>
                  <a:lnTo>
                    <a:pt x="212351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8664281" y="6663419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0" y="0"/>
                  </a:moveTo>
                  <a:lnTo>
                    <a:pt x="212351" y="0"/>
                  </a:lnTo>
                  <a:lnTo>
                    <a:pt x="212351" y="212351"/>
                  </a:lnTo>
                  <a:lnTo>
                    <a:pt x="0" y="212351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8" name="object 288"/>
          <p:cNvSpPr txBox="1"/>
          <p:nvPr/>
        </p:nvSpPr>
        <p:spPr>
          <a:xfrm>
            <a:off x="8706635" y="6611395"/>
            <a:ext cx="147955" cy="290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Arial"/>
                <a:cs typeface="Arial"/>
              </a:rPr>
              <a:t>4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9646832" y="7608536"/>
            <a:ext cx="403860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25">
                <a:latin typeface="Arial"/>
                <a:cs typeface="Arial"/>
              </a:rPr>
              <a:t>for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296" name="object 296"/>
          <p:cNvGrpSpPr/>
          <p:nvPr/>
        </p:nvGrpSpPr>
        <p:grpSpPr>
          <a:xfrm>
            <a:off x="8309817" y="6414285"/>
            <a:ext cx="2223135" cy="1230630"/>
            <a:chOff x="8309817" y="6414285"/>
            <a:chExt cx="2223135" cy="1230630"/>
          </a:xfrm>
        </p:grpSpPr>
        <p:sp>
          <p:nvSpPr>
            <p:cNvPr id="297" name="object 297"/>
            <p:cNvSpPr/>
            <p:nvPr/>
          </p:nvSpPr>
          <p:spPr>
            <a:xfrm>
              <a:off x="8357073" y="7399440"/>
              <a:ext cx="3810" cy="238125"/>
            </a:xfrm>
            <a:custGeom>
              <a:avLst/>
              <a:gdLst/>
              <a:ahLst/>
              <a:cxnLst/>
              <a:rect l="l" t="t" r="r" b="b"/>
              <a:pathLst>
                <a:path w="3809" h="238125">
                  <a:moveTo>
                    <a:pt x="3290" y="237525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8333806" y="736011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721" y="0"/>
                  </a:moveTo>
                  <a:lnTo>
                    <a:pt x="0" y="63239"/>
                  </a:lnTo>
                  <a:lnTo>
                    <a:pt x="23266" y="39320"/>
                  </a:lnTo>
                  <a:lnTo>
                    <a:pt x="38092" y="39320"/>
                  </a:lnTo>
                  <a:lnTo>
                    <a:pt x="22721" y="0"/>
                  </a:lnTo>
                  <a:close/>
                </a:path>
                <a:path w="47625" h="63500">
                  <a:moveTo>
                    <a:pt x="38092" y="39320"/>
                  </a:moveTo>
                  <a:lnTo>
                    <a:pt x="23266" y="39320"/>
                  </a:lnTo>
                  <a:lnTo>
                    <a:pt x="47186" y="62586"/>
                  </a:lnTo>
                  <a:lnTo>
                    <a:pt x="38092" y="39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8333807" y="7360118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721" y="0"/>
                  </a:moveTo>
                  <a:lnTo>
                    <a:pt x="0" y="63239"/>
                  </a:lnTo>
                  <a:lnTo>
                    <a:pt x="23265" y="39321"/>
                  </a:lnTo>
                  <a:lnTo>
                    <a:pt x="47186" y="62587"/>
                  </a:lnTo>
                  <a:lnTo>
                    <a:pt x="22721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8340597" y="6461527"/>
              <a:ext cx="6985" cy="203835"/>
            </a:xfrm>
            <a:custGeom>
              <a:avLst/>
              <a:gdLst/>
              <a:ahLst/>
              <a:cxnLst/>
              <a:rect l="l" t="t" r="r" b="b"/>
              <a:pathLst>
                <a:path w="6984" h="203834">
                  <a:moveTo>
                    <a:pt x="6389" y="203428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8317755" y="6422223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1607" y="0"/>
                  </a:moveTo>
                  <a:lnTo>
                    <a:pt x="0" y="63628"/>
                  </a:lnTo>
                  <a:lnTo>
                    <a:pt x="22842" y="39303"/>
                  </a:lnTo>
                  <a:lnTo>
                    <a:pt x="37771" y="39303"/>
                  </a:lnTo>
                  <a:lnTo>
                    <a:pt x="21607" y="0"/>
                  </a:lnTo>
                  <a:close/>
                </a:path>
                <a:path w="47625" h="64135">
                  <a:moveTo>
                    <a:pt x="37771" y="39303"/>
                  </a:moveTo>
                  <a:lnTo>
                    <a:pt x="22842" y="39303"/>
                  </a:lnTo>
                  <a:lnTo>
                    <a:pt x="47165" y="62147"/>
                  </a:lnTo>
                  <a:lnTo>
                    <a:pt x="37771" y="39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8317755" y="6422223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1607" y="0"/>
                  </a:moveTo>
                  <a:lnTo>
                    <a:pt x="0" y="63628"/>
                  </a:lnTo>
                  <a:lnTo>
                    <a:pt x="22842" y="39303"/>
                  </a:lnTo>
                  <a:lnTo>
                    <a:pt x="47165" y="62146"/>
                  </a:lnTo>
                  <a:lnTo>
                    <a:pt x="21607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3" name="object 3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58614" y="6543748"/>
              <a:ext cx="1274109" cy="1053893"/>
            </a:xfrm>
            <a:prstGeom prst="rect">
              <a:avLst/>
            </a:prstGeom>
          </p:spPr>
        </p:pic>
        <p:sp>
          <p:nvSpPr>
            <p:cNvPr id="304" name="object 304"/>
            <p:cNvSpPr/>
            <p:nvPr/>
          </p:nvSpPr>
          <p:spPr>
            <a:xfrm>
              <a:off x="9321532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5" h="920750">
                  <a:moveTo>
                    <a:pt x="928055" y="0"/>
                  </a:moveTo>
                  <a:lnTo>
                    <a:pt x="220216" y="0"/>
                  </a:lnTo>
                  <a:lnTo>
                    <a:pt x="175835" y="4474"/>
                  </a:lnTo>
                  <a:lnTo>
                    <a:pt x="134498" y="17305"/>
                  </a:lnTo>
                  <a:lnTo>
                    <a:pt x="97091" y="37609"/>
                  </a:lnTo>
                  <a:lnTo>
                    <a:pt x="64499" y="64499"/>
                  </a:lnTo>
                  <a:lnTo>
                    <a:pt x="37609" y="97091"/>
                  </a:lnTo>
                  <a:lnTo>
                    <a:pt x="17305" y="134498"/>
                  </a:lnTo>
                  <a:lnTo>
                    <a:pt x="4474" y="175835"/>
                  </a:lnTo>
                  <a:lnTo>
                    <a:pt x="0" y="220216"/>
                  </a:lnTo>
                  <a:lnTo>
                    <a:pt x="0" y="699974"/>
                  </a:lnTo>
                  <a:lnTo>
                    <a:pt x="4474" y="744355"/>
                  </a:lnTo>
                  <a:lnTo>
                    <a:pt x="17305" y="785692"/>
                  </a:lnTo>
                  <a:lnTo>
                    <a:pt x="37609" y="823099"/>
                  </a:lnTo>
                  <a:lnTo>
                    <a:pt x="64499" y="855690"/>
                  </a:lnTo>
                  <a:lnTo>
                    <a:pt x="97091" y="882581"/>
                  </a:lnTo>
                  <a:lnTo>
                    <a:pt x="134498" y="902885"/>
                  </a:lnTo>
                  <a:lnTo>
                    <a:pt x="175835" y="915716"/>
                  </a:lnTo>
                  <a:lnTo>
                    <a:pt x="220216" y="920190"/>
                  </a:lnTo>
                  <a:lnTo>
                    <a:pt x="928055" y="920190"/>
                  </a:lnTo>
                  <a:lnTo>
                    <a:pt x="972436" y="915716"/>
                  </a:lnTo>
                  <a:lnTo>
                    <a:pt x="1013773" y="902885"/>
                  </a:lnTo>
                  <a:lnTo>
                    <a:pt x="1051180" y="882581"/>
                  </a:lnTo>
                  <a:lnTo>
                    <a:pt x="1083771" y="855690"/>
                  </a:lnTo>
                  <a:lnTo>
                    <a:pt x="1110662" y="823099"/>
                  </a:lnTo>
                  <a:lnTo>
                    <a:pt x="1130966" y="785692"/>
                  </a:lnTo>
                  <a:lnTo>
                    <a:pt x="1143797" y="744355"/>
                  </a:lnTo>
                  <a:lnTo>
                    <a:pt x="1148271" y="699974"/>
                  </a:lnTo>
                  <a:lnTo>
                    <a:pt x="1148271" y="220216"/>
                  </a:lnTo>
                  <a:lnTo>
                    <a:pt x="1143797" y="175835"/>
                  </a:lnTo>
                  <a:lnTo>
                    <a:pt x="1130966" y="134498"/>
                  </a:lnTo>
                  <a:lnTo>
                    <a:pt x="1110662" y="97091"/>
                  </a:lnTo>
                  <a:lnTo>
                    <a:pt x="1083771" y="64499"/>
                  </a:lnTo>
                  <a:lnTo>
                    <a:pt x="1051180" y="37609"/>
                  </a:lnTo>
                  <a:lnTo>
                    <a:pt x="1013773" y="17305"/>
                  </a:lnTo>
                  <a:lnTo>
                    <a:pt x="972436" y="4474"/>
                  </a:lnTo>
                  <a:lnTo>
                    <a:pt x="928055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9321533" y="6575207"/>
              <a:ext cx="1148715" cy="920750"/>
            </a:xfrm>
            <a:custGeom>
              <a:avLst/>
              <a:gdLst/>
              <a:ahLst/>
              <a:cxnLst/>
              <a:rect l="l" t="t" r="r" b="b"/>
              <a:pathLst>
                <a:path w="1148715" h="920750">
                  <a:moveTo>
                    <a:pt x="220216" y="0"/>
                  </a:moveTo>
                  <a:lnTo>
                    <a:pt x="928055" y="0"/>
                  </a:lnTo>
                  <a:lnTo>
                    <a:pt x="972436" y="4474"/>
                  </a:lnTo>
                  <a:lnTo>
                    <a:pt x="1013773" y="17305"/>
                  </a:lnTo>
                  <a:lnTo>
                    <a:pt x="1051180" y="37609"/>
                  </a:lnTo>
                  <a:lnTo>
                    <a:pt x="1083771" y="64499"/>
                  </a:lnTo>
                  <a:lnTo>
                    <a:pt x="1110662" y="97091"/>
                  </a:lnTo>
                  <a:lnTo>
                    <a:pt x="1130966" y="134498"/>
                  </a:lnTo>
                  <a:lnTo>
                    <a:pt x="1143797" y="175835"/>
                  </a:lnTo>
                  <a:lnTo>
                    <a:pt x="1148271" y="220216"/>
                  </a:lnTo>
                  <a:lnTo>
                    <a:pt x="1148271" y="699973"/>
                  </a:lnTo>
                  <a:lnTo>
                    <a:pt x="1143797" y="744355"/>
                  </a:lnTo>
                  <a:lnTo>
                    <a:pt x="1130966" y="785692"/>
                  </a:lnTo>
                  <a:lnTo>
                    <a:pt x="1110662" y="823099"/>
                  </a:lnTo>
                  <a:lnTo>
                    <a:pt x="1083771" y="855690"/>
                  </a:lnTo>
                  <a:lnTo>
                    <a:pt x="1051180" y="882580"/>
                  </a:lnTo>
                  <a:lnTo>
                    <a:pt x="1013773" y="902884"/>
                  </a:lnTo>
                  <a:lnTo>
                    <a:pt x="972436" y="915716"/>
                  </a:lnTo>
                  <a:lnTo>
                    <a:pt x="928055" y="920190"/>
                  </a:lnTo>
                  <a:lnTo>
                    <a:pt x="220216" y="920190"/>
                  </a:lnTo>
                  <a:lnTo>
                    <a:pt x="175835" y="915716"/>
                  </a:lnTo>
                  <a:lnTo>
                    <a:pt x="134498" y="902884"/>
                  </a:lnTo>
                  <a:lnTo>
                    <a:pt x="97091" y="882580"/>
                  </a:lnTo>
                  <a:lnTo>
                    <a:pt x="64499" y="855690"/>
                  </a:lnTo>
                  <a:lnTo>
                    <a:pt x="37609" y="823099"/>
                  </a:lnTo>
                  <a:lnTo>
                    <a:pt x="17305" y="785692"/>
                  </a:lnTo>
                  <a:lnTo>
                    <a:pt x="4474" y="744355"/>
                  </a:lnTo>
                  <a:lnTo>
                    <a:pt x="0" y="699973"/>
                  </a:lnTo>
                  <a:lnTo>
                    <a:pt x="0" y="220216"/>
                  </a:lnTo>
                  <a:lnTo>
                    <a:pt x="4474" y="175835"/>
                  </a:lnTo>
                  <a:lnTo>
                    <a:pt x="17305" y="134498"/>
                  </a:lnTo>
                  <a:lnTo>
                    <a:pt x="37609" y="97091"/>
                  </a:lnTo>
                  <a:lnTo>
                    <a:pt x="64499" y="64499"/>
                  </a:lnTo>
                  <a:lnTo>
                    <a:pt x="97091" y="37609"/>
                  </a:lnTo>
                  <a:lnTo>
                    <a:pt x="134498" y="17305"/>
                  </a:lnTo>
                  <a:lnTo>
                    <a:pt x="175835" y="4474"/>
                  </a:lnTo>
                  <a:lnTo>
                    <a:pt x="220216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9408046" y="7047100"/>
              <a:ext cx="849630" cy="283210"/>
            </a:xfrm>
            <a:custGeom>
              <a:avLst/>
              <a:gdLst/>
              <a:ahLst/>
              <a:cxnLst/>
              <a:rect l="l" t="t" r="r" b="b"/>
              <a:pathLst>
                <a:path w="849629" h="283209">
                  <a:moveTo>
                    <a:pt x="707838" y="0"/>
                  </a:moveTo>
                  <a:lnTo>
                    <a:pt x="141568" y="0"/>
                  </a:lnTo>
                  <a:lnTo>
                    <a:pt x="0" y="283135"/>
                  </a:lnTo>
                  <a:lnTo>
                    <a:pt x="849406" y="283135"/>
                  </a:lnTo>
                  <a:lnTo>
                    <a:pt x="707838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9408046" y="6942297"/>
              <a:ext cx="849630" cy="387985"/>
            </a:xfrm>
            <a:custGeom>
              <a:avLst/>
              <a:gdLst/>
              <a:ahLst/>
              <a:cxnLst/>
              <a:rect l="l" t="t" r="r" b="b"/>
              <a:pathLst>
                <a:path w="849629" h="387984">
                  <a:moveTo>
                    <a:pt x="0" y="387938"/>
                  </a:moveTo>
                  <a:lnTo>
                    <a:pt x="849406" y="387938"/>
                  </a:lnTo>
                  <a:lnTo>
                    <a:pt x="707838" y="104802"/>
                  </a:lnTo>
                  <a:lnTo>
                    <a:pt x="141567" y="104802"/>
                  </a:lnTo>
                  <a:lnTo>
                    <a:pt x="0" y="387938"/>
                  </a:lnTo>
                  <a:close/>
                </a:path>
                <a:path w="849629" h="387984">
                  <a:moveTo>
                    <a:pt x="423380" y="104802"/>
                  </a:moveTo>
                  <a:lnTo>
                    <a:pt x="42240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9807074" y="6902975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6"/>
                  </a:lnTo>
                  <a:lnTo>
                    <a:pt x="23373" y="39323"/>
                  </a:lnTo>
                  <a:lnTo>
                    <a:pt x="38173" y="39323"/>
                  </a:lnTo>
                  <a:lnTo>
                    <a:pt x="23006" y="0"/>
                  </a:lnTo>
                  <a:close/>
                </a:path>
                <a:path w="47625" h="63500">
                  <a:moveTo>
                    <a:pt x="38173" y="39323"/>
                  </a:moveTo>
                  <a:lnTo>
                    <a:pt x="23373" y="39323"/>
                  </a:lnTo>
                  <a:lnTo>
                    <a:pt x="47188" y="62695"/>
                  </a:lnTo>
                  <a:lnTo>
                    <a:pt x="38173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9807074" y="6902974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006" y="0"/>
                  </a:moveTo>
                  <a:lnTo>
                    <a:pt x="0" y="63137"/>
                  </a:lnTo>
                  <a:lnTo>
                    <a:pt x="23372" y="39322"/>
                  </a:lnTo>
                  <a:lnTo>
                    <a:pt x="47187" y="62695"/>
                  </a:lnTo>
                  <a:lnTo>
                    <a:pt x="23006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4" name="object 314"/>
          <p:cNvGrpSpPr/>
          <p:nvPr/>
        </p:nvGrpSpPr>
        <p:grpSpPr>
          <a:xfrm>
            <a:off x="9714704" y="6653783"/>
            <a:ext cx="412750" cy="228600"/>
            <a:chOff x="9714704" y="6653783"/>
            <a:chExt cx="412750" cy="228600"/>
          </a:xfrm>
        </p:grpSpPr>
        <p:sp>
          <p:nvSpPr>
            <p:cNvPr id="315" name="object 315"/>
            <p:cNvSpPr/>
            <p:nvPr/>
          </p:nvSpPr>
          <p:spPr>
            <a:xfrm>
              <a:off x="10003995" y="6768243"/>
              <a:ext cx="115570" cy="635"/>
            </a:xfrm>
            <a:custGeom>
              <a:avLst/>
              <a:gdLst/>
              <a:ahLst/>
              <a:cxnLst/>
              <a:rect l="l" t="t" r="r" b="b"/>
              <a:pathLst>
                <a:path w="115570" h="634">
                  <a:moveTo>
                    <a:pt x="115288" y="226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9964463" y="6744695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63173" y="0"/>
                  </a:moveTo>
                  <a:lnTo>
                    <a:pt x="0" y="23547"/>
                  </a:lnTo>
                  <a:lnTo>
                    <a:pt x="413" y="23547"/>
                  </a:lnTo>
                  <a:lnTo>
                    <a:pt x="63079" y="47189"/>
                  </a:lnTo>
                  <a:lnTo>
                    <a:pt x="39532" y="23547"/>
                  </a:lnTo>
                  <a:lnTo>
                    <a:pt x="63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9964671" y="6744694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0" y="23470"/>
                  </a:moveTo>
                  <a:lnTo>
                    <a:pt x="62871" y="47189"/>
                  </a:lnTo>
                  <a:lnTo>
                    <a:pt x="39324" y="23549"/>
                  </a:lnTo>
                  <a:lnTo>
                    <a:pt x="62966" y="0"/>
                  </a:lnTo>
                  <a:lnTo>
                    <a:pt x="0" y="2347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9722642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106175" y="0"/>
                  </a:moveTo>
                  <a:lnTo>
                    <a:pt x="0" y="106175"/>
                  </a:lnTo>
                  <a:lnTo>
                    <a:pt x="106175" y="212351"/>
                  </a:lnTo>
                  <a:lnTo>
                    <a:pt x="212351" y="106175"/>
                  </a:lnTo>
                  <a:lnTo>
                    <a:pt x="106175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9722642" y="6661721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106175"/>
                  </a:moveTo>
                  <a:lnTo>
                    <a:pt x="106175" y="212351"/>
                  </a:lnTo>
                  <a:lnTo>
                    <a:pt x="0" y="106175"/>
                  </a:lnTo>
                  <a:lnTo>
                    <a:pt x="106175" y="0"/>
                  </a:lnTo>
                  <a:lnTo>
                    <a:pt x="212351" y="106175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0" name="object 320"/>
          <p:cNvSpPr txBox="1"/>
          <p:nvPr/>
        </p:nvSpPr>
        <p:spPr>
          <a:xfrm>
            <a:off x="9652859" y="6031817"/>
            <a:ext cx="313055" cy="1311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>
                <a:latin typeface="Arial"/>
                <a:cs typeface="Arial"/>
              </a:rPr>
              <a:t>x5</a:t>
            </a:r>
            <a:endParaRPr sz="2100">
              <a:latin typeface="Arial"/>
              <a:cs typeface="Arial"/>
            </a:endParaRPr>
          </a:p>
          <a:p>
            <a:pPr marL="116839">
              <a:lnSpc>
                <a:spcPct val="100000"/>
              </a:lnSpc>
              <a:spcBef>
                <a:spcPts val="1870"/>
              </a:spcBef>
            </a:pPr>
            <a:r>
              <a:rPr dirty="0" sz="1700" spc="-50">
                <a:latin typeface="Arial"/>
                <a:cs typeface="Arial"/>
              </a:rPr>
              <a:t>+</a:t>
            </a:r>
            <a:endParaRPr sz="1700">
              <a:latin typeface="Arial"/>
              <a:cs typeface="Arial"/>
            </a:endParaRPr>
          </a:p>
          <a:p>
            <a:pPr marL="102870">
              <a:lnSpc>
                <a:spcPct val="100000"/>
              </a:lnSpc>
              <a:spcBef>
                <a:spcPts val="1340"/>
              </a:spcBef>
            </a:pPr>
            <a:r>
              <a:rPr dirty="0" sz="1950" spc="-50">
                <a:latin typeface="Arial"/>
                <a:cs typeface="Arial"/>
              </a:rPr>
              <a:t>E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0135013" y="6655554"/>
            <a:ext cx="228600" cy="228600"/>
            <a:chOff x="10135013" y="6655554"/>
            <a:chExt cx="228600" cy="228600"/>
          </a:xfrm>
        </p:grpSpPr>
        <p:sp>
          <p:nvSpPr>
            <p:cNvPr id="311" name="object 311"/>
            <p:cNvSpPr/>
            <p:nvPr/>
          </p:nvSpPr>
          <p:spPr>
            <a:xfrm>
              <a:off x="10142877" y="6663420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1" y="0"/>
                  </a:moveTo>
                  <a:lnTo>
                    <a:pt x="0" y="0"/>
                  </a:lnTo>
                  <a:lnTo>
                    <a:pt x="0" y="212351"/>
                  </a:lnTo>
                  <a:lnTo>
                    <a:pt x="212351" y="212351"/>
                  </a:lnTo>
                  <a:lnTo>
                    <a:pt x="212351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0142878" y="6663419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0" y="0"/>
                  </a:moveTo>
                  <a:lnTo>
                    <a:pt x="212351" y="0"/>
                  </a:lnTo>
                  <a:lnTo>
                    <a:pt x="212351" y="212351"/>
                  </a:lnTo>
                  <a:lnTo>
                    <a:pt x="0" y="212351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3" name="object 313"/>
          <p:cNvSpPr txBox="1"/>
          <p:nvPr/>
        </p:nvSpPr>
        <p:spPr>
          <a:xfrm>
            <a:off x="10185232" y="6611395"/>
            <a:ext cx="147955" cy="290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Arial"/>
                <a:cs typeface="Arial"/>
              </a:rPr>
              <a:t>5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3487690" y="4258142"/>
            <a:ext cx="6738620" cy="3387090"/>
            <a:chOff x="3487690" y="4258142"/>
            <a:chExt cx="6738620" cy="3387090"/>
          </a:xfrm>
        </p:grpSpPr>
        <p:sp>
          <p:nvSpPr>
            <p:cNvPr id="322" name="object 322"/>
            <p:cNvSpPr/>
            <p:nvPr/>
          </p:nvSpPr>
          <p:spPr>
            <a:xfrm>
              <a:off x="9838076" y="7399424"/>
              <a:ext cx="6350" cy="238125"/>
            </a:xfrm>
            <a:custGeom>
              <a:avLst/>
              <a:gdLst/>
              <a:ahLst/>
              <a:cxnLst/>
              <a:rect l="l" t="t" r="r" b="b"/>
              <a:pathLst>
                <a:path w="6350" h="238125">
                  <a:moveTo>
                    <a:pt x="6002" y="237541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9815084" y="7360112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1997" y="0"/>
                  </a:moveTo>
                  <a:lnTo>
                    <a:pt x="0" y="63495"/>
                  </a:lnTo>
                  <a:lnTo>
                    <a:pt x="22992" y="39311"/>
                  </a:lnTo>
                  <a:lnTo>
                    <a:pt x="37884" y="39311"/>
                  </a:lnTo>
                  <a:lnTo>
                    <a:pt x="21997" y="0"/>
                  </a:lnTo>
                  <a:close/>
                </a:path>
                <a:path w="47625" h="63500">
                  <a:moveTo>
                    <a:pt x="37884" y="39311"/>
                  </a:moveTo>
                  <a:lnTo>
                    <a:pt x="22992" y="39311"/>
                  </a:lnTo>
                  <a:lnTo>
                    <a:pt x="47175" y="62303"/>
                  </a:lnTo>
                  <a:lnTo>
                    <a:pt x="37884" y="39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9815084" y="7360112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1998" y="0"/>
                  </a:moveTo>
                  <a:lnTo>
                    <a:pt x="0" y="63494"/>
                  </a:lnTo>
                  <a:lnTo>
                    <a:pt x="22992" y="39311"/>
                  </a:lnTo>
                  <a:lnTo>
                    <a:pt x="47175" y="62302"/>
                  </a:lnTo>
                  <a:lnTo>
                    <a:pt x="21998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9812775" y="6461467"/>
              <a:ext cx="10795" cy="205740"/>
            </a:xfrm>
            <a:custGeom>
              <a:avLst/>
              <a:gdLst/>
              <a:ahLst/>
              <a:cxnLst/>
              <a:rect l="l" t="t" r="r" b="b"/>
              <a:pathLst>
                <a:path w="10795" h="205740">
                  <a:moveTo>
                    <a:pt x="10760" y="205535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9790445" y="6422196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0273" y="0"/>
                  </a:moveTo>
                  <a:lnTo>
                    <a:pt x="0" y="64066"/>
                  </a:lnTo>
                  <a:lnTo>
                    <a:pt x="22330" y="39270"/>
                  </a:lnTo>
                  <a:lnTo>
                    <a:pt x="37391" y="39270"/>
                  </a:lnTo>
                  <a:lnTo>
                    <a:pt x="20273" y="0"/>
                  </a:lnTo>
                  <a:close/>
                </a:path>
                <a:path w="47625" h="64135">
                  <a:moveTo>
                    <a:pt x="37391" y="39270"/>
                  </a:moveTo>
                  <a:lnTo>
                    <a:pt x="22330" y="39270"/>
                  </a:lnTo>
                  <a:lnTo>
                    <a:pt x="47124" y="61600"/>
                  </a:lnTo>
                  <a:lnTo>
                    <a:pt x="37391" y="39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9790445" y="6422196"/>
              <a:ext cx="47625" cy="64135"/>
            </a:xfrm>
            <a:custGeom>
              <a:avLst/>
              <a:gdLst/>
              <a:ahLst/>
              <a:cxnLst/>
              <a:rect l="l" t="t" r="r" b="b"/>
              <a:pathLst>
                <a:path w="47625" h="64135">
                  <a:moveTo>
                    <a:pt x="20272" y="0"/>
                  </a:moveTo>
                  <a:lnTo>
                    <a:pt x="0" y="64067"/>
                  </a:lnTo>
                  <a:lnTo>
                    <a:pt x="22329" y="39270"/>
                  </a:lnTo>
                  <a:lnTo>
                    <a:pt x="47124" y="61599"/>
                  </a:lnTo>
                  <a:lnTo>
                    <a:pt x="20272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3495626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3495627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3495626" y="436989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3495627" y="4369896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3495626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3495627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3495626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3495627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5019446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5019447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5019446" y="436989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5019447" y="4369896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5019446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5019447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5019446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5019447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6395799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6395800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6395799" y="436989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6395800" y="4369896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6395799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6395800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6395799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6395800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7905855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7905856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7905855" y="436989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7905856" y="4369896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7905855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7905856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7905855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7905856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9368722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9368722" y="4266080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9368722" y="4369897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9368722" y="4369896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9368722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9368722" y="4473713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9368722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849406" y="0"/>
                  </a:moveTo>
                  <a:lnTo>
                    <a:pt x="0" y="0"/>
                  </a:lnTo>
                  <a:lnTo>
                    <a:pt x="0" y="70783"/>
                  </a:lnTo>
                  <a:lnTo>
                    <a:pt x="849406" y="70783"/>
                  </a:lnTo>
                  <a:lnTo>
                    <a:pt x="849406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9368722" y="4577529"/>
              <a:ext cx="849630" cy="71120"/>
            </a:xfrm>
            <a:custGeom>
              <a:avLst/>
              <a:gdLst/>
              <a:ahLst/>
              <a:cxnLst/>
              <a:rect l="l" t="t" r="r" b="b"/>
              <a:pathLst>
                <a:path w="849629" h="71120">
                  <a:moveTo>
                    <a:pt x="0" y="0"/>
                  </a:moveTo>
                  <a:lnTo>
                    <a:pt x="849406" y="0"/>
                  </a:lnTo>
                  <a:lnTo>
                    <a:pt x="849406" y="70783"/>
                  </a:lnTo>
                  <a:lnTo>
                    <a:pt x="0" y="70783"/>
                  </a:lnTo>
                  <a:lnTo>
                    <a:pt x="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1" name="object 371"/>
          <p:cNvGrpSpPr/>
          <p:nvPr/>
        </p:nvGrpSpPr>
        <p:grpSpPr>
          <a:xfrm>
            <a:off x="3888292" y="4670262"/>
            <a:ext cx="63500" cy="190500"/>
            <a:chOff x="3888292" y="4670262"/>
            <a:chExt cx="63500" cy="190500"/>
          </a:xfrm>
        </p:grpSpPr>
        <p:sp>
          <p:nvSpPr>
            <p:cNvPr id="372" name="object 372"/>
            <p:cNvSpPr/>
            <p:nvPr/>
          </p:nvSpPr>
          <p:spPr>
            <a:xfrm>
              <a:off x="3919382" y="4717524"/>
              <a:ext cx="635" cy="135890"/>
            </a:xfrm>
            <a:custGeom>
              <a:avLst/>
              <a:gdLst/>
              <a:ahLst/>
              <a:cxnLst/>
              <a:rect l="l" t="t" r="r" b="b"/>
              <a:pathLst>
                <a:path w="635" h="135889">
                  <a:moveTo>
                    <a:pt x="0" y="135275"/>
                  </a:moveTo>
                  <a:lnTo>
                    <a:pt x="534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3896229" y="4678199"/>
              <a:ext cx="47625" cy="62865"/>
            </a:xfrm>
            <a:custGeom>
              <a:avLst/>
              <a:gdLst/>
              <a:ahLst/>
              <a:cxnLst/>
              <a:rect l="l" t="t" r="r" b="b"/>
              <a:pathLst>
                <a:path w="47625" h="62864">
                  <a:moveTo>
                    <a:pt x="23842" y="0"/>
                  </a:moveTo>
                  <a:lnTo>
                    <a:pt x="0" y="62824"/>
                  </a:lnTo>
                  <a:lnTo>
                    <a:pt x="23688" y="39324"/>
                  </a:lnTo>
                  <a:lnTo>
                    <a:pt x="38412" y="39324"/>
                  </a:lnTo>
                  <a:lnTo>
                    <a:pt x="23842" y="0"/>
                  </a:lnTo>
                  <a:close/>
                </a:path>
                <a:path w="47625" h="62864">
                  <a:moveTo>
                    <a:pt x="38412" y="39324"/>
                  </a:moveTo>
                  <a:lnTo>
                    <a:pt x="23688" y="39324"/>
                  </a:lnTo>
                  <a:lnTo>
                    <a:pt x="47002" y="62824"/>
                  </a:lnTo>
                  <a:lnTo>
                    <a:pt x="38412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3896230" y="467819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843" y="0"/>
                  </a:moveTo>
                  <a:lnTo>
                    <a:pt x="0" y="62824"/>
                  </a:lnTo>
                  <a:lnTo>
                    <a:pt x="23687" y="39324"/>
                  </a:lnTo>
                  <a:lnTo>
                    <a:pt x="47189" y="63011"/>
                  </a:lnTo>
                  <a:lnTo>
                    <a:pt x="23843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5" name="object 375"/>
          <p:cNvSpPr txBox="1"/>
          <p:nvPr/>
        </p:nvSpPr>
        <p:spPr>
          <a:xfrm>
            <a:off x="5250558" y="4635613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  <p:sp>
        <p:nvSpPr>
          <p:cNvPr id="369" name="object 369"/>
          <p:cNvSpPr txBox="1"/>
          <p:nvPr/>
        </p:nvSpPr>
        <p:spPr>
          <a:xfrm>
            <a:off x="8140533" y="4618515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  <p:sp>
        <p:nvSpPr>
          <p:cNvPr id="370" name="object 370"/>
          <p:cNvSpPr txBox="1"/>
          <p:nvPr/>
        </p:nvSpPr>
        <p:spPr>
          <a:xfrm>
            <a:off x="9607699" y="4635613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376" name="object 376"/>
          <p:cNvGrpSpPr/>
          <p:nvPr/>
        </p:nvGrpSpPr>
        <p:grpSpPr>
          <a:xfrm>
            <a:off x="3886832" y="4670262"/>
            <a:ext cx="5939155" cy="617855"/>
            <a:chOff x="3886832" y="4670262"/>
            <a:chExt cx="5939155" cy="617855"/>
          </a:xfrm>
        </p:grpSpPr>
        <p:sp>
          <p:nvSpPr>
            <p:cNvPr id="377" name="object 377"/>
            <p:cNvSpPr/>
            <p:nvPr/>
          </p:nvSpPr>
          <p:spPr>
            <a:xfrm>
              <a:off x="3918364" y="5123870"/>
              <a:ext cx="0" cy="156845"/>
            </a:xfrm>
            <a:custGeom>
              <a:avLst/>
              <a:gdLst/>
              <a:ahLst/>
              <a:cxnLst/>
              <a:rect l="l" t="t" r="r" b="b"/>
              <a:pathLst>
                <a:path w="0" h="156845">
                  <a:moveTo>
                    <a:pt x="0" y="156259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3894769" y="508454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9"/>
                  </a:lnTo>
                  <a:lnTo>
                    <a:pt x="23594" y="39324"/>
                  </a:lnTo>
                  <a:lnTo>
                    <a:pt x="38340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0" y="39324"/>
                  </a:moveTo>
                  <a:lnTo>
                    <a:pt x="23594" y="39324"/>
                  </a:lnTo>
                  <a:lnTo>
                    <a:pt x="47189" y="62919"/>
                  </a:lnTo>
                  <a:lnTo>
                    <a:pt x="38340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3894770" y="508454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5444428" y="4717524"/>
              <a:ext cx="1270" cy="167005"/>
            </a:xfrm>
            <a:custGeom>
              <a:avLst/>
              <a:gdLst/>
              <a:ahLst/>
              <a:cxnLst/>
              <a:rect l="l" t="t" r="r" b="b"/>
              <a:pathLst>
                <a:path w="1270" h="167004">
                  <a:moveTo>
                    <a:pt x="668" y="166735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5420998" y="4678199"/>
              <a:ext cx="47625" cy="62865"/>
            </a:xfrm>
            <a:custGeom>
              <a:avLst/>
              <a:gdLst/>
              <a:ahLst/>
              <a:cxnLst/>
              <a:rect l="l" t="t" r="r" b="b"/>
              <a:pathLst>
                <a:path w="47625" h="62864">
                  <a:moveTo>
                    <a:pt x="23270" y="0"/>
                  </a:moveTo>
                  <a:lnTo>
                    <a:pt x="0" y="62823"/>
                  </a:lnTo>
                  <a:lnTo>
                    <a:pt x="23430" y="39324"/>
                  </a:lnTo>
                  <a:lnTo>
                    <a:pt x="38198" y="39324"/>
                  </a:lnTo>
                  <a:lnTo>
                    <a:pt x="23270" y="0"/>
                  </a:lnTo>
                  <a:close/>
                </a:path>
                <a:path w="47625" h="62864">
                  <a:moveTo>
                    <a:pt x="38198" y="39324"/>
                  </a:moveTo>
                  <a:lnTo>
                    <a:pt x="23430" y="39324"/>
                  </a:lnTo>
                  <a:lnTo>
                    <a:pt x="47118" y="62823"/>
                  </a:lnTo>
                  <a:lnTo>
                    <a:pt x="38198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5420928" y="467819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341" y="0"/>
                  </a:moveTo>
                  <a:lnTo>
                    <a:pt x="0" y="63013"/>
                  </a:lnTo>
                  <a:lnTo>
                    <a:pt x="23500" y="39324"/>
                  </a:lnTo>
                  <a:lnTo>
                    <a:pt x="47189" y="62823"/>
                  </a:lnTo>
                  <a:lnTo>
                    <a:pt x="23341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6823125" y="4733250"/>
              <a:ext cx="1270" cy="133350"/>
            </a:xfrm>
            <a:custGeom>
              <a:avLst/>
              <a:gdLst/>
              <a:ahLst/>
              <a:cxnLst/>
              <a:rect l="l" t="t" r="r" b="b"/>
              <a:pathLst>
                <a:path w="1270" h="133350">
                  <a:moveTo>
                    <a:pt x="1256" y="132727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6799755" y="469392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997" y="0"/>
                  </a:moveTo>
                  <a:lnTo>
                    <a:pt x="0" y="63139"/>
                  </a:lnTo>
                  <a:lnTo>
                    <a:pt x="23370" y="39323"/>
                  </a:lnTo>
                  <a:lnTo>
                    <a:pt x="38169" y="39323"/>
                  </a:lnTo>
                  <a:lnTo>
                    <a:pt x="22997" y="0"/>
                  </a:lnTo>
                  <a:close/>
                </a:path>
                <a:path w="47625" h="63500">
                  <a:moveTo>
                    <a:pt x="38169" y="39323"/>
                  </a:moveTo>
                  <a:lnTo>
                    <a:pt x="23370" y="39323"/>
                  </a:lnTo>
                  <a:lnTo>
                    <a:pt x="47186" y="62693"/>
                  </a:lnTo>
                  <a:lnTo>
                    <a:pt x="38169" y="39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6799755" y="469392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996" y="0"/>
                  </a:moveTo>
                  <a:lnTo>
                    <a:pt x="0" y="63139"/>
                  </a:lnTo>
                  <a:lnTo>
                    <a:pt x="23369" y="39322"/>
                  </a:lnTo>
                  <a:lnTo>
                    <a:pt x="47186" y="62692"/>
                  </a:lnTo>
                  <a:lnTo>
                    <a:pt x="22996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8341887" y="4733238"/>
              <a:ext cx="2540" cy="111125"/>
            </a:xfrm>
            <a:custGeom>
              <a:avLst/>
              <a:gdLst/>
              <a:ahLst/>
              <a:cxnLst/>
              <a:rect l="l" t="t" r="r" b="b"/>
              <a:pathLst>
                <a:path w="2540" h="111125">
                  <a:moveTo>
                    <a:pt x="2395" y="110757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8318808" y="4693923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228" y="0"/>
                  </a:moveTo>
                  <a:lnTo>
                    <a:pt x="0" y="63413"/>
                  </a:lnTo>
                  <a:lnTo>
                    <a:pt x="23079" y="39314"/>
                  </a:lnTo>
                  <a:lnTo>
                    <a:pt x="37949" y="39314"/>
                  </a:lnTo>
                  <a:lnTo>
                    <a:pt x="22228" y="0"/>
                  </a:lnTo>
                  <a:close/>
                </a:path>
                <a:path w="47625" h="63500">
                  <a:moveTo>
                    <a:pt x="37949" y="39314"/>
                  </a:moveTo>
                  <a:lnTo>
                    <a:pt x="23079" y="39314"/>
                  </a:lnTo>
                  <a:lnTo>
                    <a:pt x="47179" y="62393"/>
                  </a:lnTo>
                  <a:lnTo>
                    <a:pt x="37949" y="39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8318809" y="4693923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2227" y="0"/>
                  </a:moveTo>
                  <a:lnTo>
                    <a:pt x="0" y="63414"/>
                  </a:lnTo>
                  <a:lnTo>
                    <a:pt x="23078" y="39314"/>
                  </a:lnTo>
                  <a:lnTo>
                    <a:pt x="47178" y="62393"/>
                  </a:lnTo>
                  <a:lnTo>
                    <a:pt x="22227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9793425" y="4733250"/>
              <a:ext cx="1270" cy="123825"/>
            </a:xfrm>
            <a:custGeom>
              <a:avLst/>
              <a:gdLst/>
              <a:ahLst/>
              <a:cxnLst/>
              <a:rect l="l" t="t" r="r" b="b"/>
              <a:pathLst>
                <a:path w="1270" h="123825">
                  <a:moveTo>
                    <a:pt x="0" y="123481"/>
                  </a:moveTo>
                  <a:lnTo>
                    <a:pt x="1259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9770851" y="469392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38525" y="39323"/>
                  </a:moveTo>
                  <a:lnTo>
                    <a:pt x="23834" y="39323"/>
                  </a:lnTo>
                  <a:lnTo>
                    <a:pt x="47186" y="63157"/>
                  </a:lnTo>
                  <a:lnTo>
                    <a:pt x="38525" y="39323"/>
                  </a:lnTo>
                  <a:close/>
                </a:path>
                <a:path w="47625" h="63500">
                  <a:moveTo>
                    <a:pt x="24235" y="0"/>
                  </a:moveTo>
                  <a:lnTo>
                    <a:pt x="0" y="62675"/>
                  </a:lnTo>
                  <a:lnTo>
                    <a:pt x="23834" y="39323"/>
                  </a:lnTo>
                  <a:lnTo>
                    <a:pt x="38525" y="39323"/>
                  </a:lnTo>
                  <a:lnTo>
                    <a:pt x="24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9770852" y="469392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4234" y="0"/>
                  </a:moveTo>
                  <a:lnTo>
                    <a:pt x="0" y="62675"/>
                  </a:lnTo>
                  <a:lnTo>
                    <a:pt x="23833" y="39322"/>
                  </a:lnTo>
                  <a:lnTo>
                    <a:pt x="47186" y="63156"/>
                  </a:lnTo>
                  <a:lnTo>
                    <a:pt x="2423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2" name="object 392"/>
          <p:cNvSpPr txBox="1"/>
          <p:nvPr/>
        </p:nvSpPr>
        <p:spPr>
          <a:xfrm>
            <a:off x="3748367" y="4627748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393" name="object 393"/>
          <p:cNvGrpSpPr/>
          <p:nvPr/>
        </p:nvGrpSpPr>
        <p:grpSpPr>
          <a:xfrm>
            <a:off x="3901698" y="2941634"/>
            <a:ext cx="6568440" cy="1969135"/>
            <a:chOff x="3901698" y="2941634"/>
            <a:chExt cx="6568440" cy="1969135"/>
          </a:xfrm>
        </p:grpSpPr>
        <p:pic>
          <p:nvPicPr>
            <p:cNvPr id="394" name="object 39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28446" y="2941634"/>
              <a:ext cx="1399947" cy="1116812"/>
            </a:xfrm>
            <a:prstGeom prst="rect">
              <a:avLst/>
            </a:prstGeom>
          </p:spPr>
        </p:pic>
        <p:sp>
          <p:nvSpPr>
            <p:cNvPr id="395" name="object 395"/>
            <p:cNvSpPr/>
            <p:nvPr/>
          </p:nvSpPr>
          <p:spPr>
            <a:xfrm>
              <a:off x="4799230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959514" y="0"/>
                  </a:moveTo>
                  <a:lnTo>
                    <a:pt x="314594" y="0"/>
                  </a:lnTo>
                  <a:lnTo>
                    <a:pt x="268105" y="3410"/>
                  </a:lnTo>
                  <a:lnTo>
                    <a:pt x="223735" y="13319"/>
                  </a:lnTo>
                  <a:lnTo>
                    <a:pt x="181969" y="29239"/>
                  </a:lnTo>
                  <a:lnTo>
                    <a:pt x="143294" y="50682"/>
                  </a:lnTo>
                  <a:lnTo>
                    <a:pt x="108197" y="77164"/>
                  </a:lnTo>
                  <a:lnTo>
                    <a:pt x="77164" y="108197"/>
                  </a:lnTo>
                  <a:lnTo>
                    <a:pt x="50682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0" y="268105"/>
                  </a:lnTo>
                  <a:lnTo>
                    <a:pt x="0" y="314594"/>
                  </a:lnTo>
                  <a:lnTo>
                    <a:pt x="0" y="676379"/>
                  </a:lnTo>
                  <a:lnTo>
                    <a:pt x="3410" y="722867"/>
                  </a:lnTo>
                  <a:lnTo>
                    <a:pt x="13319" y="767238"/>
                  </a:lnTo>
                  <a:lnTo>
                    <a:pt x="29239" y="809004"/>
                  </a:lnTo>
                  <a:lnTo>
                    <a:pt x="50682" y="847679"/>
                  </a:lnTo>
                  <a:lnTo>
                    <a:pt x="77164" y="882776"/>
                  </a:lnTo>
                  <a:lnTo>
                    <a:pt x="108197" y="913809"/>
                  </a:lnTo>
                  <a:lnTo>
                    <a:pt x="143294" y="940291"/>
                  </a:lnTo>
                  <a:lnTo>
                    <a:pt x="181969" y="961735"/>
                  </a:lnTo>
                  <a:lnTo>
                    <a:pt x="223735" y="977654"/>
                  </a:lnTo>
                  <a:lnTo>
                    <a:pt x="268105" y="987563"/>
                  </a:lnTo>
                  <a:lnTo>
                    <a:pt x="314594" y="990974"/>
                  </a:lnTo>
                  <a:lnTo>
                    <a:pt x="959514" y="990974"/>
                  </a:lnTo>
                  <a:lnTo>
                    <a:pt x="1006002" y="987563"/>
                  </a:lnTo>
                  <a:lnTo>
                    <a:pt x="1050373" y="977654"/>
                  </a:lnTo>
                  <a:lnTo>
                    <a:pt x="1092139" y="961735"/>
                  </a:lnTo>
                  <a:lnTo>
                    <a:pt x="1130814" y="940291"/>
                  </a:lnTo>
                  <a:lnTo>
                    <a:pt x="1165911" y="913809"/>
                  </a:lnTo>
                  <a:lnTo>
                    <a:pt x="1196944" y="882776"/>
                  </a:lnTo>
                  <a:lnTo>
                    <a:pt x="1223426" y="847679"/>
                  </a:lnTo>
                  <a:lnTo>
                    <a:pt x="1244870" y="809004"/>
                  </a:lnTo>
                  <a:lnTo>
                    <a:pt x="1260790" y="767238"/>
                  </a:lnTo>
                  <a:lnTo>
                    <a:pt x="1270698" y="722867"/>
                  </a:lnTo>
                  <a:lnTo>
                    <a:pt x="1274109" y="676379"/>
                  </a:lnTo>
                  <a:lnTo>
                    <a:pt x="1274109" y="314594"/>
                  </a:lnTo>
                  <a:lnTo>
                    <a:pt x="1270698" y="268105"/>
                  </a:lnTo>
                  <a:lnTo>
                    <a:pt x="1260790" y="223735"/>
                  </a:lnTo>
                  <a:lnTo>
                    <a:pt x="1244870" y="181969"/>
                  </a:lnTo>
                  <a:lnTo>
                    <a:pt x="1223426" y="143294"/>
                  </a:lnTo>
                  <a:lnTo>
                    <a:pt x="1196944" y="108197"/>
                  </a:lnTo>
                  <a:lnTo>
                    <a:pt x="1165911" y="77164"/>
                  </a:lnTo>
                  <a:lnTo>
                    <a:pt x="1130814" y="50682"/>
                  </a:lnTo>
                  <a:lnTo>
                    <a:pt x="1092139" y="29239"/>
                  </a:lnTo>
                  <a:lnTo>
                    <a:pt x="1050373" y="13319"/>
                  </a:lnTo>
                  <a:lnTo>
                    <a:pt x="1006002" y="3410"/>
                  </a:lnTo>
                  <a:lnTo>
                    <a:pt x="959514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4799230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314594" y="0"/>
                  </a:moveTo>
                  <a:lnTo>
                    <a:pt x="959514" y="0"/>
                  </a:lnTo>
                  <a:lnTo>
                    <a:pt x="1006003" y="3411"/>
                  </a:lnTo>
                  <a:lnTo>
                    <a:pt x="1050373" y="13319"/>
                  </a:lnTo>
                  <a:lnTo>
                    <a:pt x="1092140" y="29239"/>
                  </a:lnTo>
                  <a:lnTo>
                    <a:pt x="1130815" y="50683"/>
                  </a:lnTo>
                  <a:lnTo>
                    <a:pt x="1165912" y="77164"/>
                  </a:lnTo>
                  <a:lnTo>
                    <a:pt x="1196944" y="108197"/>
                  </a:lnTo>
                  <a:lnTo>
                    <a:pt x="1223426" y="143294"/>
                  </a:lnTo>
                  <a:lnTo>
                    <a:pt x="1244870" y="181969"/>
                  </a:lnTo>
                  <a:lnTo>
                    <a:pt x="1260790" y="223735"/>
                  </a:lnTo>
                  <a:lnTo>
                    <a:pt x="1270698" y="268106"/>
                  </a:lnTo>
                  <a:lnTo>
                    <a:pt x="1274109" y="314594"/>
                  </a:lnTo>
                  <a:lnTo>
                    <a:pt x="1274109" y="676379"/>
                  </a:lnTo>
                  <a:lnTo>
                    <a:pt x="1270698" y="722867"/>
                  </a:lnTo>
                  <a:lnTo>
                    <a:pt x="1260790" y="767238"/>
                  </a:lnTo>
                  <a:lnTo>
                    <a:pt x="1244870" y="809004"/>
                  </a:lnTo>
                  <a:lnTo>
                    <a:pt x="1223426" y="847679"/>
                  </a:lnTo>
                  <a:lnTo>
                    <a:pt x="1196944" y="882776"/>
                  </a:lnTo>
                  <a:lnTo>
                    <a:pt x="1165912" y="913809"/>
                  </a:lnTo>
                  <a:lnTo>
                    <a:pt x="1130815" y="940291"/>
                  </a:lnTo>
                  <a:lnTo>
                    <a:pt x="1092140" y="961734"/>
                  </a:lnTo>
                  <a:lnTo>
                    <a:pt x="1050373" y="977654"/>
                  </a:lnTo>
                  <a:lnTo>
                    <a:pt x="1006003" y="987563"/>
                  </a:lnTo>
                  <a:lnTo>
                    <a:pt x="959514" y="990974"/>
                  </a:lnTo>
                  <a:lnTo>
                    <a:pt x="314594" y="990974"/>
                  </a:lnTo>
                  <a:lnTo>
                    <a:pt x="268106" y="987563"/>
                  </a:lnTo>
                  <a:lnTo>
                    <a:pt x="223735" y="977654"/>
                  </a:lnTo>
                  <a:lnTo>
                    <a:pt x="181969" y="961734"/>
                  </a:lnTo>
                  <a:lnTo>
                    <a:pt x="143294" y="940291"/>
                  </a:lnTo>
                  <a:lnTo>
                    <a:pt x="108197" y="913809"/>
                  </a:lnTo>
                  <a:lnTo>
                    <a:pt x="77164" y="882776"/>
                  </a:lnTo>
                  <a:lnTo>
                    <a:pt x="50683" y="847679"/>
                  </a:lnTo>
                  <a:lnTo>
                    <a:pt x="29239" y="809004"/>
                  </a:lnTo>
                  <a:lnTo>
                    <a:pt x="13319" y="767238"/>
                  </a:lnTo>
                  <a:lnTo>
                    <a:pt x="3411" y="722867"/>
                  </a:lnTo>
                  <a:lnTo>
                    <a:pt x="0" y="67637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5216068" y="3043878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4" h="228600">
                  <a:moveTo>
                    <a:pt x="342121" y="0"/>
                  </a:moveTo>
                  <a:lnTo>
                    <a:pt x="114040" y="0"/>
                  </a:lnTo>
                  <a:lnTo>
                    <a:pt x="69650" y="8961"/>
                  </a:lnTo>
                  <a:lnTo>
                    <a:pt x="33401" y="33401"/>
                  </a:lnTo>
                  <a:lnTo>
                    <a:pt x="8961" y="69650"/>
                  </a:lnTo>
                  <a:lnTo>
                    <a:pt x="0" y="114040"/>
                  </a:lnTo>
                  <a:lnTo>
                    <a:pt x="8961" y="158430"/>
                  </a:lnTo>
                  <a:lnTo>
                    <a:pt x="33401" y="194680"/>
                  </a:lnTo>
                  <a:lnTo>
                    <a:pt x="69650" y="219119"/>
                  </a:lnTo>
                  <a:lnTo>
                    <a:pt x="114040" y="228081"/>
                  </a:lnTo>
                  <a:lnTo>
                    <a:pt x="342121" y="228081"/>
                  </a:lnTo>
                  <a:lnTo>
                    <a:pt x="386511" y="219119"/>
                  </a:lnTo>
                  <a:lnTo>
                    <a:pt x="422760" y="194680"/>
                  </a:lnTo>
                  <a:lnTo>
                    <a:pt x="447200" y="158430"/>
                  </a:lnTo>
                  <a:lnTo>
                    <a:pt x="456162" y="114040"/>
                  </a:lnTo>
                  <a:lnTo>
                    <a:pt x="447200" y="69650"/>
                  </a:lnTo>
                  <a:lnTo>
                    <a:pt x="422760" y="33401"/>
                  </a:lnTo>
                  <a:lnTo>
                    <a:pt x="386511" y="8961"/>
                  </a:lnTo>
                  <a:lnTo>
                    <a:pt x="3421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5216068" y="3043878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4" h="228600">
                  <a:moveTo>
                    <a:pt x="114040" y="0"/>
                  </a:moveTo>
                  <a:lnTo>
                    <a:pt x="342122" y="0"/>
                  </a:lnTo>
                  <a:lnTo>
                    <a:pt x="386512" y="8961"/>
                  </a:lnTo>
                  <a:lnTo>
                    <a:pt x="422761" y="33401"/>
                  </a:lnTo>
                  <a:lnTo>
                    <a:pt x="447200" y="69650"/>
                  </a:lnTo>
                  <a:lnTo>
                    <a:pt x="456162" y="114040"/>
                  </a:lnTo>
                  <a:lnTo>
                    <a:pt x="447200" y="158430"/>
                  </a:lnTo>
                  <a:lnTo>
                    <a:pt x="422761" y="194679"/>
                  </a:lnTo>
                  <a:lnTo>
                    <a:pt x="386512" y="219119"/>
                  </a:lnTo>
                  <a:lnTo>
                    <a:pt x="342122" y="228081"/>
                  </a:lnTo>
                  <a:lnTo>
                    <a:pt x="114040" y="228081"/>
                  </a:lnTo>
                  <a:lnTo>
                    <a:pt x="69650" y="219119"/>
                  </a:lnTo>
                  <a:lnTo>
                    <a:pt x="33401" y="194679"/>
                  </a:lnTo>
                  <a:lnTo>
                    <a:pt x="8961" y="158430"/>
                  </a:lnTo>
                  <a:lnTo>
                    <a:pt x="0" y="114040"/>
                  </a:lnTo>
                  <a:lnTo>
                    <a:pt x="8961" y="69650"/>
                  </a:lnTo>
                  <a:lnTo>
                    <a:pt x="33401" y="33401"/>
                  </a:lnTo>
                  <a:lnTo>
                    <a:pt x="69650" y="8961"/>
                  </a:lnTo>
                  <a:lnTo>
                    <a:pt x="11404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9" name="object 39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51989" y="3077960"/>
              <a:ext cx="210133" cy="159919"/>
            </a:xfrm>
            <a:prstGeom prst="rect">
              <a:avLst/>
            </a:prstGeom>
          </p:spPr>
        </p:pic>
        <p:sp>
          <p:nvSpPr>
            <p:cNvPr id="400" name="object 400"/>
            <p:cNvSpPr/>
            <p:nvPr/>
          </p:nvSpPr>
          <p:spPr>
            <a:xfrm>
              <a:off x="5444150" y="3828793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w="0" h="437514">
                  <a:moveTo>
                    <a:pt x="0" y="437287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5420555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38341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1" y="39324"/>
                  </a:moveTo>
                  <a:lnTo>
                    <a:pt x="23594" y="39324"/>
                  </a:lnTo>
                  <a:lnTo>
                    <a:pt x="47189" y="62918"/>
                  </a:lnTo>
                  <a:lnTo>
                    <a:pt x="38341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5420555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5045007" y="3476447"/>
              <a:ext cx="798830" cy="283210"/>
            </a:xfrm>
            <a:custGeom>
              <a:avLst/>
              <a:gdLst/>
              <a:ahLst/>
              <a:cxnLst/>
              <a:rect l="l" t="t" r="r" b="b"/>
              <a:pathLst>
                <a:path w="798829" h="283210">
                  <a:moveTo>
                    <a:pt x="798285" y="0"/>
                  </a:moveTo>
                  <a:lnTo>
                    <a:pt x="0" y="0"/>
                  </a:lnTo>
                  <a:lnTo>
                    <a:pt x="133046" y="283135"/>
                  </a:lnTo>
                  <a:lnTo>
                    <a:pt x="665237" y="283135"/>
                  </a:lnTo>
                  <a:lnTo>
                    <a:pt x="798285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5045007" y="3341171"/>
              <a:ext cx="798830" cy="418465"/>
            </a:xfrm>
            <a:custGeom>
              <a:avLst/>
              <a:gdLst/>
              <a:ahLst/>
              <a:cxnLst/>
              <a:rect l="l" t="t" r="r" b="b"/>
              <a:pathLst>
                <a:path w="798829" h="418464">
                  <a:moveTo>
                    <a:pt x="0" y="135275"/>
                  </a:moveTo>
                  <a:lnTo>
                    <a:pt x="798284" y="135275"/>
                  </a:lnTo>
                  <a:lnTo>
                    <a:pt x="665237" y="418411"/>
                  </a:lnTo>
                  <a:lnTo>
                    <a:pt x="133046" y="418411"/>
                  </a:lnTo>
                  <a:lnTo>
                    <a:pt x="0" y="135275"/>
                  </a:lnTo>
                  <a:close/>
                </a:path>
                <a:path w="798829" h="418464">
                  <a:moveTo>
                    <a:pt x="399142" y="135275"/>
                  </a:moveTo>
                  <a:lnTo>
                    <a:pt x="399142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5420555" y="330184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9"/>
                  </a:lnTo>
                  <a:lnTo>
                    <a:pt x="23594" y="39324"/>
                  </a:lnTo>
                  <a:lnTo>
                    <a:pt x="38340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0" y="39324"/>
                  </a:moveTo>
                  <a:lnTo>
                    <a:pt x="23594" y="39324"/>
                  </a:lnTo>
                  <a:lnTo>
                    <a:pt x="47189" y="62919"/>
                  </a:lnTo>
                  <a:lnTo>
                    <a:pt x="38340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5420555" y="330184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91313" y="2941634"/>
              <a:ext cx="1399947" cy="1116812"/>
            </a:xfrm>
            <a:prstGeom prst="rect">
              <a:avLst/>
            </a:prstGeom>
          </p:spPr>
        </p:pic>
        <p:sp>
          <p:nvSpPr>
            <p:cNvPr id="408" name="object 408"/>
            <p:cNvSpPr/>
            <p:nvPr/>
          </p:nvSpPr>
          <p:spPr>
            <a:xfrm>
              <a:off x="6254231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959515" y="0"/>
                  </a:moveTo>
                  <a:lnTo>
                    <a:pt x="314595" y="0"/>
                  </a:lnTo>
                  <a:lnTo>
                    <a:pt x="268106" y="3410"/>
                  </a:lnTo>
                  <a:lnTo>
                    <a:pt x="223736" y="13319"/>
                  </a:lnTo>
                  <a:lnTo>
                    <a:pt x="181970" y="29239"/>
                  </a:lnTo>
                  <a:lnTo>
                    <a:pt x="143295" y="50682"/>
                  </a:lnTo>
                  <a:lnTo>
                    <a:pt x="108197" y="77164"/>
                  </a:lnTo>
                  <a:lnTo>
                    <a:pt x="77165" y="108197"/>
                  </a:lnTo>
                  <a:lnTo>
                    <a:pt x="50683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1" y="268105"/>
                  </a:lnTo>
                  <a:lnTo>
                    <a:pt x="0" y="314594"/>
                  </a:lnTo>
                  <a:lnTo>
                    <a:pt x="0" y="676379"/>
                  </a:lnTo>
                  <a:lnTo>
                    <a:pt x="3411" y="722867"/>
                  </a:lnTo>
                  <a:lnTo>
                    <a:pt x="13319" y="767238"/>
                  </a:lnTo>
                  <a:lnTo>
                    <a:pt x="29239" y="809004"/>
                  </a:lnTo>
                  <a:lnTo>
                    <a:pt x="50683" y="847679"/>
                  </a:lnTo>
                  <a:lnTo>
                    <a:pt x="77165" y="882776"/>
                  </a:lnTo>
                  <a:lnTo>
                    <a:pt x="108197" y="913809"/>
                  </a:lnTo>
                  <a:lnTo>
                    <a:pt x="143295" y="940291"/>
                  </a:lnTo>
                  <a:lnTo>
                    <a:pt x="181970" y="961735"/>
                  </a:lnTo>
                  <a:lnTo>
                    <a:pt x="223736" y="977654"/>
                  </a:lnTo>
                  <a:lnTo>
                    <a:pt x="268106" y="987563"/>
                  </a:lnTo>
                  <a:lnTo>
                    <a:pt x="314595" y="990974"/>
                  </a:lnTo>
                  <a:lnTo>
                    <a:pt x="959515" y="990974"/>
                  </a:lnTo>
                  <a:lnTo>
                    <a:pt x="1006004" y="987563"/>
                  </a:lnTo>
                  <a:lnTo>
                    <a:pt x="1050374" y="977654"/>
                  </a:lnTo>
                  <a:lnTo>
                    <a:pt x="1092140" y="961735"/>
                  </a:lnTo>
                  <a:lnTo>
                    <a:pt x="1130815" y="940291"/>
                  </a:lnTo>
                  <a:lnTo>
                    <a:pt x="1165912" y="913809"/>
                  </a:lnTo>
                  <a:lnTo>
                    <a:pt x="1196945" y="882776"/>
                  </a:lnTo>
                  <a:lnTo>
                    <a:pt x="1223426" y="847679"/>
                  </a:lnTo>
                  <a:lnTo>
                    <a:pt x="1244870" y="809004"/>
                  </a:lnTo>
                  <a:lnTo>
                    <a:pt x="1260790" y="767238"/>
                  </a:lnTo>
                  <a:lnTo>
                    <a:pt x="1270698" y="722867"/>
                  </a:lnTo>
                  <a:lnTo>
                    <a:pt x="1274109" y="676379"/>
                  </a:lnTo>
                  <a:lnTo>
                    <a:pt x="1274109" y="314594"/>
                  </a:lnTo>
                  <a:lnTo>
                    <a:pt x="1270698" y="268105"/>
                  </a:lnTo>
                  <a:lnTo>
                    <a:pt x="1260790" y="223735"/>
                  </a:lnTo>
                  <a:lnTo>
                    <a:pt x="1244870" y="181969"/>
                  </a:lnTo>
                  <a:lnTo>
                    <a:pt x="1223426" y="143294"/>
                  </a:lnTo>
                  <a:lnTo>
                    <a:pt x="1196945" y="108197"/>
                  </a:lnTo>
                  <a:lnTo>
                    <a:pt x="1165912" y="77164"/>
                  </a:lnTo>
                  <a:lnTo>
                    <a:pt x="1130815" y="50682"/>
                  </a:lnTo>
                  <a:lnTo>
                    <a:pt x="1092140" y="29239"/>
                  </a:lnTo>
                  <a:lnTo>
                    <a:pt x="1050374" y="13319"/>
                  </a:lnTo>
                  <a:lnTo>
                    <a:pt x="1006004" y="3410"/>
                  </a:lnTo>
                  <a:lnTo>
                    <a:pt x="959515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6254232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314594" y="0"/>
                  </a:moveTo>
                  <a:lnTo>
                    <a:pt x="959514" y="0"/>
                  </a:lnTo>
                  <a:lnTo>
                    <a:pt x="1006003" y="3411"/>
                  </a:lnTo>
                  <a:lnTo>
                    <a:pt x="1050373" y="13319"/>
                  </a:lnTo>
                  <a:lnTo>
                    <a:pt x="1092140" y="29239"/>
                  </a:lnTo>
                  <a:lnTo>
                    <a:pt x="1130815" y="50683"/>
                  </a:lnTo>
                  <a:lnTo>
                    <a:pt x="1165912" y="77164"/>
                  </a:lnTo>
                  <a:lnTo>
                    <a:pt x="1196944" y="108197"/>
                  </a:lnTo>
                  <a:lnTo>
                    <a:pt x="1223426" y="143294"/>
                  </a:lnTo>
                  <a:lnTo>
                    <a:pt x="1244870" y="181969"/>
                  </a:lnTo>
                  <a:lnTo>
                    <a:pt x="1260790" y="223735"/>
                  </a:lnTo>
                  <a:lnTo>
                    <a:pt x="1270698" y="268106"/>
                  </a:lnTo>
                  <a:lnTo>
                    <a:pt x="1274109" y="314594"/>
                  </a:lnTo>
                  <a:lnTo>
                    <a:pt x="1274109" y="676379"/>
                  </a:lnTo>
                  <a:lnTo>
                    <a:pt x="1270698" y="722867"/>
                  </a:lnTo>
                  <a:lnTo>
                    <a:pt x="1260790" y="767238"/>
                  </a:lnTo>
                  <a:lnTo>
                    <a:pt x="1244870" y="809004"/>
                  </a:lnTo>
                  <a:lnTo>
                    <a:pt x="1223426" y="847679"/>
                  </a:lnTo>
                  <a:lnTo>
                    <a:pt x="1196944" y="882776"/>
                  </a:lnTo>
                  <a:lnTo>
                    <a:pt x="1165912" y="913809"/>
                  </a:lnTo>
                  <a:lnTo>
                    <a:pt x="1130815" y="940291"/>
                  </a:lnTo>
                  <a:lnTo>
                    <a:pt x="1092140" y="961734"/>
                  </a:lnTo>
                  <a:lnTo>
                    <a:pt x="1050373" y="977654"/>
                  </a:lnTo>
                  <a:lnTo>
                    <a:pt x="1006003" y="987563"/>
                  </a:lnTo>
                  <a:lnTo>
                    <a:pt x="959514" y="990974"/>
                  </a:lnTo>
                  <a:lnTo>
                    <a:pt x="314594" y="990974"/>
                  </a:lnTo>
                  <a:lnTo>
                    <a:pt x="268106" y="987563"/>
                  </a:lnTo>
                  <a:lnTo>
                    <a:pt x="223735" y="977654"/>
                  </a:lnTo>
                  <a:lnTo>
                    <a:pt x="181969" y="961734"/>
                  </a:lnTo>
                  <a:lnTo>
                    <a:pt x="143294" y="940291"/>
                  </a:lnTo>
                  <a:lnTo>
                    <a:pt x="108197" y="913809"/>
                  </a:lnTo>
                  <a:lnTo>
                    <a:pt x="77164" y="882776"/>
                  </a:lnTo>
                  <a:lnTo>
                    <a:pt x="50683" y="847679"/>
                  </a:lnTo>
                  <a:lnTo>
                    <a:pt x="29239" y="809004"/>
                  </a:lnTo>
                  <a:lnTo>
                    <a:pt x="13319" y="767238"/>
                  </a:lnTo>
                  <a:lnTo>
                    <a:pt x="3411" y="722867"/>
                  </a:lnTo>
                  <a:lnTo>
                    <a:pt x="0" y="67637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6592421" y="3051743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5" h="228600">
                  <a:moveTo>
                    <a:pt x="342122" y="0"/>
                  </a:moveTo>
                  <a:lnTo>
                    <a:pt x="114040" y="0"/>
                  </a:lnTo>
                  <a:lnTo>
                    <a:pt x="69651" y="8961"/>
                  </a:lnTo>
                  <a:lnTo>
                    <a:pt x="33401" y="33401"/>
                  </a:lnTo>
                  <a:lnTo>
                    <a:pt x="8961" y="69650"/>
                  </a:lnTo>
                  <a:lnTo>
                    <a:pt x="0" y="114040"/>
                  </a:lnTo>
                  <a:lnTo>
                    <a:pt x="8961" y="158430"/>
                  </a:lnTo>
                  <a:lnTo>
                    <a:pt x="33401" y="194679"/>
                  </a:lnTo>
                  <a:lnTo>
                    <a:pt x="69651" y="219118"/>
                  </a:lnTo>
                  <a:lnTo>
                    <a:pt x="114040" y="228080"/>
                  </a:lnTo>
                  <a:lnTo>
                    <a:pt x="342122" y="228080"/>
                  </a:lnTo>
                  <a:lnTo>
                    <a:pt x="386512" y="219118"/>
                  </a:lnTo>
                  <a:lnTo>
                    <a:pt x="422761" y="194679"/>
                  </a:lnTo>
                  <a:lnTo>
                    <a:pt x="447201" y="158430"/>
                  </a:lnTo>
                  <a:lnTo>
                    <a:pt x="456163" y="114040"/>
                  </a:lnTo>
                  <a:lnTo>
                    <a:pt x="447201" y="69650"/>
                  </a:lnTo>
                  <a:lnTo>
                    <a:pt x="422761" y="33401"/>
                  </a:lnTo>
                  <a:lnTo>
                    <a:pt x="386512" y="8961"/>
                  </a:lnTo>
                  <a:lnTo>
                    <a:pt x="3421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6592422" y="3051743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5" h="228600">
                  <a:moveTo>
                    <a:pt x="114040" y="0"/>
                  </a:moveTo>
                  <a:lnTo>
                    <a:pt x="342122" y="0"/>
                  </a:lnTo>
                  <a:lnTo>
                    <a:pt x="386512" y="8961"/>
                  </a:lnTo>
                  <a:lnTo>
                    <a:pt x="422761" y="33401"/>
                  </a:lnTo>
                  <a:lnTo>
                    <a:pt x="447200" y="69650"/>
                  </a:lnTo>
                  <a:lnTo>
                    <a:pt x="456162" y="114040"/>
                  </a:lnTo>
                  <a:lnTo>
                    <a:pt x="447200" y="158430"/>
                  </a:lnTo>
                  <a:lnTo>
                    <a:pt x="422761" y="194679"/>
                  </a:lnTo>
                  <a:lnTo>
                    <a:pt x="386512" y="219119"/>
                  </a:lnTo>
                  <a:lnTo>
                    <a:pt x="342122" y="228081"/>
                  </a:lnTo>
                  <a:lnTo>
                    <a:pt x="114040" y="228081"/>
                  </a:lnTo>
                  <a:lnTo>
                    <a:pt x="69650" y="219119"/>
                  </a:lnTo>
                  <a:lnTo>
                    <a:pt x="33401" y="194679"/>
                  </a:lnTo>
                  <a:lnTo>
                    <a:pt x="8961" y="158430"/>
                  </a:lnTo>
                  <a:lnTo>
                    <a:pt x="0" y="114040"/>
                  </a:lnTo>
                  <a:lnTo>
                    <a:pt x="8961" y="69650"/>
                  </a:lnTo>
                  <a:lnTo>
                    <a:pt x="33401" y="33401"/>
                  </a:lnTo>
                  <a:lnTo>
                    <a:pt x="69650" y="8961"/>
                  </a:lnTo>
                  <a:lnTo>
                    <a:pt x="11404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2" name="object 41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28342" y="3085825"/>
              <a:ext cx="210133" cy="159919"/>
            </a:xfrm>
            <a:prstGeom prst="rect">
              <a:avLst/>
            </a:prstGeom>
          </p:spPr>
        </p:pic>
        <p:sp>
          <p:nvSpPr>
            <p:cNvPr id="413" name="object 413"/>
            <p:cNvSpPr/>
            <p:nvPr/>
          </p:nvSpPr>
          <p:spPr>
            <a:xfrm>
              <a:off x="6820503" y="3828793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w="0" h="437514">
                  <a:moveTo>
                    <a:pt x="0" y="437287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6796908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38340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0" y="39324"/>
                  </a:moveTo>
                  <a:lnTo>
                    <a:pt x="23594" y="39324"/>
                  </a:lnTo>
                  <a:lnTo>
                    <a:pt x="47188" y="62918"/>
                  </a:lnTo>
                  <a:lnTo>
                    <a:pt x="38340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6796908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6421361" y="3476447"/>
              <a:ext cx="798830" cy="283210"/>
            </a:xfrm>
            <a:custGeom>
              <a:avLst/>
              <a:gdLst/>
              <a:ahLst/>
              <a:cxnLst/>
              <a:rect l="l" t="t" r="r" b="b"/>
              <a:pathLst>
                <a:path w="798829" h="283210">
                  <a:moveTo>
                    <a:pt x="798283" y="0"/>
                  </a:moveTo>
                  <a:lnTo>
                    <a:pt x="0" y="0"/>
                  </a:lnTo>
                  <a:lnTo>
                    <a:pt x="133046" y="283135"/>
                  </a:lnTo>
                  <a:lnTo>
                    <a:pt x="665237" y="283135"/>
                  </a:lnTo>
                  <a:lnTo>
                    <a:pt x="79828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6421360" y="3349036"/>
              <a:ext cx="798830" cy="410845"/>
            </a:xfrm>
            <a:custGeom>
              <a:avLst/>
              <a:gdLst/>
              <a:ahLst/>
              <a:cxnLst/>
              <a:rect l="l" t="t" r="r" b="b"/>
              <a:pathLst>
                <a:path w="798829" h="410845">
                  <a:moveTo>
                    <a:pt x="0" y="127410"/>
                  </a:moveTo>
                  <a:lnTo>
                    <a:pt x="798284" y="127410"/>
                  </a:lnTo>
                  <a:lnTo>
                    <a:pt x="665237" y="410546"/>
                  </a:lnTo>
                  <a:lnTo>
                    <a:pt x="133046" y="410546"/>
                  </a:lnTo>
                  <a:lnTo>
                    <a:pt x="0" y="127410"/>
                  </a:lnTo>
                  <a:close/>
                </a:path>
                <a:path w="798829" h="410845">
                  <a:moveTo>
                    <a:pt x="399142" y="127410"/>
                  </a:moveTo>
                  <a:lnTo>
                    <a:pt x="399142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6796908" y="330971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9"/>
                  </a:lnTo>
                  <a:lnTo>
                    <a:pt x="23594" y="39324"/>
                  </a:lnTo>
                  <a:lnTo>
                    <a:pt x="38340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0" y="39324"/>
                  </a:moveTo>
                  <a:lnTo>
                    <a:pt x="23594" y="39324"/>
                  </a:lnTo>
                  <a:lnTo>
                    <a:pt x="47188" y="62919"/>
                  </a:lnTo>
                  <a:lnTo>
                    <a:pt x="38340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6796908" y="330971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0" name="object 42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06989" y="2941634"/>
              <a:ext cx="1399947" cy="1116812"/>
            </a:xfrm>
            <a:prstGeom prst="rect">
              <a:avLst/>
            </a:prstGeom>
          </p:spPr>
        </p:pic>
        <p:sp>
          <p:nvSpPr>
            <p:cNvPr id="421" name="object 421"/>
            <p:cNvSpPr/>
            <p:nvPr/>
          </p:nvSpPr>
          <p:spPr>
            <a:xfrm>
              <a:off x="7669909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959514" y="0"/>
                  </a:moveTo>
                  <a:lnTo>
                    <a:pt x="314595" y="0"/>
                  </a:lnTo>
                  <a:lnTo>
                    <a:pt x="268106" y="3410"/>
                  </a:lnTo>
                  <a:lnTo>
                    <a:pt x="223736" y="13319"/>
                  </a:lnTo>
                  <a:lnTo>
                    <a:pt x="181970" y="29239"/>
                  </a:lnTo>
                  <a:lnTo>
                    <a:pt x="143295" y="50682"/>
                  </a:lnTo>
                  <a:lnTo>
                    <a:pt x="108197" y="77164"/>
                  </a:lnTo>
                  <a:lnTo>
                    <a:pt x="77165" y="108197"/>
                  </a:lnTo>
                  <a:lnTo>
                    <a:pt x="50683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1" y="268105"/>
                  </a:lnTo>
                  <a:lnTo>
                    <a:pt x="0" y="314594"/>
                  </a:lnTo>
                  <a:lnTo>
                    <a:pt x="0" y="676379"/>
                  </a:lnTo>
                  <a:lnTo>
                    <a:pt x="3411" y="722867"/>
                  </a:lnTo>
                  <a:lnTo>
                    <a:pt x="13319" y="767238"/>
                  </a:lnTo>
                  <a:lnTo>
                    <a:pt x="29239" y="809004"/>
                  </a:lnTo>
                  <a:lnTo>
                    <a:pt x="50683" y="847679"/>
                  </a:lnTo>
                  <a:lnTo>
                    <a:pt x="77165" y="882776"/>
                  </a:lnTo>
                  <a:lnTo>
                    <a:pt x="108197" y="913809"/>
                  </a:lnTo>
                  <a:lnTo>
                    <a:pt x="143295" y="940291"/>
                  </a:lnTo>
                  <a:lnTo>
                    <a:pt x="181970" y="961735"/>
                  </a:lnTo>
                  <a:lnTo>
                    <a:pt x="223736" y="977654"/>
                  </a:lnTo>
                  <a:lnTo>
                    <a:pt x="268106" y="987563"/>
                  </a:lnTo>
                  <a:lnTo>
                    <a:pt x="314595" y="990974"/>
                  </a:lnTo>
                  <a:lnTo>
                    <a:pt x="959514" y="990974"/>
                  </a:lnTo>
                  <a:lnTo>
                    <a:pt x="1006002" y="987563"/>
                  </a:lnTo>
                  <a:lnTo>
                    <a:pt x="1050373" y="977654"/>
                  </a:lnTo>
                  <a:lnTo>
                    <a:pt x="1092139" y="961735"/>
                  </a:lnTo>
                  <a:lnTo>
                    <a:pt x="1130814" y="940291"/>
                  </a:lnTo>
                  <a:lnTo>
                    <a:pt x="1165911" y="913809"/>
                  </a:lnTo>
                  <a:lnTo>
                    <a:pt x="1196944" y="882776"/>
                  </a:lnTo>
                  <a:lnTo>
                    <a:pt x="1223426" y="847679"/>
                  </a:lnTo>
                  <a:lnTo>
                    <a:pt x="1244870" y="809004"/>
                  </a:lnTo>
                  <a:lnTo>
                    <a:pt x="1260790" y="767238"/>
                  </a:lnTo>
                  <a:lnTo>
                    <a:pt x="1270698" y="722867"/>
                  </a:lnTo>
                  <a:lnTo>
                    <a:pt x="1274109" y="676379"/>
                  </a:lnTo>
                  <a:lnTo>
                    <a:pt x="1274109" y="314594"/>
                  </a:lnTo>
                  <a:lnTo>
                    <a:pt x="1270698" y="268105"/>
                  </a:lnTo>
                  <a:lnTo>
                    <a:pt x="1260790" y="223735"/>
                  </a:lnTo>
                  <a:lnTo>
                    <a:pt x="1244870" y="181969"/>
                  </a:lnTo>
                  <a:lnTo>
                    <a:pt x="1223426" y="143294"/>
                  </a:lnTo>
                  <a:lnTo>
                    <a:pt x="1196944" y="108197"/>
                  </a:lnTo>
                  <a:lnTo>
                    <a:pt x="1165911" y="77164"/>
                  </a:lnTo>
                  <a:lnTo>
                    <a:pt x="1130814" y="50682"/>
                  </a:lnTo>
                  <a:lnTo>
                    <a:pt x="1092139" y="29239"/>
                  </a:lnTo>
                  <a:lnTo>
                    <a:pt x="1050373" y="13319"/>
                  </a:lnTo>
                  <a:lnTo>
                    <a:pt x="1006002" y="3410"/>
                  </a:lnTo>
                  <a:lnTo>
                    <a:pt x="959514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7669909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314594" y="0"/>
                  </a:moveTo>
                  <a:lnTo>
                    <a:pt x="959514" y="0"/>
                  </a:lnTo>
                  <a:lnTo>
                    <a:pt x="1006003" y="3411"/>
                  </a:lnTo>
                  <a:lnTo>
                    <a:pt x="1050373" y="13319"/>
                  </a:lnTo>
                  <a:lnTo>
                    <a:pt x="1092140" y="29239"/>
                  </a:lnTo>
                  <a:lnTo>
                    <a:pt x="1130815" y="50683"/>
                  </a:lnTo>
                  <a:lnTo>
                    <a:pt x="1165912" y="77164"/>
                  </a:lnTo>
                  <a:lnTo>
                    <a:pt x="1196944" y="108197"/>
                  </a:lnTo>
                  <a:lnTo>
                    <a:pt x="1223426" y="143294"/>
                  </a:lnTo>
                  <a:lnTo>
                    <a:pt x="1244870" y="181969"/>
                  </a:lnTo>
                  <a:lnTo>
                    <a:pt x="1260790" y="223735"/>
                  </a:lnTo>
                  <a:lnTo>
                    <a:pt x="1270698" y="268106"/>
                  </a:lnTo>
                  <a:lnTo>
                    <a:pt x="1274109" y="314594"/>
                  </a:lnTo>
                  <a:lnTo>
                    <a:pt x="1274109" y="676379"/>
                  </a:lnTo>
                  <a:lnTo>
                    <a:pt x="1270698" y="722867"/>
                  </a:lnTo>
                  <a:lnTo>
                    <a:pt x="1260790" y="767238"/>
                  </a:lnTo>
                  <a:lnTo>
                    <a:pt x="1244870" y="809004"/>
                  </a:lnTo>
                  <a:lnTo>
                    <a:pt x="1223426" y="847679"/>
                  </a:lnTo>
                  <a:lnTo>
                    <a:pt x="1196944" y="882776"/>
                  </a:lnTo>
                  <a:lnTo>
                    <a:pt x="1165912" y="913809"/>
                  </a:lnTo>
                  <a:lnTo>
                    <a:pt x="1130815" y="940291"/>
                  </a:lnTo>
                  <a:lnTo>
                    <a:pt x="1092140" y="961734"/>
                  </a:lnTo>
                  <a:lnTo>
                    <a:pt x="1050373" y="977654"/>
                  </a:lnTo>
                  <a:lnTo>
                    <a:pt x="1006003" y="987563"/>
                  </a:lnTo>
                  <a:lnTo>
                    <a:pt x="959514" y="990974"/>
                  </a:lnTo>
                  <a:lnTo>
                    <a:pt x="314594" y="990974"/>
                  </a:lnTo>
                  <a:lnTo>
                    <a:pt x="268106" y="987563"/>
                  </a:lnTo>
                  <a:lnTo>
                    <a:pt x="223735" y="977654"/>
                  </a:lnTo>
                  <a:lnTo>
                    <a:pt x="181969" y="961734"/>
                  </a:lnTo>
                  <a:lnTo>
                    <a:pt x="143294" y="940291"/>
                  </a:lnTo>
                  <a:lnTo>
                    <a:pt x="108197" y="913809"/>
                  </a:lnTo>
                  <a:lnTo>
                    <a:pt x="77164" y="882776"/>
                  </a:lnTo>
                  <a:lnTo>
                    <a:pt x="50683" y="847679"/>
                  </a:lnTo>
                  <a:lnTo>
                    <a:pt x="29239" y="809004"/>
                  </a:lnTo>
                  <a:lnTo>
                    <a:pt x="13319" y="767238"/>
                  </a:lnTo>
                  <a:lnTo>
                    <a:pt x="3411" y="722867"/>
                  </a:lnTo>
                  <a:lnTo>
                    <a:pt x="0" y="67637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8102477" y="3051743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5" h="228600">
                  <a:moveTo>
                    <a:pt x="342121" y="0"/>
                  </a:moveTo>
                  <a:lnTo>
                    <a:pt x="114040" y="0"/>
                  </a:lnTo>
                  <a:lnTo>
                    <a:pt x="69650" y="8961"/>
                  </a:lnTo>
                  <a:lnTo>
                    <a:pt x="33401" y="33401"/>
                  </a:lnTo>
                  <a:lnTo>
                    <a:pt x="8961" y="69650"/>
                  </a:lnTo>
                  <a:lnTo>
                    <a:pt x="0" y="114040"/>
                  </a:lnTo>
                  <a:lnTo>
                    <a:pt x="8961" y="158430"/>
                  </a:lnTo>
                  <a:lnTo>
                    <a:pt x="33401" y="194679"/>
                  </a:lnTo>
                  <a:lnTo>
                    <a:pt x="69650" y="219118"/>
                  </a:lnTo>
                  <a:lnTo>
                    <a:pt x="114040" y="228080"/>
                  </a:lnTo>
                  <a:lnTo>
                    <a:pt x="342121" y="228080"/>
                  </a:lnTo>
                  <a:lnTo>
                    <a:pt x="386511" y="219118"/>
                  </a:lnTo>
                  <a:lnTo>
                    <a:pt x="422761" y="194679"/>
                  </a:lnTo>
                  <a:lnTo>
                    <a:pt x="447200" y="158430"/>
                  </a:lnTo>
                  <a:lnTo>
                    <a:pt x="456162" y="114040"/>
                  </a:lnTo>
                  <a:lnTo>
                    <a:pt x="447200" y="69650"/>
                  </a:lnTo>
                  <a:lnTo>
                    <a:pt x="422761" y="33401"/>
                  </a:lnTo>
                  <a:lnTo>
                    <a:pt x="386511" y="8961"/>
                  </a:lnTo>
                  <a:lnTo>
                    <a:pt x="3421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8102477" y="3051743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5" h="228600">
                  <a:moveTo>
                    <a:pt x="114040" y="0"/>
                  </a:moveTo>
                  <a:lnTo>
                    <a:pt x="342122" y="0"/>
                  </a:lnTo>
                  <a:lnTo>
                    <a:pt x="386512" y="8961"/>
                  </a:lnTo>
                  <a:lnTo>
                    <a:pt x="422761" y="33401"/>
                  </a:lnTo>
                  <a:lnTo>
                    <a:pt x="447200" y="69650"/>
                  </a:lnTo>
                  <a:lnTo>
                    <a:pt x="456162" y="114040"/>
                  </a:lnTo>
                  <a:lnTo>
                    <a:pt x="447200" y="158430"/>
                  </a:lnTo>
                  <a:lnTo>
                    <a:pt x="422761" y="194679"/>
                  </a:lnTo>
                  <a:lnTo>
                    <a:pt x="386512" y="219119"/>
                  </a:lnTo>
                  <a:lnTo>
                    <a:pt x="342122" y="228081"/>
                  </a:lnTo>
                  <a:lnTo>
                    <a:pt x="114040" y="228081"/>
                  </a:lnTo>
                  <a:lnTo>
                    <a:pt x="69650" y="219119"/>
                  </a:lnTo>
                  <a:lnTo>
                    <a:pt x="33401" y="194679"/>
                  </a:lnTo>
                  <a:lnTo>
                    <a:pt x="8961" y="158430"/>
                  </a:lnTo>
                  <a:lnTo>
                    <a:pt x="0" y="114040"/>
                  </a:lnTo>
                  <a:lnTo>
                    <a:pt x="8961" y="69650"/>
                  </a:lnTo>
                  <a:lnTo>
                    <a:pt x="33401" y="33401"/>
                  </a:lnTo>
                  <a:lnTo>
                    <a:pt x="69650" y="8961"/>
                  </a:lnTo>
                  <a:lnTo>
                    <a:pt x="11404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5" name="object 4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38398" y="3085825"/>
              <a:ext cx="210133" cy="159919"/>
            </a:xfrm>
            <a:prstGeom prst="rect">
              <a:avLst/>
            </a:prstGeom>
          </p:spPr>
        </p:pic>
        <p:sp>
          <p:nvSpPr>
            <p:cNvPr id="426" name="object 426"/>
            <p:cNvSpPr/>
            <p:nvPr/>
          </p:nvSpPr>
          <p:spPr>
            <a:xfrm>
              <a:off x="8330559" y="3828793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w="0" h="437514">
                  <a:moveTo>
                    <a:pt x="0" y="437287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8306964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38341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1" y="39324"/>
                  </a:moveTo>
                  <a:lnTo>
                    <a:pt x="23594" y="39324"/>
                  </a:lnTo>
                  <a:lnTo>
                    <a:pt x="47189" y="62918"/>
                  </a:lnTo>
                  <a:lnTo>
                    <a:pt x="38341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8306964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7931416" y="3476447"/>
              <a:ext cx="798830" cy="283210"/>
            </a:xfrm>
            <a:custGeom>
              <a:avLst/>
              <a:gdLst/>
              <a:ahLst/>
              <a:cxnLst/>
              <a:rect l="l" t="t" r="r" b="b"/>
              <a:pathLst>
                <a:path w="798829" h="283210">
                  <a:moveTo>
                    <a:pt x="798285" y="0"/>
                  </a:moveTo>
                  <a:lnTo>
                    <a:pt x="0" y="0"/>
                  </a:lnTo>
                  <a:lnTo>
                    <a:pt x="133046" y="283135"/>
                  </a:lnTo>
                  <a:lnTo>
                    <a:pt x="665237" y="283135"/>
                  </a:lnTo>
                  <a:lnTo>
                    <a:pt x="798285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7931417" y="3349036"/>
              <a:ext cx="798830" cy="410845"/>
            </a:xfrm>
            <a:custGeom>
              <a:avLst/>
              <a:gdLst/>
              <a:ahLst/>
              <a:cxnLst/>
              <a:rect l="l" t="t" r="r" b="b"/>
              <a:pathLst>
                <a:path w="798829" h="410845">
                  <a:moveTo>
                    <a:pt x="0" y="127410"/>
                  </a:moveTo>
                  <a:lnTo>
                    <a:pt x="798284" y="127410"/>
                  </a:lnTo>
                  <a:lnTo>
                    <a:pt x="665237" y="410546"/>
                  </a:lnTo>
                  <a:lnTo>
                    <a:pt x="133046" y="410546"/>
                  </a:lnTo>
                  <a:lnTo>
                    <a:pt x="0" y="127410"/>
                  </a:lnTo>
                  <a:close/>
                </a:path>
                <a:path w="798829" h="410845">
                  <a:moveTo>
                    <a:pt x="399142" y="127410"/>
                  </a:moveTo>
                  <a:lnTo>
                    <a:pt x="399142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8306964" y="330971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9"/>
                  </a:lnTo>
                  <a:lnTo>
                    <a:pt x="23594" y="39324"/>
                  </a:lnTo>
                  <a:lnTo>
                    <a:pt x="38340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0" y="39324"/>
                  </a:moveTo>
                  <a:lnTo>
                    <a:pt x="23594" y="39324"/>
                  </a:lnTo>
                  <a:lnTo>
                    <a:pt x="47189" y="62919"/>
                  </a:lnTo>
                  <a:lnTo>
                    <a:pt x="38340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8306964" y="330971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3" name="object 4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069857" y="2941634"/>
              <a:ext cx="1399947" cy="1116812"/>
            </a:xfrm>
            <a:prstGeom prst="rect">
              <a:avLst/>
            </a:prstGeom>
          </p:spPr>
        </p:pic>
        <p:sp>
          <p:nvSpPr>
            <p:cNvPr id="434" name="object 434"/>
            <p:cNvSpPr/>
            <p:nvPr/>
          </p:nvSpPr>
          <p:spPr>
            <a:xfrm>
              <a:off x="9140640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959515" y="0"/>
                  </a:moveTo>
                  <a:lnTo>
                    <a:pt x="314595" y="0"/>
                  </a:lnTo>
                  <a:lnTo>
                    <a:pt x="268106" y="3410"/>
                  </a:lnTo>
                  <a:lnTo>
                    <a:pt x="223736" y="13319"/>
                  </a:lnTo>
                  <a:lnTo>
                    <a:pt x="181970" y="29239"/>
                  </a:lnTo>
                  <a:lnTo>
                    <a:pt x="143295" y="50682"/>
                  </a:lnTo>
                  <a:lnTo>
                    <a:pt x="108197" y="77164"/>
                  </a:lnTo>
                  <a:lnTo>
                    <a:pt x="77165" y="108197"/>
                  </a:lnTo>
                  <a:lnTo>
                    <a:pt x="50683" y="143294"/>
                  </a:lnTo>
                  <a:lnTo>
                    <a:pt x="29239" y="181969"/>
                  </a:lnTo>
                  <a:lnTo>
                    <a:pt x="13319" y="223735"/>
                  </a:lnTo>
                  <a:lnTo>
                    <a:pt x="3411" y="268105"/>
                  </a:lnTo>
                  <a:lnTo>
                    <a:pt x="0" y="314594"/>
                  </a:lnTo>
                  <a:lnTo>
                    <a:pt x="0" y="676379"/>
                  </a:lnTo>
                  <a:lnTo>
                    <a:pt x="3411" y="722867"/>
                  </a:lnTo>
                  <a:lnTo>
                    <a:pt x="13319" y="767238"/>
                  </a:lnTo>
                  <a:lnTo>
                    <a:pt x="29239" y="809004"/>
                  </a:lnTo>
                  <a:lnTo>
                    <a:pt x="50683" y="847679"/>
                  </a:lnTo>
                  <a:lnTo>
                    <a:pt x="77165" y="882776"/>
                  </a:lnTo>
                  <a:lnTo>
                    <a:pt x="108197" y="913809"/>
                  </a:lnTo>
                  <a:lnTo>
                    <a:pt x="143295" y="940291"/>
                  </a:lnTo>
                  <a:lnTo>
                    <a:pt x="181970" y="961735"/>
                  </a:lnTo>
                  <a:lnTo>
                    <a:pt x="223736" y="977654"/>
                  </a:lnTo>
                  <a:lnTo>
                    <a:pt x="268106" y="987563"/>
                  </a:lnTo>
                  <a:lnTo>
                    <a:pt x="314595" y="990974"/>
                  </a:lnTo>
                  <a:lnTo>
                    <a:pt x="959515" y="990974"/>
                  </a:lnTo>
                  <a:lnTo>
                    <a:pt x="1006004" y="987563"/>
                  </a:lnTo>
                  <a:lnTo>
                    <a:pt x="1050374" y="977654"/>
                  </a:lnTo>
                  <a:lnTo>
                    <a:pt x="1092140" y="961735"/>
                  </a:lnTo>
                  <a:lnTo>
                    <a:pt x="1130815" y="940291"/>
                  </a:lnTo>
                  <a:lnTo>
                    <a:pt x="1165912" y="913809"/>
                  </a:lnTo>
                  <a:lnTo>
                    <a:pt x="1196945" y="882776"/>
                  </a:lnTo>
                  <a:lnTo>
                    <a:pt x="1223426" y="847679"/>
                  </a:lnTo>
                  <a:lnTo>
                    <a:pt x="1244870" y="809004"/>
                  </a:lnTo>
                  <a:lnTo>
                    <a:pt x="1260790" y="767238"/>
                  </a:lnTo>
                  <a:lnTo>
                    <a:pt x="1270698" y="722867"/>
                  </a:lnTo>
                  <a:lnTo>
                    <a:pt x="1274109" y="676379"/>
                  </a:lnTo>
                  <a:lnTo>
                    <a:pt x="1274109" y="314594"/>
                  </a:lnTo>
                  <a:lnTo>
                    <a:pt x="1270698" y="268105"/>
                  </a:lnTo>
                  <a:lnTo>
                    <a:pt x="1260790" y="223735"/>
                  </a:lnTo>
                  <a:lnTo>
                    <a:pt x="1244870" y="181969"/>
                  </a:lnTo>
                  <a:lnTo>
                    <a:pt x="1223426" y="143294"/>
                  </a:lnTo>
                  <a:lnTo>
                    <a:pt x="1196945" y="108197"/>
                  </a:lnTo>
                  <a:lnTo>
                    <a:pt x="1165912" y="77164"/>
                  </a:lnTo>
                  <a:lnTo>
                    <a:pt x="1130815" y="50682"/>
                  </a:lnTo>
                  <a:lnTo>
                    <a:pt x="1092140" y="29239"/>
                  </a:lnTo>
                  <a:lnTo>
                    <a:pt x="1050374" y="13319"/>
                  </a:lnTo>
                  <a:lnTo>
                    <a:pt x="1006004" y="3410"/>
                  </a:lnTo>
                  <a:lnTo>
                    <a:pt x="959515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9140641" y="2965230"/>
              <a:ext cx="1274445" cy="991235"/>
            </a:xfrm>
            <a:custGeom>
              <a:avLst/>
              <a:gdLst/>
              <a:ahLst/>
              <a:cxnLst/>
              <a:rect l="l" t="t" r="r" b="b"/>
              <a:pathLst>
                <a:path w="1274445" h="991235">
                  <a:moveTo>
                    <a:pt x="314594" y="0"/>
                  </a:moveTo>
                  <a:lnTo>
                    <a:pt x="959514" y="0"/>
                  </a:lnTo>
                  <a:lnTo>
                    <a:pt x="1006003" y="3411"/>
                  </a:lnTo>
                  <a:lnTo>
                    <a:pt x="1050373" y="13319"/>
                  </a:lnTo>
                  <a:lnTo>
                    <a:pt x="1092140" y="29239"/>
                  </a:lnTo>
                  <a:lnTo>
                    <a:pt x="1130815" y="50683"/>
                  </a:lnTo>
                  <a:lnTo>
                    <a:pt x="1165912" y="77164"/>
                  </a:lnTo>
                  <a:lnTo>
                    <a:pt x="1196944" y="108197"/>
                  </a:lnTo>
                  <a:lnTo>
                    <a:pt x="1223426" y="143294"/>
                  </a:lnTo>
                  <a:lnTo>
                    <a:pt x="1244870" y="181969"/>
                  </a:lnTo>
                  <a:lnTo>
                    <a:pt x="1260790" y="223735"/>
                  </a:lnTo>
                  <a:lnTo>
                    <a:pt x="1270698" y="268106"/>
                  </a:lnTo>
                  <a:lnTo>
                    <a:pt x="1274109" y="314594"/>
                  </a:lnTo>
                  <a:lnTo>
                    <a:pt x="1274109" y="676379"/>
                  </a:lnTo>
                  <a:lnTo>
                    <a:pt x="1270698" y="722867"/>
                  </a:lnTo>
                  <a:lnTo>
                    <a:pt x="1260790" y="767238"/>
                  </a:lnTo>
                  <a:lnTo>
                    <a:pt x="1244870" y="809004"/>
                  </a:lnTo>
                  <a:lnTo>
                    <a:pt x="1223426" y="847679"/>
                  </a:lnTo>
                  <a:lnTo>
                    <a:pt x="1196944" y="882776"/>
                  </a:lnTo>
                  <a:lnTo>
                    <a:pt x="1165912" y="913809"/>
                  </a:lnTo>
                  <a:lnTo>
                    <a:pt x="1130815" y="940291"/>
                  </a:lnTo>
                  <a:lnTo>
                    <a:pt x="1092140" y="961734"/>
                  </a:lnTo>
                  <a:lnTo>
                    <a:pt x="1050373" y="977654"/>
                  </a:lnTo>
                  <a:lnTo>
                    <a:pt x="1006003" y="987563"/>
                  </a:lnTo>
                  <a:lnTo>
                    <a:pt x="959514" y="990974"/>
                  </a:lnTo>
                  <a:lnTo>
                    <a:pt x="314594" y="990974"/>
                  </a:lnTo>
                  <a:lnTo>
                    <a:pt x="268106" y="987563"/>
                  </a:lnTo>
                  <a:lnTo>
                    <a:pt x="223735" y="977654"/>
                  </a:lnTo>
                  <a:lnTo>
                    <a:pt x="181969" y="961734"/>
                  </a:lnTo>
                  <a:lnTo>
                    <a:pt x="143294" y="940291"/>
                  </a:lnTo>
                  <a:lnTo>
                    <a:pt x="108197" y="913809"/>
                  </a:lnTo>
                  <a:lnTo>
                    <a:pt x="77164" y="882776"/>
                  </a:lnTo>
                  <a:lnTo>
                    <a:pt x="50683" y="847679"/>
                  </a:lnTo>
                  <a:lnTo>
                    <a:pt x="29239" y="809004"/>
                  </a:lnTo>
                  <a:lnTo>
                    <a:pt x="13319" y="767238"/>
                  </a:lnTo>
                  <a:lnTo>
                    <a:pt x="3411" y="722867"/>
                  </a:lnTo>
                  <a:lnTo>
                    <a:pt x="0" y="676379"/>
                  </a:lnTo>
                  <a:lnTo>
                    <a:pt x="0" y="314594"/>
                  </a:lnTo>
                  <a:lnTo>
                    <a:pt x="3411" y="268106"/>
                  </a:lnTo>
                  <a:lnTo>
                    <a:pt x="13319" y="223735"/>
                  </a:lnTo>
                  <a:lnTo>
                    <a:pt x="29239" y="181969"/>
                  </a:lnTo>
                  <a:lnTo>
                    <a:pt x="50683" y="143294"/>
                  </a:lnTo>
                  <a:lnTo>
                    <a:pt x="77164" y="108197"/>
                  </a:lnTo>
                  <a:lnTo>
                    <a:pt x="108197" y="77164"/>
                  </a:lnTo>
                  <a:lnTo>
                    <a:pt x="143294" y="50683"/>
                  </a:lnTo>
                  <a:lnTo>
                    <a:pt x="181969" y="29239"/>
                  </a:lnTo>
                  <a:lnTo>
                    <a:pt x="223735" y="13319"/>
                  </a:lnTo>
                  <a:lnTo>
                    <a:pt x="268106" y="3411"/>
                  </a:lnTo>
                  <a:lnTo>
                    <a:pt x="314594" y="0"/>
                  </a:lnTo>
                  <a:close/>
                </a:path>
              </a:pathLst>
            </a:custGeom>
            <a:ln w="31459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9565344" y="3051743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5" h="228600">
                  <a:moveTo>
                    <a:pt x="342122" y="0"/>
                  </a:moveTo>
                  <a:lnTo>
                    <a:pt x="114040" y="0"/>
                  </a:lnTo>
                  <a:lnTo>
                    <a:pt x="69651" y="8961"/>
                  </a:lnTo>
                  <a:lnTo>
                    <a:pt x="33401" y="33401"/>
                  </a:lnTo>
                  <a:lnTo>
                    <a:pt x="8961" y="69650"/>
                  </a:lnTo>
                  <a:lnTo>
                    <a:pt x="0" y="114040"/>
                  </a:lnTo>
                  <a:lnTo>
                    <a:pt x="8961" y="158430"/>
                  </a:lnTo>
                  <a:lnTo>
                    <a:pt x="33401" y="194679"/>
                  </a:lnTo>
                  <a:lnTo>
                    <a:pt x="69651" y="219118"/>
                  </a:lnTo>
                  <a:lnTo>
                    <a:pt x="114040" y="228080"/>
                  </a:lnTo>
                  <a:lnTo>
                    <a:pt x="342122" y="228080"/>
                  </a:lnTo>
                  <a:lnTo>
                    <a:pt x="386512" y="219118"/>
                  </a:lnTo>
                  <a:lnTo>
                    <a:pt x="422761" y="194679"/>
                  </a:lnTo>
                  <a:lnTo>
                    <a:pt x="447201" y="158430"/>
                  </a:lnTo>
                  <a:lnTo>
                    <a:pt x="456163" y="114040"/>
                  </a:lnTo>
                  <a:lnTo>
                    <a:pt x="447201" y="69650"/>
                  </a:lnTo>
                  <a:lnTo>
                    <a:pt x="422761" y="33401"/>
                  </a:lnTo>
                  <a:lnTo>
                    <a:pt x="386512" y="8961"/>
                  </a:lnTo>
                  <a:lnTo>
                    <a:pt x="3421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9565344" y="3051743"/>
              <a:ext cx="456565" cy="228600"/>
            </a:xfrm>
            <a:custGeom>
              <a:avLst/>
              <a:gdLst/>
              <a:ahLst/>
              <a:cxnLst/>
              <a:rect l="l" t="t" r="r" b="b"/>
              <a:pathLst>
                <a:path w="456565" h="228600">
                  <a:moveTo>
                    <a:pt x="114040" y="0"/>
                  </a:moveTo>
                  <a:lnTo>
                    <a:pt x="342122" y="0"/>
                  </a:lnTo>
                  <a:lnTo>
                    <a:pt x="386512" y="8961"/>
                  </a:lnTo>
                  <a:lnTo>
                    <a:pt x="422761" y="33401"/>
                  </a:lnTo>
                  <a:lnTo>
                    <a:pt x="447200" y="69650"/>
                  </a:lnTo>
                  <a:lnTo>
                    <a:pt x="456162" y="114040"/>
                  </a:lnTo>
                  <a:lnTo>
                    <a:pt x="447200" y="158430"/>
                  </a:lnTo>
                  <a:lnTo>
                    <a:pt x="422761" y="194679"/>
                  </a:lnTo>
                  <a:lnTo>
                    <a:pt x="386512" y="219119"/>
                  </a:lnTo>
                  <a:lnTo>
                    <a:pt x="342122" y="228081"/>
                  </a:lnTo>
                  <a:lnTo>
                    <a:pt x="114040" y="228081"/>
                  </a:lnTo>
                  <a:lnTo>
                    <a:pt x="69650" y="219119"/>
                  </a:lnTo>
                  <a:lnTo>
                    <a:pt x="33401" y="194679"/>
                  </a:lnTo>
                  <a:lnTo>
                    <a:pt x="8961" y="158430"/>
                  </a:lnTo>
                  <a:lnTo>
                    <a:pt x="0" y="114040"/>
                  </a:lnTo>
                  <a:lnTo>
                    <a:pt x="8961" y="69650"/>
                  </a:lnTo>
                  <a:lnTo>
                    <a:pt x="33401" y="33401"/>
                  </a:lnTo>
                  <a:lnTo>
                    <a:pt x="69650" y="8961"/>
                  </a:lnTo>
                  <a:lnTo>
                    <a:pt x="114040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8" name="object 4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701265" y="3085825"/>
              <a:ext cx="210133" cy="159919"/>
            </a:xfrm>
            <a:prstGeom prst="rect">
              <a:avLst/>
            </a:prstGeom>
          </p:spPr>
        </p:pic>
        <p:sp>
          <p:nvSpPr>
            <p:cNvPr id="439" name="object 439"/>
            <p:cNvSpPr/>
            <p:nvPr/>
          </p:nvSpPr>
          <p:spPr>
            <a:xfrm>
              <a:off x="9793425" y="3828793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w="0" h="437514">
                  <a:moveTo>
                    <a:pt x="0" y="437287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9769831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38341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1" y="39324"/>
                  </a:moveTo>
                  <a:lnTo>
                    <a:pt x="23594" y="39324"/>
                  </a:lnTo>
                  <a:lnTo>
                    <a:pt x="47189" y="62918"/>
                  </a:lnTo>
                  <a:lnTo>
                    <a:pt x="38341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9769831" y="378946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9394283" y="3476447"/>
              <a:ext cx="798830" cy="283210"/>
            </a:xfrm>
            <a:custGeom>
              <a:avLst/>
              <a:gdLst/>
              <a:ahLst/>
              <a:cxnLst/>
              <a:rect l="l" t="t" r="r" b="b"/>
              <a:pathLst>
                <a:path w="798829" h="283210">
                  <a:moveTo>
                    <a:pt x="798283" y="0"/>
                  </a:moveTo>
                  <a:lnTo>
                    <a:pt x="0" y="0"/>
                  </a:lnTo>
                  <a:lnTo>
                    <a:pt x="133046" y="283135"/>
                  </a:lnTo>
                  <a:lnTo>
                    <a:pt x="665237" y="283135"/>
                  </a:lnTo>
                  <a:lnTo>
                    <a:pt x="79828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9394283" y="3349036"/>
              <a:ext cx="798830" cy="410845"/>
            </a:xfrm>
            <a:custGeom>
              <a:avLst/>
              <a:gdLst/>
              <a:ahLst/>
              <a:cxnLst/>
              <a:rect l="l" t="t" r="r" b="b"/>
              <a:pathLst>
                <a:path w="798829" h="410845">
                  <a:moveTo>
                    <a:pt x="0" y="127410"/>
                  </a:moveTo>
                  <a:lnTo>
                    <a:pt x="798284" y="127410"/>
                  </a:lnTo>
                  <a:lnTo>
                    <a:pt x="665237" y="410546"/>
                  </a:lnTo>
                  <a:lnTo>
                    <a:pt x="133046" y="410546"/>
                  </a:lnTo>
                  <a:lnTo>
                    <a:pt x="0" y="127410"/>
                  </a:lnTo>
                  <a:close/>
                </a:path>
                <a:path w="798829" h="410845">
                  <a:moveTo>
                    <a:pt x="399142" y="127410"/>
                  </a:moveTo>
                  <a:lnTo>
                    <a:pt x="399142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9769831" y="330971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9"/>
                  </a:lnTo>
                  <a:lnTo>
                    <a:pt x="23594" y="39324"/>
                  </a:lnTo>
                  <a:lnTo>
                    <a:pt x="38340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0" y="39324"/>
                  </a:moveTo>
                  <a:lnTo>
                    <a:pt x="23594" y="39324"/>
                  </a:lnTo>
                  <a:lnTo>
                    <a:pt x="47189" y="62919"/>
                  </a:lnTo>
                  <a:lnTo>
                    <a:pt x="38340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9769831" y="3309711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3928110" y="4657903"/>
              <a:ext cx="1447800" cy="202565"/>
            </a:xfrm>
            <a:custGeom>
              <a:avLst/>
              <a:gdLst/>
              <a:ahLst/>
              <a:cxnLst/>
              <a:rect l="l" t="t" r="r" b="b"/>
              <a:pathLst>
                <a:path w="1447800" h="202564">
                  <a:moveTo>
                    <a:pt x="0" y="202518"/>
                  </a:moveTo>
                  <a:lnTo>
                    <a:pt x="1447495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5348970" y="4637806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39" h="46989">
                  <a:moveTo>
                    <a:pt x="0" y="0"/>
                  </a:moveTo>
                  <a:lnTo>
                    <a:pt x="26635" y="20097"/>
                  </a:lnTo>
                  <a:lnTo>
                    <a:pt x="6539" y="46732"/>
                  </a:lnTo>
                  <a:lnTo>
                    <a:pt x="65580" y="14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5348971" y="4637805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39" h="46989">
                  <a:moveTo>
                    <a:pt x="65580" y="14649"/>
                  </a:moveTo>
                  <a:lnTo>
                    <a:pt x="0" y="0"/>
                  </a:lnTo>
                  <a:lnTo>
                    <a:pt x="26635" y="20097"/>
                  </a:lnTo>
                  <a:lnTo>
                    <a:pt x="6538" y="46733"/>
                  </a:lnTo>
                  <a:lnTo>
                    <a:pt x="65580" y="14649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3928172" y="4653389"/>
              <a:ext cx="2823845" cy="207645"/>
            </a:xfrm>
            <a:custGeom>
              <a:avLst/>
              <a:gdLst/>
              <a:ahLst/>
              <a:cxnLst/>
              <a:rect l="l" t="t" r="r" b="b"/>
              <a:pathLst>
                <a:path w="2823845" h="207645">
                  <a:moveTo>
                    <a:pt x="0" y="207609"/>
                  </a:moveTo>
                  <a:lnTo>
                    <a:pt x="2823305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6726216" y="4631588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0" y="0"/>
                  </a:moveTo>
                  <a:lnTo>
                    <a:pt x="25260" y="21800"/>
                  </a:lnTo>
                  <a:lnTo>
                    <a:pt x="3460" y="47061"/>
                  </a:lnTo>
                  <a:lnTo>
                    <a:pt x="64479" y="189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6726217" y="4631588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64479" y="18916"/>
                  </a:moveTo>
                  <a:lnTo>
                    <a:pt x="0" y="0"/>
                  </a:lnTo>
                  <a:lnTo>
                    <a:pt x="25260" y="21801"/>
                  </a:lnTo>
                  <a:lnTo>
                    <a:pt x="3460" y="47061"/>
                  </a:lnTo>
                  <a:lnTo>
                    <a:pt x="64479" y="18916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3928184" y="4651655"/>
              <a:ext cx="4333240" cy="210185"/>
            </a:xfrm>
            <a:custGeom>
              <a:avLst/>
              <a:gdLst/>
              <a:ahLst/>
              <a:cxnLst/>
              <a:rect l="l" t="t" r="r" b="b"/>
              <a:pathLst>
                <a:path w="4333240" h="210185">
                  <a:moveTo>
                    <a:pt x="0" y="209564"/>
                  </a:moveTo>
                  <a:lnTo>
                    <a:pt x="4333243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8236722" y="4629230"/>
              <a:ext cx="64135" cy="47625"/>
            </a:xfrm>
            <a:custGeom>
              <a:avLst/>
              <a:gdLst/>
              <a:ahLst/>
              <a:cxnLst/>
              <a:rect l="l" t="t" r="r" b="b"/>
              <a:pathLst>
                <a:path w="64134" h="47625">
                  <a:moveTo>
                    <a:pt x="0" y="0"/>
                  </a:moveTo>
                  <a:lnTo>
                    <a:pt x="24706" y="22425"/>
                  </a:lnTo>
                  <a:lnTo>
                    <a:pt x="2278" y="47134"/>
                  </a:lnTo>
                  <a:lnTo>
                    <a:pt x="63985" y="20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8236722" y="4629230"/>
              <a:ext cx="64135" cy="47625"/>
            </a:xfrm>
            <a:custGeom>
              <a:avLst/>
              <a:gdLst/>
              <a:ahLst/>
              <a:cxnLst/>
              <a:rect l="l" t="t" r="r" b="b"/>
              <a:pathLst>
                <a:path w="64134" h="47625">
                  <a:moveTo>
                    <a:pt x="63985" y="20527"/>
                  </a:moveTo>
                  <a:lnTo>
                    <a:pt x="0" y="0"/>
                  </a:lnTo>
                  <a:lnTo>
                    <a:pt x="24706" y="22425"/>
                  </a:lnTo>
                  <a:lnTo>
                    <a:pt x="2279" y="47134"/>
                  </a:lnTo>
                  <a:lnTo>
                    <a:pt x="63985" y="20527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3928189" y="4650825"/>
              <a:ext cx="5796280" cy="210820"/>
            </a:xfrm>
            <a:custGeom>
              <a:avLst/>
              <a:gdLst/>
              <a:ahLst/>
              <a:cxnLst/>
              <a:rect l="l" t="t" r="r" b="b"/>
              <a:pathLst>
                <a:path w="5796280" h="210820">
                  <a:moveTo>
                    <a:pt x="0" y="210501"/>
                  </a:moveTo>
                  <a:lnTo>
                    <a:pt x="5796071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9699824" y="4628102"/>
              <a:ext cx="64135" cy="47625"/>
            </a:xfrm>
            <a:custGeom>
              <a:avLst/>
              <a:gdLst/>
              <a:ahLst/>
              <a:cxnLst/>
              <a:rect l="l" t="t" r="r" b="b"/>
              <a:pathLst>
                <a:path w="64134" h="47625">
                  <a:moveTo>
                    <a:pt x="0" y="0"/>
                  </a:moveTo>
                  <a:lnTo>
                    <a:pt x="24436" y="22722"/>
                  </a:lnTo>
                  <a:lnTo>
                    <a:pt x="1713" y="47157"/>
                  </a:lnTo>
                  <a:lnTo>
                    <a:pt x="63734" y="21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9699824" y="4628102"/>
              <a:ext cx="64135" cy="47625"/>
            </a:xfrm>
            <a:custGeom>
              <a:avLst/>
              <a:gdLst/>
              <a:ahLst/>
              <a:cxnLst/>
              <a:rect l="l" t="t" r="r" b="b"/>
              <a:pathLst>
                <a:path w="64134" h="47625">
                  <a:moveTo>
                    <a:pt x="63735" y="21296"/>
                  </a:moveTo>
                  <a:lnTo>
                    <a:pt x="0" y="0"/>
                  </a:lnTo>
                  <a:lnTo>
                    <a:pt x="24436" y="22723"/>
                  </a:lnTo>
                  <a:lnTo>
                    <a:pt x="1712" y="47157"/>
                  </a:lnTo>
                  <a:lnTo>
                    <a:pt x="63735" y="21296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5453844" y="4660441"/>
              <a:ext cx="1298575" cy="231140"/>
            </a:xfrm>
            <a:custGeom>
              <a:avLst/>
              <a:gdLst/>
              <a:ahLst/>
              <a:cxnLst/>
              <a:rect l="l" t="t" r="r" b="b"/>
              <a:pathLst>
                <a:path w="1298575" h="231139">
                  <a:moveTo>
                    <a:pt x="0" y="231115"/>
                  </a:moveTo>
                  <a:lnTo>
                    <a:pt x="1298519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6724997" y="4641347"/>
              <a:ext cx="66675" cy="46990"/>
            </a:xfrm>
            <a:custGeom>
              <a:avLst/>
              <a:gdLst/>
              <a:ahLst/>
              <a:cxnLst/>
              <a:rect l="l" t="t" r="r" b="b"/>
              <a:pathLst>
                <a:path w="66675" h="46989">
                  <a:moveTo>
                    <a:pt x="0" y="0"/>
                  </a:moveTo>
                  <a:lnTo>
                    <a:pt x="27365" y="19094"/>
                  </a:lnTo>
                  <a:lnTo>
                    <a:pt x="8270" y="46459"/>
                  </a:lnTo>
                  <a:lnTo>
                    <a:pt x="66080" y="12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6724998" y="4641346"/>
              <a:ext cx="66675" cy="46990"/>
            </a:xfrm>
            <a:custGeom>
              <a:avLst/>
              <a:gdLst/>
              <a:ahLst/>
              <a:cxnLst/>
              <a:rect l="l" t="t" r="r" b="b"/>
              <a:pathLst>
                <a:path w="66675" h="46989">
                  <a:moveTo>
                    <a:pt x="66080" y="12203"/>
                  </a:moveTo>
                  <a:lnTo>
                    <a:pt x="0" y="0"/>
                  </a:lnTo>
                  <a:lnTo>
                    <a:pt x="27365" y="19094"/>
                  </a:lnTo>
                  <a:lnTo>
                    <a:pt x="8269" y="46459"/>
                  </a:lnTo>
                  <a:lnTo>
                    <a:pt x="66080" y="12203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5453949" y="4654164"/>
              <a:ext cx="2807970" cy="238760"/>
            </a:xfrm>
            <a:custGeom>
              <a:avLst/>
              <a:gdLst/>
              <a:ahLst/>
              <a:cxnLst/>
              <a:rect l="l" t="t" r="r" b="b"/>
              <a:pathLst>
                <a:path w="2807970" h="238760">
                  <a:moveTo>
                    <a:pt x="0" y="238194"/>
                  </a:moveTo>
                  <a:lnTo>
                    <a:pt x="2807645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8236090" y="4632648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0" y="0"/>
                  </a:moveTo>
                  <a:lnTo>
                    <a:pt x="25504" y="21516"/>
                  </a:lnTo>
                  <a:lnTo>
                    <a:pt x="3989" y="47020"/>
                  </a:lnTo>
                  <a:lnTo>
                    <a:pt x="64688" y="18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8236091" y="4632648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64688" y="18191"/>
                  </a:moveTo>
                  <a:lnTo>
                    <a:pt x="0" y="0"/>
                  </a:lnTo>
                  <a:lnTo>
                    <a:pt x="25504" y="21516"/>
                  </a:lnTo>
                  <a:lnTo>
                    <a:pt x="3989" y="47020"/>
                  </a:lnTo>
                  <a:lnTo>
                    <a:pt x="64688" y="18191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5453968" y="4667682"/>
              <a:ext cx="4272915" cy="225425"/>
            </a:xfrm>
            <a:custGeom>
              <a:avLst/>
              <a:gdLst/>
              <a:ahLst/>
              <a:cxnLst/>
              <a:rect l="l" t="t" r="r" b="b"/>
              <a:pathLst>
                <a:path w="4272915" h="225425">
                  <a:moveTo>
                    <a:pt x="0" y="224959"/>
                  </a:moveTo>
                  <a:lnTo>
                    <a:pt x="4272308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9701474" y="4645361"/>
              <a:ext cx="64135" cy="47625"/>
            </a:xfrm>
            <a:custGeom>
              <a:avLst/>
              <a:gdLst/>
              <a:ahLst/>
              <a:cxnLst/>
              <a:rect l="l" t="t" r="r" b="b"/>
              <a:pathLst>
                <a:path w="64134" h="47625">
                  <a:moveTo>
                    <a:pt x="0" y="0"/>
                  </a:moveTo>
                  <a:lnTo>
                    <a:pt x="24803" y="22321"/>
                  </a:lnTo>
                  <a:lnTo>
                    <a:pt x="2481" y="47124"/>
                  </a:lnTo>
                  <a:lnTo>
                    <a:pt x="64072" y="20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9701474" y="4645360"/>
              <a:ext cx="64135" cy="47625"/>
            </a:xfrm>
            <a:custGeom>
              <a:avLst/>
              <a:gdLst/>
              <a:ahLst/>
              <a:cxnLst/>
              <a:rect l="l" t="t" r="r" b="b"/>
              <a:pathLst>
                <a:path w="64134" h="47625">
                  <a:moveTo>
                    <a:pt x="64071" y="20253"/>
                  </a:moveTo>
                  <a:lnTo>
                    <a:pt x="0" y="0"/>
                  </a:lnTo>
                  <a:lnTo>
                    <a:pt x="24802" y="22322"/>
                  </a:lnTo>
                  <a:lnTo>
                    <a:pt x="2480" y="47124"/>
                  </a:lnTo>
                  <a:lnTo>
                    <a:pt x="64071" y="20253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6833216" y="4658606"/>
              <a:ext cx="1429385" cy="215265"/>
            </a:xfrm>
            <a:custGeom>
              <a:avLst/>
              <a:gdLst/>
              <a:ahLst/>
              <a:cxnLst/>
              <a:rect l="l" t="t" r="r" b="b"/>
              <a:pathLst>
                <a:path w="1429384" h="215264">
                  <a:moveTo>
                    <a:pt x="0" y="214902"/>
                  </a:moveTo>
                  <a:lnTo>
                    <a:pt x="1428901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8235276" y="4638784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0" y="0"/>
                  </a:moveTo>
                  <a:lnTo>
                    <a:pt x="26840" y="19823"/>
                  </a:lnTo>
                  <a:lnTo>
                    <a:pt x="7018" y="46663"/>
                  </a:lnTo>
                  <a:lnTo>
                    <a:pt x="65727" y="13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8235276" y="4638784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65728" y="13974"/>
                  </a:moveTo>
                  <a:lnTo>
                    <a:pt x="0" y="0"/>
                  </a:lnTo>
                  <a:lnTo>
                    <a:pt x="26841" y="19822"/>
                  </a:lnTo>
                  <a:lnTo>
                    <a:pt x="7018" y="46663"/>
                  </a:lnTo>
                  <a:lnTo>
                    <a:pt x="65728" y="13974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6833291" y="4668941"/>
              <a:ext cx="2893060" cy="205740"/>
            </a:xfrm>
            <a:custGeom>
              <a:avLst/>
              <a:gdLst/>
              <a:ahLst/>
              <a:cxnLst/>
              <a:rect l="l" t="t" r="r" b="b"/>
              <a:pathLst>
                <a:path w="2893059" h="205739">
                  <a:moveTo>
                    <a:pt x="0" y="205257"/>
                  </a:moveTo>
                  <a:lnTo>
                    <a:pt x="2893062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9701148" y="4647076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0" y="0"/>
                  </a:moveTo>
                  <a:lnTo>
                    <a:pt x="25205" y="21865"/>
                  </a:lnTo>
                  <a:lnTo>
                    <a:pt x="3338" y="47071"/>
                  </a:lnTo>
                  <a:lnTo>
                    <a:pt x="64432" y="190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9701148" y="4647075"/>
              <a:ext cx="64769" cy="47625"/>
            </a:xfrm>
            <a:custGeom>
              <a:avLst/>
              <a:gdLst/>
              <a:ahLst/>
              <a:cxnLst/>
              <a:rect l="l" t="t" r="r" b="b"/>
              <a:pathLst>
                <a:path w="64770" h="47625">
                  <a:moveTo>
                    <a:pt x="64432" y="19083"/>
                  </a:moveTo>
                  <a:lnTo>
                    <a:pt x="0" y="0"/>
                  </a:lnTo>
                  <a:lnTo>
                    <a:pt x="25205" y="21865"/>
                  </a:lnTo>
                  <a:lnTo>
                    <a:pt x="3339" y="47071"/>
                  </a:lnTo>
                  <a:lnTo>
                    <a:pt x="64432" y="19083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8353237" y="4657987"/>
              <a:ext cx="1372235" cy="193675"/>
            </a:xfrm>
            <a:custGeom>
              <a:avLst/>
              <a:gdLst/>
              <a:ahLst/>
              <a:cxnLst/>
              <a:rect l="l" t="t" r="r" b="b"/>
              <a:pathLst>
                <a:path w="1372234" h="193675">
                  <a:moveTo>
                    <a:pt x="0" y="193619"/>
                  </a:moveTo>
                  <a:lnTo>
                    <a:pt x="1371657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9698233" y="4637921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0" y="0"/>
                  </a:moveTo>
                  <a:lnTo>
                    <a:pt x="26659" y="20065"/>
                  </a:lnTo>
                  <a:lnTo>
                    <a:pt x="6595" y="46725"/>
                  </a:lnTo>
                  <a:lnTo>
                    <a:pt x="65599" y="14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9698234" y="4637922"/>
              <a:ext cx="66040" cy="46990"/>
            </a:xfrm>
            <a:custGeom>
              <a:avLst/>
              <a:gdLst/>
              <a:ahLst/>
              <a:cxnLst/>
              <a:rect l="l" t="t" r="r" b="b"/>
              <a:pathLst>
                <a:path w="66040" h="46989">
                  <a:moveTo>
                    <a:pt x="65599" y="14568"/>
                  </a:moveTo>
                  <a:lnTo>
                    <a:pt x="0" y="0"/>
                  </a:lnTo>
                  <a:lnTo>
                    <a:pt x="26660" y="20064"/>
                  </a:lnTo>
                  <a:lnTo>
                    <a:pt x="6595" y="46725"/>
                  </a:lnTo>
                  <a:lnTo>
                    <a:pt x="65599" y="14568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3909635" y="4851937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2513" y="0"/>
                  </a:moveTo>
                  <a:lnTo>
                    <a:pt x="6910" y="0"/>
                  </a:lnTo>
                  <a:lnTo>
                    <a:pt x="0" y="6910"/>
                  </a:lnTo>
                  <a:lnTo>
                    <a:pt x="0" y="12512"/>
                  </a:lnTo>
                  <a:lnTo>
                    <a:pt x="6910" y="19422"/>
                  </a:lnTo>
                  <a:lnTo>
                    <a:pt x="12513" y="19422"/>
                  </a:lnTo>
                  <a:lnTo>
                    <a:pt x="19423" y="12512"/>
                  </a:lnTo>
                  <a:lnTo>
                    <a:pt x="19423" y="6910"/>
                  </a:lnTo>
                  <a:lnTo>
                    <a:pt x="15967" y="3455"/>
                  </a:lnTo>
                  <a:lnTo>
                    <a:pt x="125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3909636" y="4851936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5967" y="3455"/>
                  </a:moveTo>
                  <a:lnTo>
                    <a:pt x="19423" y="6910"/>
                  </a:lnTo>
                  <a:lnTo>
                    <a:pt x="19423" y="12513"/>
                  </a:lnTo>
                  <a:lnTo>
                    <a:pt x="15967" y="15967"/>
                  </a:lnTo>
                  <a:lnTo>
                    <a:pt x="12513" y="19423"/>
                  </a:lnTo>
                  <a:lnTo>
                    <a:pt x="6910" y="19423"/>
                  </a:lnTo>
                  <a:lnTo>
                    <a:pt x="3455" y="15967"/>
                  </a:lnTo>
                  <a:lnTo>
                    <a:pt x="0" y="12513"/>
                  </a:lnTo>
                  <a:lnTo>
                    <a:pt x="0" y="6910"/>
                  </a:lnTo>
                  <a:lnTo>
                    <a:pt x="3455" y="3455"/>
                  </a:lnTo>
                  <a:lnTo>
                    <a:pt x="6910" y="0"/>
                  </a:lnTo>
                  <a:lnTo>
                    <a:pt x="12513" y="0"/>
                  </a:lnTo>
                  <a:lnTo>
                    <a:pt x="15967" y="3455"/>
                  </a:lnTo>
                </a:path>
              </a:pathLst>
            </a:custGeom>
            <a:ln w="157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5435422" y="4883396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2512" y="0"/>
                  </a:moveTo>
                  <a:lnTo>
                    <a:pt x="6910" y="0"/>
                  </a:lnTo>
                  <a:lnTo>
                    <a:pt x="0" y="6910"/>
                  </a:lnTo>
                  <a:lnTo>
                    <a:pt x="0" y="12513"/>
                  </a:lnTo>
                  <a:lnTo>
                    <a:pt x="6910" y="19423"/>
                  </a:lnTo>
                  <a:lnTo>
                    <a:pt x="12512" y="19423"/>
                  </a:lnTo>
                  <a:lnTo>
                    <a:pt x="19422" y="12513"/>
                  </a:lnTo>
                  <a:lnTo>
                    <a:pt x="19422" y="6910"/>
                  </a:lnTo>
                  <a:lnTo>
                    <a:pt x="15966" y="3455"/>
                  </a:lnTo>
                  <a:lnTo>
                    <a:pt x="12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5435421" y="4883396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5967" y="3455"/>
                  </a:moveTo>
                  <a:lnTo>
                    <a:pt x="19423" y="6910"/>
                  </a:lnTo>
                  <a:lnTo>
                    <a:pt x="19423" y="12513"/>
                  </a:lnTo>
                  <a:lnTo>
                    <a:pt x="15967" y="15967"/>
                  </a:lnTo>
                  <a:lnTo>
                    <a:pt x="12513" y="19423"/>
                  </a:lnTo>
                  <a:lnTo>
                    <a:pt x="6910" y="19423"/>
                  </a:lnTo>
                  <a:lnTo>
                    <a:pt x="3455" y="15967"/>
                  </a:lnTo>
                  <a:lnTo>
                    <a:pt x="0" y="12513"/>
                  </a:lnTo>
                  <a:lnTo>
                    <a:pt x="0" y="6910"/>
                  </a:lnTo>
                  <a:lnTo>
                    <a:pt x="3455" y="3455"/>
                  </a:lnTo>
                  <a:lnTo>
                    <a:pt x="6910" y="0"/>
                  </a:lnTo>
                  <a:lnTo>
                    <a:pt x="12513" y="0"/>
                  </a:lnTo>
                  <a:lnTo>
                    <a:pt x="15967" y="3455"/>
                  </a:lnTo>
                </a:path>
              </a:pathLst>
            </a:custGeom>
            <a:ln w="157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8334763" y="4843131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12513" y="0"/>
                  </a:moveTo>
                  <a:lnTo>
                    <a:pt x="6910" y="0"/>
                  </a:lnTo>
                  <a:lnTo>
                    <a:pt x="0" y="6910"/>
                  </a:lnTo>
                  <a:lnTo>
                    <a:pt x="0" y="12513"/>
                  </a:lnTo>
                  <a:lnTo>
                    <a:pt x="6910" y="19423"/>
                  </a:lnTo>
                  <a:lnTo>
                    <a:pt x="12513" y="19423"/>
                  </a:lnTo>
                  <a:lnTo>
                    <a:pt x="19423" y="12513"/>
                  </a:lnTo>
                  <a:lnTo>
                    <a:pt x="19423" y="6910"/>
                  </a:lnTo>
                  <a:lnTo>
                    <a:pt x="15968" y="3455"/>
                  </a:lnTo>
                  <a:lnTo>
                    <a:pt x="125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8334763" y="4843131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15968" y="3455"/>
                  </a:moveTo>
                  <a:lnTo>
                    <a:pt x="19423" y="6910"/>
                  </a:lnTo>
                  <a:lnTo>
                    <a:pt x="19423" y="12513"/>
                  </a:lnTo>
                  <a:lnTo>
                    <a:pt x="15968" y="15968"/>
                  </a:lnTo>
                  <a:lnTo>
                    <a:pt x="12513" y="19423"/>
                  </a:lnTo>
                  <a:lnTo>
                    <a:pt x="6910" y="19423"/>
                  </a:lnTo>
                  <a:lnTo>
                    <a:pt x="3455" y="15968"/>
                  </a:lnTo>
                  <a:lnTo>
                    <a:pt x="0" y="12513"/>
                  </a:lnTo>
                  <a:lnTo>
                    <a:pt x="0" y="6910"/>
                  </a:lnTo>
                  <a:lnTo>
                    <a:pt x="3455" y="3455"/>
                  </a:lnTo>
                  <a:lnTo>
                    <a:pt x="6910" y="0"/>
                  </a:lnTo>
                  <a:lnTo>
                    <a:pt x="12513" y="0"/>
                  </a:lnTo>
                  <a:lnTo>
                    <a:pt x="15968" y="3455"/>
                  </a:lnTo>
                </a:path>
              </a:pathLst>
            </a:custGeom>
            <a:ln w="157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6814753" y="4865113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12513" y="0"/>
                  </a:moveTo>
                  <a:lnTo>
                    <a:pt x="6911" y="0"/>
                  </a:lnTo>
                  <a:lnTo>
                    <a:pt x="0" y="6911"/>
                  </a:lnTo>
                  <a:lnTo>
                    <a:pt x="0" y="12513"/>
                  </a:lnTo>
                  <a:lnTo>
                    <a:pt x="6911" y="19424"/>
                  </a:lnTo>
                  <a:lnTo>
                    <a:pt x="12513" y="19424"/>
                  </a:lnTo>
                  <a:lnTo>
                    <a:pt x="19424" y="12513"/>
                  </a:lnTo>
                  <a:lnTo>
                    <a:pt x="19424" y="6911"/>
                  </a:lnTo>
                  <a:lnTo>
                    <a:pt x="15968" y="3455"/>
                  </a:lnTo>
                  <a:lnTo>
                    <a:pt x="125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6814754" y="4865113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15968" y="3455"/>
                  </a:moveTo>
                  <a:lnTo>
                    <a:pt x="19424" y="6911"/>
                  </a:lnTo>
                  <a:lnTo>
                    <a:pt x="19424" y="12513"/>
                  </a:lnTo>
                  <a:lnTo>
                    <a:pt x="15968" y="15968"/>
                  </a:lnTo>
                  <a:lnTo>
                    <a:pt x="12513" y="19424"/>
                  </a:lnTo>
                  <a:lnTo>
                    <a:pt x="6911" y="19424"/>
                  </a:lnTo>
                  <a:lnTo>
                    <a:pt x="3455" y="15968"/>
                  </a:lnTo>
                  <a:lnTo>
                    <a:pt x="0" y="12513"/>
                  </a:lnTo>
                  <a:lnTo>
                    <a:pt x="0" y="6911"/>
                  </a:lnTo>
                  <a:lnTo>
                    <a:pt x="3455" y="3455"/>
                  </a:lnTo>
                  <a:lnTo>
                    <a:pt x="6911" y="0"/>
                  </a:lnTo>
                  <a:lnTo>
                    <a:pt x="12513" y="0"/>
                  </a:lnTo>
                  <a:lnTo>
                    <a:pt x="15968" y="3455"/>
                  </a:lnTo>
                </a:path>
              </a:pathLst>
            </a:custGeom>
            <a:ln w="157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7" name="object 487"/>
          <p:cNvSpPr txBox="1"/>
          <p:nvPr/>
        </p:nvSpPr>
        <p:spPr>
          <a:xfrm>
            <a:off x="3536015" y="3254840"/>
            <a:ext cx="488315" cy="5175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00" spc="-10">
                <a:latin typeface="Arial"/>
                <a:cs typeface="Arial"/>
              </a:rPr>
              <a:t>logits</a:t>
            </a:r>
            <a:endParaRPr sz="10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235"/>
              </a:spcBef>
            </a:pPr>
            <a:r>
              <a:rPr dirty="0" sz="1950" spc="-50">
                <a:latin typeface="Arial"/>
                <a:cs typeface="Arial"/>
              </a:rPr>
              <a:t>U</a:t>
            </a:r>
            <a:endParaRPr sz="1950">
              <a:latin typeface="Arial"/>
              <a:cs typeface="Arial"/>
            </a:endParaRPr>
          </a:p>
        </p:txBody>
      </p:sp>
      <p:sp>
        <p:nvSpPr>
          <p:cNvPr id="488" name="object 488"/>
          <p:cNvSpPr txBox="1"/>
          <p:nvPr/>
        </p:nvSpPr>
        <p:spPr>
          <a:xfrm>
            <a:off x="5073350" y="3254840"/>
            <a:ext cx="474980" cy="5175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00" spc="-10">
                <a:latin typeface="Arial"/>
                <a:cs typeface="Arial"/>
              </a:rPr>
              <a:t>logits</a:t>
            </a:r>
            <a:endParaRPr sz="1000">
              <a:latin typeface="Arial"/>
              <a:cs typeface="Arial"/>
            </a:endParaRPr>
          </a:p>
          <a:p>
            <a:pPr marL="279400">
              <a:lnSpc>
                <a:spcPct val="100000"/>
              </a:lnSpc>
              <a:spcBef>
                <a:spcPts val="235"/>
              </a:spcBef>
            </a:pPr>
            <a:r>
              <a:rPr dirty="0" sz="1950" spc="-50">
                <a:latin typeface="Arial"/>
                <a:cs typeface="Arial"/>
              </a:rPr>
              <a:t>U</a:t>
            </a:r>
            <a:endParaRPr sz="1950">
              <a:latin typeface="Arial"/>
              <a:cs typeface="Arial"/>
            </a:endParaRPr>
          </a:p>
        </p:txBody>
      </p:sp>
      <p:sp>
        <p:nvSpPr>
          <p:cNvPr id="489" name="object 489"/>
          <p:cNvSpPr txBox="1"/>
          <p:nvPr/>
        </p:nvSpPr>
        <p:spPr>
          <a:xfrm>
            <a:off x="6422921" y="3254840"/>
            <a:ext cx="501650" cy="5175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00" spc="-10">
                <a:latin typeface="Arial"/>
                <a:cs typeface="Arial"/>
              </a:rPr>
              <a:t>logits</a:t>
            </a:r>
            <a:endParaRPr sz="1000">
              <a:latin typeface="Arial"/>
              <a:cs typeface="Arial"/>
            </a:endParaRPr>
          </a:p>
          <a:p>
            <a:pPr marL="306705">
              <a:lnSpc>
                <a:spcPct val="100000"/>
              </a:lnSpc>
              <a:spcBef>
                <a:spcPts val="235"/>
              </a:spcBef>
            </a:pPr>
            <a:r>
              <a:rPr dirty="0" sz="1950" spc="-50">
                <a:latin typeface="Arial"/>
                <a:cs typeface="Arial"/>
              </a:rPr>
              <a:t>U</a:t>
            </a:r>
            <a:endParaRPr sz="1950">
              <a:latin typeface="Arial"/>
              <a:cs typeface="Arial"/>
            </a:endParaRPr>
          </a:p>
        </p:txBody>
      </p:sp>
      <p:sp>
        <p:nvSpPr>
          <p:cNvPr id="490" name="object 490"/>
          <p:cNvSpPr txBox="1"/>
          <p:nvPr/>
        </p:nvSpPr>
        <p:spPr>
          <a:xfrm>
            <a:off x="7960256" y="3254840"/>
            <a:ext cx="474345" cy="5175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00" spc="-10">
                <a:latin typeface="Arial"/>
                <a:cs typeface="Arial"/>
              </a:rPr>
              <a:t>logits</a:t>
            </a:r>
            <a:endParaRPr sz="1000">
              <a:latin typeface="Arial"/>
              <a:cs typeface="Arial"/>
            </a:endParaRPr>
          </a:p>
          <a:p>
            <a:pPr marL="279400">
              <a:lnSpc>
                <a:spcPct val="100000"/>
              </a:lnSpc>
              <a:spcBef>
                <a:spcPts val="235"/>
              </a:spcBef>
            </a:pPr>
            <a:r>
              <a:rPr dirty="0" sz="1950" spc="-50">
                <a:latin typeface="Arial"/>
                <a:cs typeface="Arial"/>
              </a:rPr>
              <a:t>U</a:t>
            </a:r>
            <a:endParaRPr sz="1950">
              <a:latin typeface="Arial"/>
              <a:cs typeface="Arial"/>
            </a:endParaRPr>
          </a:p>
        </p:txBody>
      </p:sp>
      <p:sp>
        <p:nvSpPr>
          <p:cNvPr id="491" name="object 491"/>
          <p:cNvSpPr txBox="1"/>
          <p:nvPr/>
        </p:nvSpPr>
        <p:spPr>
          <a:xfrm>
            <a:off x="9395845" y="3254840"/>
            <a:ext cx="501650" cy="5175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00" spc="-10">
                <a:latin typeface="Arial"/>
                <a:cs typeface="Arial"/>
              </a:rPr>
              <a:t>logits</a:t>
            </a:r>
            <a:endParaRPr sz="1000">
              <a:latin typeface="Arial"/>
              <a:cs typeface="Arial"/>
            </a:endParaRPr>
          </a:p>
          <a:p>
            <a:pPr marL="306705">
              <a:lnSpc>
                <a:spcPct val="100000"/>
              </a:lnSpc>
              <a:spcBef>
                <a:spcPts val="235"/>
              </a:spcBef>
            </a:pPr>
            <a:r>
              <a:rPr dirty="0" sz="1950" spc="-50">
                <a:latin typeface="Arial"/>
                <a:cs typeface="Arial"/>
              </a:rPr>
              <a:t>U</a:t>
            </a:r>
            <a:endParaRPr sz="1950">
              <a:latin typeface="Arial"/>
              <a:cs typeface="Arial"/>
            </a:endParaRPr>
          </a:p>
        </p:txBody>
      </p:sp>
      <p:sp>
        <p:nvSpPr>
          <p:cNvPr id="486" name="object 486"/>
          <p:cNvSpPr txBox="1"/>
          <p:nvPr/>
        </p:nvSpPr>
        <p:spPr>
          <a:xfrm>
            <a:off x="6641908" y="4633170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492" name="object 492"/>
          <p:cNvGrpSpPr/>
          <p:nvPr/>
        </p:nvGrpSpPr>
        <p:grpSpPr>
          <a:xfrm>
            <a:off x="5357636" y="5024254"/>
            <a:ext cx="4467860" cy="345440"/>
            <a:chOff x="5357636" y="5024254"/>
            <a:chExt cx="4467860" cy="345440"/>
          </a:xfrm>
        </p:grpSpPr>
        <p:sp>
          <p:nvSpPr>
            <p:cNvPr id="493" name="object 493"/>
            <p:cNvSpPr/>
            <p:nvPr/>
          </p:nvSpPr>
          <p:spPr>
            <a:xfrm>
              <a:off x="5389096" y="5071443"/>
              <a:ext cx="0" cy="156845"/>
            </a:xfrm>
            <a:custGeom>
              <a:avLst/>
              <a:gdLst/>
              <a:ahLst/>
              <a:cxnLst/>
              <a:rect l="l" t="t" r="r" b="b"/>
              <a:pathLst>
                <a:path w="0" h="156845">
                  <a:moveTo>
                    <a:pt x="0" y="156259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5365501" y="503211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5" y="0"/>
                  </a:moveTo>
                  <a:lnTo>
                    <a:pt x="0" y="62918"/>
                  </a:lnTo>
                  <a:lnTo>
                    <a:pt x="23595" y="39324"/>
                  </a:lnTo>
                  <a:lnTo>
                    <a:pt x="38341" y="39324"/>
                  </a:lnTo>
                  <a:lnTo>
                    <a:pt x="23595" y="0"/>
                  </a:lnTo>
                  <a:close/>
                </a:path>
                <a:path w="47625" h="63500">
                  <a:moveTo>
                    <a:pt x="38341" y="39324"/>
                  </a:moveTo>
                  <a:lnTo>
                    <a:pt x="23595" y="39324"/>
                  </a:lnTo>
                  <a:lnTo>
                    <a:pt x="47189" y="62918"/>
                  </a:lnTo>
                  <a:lnTo>
                    <a:pt x="38341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5365501" y="503211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6820503" y="5071443"/>
              <a:ext cx="0" cy="156845"/>
            </a:xfrm>
            <a:custGeom>
              <a:avLst/>
              <a:gdLst/>
              <a:ahLst/>
              <a:cxnLst/>
              <a:rect l="l" t="t" r="r" b="b"/>
              <a:pathLst>
                <a:path w="0" h="156845">
                  <a:moveTo>
                    <a:pt x="0" y="156259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6796909" y="503211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38340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0" y="39324"/>
                  </a:moveTo>
                  <a:lnTo>
                    <a:pt x="23594" y="39324"/>
                  </a:lnTo>
                  <a:lnTo>
                    <a:pt x="47188" y="62918"/>
                  </a:lnTo>
                  <a:lnTo>
                    <a:pt x="38340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6796908" y="503211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8377748" y="5071443"/>
              <a:ext cx="0" cy="156845"/>
            </a:xfrm>
            <a:custGeom>
              <a:avLst/>
              <a:gdLst/>
              <a:ahLst/>
              <a:cxnLst/>
              <a:rect l="l" t="t" r="r" b="b"/>
              <a:pathLst>
                <a:path w="0" h="156845">
                  <a:moveTo>
                    <a:pt x="0" y="156259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8354154" y="503211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38341" y="39324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1" y="39324"/>
                  </a:moveTo>
                  <a:lnTo>
                    <a:pt x="23594" y="39324"/>
                  </a:lnTo>
                  <a:lnTo>
                    <a:pt x="47189" y="62918"/>
                  </a:lnTo>
                  <a:lnTo>
                    <a:pt x="38341" y="3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8354154" y="5032119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9793426" y="5213011"/>
              <a:ext cx="0" cy="156845"/>
            </a:xfrm>
            <a:custGeom>
              <a:avLst/>
              <a:gdLst/>
              <a:ahLst/>
              <a:cxnLst/>
              <a:rect l="l" t="t" r="r" b="b"/>
              <a:pathLst>
                <a:path w="0" h="156845">
                  <a:moveTo>
                    <a:pt x="0" y="156259"/>
                  </a:moveTo>
                  <a:lnTo>
                    <a:pt x="0" y="0"/>
                  </a:lnTo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9769831" y="5173686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9"/>
                  </a:lnTo>
                  <a:lnTo>
                    <a:pt x="23594" y="39325"/>
                  </a:lnTo>
                  <a:lnTo>
                    <a:pt x="38341" y="39325"/>
                  </a:lnTo>
                  <a:lnTo>
                    <a:pt x="23594" y="0"/>
                  </a:lnTo>
                  <a:close/>
                </a:path>
                <a:path w="47625" h="63500">
                  <a:moveTo>
                    <a:pt x="38341" y="39325"/>
                  </a:moveTo>
                  <a:lnTo>
                    <a:pt x="23594" y="39325"/>
                  </a:lnTo>
                  <a:lnTo>
                    <a:pt x="47189" y="62919"/>
                  </a:lnTo>
                  <a:lnTo>
                    <a:pt x="38341" y="393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9769831" y="5173687"/>
              <a:ext cx="47625" cy="63500"/>
            </a:xfrm>
            <a:custGeom>
              <a:avLst/>
              <a:gdLst/>
              <a:ahLst/>
              <a:cxnLst/>
              <a:rect l="l" t="t" r="r" b="b"/>
              <a:pathLst>
                <a:path w="47625" h="63500">
                  <a:moveTo>
                    <a:pt x="23594" y="0"/>
                  </a:moveTo>
                  <a:lnTo>
                    <a:pt x="0" y="62918"/>
                  </a:lnTo>
                  <a:lnTo>
                    <a:pt x="23594" y="39324"/>
                  </a:lnTo>
                  <a:lnTo>
                    <a:pt x="47189" y="62918"/>
                  </a:lnTo>
                  <a:lnTo>
                    <a:pt x="23594" y="0"/>
                  </a:lnTo>
                  <a:close/>
                </a:path>
              </a:pathLst>
            </a:custGeom>
            <a:ln w="15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8" name="object 368"/>
          <p:cNvSpPr txBox="1"/>
          <p:nvPr/>
        </p:nvSpPr>
        <p:spPr>
          <a:xfrm>
            <a:off x="11180674" y="5909723"/>
            <a:ext cx="37147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50">
                <a:latin typeface="Arial"/>
                <a:cs typeface="Arial"/>
              </a:rPr>
              <a:t>…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6715125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Pretraining</a:t>
            </a:r>
            <a:r>
              <a:rPr dirty="0" sz="4800" spc="-16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6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Language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Models:</a:t>
            </a:r>
            <a:r>
              <a:rPr dirty="0" sz="4800" spc="-10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Algorithm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623697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Pretraining</a:t>
            </a:r>
            <a:r>
              <a:rPr dirty="0" sz="4800" spc="-17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data</a:t>
            </a:r>
            <a:r>
              <a:rPr dirty="0" sz="4800" spc="-18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for</a:t>
            </a:r>
            <a:r>
              <a:rPr dirty="0" sz="4800" spc="-17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LLMs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LLMs</a:t>
            </a:r>
            <a:r>
              <a:rPr dirty="0" spc="-210"/>
              <a:t> </a:t>
            </a:r>
            <a:r>
              <a:rPr dirty="0"/>
              <a:t>are</a:t>
            </a:r>
            <a:r>
              <a:rPr dirty="0" spc="-210"/>
              <a:t> </a:t>
            </a:r>
            <a:r>
              <a:rPr dirty="0"/>
              <a:t>mainly</a:t>
            </a:r>
            <a:r>
              <a:rPr dirty="0" spc="-210"/>
              <a:t> </a:t>
            </a:r>
            <a:r>
              <a:rPr dirty="0" spc="-30"/>
              <a:t>trained</a:t>
            </a:r>
            <a:r>
              <a:rPr dirty="0" spc="-200"/>
              <a:t> </a:t>
            </a:r>
            <a:r>
              <a:rPr dirty="0"/>
              <a:t>on</a:t>
            </a:r>
            <a:r>
              <a:rPr dirty="0" spc="-195"/>
              <a:t> </a:t>
            </a:r>
            <a:r>
              <a:rPr dirty="0"/>
              <a:t>the</a:t>
            </a:r>
            <a:r>
              <a:rPr dirty="0" spc="-210"/>
              <a:t> </a:t>
            </a:r>
            <a:r>
              <a:rPr dirty="0" spc="-25"/>
              <a:t>web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7612" rIns="0" bIns="0" rtlCol="0" vert="horz">
            <a:spAutoFit/>
          </a:bodyPr>
          <a:lstStyle/>
          <a:p>
            <a:pPr marL="22225" marR="451484" indent="-10160">
              <a:lnSpc>
                <a:spcPts val="4100"/>
              </a:lnSpc>
              <a:spcBef>
                <a:spcPts val="620"/>
              </a:spcBef>
            </a:pPr>
            <a:r>
              <a:rPr dirty="0"/>
              <a:t>Common</a:t>
            </a:r>
            <a:r>
              <a:rPr dirty="0" spc="15"/>
              <a:t> </a:t>
            </a:r>
            <a:r>
              <a:rPr dirty="0"/>
              <a:t>crawl,</a:t>
            </a:r>
            <a:r>
              <a:rPr dirty="0" spc="5"/>
              <a:t> </a:t>
            </a:r>
            <a:r>
              <a:rPr dirty="0"/>
              <a:t>snapshots of the</a:t>
            </a:r>
            <a:r>
              <a:rPr dirty="0" spc="5"/>
              <a:t> </a:t>
            </a:r>
            <a:r>
              <a:rPr dirty="0"/>
              <a:t>entire</a:t>
            </a:r>
            <a:r>
              <a:rPr dirty="0" spc="10"/>
              <a:t> </a:t>
            </a:r>
            <a:r>
              <a:rPr dirty="0"/>
              <a:t>web</a:t>
            </a:r>
            <a:r>
              <a:rPr dirty="0" spc="20"/>
              <a:t> </a:t>
            </a:r>
            <a:r>
              <a:rPr dirty="0"/>
              <a:t>produced</a:t>
            </a:r>
            <a:r>
              <a:rPr dirty="0" spc="15"/>
              <a:t> </a:t>
            </a:r>
            <a:r>
              <a:rPr dirty="0" spc="-25"/>
              <a:t>by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non-</a:t>
            </a:r>
            <a:r>
              <a:rPr dirty="0" spc="20"/>
              <a:t> </a:t>
            </a:r>
            <a:r>
              <a:rPr dirty="0"/>
              <a:t>profit</a:t>
            </a:r>
            <a:r>
              <a:rPr dirty="0" spc="30"/>
              <a:t> </a:t>
            </a:r>
            <a:r>
              <a:rPr dirty="0"/>
              <a:t>Common</a:t>
            </a:r>
            <a:r>
              <a:rPr dirty="0" spc="40"/>
              <a:t> </a:t>
            </a:r>
            <a:r>
              <a:rPr dirty="0"/>
              <a:t>Crawl</a:t>
            </a:r>
            <a:r>
              <a:rPr dirty="0" spc="25"/>
              <a:t> </a:t>
            </a:r>
            <a:r>
              <a:rPr dirty="0"/>
              <a:t>with</a:t>
            </a:r>
            <a:r>
              <a:rPr dirty="0" spc="40"/>
              <a:t> </a:t>
            </a:r>
            <a:r>
              <a:rPr dirty="0"/>
              <a:t>billions</a:t>
            </a:r>
            <a:r>
              <a:rPr dirty="0" spc="30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 spc="-10"/>
              <a:t>pages</a:t>
            </a:r>
          </a:p>
          <a:p>
            <a:pPr marL="22225" marR="264160" indent="-10160">
              <a:lnSpc>
                <a:spcPts val="4100"/>
              </a:lnSpc>
              <a:spcBef>
                <a:spcPts val="1400"/>
              </a:spcBef>
            </a:pPr>
            <a:r>
              <a:rPr dirty="0"/>
              <a:t>Colossal</a:t>
            </a:r>
            <a:r>
              <a:rPr dirty="0" spc="25"/>
              <a:t> </a:t>
            </a:r>
            <a:r>
              <a:rPr dirty="0"/>
              <a:t>Clean</a:t>
            </a:r>
            <a:r>
              <a:rPr dirty="0" spc="40"/>
              <a:t> </a:t>
            </a:r>
            <a:r>
              <a:rPr dirty="0"/>
              <a:t>Crawled</a:t>
            </a:r>
            <a:r>
              <a:rPr dirty="0" spc="40"/>
              <a:t> </a:t>
            </a:r>
            <a:r>
              <a:rPr dirty="0"/>
              <a:t>Corpus</a:t>
            </a:r>
            <a:r>
              <a:rPr dirty="0" spc="25"/>
              <a:t> </a:t>
            </a:r>
            <a:r>
              <a:rPr dirty="0"/>
              <a:t>(C4;</a:t>
            </a:r>
            <a:r>
              <a:rPr dirty="0" spc="40"/>
              <a:t> </a:t>
            </a:r>
            <a:r>
              <a:rPr dirty="0">
                <a:solidFill>
                  <a:srgbClr val="0000FF"/>
                </a:solidFill>
              </a:rPr>
              <a:t>Raffel</a:t>
            </a:r>
            <a:r>
              <a:rPr dirty="0" spc="25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et</a:t>
            </a:r>
            <a:r>
              <a:rPr dirty="0" spc="3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al.</a:t>
            </a:r>
            <a:r>
              <a:rPr dirty="0" spc="3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2020</a:t>
            </a:r>
            <a:r>
              <a:rPr dirty="0"/>
              <a:t>),</a:t>
            </a:r>
            <a:r>
              <a:rPr dirty="0" spc="25"/>
              <a:t> </a:t>
            </a:r>
            <a:r>
              <a:rPr dirty="0" spc="-25"/>
              <a:t>156 </a:t>
            </a:r>
            <a:r>
              <a:rPr dirty="0"/>
              <a:t>billion</a:t>
            </a:r>
            <a:r>
              <a:rPr dirty="0" spc="15"/>
              <a:t> </a:t>
            </a:r>
            <a:r>
              <a:rPr dirty="0"/>
              <a:t>tokens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English,</a:t>
            </a:r>
            <a:r>
              <a:rPr dirty="0" spc="860"/>
              <a:t> </a:t>
            </a:r>
            <a:r>
              <a:rPr dirty="0" spc="-10"/>
              <a:t>filtered</a:t>
            </a:r>
          </a:p>
          <a:p>
            <a:pPr marL="22225" marR="5080">
              <a:lnSpc>
                <a:spcPts val="4100"/>
              </a:lnSpc>
              <a:spcBef>
                <a:spcPts val="1400"/>
              </a:spcBef>
            </a:pPr>
            <a:r>
              <a:rPr dirty="0"/>
              <a:t>What's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/>
              <a:t>it?</a:t>
            </a:r>
            <a:r>
              <a:rPr dirty="0" spc="15"/>
              <a:t> </a:t>
            </a:r>
            <a:r>
              <a:rPr dirty="0"/>
              <a:t>Mostly</a:t>
            </a:r>
            <a:r>
              <a:rPr dirty="0" spc="15"/>
              <a:t> </a:t>
            </a:r>
            <a:r>
              <a:rPr dirty="0"/>
              <a:t>patent</a:t>
            </a:r>
            <a:r>
              <a:rPr dirty="0" spc="5"/>
              <a:t> </a:t>
            </a:r>
            <a:r>
              <a:rPr dirty="0"/>
              <a:t>text</a:t>
            </a:r>
            <a:r>
              <a:rPr dirty="0" spc="10"/>
              <a:t> </a:t>
            </a:r>
            <a:r>
              <a:rPr dirty="0"/>
              <a:t>documents, Wikipedia, </a:t>
            </a:r>
            <a:r>
              <a:rPr dirty="0" spc="-25"/>
              <a:t>and </a:t>
            </a:r>
            <a:r>
              <a:rPr dirty="0"/>
              <a:t>news</a:t>
            </a:r>
            <a:r>
              <a:rPr dirty="0" spc="-15"/>
              <a:t> </a:t>
            </a:r>
            <a:r>
              <a:rPr dirty="0" spc="-20"/>
              <a:t>sites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8466" y="89915"/>
            <a:ext cx="745426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00" spc="85"/>
              <a:t>The</a:t>
            </a:r>
            <a:r>
              <a:rPr dirty="0" sz="4900" spc="30"/>
              <a:t> </a:t>
            </a:r>
            <a:r>
              <a:rPr dirty="0" sz="4900" spc="75"/>
              <a:t>Pile:</a:t>
            </a:r>
            <a:r>
              <a:rPr dirty="0" sz="4900" spc="15"/>
              <a:t> </a:t>
            </a:r>
            <a:r>
              <a:rPr dirty="0" sz="5000"/>
              <a:t>a</a:t>
            </a:r>
            <a:r>
              <a:rPr dirty="0" sz="5000" spc="-100"/>
              <a:t> </a:t>
            </a:r>
            <a:r>
              <a:rPr dirty="0" sz="5000" spc="-45"/>
              <a:t>pretraining</a:t>
            </a:r>
            <a:r>
              <a:rPr dirty="0" sz="5000" spc="-85"/>
              <a:t> </a:t>
            </a:r>
            <a:r>
              <a:rPr dirty="0" sz="5000" spc="-10"/>
              <a:t>corpus</a:t>
            </a:r>
            <a:endParaRPr sz="5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6006" y="1696911"/>
            <a:ext cx="11735506" cy="63093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96388" y="1231392"/>
            <a:ext cx="481266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4965" algn="l"/>
              </a:tabLst>
            </a:pPr>
            <a:r>
              <a:rPr dirty="0" sz="2900" spc="-10">
                <a:latin typeface="Calibri"/>
                <a:cs typeface="Calibri"/>
              </a:rPr>
              <a:t>academics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25">
                <a:latin typeface="Calibri"/>
                <a:cs typeface="Calibri"/>
              </a:rPr>
              <a:t>web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58510" y="1231392"/>
            <a:ext cx="909319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latin typeface="Calibri"/>
                <a:cs typeface="Calibri"/>
              </a:rPr>
              <a:t>books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71118" y="6284976"/>
            <a:ext cx="92646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latin typeface="Calibri"/>
                <a:cs typeface="Calibri"/>
              </a:rPr>
              <a:t>dialog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Filtering</a:t>
            </a:r>
            <a:r>
              <a:rPr dirty="0" spc="-225"/>
              <a:t> </a:t>
            </a:r>
            <a:r>
              <a:rPr dirty="0" spc="-20"/>
              <a:t>for</a:t>
            </a:r>
            <a:r>
              <a:rPr dirty="0" spc="-229"/>
              <a:t> </a:t>
            </a:r>
            <a:r>
              <a:rPr dirty="0" spc="-10"/>
              <a:t>quality</a:t>
            </a:r>
            <a:r>
              <a:rPr dirty="0" spc="-229"/>
              <a:t> </a:t>
            </a:r>
            <a:r>
              <a:rPr dirty="0"/>
              <a:t>and</a:t>
            </a:r>
            <a:r>
              <a:rPr dirty="0" spc="-225"/>
              <a:t> </a:t>
            </a:r>
            <a:r>
              <a:rPr dirty="0" spc="-10"/>
              <a:t>safety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6156"/>
            <a:ext cx="11730355" cy="533527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subjective</a:t>
            </a:r>
            <a:endParaRPr sz="3400">
              <a:latin typeface="Calibri"/>
              <a:cs typeface="Calibri"/>
            </a:endParaRPr>
          </a:p>
          <a:p>
            <a:pPr marL="561340" marR="1115060" indent="-548640">
              <a:lnSpc>
                <a:spcPts val="3579"/>
              </a:lnSpc>
              <a:spcBef>
                <a:spcPts val="1470"/>
              </a:spcBef>
              <a:buClr>
                <a:srgbClr val="E48312"/>
              </a:buClr>
              <a:buFont typeface="Arial"/>
              <a:buChar char="•"/>
              <a:tabLst>
                <a:tab pos="561340" algn="l"/>
              </a:tabLst>
            </a:pP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dirty="0" sz="3400" spc="-1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LLMs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attempt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match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Wikipedia,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books,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particular websites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00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remove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boilerplate,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adult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endParaRPr sz="3400">
              <a:latin typeface="Calibri"/>
              <a:cs typeface="Calibri"/>
            </a:endParaRPr>
          </a:p>
          <a:p>
            <a:pPr marL="12700" marR="905510" indent="548005">
              <a:lnSpc>
                <a:spcPct val="120000"/>
              </a:lnSpc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Deduplication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levels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(URLs,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documents,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even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lines)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Safety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subjective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15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 spc="-60">
                <a:solidFill>
                  <a:srgbClr val="404040"/>
                </a:solidFill>
                <a:latin typeface="Calibri"/>
                <a:cs typeface="Calibri"/>
              </a:rPr>
              <a:t>Toxicity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detection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important,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although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mixed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results</a:t>
            </a:r>
            <a:endParaRPr sz="3400">
              <a:latin typeface="Calibri"/>
              <a:cs typeface="Calibri"/>
            </a:endParaRPr>
          </a:p>
          <a:p>
            <a:pPr marL="561340" marR="5080" indent="-548640">
              <a:lnSpc>
                <a:spcPts val="3579"/>
              </a:lnSpc>
              <a:spcBef>
                <a:spcPts val="1375"/>
              </a:spcBef>
              <a:buClr>
                <a:srgbClr val="E48312"/>
              </a:buClr>
              <a:buFont typeface="Arial"/>
              <a:buChar char="•"/>
              <a:tabLst>
                <a:tab pos="56134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mistakenly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flag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written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dialects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African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American English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090422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215"/>
              <a:t> </a:t>
            </a:r>
            <a:r>
              <a:rPr dirty="0"/>
              <a:t>does</a:t>
            </a:r>
            <a:r>
              <a:rPr dirty="0" spc="-210"/>
              <a:t> </a:t>
            </a:r>
            <a:r>
              <a:rPr dirty="0"/>
              <a:t>a</a:t>
            </a:r>
            <a:r>
              <a:rPr dirty="0" spc="-204"/>
              <a:t> </a:t>
            </a:r>
            <a:r>
              <a:rPr dirty="0"/>
              <a:t>model</a:t>
            </a:r>
            <a:r>
              <a:rPr dirty="0" spc="-215"/>
              <a:t> </a:t>
            </a:r>
            <a:r>
              <a:rPr dirty="0"/>
              <a:t>learn</a:t>
            </a:r>
            <a:r>
              <a:rPr dirty="0" spc="-195"/>
              <a:t> </a:t>
            </a:r>
            <a:r>
              <a:rPr dirty="0" spc="-10"/>
              <a:t>from</a:t>
            </a:r>
            <a:r>
              <a:rPr dirty="0" spc="-190"/>
              <a:t> </a:t>
            </a:r>
            <a:r>
              <a:rPr dirty="0" spc="-10"/>
              <a:t>pretraining?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49628"/>
            <a:ext cx="12652375" cy="535686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698500" marR="514350" indent="-685800">
              <a:lnSpc>
                <a:spcPts val="5210"/>
              </a:lnSpc>
              <a:spcBef>
                <a:spcPts val="730"/>
              </a:spcBef>
              <a:buClr>
                <a:srgbClr val="E48312"/>
              </a:buClr>
              <a:buFont typeface="Arial"/>
              <a:buChar char="•"/>
              <a:tabLst>
                <a:tab pos="698500" algn="l"/>
              </a:tabLst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There</a:t>
            </a:r>
            <a:r>
              <a:rPr dirty="0" sz="48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48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canines</a:t>
            </a:r>
            <a:r>
              <a:rPr dirty="0" sz="48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everywhere!</a:t>
            </a:r>
            <a:r>
              <a:rPr dirty="0" sz="48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dirty="0" sz="48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dog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48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2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front</a:t>
            </a:r>
            <a:r>
              <a:rPr dirty="0" sz="4800" spc="-1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room,</a:t>
            </a:r>
            <a:r>
              <a:rPr dirty="0" sz="48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4800" spc="-1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dirty="0" sz="4800" spc="-1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u="heavy" sz="4800" spc="-20">
                <a:solidFill>
                  <a:srgbClr val="7F7F7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dogs</a:t>
            </a:r>
            <a:endParaRPr sz="4800">
              <a:latin typeface="Calibri"/>
              <a:cs typeface="Calibri"/>
            </a:endParaRPr>
          </a:p>
          <a:p>
            <a:pPr marL="697865" indent="-685165">
              <a:lnSpc>
                <a:spcPct val="100000"/>
              </a:lnSpc>
              <a:spcBef>
                <a:spcPts val="565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48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wasn't</a:t>
            </a:r>
            <a:r>
              <a:rPr dirty="0" sz="48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dirty="0" sz="48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big</a:t>
            </a:r>
            <a:r>
              <a:rPr dirty="0" sz="48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48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dirty="0" sz="48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u="heavy" sz="4800" spc="-10">
                <a:solidFill>
                  <a:srgbClr val="7F7F7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enormous</a:t>
            </a:r>
            <a:endParaRPr sz="4800">
              <a:latin typeface="Calibri"/>
              <a:cs typeface="Calibri"/>
            </a:endParaRPr>
          </a:p>
          <a:p>
            <a:pPr marL="698500" marR="5080" indent="-685800">
              <a:lnSpc>
                <a:spcPts val="5180"/>
              </a:lnSpc>
              <a:spcBef>
                <a:spcPts val="1400"/>
              </a:spcBef>
              <a:buClr>
                <a:srgbClr val="E48312"/>
              </a:buClr>
              <a:buFont typeface="Arial"/>
              <a:buChar char="•"/>
              <a:tabLst>
                <a:tab pos="698500" algn="l"/>
              </a:tabLst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author</a:t>
            </a:r>
            <a:r>
              <a:rPr dirty="0" sz="48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8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"A</a:t>
            </a:r>
            <a:r>
              <a:rPr dirty="0" sz="4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Room</a:t>
            </a:r>
            <a:r>
              <a:rPr dirty="0" sz="48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8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One's</a:t>
            </a:r>
            <a:r>
              <a:rPr dirty="0" sz="4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Own"</a:t>
            </a:r>
            <a:r>
              <a:rPr dirty="0" sz="48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4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Virginia </a:t>
            </a:r>
            <a:r>
              <a:rPr dirty="0" u="heavy" sz="4800" spc="-10">
                <a:solidFill>
                  <a:srgbClr val="7F7F7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Woolf</a:t>
            </a:r>
            <a:endParaRPr sz="4800">
              <a:latin typeface="Calibri"/>
              <a:cs typeface="Calibri"/>
            </a:endParaRPr>
          </a:p>
          <a:p>
            <a:pPr marL="697865" indent="-685165">
              <a:lnSpc>
                <a:spcPct val="100000"/>
              </a:lnSpc>
              <a:spcBef>
                <a:spcPts val="575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doctor</a:t>
            </a:r>
            <a:r>
              <a:rPr dirty="0" sz="48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told</a:t>
            </a:r>
            <a:r>
              <a:rPr dirty="0" sz="48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me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4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u="heavy" sz="4800" spc="-25">
                <a:solidFill>
                  <a:srgbClr val="7F7F7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</a:t>
            </a:r>
            <a:endParaRPr sz="4800">
              <a:latin typeface="Calibri"/>
              <a:cs typeface="Calibri"/>
            </a:endParaRPr>
          </a:p>
          <a:p>
            <a:pPr marL="697865" indent="-685165">
              <a:lnSpc>
                <a:spcPct val="100000"/>
              </a:lnSpc>
              <a:spcBef>
                <a:spcPts val="745"/>
              </a:spcBef>
              <a:buClr>
                <a:srgbClr val="E48312"/>
              </a:buClr>
              <a:buFont typeface="Arial"/>
              <a:buChar char="•"/>
              <a:tabLst>
                <a:tab pos="697865" algn="l"/>
              </a:tabLst>
            </a:pP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4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square</a:t>
            </a:r>
            <a:r>
              <a:rPr dirty="0" sz="4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root</a:t>
            </a:r>
            <a:r>
              <a:rPr dirty="0" sz="4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8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4</a:t>
            </a:r>
            <a:r>
              <a:rPr dirty="0" sz="4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48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u="heavy" sz="4800" spc="-50">
                <a:solidFill>
                  <a:srgbClr val="7F7F7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Big</a:t>
            </a:r>
            <a:r>
              <a:rPr dirty="0" spc="-140"/>
              <a:t> </a:t>
            </a:r>
            <a:r>
              <a:rPr dirty="0" spc="-20"/>
              <a:t>idea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4800" spc="-85"/>
              <a:t>Text</a:t>
            </a:r>
            <a:r>
              <a:rPr dirty="0" sz="4800" spc="-175"/>
              <a:t> </a:t>
            </a:r>
            <a:r>
              <a:rPr dirty="0" sz="4800" spc="-10"/>
              <a:t>contains</a:t>
            </a:r>
            <a:r>
              <a:rPr dirty="0" sz="4800" spc="-175"/>
              <a:t> </a:t>
            </a:r>
            <a:r>
              <a:rPr dirty="0" sz="4800"/>
              <a:t>enormous</a:t>
            </a:r>
            <a:r>
              <a:rPr dirty="0" sz="4800" spc="-175"/>
              <a:t> </a:t>
            </a:r>
            <a:r>
              <a:rPr dirty="0" sz="4800"/>
              <a:t>amounts</a:t>
            </a:r>
            <a:r>
              <a:rPr dirty="0" sz="4800" spc="-175"/>
              <a:t> </a:t>
            </a:r>
            <a:r>
              <a:rPr dirty="0" sz="4800"/>
              <a:t>of</a:t>
            </a:r>
            <a:r>
              <a:rPr dirty="0" sz="4800" spc="-165"/>
              <a:t> </a:t>
            </a:r>
            <a:r>
              <a:rPr dirty="0" sz="4800" spc="-10"/>
              <a:t>knowledge</a:t>
            </a:r>
            <a:endParaRPr sz="4800"/>
          </a:p>
          <a:p>
            <a:pPr marL="22225" marR="64769" indent="-10160">
              <a:lnSpc>
                <a:spcPct val="89400"/>
              </a:lnSpc>
              <a:spcBef>
                <a:spcPts val="1355"/>
              </a:spcBef>
            </a:pPr>
            <a:r>
              <a:rPr dirty="0" sz="4800" spc="-20"/>
              <a:t>Pretraining</a:t>
            </a:r>
            <a:r>
              <a:rPr dirty="0" sz="4800" spc="-85"/>
              <a:t> </a:t>
            </a:r>
            <a:r>
              <a:rPr dirty="0" sz="4800"/>
              <a:t>on</a:t>
            </a:r>
            <a:r>
              <a:rPr dirty="0" sz="4800" spc="-90"/>
              <a:t> </a:t>
            </a:r>
            <a:r>
              <a:rPr dirty="0" sz="4800"/>
              <a:t>lots</a:t>
            </a:r>
            <a:r>
              <a:rPr dirty="0" sz="4800" spc="-95"/>
              <a:t> </a:t>
            </a:r>
            <a:r>
              <a:rPr dirty="0" sz="4800"/>
              <a:t>of</a:t>
            </a:r>
            <a:r>
              <a:rPr dirty="0" sz="4800" spc="-80"/>
              <a:t> </a:t>
            </a:r>
            <a:r>
              <a:rPr dirty="0" sz="4800"/>
              <a:t>text</a:t>
            </a:r>
            <a:r>
              <a:rPr dirty="0" sz="4800" spc="-95"/>
              <a:t> </a:t>
            </a:r>
            <a:r>
              <a:rPr dirty="0" sz="4800"/>
              <a:t>with</a:t>
            </a:r>
            <a:r>
              <a:rPr dirty="0" sz="4800" spc="-90"/>
              <a:t> </a:t>
            </a:r>
            <a:r>
              <a:rPr dirty="0" sz="4800"/>
              <a:t>all</a:t>
            </a:r>
            <a:r>
              <a:rPr dirty="0" sz="4800" spc="-100"/>
              <a:t> </a:t>
            </a:r>
            <a:r>
              <a:rPr dirty="0" sz="4800" spc="-20"/>
              <a:t>that </a:t>
            </a:r>
            <a:r>
              <a:rPr dirty="0" sz="4800"/>
              <a:t>knowledge</a:t>
            </a:r>
            <a:r>
              <a:rPr dirty="0" sz="4800" spc="-145"/>
              <a:t> </a:t>
            </a:r>
            <a:r>
              <a:rPr dirty="0" sz="4800"/>
              <a:t>is</a:t>
            </a:r>
            <a:r>
              <a:rPr dirty="0" sz="4800" spc="-140"/>
              <a:t> </a:t>
            </a:r>
            <a:r>
              <a:rPr dirty="0" sz="4800"/>
              <a:t>what</a:t>
            </a:r>
            <a:r>
              <a:rPr dirty="0" sz="4800" spc="-140"/>
              <a:t> </a:t>
            </a:r>
            <a:r>
              <a:rPr dirty="0" sz="4800"/>
              <a:t>gives</a:t>
            </a:r>
            <a:r>
              <a:rPr dirty="0" sz="4800" spc="-140"/>
              <a:t> </a:t>
            </a:r>
            <a:r>
              <a:rPr dirty="0" sz="4800"/>
              <a:t>language</a:t>
            </a:r>
            <a:r>
              <a:rPr dirty="0" sz="4800" spc="-140"/>
              <a:t> </a:t>
            </a:r>
            <a:r>
              <a:rPr dirty="0" sz="4800"/>
              <a:t>models</a:t>
            </a:r>
            <a:r>
              <a:rPr dirty="0" sz="4800" spc="-145"/>
              <a:t> </a:t>
            </a:r>
            <a:r>
              <a:rPr dirty="0" sz="4800" spc="-10"/>
              <a:t>their </a:t>
            </a:r>
            <a:r>
              <a:rPr dirty="0" sz="4800"/>
              <a:t>ability</a:t>
            </a:r>
            <a:r>
              <a:rPr dirty="0" sz="4800" spc="-85"/>
              <a:t> </a:t>
            </a:r>
            <a:r>
              <a:rPr dirty="0" sz="4800"/>
              <a:t>to</a:t>
            </a:r>
            <a:r>
              <a:rPr dirty="0" sz="4800" spc="-85"/>
              <a:t> </a:t>
            </a:r>
            <a:r>
              <a:rPr dirty="0" sz="4800"/>
              <a:t>do</a:t>
            </a:r>
            <a:r>
              <a:rPr dirty="0" sz="4800" spc="-85"/>
              <a:t> </a:t>
            </a:r>
            <a:r>
              <a:rPr dirty="0" sz="4800"/>
              <a:t>so</a:t>
            </a:r>
            <a:r>
              <a:rPr dirty="0" sz="4800" spc="-85"/>
              <a:t> </a:t>
            </a:r>
            <a:r>
              <a:rPr dirty="0" sz="4800" spc="-20"/>
              <a:t>much</a:t>
            </a:r>
            <a:endParaRPr sz="4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88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/>
              <a:t>But</a:t>
            </a:r>
            <a:r>
              <a:rPr dirty="0" sz="4600" spc="-210"/>
              <a:t> </a:t>
            </a:r>
            <a:r>
              <a:rPr dirty="0" sz="4600" spc="-70"/>
              <a:t>there</a:t>
            </a:r>
            <a:r>
              <a:rPr dirty="0" sz="4600" spc="-190"/>
              <a:t> </a:t>
            </a:r>
            <a:r>
              <a:rPr dirty="0" sz="4600" spc="-45"/>
              <a:t>are</a:t>
            </a:r>
            <a:r>
              <a:rPr dirty="0" sz="4600" spc="-195"/>
              <a:t> </a:t>
            </a:r>
            <a:r>
              <a:rPr dirty="0" sz="4600" spc="-75"/>
              <a:t>problems</a:t>
            </a:r>
            <a:r>
              <a:rPr dirty="0" sz="4600" spc="-185"/>
              <a:t> </a:t>
            </a:r>
            <a:r>
              <a:rPr dirty="0" sz="4600" spc="-25"/>
              <a:t>with</a:t>
            </a:r>
            <a:r>
              <a:rPr dirty="0" sz="4600" spc="-190"/>
              <a:t> </a:t>
            </a:r>
            <a:r>
              <a:rPr dirty="0" sz="4600" spc="-70"/>
              <a:t>scraping</a:t>
            </a:r>
            <a:r>
              <a:rPr dirty="0" sz="4600" spc="-185"/>
              <a:t> </a:t>
            </a:r>
            <a:r>
              <a:rPr dirty="0" sz="4600" spc="-65"/>
              <a:t>from</a:t>
            </a:r>
            <a:r>
              <a:rPr dirty="0" sz="4600" spc="-195"/>
              <a:t> </a:t>
            </a:r>
            <a:r>
              <a:rPr dirty="0" sz="4600" spc="-10"/>
              <a:t>the</a:t>
            </a:r>
            <a:r>
              <a:rPr dirty="0" sz="4600" spc="-195"/>
              <a:t> </a:t>
            </a:r>
            <a:r>
              <a:rPr dirty="0" sz="4600" spc="-25"/>
              <a:t>web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1756156"/>
            <a:ext cx="11458575" cy="442404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3400" spc="-25" b="1">
                <a:solidFill>
                  <a:srgbClr val="404040"/>
                </a:solidFill>
                <a:latin typeface="Calibri"/>
                <a:cs typeface="Calibri"/>
              </a:rPr>
              <a:t>Copyright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much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datasets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copyrighted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fair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doctrine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US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allows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remains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open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legal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question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3400" b="1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3400" spc="-1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404040"/>
                </a:solidFill>
                <a:latin typeface="Calibri"/>
                <a:cs typeface="Calibri"/>
              </a:rPr>
              <a:t>consent</a:t>
            </a:r>
            <a:endParaRPr sz="3400">
              <a:latin typeface="Calibri"/>
              <a:cs typeface="Calibri"/>
            </a:endParaRPr>
          </a:p>
          <a:p>
            <a:pPr marL="12700" marR="5080" indent="548005">
              <a:lnSpc>
                <a:spcPts val="4990"/>
              </a:lnSpc>
              <a:spcBef>
                <a:spcPts val="225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 spc="-35">
                <a:solidFill>
                  <a:srgbClr val="404040"/>
                </a:solidFill>
                <a:latin typeface="Calibri"/>
                <a:cs typeface="Calibri"/>
              </a:rPr>
              <a:t>Website</a:t>
            </a:r>
            <a:r>
              <a:rPr dirty="0" sz="34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owners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indicate</a:t>
            </a:r>
            <a:r>
              <a:rPr dirty="0" sz="34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want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site</a:t>
            </a:r>
            <a:r>
              <a:rPr dirty="0" sz="34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crawled </a:t>
            </a:r>
            <a:r>
              <a:rPr dirty="0" sz="3400" spc="-10" b="1">
                <a:solidFill>
                  <a:srgbClr val="404040"/>
                </a:solidFill>
                <a:latin typeface="Calibri"/>
                <a:cs typeface="Calibri"/>
              </a:rPr>
              <a:t>Privacy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525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Websites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contain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private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IP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addresses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phone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numbers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623697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Pretraining</a:t>
            </a:r>
            <a:r>
              <a:rPr dirty="0" sz="4800" spc="-17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data</a:t>
            </a:r>
            <a:r>
              <a:rPr dirty="0" sz="4800" spc="-18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for</a:t>
            </a:r>
            <a:r>
              <a:rPr dirty="0" sz="4800" spc="-17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20" b="0">
                <a:solidFill>
                  <a:srgbClr val="A4001D"/>
                </a:solidFill>
                <a:latin typeface="Calibri"/>
                <a:cs typeface="Calibri"/>
              </a:rPr>
              <a:t>LLMs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265557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Finetuning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Finetuning</a:t>
            </a:r>
            <a:r>
              <a:rPr dirty="0" spc="-200"/>
              <a:t> </a:t>
            </a:r>
            <a:r>
              <a:rPr dirty="0" spc="-20"/>
              <a:t>for</a:t>
            </a:r>
            <a:r>
              <a:rPr dirty="0" spc="-200"/>
              <a:t> </a:t>
            </a:r>
            <a:r>
              <a:rPr dirty="0" spc="-35"/>
              <a:t>daptation</a:t>
            </a:r>
            <a:r>
              <a:rPr dirty="0" spc="-190"/>
              <a:t> </a:t>
            </a:r>
            <a:r>
              <a:rPr dirty="0"/>
              <a:t>to</a:t>
            </a:r>
            <a:r>
              <a:rPr dirty="0" spc="-204"/>
              <a:t> </a:t>
            </a:r>
            <a:r>
              <a:rPr dirty="0"/>
              <a:t>new</a:t>
            </a:r>
            <a:r>
              <a:rPr dirty="0" spc="-195"/>
              <a:t> </a:t>
            </a:r>
            <a:r>
              <a:rPr dirty="0" spc="-10"/>
              <a:t>domains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2085320" cy="304292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2225" marR="129539" indent="-10160">
              <a:lnSpc>
                <a:spcPts val="4100"/>
              </a:lnSpc>
              <a:spcBef>
                <a:spcPts val="62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happens</a:t>
            </a:r>
            <a:r>
              <a:rPr dirty="0" sz="3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our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LLM</a:t>
            </a:r>
            <a:r>
              <a:rPr dirty="0" sz="3800" spc="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work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well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domain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didn't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pretraining?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Perhaps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medical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legal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domain?</a:t>
            </a:r>
            <a:endParaRPr sz="3800">
              <a:latin typeface="Calibri"/>
              <a:cs typeface="Calibri"/>
            </a:endParaRPr>
          </a:p>
          <a:p>
            <a:pPr marL="22225" marR="5080" indent="-10160">
              <a:lnSpc>
                <a:spcPts val="4200"/>
              </a:lnSpc>
              <a:spcBef>
                <a:spcPts val="1280"/>
              </a:spcBef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dirty="0" sz="3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maybe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multilingual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LM</a:t>
            </a:r>
            <a:r>
              <a:rPr dirty="0" sz="3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dirty="0" sz="3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3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3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some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rare</a:t>
            </a:r>
            <a:r>
              <a:rPr dirty="0" sz="3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pretraining?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Finetuning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66355" y="3234732"/>
            <a:ext cx="2691765" cy="471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900">
                <a:latin typeface="Arial"/>
                <a:cs typeface="Arial"/>
              </a:rPr>
              <a:t>Pretraining </a:t>
            </a:r>
            <a:r>
              <a:rPr dirty="0" sz="2900" spc="-20">
                <a:latin typeface="Arial"/>
                <a:cs typeface="Arial"/>
              </a:rPr>
              <a:t>Data</a:t>
            </a:r>
            <a:endParaRPr sz="2900">
              <a:latin typeface="Arial"/>
              <a:cs typeface="Arial"/>
            </a:endParaRPr>
          </a:p>
        </p:txBody>
      </p:sp>
      <p:sp>
        <p:nvSpPr>
          <p:cNvPr id="316" name="object 316"/>
          <p:cNvSpPr txBox="1"/>
          <p:nvPr/>
        </p:nvSpPr>
        <p:spPr>
          <a:xfrm>
            <a:off x="6132923" y="3675735"/>
            <a:ext cx="2362200" cy="471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900">
                <a:latin typeface="Arial"/>
                <a:cs typeface="Arial"/>
              </a:rPr>
              <a:t>Pretrained</a:t>
            </a:r>
            <a:r>
              <a:rPr dirty="0" sz="2900" spc="-5">
                <a:latin typeface="Arial"/>
                <a:cs typeface="Arial"/>
              </a:rPr>
              <a:t> </a:t>
            </a:r>
            <a:r>
              <a:rPr dirty="0" sz="2900" spc="35">
                <a:latin typeface="Arial"/>
                <a:cs typeface="Arial"/>
              </a:rPr>
              <a:t>LM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30119" y="2468136"/>
            <a:ext cx="1707514" cy="1757045"/>
            <a:chOff x="8730119" y="2468136"/>
            <a:chExt cx="1707514" cy="1757045"/>
          </a:xfrm>
        </p:grpSpPr>
        <p:sp>
          <p:nvSpPr>
            <p:cNvPr id="4" name="object 4"/>
            <p:cNvSpPr/>
            <p:nvPr/>
          </p:nvSpPr>
          <p:spPr>
            <a:xfrm>
              <a:off x="8748853" y="2486868"/>
              <a:ext cx="1670050" cy="1719580"/>
            </a:xfrm>
            <a:custGeom>
              <a:avLst/>
              <a:gdLst/>
              <a:ahLst/>
              <a:cxnLst/>
              <a:rect l="l" t="t" r="r" b="b"/>
              <a:pathLst>
                <a:path w="1670050" h="1719579">
                  <a:moveTo>
                    <a:pt x="834764" y="0"/>
                  </a:moveTo>
                  <a:lnTo>
                    <a:pt x="758819" y="702"/>
                  </a:lnTo>
                  <a:lnTo>
                    <a:pt x="684777" y="2771"/>
                  </a:lnTo>
                  <a:lnTo>
                    <a:pt x="612933" y="6143"/>
                  </a:lnTo>
                  <a:lnTo>
                    <a:pt x="543584" y="10760"/>
                  </a:lnTo>
                  <a:lnTo>
                    <a:pt x="477023" y="16559"/>
                  </a:lnTo>
                  <a:lnTo>
                    <a:pt x="413548" y="23480"/>
                  </a:lnTo>
                  <a:lnTo>
                    <a:pt x="353453" y="31462"/>
                  </a:lnTo>
                  <a:lnTo>
                    <a:pt x="297034" y="40444"/>
                  </a:lnTo>
                  <a:lnTo>
                    <a:pt x="244585" y="50366"/>
                  </a:lnTo>
                  <a:lnTo>
                    <a:pt x="196404" y="61167"/>
                  </a:lnTo>
                  <a:lnTo>
                    <a:pt x="152784" y="72785"/>
                  </a:lnTo>
                  <a:lnTo>
                    <a:pt x="114022" y="85160"/>
                  </a:lnTo>
                  <a:lnTo>
                    <a:pt x="52252" y="111938"/>
                  </a:lnTo>
                  <a:lnTo>
                    <a:pt x="13456" y="141013"/>
                  </a:lnTo>
                  <a:lnTo>
                    <a:pt x="0" y="171899"/>
                  </a:lnTo>
                  <a:lnTo>
                    <a:pt x="0" y="1547097"/>
                  </a:lnTo>
                  <a:lnTo>
                    <a:pt x="29835" y="1592778"/>
                  </a:lnTo>
                  <a:lnTo>
                    <a:pt x="80413" y="1620765"/>
                  </a:lnTo>
                  <a:lnTo>
                    <a:pt x="152784" y="1646211"/>
                  </a:lnTo>
                  <a:lnTo>
                    <a:pt x="196404" y="1657829"/>
                  </a:lnTo>
                  <a:lnTo>
                    <a:pt x="244585" y="1668630"/>
                  </a:lnTo>
                  <a:lnTo>
                    <a:pt x="297034" y="1678552"/>
                  </a:lnTo>
                  <a:lnTo>
                    <a:pt x="353453" y="1687534"/>
                  </a:lnTo>
                  <a:lnTo>
                    <a:pt x="413548" y="1695516"/>
                  </a:lnTo>
                  <a:lnTo>
                    <a:pt x="477023" y="1702437"/>
                  </a:lnTo>
                  <a:lnTo>
                    <a:pt x="543584" y="1708236"/>
                  </a:lnTo>
                  <a:lnTo>
                    <a:pt x="612933" y="1712853"/>
                  </a:lnTo>
                  <a:lnTo>
                    <a:pt x="684777" y="1716225"/>
                  </a:lnTo>
                  <a:lnTo>
                    <a:pt x="758819" y="1718294"/>
                  </a:lnTo>
                  <a:lnTo>
                    <a:pt x="834764" y="1718997"/>
                  </a:lnTo>
                  <a:lnTo>
                    <a:pt x="910709" y="1718294"/>
                  </a:lnTo>
                  <a:lnTo>
                    <a:pt x="984752" y="1716225"/>
                  </a:lnTo>
                  <a:lnTo>
                    <a:pt x="1056595" y="1712853"/>
                  </a:lnTo>
                  <a:lnTo>
                    <a:pt x="1125945" y="1708236"/>
                  </a:lnTo>
                  <a:lnTo>
                    <a:pt x="1192505" y="1702437"/>
                  </a:lnTo>
                  <a:lnTo>
                    <a:pt x="1255980" y="1695516"/>
                  </a:lnTo>
                  <a:lnTo>
                    <a:pt x="1316075" y="1687534"/>
                  </a:lnTo>
                  <a:lnTo>
                    <a:pt x="1372495" y="1678552"/>
                  </a:lnTo>
                  <a:lnTo>
                    <a:pt x="1424943" y="1668630"/>
                  </a:lnTo>
                  <a:lnTo>
                    <a:pt x="1473124" y="1657829"/>
                  </a:lnTo>
                  <a:lnTo>
                    <a:pt x="1516744" y="1646211"/>
                  </a:lnTo>
                  <a:lnTo>
                    <a:pt x="1555506" y="1633836"/>
                  </a:lnTo>
                  <a:lnTo>
                    <a:pt x="1617276" y="1607058"/>
                  </a:lnTo>
                  <a:lnTo>
                    <a:pt x="1656072" y="1577983"/>
                  </a:lnTo>
                  <a:lnTo>
                    <a:pt x="1669529" y="1547097"/>
                  </a:lnTo>
                  <a:lnTo>
                    <a:pt x="1669529" y="171899"/>
                  </a:lnTo>
                  <a:lnTo>
                    <a:pt x="1639694" y="126219"/>
                  </a:lnTo>
                  <a:lnTo>
                    <a:pt x="1589115" y="98231"/>
                  </a:lnTo>
                  <a:lnTo>
                    <a:pt x="1516744" y="72785"/>
                  </a:lnTo>
                  <a:lnTo>
                    <a:pt x="1473124" y="61167"/>
                  </a:lnTo>
                  <a:lnTo>
                    <a:pt x="1424943" y="50366"/>
                  </a:lnTo>
                  <a:lnTo>
                    <a:pt x="1372495" y="40444"/>
                  </a:lnTo>
                  <a:lnTo>
                    <a:pt x="1316075" y="31462"/>
                  </a:lnTo>
                  <a:lnTo>
                    <a:pt x="1255980" y="23480"/>
                  </a:lnTo>
                  <a:lnTo>
                    <a:pt x="1192505" y="16559"/>
                  </a:lnTo>
                  <a:lnTo>
                    <a:pt x="1125945" y="10760"/>
                  </a:lnTo>
                  <a:lnTo>
                    <a:pt x="1056595" y="6143"/>
                  </a:lnTo>
                  <a:lnTo>
                    <a:pt x="984752" y="2771"/>
                  </a:lnTo>
                  <a:lnTo>
                    <a:pt x="910709" y="702"/>
                  </a:lnTo>
                  <a:lnTo>
                    <a:pt x="834764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48852" y="2486869"/>
              <a:ext cx="1670050" cy="1719580"/>
            </a:xfrm>
            <a:custGeom>
              <a:avLst/>
              <a:gdLst/>
              <a:ahLst/>
              <a:cxnLst/>
              <a:rect l="l" t="t" r="r" b="b"/>
              <a:pathLst>
                <a:path w="1670050" h="1719579">
                  <a:moveTo>
                    <a:pt x="0" y="1547097"/>
                  </a:moveTo>
                  <a:lnTo>
                    <a:pt x="0" y="171899"/>
                  </a:lnTo>
                  <a:lnTo>
                    <a:pt x="3413" y="156260"/>
                  </a:lnTo>
                  <a:lnTo>
                    <a:pt x="29835" y="126218"/>
                  </a:lnTo>
                  <a:lnTo>
                    <a:pt x="80413" y="98231"/>
                  </a:lnTo>
                  <a:lnTo>
                    <a:pt x="152784" y="72785"/>
                  </a:lnTo>
                  <a:lnTo>
                    <a:pt x="196404" y="61167"/>
                  </a:lnTo>
                  <a:lnTo>
                    <a:pt x="244586" y="50366"/>
                  </a:lnTo>
                  <a:lnTo>
                    <a:pt x="297034" y="40444"/>
                  </a:lnTo>
                  <a:lnTo>
                    <a:pt x="353453" y="31462"/>
                  </a:lnTo>
                  <a:lnTo>
                    <a:pt x="413548" y="23480"/>
                  </a:lnTo>
                  <a:lnTo>
                    <a:pt x="477023" y="16559"/>
                  </a:lnTo>
                  <a:lnTo>
                    <a:pt x="543584" y="10760"/>
                  </a:lnTo>
                  <a:lnTo>
                    <a:pt x="612933" y="6143"/>
                  </a:lnTo>
                  <a:lnTo>
                    <a:pt x="684777" y="2771"/>
                  </a:lnTo>
                  <a:lnTo>
                    <a:pt x="758819" y="702"/>
                  </a:lnTo>
                  <a:lnTo>
                    <a:pt x="834764" y="0"/>
                  </a:lnTo>
                  <a:lnTo>
                    <a:pt x="910709" y="702"/>
                  </a:lnTo>
                  <a:lnTo>
                    <a:pt x="984752" y="2771"/>
                  </a:lnTo>
                  <a:lnTo>
                    <a:pt x="1056595" y="6143"/>
                  </a:lnTo>
                  <a:lnTo>
                    <a:pt x="1125945" y="10760"/>
                  </a:lnTo>
                  <a:lnTo>
                    <a:pt x="1192505" y="16559"/>
                  </a:lnTo>
                  <a:lnTo>
                    <a:pt x="1255980" y="23480"/>
                  </a:lnTo>
                  <a:lnTo>
                    <a:pt x="1316075" y="31462"/>
                  </a:lnTo>
                  <a:lnTo>
                    <a:pt x="1372495" y="40444"/>
                  </a:lnTo>
                  <a:lnTo>
                    <a:pt x="1424943" y="50366"/>
                  </a:lnTo>
                  <a:lnTo>
                    <a:pt x="1473124" y="61167"/>
                  </a:lnTo>
                  <a:lnTo>
                    <a:pt x="1516744" y="72785"/>
                  </a:lnTo>
                  <a:lnTo>
                    <a:pt x="1555506" y="85160"/>
                  </a:lnTo>
                  <a:lnTo>
                    <a:pt x="1617276" y="111938"/>
                  </a:lnTo>
                  <a:lnTo>
                    <a:pt x="1656072" y="141013"/>
                  </a:lnTo>
                  <a:lnTo>
                    <a:pt x="1669529" y="171899"/>
                  </a:lnTo>
                  <a:lnTo>
                    <a:pt x="1669529" y="1547097"/>
                  </a:lnTo>
                  <a:lnTo>
                    <a:pt x="1639694" y="1592777"/>
                  </a:lnTo>
                  <a:lnTo>
                    <a:pt x="1589115" y="1620765"/>
                  </a:lnTo>
                  <a:lnTo>
                    <a:pt x="1516744" y="1646211"/>
                  </a:lnTo>
                  <a:lnTo>
                    <a:pt x="1473124" y="1657829"/>
                  </a:lnTo>
                  <a:lnTo>
                    <a:pt x="1424943" y="1668630"/>
                  </a:lnTo>
                  <a:lnTo>
                    <a:pt x="1372495" y="1678551"/>
                  </a:lnTo>
                  <a:lnTo>
                    <a:pt x="1316075" y="1687534"/>
                  </a:lnTo>
                  <a:lnTo>
                    <a:pt x="1255980" y="1695516"/>
                  </a:lnTo>
                  <a:lnTo>
                    <a:pt x="1192505" y="1702437"/>
                  </a:lnTo>
                  <a:lnTo>
                    <a:pt x="1125945" y="1708236"/>
                  </a:lnTo>
                  <a:lnTo>
                    <a:pt x="1056595" y="1712852"/>
                  </a:lnTo>
                  <a:lnTo>
                    <a:pt x="984752" y="1716225"/>
                  </a:lnTo>
                  <a:lnTo>
                    <a:pt x="910709" y="1718293"/>
                  </a:lnTo>
                  <a:lnTo>
                    <a:pt x="834764" y="1718996"/>
                  </a:lnTo>
                  <a:lnTo>
                    <a:pt x="758819" y="1718293"/>
                  </a:lnTo>
                  <a:lnTo>
                    <a:pt x="684777" y="1716225"/>
                  </a:lnTo>
                  <a:lnTo>
                    <a:pt x="612933" y="1712852"/>
                  </a:lnTo>
                  <a:lnTo>
                    <a:pt x="543584" y="1708236"/>
                  </a:lnTo>
                  <a:lnTo>
                    <a:pt x="477023" y="1702437"/>
                  </a:lnTo>
                  <a:lnTo>
                    <a:pt x="413548" y="1695516"/>
                  </a:lnTo>
                  <a:lnTo>
                    <a:pt x="353453" y="1687534"/>
                  </a:lnTo>
                  <a:lnTo>
                    <a:pt x="297034" y="1678551"/>
                  </a:lnTo>
                  <a:lnTo>
                    <a:pt x="244586" y="1668630"/>
                  </a:lnTo>
                  <a:lnTo>
                    <a:pt x="196404" y="1657829"/>
                  </a:lnTo>
                  <a:lnTo>
                    <a:pt x="152784" y="1646211"/>
                  </a:lnTo>
                  <a:lnTo>
                    <a:pt x="114022" y="1633836"/>
                  </a:lnTo>
                  <a:lnTo>
                    <a:pt x="52252" y="1607058"/>
                  </a:lnTo>
                  <a:lnTo>
                    <a:pt x="13457" y="1577983"/>
                  </a:lnTo>
                  <a:lnTo>
                    <a:pt x="0" y="1547097"/>
                  </a:lnTo>
                </a:path>
                <a:path w="1670050" h="1719579">
                  <a:moveTo>
                    <a:pt x="0" y="171899"/>
                  </a:moveTo>
                  <a:lnTo>
                    <a:pt x="29835" y="217580"/>
                  </a:lnTo>
                  <a:lnTo>
                    <a:pt x="80413" y="245567"/>
                  </a:lnTo>
                  <a:lnTo>
                    <a:pt x="152784" y="271014"/>
                  </a:lnTo>
                  <a:lnTo>
                    <a:pt x="196404" y="282632"/>
                  </a:lnTo>
                  <a:lnTo>
                    <a:pt x="244586" y="293432"/>
                  </a:lnTo>
                  <a:lnTo>
                    <a:pt x="297034" y="303354"/>
                  </a:lnTo>
                  <a:lnTo>
                    <a:pt x="353453" y="312336"/>
                  </a:lnTo>
                  <a:lnTo>
                    <a:pt x="413548" y="320319"/>
                  </a:lnTo>
                  <a:lnTo>
                    <a:pt x="477023" y="327240"/>
                  </a:lnTo>
                  <a:lnTo>
                    <a:pt x="543584" y="333039"/>
                  </a:lnTo>
                  <a:lnTo>
                    <a:pt x="612933" y="337655"/>
                  </a:lnTo>
                  <a:lnTo>
                    <a:pt x="684777" y="341028"/>
                  </a:lnTo>
                  <a:lnTo>
                    <a:pt x="758819" y="343096"/>
                  </a:lnTo>
                  <a:lnTo>
                    <a:pt x="834764" y="343799"/>
                  </a:lnTo>
                  <a:lnTo>
                    <a:pt x="910709" y="343096"/>
                  </a:lnTo>
                  <a:lnTo>
                    <a:pt x="984752" y="341028"/>
                  </a:lnTo>
                  <a:lnTo>
                    <a:pt x="1056595" y="337655"/>
                  </a:lnTo>
                  <a:lnTo>
                    <a:pt x="1125945" y="333039"/>
                  </a:lnTo>
                  <a:lnTo>
                    <a:pt x="1192505" y="327240"/>
                  </a:lnTo>
                  <a:lnTo>
                    <a:pt x="1255980" y="320319"/>
                  </a:lnTo>
                  <a:lnTo>
                    <a:pt x="1316075" y="312336"/>
                  </a:lnTo>
                  <a:lnTo>
                    <a:pt x="1372495" y="303354"/>
                  </a:lnTo>
                  <a:lnTo>
                    <a:pt x="1424943" y="293432"/>
                  </a:lnTo>
                  <a:lnTo>
                    <a:pt x="1473124" y="282632"/>
                  </a:lnTo>
                  <a:lnTo>
                    <a:pt x="1516744" y="271014"/>
                  </a:lnTo>
                  <a:lnTo>
                    <a:pt x="1555506" y="258638"/>
                  </a:lnTo>
                  <a:lnTo>
                    <a:pt x="1617276" y="231861"/>
                  </a:lnTo>
                  <a:lnTo>
                    <a:pt x="1656072" y="202785"/>
                  </a:lnTo>
                  <a:lnTo>
                    <a:pt x="1666115" y="187538"/>
                  </a:lnTo>
                  <a:lnTo>
                    <a:pt x="1669529" y="171899"/>
                  </a:lnTo>
                </a:path>
              </a:pathLst>
            </a:custGeom>
            <a:ln w="37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124139" y="2818685"/>
            <a:ext cx="919480" cy="119634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just" marL="12700" marR="5080" indent="80010">
              <a:lnSpc>
                <a:spcPct val="103000"/>
              </a:lnSpc>
              <a:spcBef>
                <a:spcPts val="40"/>
              </a:spcBef>
            </a:pPr>
            <a:r>
              <a:rPr dirty="0" sz="2500">
                <a:latin typeface="Arial"/>
                <a:cs typeface="Arial"/>
              </a:rPr>
              <a:t>Fine-</a:t>
            </a:r>
            <a:r>
              <a:rPr dirty="0" sz="2500" spc="-10">
                <a:latin typeface="Arial"/>
                <a:cs typeface="Arial"/>
              </a:rPr>
              <a:t>tuning </a:t>
            </a:r>
            <a:r>
              <a:rPr dirty="0" sz="2500" spc="-20">
                <a:latin typeface="Arial"/>
                <a:cs typeface="Arial"/>
              </a:rPr>
              <a:t>Data</a:t>
            </a:r>
            <a:endParaRPr sz="2500">
              <a:latin typeface="Arial"/>
              <a:cs typeface="Arial"/>
            </a:endParaRPr>
          </a:p>
        </p:txBody>
      </p:sp>
      <p:sp>
        <p:nvSpPr>
          <p:cNvPr id="317" name="object 317"/>
          <p:cNvSpPr txBox="1"/>
          <p:nvPr/>
        </p:nvSpPr>
        <p:spPr>
          <a:xfrm>
            <a:off x="10875623" y="3675735"/>
            <a:ext cx="2452370" cy="471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900">
                <a:latin typeface="Arial"/>
                <a:cs typeface="Arial"/>
              </a:rPr>
              <a:t>Fine-tuned</a:t>
            </a:r>
            <a:r>
              <a:rPr dirty="0" sz="2900" spc="140">
                <a:latin typeface="Arial"/>
                <a:cs typeface="Arial"/>
              </a:rPr>
              <a:t> </a:t>
            </a:r>
            <a:r>
              <a:rPr dirty="0" sz="2900" spc="35">
                <a:latin typeface="Arial"/>
                <a:cs typeface="Arial"/>
              </a:rPr>
              <a:t>LM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1563" y="3890509"/>
            <a:ext cx="1884713" cy="296805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982151" y="5005564"/>
            <a:ext cx="1978025" cy="287020"/>
            <a:chOff x="3982151" y="5005564"/>
            <a:chExt cx="1978025" cy="287020"/>
          </a:xfrm>
        </p:grpSpPr>
        <p:sp>
          <p:nvSpPr>
            <p:cNvPr id="10" name="object 10"/>
            <p:cNvSpPr/>
            <p:nvPr/>
          </p:nvSpPr>
          <p:spPr>
            <a:xfrm>
              <a:off x="3982151" y="5149020"/>
              <a:ext cx="1755139" cy="0"/>
            </a:xfrm>
            <a:custGeom>
              <a:avLst/>
              <a:gdLst/>
              <a:ahLst/>
              <a:cxnLst/>
              <a:rect l="l" t="t" r="r" b="b"/>
              <a:pathLst>
                <a:path w="1755139" h="0">
                  <a:moveTo>
                    <a:pt x="0" y="0"/>
                  </a:moveTo>
                  <a:lnTo>
                    <a:pt x="1754860" y="0"/>
                  </a:lnTo>
                </a:path>
              </a:pathLst>
            </a:custGeom>
            <a:ln w="494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18289" y="5030297"/>
              <a:ext cx="316865" cy="237490"/>
            </a:xfrm>
            <a:custGeom>
              <a:avLst/>
              <a:gdLst/>
              <a:ahLst/>
              <a:cxnLst/>
              <a:rect l="l" t="t" r="r" b="b"/>
              <a:pathLst>
                <a:path w="316864" h="237489">
                  <a:moveTo>
                    <a:pt x="0" y="0"/>
                  </a:moveTo>
                  <a:lnTo>
                    <a:pt x="118722" y="118722"/>
                  </a:lnTo>
                  <a:lnTo>
                    <a:pt x="0" y="237444"/>
                  </a:lnTo>
                  <a:lnTo>
                    <a:pt x="316593" y="118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618289" y="5030297"/>
              <a:ext cx="316865" cy="237490"/>
            </a:xfrm>
            <a:custGeom>
              <a:avLst/>
              <a:gdLst/>
              <a:ahLst/>
              <a:cxnLst/>
              <a:rect l="l" t="t" r="r" b="b"/>
              <a:pathLst>
                <a:path w="316864" h="237489">
                  <a:moveTo>
                    <a:pt x="316592" y="118722"/>
                  </a:moveTo>
                  <a:lnTo>
                    <a:pt x="0" y="0"/>
                  </a:lnTo>
                  <a:lnTo>
                    <a:pt x="118722" y="118722"/>
                  </a:lnTo>
                  <a:lnTo>
                    <a:pt x="0" y="237444"/>
                  </a:lnTo>
                  <a:lnTo>
                    <a:pt x="316592" y="118722"/>
                  </a:lnTo>
                  <a:close/>
                </a:path>
              </a:pathLst>
            </a:custGeom>
            <a:ln w="494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184366" y="5381046"/>
            <a:ext cx="1514475" cy="396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-10">
                <a:latin typeface="Arial"/>
                <a:cs typeface="Arial"/>
              </a:rPr>
              <a:t>Pretraining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37310" y="4292433"/>
            <a:ext cx="2077720" cy="2214245"/>
            <a:chOff x="6337310" y="4292433"/>
            <a:chExt cx="2077720" cy="221424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7310" y="4539771"/>
              <a:ext cx="704912" cy="14840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92961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2" y="0"/>
                  </a:moveTo>
                  <a:lnTo>
                    <a:pt x="160769" y="0"/>
                  </a:lnTo>
                  <a:lnTo>
                    <a:pt x="109953" y="8196"/>
                  </a:lnTo>
                  <a:lnTo>
                    <a:pt x="65820" y="31019"/>
                  </a:lnTo>
                  <a:lnTo>
                    <a:pt x="31019" y="65820"/>
                  </a:lnTo>
                  <a:lnTo>
                    <a:pt x="8196" y="109953"/>
                  </a:lnTo>
                  <a:lnTo>
                    <a:pt x="0" y="160769"/>
                  </a:lnTo>
                  <a:lnTo>
                    <a:pt x="0" y="1219373"/>
                  </a:lnTo>
                  <a:lnTo>
                    <a:pt x="8196" y="1270189"/>
                  </a:lnTo>
                  <a:lnTo>
                    <a:pt x="31019" y="1314322"/>
                  </a:lnTo>
                  <a:lnTo>
                    <a:pt x="65820" y="1349124"/>
                  </a:lnTo>
                  <a:lnTo>
                    <a:pt x="109953" y="1371947"/>
                  </a:lnTo>
                  <a:lnTo>
                    <a:pt x="160769" y="1380143"/>
                  </a:lnTo>
                  <a:lnTo>
                    <a:pt x="445152" y="1380143"/>
                  </a:lnTo>
                  <a:lnTo>
                    <a:pt x="495967" y="1371947"/>
                  </a:lnTo>
                  <a:lnTo>
                    <a:pt x="540100" y="1349124"/>
                  </a:lnTo>
                  <a:lnTo>
                    <a:pt x="574902" y="1314322"/>
                  </a:lnTo>
                  <a:lnTo>
                    <a:pt x="597725" y="1270189"/>
                  </a:lnTo>
                  <a:lnTo>
                    <a:pt x="605922" y="1219373"/>
                  </a:lnTo>
                  <a:lnTo>
                    <a:pt x="605922" y="160769"/>
                  </a:lnTo>
                  <a:lnTo>
                    <a:pt x="597725" y="109953"/>
                  </a:lnTo>
                  <a:lnTo>
                    <a:pt x="574902" y="65820"/>
                  </a:lnTo>
                  <a:lnTo>
                    <a:pt x="540100" y="31019"/>
                  </a:lnTo>
                  <a:lnTo>
                    <a:pt x="495967" y="8196"/>
                  </a:lnTo>
                  <a:lnTo>
                    <a:pt x="445152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92961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2" y="1380144"/>
                  </a:moveTo>
                  <a:lnTo>
                    <a:pt x="160769" y="1380144"/>
                  </a:lnTo>
                  <a:lnTo>
                    <a:pt x="109953" y="1371948"/>
                  </a:lnTo>
                  <a:lnTo>
                    <a:pt x="65821" y="1349124"/>
                  </a:lnTo>
                  <a:lnTo>
                    <a:pt x="31019" y="1314323"/>
                  </a:lnTo>
                  <a:lnTo>
                    <a:pt x="8196" y="1270190"/>
                  </a:lnTo>
                  <a:lnTo>
                    <a:pt x="0" y="1219374"/>
                  </a:lnTo>
                  <a:lnTo>
                    <a:pt x="0" y="160769"/>
                  </a:lnTo>
                  <a:lnTo>
                    <a:pt x="8196" y="109953"/>
                  </a:lnTo>
                  <a:lnTo>
                    <a:pt x="31019" y="65821"/>
                  </a:lnTo>
                  <a:lnTo>
                    <a:pt x="65821" y="31019"/>
                  </a:lnTo>
                  <a:lnTo>
                    <a:pt x="109953" y="8196"/>
                  </a:lnTo>
                  <a:lnTo>
                    <a:pt x="160769" y="0"/>
                  </a:lnTo>
                  <a:lnTo>
                    <a:pt x="445152" y="0"/>
                  </a:lnTo>
                  <a:lnTo>
                    <a:pt x="495967" y="8196"/>
                  </a:lnTo>
                  <a:lnTo>
                    <a:pt x="540100" y="31019"/>
                  </a:lnTo>
                  <a:lnTo>
                    <a:pt x="574902" y="65821"/>
                  </a:lnTo>
                  <a:lnTo>
                    <a:pt x="597725" y="109953"/>
                  </a:lnTo>
                  <a:lnTo>
                    <a:pt x="605921" y="160769"/>
                  </a:lnTo>
                  <a:lnTo>
                    <a:pt x="605921" y="1219374"/>
                  </a:lnTo>
                  <a:lnTo>
                    <a:pt x="597725" y="1270190"/>
                  </a:lnTo>
                  <a:lnTo>
                    <a:pt x="574902" y="1314323"/>
                  </a:lnTo>
                  <a:lnTo>
                    <a:pt x="540100" y="1349124"/>
                  </a:lnTo>
                  <a:lnTo>
                    <a:pt x="495967" y="1371948"/>
                  </a:lnTo>
                  <a:lnTo>
                    <a:pt x="445152" y="1380144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95922" y="5856285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58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684792" y="5837734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684792" y="583773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23878" y="4292433"/>
              <a:ext cx="544142" cy="23497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475672" y="4319795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374901" y="0"/>
                  </a:moveTo>
                  <a:lnTo>
                    <a:pt x="65596" y="0"/>
                  </a:lnTo>
                  <a:lnTo>
                    <a:pt x="40063" y="5155"/>
                  </a:lnTo>
                  <a:lnTo>
                    <a:pt x="19212" y="19213"/>
                  </a:lnTo>
                  <a:lnTo>
                    <a:pt x="5154" y="40064"/>
                  </a:lnTo>
                  <a:lnTo>
                    <a:pt x="0" y="65598"/>
                  </a:lnTo>
                  <a:lnTo>
                    <a:pt x="5154" y="91131"/>
                  </a:lnTo>
                  <a:lnTo>
                    <a:pt x="19212" y="111983"/>
                  </a:lnTo>
                  <a:lnTo>
                    <a:pt x="40063" y="126041"/>
                  </a:lnTo>
                  <a:lnTo>
                    <a:pt x="65596" y="131196"/>
                  </a:lnTo>
                  <a:lnTo>
                    <a:pt x="374901" y="131196"/>
                  </a:lnTo>
                  <a:lnTo>
                    <a:pt x="400435" y="126041"/>
                  </a:lnTo>
                  <a:lnTo>
                    <a:pt x="421286" y="111983"/>
                  </a:lnTo>
                  <a:lnTo>
                    <a:pt x="435344" y="91131"/>
                  </a:lnTo>
                  <a:lnTo>
                    <a:pt x="440499" y="65598"/>
                  </a:lnTo>
                  <a:lnTo>
                    <a:pt x="435344" y="40064"/>
                  </a:lnTo>
                  <a:lnTo>
                    <a:pt x="421286" y="19213"/>
                  </a:lnTo>
                  <a:lnTo>
                    <a:pt x="400435" y="5155"/>
                  </a:lnTo>
                  <a:lnTo>
                    <a:pt x="374901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75672" y="4319797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65597" y="0"/>
                  </a:moveTo>
                  <a:lnTo>
                    <a:pt x="374902" y="0"/>
                  </a:lnTo>
                  <a:lnTo>
                    <a:pt x="400435" y="5154"/>
                  </a:lnTo>
                  <a:lnTo>
                    <a:pt x="421286" y="19213"/>
                  </a:lnTo>
                  <a:lnTo>
                    <a:pt x="435344" y="40064"/>
                  </a:lnTo>
                  <a:lnTo>
                    <a:pt x="440499" y="65597"/>
                  </a:lnTo>
                  <a:lnTo>
                    <a:pt x="435344" y="91131"/>
                  </a:lnTo>
                  <a:lnTo>
                    <a:pt x="421286" y="111982"/>
                  </a:lnTo>
                  <a:lnTo>
                    <a:pt x="400435" y="126040"/>
                  </a:lnTo>
                  <a:lnTo>
                    <a:pt x="374902" y="131195"/>
                  </a:lnTo>
                  <a:lnTo>
                    <a:pt x="65597" y="131195"/>
                  </a:lnTo>
                  <a:lnTo>
                    <a:pt x="40064" y="126040"/>
                  </a:lnTo>
                  <a:lnTo>
                    <a:pt x="19213" y="111982"/>
                  </a:lnTo>
                  <a:lnTo>
                    <a:pt x="5154" y="91131"/>
                  </a:lnTo>
                  <a:lnTo>
                    <a:pt x="0" y="65597"/>
                  </a:lnTo>
                  <a:lnTo>
                    <a:pt x="5154" y="40064"/>
                  </a:lnTo>
                  <a:lnTo>
                    <a:pt x="19213" y="19213"/>
                  </a:lnTo>
                  <a:lnTo>
                    <a:pt x="40064" y="5154"/>
                  </a:lnTo>
                  <a:lnTo>
                    <a:pt x="65597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44093" y="6007144"/>
              <a:ext cx="504190" cy="121285"/>
            </a:xfrm>
            <a:custGeom>
              <a:avLst/>
              <a:gdLst/>
              <a:ahLst/>
              <a:cxnLst/>
              <a:rect l="l" t="t" r="r" b="b"/>
              <a:pathLst>
                <a:path w="504190" h="121285">
                  <a:moveTo>
                    <a:pt x="60474" y="0"/>
                  </a:moveTo>
                  <a:lnTo>
                    <a:pt x="443183" y="0"/>
                  </a:lnTo>
                  <a:lnTo>
                    <a:pt x="466722" y="4752"/>
                  </a:lnTo>
                  <a:lnTo>
                    <a:pt x="485945" y="17712"/>
                  </a:lnTo>
                  <a:lnTo>
                    <a:pt x="498905" y="36934"/>
                  </a:lnTo>
                  <a:lnTo>
                    <a:pt x="503657" y="60474"/>
                  </a:lnTo>
                  <a:lnTo>
                    <a:pt x="498905" y="84012"/>
                  </a:lnTo>
                  <a:lnTo>
                    <a:pt x="485945" y="103235"/>
                  </a:lnTo>
                  <a:lnTo>
                    <a:pt x="466722" y="116195"/>
                  </a:lnTo>
                  <a:lnTo>
                    <a:pt x="443183" y="120948"/>
                  </a:lnTo>
                  <a:lnTo>
                    <a:pt x="60474" y="120948"/>
                  </a:lnTo>
                  <a:lnTo>
                    <a:pt x="36935" y="116195"/>
                  </a:lnTo>
                  <a:lnTo>
                    <a:pt x="17712" y="103235"/>
                  </a:lnTo>
                  <a:lnTo>
                    <a:pt x="4752" y="84012"/>
                  </a:lnTo>
                  <a:lnTo>
                    <a:pt x="0" y="60474"/>
                  </a:lnTo>
                  <a:lnTo>
                    <a:pt x="4752" y="36934"/>
                  </a:lnTo>
                  <a:lnTo>
                    <a:pt x="17712" y="17712"/>
                  </a:lnTo>
                  <a:lnTo>
                    <a:pt x="36935" y="4752"/>
                  </a:lnTo>
                  <a:lnTo>
                    <a:pt x="60474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2044" y="6221666"/>
              <a:ext cx="655444" cy="28443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23583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456044" y="0"/>
                  </a:moveTo>
                  <a:lnTo>
                    <a:pt x="88633" y="0"/>
                  </a:lnTo>
                  <a:lnTo>
                    <a:pt x="54133" y="6965"/>
                  </a:lnTo>
                  <a:lnTo>
                    <a:pt x="25960" y="25960"/>
                  </a:lnTo>
                  <a:lnTo>
                    <a:pt x="6965" y="54133"/>
                  </a:lnTo>
                  <a:lnTo>
                    <a:pt x="0" y="88633"/>
                  </a:lnTo>
                  <a:lnTo>
                    <a:pt x="6965" y="123133"/>
                  </a:lnTo>
                  <a:lnTo>
                    <a:pt x="25960" y="151306"/>
                  </a:lnTo>
                  <a:lnTo>
                    <a:pt x="54133" y="170301"/>
                  </a:lnTo>
                  <a:lnTo>
                    <a:pt x="88633" y="177266"/>
                  </a:lnTo>
                  <a:lnTo>
                    <a:pt x="456044" y="177266"/>
                  </a:lnTo>
                  <a:lnTo>
                    <a:pt x="490544" y="170301"/>
                  </a:lnTo>
                  <a:lnTo>
                    <a:pt x="518717" y="151306"/>
                  </a:lnTo>
                  <a:lnTo>
                    <a:pt x="537712" y="123133"/>
                  </a:lnTo>
                  <a:lnTo>
                    <a:pt x="544677" y="88633"/>
                  </a:lnTo>
                  <a:lnTo>
                    <a:pt x="537712" y="54133"/>
                  </a:lnTo>
                  <a:lnTo>
                    <a:pt x="518717" y="25960"/>
                  </a:lnTo>
                  <a:lnTo>
                    <a:pt x="490544" y="6965"/>
                  </a:lnTo>
                  <a:lnTo>
                    <a:pt x="456044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23582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88633" y="0"/>
                  </a:moveTo>
                  <a:lnTo>
                    <a:pt x="456044" y="0"/>
                  </a:lnTo>
                  <a:lnTo>
                    <a:pt x="490544" y="6965"/>
                  </a:lnTo>
                  <a:lnTo>
                    <a:pt x="518718" y="25959"/>
                  </a:lnTo>
                  <a:lnTo>
                    <a:pt x="537713" y="54132"/>
                  </a:lnTo>
                  <a:lnTo>
                    <a:pt x="544678" y="88633"/>
                  </a:lnTo>
                  <a:lnTo>
                    <a:pt x="537713" y="123133"/>
                  </a:lnTo>
                  <a:lnTo>
                    <a:pt x="518718" y="151306"/>
                  </a:lnTo>
                  <a:lnTo>
                    <a:pt x="490544" y="170301"/>
                  </a:lnTo>
                  <a:lnTo>
                    <a:pt x="456044" y="177266"/>
                  </a:lnTo>
                  <a:lnTo>
                    <a:pt x="88633" y="177266"/>
                  </a:lnTo>
                  <a:lnTo>
                    <a:pt x="54133" y="170301"/>
                  </a:lnTo>
                  <a:lnTo>
                    <a:pt x="25960" y="151306"/>
                  </a:lnTo>
                  <a:lnTo>
                    <a:pt x="6965" y="123133"/>
                  </a:lnTo>
                  <a:lnTo>
                    <a:pt x="0" y="88633"/>
                  </a:lnTo>
                  <a:lnTo>
                    <a:pt x="6965" y="54132"/>
                  </a:lnTo>
                  <a:lnTo>
                    <a:pt x="25960" y="25959"/>
                  </a:lnTo>
                  <a:lnTo>
                    <a:pt x="54133" y="6965"/>
                  </a:lnTo>
                  <a:lnTo>
                    <a:pt x="88633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695922" y="6170140"/>
              <a:ext cx="0" cy="69850"/>
            </a:xfrm>
            <a:custGeom>
              <a:avLst/>
              <a:gdLst/>
              <a:ahLst/>
              <a:cxnLst/>
              <a:rect l="l" t="t" r="r" b="b"/>
              <a:pathLst>
                <a:path w="0" h="69850">
                  <a:moveTo>
                    <a:pt x="0" y="69501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684792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684792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44675" y="561387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44675" y="561387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444675" y="566972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444675" y="56697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444675" y="5725565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444675" y="57255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444675" y="578140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8"/>
                  </a:lnTo>
                  <a:lnTo>
                    <a:pt x="502493" y="32828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444675" y="57814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444675" y="534427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444675" y="534427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444675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444675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44675" y="545596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444675" y="545596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444675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444675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444675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444675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444675" y="4724464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444675" y="47244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444675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444675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444675" y="483615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444675" y="4836155"/>
              <a:ext cx="502920" cy="490220"/>
            </a:xfrm>
            <a:custGeom>
              <a:avLst/>
              <a:gdLst/>
              <a:ahLst/>
              <a:cxnLst/>
              <a:rect l="l" t="t" r="r" b="b"/>
              <a:pathLst>
                <a:path w="502920" h="4902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  <a:path w="502920" h="490220">
                  <a:moveTo>
                    <a:pt x="251246" y="490131"/>
                  </a:moveTo>
                  <a:lnTo>
                    <a:pt x="251246" y="354912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684792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684792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695922" y="4924073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135219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684792" y="4905522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684792" y="4905523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695922" y="450540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29">
                  <a:moveTo>
                    <a:pt x="0" y="163214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684792" y="448685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684792" y="4486856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7489" y="4539771"/>
              <a:ext cx="704912" cy="148402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078564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1" y="0"/>
                  </a:moveTo>
                  <a:lnTo>
                    <a:pt x="160769" y="0"/>
                  </a:lnTo>
                  <a:lnTo>
                    <a:pt x="109953" y="8196"/>
                  </a:lnTo>
                  <a:lnTo>
                    <a:pt x="65820" y="31019"/>
                  </a:lnTo>
                  <a:lnTo>
                    <a:pt x="31019" y="65820"/>
                  </a:lnTo>
                  <a:lnTo>
                    <a:pt x="8196" y="109953"/>
                  </a:lnTo>
                  <a:lnTo>
                    <a:pt x="0" y="160769"/>
                  </a:lnTo>
                  <a:lnTo>
                    <a:pt x="0" y="1219373"/>
                  </a:lnTo>
                  <a:lnTo>
                    <a:pt x="8196" y="1270189"/>
                  </a:lnTo>
                  <a:lnTo>
                    <a:pt x="31019" y="1314322"/>
                  </a:lnTo>
                  <a:lnTo>
                    <a:pt x="65820" y="1349124"/>
                  </a:lnTo>
                  <a:lnTo>
                    <a:pt x="109953" y="1371947"/>
                  </a:lnTo>
                  <a:lnTo>
                    <a:pt x="160769" y="1380143"/>
                  </a:lnTo>
                  <a:lnTo>
                    <a:pt x="445151" y="1380143"/>
                  </a:lnTo>
                  <a:lnTo>
                    <a:pt x="495967" y="1371947"/>
                  </a:lnTo>
                  <a:lnTo>
                    <a:pt x="540099" y="1349124"/>
                  </a:lnTo>
                  <a:lnTo>
                    <a:pt x="574901" y="1314322"/>
                  </a:lnTo>
                  <a:lnTo>
                    <a:pt x="597724" y="1270189"/>
                  </a:lnTo>
                  <a:lnTo>
                    <a:pt x="605920" y="1219373"/>
                  </a:lnTo>
                  <a:lnTo>
                    <a:pt x="605920" y="160769"/>
                  </a:lnTo>
                  <a:lnTo>
                    <a:pt x="597724" y="109953"/>
                  </a:lnTo>
                  <a:lnTo>
                    <a:pt x="574901" y="65820"/>
                  </a:lnTo>
                  <a:lnTo>
                    <a:pt x="540099" y="31019"/>
                  </a:lnTo>
                  <a:lnTo>
                    <a:pt x="495967" y="8196"/>
                  </a:lnTo>
                  <a:lnTo>
                    <a:pt x="445151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078564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2" y="1380144"/>
                  </a:moveTo>
                  <a:lnTo>
                    <a:pt x="160769" y="1380144"/>
                  </a:lnTo>
                  <a:lnTo>
                    <a:pt x="109953" y="1371948"/>
                  </a:lnTo>
                  <a:lnTo>
                    <a:pt x="65821" y="1349124"/>
                  </a:lnTo>
                  <a:lnTo>
                    <a:pt x="31019" y="1314323"/>
                  </a:lnTo>
                  <a:lnTo>
                    <a:pt x="8196" y="1270190"/>
                  </a:lnTo>
                  <a:lnTo>
                    <a:pt x="0" y="1219374"/>
                  </a:lnTo>
                  <a:lnTo>
                    <a:pt x="0" y="160769"/>
                  </a:lnTo>
                  <a:lnTo>
                    <a:pt x="8196" y="109953"/>
                  </a:lnTo>
                  <a:lnTo>
                    <a:pt x="31019" y="65821"/>
                  </a:lnTo>
                  <a:lnTo>
                    <a:pt x="65821" y="31019"/>
                  </a:lnTo>
                  <a:lnTo>
                    <a:pt x="109953" y="8196"/>
                  </a:lnTo>
                  <a:lnTo>
                    <a:pt x="160769" y="0"/>
                  </a:lnTo>
                  <a:lnTo>
                    <a:pt x="445152" y="0"/>
                  </a:lnTo>
                  <a:lnTo>
                    <a:pt x="495967" y="8196"/>
                  </a:lnTo>
                  <a:lnTo>
                    <a:pt x="540100" y="31019"/>
                  </a:lnTo>
                  <a:lnTo>
                    <a:pt x="574902" y="65821"/>
                  </a:lnTo>
                  <a:lnTo>
                    <a:pt x="597725" y="109953"/>
                  </a:lnTo>
                  <a:lnTo>
                    <a:pt x="605921" y="160769"/>
                  </a:lnTo>
                  <a:lnTo>
                    <a:pt x="605921" y="1219374"/>
                  </a:lnTo>
                  <a:lnTo>
                    <a:pt x="597725" y="1270190"/>
                  </a:lnTo>
                  <a:lnTo>
                    <a:pt x="574902" y="1314323"/>
                  </a:lnTo>
                  <a:lnTo>
                    <a:pt x="540100" y="1349124"/>
                  </a:lnTo>
                  <a:lnTo>
                    <a:pt x="495967" y="1371948"/>
                  </a:lnTo>
                  <a:lnTo>
                    <a:pt x="445152" y="1380144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381524" y="5856285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58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7370394" y="5837734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370394" y="583773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04057" y="4292433"/>
              <a:ext cx="544142" cy="23497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161274" y="4319795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374902" y="0"/>
                  </a:moveTo>
                  <a:lnTo>
                    <a:pt x="65598" y="0"/>
                  </a:lnTo>
                  <a:lnTo>
                    <a:pt x="40064" y="5155"/>
                  </a:lnTo>
                  <a:lnTo>
                    <a:pt x="19213" y="19213"/>
                  </a:lnTo>
                  <a:lnTo>
                    <a:pt x="5155" y="40064"/>
                  </a:lnTo>
                  <a:lnTo>
                    <a:pt x="0" y="65598"/>
                  </a:lnTo>
                  <a:lnTo>
                    <a:pt x="5155" y="91131"/>
                  </a:lnTo>
                  <a:lnTo>
                    <a:pt x="19213" y="111983"/>
                  </a:lnTo>
                  <a:lnTo>
                    <a:pt x="40064" y="126041"/>
                  </a:lnTo>
                  <a:lnTo>
                    <a:pt x="65598" y="131196"/>
                  </a:lnTo>
                  <a:lnTo>
                    <a:pt x="374902" y="131196"/>
                  </a:lnTo>
                  <a:lnTo>
                    <a:pt x="400436" y="126041"/>
                  </a:lnTo>
                  <a:lnTo>
                    <a:pt x="421287" y="111983"/>
                  </a:lnTo>
                  <a:lnTo>
                    <a:pt x="435345" y="91131"/>
                  </a:lnTo>
                  <a:lnTo>
                    <a:pt x="440500" y="65598"/>
                  </a:lnTo>
                  <a:lnTo>
                    <a:pt x="435345" y="40064"/>
                  </a:lnTo>
                  <a:lnTo>
                    <a:pt x="421287" y="19213"/>
                  </a:lnTo>
                  <a:lnTo>
                    <a:pt x="400436" y="5155"/>
                  </a:lnTo>
                  <a:lnTo>
                    <a:pt x="374902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161274" y="4319797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65597" y="0"/>
                  </a:moveTo>
                  <a:lnTo>
                    <a:pt x="374902" y="0"/>
                  </a:lnTo>
                  <a:lnTo>
                    <a:pt x="400435" y="5154"/>
                  </a:lnTo>
                  <a:lnTo>
                    <a:pt x="421286" y="19213"/>
                  </a:lnTo>
                  <a:lnTo>
                    <a:pt x="435344" y="40064"/>
                  </a:lnTo>
                  <a:lnTo>
                    <a:pt x="440499" y="65597"/>
                  </a:lnTo>
                  <a:lnTo>
                    <a:pt x="435344" y="91131"/>
                  </a:lnTo>
                  <a:lnTo>
                    <a:pt x="421286" y="111982"/>
                  </a:lnTo>
                  <a:lnTo>
                    <a:pt x="400435" y="126040"/>
                  </a:lnTo>
                  <a:lnTo>
                    <a:pt x="374902" y="131195"/>
                  </a:lnTo>
                  <a:lnTo>
                    <a:pt x="65597" y="131195"/>
                  </a:lnTo>
                  <a:lnTo>
                    <a:pt x="40064" y="126040"/>
                  </a:lnTo>
                  <a:lnTo>
                    <a:pt x="19213" y="111982"/>
                  </a:lnTo>
                  <a:lnTo>
                    <a:pt x="5154" y="91131"/>
                  </a:lnTo>
                  <a:lnTo>
                    <a:pt x="0" y="65597"/>
                  </a:lnTo>
                  <a:lnTo>
                    <a:pt x="5154" y="40064"/>
                  </a:lnTo>
                  <a:lnTo>
                    <a:pt x="19213" y="19213"/>
                  </a:lnTo>
                  <a:lnTo>
                    <a:pt x="40064" y="5154"/>
                  </a:lnTo>
                  <a:lnTo>
                    <a:pt x="65597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129696" y="6007144"/>
              <a:ext cx="504190" cy="121285"/>
            </a:xfrm>
            <a:custGeom>
              <a:avLst/>
              <a:gdLst/>
              <a:ahLst/>
              <a:cxnLst/>
              <a:rect l="l" t="t" r="r" b="b"/>
              <a:pathLst>
                <a:path w="504190" h="121285">
                  <a:moveTo>
                    <a:pt x="60474" y="0"/>
                  </a:moveTo>
                  <a:lnTo>
                    <a:pt x="443183" y="0"/>
                  </a:lnTo>
                  <a:lnTo>
                    <a:pt x="466722" y="4752"/>
                  </a:lnTo>
                  <a:lnTo>
                    <a:pt x="485944" y="17712"/>
                  </a:lnTo>
                  <a:lnTo>
                    <a:pt x="498904" y="36934"/>
                  </a:lnTo>
                  <a:lnTo>
                    <a:pt x="503657" y="60474"/>
                  </a:lnTo>
                  <a:lnTo>
                    <a:pt x="498904" y="84012"/>
                  </a:lnTo>
                  <a:lnTo>
                    <a:pt x="485944" y="103235"/>
                  </a:lnTo>
                  <a:lnTo>
                    <a:pt x="466722" y="116195"/>
                  </a:lnTo>
                  <a:lnTo>
                    <a:pt x="443183" y="120948"/>
                  </a:lnTo>
                  <a:lnTo>
                    <a:pt x="60474" y="120948"/>
                  </a:lnTo>
                  <a:lnTo>
                    <a:pt x="36934" y="116195"/>
                  </a:lnTo>
                  <a:lnTo>
                    <a:pt x="17712" y="103235"/>
                  </a:lnTo>
                  <a:lnTo>
                    <a:pt x="4752" y="84012"/>
                  </a:lnTo>
                  <a:lnTo>
                    <a:pt x="0" y="60474"/>
                  </a:lnTo>
                  <a:lnTo>
                    <a:pt x="4752" y="36934"/>
                  </a:lnTo>
                  <a:lnTo>
                    <a:pt x="17712" y="17712"/>
                  </a:lnTo>
                  <a:lnTo>
                    <a:pt x="36934" y="4752"/>
                  </a:lnTo>
                  <a:lnTo>
                    <a:pt x="60474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54589" y="6221666"/>
              <a:ext cx="655444" cy="28443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109185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456045" y="0"/>
                  </a:moveTo>
                  <a:lnTo>
                    <a:pt x="88633" y="0"/>
                  </a:lnTo>
                  <a:lnTo>
                    <a:pt x="54133" y="6965"/>
                  </a:lnTo>
                  <a:lnTo>
                    <a:pt x="25960" y="25960"/>
                  </a:lnTo>
                  <a:lnTo>
                    <a:pt x="6965" y="54133"/>
                  </a:lnTo>
                  <a:lnTo>
                    <a:pt x="0" y="88633"/>
                  </a:lnTo>
                  <a:lnTo>
                    <a:pt x="6965" y="123133"/>
                  </a:lnTo>
                  <a:lnTo>
                    <a:pt x="25960" y="151306"/>
                  </a:lnTo>
                  <a:lnTo>
                    <a:pt x="54133" y="170301"/>
                  </a:lnTo>
                  <a:lnTo>
                    <a:pt x="88633" y="177266"/>
                  </a:lnTo>
                  <a:lnTo>
                    <a:pt x="456045" y="177266"/>
                  </a:lnTo>
                  <a:lnTo>
                    <a:pt x="490545" y="170301"/>
                  </a:lnTo>
                  <a:lnTo>
                    <a:pt x="518718" y="151306"/>
                  </a:lnTo>
                  <a:lnTo>
                    <a:pt x="537713" y="123133"/>
                  </a:lnTo>
                  <a:lnTo>
                    <a:pt x="544678" y="88633"/>
                  </a:lnTo>
                  <a:lnTo>
                    <a:pt x="537713" y="54133"/>
                  </a:lnTo>
                  <a:lnTo>
                    <a:pt x="518718" y="25960"/>
                  </a:lnTo>
                  <a:lnTo>
                    <a:pt x="490545" y="6965"/>
                  </a:lnTo>
                  <a:lnTo>
                    <a:pt x="456045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109185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88633" y="0"/>
                  </a:moveTo>
                  <a:lnTo>
                    <a:pt x="456044" y="0"/>
                  </a:lnTo>
                  <a:lnTo>
                    <a:pt x="490544" y="6965"/>
                  </a:lnTo>
                  <a:lnTo>
                    <a:pt x="518718" y="25959"/>
                  </a:lnTo>
                  <a:lnTo>
                    <a:pt x="537713" y="54132"/>
                  </a:lnTo>
                  <a:lnTo>
                    <a:pt x="544678" y="88633"/>
                  </a:lnTo>
                  <a:lnTo>
                    <a:pt x="537713" y="123133"/>
                  </a:lnTo>
                  <a:lnTo>
                    <a:pt x="518718" y="151306"/>
                  </a:lnTo>
                  <a:lnTo>
                    <a:pt x="490544" y="170301"/>
                  </a:lnTo>
                  <a:lnTo>
                    <a:pt x="456044" y="177266"/>
                  </a:lnTo>
                  <a:lnTo>
                    <a:pt x="88633" y="177266"/>
                  </a:lnTo>
                  <a:lnTo>
                    <a:pt x="54133" y="170301"/>
                  </a:lnTo>
                  <a:lnTo>
                    <a:pt x="25960" y="151306"/>
                  </a:lnTo>
                  <a:lnTo>
                    <a:pt x="6965" y="123133"/>
                  </a:lnTo>
                  <a:lnTo>
                    <a:pt x="0" y="88633"/>
                  </a:lnTo>
                  <a:lnTo>
                    <a:pt x="6965" y="54132"/>
                  </a:lnTo>
                  <a:lnTo>
                    <a:pt x="25960" y="25959"/>
                  </a:lnTo>
                  <a:lnTo>
                    <a:pt x="54133" y="6965"/>
                  </a:lnTo>
                  <a:lnTo>
                    <a:pt x="88633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7381524" y="6170140"/>
              <a:ext cx="0" cy="69850"/>
            </a:xfrm>
            <a:custGeom>
              <a:avLst/>
              <a:gdLst/>
              <a:ahLst/>
              <a:cxnLst/>
              <a:rect l="l" t="t" r="r" b="b"/>
              <a:pathLst>
                <a:path w="0" h="69850">
                  <a:moveTo>
                    <a:pt x="0" y="69501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370394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7370394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7130277" y="561387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7130277" y="561387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7130277" y="566972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7130277" y="56697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130277" y="5725565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7130277" y="57255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130277" y="578140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8"/>
                  </a:lnTo>
                  <a:lnTo>
                    <a:pt x="502493" y="32828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130277" y="57814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130277" y="534427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130277" y="534427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130277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130277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130277" y="545596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7130277" y="545596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130277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130277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130277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130277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130277" y="4724464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130277" y="47244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130277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7130277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7130277" y="483615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7130277" y="4836155"/>
              <a:ext cx="502920" cy="490220"/>
            </a:xfrm>
            <a:custGeom>
              <a:avLst/>
              <a:gdLst/>
              <a:ahLst/>
              <a:cxnLst/>
              <a:rect l="l" t="t" r="r" b="b"/>
              <a:pathLst>
                <a:path w="502920" h="4902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  <a:path w="502920" h="490220">
                  <a:moveTo>
                    <a:pt x="251246" y="490131"/>
                  </a:moveTo>
                  <a:lnTo>
                    <a:pt x="251246" y="354912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7370394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7370394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7381524" y="4924073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135219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7370394" y="4905522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7370394" y="4905523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7381524" y="450540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29">
                  <a:moveTo>
                    <a:pt x="0" y="163214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7370394" y="448685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7370394" y="4486856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10035" y="4539771"/>
              <a:ext cx="704912" cy="1484025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7764165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4" y="0"/>
                  </a:moveTo>
                  <a:lnTo>
                    <a:pt x="160770" y="0"/>
                  </a:lnTo>
                  <a:lnTo>
                    <a:pt x="109954" y="8196"/>
                  </a:lnTo>
                  <a:lnTo>
                    <a:pt x="65821" y="31019"/>
                  </a:lnTo>
                  <a:lnTo>
                    <a:pt x="31019" y="65820"/>
                  </a:lnTo>
                  <a:lnTo>
                    <a:pt x="8196" y="109953"/>
                  </a:lnTo>
                  <a:lnTo>
                    <a:pt x="0" y="160769"/>
                  </a:lnTo>
                  <a:lnTo>
                    <a:pt x="0" y="1219373"/>
                  </a:lnTo>
                  <a:lnTo>
                    <a:pt x="8196" y="1270189"/>
                  </a:lnTo>
                  <a:lnTo>
                    <a:pt x="31019" y="1314322"/>
                  </a:lnTo>
                  <a:lnTo>
                    <a:pt x="65821" y="1349124"/>
                  </a:lnTo>
                  <a:lnTo>
                    <a:pt x="109954" y="1371947"/>
                  </a:lnTo>
                  <a:lnTo>
                    <a:pt x="160770" y="1380143"/>
                  </a:lnTo>
                  <a:lnTo>
                    <a:pt x="445154" y="1380143"/>
                  </a:lnTo>
                  <a:lnTo>
                    <a:pt x="495969" y="1371947"/>
                  </a:lnTo>
                  <a:lnTo>
                    <a:pt x="540102" y="1349124"/>
                  </a:lnTo>
                  <a:lnTo>
                    <a:pt x="574904" y="1314322"/>
                  </a:lnTo>
                  <a:lnTo>
                    <a:pt x="597727" y="1270189"/>
                  </a:lnTo>
                  <a:lnTo>
                    <a:pt x="605923" y="1219373"/>
                  </a:lnTo>
                  <a:lnTo>
                    <a:pt x="605923" y="160769"/>
                  </a:lnTo>
                  <a:lnTo>
                    <a:pt x="597727" y="109953"/>
                  </a:lnTo>
                  <a:lnTo>
                    <a:pt x="574904" y="65820"/>
                  </a:lnTo>
                  <a:lnTo>
                    <a:pt x="540102" y="31019"/>
                  </a:lnTo>
                  <a:lnTo>
                    <a:pt x="495969" y="8196"/>
                  </a:lnTo>
                  <a:lnTo>
                    <a:pt x="445154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7764165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3" y="1380144"/>
                  </a:moveTo>
                  <a:lnTo>
                    <a:pt x="160769" y="1380144"/>
                  </a:lnTo>
                  <a:lnTo>
                    <a:pt x="109953" y="1371948"/>
                  </a:lnTo>
                  <a:lnTo>
                    <a:pt x="65821" y="1349124"/>
                  </a:lnTo>
                  <a:lnTo>
                    <a:pt x="31019" y="1314323"/>
                  </a:lnTo>
                  <a:lnTo>
                    <a:pt x="8196" y="1270190"/>
                  </a:lnTo>
                  <a:lnTo>
                    <a:pt x="0" y="1219374"/>
                  </a:lnTo>
                  <a:lnTo>
                    <a:pt x="0" y="160769"/>
                  </a:lnTo>
                  <a:lnTo>
                    <a:pt x="8196" y="109953"/>
                  </a:lnTo>
                  <a:lnTo>
                    <a:pt x="31019" y="65821"/>
                  </a:lnTo>
                  <a:lnTo>
                    <a:pt x="65821" y="31019"/>
                  </a:lnTo>
                  <a:lnTo>
                    <a:pt x="109953" y="8196"/>
                  </a:lnTo>
                  <a:lnTo>
                    <a:pt x="160769" y="0"/>
                  </a:lnTo>
                  <a:lnTo>
                    <a:pt x="445153" y="0"/>
                  </a:lnTo>
                  <a:lnTo>
                    <a:pt x="495968" y="8196"/>
                  </a:lnTo>
                  <a:lnTo>
                    <a:pt x="540101" y="31019"/>
                  </a:lnTo>
                  <a:lnTo>
                    <a:pt x="574903" y="65821"/>
                  </a:lnTo>
                  <a:lnTo>
                    <a:pt x="597726" y="109953"/>
                  </a:lnTo>
                  <a:lnTo>
                    <a:pt x="605922" y="160769"/>
                  </a:lnTo>
                  <a:lnTo>
                    <a:pt x="605922" y="1219374"/>
                  </a:lnTo>
                  <a:lnTo>
                    <a:pt x="597726" y="1270190"/>
                  </a:lnTo>
                  <a:lnTo>
                    <a:pt x="574903" y="1314323"/>
                  </a:lnTo>
                  <a:lnTo>
                    <a:pt x="540101" y="1349124"/>
                  </a:lnTo>
                  <a:lnTo>
                    <a:pt x="495968" y="1371948"/>
                  </a:lnTo>
                  <a:lnTo>
                    <a:pt x="445153" y="1380144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8067126" y="5856285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58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055997" y="5837734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055996" y="583773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96602" y="4292433"/>
              <a:ext cx="544142" cy="234970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846877" y="4319795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374902" y="0"/>
                  </a:moveTo>
                  <a:lnTo>
                    <a:pt x="65596" y="0"/>
                  </a:lnTo>
                  <a:lnTo>
                    <a:pt x="40063" y="5155"/>
                  </a:lnTo>
                  <a:lnTo>
                    <a:pt x="19212" y="19213"/>
                  </a:lnTo>
                  <a:lnTo>
                    <a:pt x="5154" y="40064"/>
                  </a:lnTo>
                  <a:lnTo>
                    <a:pt x="0" y="65598"/>
                  </a:lnTo>
                  <a:lnTo>
                    <a:pt x="5154" y="91131"/>
                  </a:lnTo>
                  <a:lnTo>
                    <a:pt x="19212" y="111983"/>
                  </a:lnTo>
                  <a:lnTo>
                    <a:pt x="40063" y="126041"/>
                  </a:lnTo>
                  <a:lnTo>
                    <a:pt x="65596" y="131196"/>
                  </a:lnTo>
                  <a:lnTo>
                    <a:pt x="374902" y="131196"/>
                  </a:lnTo>
                  <a:lnTo>
                    <a:pt x="400435" y="126041"/>
                  </a:lnTo>
                  <a:lnTo>
                    <a:pt x="421286" y="111983"/>
                  </a:lnTo>
                  <a:lnTo>
                    <a:pt x="435344" y="91131"/>
                  </a:lnTo>
                  <a:lnTo>
                    <a:pt x="440499" y="65598"/>
                  </a:lnTo>
                  <a:lnTo>
                    <a:pt x="435344" y="40064"/>
                  </a:lnTo>
                  <a:lnTo>
                    <a:pt x="421286" y="19213"/>
                  </a:lnTo>
                  <a:lnTo>
                    <a:pt x="400435" y="5155"/>
                  </a:lnTo>
                  <a:lnTo>
                    <a:pt x="374902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7846877" y="4319797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65596" y="0"/>
                  </a:moveTo>
                  <a:lnTo>
                    <a:pt x="374902" y="0"/>
                  </a:lnTo>
                  <a:lnTo>
                    <a:pt x="400435" y="5154"/>
                  </a:lnTo>
                  <a:lnTo>
                    <a:pt x="421286" y="19213"/>
                  </a:lnTo>
                  <a:lnTo>
                    <a:pt x="435344" y="40064"/>
                  </a:lnTo>
                  <a:lnTo>
                    <a:pt x="440499" y="65597"/>
                  </a:lnTo>
                  <a:lnTo>
                    <a:pt x="435344" y="91131"/>
                  </a:lnTo>
                  <a:lnTo>
                    <a:pt x="421286" y="111982"/>
                  </a:lnTo>
                  <a:lnTo>
                    <a:pt x="400435" y="126040"/>
                  </a:lnTo>
                  <a:lnTo>
                    <a:pt x="374902" y="131195"/>
                  </a:lnTo>
                  <a:lnTo>
                    <a:pt x="65596" y="131195"/>
                  </a:lnTo>
                  <a:lnTo>
                    <a:pt x="40063" y="126040"/>
                  </a:lnTo>
                  <a:lnTo>
                    <a:pt x="19212" y="111982"/>
                  </a:lnTo>
                  <a:lnTo>
                    <a:pt x="5154" y="91131"/>
                  </a:lnTo>
                  <a:lnTo>
                    <a:pt x="0" y="65597"/>
                  </a:lnTo>
                  <a:lnTo>
                    <a:pt x="5154" y="40064"/>
                  </a:lnTo>
                  <a:lnTo>
                    <a:pt x="19212" y="19213"/>
                  </a:lnTo>
                  <a:lnTo>
                    <a:pt x="40063" y="5154"/>
                  </a:lnTo>
                  <a:lnTo>
                    <a:pt x="65596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7815298" y="6007144"/>
              <a:ext cx="504190" cy="121285"/>
            </a:xfrm>
            <a:custGeom>
              <a:avLst/>
              <a:gdLst/>
              <a:ahLst/>
              <a:cxnLst/>
              <a:rect l="l" t="t" r="r" b="b"/>
              <a:pathLst>
                <a:path w="504190" h="121285">
                  <a:moveTo>
                    <a:pt x="60474" y="0"/>
                  </a:moveTo>
                  <a:lnTo>
                    <a:pt x="443182" y="0"/>
                  </a:lnTo>
                  <a:lnTo>
                    <a:pt x="466721" y="4752"/>
                  </a:lnTo>
                  <a:lnTo>
                    <a:pt x="485943" y="17712"/>
                  </a:lnTo>
                  <a:lnTo>
                    <a:pt x="498903" y="36934"/>
                  </a:lnTo>
                  <a:lnTo>
                    <a:pt x="503656" y="60474"/>
                  </a:lnTo>
                  <a:lnTo>
                    <a:pt x="498903" y="84012"/>
                  </a:lnTo>
                  <a:lnTo>
                    <a:pt x="485943" y="103235"/>
                  </a:lnTo>
                  <a:lnTo>
                    <a:pt x="466721" y="116195"/>
                  </a:lnTo>
                  <a:lnTo>
                    <a:pt x="443182" y="120948"/>
                  </a:lnTo>
                  <a:lnTo>
                    <a:pt x="60474" y="120948"/>
                  </a:lnTo>
                  <a:lnTo>
                    <a:pt x="36934" y="116195"/>
                  </a:lnTo>
                  <a:lnTo>
                    <a:pt x="17712" y="103235"/>
                  </a:lnTo>
                  <a:lnTo>
                    <a:pt x="4752" y="84012"/>
                  </a:lnTo>
                  <a:lnTo>
                    <a:pt x="0" y="60474"/>
                  </a:lnTo>
                  <a:lnTo>
                    <a:pt x="4752" y="36934"/>
                  </a:lnTo>
                  <a:lnTo>
                    <a:pt x="17712" y="17712"/>
                  </a:lnTo>
                  <a:lnTo>
                    <a:pt x="36934" y="4752"/>
                  </a:lnTo>
                  <a:lnTo>
                    <a:pt x="60474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34768" y="6221666"/>
              <a:ext cx="655444" cy="28443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7794788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456043" y="0"/>
                  </a:moveTo>
                  <a:lnTo>
                    <a:pt x="88633" y="0"/>
                  </a:lnTo>
                  <a:lnTo>
                    <a:pt x="54133" y="6965"/>
                  </a:lnTo>
                  <a:lnTo>
                    <a:pt x="25960" y="25960"/>
                  </a:lnTo>
                  <a:lnTo>
                    <a:pt x="6965" y="54133"/>
                  </a:lnTo>
                  <a:lnTo>
                    <a:pt x="0" y="88633"/>
                  </a:lnTo>
                  <a:lnTo>
                    <a:pt x="6965" y="123133"/>
                  </a:lnTo>
                  <a:lnTo>
                    <a:pt x="25960" y="151306"/>
                  </a:lnTo>
                  <a:lnTo>
                    <a:pt x="54133" y="170301"/>
                  </a:lnTo>
                  <a:lnTo>
                    <a:pt x="88633" y="177266"/>
                  </a:lnTo>
                  <a:lnTo>
                    <a:pt x="456043" y="177266"/>
                  </a:lnTo>
                  <a:lnTo>
                    <a:pt x="490543" y="170301"/>
                  </a:lnTo>
                  <a:lnTo>
                    <a:pt x="518717" y="151306"/>
                  </a:lnTo>
                  <a:lnTo>
                    <a:pt x="537712" y="123133"/>
                  </a:lnTo>
                  <a:lnTo>
                    <a:pt x="544677" y="88633"/>
                  </a:lnTo>
                  <a:lnTo>
                    <a:pt x="537712" y="54133"/>
                  </a:lnTo>
                  <a:lnTo>
                    <a:pt x="518717" y="25960"/>
                  </a:lnTo>
                  <a:lnTo>
                    <a:pt x="490543" y="6965"/>
                  </a:lnTo>
                  <a:lnTo>
                    <a:pt x="456043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7794788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88633" y="0"/>
                  </a:moveTo>
                  <a:lnTo>
                    <a:pt x="456043" y="0"/>
                  </a:lnTo>
                  <a:lnTo>
                    <a:pt x="490544" y="6965"/>
                  </a:lnTo>
                  <a:lnTo>
                    <a:pt x="518717" y="25959"/>
                  </a:lnTo>
                  <a:lnTo>
                    <a:pt x="537712" y="54132"/>
                  </a:lnTo>
                  <a:lnTo>
                    <a:pt x="544677" y="88633"/>
                  </a:lnTo>
                  <a:lnTo>
                    <a:pt x="537712" y="123133"/>
                  </a:lnTo>
                  <a:lnTo>
                    <a:pt x="518717" y="151306"/>
                  </a:lnTo>
                  <a:lnTo>
                    <a:pt x="490544" y="170301"/>
                  </a:lnTo>
                  <a:lnTo>
                    <a:pt x="456043" y="177266"/>
                  </a:lnTo>
                  <a:lnTo>
                    <a:pt x="88633" y="177266"/>
                  </a:lnTo>
                  <a:lnTo>
                    <a:pt x="54133" y="170301"/>
                  </a:lnTo>
                  <a:lnTo>
                    <a:pt x="25960" y="151306"/>
                  </a:lnTo>
                  <a:lnTo>
                    <a:pt x="6965" y="123133"/>
                  </a:lnTo>
                  <a:lnTo>
                    <a:pt x="0" y="88633"/>
                  </a:lnTo>
                  <a:lnTo>
                    <a:pt x="6965" y="54132"/>
                  </a:lnTo>
                  <a:lnTo>
                    <a:pt x="25960" y="25959"/>
                  </a:lnTo>
                  <a:lnTo>
                    <a:pt x="54133" y="6965"/>
                  </a:lnTo>
                  <a:lnTo>
                    <a:pt x="88633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8067126" y="6170140"/>
              <a:ext cx="0" cy="69850"/>
            </a:xfrm>
            <a:custGeom>
              <a:avLst/>
              <a:gdLst/>
              <a:ahLst/>
              <a:cxnLst/>
              <a:rect l="l" t="t" r="r" b="b"/>
              <a:pathLst>
                <a:path w="0" h="69850">
                  <a:moveTo>
                    <a:pt x="0" y="69501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8055997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055996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815880" y="561387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7815880" y="561387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7815880" y="566972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7815880" y="56697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7815880" y="5725565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7815880" y="57255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7815880" y="578140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8"/>
                  </a:lnTo>
                  <a:lnTo>
                    <a:pt x="502493" y="32828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7815880" y="57814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7815880" y="534427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7815880" y="534427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815880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7815880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7815880" y="545596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815880" y="545596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7815880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7815880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7815880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7815880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815880" y="4724464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815880" y="47244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7815880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7815880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7815880" y="483615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7815880" y="4836155"/>
              <a:ext cx="502920" cy="490220"/>
            </a:xfrm>
            <a:custGeom>
              <a:avLst/>
              <a:gdLst/>
              <a:ahLst/>
              <a:cxnLst/>
              <a:rect l="l" t="t" r="r" b="b"/>
              <a:pathLst>
                <a:path w="502920" h="4902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  <a:path w="502920" h="490220">
                  <a:moveTo>
                    <a:pt x="251246" y="490131"/>
                  </a:moveTo>
                  <a:lnTo>
                    <a:pt x="251246" y="354912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8055997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055996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/>
          <p:cNvSpPr txBox="1"/>
          <p:nvPr/>
        </p:nvSpPr>
        <p:spPr>
          <a:xfrm>
            <a:off x="6547187" y="4858031"/>
            <a:ext cx="1668780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7865" algn="l"/>
                <a:tab pos="1383665" algn="l"/>
              </a:tabLst>
            </a:pPr>
            <a:r>
              <a:rPr dirty="0" sz="2150" spc="-50">
                <a:latin typeface="Arial"/>
                <a:cs typeface="Arial"/>
              </a:rPr>
              <a:t>…</a:t>
            </a:r>
            <a:r>
              <a:rPr dirty="0" sz="2150">
                <a:latin typeface="Arial"/>
                <a:cs typeface="Arial"/>
              </a:rPr>
              <a:t>	</a:t>
            </a:r>
            <a:r>
              <a:rPr dirty="0" sz="2150" spc="-50">
                <a:latin typeface="Arial"/>
                <a:cs typeface="Arial"/>
              </a:rPr>
              <a:t>…</a:t>
            </a:r>
            <a:r>
              <a:rPr dirty="0" sz="2150">
                <a:latin typeface="Arial"/>
                <a:cs typeface="Arial"/>
              </a:rPr>
              <a:t>	</a:t>
            </a:r>
            <a:r>
              <a:rPr dirty="0" sz="2150" spc="-50">
                <a:latin typeface="Arial"/>
                <a:cs typeface="Arial"/>
              </a:rPr>
              <a:t>…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8049813" y="4480672"/>
            <a:ext cx="34925" cy="579120"/>
            <a:chOff x="8049813" y="4480672"/>
            <a:chExt cx="34925" cy="579120"/>
          </a:xfrm>
        </p:grpSpPr>
        <p:sp>
          <p:nvSpPr>
            <p:cNvPr id="155" name="object 155"/>
            <p:cNvSpPr/>
            <p:nvPr/>
          </p:nvSpPr>
          <p:spPr>
            <a:xfrm>
              <a:off x="8067126" y="4924073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135219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8055997" y="4905522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8055996" y="4905523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8067126" y="450540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29">
                  <a:moveTo>
                    <a:pt x="0" y="163214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8055997" y="448685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8055996" y="4486856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1" name="object 161"/>
          <p:cNvGrpSpPr/>
          <p:nvPr/>
        </p:nvGrpSpPr>
        <p:grpSpPr>
          <a:xfrm>
            <a:off x="8588083" y="4174917"/>
            <a:ext cx="1978025" cy="1127125"/>
            <a:chOff x="8588083" y="4174917"/>
            <a:chExt cx="1978025" cy="1127125"/>
          </a:xfrm>
        </p:grpSpPr>
        <p:sp>
          <p:nvSpPr>
            <p:cNvPr id="162" name="object 162"/>
            <p:cNvSpPr/>
            <p:nvPr/>
          </p:nvSpPr>
          <p:spPr>
            <a:xfrm>
              <a:off x="8588083" y="5158115"/>
              <a:ext cx="1755139" cy="0"/>
            </a:xfrm>
            <a:custGeom>
              <a:avLst/>
              <a:gdLst/>
              <a:ahLst/>
              <a:cxnLst/>
              <a:rect l="l" t="t" r="r" b="b"/>
              <a:pathLst>
                <a:path w="1755140" h="0">
                  <a:moveTo>
                    <a:pt x="0" y="0"/>
                  </a:moveTo>
                  <a:lnTo>
                    <a:pt x="1754860" y="0"/>
                  </a:lnTo>
                </a:path>
              </a:pathLst>
            </a:custGeom>
            <a:ln w="494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224223" y="5039392"/>
              <a:ext cx="316865" cy="237490"/>
            </a:xfrm>
            <a:custGeom>
              <a:avLst/>
              <a:gdLst/>
              <a:ahLst/>
              <a:cxnLst/>
              <a:rect l="l" t="t" r="r" b="b"/>
              <a:pathLst>
                <a:path w="316865" h="237489">
                  <a:moveTo>
                    <a:pt x="0" y="0"/>
                  </a:moveTo>
                  <a:lnTo>
                    <a:pt x="118722" y="118722"/>
                  </a:lnTo>
                  <a:lnTo>
                    <a:pt x="0" y="237444"/>
                  </a:lnTo>
                  <a:lnTo>
                    <a:pt x="316591" y="118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224222" y="5039393"/>
              <a:ext cx="316865" cy="237490"/>
            </a:xfrm>
            <a:custGeom>
              <a:avLst/>
              <a:gdLst/>
              <a:ahLst/>
              <a:cxnLst/>
              <a:rect l="l" t="t" r="r" b="b"/>
              <a:pathLst>
                <a:path w="316865" h="237489">
                  <a:moveTo>
                    <a:pt x="316592" y="118722"/>
                  </a:moveTo>
                  <a:lnTo>
                    <a:pt x="0" y="0"/>
                  </a:lnTo>
                  <a:lnTo>
                    <a:pt x="118722" y="118722"/>
                  </a:lnTo>
                  <a:lnTo>
                    <a:pt x="0" y="237444"/>
                  </a:lnTo>
                  <a:lnTo>
                    <a:pt x="316592" y="118722"/>
                  </a:lnTo>
                  <a:close/>
                </a:path>
              </a:pathLst>
            </a:custGeom>
            <a:ln w="494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9599369" y="4187284"/>
              <a:ext cx="15240" cy="781685"/>
            </a:xfrm>
            <a:custGeom>
              <a:avLst/>
              <a:gdLst/>
              <a:ahLst/>
              <a:cxnLst/>
              <a:rect l="l" t="t" r="r" b="b"/>
              <a:pathLst>
                <a:path w="15240" h="781685">
                  <a:moveTo>
                    <a:pt x="0" y="0"/>
                  </a:moveTo>
                  <a:lnTo>
                    <a:pt x="14642" y="781651"/>
                  </a:lnTo>
                </a:path>
              </a:pathLst>
            </a:custGeom>
            <a:ln w="247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23318" y="4878241"/>
              <a:ext cx="178051" cy="239069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9523318" y="4878242"/>
              <a:ext cx="178435" cy="239395"/>
            </a:xfrm>
            <a:custGeom>
              <a:avLst/>
              <a:gdLst/>
              <a:ahLst/>
              <a:cxnLst/>
              <a:rect l="l" t="t" r="r" b="b"/>
              <a:pathLst>
                <a:path w="178434" h="239395">
                  <a:moveTo>
                    <a:pt x="93472" y="239070"/>
                  </a:moveTo>
                  <a:lnTo>
                    <a:pt x="178052" y="0"/>
                  </a:lnTo>
                  <a:lnTo>
                    <a:pt x="90693" y="90693"/>
                  </a:lnTo>
                  <a:lnTo>
                    <a:pt x="0" y="3335"/>
                  </a:lnTo>
                  <a:lnTo>
                    <a:pt x="93472" y="239070"/>
                  </a:lnTo>
                  <a:close/>
                </a:path>
              </a:pathLst>
            </a:custGeom>
            <a:ln w="247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/>
          <p:cNvSpPr txBox="1"/>
          <p:nvPr/>
        </p:nvSpPr>
        <p:spPr>
          <a:xfrm>
            <a:off x="8789175" y="5381046"/>
            <a:ext cx="1589405" cy="396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>
                <a:latin typeface="Arial"/>
                <a:cs typeface="Arial"/>
              </a:rPr>
              <a:t>Fine-</a:t>
            </a:r>
            <a:r>
              <a:rPr dirty="0" sz="2400" spc="-10">
                <a:latin typeface="Arial"/>
                <a:cs typeface="Arial"/>
              </a:rPr>
              <a:t>tuning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10925425" y="4292433"/>
            <a:ext cx="2065655" cy="2214245"/>
            <a:chOff x="10925425" y="4292433"/>
            <a:chExt cx="2065655" cy="2214245"/>
          </a:xfrm>
        </p:grpSpPr>
        <p:pic>
          <p:nvPicPr>
            <p:cNvPr id="170" name="object 1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25425" y="4539771"/>
              <a:ext cx="704912" cy="1484025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10974891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2" y="0"/>
                  </a:moveTo>
                  <a:lnTo>
                    <a:pt x="160770" y="0"/>
                  </a:lnTo>
                  <a:lnTo>
                    <a:pt x="109954" y="8196"/>
                  </a:lnTo>
                  <a:lnTo>
                    <a:pt x="65821" y="31019"/>
                  </a:lnTo>
                  <a:lnTo>
                    <a:pt x="31019" y="65820"/>
                  </a:lnTo>
                  <a:lnTo>
                    <a:pt x="8196" y="109953"/>
                  </a:lnTo>
                  <a:lnTo>
                    <a:pt x="0" y="160769"/>
                  </a:lnTo>
                  <a:lnTo>
                    <a:pt x="0" y="1219373"/>
                  </a:lnTo>
                  <a:lnTo>
                    <a:pt x="8196" y="1270189"/>
                  </a:lnTo>
                  <a:lnTo>
                    <a:pt x="31019" y="1314322"/>
                  </a:lnTo>
                  <a:lnTo>
                    <a:pt x="65821" y="1349124"/>
                  </a:lnTo>
                  <a:lnTo>
                    <a:pt x="109954" y="1371947"/>
                  </a:lnTo>
                  <a:lnTo>
                    <a:pt x="160770" y="1380143"/>
                  </a:lnTo>
                  <a:lnTo>
                    <a:pt x="445152" y="1380143"/>
                  </a:lnTo>
                  <a:lnTo>
                    <a:pt x="495968" y="1371947"/>
                  </a:lnTo>
                  <a:lnTo>
                    <a:pt x="540101" y="1349124"/>
                  </a:lnTo>
                  <a:lnTo>
                    <a:pt x="574903" y="1314322"/>
                  </a:lnTo>
                  <a:lnTo>
                    <a:pt x="597725" y="1270189"/>
                  </a:lnTo>
                  <a:lnTo>
                    <a:pt x="605922" y="1219373"/>
                  </a:lnTo>
                  <a:lnTo>
                    <a:pt x="605922" y="160769"/>
                  </a:lnTo>
                  <a:lnTo>
                    <a:pt x="597725" y="109953"/>
                  </a:lnTo>
                  <a:lnTo>
                    <a:pt x="574903" y="65820"/>
                  </a:lnTo>
                  <a:lnTo>
                    <a:pt x="540101" y="31019"/>
                  </a:lnTo>
                  <a:lnTo>
                    <a:pt x="495968" y="8196"/>
                  </a:lnTo>
                  <a:lnTo>
                    <a:pt x="445152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0974891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2" y="1380144"/>
                  </a:moveTo>
                  <a:lnTo>
                    <a:pt x="160769" y="1380144"/>
                  </a:lnTo>
                  <a:lnTo>
                    <a:pt x="109953" y="1371948"/>
                  </a:lnTo>
                  <a:lnTo>
                    <a:pt x="65821" y="1349124"/>
                  </a:lnTo>
                  <a:lnTo>
                    <a:pt x="31019" y="1314323"/>
                  </a:lnTo>
                  <a:lnTo>
                    <a:pt x="8196" y="1270190"/>
                  </a:lnTo>
                  <a:lnTo>
                    <a:pt x="0" y="1219374"/>
                  </a:lnTo>
                  <a:lnTo>
                    <a:pt x="0" y="160769"/>
                  </a:lnTo>
                  <a:lnTo>
                    <a:pt x="8196" y="109953"/>
                  </a:lnTo>
                  <a:lnTo>
                    <a:pt x="31019" y="65821"/>
                  </a:lnTo>
                  <a:lnTo>
                    <a:pt x="65821" y="31019"/>
                  </a:lnTo>
                  <a:lnTo>
                    <a:pt x="109953" y="8196"/>
                  </a:lnTo>
                  <a:lnTo>
                    <a:pt x="160769" y="0"/>
                  </a:lnTo>
                  <a:lnTo>
                    <a:pt x="445152" y="0"/>
                  </a:lnTo>
                  <a:lnTo>
                    <a:pt x="495967" y="8196"/>
                  </a:lnTo>
                  <a:lnTo>
                    <a:pt x="540100" y="31019"/>
                  </a:lnTo>
                  <a:lnTo>
                    <a:pt x="574902" y="65821"/>
                  </a:lnTo>
                  <a:lnTo>
                    <a:pt x="597725" y="109953"/>
                  </a:lnTo>
                  <a:lnTo>
                    <a:pt x="605921" y="160769"/>
                  </a:lnTo>
                  <a:lnTo>
                    <a:pt x="605921" y="1219374"/>
                  </a:lnTo>
                  <a:lnTo>
                    <a:pt x="597725" y="1270190"/>
                  </a:lnTo>
                  <a:lnTo>
                    <a:pt x="574902" y="1314323"/>
                  </a:lnTo>
                  <a:lnTo>
                    <a:pt x="540100" y="1349124"/>
                  </a:lnTo>
                  <a:lnTo>
                    <a:pt x="495967" y="1371948"/>
                  </a:lnTo>
                  <a:lnTo>
                    <a:pt x="445152" y="1380144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1277853" y="5856285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58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1266723" y="5837734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1266723" y="583773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99626" y="4292433"/>
              <a:ext cx="544142" cy="234970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11057603" y="4319795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374902" y="0"/>
                  </a:moveTo>
                  <a:lnTo>
                    <a:pt x="65598" y="0"/>
                  </a:lnTo>
                  <a:lnTo>
                    <a:pt x="40064" y="5155"/>
                  </a:lnTo>
                  <a:lnTo>
                    <a:pt x="19213" y="19213"/>
                  </a:lnTo>
                  <a:lnTo>
                    <a:pt x="5154" y="40064"/>
                  </a:lnTo>
                  <a:lnTo>
                    <a:pt x="0" y="65598"/>
                  </a:lnTo>
                  <a:lnTo>
                    <a:pt x="5154" y="91131"/>
                  </a:lnTo>
                  <a:lnTo>
                    <a:pt x="19213" y="111983"/>
                  </a:lnTo>
                  <a:lnTo>
                    <a:pt x="40064" y="126041"/>
                  </a:lnTo>
                  <a:lnTo>
                    <a:pt x="65598" y="131196"/>
                  </a:lnTo>
                  <a:lnTo>
                    <a:pt x="374902" y="131196"/>
                  </a:lnTo>
                  <a:lnTo>
                    <a:pt x="400435" y="126041"/>
                  </a:lnTo>
                  <a:lnTo>
                    <a:pt x="421286" y="111983"/>
                  </a:lnTo>
                  <a:lnTo>
                    <a:pt x="435344" y="91131"/>
                  </a:lnTo>
                  <a:lnTo>
                    <a:pt x="440499" y="65598"/>
                  </a:lnTo>
                  <a:lnTo>
                    <a:pt x="435344" y="40064"/>
                  </a:lnTo>
                  <a:lnTo>
                    <a:pt x="421286" y="19213"/>
                  </a:lnTo>
                  <a:lnTo>
                    <a:pt x="400435" y="5155"/>
                  </a:lnTo>
                  <a:lnTo>
                    <a:pt x="374902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1057602" y="4319797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65597" y="0"/>
                  </a:moveTo>
                  <a:lnTo>
                    <a:pt x="374902" y="0"/>
                  </a:lnTo>
                  <a:lnTo>
                    <a:pt x="400435" y="5154"/>
                  </a:lnTo>
                  <a:lnTo>
                    <a:pt x="421286" y="19213"/>
                  </a:lnTo>
                  <a:lnTo>
                    <a:pt x="435344" y="40064"/>
                  </a:lnTo>
                  <a:lnTo>
                    <a:pt x="440499" y="65597"/>
                  </a:lnTo>
                  <a:lnTo>
                    <a:pt x="435344" y="91131"/>
                  </a:lnTo>
                  <a:lnTo>
                    <a:pt x="421286" y="111982"/>
                  </a:lnTo>
                  <a:lnTo>
                    <a:pt x="400435" y="126040"/>
                  </a:lnTo>
                  <a:lnTo>
                    <a:pt x="374902" y="131195"/>
                  </a:lnTo>
                  <a:lnTo>
                    <a:pt x="65597" y="131195"/>
                  </a:lnTo>
                  <a:lnTo>
                    <a:pt x="40064" y="126040"/>
                  </a:lnTo>
                  <a:lnTo>
                    <a:pt x="19213" y="111982"/>
                  </a:lnTo>
                  <a:lnTo>
                    <a:pt x="5154" y="91131"/>
                  </a:lnTo>
                  <a:lnTo>
                    <a:pt x="0" y="65597"/>
                  </a:lnTo>
                  <a:lnTo>
                    <a:pt x="5154" y="40064"/>
                  </a:lnTo>
                  <a:lnTo>
                    <a:pt x="19213" y="19213"/>
                  </a:lnTo>
                  <a:lnTo>
                    <a:pt x="40064" y="5154"/>
                  </a:lnTo>
                  <a:lnTo>
                    <a:pt x="65597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1026024" y="6007144"/>
              <a:ext cx="504190" cy="121285"/>
            </a:xfrm>
            <a:custGeom>
              <a:avLst/>
              <a:gdLst/>
              <a:ahLst/>
              <a:cxnLst/>
              <a:rect l="l" t="t" r="r" b="b"/>
              <a:pathLst>
                <a:path w="504190" h="121285">
                  <a:moveTo>
                    <a:pt x="60474" y="0"/>
                  </a:moveTo>
                  <a:lnTo>
                    <a:pt x="443183" y="0"/>
                  </a:lnTo>
                  <a:lnTo>
                    <a:pt x="466722" y="4752"/>
                  </a:lnTo>
                  <a:lnTo>
                    <a:pt x="485945" y="17712"/>
                  </a:lnTo>
                  <a:lnTo>
                    <a:pt x="498905" y="36934"/>
                  </a:lnTo>
                  <a:lnTo>
                    <a:pt x="503657" y="60474"/>
                  </a:lnTo>
                  <a:lnTo>
                    <a:pt x="498905" y="84012"/>
                  </a:lnTo>
                  <a:lnTo>
                    <a:pt x="485945" y="103235"/>
                  </a:lnTo>
                  <a:lnTo>
                    <a:pt x="466722" y="116195"/>
                  </a:lnTo>
                  <a:lnTo>
                    <a:pt x="443183" y="120948"/>
                  </a:lnTo>
                  <a:lnTo>
                    <a:pt x="60474" y="120948"/>
                  </a:lnTo>
                  <a:lnTo>
                    <a:pt x="36935" y="116195"/>
                  </a:lnTo>
                  <a:lnTo>
                    <a:pt x="17712" y="103235"/>
                  </a:lnTo>
                  <a:lnTo>
                    <a:pt x="4752" y="84012"/>
                  </a:lnTo>
                  <a:lnTo>
                    <a:pt x="0" y="60474"/>
                  </a:lnTo>
                  <a:lnTo>
                    <a:pt x="4752" y="36934"/>
                  </a:lnTo>
                  <a:lnTo>
                    <a:pt x="17712" y="17712"/>
                  </a:lnTo>
                  <a:lnTo>
                    <a:pt x="36935" y="4752"/>
                  </a:lnTo>
                  <a:lnTo>
                    <a:pt x="60474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50158" y="6221666"/>
              <a:ext cx="655444" cy="284438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11005514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456044" y="0"/>
                  </a:moveTo>
                  <a:lnTo>
                    <a:pt x="88633" y="0"/>
                  </a:lnTo>
                  <a:lnTo>
                    <a:pt x="54133" y="6965"/>
                  </a:lnTo>
                  <a:lnTo>
                    <a:pt x="25960" y="25960"/>
                  </a:lnTo>
                  <a:lnTo>
                    <a:pt x="6965" y="54133"/>
                  </a:lnTo>
                  <a:lnTo>
                    <a:pt x="0" y="88633"/>
                  </a:lnTo>
                  <a:lnTo>
                    <a:pt x="6965" y="123133"/>
                  </a:lnTo>
                  <a:lnTo>
                    <a:pt x="25960" y="151306"/>
                  </a:lnTo>
                  <a:lnTo>
                    <a:pt x="54133" y="170301"/>
                  </a:lnTo>
                  <a:lnTo>
                    <a:pt x="88633" y="177266"/>
                  </a:lnTo>
                  <a:lnTo>
                    <a:pt x="456044" y="177266"/>
                  </a:lnTo>
                  <a:lnTo>
                    <a:pt x="490544" y="170301"/>
                  </a:lnTo>
                  <a:lnTo>
                    <a:pt x="518718" y="151306"/>
                  </a:lnTo>
                  <a:lnTo>
                    <a:pt x="537713" y="123133"/>
                  </a:lnTo>
                  <a:lnTo>
                    <a:pt x="544678" y="88633"/>
                  </a:lnTo>
                  <a:lnTo>
                    <a:pt x="537713" y="54133"/>
                  </a:lnTo>
                  <a:lnTo>
                    <a:pt x="518718" y="25960"/>
                  </a:lnTo>
                  <a:lnTo>
                    <a:pt x="490544" y="6965"/>
                  </a:lnTo>
                  <a:lnTo>
                    <a:pt x="456044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1005513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88633" y="0"/>
                  </a:moveTo>
                  <a:lnTo>
                    <a:pt x="456044" y="0"/>
                  </a:lnTo>
                  <a:lnTo>
                    <a:pt x="490544" y="6965"/>
                  </a:lnTo>
                  <a:lnTo>
                    <a:pt x="518718" y="25959"/>
                  </a:lnTo>
                  <a:lnTo>
                    <a:pt x="537713" y="54132"/>
                  </a:lnTo>
                  <a:lnTo>
                    <a:pt x="544678" y="88633"/>
                  </a:lnTo>
                  <a:lnTo>
                    <a:pt x="537713" y="123133"/>
                  </a:lnTo>
                  <a:lnTo>
                    <a:pt x="518718" y="151306"/>
                  </a:lnTo>
                  <a:lnTo>
                    <a:pt x="490544" y="170301"/>
                  </a:lnTo>
                  <a:lnTo>
                    <a:pt x="456044" y="177266"/>
                  </a:lnTo>
                  <a:lnTo>
                    <a:pt x="88633" y="177266"/>
                  </a:lnTo>
                  <a:lnTo>
                    <a:pt x="54133" y="170301"/>
                  </a:lnTo>
                  <a:lnTo>
                    <a:pt x="25960" y="151306"/>
                  </a:lnTo>
                  <a:lnTo>
                    <a:pt x="6965" y="123133"/>
                  </a:lnTo>
                  <a:lnTo>
                    <a:pt x="0" y="88633"/>
                  </a:lnTo>
                  <a:lnTo>
                    <a:pt x="6965" y="54132"/>
                  </a:lnTo>
                  <a:lnTo>
                    <a:pt x="25960" y="25959"/>
                  </a:lnTo>
                  <a:lnTo>
                    <a:pt x="54133" y="6965"/>
                  </a:lnTo>
                  <a:lnTo>
                    <a:pt x="88633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11277853" y="6170140"/>
              <a:ext cx="0" cy="69850"/>
            </a:xfrm>
            <a:custGeom>
              <a:avLst/>
              <a:gdLst/>
              <a:ahLst/>
              <a:cxnLst/>
              <a:rect l="l" t="t" r="r" b="b"/>
              <a:pathLst>
                <a:path w="0" h="69850">
                  <a:moveTo>
                    <a:pt x="0" y="69501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11266723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11266723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11026607" y="561387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11026606" y="561387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1026607" y="566972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11026606" y="56697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1026607" y="5725565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1026606" y="57255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1026607" y="578140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8"/>
                  </a:lnTo>
                  <a:lnTo>
                    <a:pt x="502493" y="32828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1026606" y="57814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1026607" y="534427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1026606" y="534427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1026607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1026606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1026607" y="545596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1026606" y="545596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1026607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1026606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1026607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1026606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1026607" y="4724464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1026606" y="47244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1026607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1026606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1026607" y="483615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1026606" y="4836155"/>
              <a:ext cx="502920" cy="490220"/>
            </a:xfrm>
            <a:custGeom>
              <a:avLst/>
              <a:gdLst/>
              <a:ahLst/>
              <a:cxnLst/>
              <a:rect l="l" t="t" r="r" b="b"/>
              <a:pathLst>
                <a:path w="502920" h="4902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  <a:path w="502920" h="490220">
                  <a:moveTo>
                    <a:pt x="251246" y="490131"/>
                  </a:moveTo>
                  <a:lnTo>
                    <a:pt x="251246" y="354912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1266723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1266723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1277853" y="4924073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135219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1266723" y="4905522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1266723" y="4905523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1277853" y="450540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29">
                  <a:moveTo>
                    <a:pt x="0" y="163214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1266723" y="448685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1266723" y="4486856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605603" y="4539771"/>
              <a:ext cx="704912" cy="1484025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11660495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2" y="0"/>
                  </a:moveTo>
                  <a:lnTo>
                    <a:pt x="160769" y="0"/>
                  </a:lnTo>
                  <a:lnTo>
                    <a:pt x="109953" y="8196"/>
                  </a:lnTo>
                  <a:lnTo>
                    <a:pt x="65820" y="31019"/>
                  </a:lnTo>
                  <a:lnTo>
                    <a:pt x="31019" y="65820"/>
                  </a:lnTo>
                  <a:lnTo>
                    <a:pt x="8196" y="109953"/>
                  </a:lnTo>
                  <a:lnTo>
                    <a:pt x="0" y="160769"/>
                  </a:lnTo>
                  <a:lnTo>
                    <a:pt x="0" y="1219373"/>
                  </a:lnTo>
                  <a:lnTo>
                    <a:pt x="8196" y="1270189"/>
                  </a:lnTo>
                  <a:lnTo>
                    <a:pt x="31019" y="1314322"/>
                  </a:lnTo>
                  <a:lnTo>
                    <a:pt x="65820" y="1349124"/>
                  </a:lnTo>
                  <a:lnTo>
                    <a:pt x="109953" y="1371947"/>
                  </a:lnTo>
                  <a:lnTo>
                    <a:pt x="160769" y="1380143"/>
                  </a:lnTo>
                  <a:lnTo>
                    <a:pt x="445152" y="1380143"/>
                  </a:lnTo>
                  <a:lnTo>
                    <a:pt x="495967" y="1371947"/>
                  </a:lnTo>
                  <a:lnTo>
                    <a:pt x="540100" y="1349124"/>
                  </a:lnTo>
                  <a:lnTo>
                    <a:pt x="574902" y="1314322"/>
                  </a:lnTo>
                  <a:lnTo>
                    <a:pt x="597725" y="1270189"/>
                  </a:lnTo>
                  <a:lnTo>
                    <a:pt x="605922" y="1219373"/>
                  </a:lnTo>
                  <a:lnTo>
                    <a:pt x="605922" y="160769"/>
                  </a:lnTo>
                  <a:lnTo>
                    <a:pt x="597725" y="109953"/>
                  </a:lnTo>
                  <a:lnTo>
                    <a:pt x="574902" y="65820"/>
                  </a:lnTo>
                  <a:lnTo>
                    <a:pt x="540100" y="31019"/>
                  </a:lnTo>
                  <a:lnTo>
                    <a:pt x="495967" y="8196"/>
                  </a:lnTo>
                  <a:lnTo>
                    <a:pt x="445152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1660494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2" y="1380144"/>
                  </a:moveTo>
                  <a:lnTo>
                    <a:pt x="160769" y="1380144"/>
                  </a:lnTo>
                  <a:lnTo>
                    <a:pt x="109953" y="1371948"/>
                  </a:lnTo>
                  <a:lnTo>
                    <a:pt x="65821" y="1349124"/>
                  </a:lnTo>
                  <a:lnTo>
                    <a:pt x="31019" y="1314323"/>
                  </a:lnTo>
                  <a:lnTo>
                    <a:pt x="8196" y="1270190"/>
                  </a:lnTo>
                  <a:lnTo>
                    <a:pt x="0" y="1219374"/>
                  </a:lnTo>
                  <a:lnTo>
                    <a:pt x="0" y="160769"/>
                  </a:lnTo>
                  <a:lnTo>
                    <a:pt x="8196" y="109953"/>
                  </a:lnTo>
                  <a:lnTo>
                    <a:pt x="31019" y="65821"/>
                  </a:lnTo>
                  <a:lnTo>
                    <a:pt x="65821" y="31019"/>
                  </a:lnTo>
                  <a:lnTo>
                    <a:pt x="109953" y="8196"/>
                  </a:lnTo>
                  <a:lnTo>
                    <a:pt x="160769" y="0"/>
                  </a:lnTo>
                  <a:lnTo>
                    <a:pt x="445152" y="0"/>
                  </a:lnTo>
                  <a:lnTo>
                    <a:pt x="495967" y="8196"/>
                  </a:lnTo>
                  <a:lnTo>
                    <a:pt x="540100" y="31019"/>
                  </a:lnTo>
                  <a:lnTo>
                    <a:pt x="574902" y="65821"/>
                  </a:lnTo>
                  <a:lnTo>
                    <a:pt x="597725" y="109953"/>
                  </a:lnTo>
                  <a:lnTo>
                    <a:pt x="605921" y="160769"/>
                  </a:lnTo>
                  <a:lnTo>
                    <a:pt x="605921" y="1219374"/>
                  </a:lnTo>
                  <a:lnTo>
                    <a:pt x="597725" y="1270190"/>
                  </a:lnTo>
                  <a:lnTo>
                    <a:pt x="574902" y="1314323"/>
                  </a:lnTo>
                  <a:lnTo>
                    <a:pt x="540100" y="1349124"/>
                  </a:lnTo>
                  <a:lnTo>
                    <a:pt x="495967" y="1371948"/>
                  </a:lnTo>
                  <a:lnTo>
                    <a:pt x="445152" y="1380144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1963454" y="5856285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58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1952325" y="5837734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29" y="0"/>
                  </a:moveTo>
                  <a:lnTo>
                    <a:pt x="0" y="29681"/>
                  </a:lnTo>
                  <a:lnTo>
                    <a:pt x="11129" y="18550"/>
                  </a:lnTo>
                  <a:lnTo>
                    <a:pt x="18085" y="18550"/>
                  </a:lnTo>
                  <a:lnTo>
                    <a:pt x="11129" y="0"/>
                  </a:lnTo>
                  <a:close/>
                </a:path>
                <a:path w="22859" h="29845">
                  <a:moveTo>
                    <a:pt x="18085" y="18550"/>
                  </a:moveTo>
                  <a:lnTo>
                    <a:pt x="11129" y="18550"/>
                  </a:lnTo>
                  <a:lnTo>
                    <a:pt x="22259" y="29681"/>
                  </a:lnTo>
                  <a:lnTo>
                    <a:pt x="18085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1952324" y="583773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692171" y="4292433"/>
              <a:ext cx="544142" cy="234970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11743206" y="4319795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374901" y="0"/>
                  </a:moveTo>
                  <a:lnTo>
                    <a:pt x="65598" y="0"/>
                  </a:lnTo>
                  <a:lnTo>
                    <a:pt x="40064" y="5155"/>
                  </a:lnTo>
                  <a:lnTo>
                    <a:pt x="19213" y="19213"/>
                  </a:lnTo>
                  <a:lnTo>
                    <a:pt x="5154" y="40064"/>
                  </a:lnTo>
                  <a:lnTo>
                    <a:pt x="0" y="65598"/>
                  </a:lnTo>
                  <a:lnTo>
                    <a:pt x="5154" y="91131"/>
                  </a:lnTo>
                  <a:lnTo>
                    <a:pt x="19213" y="111983"/>
                  </a:lnTo>
                  <a:lnTo>
                    <a:pt x="40064" y="126041"/>
                  </a:lnTo>
                  <a:lnTo>
                    <a:pt x="65598" y="131196"/>
                  </a:lnTo>
                  <a:lnTo>
                    <a:pt x="374901" y="131196"/>
                  </a:lnTo>
                  <a:lnTo>
                    <a:pt x="400435" y="126041"/>
                  </a:lnTo>
                  <a:lnTo>
                    <a:pt x="421286" y="111983"/>
                  </a:lnTo>
                  <a:lnTo>
                    <a:pt x="435344" y="91131"/>
                  </a:lnTo>
                  <a:lnTo>
                    <a:pt x="440499" y="65598"/>
                  </a:lnTo>
                  <a:lnTo>
                    <a:pt x="435344" y="40064"/>
                  </a:lnTo>
                  <a:lnTo>
                    <a:pt x="421286" y="19213"/>
                  </a:lnTo>
                  <a:lnTo>
                    <a:pt x="400435" y="5155"/>
                  </a:lnTo>
                  <a:lnTo>
                    <a:pt x="374901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1743205" y="4319797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65597" y="0"/>
                  </a:moveTo>
                  <a:lnTo>
                    <a:pt x="374902" y="0"/>
                  </a:lnTo>
                  <a:lnTo>
                    <a:pt x="400435" y="5154"/>
                  </a:lnTo>
                  <a:lnTo>
                    <a:pt x="421286" y="19213"/>
                  </a:lnTo>
                  <a:lnTo>
                    <a:pt x="435344" y="40064"/>
                  </a:lnTo>
                  <a:lnTo>
                    <a:pt x="440499" y="65597"/>
                  </a:lnTo>
                  <a:lnTo>
                    <a:pt x="435344" y="91131"/>
                  </a:lnTo>
                  <a:lnTo>
                    <a:pt x="421286" y="111982"/>
                  </a:lnTo>
                  <a:lnTo>
                    <a:pt x="400435" y="126040"/>
                  </a:lnTo>
                  <a:lnTo>
                    <a:pt x="374902" y="131195"/>
                  </a:lnTo>
                  <a:lnTo>
                    <a:pt x="65597" y="131195"/>
                  </a:lnTo>
                  <a:lnTo>
                    <a:pt x="40064" y="126040"/>
                  </a:lnTo>
                  <a:lnTo>
                    <a:pt x="19213" y="111982"/>
                  </a:lnTo>
                  <a:lnTo>
                    <a:pt x="5154" y="91131"/>
                  </a:lnTo>
                  <a:lnTo>
                    <a:pt x="0" y="65597"/>
                  </a:lnTo>
                  <a:lnTo>
                    <a:pt x="5154" y="40064"/>
                  </a:lnTo>
                  <a:lnTo>
                    <a:pt x="19213" y="19213"/>
                  </a:lnTo>
                  <a:lnTo>
                    <a:pt x="40064" y="5154"/>
                  </a:lnTo>
                  <a:lnTo>
                    <a:pt x="65597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1711626" y="6007144"/>
              <a:ext cx="504190" cy="121285"/>
            </a:xfrm>
            <a:custGeom>
              <a:avLst/>
              <a:gdLst/>
              <a:ahLst/>
              <a:cxnLst/>
              <a:rect l="l" t="t" r="r" b="b"/>
              <a:pathLst>
                <a:path w="504190" h="121285">
                  <a:moveTo>
                    <a:pt x="60474" y="0"/>
                  </a:moveTo>
                  <a:lnTo>
                    <a:pt x="443183" y="0"/>
                  </a:lnTo>
                  <a:lnTo>
                    <a:pt x="466722" y="4752"/>
                  </a:lnTo>
                  <a:lnTo>
                    <a:pt x="485944" y="17712"/>
                  </a:lnTo>
                  <a:lnTo>
                    <a:pt x="498904" y="36934"/>
                  </a:lnTo>
                  <a:lnTo>
                    <a:pt x="503657" y="60474"/>
                  </a:lnTo>
                  <a:lnTo>
                    <a:pt x="498904" y="84012"/>
                  </a:lnTo>
                  <a:lnTo>
                    <a:pt x="485944" y="103235"/>
                  </a:lnTo>
                  <a:lnTo>
                    <a:pt x="466722" y="116195"/>
                  </a:lnTo>
                  <a:lnTo>
                    <a:pt x="443183" y="120948"/>
                  </a:lnTo>
                  <a:lnTo>
                    <a:pt x="60474" y="120948"/>
                  </a:lnTo>
                  <a:lnTo>
                    <a:pt x="36934" y="116195"/>
                  </a:lnTo>
                  <a:lnTo>
                    <a:pt x="17712" y="103235"/>
                  </a:lnTo>
                  <a:lnTo>
                    <a:pt x="4752" y="84012"/>
                  </a:lnTo>
                  <a:lnTo>
                    <a:pt x="0" y="60474"/>
                  </a:lnTo>
                  <a:lnTo>
                    <a:pt x="4752" y="36934"/>
                  </a:lnTo>
                  <a:lnTo>
                    <a:pt x="17712" y="17712"/>
                  </a:lnTo>
                  <a:lnTo>
                    <a:pt x="36934" y="4752"/>
                  </a:lnTo>
                  <a:lnTo>
                    <a:pt x="60474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630337" y="6221666"/>
              <a:ext cx="655444" cy="284438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11691117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456044" y="0"/>
                  </a:moveTo>
                  <a:lnTo>
                    <a:pt x="88633" y="0"/>
                  </a:lnTo>
                  <a:lnTo>
                    <a:pt x="54133" y="6965"/>
                  </a:lnTo>
                  <a:lnTo>
                    <a:pt x="25960" y="25960"/>
                  </a:lnTo>
                  <a:lnTo>
                    <a:pt x="6965" y="54133"/>
                  </a:lnTo>
                  <a:lnTo>
                    <a:pt x="0" y="88633"/>
                  </a:lnTo>
                  <a:lnTo>
                    <a:pt x="6965" y="123133"/>
                  </a:lnTo>
                  <a:lnTo>
                    <a:pt x="25960" y="151306"/>
                  </a:lnTo>
                  <a:lnTo>
                    <a:pt x="54133" y="170301"/>
                  </a:lnTo>
                  <a:lnTo>
                    <a:pt x="88633" y="177266"/>
                  </a:lnTo>
                  <a:lnTo>
                    <a:pt x="456044" y="177266"/>
                  </a:lnTo>
                  <a:lnTo>
                    <a:pt x="490544" y="170301"/>
                  </a:lnTo>
                  <a:lnTo>
                    <a:pt x="518717" y="151306"/>
                  </a:lnTo>
                  <a:lnTo>
                    <a:pt x="537712" y="123133"/>
                  </a:lnTo>
                  <a:lnTo>
                    <a:pt x="544677" y="88633"/>
                  </a:lnTo>
                  <a:lnTo>
                    <a:pt x="537712" y="54133"/>
                  </a:lnTo>
                  <a:lnTo>
                    <a:pt x="518717" y="25960"/>
                  </a:lnTo>
                  <a:lnTo>
                    <a:pt x="490544" y="6965"/>
                  </a:lnTo>
                  <a:lnTo>
                    <a:pt x="456044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1691116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88633" y="0"/>
                  </a:moveTo>
                  <a:lnTo>
                    <a:pt x="456044" y="0"/>
                  </a:lnTo>
                  <a:lnTo>
                    <a:pt x="490544" y="6965"/>
                  </a:lnTo>
                  <a:lnTo>
                    <a:pt x="518718" y="25959"/>
                  </a:lnTo>
                  <a:lnTo>
                    <a:pt x="537713" y="54132"/>
                  </a:lnTo>
                  <a:lnTo>
                    <a:pt x="544678" y="88633"/>
                  </a:lnTo>
                  <a:lnTo>
                    <a:pt x="537713" y="123133"/>
                  </a:lnTo>
                  <a:lnTo>
                    <a:pt x="518718" y="151306"/>
                  </a:lnTo>
                  <a:lnTo>
                    <a:pt x="490544" y="170301"/>
                  </a:lnTo>
                  <a:lnTo>
                    <a:pt x="456044" y="177266"/>
                  </a:lnTo>
                  <a:lnTo>
                    <a:pt x="88633" y="177266"/>
                  </a:lnTo>
                  <a:lnTo>
                    <a:pt x="54133" y="170301"/>
                  </a:lnTo>
                  <a:lnTo>
                    <a:pt x="25960" y="151306"/>
                  </a:lnTo>
                  <a:lnTo>
                    <a:pt x="6965" y="123133"/>
                  </a:lnTo>
                  <a:lnTo>
                    <a:pt x="0" y="88633"/>
                  </a:lnTo>
                  <a:lnTo>
                    <a:pt x="6965" y="54132"/>
                  </a:lnTo>
                  <a:lnTo>
                    <a:pt x="25960" y="25959"/>
                  </a:lnTo>
                  <a:lnTo>
                    <a:pt x="54133" y="6965"/>
                  </a:lnTo>
                  <a:lnTo>
                    <a:pt x="88633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1963454" y="6170140"/>
              <a:ext cx="0" cy="69850"/>
            </a:xfrm>
            <a:custGeom>
              <a:avLst/>
              <a:gdLst/>
              <a:ahLst/>
              <a:cxnLst/>
              <a:rect l="l" t="t" r="r" b="b"/>
              <a:pathLst>
                <a:path w="0" h="69850">
                  <a:moveTo>
                    <a:pt x="0" y="69501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1952325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29" y="0"/>
                  </a:moveTo>
                  <a:lnTo>
                    <a:pt x="0" y="29679"/>
                  </a:lnTo>
                  <a:lnTo>
                    <a:pt x="11129" y="18549"/>
                  </a:lnTo>
                  <a:lnTo>
                    <a:pt x="18085" y="18549"/>
                  </a:lnTo>
                  <a:lnTo>
                    <a:pt x="11129" y="0"/>
                  </a:lnTo>
                  <a:close/>
                </a:path>
                <a:path w="22859" h="29845">
                  <a:moveTo>
                    <a:pt x="18085" y="18549"/>
                  </a:moveTo>
                  <a:lnTo>
                    <a:pt x="11129" y="18549"/>
                  </a:lnTo>
                  <a:lnTo>
                    <a:pt x="22259" y="29679"/>
                  </a:lnTo>
                  <a:lnTo>
                    <a:pt x="18085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1952324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1712208" y="561387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1712208" y="561387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1712208" y="566972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1712208" y="56697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1712208" y="5725565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1712208" y="57255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1712208" y="578140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8"/>
                  </a:lnTo>
                  <a:lnTo>
                    <a:pt x="502493" y="32828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1712208" y="57814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1712208" y="534427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1712208" y="534427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1712208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1712208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1712208" y="545596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1712208" y="545596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1712208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1712208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1712208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1712208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1712208" y="4724464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1712208" y="47244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1712208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1712208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1712208" y="483615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1712208" y="4836155"/>
              <a:ext cx="502920" cy="490220"/>
            </a:xfrm>
            <a:custGeom>
              <a:avLst/>
              <a:gdLst/>
              <a:ahLst/>
              <a:cxnLst/>
              <a:rect l="l" t="t" r="r" b="b"/>
              <a:pathLst>
                <a:path w="502920" h="4902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  <a:path w="502920" h="490220">
                  <a:moveTo>
                    <a:pt x="251246" y="490131"/>
                  </a:moveTo>
                  <a:lnTo>
                    <a:pt x="251246" y="354912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1952325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29" y="0"/>
                  </a:moveTo>
                  <a:lnTo>
                    <a:pt x="0" y="29679"/>
                  </a:lnTo>
                  <a:lnTo>
                    <a:pt x="11129" y="18549"/>
                  </a:lnTo>
                  <a:lnTo>
                    <a:pt x="18085" y="18549"/>
                  </a:lnTo>
                  <a:lnTo>
                    <a:pt x="11129" y="0"/>
                  </a:lnTo>
                  <a:close/>
                </a:path>
                <a:path w="22859" h="29845">
                  <a:moveTo>
                    <a:pt x="18085" y="18549"/>
                  </a:moveTo>
                  <a:lnTo>
                    <a:pt x="11129" y="18549"/>
                  </a:lnTo>
                  <a:lnTo>
                    <a:pt x="22259" y="29679"/>
                  </a:lnTo>
                  <a:lnTo>
                    <a:pt x="18085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1952324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1963454" y="4924073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135219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1952325" y="4905522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29" y="0"/>
                  </a:moveTo>
                  <a:lnTo>
                    <a:pt x="0" y="29681"/>
                  </a:lnTo>
                  <a:lnTo>
                    <a:pt x="11129" y="18550"/>
                  </a:lnTo>
                  <a:lnTo>
                    <a:pt x="18085" y="18550"/>
                  </a:lnTo>
                  <a:lnTo>
                    <a:pt x="11129" y="0"/>
                  </a:lnTo>
                  <a:close/>
                </a:path>
                <a:path w="22859" h="29845">
                  <a:moveTo>
                    <a:pt x="18085" y="18550"/>
                  </a:moveTo>
                  <a:lnTo>
                    <a:pt x="11129" y="18550"/>
                  </a:lnTo>
                  <a:lnTo>
                    <a:pt x="22259" y="29681"/>
                  </a:lnTo>
                  <a:lnTo>
                    <a:pt x="18085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1952324" y="4905523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1963454" y="450540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29">
                  <a:moveTo>
                    <a:pt x="0" y="163214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1952325" y="448685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29" y="0"/>
                  </a:moveTo>
                  <a:lnTo>
                    <a:pt x="0" y="29681"/>
                  </a:lnTo>
                  <a:lnTo>
                    <a:pt x="11129" y="18550"/>
                  </a:lnTo>
                  <a:lnTo>
                    <a:pt x="18085" y="18550"/>
                  </a:lnTo>
                  <a:lnTo>
                    <a:pt x="11129" y="0"/>
                  </a:lnTo>
                  <a:close/>
                </a:path>
                <a:path w="22859" h="29845">
                  <a:moveTo>
                    <a:pt x="18085" y="18550"/>
                  </a:moveTo>
                  <a:lnTo>
                    <a:pt x="11129" y="18550"/>
                  </a:lnTo>
                  <a:lnTo>
                    <a:pt x="22259" y="29681"/>
                  </a:lnTo>
                  <a:lnTo>
                    <a:pt x="18085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1952324" y="4486856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6" name="object 2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285782" y="4539771"/>
              <a:ext cx="704912" cy="1484025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12346096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2" y="0"/>
                  </a:moveTo>
                  <a:lnTo>
                    <a:pt x="160769" y="0"/>
                  </a:lnTo>
                  <a:lnTo>
                    <a:pt x="109953" y="8196"/>
                  </a:lnTo>
                  <a:lnTo>
                    <a:pt x="65820" y="31019"/>
                  </a:lnTo>
                  <a:lnTo>
                    <a:pt x="31019" y="65820"/>
                  </a:lnTo>
                  <a:lnTo>
                    <a:pt x="8196" y="109953"/>
                  </a:lnTo>
                  <a:lnTo>
                    <a:pt x="0" y="160769"/>
                  </a:lnTo>
                  <a:lnTo>
                    <a:pt x="0" y="1219373"/>
                  </a:lnTo>
                  <a:lnTo>
                    <a:pt x="8196" y="1270189"/>
                  </a:lnTo>
                  <a:lnTo>
                    <a:pt x="31019" y="1314322"/>
                  </a:lnTo>
                  <a:lnTo>
                    <a:pt x="65820" y="1349124"/>
                  </a:lnTo>
                  <a:lnTo>
                    <a:pt x="109953" y="1371947"/>
                  </a:lnTo>
                  <a:lnTo>
                    <a:pt x="160769" y="1380143"/>
                  </a:lnTo>
                  <a:lnTo>
                    <a:pt x="445152" y="1380143"/>
                  </a:lnTo>
                  <a:lnTo>
                    <a:pt x="495966" y="1371947"/>
                  </a:lnTo>
                  <a:lnTo>
                    <a:pt x="540098" y="1349124"/>
                  </a:lnTo>
                  <a:lnTo>
                    <a:pt x="574901" y="1314322"/>
                  </a:lnTo>
                  <a:lnTo>
                    <a:pt x="597725" y="1270189"/>
                  </a:lnTo>
                  <a:lnTo>
                    <a:pt x="605922" y="1219373"/>
                  </a:lnTo>
                  <a:lnTo>
                    <a:pt x="605922" y="160769"/>
                  </a:lnTo>
                  <a:lnTo>
                    <a:pt x="597725" y="109953"/>
                  </a:lnTo>
                  <a:lnTo>
                    <a:pt x="574901" y="65820"/>
                  </a:lnTo>
                  <a:lnTo>
                    <a:pt x="540098" y="31019"/>
                  </a:lnTo>
                  <a:lnTo>
                    <a:pt x="495966" y="8196"/>
                  </a:lnTo>
                  <a:lnTo>
                    <a:pt x="445152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2346096" y="4557745"/>
              <a:ext cx="606425" cy="1380490"/>
            </a:xfrm>
            <a:custGeom>
              <a:avLst/>
              <a:gdLst/>
              <a:ahLst/>
              <a:cxnLst/>
              <a:rect l="l" t="t" r="r" b="b"/>
              <a:pathLst>
                <a:path w="606425" h="1380489">
                  <a:moveTo>
                    <a:pt x="445153" y="1380144"/>
                  </a:moveTo>
                  <a:lnTo>
                    <a:pt x="160769" y="1380144"/>
                  </a:lnTo>
                  <a:lnTo>
                    <a:pt x="109953" y="1371948"/>
                  </a:lnTo>
                  <a:lnTo>
                    <a:pt x="65821" y="1349124"/>
                  </a:lnTo>
                  <a:lnTo>
                    <a:pt x="31019" y="1314323"/>
                  </a:lnTo>
                  <a:lnTo>
                    <a:pt x="8196" y="1270190"/>
                  </a:lnTo>
                  <a:lnTo>
                    <a:pt x="0" y="1219374"/>
                  </a:lnTo>
                  <a:lnTo>
                    <a:pt x="0" y="160769"/>
                  </a:lnTo>
                  <a:lnTo>
                    <a:pt x="8196" y="109953"/>
                  </a:lnTo>
                  <a:lnTo>
                    <a:pt x="31019" y="65821"/>
                  </a:lnTo>
                  <a:lnTo>
                    <a:pt x="65821" y="31019"/>
                  </a:lnTo>
                  <a:lnTo>
                    <a:pt x="109953" y="8196"/>
                  </a:lnTo>
                  <a:lnTo>
                    <a:pt x="160769" y="0"/>
                  </a:lnTo>
                  <a:lnTo>
                    <a:pt x="445153" y="0"/>
                  </a:lnTo>
                  <a:lnTo>
                    <a:pt x="495968" y="8196"/>
                  </a:lnTo>
                  <a:lnTo>
                    <a:pt x="540101" y="31019"/>
                  </a:lnTo>
                  <a:lnTo>
                    <a:pt x="574903" y="65821"/>
                  </a:lnTo>
                  <a:lnTo>
                    <a:pt x="597726" y="109953"/>
                  </a:lnTo>
                  <a:lnTo>
                    <a:pt x="605922" y="160769"/>
                  </a:lnTo>
                  <a:lnTo>
                    <a:pt x="605922" y="1219374"/>
                  </a:lnTo>
                  <a:lnTo>
                    <a:pt x="597726" y="1270190"/>
                  </a:lnTo>
                  <a:lnTo>
                    <a:pt x="574903" y="1314323"/>
                  </a:lnTo>
                  <a:lnTo>
                    <a:pt x="540101" y="1349124"/>
                  </a:lnTo>
                  <a:lnTo>
                    <a:pt x="495968" y="1371948"/>
                  </a:lnTo>
                  <a:lnTo>
                    <a:pt x="445153" y="1380144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2649057" y="5856285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29">
                  <a:moveTo>
                    <a:pt x="0" y="150858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2637927" y="5837734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2637927" y="583773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372350" y="4292433"/>
              <a:ext cx="544142" cy="234970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12428809" y="4319795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374898" y="0"/>
                  </a:moveTo>
                  <a:lnTo>
                    <a:pt x="65595" y="0"/>
                  </a:lnTo>
                  <a:lnTo>
                    <a:pt x="40063" y="5155"/>
                  </a:lnTo>
                  <a:lnTo>
                    <a:pt x="19212" y="19213"/>
                  </a:lnTo>
                  <a:lnTo>
                    <a:pt x="5154" y="40064"/>
                  </a:lnTo>
                  <a:lnTo>
                    <a:pt x="0" y="65598"/>
                  </a:lnTo>
                  <a:lnTo>
                    <a:pt x="5154" y="91131"/>
                  </a:lnTo>
                  <a:lnTo>
                    <a:pt x="19212" y="111983"/>
                  </a:lnTo>
                  <a:lnTo>
                    <a:pt x="40063" y="126041"/>
                  </a:lnTo>
                  <a:lnTo>
                    <a:pt x="65595" y="131196"/>
                  </a:lnTo>
                  <a:lnTo>
                    <a:pt x="374898" y="131196"/>
                  </a:lnTo>
                  <a:lnTo>
                    <a:pt x="400434" y="126041"/>
                  </a:lnTo>
                  <a:lnTo>
                    <a:pt x="421284" y="111983"/>
                  </a:lnTo>
                  <a:lnTo>
                    <a:pt x="435340" y="91131"/>
                  </a:lnTo>
                  <a:lnTo>
                    <a:pt x="440494" y="65598"/>
                  </a:lnTo>
                  <a:lnTo>
                    <a:pt x="435340" y="40064"/>
                  </a:lnTo>
                  <a:lnTo>
                    <a:pt x="421284" y="19213"/>
                  </a:lnTo>
                  <a:lnTo>
                    <a:pt x="400434" y="5155"/>
                  </a:lnTo>
                  <a:lnTo>
                    <a:pt x="374898" y="0"/>
                  </a:lnTo>
                  <a:close/>
                </a:path>
              </a:pathLst>
            </a:custGeom>
            <a:solidFill>
              <a:srgbClr val="DC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2428808" y="4319797"/>
              <a:ext cx="440690" cy="131445"/>
            </a:xfrm>
            <a:custGeom>
              <a:avLst/>
              <a:gdLst/>
              <a:ahLst/>
              <a:cxnLst/>
              <a:rect l="l" t="t" r="r" b="b"/>
              <a:pathLst>
                <a:path w="440690" h="131445">
                  <a:moveTo>
                    <a:pt x="65596" y="0"/>
                  </a:moveTo>
                  <a:lnTo>
                    <a:pt x="374902" y="0"/>
                  </a:lnTo>
                  <a:lnTo>
                    <a:pt x="400435" y="5154"/>
                  </a:lnTo>
                  <a:lnTo>
                    <a:pt x="421286" y="19213"/>
                  </a:lnTo>
                  <a:lnTo>
                    <a:pt x="435344" y="40064"/>
                  </a:lnTo>
                  <a:lnTo>
                    <a:pt x="440499" y="65597"/>
                  </a:lnTo>
                  <a:lnTo>
                    <a:pt x="435344" y="91131"/>
                  </a:lnTo>
                  <a:lnTo>
                    <a:pt x="421286" y="111982"/>
                  </a:lnTo>
                  <a:lnTo>
                    <a:pt x="400435" y="126040"/>
                  </a:lnTo>
                  <a:lnTo>
                    <a:pt x="374902" y="131195"/>
                  </a:lnTo>
                  <a:lnTo>
                    <a:pt x="65596" y="131195"/>
                  </a:lnTo>
                  <a:lnTo>
                    <a:pt x="40063" y="126040"/>
                  </a:lnTo>
                  <a:lnTo>
                    <a:pt x="19212" y="111982"/>
                  </a:lnTo>
                  <a:lnTo>
                    <a:pt x="5154" y="91131"/>
                  </a:lnTo>
                  <a:lnTo>
                    <a:pt x="0" y="65597"/>
                  </a:lnTo>
                  <a:lnTo>
                    <a:pt x="5154" y="40064"/>
                  </a:lnTo>
                  <a:lnTo>
                    <a:pt x="19212" y="19213"/>
                  </a:lnTo>
                  <a:lnTo>
                    <a:pt x="40063" y="5154"/>
                  </a:lnTo>
                  <a:lnTo>
                    <a:pt x="65596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2397229" y="6007144"/>
              <a:ext cx="504190" cy="121285"/>
            </a:xfrm>
            <a:custGeom>
              <a:avLst/>
              <a:gdLst/>
              <a:ahLst/>
              <a:cxnLst/>
              <a:rect l="l" t="t" r="r" b="b"/>
              <a:pathLst>
                <a:path w="504190" h="121285">
                  <a:moveTo>
                    <a:pt x="60474" y="0"/>
                  </a:moveTo>
                  <a:lnTo>
                    <a:pt x="443182" y="0"/>
                  </a:lnTo>
                  <a:lnTo>
                    <a:pt x="466721" y="4752"/>
                  </a:lnTo>
                  <a:lnTo>
                    <a:pt x="485943" y="17712"/>
                  </a:lnTo>
                  <a:lnTo>
                    <a:pt x="498903" y="36934"/>
                  </a:lnTo>
                  <a:lnTo>
                    <a:pt x="503656" y="60474"/>
                  </a:lnTo>
                  <a:lnTo>
                    <a:pt x="498903" y="84012"/>
                  </a:lnTo>
                  <a:lnTo>
                    <a:pt x="485943" y="103235"/>
                  </a:lnTo>
                  <a:lnTo>
                    <a:pt x="466721" y="116195"/>
                  </a:lnTo>
                  <a:lnTo>
                    <a:pt x="443182" y="120948"/>
                  </a:lnTo>
                  <a:lnTo>
                    <a:pt x="60474" y="120948"/>
                  </a:lnTo>
                  <a:lnTo>
                    <a:pt x="36934" y="116195"/>
                  </a:lnTo>
                  <a:lnTo>
                    <a:pt x="17712" y="103235"/>
                  </a:lnTo>
                  <a:lnTo>
                    <a:pt x="4752" y="84012"/>
                  </a:lnTo>
                  <a:lnTo>
                    <a:pt x="0" y="60474"/>
                  </a:lnTo>
                  <a:lnTo>
                    <a:pt x="4752" y="36934"/>
                  </a:lnTo>
                  <a:lnTo>
                    <a:pt x="17712" y="17712"/>
                  </a:lnTo>
                  <a:lnTo>
                    <a:pt x="36934" y="4752"/>
                  </a:lnTo>
                  <a:lnTo>
                    <a:pt x="60474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6" name="object 27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22882" y="6221666"/>
              <a:ext cx="655444" cy="284438"/>
            </a:xfrm>
            <a:prstGeom prst="rect">
              <a:avLst/>
            </a:prstGeom>
          </p:spPr>
        </p:pic>
        <p:sp>
          <p:nvSpPr>
            <p:cNvPr id="277" name="object 277"/>
            <p:cNvSpPr/>
            <p:nvPr/>
          </p:nvSpPr>
          <p:spPr>
            <a:xfrm>
              <a:off x="12376719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456046" y="0"/>
                  </a:moveTo>
                  <a:lnTo>
                    <a:pt x="88633" y="0"/>
                  </a:lnTo>
                  <a:lnTo>
                    <a:pt x="54133" y="6965"/>
                  </a:lnTo>
                  <a:lnTo>
                    <a:pt x="25960" y="25960"/>
                  </a:lnTo>
                  <a:lnTo>
                    <a:pt x="6965" y="54133"/>
                  </a:lnTo>
                  <a:lnTo>
                    <a:pt x="0" y="88633"/>
                  </a:lnTo>
                  <a:lnTo>
                    <a:pt x="6965" y="123133"/>
                  </a:lnTo>
                  <a:lnTo>
                    <a:pt x="25960" y="151306"/>
                  </a:lnTo>
                  <a:lnTo>
                    <a:pt x="54133" y="170301"/>
                  </a:lnTo>
                  <a:lnTo>
                    <a:pt x="88633" y="177266"/>
                  </a:lnTo>
                  <a:lnTo>
                    <a:pt x="456046" y="177266"/>
                  </a:lnTo>
                  <a:lnTo>
                    <a:pt x="490544" y="170301"/>
                  </a:lnTo>
                  <a:lnTo>
                    <a:pt x="518718" y="151306"/>
                  </a:lnTo>
                  <a:lnTo>
                    <a:pt x="537714" y="123133"/>
                  </a:lnTo>
                  <a:lnTo>
                    <a:pt x="544680" y="88633"/>
                  </a:lnTo>
                  <a:lnTo>
                    <a:pt x="537714" y="54133"/>
                  </a:lnTo>
                  <a:lnTo>
                    <a:pt x="518718" y="25960"/>
                  </a:lnTo>
                  <a:lnTo>
                    <a:pt x="490544" y="6965"/>
                  </a:lnTo>
                  <a:lnTo>
                    <a:pt x="45604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2376719" y="6252008"/>
              <a:ext cx="544830" cy="177800"/>
            </a:xfrm>
            <a:custGeom>
              <a:avLst/>
              <a:gdLst/>
              <a:ahLst/>
              <a:cxnLst/>
              <a:rect l="l" t="t" r="r" b="b"/>
              <a:pathLst>
                <a:path w="544829" h="177800">
                  <a:moveTo>
                    <a:pt x="88633" y="0"/>
                  </a:moveTo>
                  <a:lnTo>
                    <a:pt x="456043" y="0"/>
                  </a:lnTo>
                  <a:lnTo>
                    <a:pt x="490544" y="6965"/>
                  </a:lnTo>
                  <a:lnTo>
                    <a:pt x="518717" y="25959"/>
                  </a:lnTo>
                  <a:lnTo>
                    <a:pt x="537712" y="54132"/>
                  </a:lnTo>
                  <a:lnTo>
                    <a:pt x="544677" y="88633"/>
                  </a:lnTo>
                  <a:lnTo>
                    <a:pt x="537712" y="123133"/>
                  </a:lnTo>
                  <a:lnTo>
                    <a:pt x="518717" y="151306"/>
                  </a:lnTo>
                  <a:lnTo>
                    <a:pt x="490544" y="170301"/>
                  </a:lnTo>
                  <a:lnTo>
                    <a:pt x="456043" y="177266"/>
                  </a:lnTo>
                  <a:lnTo>
                    <a:pt x="88633" y="177266"/>
                  </a:lnTo>
                  <a:lnTo>
                    <a:pt x="54133" y="170301"/>
                  </a:lnTo>
                  <a:lnTo>
                    <a:pt x="25960" y="151306"/>
                  </a:lnTo>
                  <a:lnTo>
                    <a:pt x="6965" y="123133"/>
                  </a:lnTo>
                  <a:lnTo>
                    <a:pt x="0" y="88633"/>
                  </a:lnTo>
                  <a:lnTo>
                    <a:pt x="6965" y="54132"/>
                  </a:lnTo>
                  <a:lnTo>
                    <a:pt x="25960" y="25959"/>
                  </a:lnTo>
                  <a:lnTo>
                    <a:pt x="54133" y="6965"/>
                  </a:lnTo>
                  <a:lnTo>
                    <a:pt x="88633" y="0"/>
                  </a:lnTo>
                  <a:close/>
                </a:path>
              </a:pathLst>
            </a:custGeom>
            <a:ln w="24733">
              <a:solidFill>
                <a:srgbClr val="6162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2649057" y="6170140"/>
              <a:ext cx="0" cy="69850"/>
            </a:xfrm>
            <a:custGeom>
              <a:avLst/>
              <a:gdLst/>
              <a:ahLst/>
              <a:cxnLst/>
              <a:rect l="l" t="t" r="r" b="b"/>
              <a:pathLst>
                <a:path w="0" h="69850">
                  <a:moveTo>
                    <a:pt x="0" y="69501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2637927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2637927" y="6151589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2397811" y="561387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2397810" y="561387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2397811" y="566972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2397810" y="56697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2397811" y="5725565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2397810" y="57255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2397811" y="578140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8"/>
                  </a:lnTo>
                  <a:lnTo>
                    <a:pt x="502493" y="32828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2397810" y="57814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2397811" y="534427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2397810" y="5344279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2397811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2397810" y="540012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2397811" y="5455967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2397810" y="5455968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2397811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2397810" y="5511812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2397811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2397810" y="4668621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2397811" y="4724464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2397810" y="4724466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2397811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2397810" y="4780310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2397811" y="4836153"/>
              <a:ext cx="502920" cy="33020"/>
            </a:xfrm>
            <a:custGeom>
              <a:avLst/>
              <a:gdLst/>
              <a:ahLst/>
              <a:cxnLst/>
              <a:rect l="l" t="t" r="r" b="b"/>
              <a:pathLst>
                <a:path w="502920" h="33020">
                  <a:moveTo>
                    <a:pt x="502493" y="0"/>
                  </a:moveTo>
                  <a:lnTo>
                    <a:pt x="0" y="0"/>
                  </a:lnTo>
                  <a:lnTo>
                    <a:pt x="0" y="32826"/>
                  </a:lnTo>
                  <a:lnTo>
                    <a:pt x="502493" y="32826"/>
                  </a:lnTo>
                  <a:lnTo>
                    <a:pt x="502493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2397810" y="4836155"/>
              <a:ext cx="502920" cy="490220"/>
            </a:xfrm>
            <a:custGeom>
              <a:avLst/>
              <a:gdLst/>
              <a:ahLst/>
              <a:cxnLst/>
              <a:rect l="l" t="t" r="r" b="b"/>
              <a:pathLst>
                <a:path w="502920" h="490220">
                  <a:moveTo>
                    <a:pt x="0" y="0"/>
                  </a:moveTo>
                  <a:lnTo>
                    <a:pt x="502493" y="0"/>
                  </a:lnTo>
                  <a:lnTo>
                    <a:pt x="502493" y="32826"/>
                  </a:lnTo>
                  <a:lnTo>
                    <a:pt x="0" y="32826"/>
                  </a:lnTo>
                  <a:lnTo>
                    <a:pt x="0" y="0"/>
                  </a:lnTo>
                  <a:close/>
                </a:path>
                <a:path w="502920" h="490220">
                  <a:moveTo>
                    <a:pt x="251246" y="490131"/>
                  </a:moveTo>
                  <a:lnTo>
                    <a:pt x="251246" y="354912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2637927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79"/>
                  </a:lnTo>
                  <a:lnTo>
                    <a:pt x="11130" y="18549"/>
                  </a:lnTo>
                  <a:lnTo>
                    <a:pt x="18086" y="18549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49"/>
                  </a:moveTo>
                  <a:lnTo>
                    <a:pt x="11130" y="18549"/>
                  </a:lnTo>
                  <a:lnTo>
                    <a:pt x="22260" y="29679"/>
                  </a:lnTo>
                  <a:lnTo>
                    <a:pt x="18086" y="18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2637927" y="5172517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8" name="object 308"/>
          <p:cNvSpPr txBox="1"/>
          <p:nvPr/>
        </p:nvSpPr>
        <p:spPr>
          <a:xfrm>
            <a:off x="11129117" y="4858031"/>
            <a:ext cx="1668780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7865" algn="l"/>
                <a:tab pos="1383665" algn="l"/>
              </a:tabLst>
            </a:pPr>
            <a:r>
              <a:rPr dirty="0" sz="2150" spc="-50">
                <a:latin typeface="Arial"/>
                <a:cs typeface="Arial"/>
              </a:rPr>
              <a:t>…</a:t>
            </a:r>
            <a:r>
              <a:rPr dirty="0" sz="2150">
                <a:latin typeface="Arial"/>
                <a:cs typeface="Arial"/>
              </a:rPr>
              <a:t>	</a:t>
            </a:r>
            <a:r>
              <a:rPr dirty="0" sz="2150" spc="-50">
                <a:latin typeface="Arial"/>
                <a:cs typeface="Arial"/>
              </a:rPr>
              <a:t>…</a:t>
            </a:r>
            <a:r>
              <a:rPr dirty="0" sz="2150">
                <a:latin typeface="Arial"/>
                <a:cs typeface="Arial"/>
              </a:rPr>
              <a:t>	</a:t>
            </a:r>
            <a:r>
              <a:rPr dirty="0" sz="2150" spc="-50">
                <a:latin typeface="Arial"/>
                <a:cs typeface="Arial"/>
              </a:rPr>
              <a:t>…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309" name="object 309"/>
          <p:cNvGrpSpPr/>
          <p:nvPr/>
        </p:nvGrpSpPr>
        <p:grpSpPr>
          <a:xfrm>
            <a:off x="12631743" y="4480672"/>
            <a:ext cx="34925" cy="579120"/>
            <a:chOff x="12631743" y="4480672"/>
            <a:chExt cx="34925" cy="579120"/>
          </a:xfrm>
        </p:grpSpPr>
        <p:sp>
          <p:nvSpPr>
            <p:cNvPr id="310" name="object 310"/>
            <p:cNvSpPr/>
            <p:nvPr/>
          </p:nvSpPr>
          <p:spPr>
            <a:xfrm>
              <a:off x="12649057" y="4924073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135219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2637927" y="4905522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2637927" y="4905523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2649057" y="450540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29">
                  <a:moveTo>
                    <a:pt x="0" y="163214"/>
                  </a:moveTo>
                  <a:lnTo>
                    <a:pt x="0" y="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2637927" y="4486855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1"/>
                  </a:lnTo>
                  <a:lnTo>
                    <a:pt x="11130" y="18550"/>
                  </a:lnTo>
                  <a:lnTo>
                    <a:pt x="18086" y="18550"/>
                  </a:lnTo>
                  <a:lnTo>
                    <a:pt x="11130" y="0"/>
                  </a:lnTo>
                  <a:close/>
                </a:path>
                <a:path w="22859" h="29845">
                  <a:moveTo>
                    <a:pt x="18086" y="18550"/>
                  </a:moveTo>
                  <a:lnTo>
                    <a:pt x="11130" y="18550"/>
                  </a:lnTo>
                  <a:lnTo>
                    <a:pt x="22260" y="29681"/>
                  </a:lnTo>
                  <a:lnTo>
                    <a:pt x="18086" y="18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2637927" y="4486856"/>
              <a:ext cx="22860" cy="29845"/>
            </a:xfrm>
            <a:custGeom>
              <a:avLst/>
              <a:gdLst/>
              <a:ahLst/>
              <a:cxnLst/>
              <a:rect l="l" t="t" r="r" b="b"/>
              <a:pathLst>
                <a:path w="22859" h="29845">
                  <a:moveTo>
                    <a:pt x="11130" y="0"/>
                  </a:moveTo>
                  <a:lnTo>
                    <a:pt x="0" y="29680"/>
                  </a:lnTo>
                  <a:lnTo>
                    <a:pt x="11130" y="18550"/>
                  </a:lnTo>
                  <a:lnTo>
                    <a:pt x="22260" y="29680"/>
                  </a:lnTo>
                  <a:lnTo>
                    <a:pt x="11130" y="0"/>
                  </a:lnTo>
                  <a:close/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"Finetuning"</a:t>
            </a:r>
            <a:r>
              <a:rPr dirty="0" spc="-165"/>
              <a:t> </a:t>
            </a:r>
            <a:r>
              <a:rPr dirty="0"/>
              <a:t>means</a:t>
            </a:r>
            <a:r>
              <a:rPr dirty="0" spc="-160"/>
              <a:t> </a:t>
            </a:r>
            <a:r>
              <a:rPr dirty="0"/>
              <a:t>4</a:t>
            </a:r>
            <a:r>
              <a:rPr dirty="0" spc="-160"/>
              <a:t> </a:t>
            </a:r>
            <a:r>
              <a:rPr dirty="0" spc="-75"/>
              <a:t>different</a:t>
            </a:r>
            <a:r>
              <a:rPr dirty="0" spc="-165"/>
              <a:t> </a:t>
            </a:r>
            <a:r>
              <a:rPr dirty="0" spc="-10"/>
              <a:t>things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10793095" cy="2900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29690">
              <a:lnSpc>
                <a:spcPct val="116700"/>
              </a:lnSpc>
              <a:spcBef>
                <a:spcPts val="100"/>
              </a:spcBef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We'll</a:t>
            </a:r>
            <a:r>
              <a:rPr dirty="0" sz="43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discuss</a:t>
            </a:r>
            <a:r>
              <a:rPr dirty="0" sz="43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dirty="0" sz="43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here,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3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43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later</a:t>
            </a:r>
            <a:r>
              <a:rPr dirty="0" sz="43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lectures </a:t>
            </a:r>
            <a:r>
              <a:rPr dirty="0" sz="4300">
                <a:latin typeface="Calibri"/>
                <a:cs typeface="Calibri"/>
              </a:rPr>
              <a:t>In</a:t>
            </a:r>
            <a:r>
              <a:rPr dirty="0" sz="4300" spc="-75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all</a:t>
            </a:r>
            <a:r>
              <a:rPr dirty="0" sz="4300" spc="-75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four</a:t>
            </a:r>
            <a:r>
              <a:rPr dirty="0" sz="4300" spc="-75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cases,</a:t>
            </a:r>
            <a:r>
              <a:rPr dirty="0" sz="4300" spc="-75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finetuning</a:t>
            </a:r>
            <a:r>
              <a:rPr dirty="0" sz="4300" spc="-60">
                <a:latin typeface="Calibri"/>
                <a:cs typeface="Calibri"/>
              </a:rPr>
              <a:t> </a:t>
            </a:r>
            <a:r>
              <a:rPr dirty="0" sz="4300" spc="-10">
                <a:latin typeface="Calibri"/>
                <a:cs typeface="Calibri"/>
              </a:rPr>
              <a:t>means:</a:t>
            </a:r>
            <a:endParaRPr sz="4300">
              <a:latin typeface="Calibri"/>
              <a:cs typeface="Calibri"/>
            </a:endParaRPr>
          </a:p>
          <a:p>
            <a:pPr marL="22225" marR="5080" indent="-10160">
              <a:lnSpc>
                <a:spcPts val="4680"/>
              </a:lnSpc>
              <a:spcBef>
                <a:spcPts val="1300"/>
              </a:spcBef>
            </a:pPr>
            <a:r>
              <a:rPr dirty="0" sz="4300" b="1">
                <a:latin typeface="Calibri"/>
                <a:cs typeface="Calibri"/>
              </a:rPr>
              <a:t>taking</a:t>
            </a:r>
            <a:r>
              <a:rPr dirty="0" sz="4300" spc="-3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a</a:t>
            </a:r>
            <a:r>
              <a:rPr dirty="0" sz="4300" spc="-4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pretrained</a:t>
            </a:r>
            <a:r>
              <a:rPr dirty="0" sz="4300" spc="-3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model</a:t>
            </a:r>
            <a:r>
              <a:rPr dirty="0" sz="4300" spc="-40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and</a:t>
            </a:r>
            <a:r>
              <a:rPr dirty="0" sz="4300" spc="-3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further</a:t>
            </a:r>
            <a:r>
              <a:rPr dirty="0" sz="4300" spc="-50" b="1">
                <a:latin typeface="Calibri"/>
                <a:cs typeface="Calibri"/>
              </a:rPr>
              <a:t> </a:t>
            </a:r>
            <a:r>
              <a:rPr dirty="0" sz="4300" spc="-10" b="1">
                <a:latin typeface="Calibri"/>
                <a:cs typeface="Calibri"/>
              </a:rPr>
              <a:t>adapting </a:t>
            </a:r>
            <a:r>
              <a:rPr dirty="0" sz="4300" b="1">
                <a:latin typeface="Calibri"/>
                <a:cs typeface="Calibri"/>
              </a:rPr>
              <a:t>some</a:t>
            </a:r>
            <a:r>
              <a:rPr dirty="0" sz="4300" spc="-2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or</a:t>
            </a:r>
            <a:r>
              <a:rPr dirty="0" sz="4300" spc="-30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all</a:t>
            </a:r>
            <a:r>
              <a:rPr dirty="0" sz="4300" spc="-2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of</a:t>
            </a:r>
            <a:r>
              <a:rPr dirty="0" sz="4300" spc="-3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its</a:t>
            </a:r>
            <a:r>
              <a:rPr dirty="0" sz="4300" spc="-20" b="1">
                <a:latin typeface="Calibri"/>
                <a:cs typeface="Calibri"/>
              </a:rPr>
              <a:t> </a:t>
            </a:r>
            <a:r>
              <a:rPr dirty="0" sz="4300" spc="-10" b="1">
                <a:latin typeface="Calibri"/>
                <a:cs typeface="Calibri"/>
              </a:rPr>
              <a:t>parameters</a:t>
            </a:r>
            <a:r>
              <a:rPr dirty="0" sz="4300" spc="-20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to</a:t>
            </a:r>
            <a:r>
              <a:rPr dirty="0" sz="4300" spc="-1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some</a:t>
            </a:r>
            <a:r>
              <a:rPr dirty="0" sz="4300" spc="-25" b="1">
                <a:latin typeface="Calibri"/>
                <a:cs typeface="Calibri"/>
              </a:rPr>
              <a:t> </a:t>
            </a:r>
            <a:r>
              <a:rPr dirty="0" sz="4300" b="1">
                <a:latin typeface="Calibri"/>
                <a:cs typeface="Calibri"/>
              </a:rPr>
              <a:t>new</a:t>
            </a:r>
            <a:r>
              <a:rPr dirty="0" sz="4300" spc="-10" b="1">
                <a:latin typeface="Calibri"/>
                <a:cs typeface="Calibri"/>
              </a:rPr>
              <a:t> </a:t>
            </a:r>
            <a:r>
              <a:rPr dirty="0" sz="4300" spc="-20" b="1">
                <a:latin typeface="Calibri"/>
                <a:cs typeface="Calibri"/>
              </a:rPr>
              <a:t>data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3763" y="479043"/>
            <a:ext cx="1201864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/>
              <a:t>1.</a:t>
            </a:r>
            <a:r>
              <a:rPr dirty="0" sz="4600" spc="-180"/>
              <a:t> </a:t>
            </a:r>
            <a:r>
              <a:rPr dirty="0" sz="4600" spc="-60"/>
              <a:t>Finetuning</a:t>
            </a:r>
            <a:r>
              <a:rPr dirty="0" sz="4600" spc="-170"/>
              <a:t> </a:t>
            </a:r>
            <a:r>
              <a:rPr dirty="0" sz="4600"/>
              <a:t>as</a:t>
            </a:r>
            <a:r>
              <a:rPr dirty="0" sz="4600" spc="-170"/>
              <a:t> </a:t>
            </a:r>
            <a:r>
              <a:rPr dirty="0" sz="4600" spc="-75"/>
              <a:t>"continued</a:t>
            </a:r>
            <a:r>
              <a:rPr dirty="0" sz="4600" spc="-185"/>
              <a:t> </a:t>
            </a:r>
            <a:r>
              <a:rPr dirty="0" sz="4600" spc="-80"/>
              <a:t>pretraining"</a:t>
            </a:r>
            <a:r>
              <a:rPr dirty="0" sz="4600" spc="-170"/>
              <a:t> </a:t>
            </a:r>
            <a:r>
              <a:rPr dirty="0" sz="4600"/>
              <a:t>on</a:t>
            </a:r>
            <a:r>
              <a:rPr dirty="0" sz="4600" spc="-180"/>
              <a:t> </a:t>
            </a:r>
            <a:r>
              <a:rPr dirty="0" sz="4600" spc="-20"/>
              <a:t>new</a:t>
            </a:r>
            <a:r>
              <a:rPr dirty="0" sz="4600" spc="-195"/>
              <a:t> </a:t>
            </a:r>
            <a:r>
              <a:rPr dirty="0" sz="4600" spc="-20"/>
              <a:t>data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1592560" cy="282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800">
                <a:latin typeface="Calibri"/>
                <a:cs typeface="Calibri"/>
              </a:rPr>
              <a:t>Further</a:t>
            </a:r>
            <a:r>
              <a:rPr dirty="0" sz="3800" spc="-25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train</a:t>
            </a:r>
            <a:r>
              <a:rPr dirty="0" sz="3800" spc="10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all</a:t>
            </a:r>
            <a:r>
              <a:rPr dirty="0" sz="3800" spc="-5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the</a:t>
            </a:r>
            <a:r>
              <a:rPr dirty="0" sz="3800" spc="-10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parameters</a:t>
            </a:r>
            <a:r>
              <a:rPr dirty="0" sz="3800" spc="-5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of</a:t>
            </a:r>
            <a:r>
              <a:rPr dirty="0" sz="3800" spc="-5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model</a:t>
            </a:r>
            <a:r>
              <a:rPr dirty="0" sz="3800" spc="-10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on</a:t>
            </a:r>
            <a:r>
              <a:rPr dirty="0" sz="3800" spc="10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new</a:t>
            </a:r>
            <a:r>
              <a:rPr dirty="0" sz="3800" spc="15">
                <a:latin typeface="Calibri"/>
                <a:cs typeface="Calibri"/>
              </a:rPr>
              <a:t> </a:t>
            </a:r>
            <a:r>
              <a:rPr dirty="0" sz="3800" spc="-20"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  <a:p>
            <a:pPr lvl="1" marL="1037590" marR="297815" indent="-548640">
              <a:lnSpc>
                <a:spcPts val="3600"/>
              </a:lnSpc>
              <a:spcBef>
                <a:spcPts val="560"/>
              </a:spcBef>
              <a:buClr>
                <a:srgbClr val="E48312"/>
              </a:buClr>
              <a:buFont typeface="Arial"/>
              <a:buChar char="•"/>
              <a:tabLst>
                <a:tab pos="1037590" algn="l"/>
              </a:tabLst>
            </a:pPr>
            <a:r>
              <a:rPr dirty="0" sz="3400">
                <a:latin typeface="Calibri"/>
                <a:cs typeface="Calibri"/>
              </a:rPr>
              <a:t>using</a:t>
            </a:r>
            <a:r>
              <a:rPr dirty="0" sz="3400" spc="-13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the</a:t>
            </a:r>
            <a:r>
              <a:rPr dirty="0" sz="3400" spc="-13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same</a:t>
            </a:r>
            <a:r>
              <a:rPr dirty="0" sz="3400" spc="-13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method</a:t>
            </a:r>
            <a:r>
              <a:rPr dirty="0" sz="3400" spc="-12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(word</a:t>
            </a:r>
            <a:r>
              <a:rPr dirty="0" sz="3400" spc="-12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prediction)</a:t>
            </a:r>
            <a:r>
              <a:rPr dirty="0" sz="3400" spc="-114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and</a:t>
            </a:r>
            <a:r>
              <a:rPr dirty="0" sz="3400" spc="-1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loss</a:t>
            </a:r>
            <a:r>
              <a:rPr dirty="0" sz="3400" spc="-114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function </a:t>
            </a:r>
            <a:r>
              <a:rPr dirty="0" sz="3400" spc="-35">
                <a:latin typeface="Calibri"/>
                <a:cs typeface="Calibri"/>
              </a:rPr>
              <a:t>(cross-</a:t>
            </a:r>
            <a:r>
              <a:rPr dirty="0" sz="3400" spc="-20">
                <a:latin typeface="Calibri"/>
                <a:cs typeface="Calibri"/>
              </a:rPr>
              <a:t>entropy</a:t>
            </a:r>
            <a:r>
              <a:rPr dirty="0" sz="3400" spc="-10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loss)</a:t>
            </a:r>
            <a:r>
              <a:rPr dirty="0" sz="3400" spc="-8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as</a:t>
            </a:r>
            <a:r>
              <a:rPr dirty="0" sz="3400" spc="-8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for</a:t>
            </a:r>
            <a:r>
              <a:rPr dirty="0" sz="3400" spc="-9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pretraining.</a:t>
            </a:r>
            <a:endParaRPr sz="3400">
              <a:latin typeface="Calibri"/>
              <a:cs typeface="Calibri"/>
            </a:endParaRPr>
          </a:p>
          <a:p>
            <a:pPr lvl="1" marL="1036955" indent="-548005">
              <a:lnSpc>
                <a:spcPct val="100000"/>
              </a:lnSpc>
              <a:spcBef>
                <a:spcPts val="175"/>
              </a:spcBef>
              <a:buClr>
                <a:srgbClr val="E48312"/>
              </a:buClr>
              <a:buFont typeface="Arial"/>
              <a:buChar char="•"/>
              <a:tabLst>
                <a:tab pos="1036955" algn="l"/>
              </a:tabLst>
            </a:pPr>
            <a:r>
              <a:rPr dirty="0" sz="3400">
                <a:latin typeface="Calibri"/>
                <a:cs typeface="Calibri"/>
              </a:rPr>
              <a:t>as</a:t>
            </a:r>
            <a:r>
              <a:rPr dirty="0" sz="3400" spc="-8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if</a:t>
            </a:r>
            <a:r>
              <a:rPr dirty="0" sz="3400" spc="-9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the</a:t>
            </a:r>
            <a:r>
              <a:rPr dirty="0" sz="3400" spc="-10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new</a:t>
            </a:r>
            <a:r>
              <a:rPr dirty="0" sz="3400" spc="-10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data</a:t>
            </a:r>
            <a:r>
              <a:rPr dirty="0" sz="3400" spc="-10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were</a:t>
            </a:r>
            <a:r>
              <a:rPr dirty="0" sz="3400" spc="-10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at</a:t>
            </a:r>
            <a:r>
              <a:rPr dirty="0" sz="3400" spc="-9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the</a:t>
            </a:r>
            <a:r>
              <a:rPr dirty="0" sz="3400" spc="-10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tail</a:t>
            </a:r>
            <a:r>
              <a:rPr dirty="0" sz="3400" spc="-9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end</a:t>
            </a:r>
            <a:r>
              <a:rPr dirty="0" sz="3400" spc="-9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of</a:t>
            </a:r>
            <a:r>
              <a:rPr dirty="0" sz="3400" spc="-8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the</a:t>
            </a:r>
            <a:r>
              <a:rPr dirty="0" sz="3400" spc="-105">
                <a:latin typeface="Calibri"/>
                <a:cs typeface="Calibri"/>
              </a:rPr>
              <a:t> </a:t>
            </a:r>
            <a:r>
              <a:rPr dirty="0" sz="3400" spc="-30">
                <a:latin typeface="Calibri"/>
                <a:cs typeface="Calibri"/>
              </a:rPr>
              <a:t>pretraining</a:t>
            </a:r>
            <a:r>
              <a:rPr dirty="0" sz="3400" spc="-95">
                <a:latin typeface="Calibri"/>
                <a:cs typeface="Calibri"/>
              </a:rPr>
              <a:t> </a:t>
            </a:r>
            <a:r>
              <a:rPr dirty="0" sz="3400" spc="-20">
                <a:latin typeface="Calibri"/>
                <a:cs typeface="Calibri"/>
              </a:rPr>
              <a:t>data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19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800">
                <a:latin typeface="Calibri"/>
                <a:cs typeface="Calibri"/>
              </a:rPr>
              <a:t>Hence</a:t>
            </a:r>
            <a:r>
              <a:rPr dirty="0" sz="3800" spc="45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sometimes</a:t>
            </a:r>
            <a:r>
              <a:rPr dirty="0" sz="3800" spc="45">
                <a:latin typeface="Calibri"/>
                <a:cs typeface="Calibri"/>
              </a:rPr>
              <a:t> </a:t>
            </a:r>
            <a:r>
              <a:rPr dirty="0" sz="3800">
                <a:latin typeface="Calibri"/>
                <a:cs typeface="Calibri"/>
              </a:rPr>
              <a:t>called</a:t>
            </a:r>
            <a:r>
              <a:rPr dirty="0" sz="3800" spc="65">
                <a:latin typeface="Calibri"/>
                <a:cs typeface="Calibri"/>
              </a:rPr>
              <a:t> </a:t>
            </a:r>
            <a:r>
              <a:rPr dirty="0" sz="3800" b="1">
                <a:latin typeface="Calibri"/>
                <a:cs typeface="Calibri"/>
              </a:rPr>
              <a:t>continued</a:t>
            </a:r>
            <a:r>
              <a:rPr dirty="0" sz="3800" spc="45" b="1">
                <a:latin typeface="Calibri"/>
                <a:cs typeface="Calibri"/>
              </a:rPr>
              <a:t> </a:t>
            </a:r>
            <a:r>
              <a:rPr dirty="0" sz="3800" spc="-10" b="1">
                <a:latin typeface="Calibri"/>
                <a:cs typeface="Calibri"/>
              </a:rPr>
              <a:t>pretraining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265557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Finetuning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6531609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spc="-25" b="0">
                <a:solidFill>
                  <a:srgbClr val="A4001D"/>
                </a:solidFill>
                <a:latin typeface="Calibri"/>
                <a:cs typeface="Calibri"/>
              </a:rPr>
              <a:t>Evaluating</a:t>
            </a:r>
            <a:r>
              <a:rPr dirty="0" sz="4800" spc="-17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7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Language Models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Perplexity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1342" y="1691132"/>
            <a:ext cx="12025630" cy="336931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34925" marR="150495" indent="-10160">
              <a:lnSpc>
                <a:spcPts val="3910"/>
              </a:lnSpc>
              <a:spcBef>
                <a:spcPts val="570"/>
              </a:spcBef>
            </a:pP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dirty="0" sz="36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dirty="0" sz="36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6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404040"/>
                </a:solidFill>
                <a:latin typeface="Calibri"/>
                <a:cs typeface="Calibri"/>
              </a:rPr>
              <a:t>n-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gram</a:t>
            </a:r>
            <a:r>
              <a:rPr dirty="0" sz="36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404040"/>
                </a:solidFill>
                <a:latin typeface="Calibri"/>
                <a:cs typeface="Calibri"/>
              </a:rPr>
              <a:t>grammars,</a:t>
            </a:r>
            <a:r>
              <a:rPr dirty="0" sz="36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6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dirty="0" sz="36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perplexity</a:t>
            </a:r>
            <a:r>
              <a:rPr dirty="0" sz="36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6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measure</a:t>
            </a:r>
            <a:r>
              <a:rPr dirty="0" sz="36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25">
                <a:solidFill>
                  <a:srgbClr val="404040"/>
                </a:solidFill>
                <a:latin typeface="Calibri"/>
                <a:cs typeface="Calibri"/>
              </a:rPr>
              <a:t>how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well</a:t>
            </a:r>
            <a:r>
              <a:rPr dirty="0" sz="36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6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LM</a:t>
            </a:r>
            <a:r>
              <a:rPr dirty="0" sz="36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predicts</a:t>
            </a:r>
            <a:r>
              <a:rPr dirty="0" sz="36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unseen</a:t>
            </a:r>
            <a:r>
              <a:rPr dirty="0" sz="36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2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endParaRPr sz="3600">
              <a:latin typeface="Calibri"/>
              <a:cs typeface="Calibri"/>
            </a:endParaRPr>
          </a:p>
          <a:p>
            <a:pPr marL="34925" marR="17780" indent="-10160">
              <a:lnSpc>
                <a:spcPct val="88900"/>
              </a:lnSpc>
              <a:spcBef>
                <a:spcPts val="1310"/>
              </a:spcBef>
            </a:pP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6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perplexity</a:t>
            </a:r>
            <a:r>
              <a:rPr dirty="0" sz="36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6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6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6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θ</a:t>
            </a:r>
            <a:r>
              <a:rPr dirty="0" sz="36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36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dirty="0" sz="36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unseen</a:t>
            </a:r>
            <a:r>
              <a:rPr dirty="0" sz="36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test</a:t>
            </a:r>
            <a:r>
              <a:rPr dirty="0" sz="36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dirty="0" sz="36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6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6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404040"/>
                </a:solidFill>
                <a:latin typeface="Calibri"/>
                <a:cs typeface="Calibri"/>
              </a:rPr>
              <a:t>inverse probability</a:t>
            </a:r>
            <a:r>
              <a:rPr dirty="0" sz="3600" spc="-8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3600" spc="-8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θ</a:t>
            </a:r>
            <a:r>
              <a:rPr dirty="0" sz="3600" spc="-9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assigns</a:t>
            </a:r>
            <a:r>
              <a:rPr dirty="0" sz="3600" spc="-8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600" spc="-8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600" spc="-9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test</a:t>
            </a:r>
            <a:r>
              <a:rPr dirty="0" sz="3600" spc="-9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set,</a:t>
            </a:r>
            <a:r>
              <a:rPr dirty="0" sz="3600" spc="-8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404040"/>
                </a:solidFill>
                <a:latin typeface="Calibri"/>
                <a:cs typeface="Calibri"/>
              </a:rPr>
              <a:t>normalized</a:t>
            </a:r>
            <a:r>
              <a:rPr dirty="0" sz="3600" spc="-9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600" spc="-8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600" spc="-8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20" b="1">
                <a:solidFill>
                  <a:srgbClr val="404040"/>
                </a:solidFill>
                <a:latin typeface="Calibri"/>
                <a:cs typeface="Calibri"/>
              </a:rPr>
              <a:t>test </a:t>
            </a:r>
            <a:r>
              <a:rPr dirty="0" sz="3600" b="1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dirty="0" sz="3600" spc="-8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404040"/>
                </a:solidFill>
                <a:latin typeface="Calibri"/>
                <a:cs typeface="Calibri"/>
              </a:rPr>
              <a:t>length.</a:t>
            </a:r>
            <a:endParaRPr sz="36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885"/>
              </a:spcBef>
            </a:pP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6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6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test</a:t>
            </a:r>
            <a:r>
              <a:rPr dirty="0" sz="36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dirty="0" sz="36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6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i="1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dirty="0" sz="3600" spc="-65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404040"/>
                </a:solidFill>
                <a:latin typeface="Calibri"/>
                <a:cs typeface="Calibri"/>
              </a:rPr>
              <a:t>tokens</a:t>
            </a:r>
            <a:r>
              <a:rPr dirty="0" sz="36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i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-18518" sz="3600">
                <a:solidFill>
                  <a:srgbClr val="404040"/>
                </a:solidFill>
                <a:latin typeface="Calibri"/>
                <a:cs typeface="Calibri"/>
              </a:rPr>
              <a:t>1:</a:t>
            </a:r>
            <a:r>
              <a:rPr dirty="0" baseline="-18518" sz="3600" i="1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dirty="0" baseline="-18518" sz="3600" spc="307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6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perplexity</a:t>
            </a:r>
            <a:r>
              <a:rPr dirty="0" sz="36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6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600" spc="-5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2176" y="6058653"/>
            <a:ext cx="199390" cy="427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50" i="1">
                <a:latin typeface="Calibri"/>
                <a:cs typeface="Calibri"/>
              </a:rPr>
              <a:t>q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2732" y="6018836"/>
            <a:ext cx="2897505" cy="427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746885" algn="l"/>
                <a:tab pos="2457450" algn="l"/>
              </a:tabLst>
            </a:pPr>
            <a:r>
              <a:rPr dirty="0" baseline="1068" sz="3900" spc="-37">
                <a:latin typeface="Times New Roman"/>
                <a:cs typeface="Times New Roman"/>
              </a:rPr>
              <a:t>1:</a:t>
            </a:r>
            <a:r>
              <a:rPr dirty="0" baseline="1068" sz="3900" spc="-37" i="1">
                <a:latin typeface="Times New Roman"/>
                <a:cs typeface="Times New Roman"/>
              </a:rPr>
              <a:t>n</a:t>
            </a:r>
            <a:r>
              <a:rPr dirty="0" baseline="1068" sz="3900" i="1">
                <a:latin typeface="Times New Roman"/>
                <a:cs typeface="Times New Roman"/>
              </a:rPr>
              <a:t>	</a:t>
            </a:r>
            <a:r>
              <a:rPr dirty="0" sz="2600" spc="-50" i="1">
                <a:latin typeface="Calibri"/>
                <a:cs typeface="Calibri"/>
              </a:rPr>
              <a:t>q</a:t>
            </a:r>
            <a:r>
              <a:rPr dirty="0" sz="2600" i="1">
                <a:latin typeface="Calibri"/>
                <a:cs typeface="Calibri"/>
              </a:rPr>
              <a:t>	</a:t>
            </a:r>
            <a:r>
              <a:rPr dirty="0" baseline="1068" sz="3900" spc="-37">
                <a:latin typeface="Times New Roman"/>
                <a:cs typeface="Times New Roman"/>
              </a:rPr>
              <a:t>1:</a:t>
            </a:r>
            <a:r>
              <a:rPr dirty="0" baseline="1068" sz="3900" spc="-37" i="1">
                <a:latin typeface="Times New Roman"/>
                <a:cs typeface="Times New Roman"/>
              </a:rPr>
              <a:t>n</a:t>
            </a:r>
            <a:endParaRPr baseline="1068" sz="3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4967" y="5826417"/>
            <a:ext cx="5652770" cy="568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019425" algn="l"/>
                <a:tab pos="5464175" algn="l"/>
              </a:tabLst>
            </a:pPr>
            <a:r>
              <a:rPr dirty="0" sz="3550">
                <a:latin typeface="Times New Roman"/>
                <a:cs typeface="Times New Roman"/>
              </a:rPr>
              <a:t>Perplexity</a:t>
            </a:r>
            <a:r>
              <a:rPr dirty="0" sz="3550" spc="800">
                <a:latin typeface="Times New Roman"/>
                <a:cs typeface="Times New Roman"/>
              </a:rPr>
              <a:t> </a:t>
            </a:r>
            <a:r>
              <a:rPr dirty="0" sz="3550" spc="-25">
                <a:latin typeface="Tahoma"/>
                <a:cs typeface="Tahoma"/>
              </a:rPr>
              <a:t>(</a:t>
            </a:r>
            <a:r>
              <a:rPr dirty="0" sz="3550" spc="-25" i="1">
                <a:latin typeface="Times New Roman"/>
                <a:cs typeface="Times New Roman"/>
              </a:rPr>
              <a:t>w</a:t>
            </a:r>
            <a:r>
              <a:rPr dirty="0" sz="3550" i="1">
                <a:latin typeface="Times New Roman"/>
                <a:cs typeface="Times New Roman"/>
              </a:rPr>
              <a:t>	</a:t>
            </a:r>
            <a:r>
              <a:rPr dirty="0" sz="3550">
                <a:latin typeface="Tahoma"/>
                <a:cs typeface="Tahoma"/>
              </a:rPr>
              <a:t>)</a:t>
            </a:r>
            <a:r>
              <a:rPr dirty="0" sz="3550" spc="-55">
                <a:latin typeface="Tahoma"/>
                <a:cs typeface="Tahoma"/>
              </a:rPr>
              <a:t>  </a:t>
            </a:r>
            <a:r>
              <a:rPr dirty="0" sz="3550" spc="155">
                <a:latin typeface="Tahoma"/>
                <a:cs typeface="Tahoma"/>
              </a:rPr>
              <a:t>=</a:t>
            </a:r>
            <a:r>
              <a:rPr dirty="0" sz="3550" spc="-45">
                <a:latin typeface="Tahoma"/>
                <a:cs typeface="Tahoma"/>
              </a:rPr>
              <a:t>  </a:t>
            </a:r>
            <a:r>
              <a:rPr dirty="0" sz="3550" i="1">
                <a:latin typeface="Times New Roman"/>
                <a:cs typeface="Times New Roman"/>
              </a:rPr>
              <a:t>P</a:t>
            </a:r>
            <a:r>
              <a:rPr dirty="0" sz="3550" spc="525" i="1">
                <a:latin typeface="Times New Roman"/>
                <a:cs typeface="Times New Roman"/>
              </a:rPr>
              <a:t> </a:t>
            </a:r>
            <a:r>
              <a:rPr dirty="0" sz="3550" spc="-25">
                <a:latin typeface="Tahoma"/>
                <a:cs typeface="Tahoma"/>
              </a:rPr>
              <a:t>(</a:t>
            </a:r>
            <a:r>
              <a:rPr dirty="0" sz="3550" spc="-25" i="1">
                <a:latin typeface="Times New Roman"/>
                <a:cs typeface="Times New Roman"/>
              </a:rPr>
              <a:t>w</a:t>
            </a:r>
            <a:r>
              <a:rPr dirty="0" sz="3550" i="1">
                <a:latin typeface="Times New Roman"/>
                <a:cs typeface="Times New Roman"/>
              </a:rPr>
              <a:t>	</a:t>
            </a:r>
            <a:r>
              <a:rPr dirty="0" sz="3550" spc="-50">
                <a:latin typeface="Tahoma"/>
                <a:cs typeface="Tahoma"/>
              </a:rPr>
              <a:t>)</a:t>
            </a:r>
            <a:endParaRPr sz="35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42060" y="5757195"/>
            <a:ext cx="285115" cy="427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305" i="1">
                <a:latin typeface="DejaVu Sans Condensed"/>
                <a:cs typeface="DejaVu Sans Condensed"/>
              </a:rPr>
              <a:t>—</a:t>
            </a:r>
            <a:endParaRPr sz="2600">
              <a:latin typeface="DejaVu Sans Condensed"/>
              <a:cs typeface="DejaVu Sans Condense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55489" y="5688672"/>
            <a:ext cx="161290" cy="5988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235"/>
              </a:lnSpc>
              <a:spcBef>
                <a:spcPts val="135"/>
              </a:spcBef>
            </a:pPr>
            <a:r>
              <a:rPr dirty="0" u="heavy" sz="21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ts val="2235"/>
              </a:lnSpc>
            </a:pPr>
            <a:r>
              <a:rPr dirty="0" sz="2100" spc="-50" i="1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72966" y="6163831"/>
            <a:ext cx="327025" cy="568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3550" spc="-1115">
                <a:latin typeface="BIZ UDGothic"/>
                <a:cs typeface="BIZ UDGothic"/>
              </a:rPr>
              <a:t>s</a:t>
            </a:r>
            <a:r>
              <a:rPr dirty="0" baseline="-129629" sz="3150" spc="315" i="1">
                <a:latin typeface="Times New Roman"/>
                <a:cs typeface="Times New Roman"/>
              </a:rPr>
              <a:t>n</a:t>
            </a:r>
            <a:endParaRPr baseline="-129629" sz="3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62016" y="6619801"/>
            <a:ext cx="1662430" cy="0"/>
          </a:xfrm>
          <a:custGeom>
            <a:avLst/>
            <a:gdLst/>
            <a:ahLst/>
            <a:cxnLst/>
            <a:rect l="l" t="t" r="r" b="b"/>
            <a:pathLst>
              <a:path w="1662429" h="0">
                <a:moveTo>
                  <a:pt x="0" y="0"/>
                </a:moveTo>
                <a:lnTo>
                  <a:pt x="1661977" y="0"/>
                </a:lnTo>
              </a:path>
            </a:pathLst>
          </a:custGeom>
          <a:ln w="180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367344" y="6959334"/>
            <a:ext cx="375920" cy="568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50" spc="105">
                <a:latin typeface="Tahoma"/>
                <a:cs typeface="Tahoma"/>
              </a:rPr>
              <a:t>=</a:t>
            </a:r>
            <a:endParaRPr sz="35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78054" y="6579475"/>
            <a:ext cx="1630045" cy="125857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  <a:tabLst>
                <a:tab pos="701675" algn="l"/>
                <a:tab pos="1591310" algn="l"/>
              </a:tabLst>
            </a:pPr>
            <a:r>
              <a:rPr dirty="0" u="sng" sz="35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355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35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35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95"/>
              </a:spcBef>
            </a:pPr>
            <a:r>
              <a:rPr dirty="0" sz="3550" spc="-215" i="1">
                <a:latin typeface="Times New Roman"/>
                <a:cs typeface="Times New Roman"/>
              </a:rPr>
              <a:t>P</a:t>
            </a:r>
            <a:r>
              <a:rPr dirty="0" baseline="-12820" sz="3900" spc="-322" i="1">
                <a:latin typeface="Calibri"/>
                <a:cs typeface="Calibri"/>
              </a:rPr>
              <a:t>q</a:t>
            </a:r>
            <a:r>
              <a:rPr dirty="0" baseline="-12820" sz="3900" spc="-150" i="1">
                <a:latin typeface="Calibri"/>
                <a:cs typeface="Calibri"/>
              </a:rPr>
              <a:t> </a:t>
            </a:r>
            <a:r>
              <a:rPr dirty="0" sz="3550" spc="-10">
                <a:latin typeface="Tahoma"/>
                <a:cs typeface="Tahoma"/>
              </a:rPr>
              <a:t>(</a:t>
            </a:r>
            <a:r>
              <a:rPr dirty="0" sz="3550" spc="-10" i="1">
                <a:latin typeface="Times New Roman"/>
                <a:cs typeface="Times New Roman"/>
              </a:rPr>
              <a:t>w</a:t>
            </a:r>
            <a:r>
              <a:rPr dirty="0" baseline="-11752" sz="3900" spc="-15">
                <a:latin typeface="Times New Roman"/>
                <a:cs typeface="Times New Roman"/>
              </a:rPr>
              <a:t>1:</a:t>
            </a:r>
            <a:r>
              <a:rPr dirty="0" baseline="-11752" sz="3900" spc="-15" i="1">
                <a:latin typeface="Times New Roman"/>
                <a:cs typeface="Times New Roman"/>
              </a:rPr>
              <a:t>n</a:t>
            </a:r>
            <a:r>
              <a:rPr dirty="0" sz="3550" spc="-10">
                <a:latin typeface="Tahoma"/>
                <a:cs typeface="Tahoma"/>
              </a:rPr>
              <a:t>)</a:t>
            </a:r>
            <a:endParaRPr sz="3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3204" y="265683"/>
            <a:ext cx="1287589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45">
                <a:solidFill>
                  <a:srgbClr val="595959"/>
                </a:solidFill>
              </a:rPr>
              <a:t>Why</a:t>
            </a:r>
            <a:r>
              <a:rPr dirty="0" sz="4600" spc="-185">
                <a:solidFill>
                  <a:srgbClr val="595959"/>
                </a:solidFill>
              </a:rPr>
              <a:t> </a:t>
            </a:r>
            <a:r>
              <a:rPr dirty="0" sz="4600" spc="-75">
                <a:solidFill>
                  <a:srgbClr val="595959"/>
                </a:solidFill>
              </a:rPr>
              <a:t>perplexity</a:t>
            </a:r>
            <a:r>
              <a:rPr dirty="0" sz="4600" spc="-180">
                <a:solidFill>
                  <a:srgbClr val="595959"/>
                </a:solidFill>
              </a:rPr>
              <a:t> </a:t>
            </a:r>
            <a:r>
              <a:rPr dirty="0" sz="4600" spc="-70">
                <a:solidFill>
                  <a:srgbClr val="595959"/>
                </a:solidFill>
              </a:rPr>
              <a:t>instead</a:t>
            </a:r>
            <a:r>
              <a:rPr dirty="0" sz="4600" spc="-180">
                <a:solidFill>
                  <a:srgbClr val="595959"/>
                </a:solidFill>
              </a:rPr>
              <a:t> </a:t>
            </a:r>
            <a:r>
              <a:rPr dirty="0" sz="4600">
                <a:solidFill>
                  <a:srgbClr val="595959"/>
                </a:solidFill>
              </a:rPr>
              <a:t>of</a:t>
            </a:r>
            <a:r>
              <a:rPr dirty="0" sz="4600" spc="-175">
                <a:solidFill>
                  <a:srgbClr val="595959"/>
                </a:solidFill>
              </a:rPr>
              <a:t> </a:t>
            </a:r>
            <a:r>
              <a:rPr dirty="0" sz="4600" spc="-70">
                <a:solidFill>
                  <a:srgbClr val="595959"/>
                </a:solidFill>
              </a:rPr>
              <a:t>raw</a:t>
            </a:r>
            <a:r>
              <a:rPr dirty="0" sz="4600" spc="-185">
                <a:solidFill>
                  <a:srgbClr val="595959"/>
                </a:solidFill>
              </a:rPr>
              <a:t> </a:t>
            </a:r>
            <a:r>
              <a:rPr dirty="0" sz="4600" spc="-65">
                <a:solidFill>
                  <a:srgbClr val="595959"/>
                </a:solidFill>
              </a:rPr>
              <a:t>probability</a:t>
            </a:r>
            <a:r>
              <a:rPr dirty="0" sz="4600" spc="-180">
                <a:solidFill>
                  <a:srgbClr val="595959"/>
                </a:solidFill>
              </a:rPr>
              <a:t> </a:t>
            </a:r>
            <a:r>
              <a:rPr dirty="0" sz="4600">
                <a:solidFill>
                  <a:srgbClr val="595959"/>
                </a:solidFill>
              </a:rPr>
              <a:t>of</a:t>
            </a:r>
            <a:r>
              <a:rPr dirty="0" sz="4600" spc="-175">
                <a:solidFill>
                  <a:srgbClr val="595959"/>
                </a:solidFill>
              </a:rPr>
              <a:t> </a:t>
            </a:r>
            <a:r>
              <a:rPr dirty="0" sz="4600" spc="-20">
                <a:solidFill>
                  <a:srgbClr val="595959"/>
                </a:solidFill>
              </a:rPr>
              <a:t>the</a:t>
            </a:r>
            <a:r>
              <a:rPr dirty="0" sz="4600" spc="-185">
                <a:solidFill>
                  <a:srgbClr val="595959"/>
                </a:solidFill>
              </a:rPr>
              <a:t> </a:t>
            </a:r>
            <a:r>
              <a:rPr dirty="0" sz="4600" spc="-65">
                <a:solidFill>
                  <a:srgbClr val="595959"/>
                </a:solidFill>
              </a:rPr>
              <a:t>test</a:t>
            </a:r>
            <a:r>
              <a:rPr dirty="0" sz="4600" spc="-175">
                <a:solidFill>
                  <a:srgbClr val="595959"/>
                </a:solidFill>
              </a:rPr>
              <a:t> </a:t>
            </a:r>
            <a:r>
              <a:rPr dirty="0" sz="4600" spc="-20">
                <a:solidFill>
                  <a:srgbClr val="595959"/>
                </a:solidFill>
              </a:rPr>
              <a:t>set?</a:t>
            </a:r>
            <a:endParaRPr sz="4600"/>
          </a:p>
        </p:txBody>
      </p:sp>
      <p:sp>
        <p:nvSpPr>
          <p:cNvPr id="2" name="object 2"/>
          <p:cNvSpPr txBox="1"/>
          <p:nvPr/>
        </p:nvSpPr>
        <p:spPr>
          <a:xfrm>
            <a:off x="1669033" y="1631187"/>
            <a:ext cx="11848465" cy="435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 spc="-25">
                <a:solidFill>
                  <a:srgbClr val="595959"/>
                </a:solidFill>
                <a:latin typeface="Calibri"/>
                <a:cs typeface="Calibri"/>
              </a:rPr>
              <a:t>Probability</a:t>
            </a:r>
            <a:r>
              <a:rPr dirty="0" sz="3400" spc="-1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depends</a:t>
            </a:r>
            <a:r>
              <a:rPr dirty="0" sz="3400" spc="-1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dirty="0" sz="3400" spc="-1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size</a:t>
            </a:r>
            <a:r>
              <a:rPr dirty="0" sz="3400" spc="-1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dirty="0" sz="3400" spc="-114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test</a:t>
            </a:r>
            <a:r>
              <a:rPr dirty="0" sz="3400" spc="-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endParaRPr sz="3400">
              <a:latin typeface="Calibri"/>
              <a:cs typeface="Calibri"/>
            </a:endParaRPr>
          </a:p>
          <a:p>
            <a:pPr lvl="1" marL="1195705" indent="-548640">
              <a:lnSpc>
                <a:spcPct val="100000"/>
              </a:lnSpc>
              <a:spcBef>
                <a:spcPts val="114"/>
              </a:spcBef>
              <a:buClr>
                <a:srgbClr val="E48312"/>
              </a:buClr>
              <a:buFont typeface="Arial"/>
              <a:buChar char="•"/>
              <a:tabLst>
                <a:tab pos="1195705" algn="l"/>
              </a:tabLst>
            </a:pP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Probability</a:t>
            </a:r>
            <a:r>
              <a:rPr dirty="0" sz="29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gets</a:t>
            </a:r>
            <a:r>
              <a:rPr dirty="0" sz="29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smaller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longer</a:t>
            </a:r>
            <a:r>
              <a:rPr dirty="0" sz="29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2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endParaRPr sz="2900">
              <a:latin typeface="Calibri"/>
              <a:cs typeface="Calibri"/>
            </a:endParaRPr>
          </a:p>
          <a:p>
            <a:pPr lvl="1" marL="1195705" indent="-548640">
              <a:lnSpc>
                <a:spcPct val="100000"/>
              </a:lnSpc>
              <a:spcBef>
                <a:spcPts val="215"/>
              </a:spcBef>
              <a:buClr>
                <a:srgbClr val="E48312"/>
              </a:buClr>
              <a:buFont typeface="Arial"/>
              <a:buChar char="•"/>
              <a:tabLst>
                <a:tab pos="1195705" algn="l"/>
              </a:tabLst>
            </a:pP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Better: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metric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dirty="0" sz="2900" spc="-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30" b="1">
                <a:solidFill>
                  <a:srgbClr val="595959"/>
                </a:solidFill>
                <a:latin typeface="Calibri"/>
                <a:cs typeface="Calibri"/>
              </a:rPr>
              <a:t>per-</a:t>
            </a:r>
            <a:r>
              <a:rPr dirty="0" sz="2900" spc="-10" b="1">
                <a:solidFill>
                  <a:srgbClr val="595959"/>
                </a:solidFill>
                <a:latin typeface="Calibri"/>
                <a:cs typeface="Calibri"/>
              </a:rPr>
              <a:t>word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dirty="0" sz="2900" spc="-8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normalized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length</a:t>
            </a:r>
            <a:endParaRPr sz="2900">
              <a:latin typeface="Calibri"/>
              <a:cs typeface="Calibri"/>
            </a:endParaRPr>
          </a:p>
          <a:p>
            <a:pPr marL="561340" marR="5080" indent="-548640">
              <a:lnSpc>
                <a:spcPts val="3700"/>
              </a:lnSpc>
              <a:spcBef>
                <a:spcPts val="1380"/>
              </a:spcBef>
              <a:buClr>
                <a:srgbClr val="E48312"/>
              </a:buClr>
              <a:buFont typeface="Arial"/>
              <a:buChar char="•"/>
              <a:tabLst>
                <a:tab pos="561340" algn="l"/>
              </a:tabLst>
            </a:pPr>
            <a:r>
              <a:rPr dirty="0" sz="3400" spc="-30" b="1">
                <a:solidFill>
                  <a:srgbClr val="595959"/>
                </a:solidFill>
                <a:latin typeface="Calibri"/>
                <a:cs typeface="Calibri"/>
              </a:rPr>
              <a:t>Perplexity</a:t>
            </a:r>
            <a:r>
              <a:rPr dirty="0" sz="3400" spc="-105" b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dirty="0" sz="34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3400" spc="-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595959"/>
                </a:solidFill>
                <a:latin typeface="Calibri"/>
                <a:cs typeface="Calibri"/>
              </a:rPr>
              <a:t>inverse</a:t>
            </a:r>
            <a:r>
              <a:rPr dirty="0" sz="3400" spc="-1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probability</a:t>
            </a:r>
            <a:r>
              <a:rPr dirty="0" sz="3400" spc="-1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dirty="0" sz="3400" spc="-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3400" spc="-1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test</a:t>
            </a:r>
            <a:r>
              <a:rPr dirty="0" sz="34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set,</a:t>
            </a:r>
            <a:r>
              <a:rPr dirty="0" sz="34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595959"/>
                </a:solidFill>
                <a:latin typeface="Calibri"/>
                <a:cs typeface="Calibri"/>
              </a:rPr>
              <a:t>normalized</a:t>
            </a:r>
            <a:r>
              <a:rPr dirty="0" sz="34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595959"/>
                </a:solidFill>
                <a:latin typeface="Calibri"/>
                <a:cs typeface="Calibri"/>
              </a:rPr>
              <a:t>by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34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number</a:t>
            </a:r>
            <a:r>
              <a:rPr dirty="0" sz="3400" spc="-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dirty="0" sz="3400" spc="-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words</a:t>
            </a:r>
            <a:endParaRPr sz="3400">
              <a:latin typeface="Calibri"/>
              <a:cs typeface="Calibri"/>
            </a:endParaRPr>
          </a:p>
          <a:p>
            <a:pPr marL="647065" marR="548640">
              <a:lnSpc>
                <a:spcPts val="3000"/>
              </a:lnSpc>
              <a:spcBef>
                <a:spcPts val="555"/>
              </a:spcBef>
            </a:pP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(The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20">
                <a:solidFill>
                  <a:srgbClr val="595959"/>
                </a:solidFill>
                <a:latin typeface="Calibri"/>
                <a:cs typeface="Calibri"/>
              </a:rPr>
              <a:t>inverse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comes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dirty="0" sz="2900" spc="-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original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definition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dirty="0" sz="2900" spc="-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perplexity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dirty="0" sz="2900" spc="-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cross-entropy</a:t>
            </a:r>
            <a:r>
              <a:rPr dirty="0" sz="29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rate</a:t>
            </a:r>
            <a:r>
              <a:rPr dirty="0" sz="2900" spc="-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dirty="0" sz="29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2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dirty="0" sz="29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theory)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900">
              <a:latin typeface="Calibri"/>
              <a:cs typeface="Calibri"/>
            </a:endParaRPr>
          </a:p>
          <a:p>
            <a:pPr marL="647065">
              <a:lnSpc>
                <a:spcPct val="100000"/>
              </a:lnSpc>
            </a:pP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Probability</a:t>
            </a:r>
            <a:r>
              <a:rPr dirty="0" sz="2900" spc="-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range</a:t>
            </a:r>
            <a:r>
              <a:rPr dirty="0" sz="2900" spc="-8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dirty="0" sz="2900" spc="4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[0,1],</a:t>
            </a:r>
            <a:r>
              <a:rPr dirty="0" sz="2900" spc="-8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perplexity</a:t>
            </a:r>
            <a:r>
              <a:rPr dirty="0" sz="2900" spc="-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range</a:t>
            </a:r>
            <a:r>
              <a:rPr dirty="0" sz="2900" spc="-7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dirty="0" sz="29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595959"/>
                </a:solidFill>
                <a:latin typeface="Calibri"/>
                <a:cs typeface="Calibri"/>
              </a:rPr>
              <a:t>[1,∞]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Perplexity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692147"/>
            <a:ext cx="12327255" cy="442976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561340" marR="848994" indent="-548640">
              <a:lnSpc>
                <a:spcPts val="3600"/>
              </a:lnSpc>
              <a:spcBef>
                <a:spcPts val="620"/>
              </a:spcBef>
              <a:buClr>
                <a:srgbClr val="E48312"/>
              </a:buClr>
              <a:buFont typeface="Arial"/>
              <a:buChar char="•"/>
              <a:tabLst>
                <a:tab pos="56134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higher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probability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sequence,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lower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perplexity.</a:t>
            </a:r>
            <a:endParaRPr sz="3400">
              <a:latin typeface="Calibri"/>
              <a:cs typeface="Calibri"/>
            </a:endParaRPr>
          </a:p>
          <a:p>
            <a:pPr marL="561340" marR="5080" indent="-548640">
              <a:lnSpc>
                <a:spcPts val="3579"/>
              </a:lnSpc>
              <a:spcBef>
                <a:spcPts val="1430"/>
              </a:spcBef>
              <a:buClr>
                <a:srgbClr val="E48312"/>
              </a:buClr>
              <a:buFont typeface="Arial"/>
              <a:buChar char="•"/>
              <a:tabLst>
                <a:tab pos="56134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Thus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lower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perplexity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data,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better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model.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00"/>
              </a:spcBef>
              <a:buClr>
                <a:srgbClr val="E48312"/>
              </a:buClr>
              <a:buFont typeface="Arial"/>
              <a:buChar char="•"/>
              <a:tabLst>
                <a:tab pos="560705" algn="l"/>
              </a:tabLst>
            </a:pPr>
            <a:r>
              <a:rPr dirty="0" sz="3400" spc="-20" b="1">
                <a:solidFill>
                  <a:srgbClr val="0200FF"/>
                </a:solidFill>
                <a:latin typeface="Calibri"/>
                <a:cs typeface="Calibri"/>
              </a:rPr>
              <a:t>Minimizing</a:t>
            </a:r>
            <a:r>
              <a:rPr dirty="0" sz="3400" spc="-110" b="1">
                <a:solidFill>
                  <a:srgbClr val="0200FF"/>
                </a:solidFill>
                <a:latin typeface="Calibri"/>
                <a:cs typeface="Calibri"/>
              </a:rPr>
              <a:t> </a:t>
            </a:r>
            <a:r>
              <a:rPr dirty="0" sz="3400" spc="-25" b="1">
                <a:solidFill>
                  <a:srgbClr val="0200FF"/>
                </a:solidFill>
                <a:latin typeface="Calibri"/>
                <a:cs typeface="Calibri"/>
              </a:rPr>
              <a:t>perplexity</a:t>
            </a:r>
            <a:r>
              <a:rPr dirty="0" sz="3400" spc="-100" b="1">
                <a:solidFill>
                  <a:srgbClr val="0200FF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0200FF"/>
                </a:solidFill>
                <a:latin typeface="Calibri"/>
                <a:cs typeface="Calibri"/>
              </a:rPr>
              <a:t>is</a:t>
            </a:r>
            <a:r>
              <a:rPr dirty="0" sz="3400" spc="-105" b="1">
                <a:solidFill>
                  <a:srgbClr val="0200FF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0200FF"/>
                </a:solidFill>
                <a:latin typeface="Calibri"/>
                <a:cs typeface="Calibri"/>
              </a:rPr>
              <a:t>the</a:t>
            </a:r>
            <a:r>
              <a:rPr dirty="0" sz="3400" spc="-105" b="1">
                <a:solidFill>
                  <a:srgbClr val="0200FF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0200FF"/>
                </a:solidFill>
                <a:latin typeface="Calibri"/>
                <a:cs typeface="Calibri"/>
              </a:rPr>
              <a:t>same</a:t>
            </a:r>
            <a:r>
              <a:rPr dirty="0" sz="3400" spc="-100" b="1">
                <a:solidFill>
                  <a:srgbClr val="0200FF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0200FF"/>
                </a:solidFill>
                <a:latin typeface="Calibri"/>
                <a:cs typeface="Calibri"/>
              </a:rPr>
              <a:t>as</a:t>
            </a:r>
            <a:r>
              <a:rPr dirty="0" sz="3400" spc="-105" b="1">
                <a:solidFill>
                  <a:srgbClr val="0200FF"/>
                </a:solidFill>
                <a:latin typeface="Calibri"/>
                <a:cs typeface="Calibri"/>
              </a:rPr>
              <a:t> </a:t>
            </a:r>
            <a:r>
              <a:rPr dirty="0" sz="3400" spc="-20" b="1">
                <a:solidFill>
                  <a:srgbClr val="0200FF"/>
                </a:solidFill>
                <a:latin typeface="Calibri"/>
                <a:cs typeface="Calibri"/>
              </a:rPr>
              <a:t>maximizing</a:t>
            </a:r>
            <a:r>
              <a:rPr dirty="0" sz="3400" spc="-105" b="1">
                <a:solidFill>
                  <a:srgbClr val="0200FF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0200FF"/>
                </a:solidFill>
                <a:latin typeface="Calibri"/>
                <a:cs typeface="Calibri"/>
              </a:rPr>
              <a:t>probability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75"/>
              </a:spcBef>
            </a:pPr>
            <a:endParaRPr sz="3400">
              <a:latin typeface="Calibri"/>
              <a:cs typeface="Calibri"/>
            </a:endParaRPr>
          </a:p>
          <a:p>
            <a:pPr marL="22225" marR="394335" indent="-10160">
              <a:lnSpc>
                <a:spcPts val="3600"/>
              </a:lnSpc>
              <a:spcBef>
                <a:spcPts val="5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Also:</a:t>
            </a:r>
            <a:r>
              <a:rPr dirty="0" sz="34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perplexity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sensitive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40">
                <a:solidFill>
                  <a:srgbClr val="404040"/>
                </a:solidFill>
                <a:latin typeface="Calibri"/>
                <a:cs typeface="Calibri"/>
              </a:rPr>
              <a:t>length/tokenization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when comparing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LMs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tokenizer.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Many</a:t>
            </a:r>
            <a:r>
              <a:rPr dirty="0" spc="-229"/>
              <a:t> </a:t>
            </a:r>
            <a:r>
              <a:rPr dirty="0"/>
              <a:t>other</a:t>
            </a:r>
            <a:r>
              <a:rPr dirty="0" spc="-225"/>
              <a:t> </a:t>
            </a:r>
            <a:r>
              <a:rPr dirty="0" spc="-55"/>
              <a:t>factors</a:t>
            </a:r>
            <a:r>
              <a:rPr dirty="0" spc="-225"/>
              <a:t> </a:t>
            </a:r>
            <a:r>
              <a:rPr dirty="0"/>
              <a:t>that</a:t>
            </a:r>
            <a:r>
              <a:rPr dirty="0" spc="-229"/>
              <a:t> </a:t>
            </a:r>
            <a:r>
              <a:rPr dirty="0"/>
              <a:t>we</a:t>
            </a:r>
            <a:r>
              <a:rPr dirty="0" spc="-225"/>
              <a:t> </a:t>
            </a:r>
            <a:r>
              <a:rPr dirty="0" spc="-45"/>
              <a:t>evaluate,</a:t>
            </a:r>
            <a:r>
              <a:rPr dirty="0" spc="-235"/>
              <a:t> </a:t>
            </a:r>
            <a:r>
              <a:rPr dirty="0" spc="-10"/>
              <a:t>like: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3400" spc="-20" b="1">
                <a:latin typeface="Calibri"/>
                <a:cs typeface="Calibri"/>
              </a:rPr>
              <a:t>Size</a:t>
            </a:r>
            <a:endParaRPr sz="34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935"/>
              </a:spcBef>
            </a:pPr>
            <a:r>
              <a:rPr dirty="0" sz="3400"/>
              <a:t>Big</a:t>
            </a:r>
            <a:r>
              <a:rPr dirty="0" sz="3400" spc="-120"/>
              <a:t> </a:t>
            </a:r>
            <a:r>
              <a:rPr dirty="0" sz="3400"/>
              <a:t>models</a:t>
            </a:r>
            <a:r>
              <a:rPr dirty="0" sz="3400" spc="-100"/>
              <a:t> </a:t>
            </a:r>
            <a:r>
              <a:rPr dirty="0" sz="3400" spc="-25"/>
              <a:t>take</a:t>
            </a:r>
            <a:r>
              <a:rPr dirty="0" sz="3400" spc="-120"/>
              <a:t> </a:t>
            </a:r>
            <a:r>
              <a:rPr dirty="0" sz="3400"/>
              <a:t>lots</a:t>
            </a:r>
            <a:r>
              <a:rPr dirty="0" sz="3400" spc="-105"/>
              <a:t> </a:t>
            </a:r>
            <a:r>
              <a:rPr dirty="0" sz="3400"/>
              <a:t>of</a:t>
            </a:r>
            <a:r>
              <a:rPr dirty="0" sz="3400" spc="-105"/>
              <a:t> </a:t>
            </a:r>
            <a:r>
              <a:rPr dirty="0" sz="3400"/>
              <a:t>GPUs</a:t>
            </a:r>
            <a:r>
              <a:rPr dirty="0" sz="3400" spc="-100"/>
              <a:t> </a:t>
            </a:r>
            <a:r>
              <a:rPr dirty="0" sz="3400"/>
              <a:t>and</a:t>
            </a:r>
            <a:r>
              <a:rPr dirty="0" sz="3400" spc="-114"/>
              <a:t> </a:t>
            </a:r>
            <a:r>
              <a:rPr dirty="0" sz="3400"/>
              <a:t>time</a:t>
            </a:r>
            <a:r>
              <a:rPr dirty="0" sz="3400" spc="-120"/>
              <a:t> </a:t>
            </a:r>
            <a:r>
              <a:rPr dirty="0" sz="3400"/>
              <a:t>to</a:t>
            </a:r>
            <a:r>
              <a:rPr dirty="0" sz="3400" spc="-114"/>
              <a:t> </a:t>
            </a:r>
            <a:r>
              <a:rPr dirty="0" sz="3400" spc="-10"/>
              <a:t>train,</a:t>
            </a:r>
            <a:r>
              <a:rPr dirty="0" sz="3400" spc="-100"/>
              <a:t> </a:t>
            </a:r>
            <a:r>
              <a:rPr dirty="0" sz="3400"/>
              <a:t>memory</a:t>
            </a:r>
            <a:r>
              <a:rPr dirty="0" sz="3400" spc="-114"/>
              <a:t> </a:t>
            </a:r>
            <a:r>
              <a:rPr dirty="0" sz="3400"/>
              <a:t>to</a:t>
            </a:r>
            <a:r>
              <a:rPr dirty="0" sz="3400" spc="-120"/>
              <a:t> </a:t>
            </a:r>
            <a:r>
              <a:rPr dirty="0" sz="3400" spc="-10"/>
              <a:t>store</a:t>
            </a:r>
            <a:endParaRPr sz="3400"/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3400" spc="-20" b="1">
                <a:latin typeface="Calibri"/>
                <a:cs typeface="Calibri"/>
              </a:rPr>
              <a:t>Energy</a:t>
            </a:r>
            <a:r>
              <a:rPr dirty="0" sz="3400" spc="-155" b="1">
                <a:latin typeface="Calibri"/>
                <a:cs typeface="Calibri"/>
              </a:rPr>
              <a:t> </a:t>
            </a:r>
            <a:r>
              <a:rPr dirty="0" sz="3400" spc="-20" b="1">
                <a:latin typeface="Calibri"/>
                <a:cs typeface="Calibri"/>
              </a:rPr>
              <a:t>usage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3400"/>
              <a:t>Can</a:t>
            </a:r>
            <a:r>
              <a:rPr dirty="0" sz="3400" spc="-110"/>
              <a:t> </a:t>
            </a:r>
            <a:r>
              <a:rPr dirty="0" sz="3400" spc="-10"/>
              <a:t>measure</a:t>
            </a:r>
            <a:r>
              <a:rPr dirty="0" sz="3400" spc="-120"/>
              <a:t> </a:t>
            </a:r>
            <a:r>
              <a:rPr dirty="0" sz="3400"/>
              <a:t>kWh</a:t>
            </a:r>
            <a:r>
              <a:rPr dirty="0" sz="3400" spc="-110"/>
              <a:t> </a:t>
            </a:r>
            <a:r>
              <a:rPr dirty="0" sz="3400"/>
              <a:t>or</a:t>
            </a:r>
            <a:r>
              <a:rPr dirty="0" sz="3400" spc="-110"/>
              <a:t> </a:t>
            </a:r>
            <a:r>
              <a:rPr dirty="0" sz="3400" spc="-20"/>
              <a:t>kilograms</a:t>
            </a:r>
            <a:r>
              <a:rPr dirty="0" sz="3400" spc="-105"/>
              <a:t> </a:t>
            </a:r>
            <a:r>
              <a:rPr dirty="0" sz="3400"/>
              <a:t>of</a:t>
            </a:r>
            <a:r>
              <a:rPr dirty="0" sz="3400" spc="-110"/>
              <a:t> </a:t>
            </a:r>
            <a:r>
              <a:rPr dirty="0" sz="3400"/>
              <a:t>CO2</a:t>
            </a:r>
            <a:r>
              <a:rPr dirty="0" sz="3400" spc="-110"/>
              <a:t> </a:t>
            </a:r>
            <a:r>
              <a:rPr dirty="0" sz="3400" spc="-10"/>
              <a:t>emitted</a:t>
            </a:r>
            <a:endParaRPr sz="3400"/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3400" spc="-10" b="1">
                <a:latin typeface="Calibri"/>
                <a:cs typeface="Calibri"/>
              </a:rPr>
              <a:t>Fairness</a:t>
            </a:r>
            <a:endParaRPr sz="3400">
              <a:latin typeface="Calibri"/>
              <a:cs typeface="Calibri"/>
            </a:endParaRPr>
          </a:p>
          <a:p>
            <a:pPr marL="22225" marR="5080" indent="-10160">
              <a:lnSpc>
                <a:spcPts val="3600"/>
              </a:lnSpc>
              <a:spcBef>
                <a:spcPts val="1430"/>
              </a:spcBef>
            </a:pPr>
            <a:r>
              <a:rPr dirty="0" sz="3400" spc="-20"/>
              <a:t>Benchmarks</a:t>
            </a:r>
            <a:r>
              <a:rPr dirty="0" sz="3400" spc="-110"/>
              <a:t> </a:t>
            </a:r>
            <a:r>
              <a:rPr dirty="0" sz="3400" spc="-10"/>
              <a:t>measure</a:t>
            </a:r>
            <a:r>
              <a:rPr dirty="0" sz="3400" spc="-120"/>
              <a:t> </a:t>
            </a:r>
            <a:r>
              <a:rPr dirty="0" sz="3400" spc="-25"/>
              <a:t>gendered</a:t>
            </a:r>
            <a:r>
              <a:rPr dirty="0" sz="3400" spc="-114"/>
              <a:t> </a:t>
            </a:r>
            <a:r>
              <a:rPr dirty="0" sz="3400"/>
              <a:t>and</a:t>
            </a:r>
            <a:r>
              <a:rPr dirty="0" sz="3400" spc="-110"/>
              <a:t> </a:t>
            </a:r>
            <a:r>
              <a:rPr dirty="0" sz="3400" spc="-10"/>
              <a:t>racial</a:t>
            </a:r>
            <a:r>
              <a:rPr dirty="0" sz="3400" spc="-114"/>
              <a:t> </a:t>
            </a:r>
            <a:r>
              <a:rPr dirty="0" sz="3400" spc="-25"/>
              <a:t>stereotypes,</a:t>
            </a:r>
            <a:r>
              <a:rPr dirty="0" sz="3400" spc="-110"/>
              <a:t> </a:t>
            </a:r>
            <a:r>
              <a:rPr dirty="0" sz="3400"/>
              <a:t>or</a:t>
            </a:r>
            <a:r>
              <a:rPr dirty="0" sz="3400" spc="-114"/>
              <a:t> </a:t>
            </a:r>
            <a:r>
              <a:rPr dirty="0" sz="3400" spc="-10"/>
              <a:t>decreased </a:t>
            </a:r>
            <a:r>
              <a:rPr dirty="0" sz="3400" spc="-25"/>
              <a:t>performance</a:t>
            </a:r>
            <a:r>
              <a:rPr dirty="0" sz="3400" spc="-130"/>
              <a:t> </a:t>
            </a:r>
            <a:r>
              <a:rPr dirty="0" sz="3400"/>
              <a:t>for</a:t>
            </a:r>
            <a:r>
              <a:rPr dirty="0" sz="3400" spc="-125"/>
              <a:t> </a:t>
            </a:r>
            <a:r>
              <a:rPr dirty="0" sz="3400" spc="-10"/>
              <a:t>language</a:t>
            </a:r>
            <a:r>
              <a:rPr dirty="0" sz="3400" spc="-125"/>
              <a:t> </a:t>
            </a:r>
            <a:r>
              <a:rPr dirty="0" sz="3400"/>
              <a:t>from</a:t>
            </a:r>
            <a:r>
              <a:rPr dirty="0" sz="3400" spc="-135"/>
              <a:t> </a:t>
            </a:r>
            <a:r>
              <a:rPr dirty="0" sz="3400"/>
              <a:t>or</a:t>
            </a:r>
            <a:r>
              <a:rPr dirty="0" sz="3400" spc="-120"/>
              <a:t> </a:t>
            </a:r>
            <a:r>
              <a:rPr dirty="0" sz="3400"/>
              <a:t>about</a:t>
            </a:r>
            <a:r>
              <a:rPr dirty="0" sz="3400" spc="-120"/>
              <a:t> </a:t>
            </a:r>
            <a:r>
              <a:rPr dirty="0" sz="3400"/>
              <a:t>some</a:t>
            </a:r>
            <a:r>
              <a:rPr dirty="0" sz="3400" spc="-130"/>
              <a:t> </a:t>
            </a:r>
            <a:r>
              <a:rPr dirty="0" sz="3400" spc="-10"/>
              <a:t>groups.</a:t>
            </a:r>
            <a:endParaRPr sz="3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45212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Dealing</a:t>
            </a:r>
            <a:r>
              <a:rPr dirty="0" sz="4800" spc="-10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with</a:t>
            </a:r>
            <a:r>
              <a:rPr dirty="0" sz="4800" spc="-10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Scale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Scaling</a:t>
            </a:r>
            <a:r>
              <a:rPr dirty="0" spc="-210"/>
              <a:t> </a:t>
            </a:r>
            <a:r>
              <a:rPr dirty="0" spc="-20"/>
              <a:t>Laws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/>
              <a:t>LLM</a:t>
            </a:r>
            <a:r>
              <a:rPr dirty="0" spc="40"/>
              <a:t> </a:t>
            </a:r>
            <a:r>
              <a:rPr dirty="0"/>
              <a:t>performance</a:t>
            </a:r>
            <a:r>
              <a:rPr dirty="0" spc="25"/>
              <a:t> </a:t>
            </a:r>
            <a:r>
              <a:rPr dirty="0"/>
              <a:t>depends</a:t>
            </a:r>
            <a:r>
              <a:rPr dirty="0" spc="20"/>
              <a:t> </a:t>
            </a:r>
            <a:r>
              <a:rPr dirty="0" spc="-25"/>
              <a:t>on</a:t>
            </a:r>
          </a:p>
          <a:p>
            <a:pPr marL="354330" marR="1273810" indent="-341630">
              <a:lnSpc>
                <a:spcPts val="4100"/>
              </a:lnSpc>
              <a:spcBef>
                <a:spcPts val="1455"/>
              </a:spcBef>
              <a:buClr>
                <a:srgbClr val="E48312"/>
              </a:buClr>
              <a:buFont typeface="Arial"/>
              <a:buChar char="•"/>
              <a:tabLst>
                <a:tab pos="355600" algn="l"/>
              </a:tabLst>
            </a:pPr>
            <a:r>
              <a:rPr dirty="0"/>
              <a:t>Model</a:t>
            </a:r>
            <a:r>
              <a:rPr dirty="0" spc="-5"/>
              <a:t> </a:t>
            </a:r>
            <a:r>
              <a:rPr dirty="0"/>
              <a:t>size:</a:t>
            </a:r>
            <a:r>
              <a:rPr dirty="0" spc="15"/>
              <a:t> </a:t>
            </a:r>
            <a:r>
              <a:rPr dirty="0"/>
              <a:t>the number of</a:t>
            </a:r>
            <a:r>
              <a:rPr dirty="0" spc="-5"/>
              <a:t> </a:t>
            </a:r>
            <a:r>
              <a:rPr dirty="0"/>
              <a:t>parameters not</a:t>
            </a:r>
            <a:r>
              <a:rPr dirty="0" spc="5"/>
              <a:t> </a:t>
            </a:r>
            <a:r>
              <a:rPr dirty="0" spc="-10"/>
              <a:t>counting 	embeddings</a:t>
            </a:r>
          </a:p>
          <a:p>
            <a:pPr marL="354330" indent="-341630">
              <a:lnSpc>
                <a:spcPct val="100000"/>
              </a:lnSpc>
              <a:spcBef>
                <a:spcPts val="785"/>
              </a:spcBef>
              <a:buClr>
                <a:srgbClr val="E48312"/>
              </a:buClr>
              <a:buFont typeface="Arial"/>
              <a:buChar char="•"/>
              <a:tabLst>
                <a:tab pos="354330" algn="l"/>
              </a:tabLst>
            </a:pPr>
            <a:r>
              <a:rPr dirty="0"/>
              <a:t>Dataset</a:t>
            </a:r>
            <a:r>
              <a:rPr dirty="0" spc="-10"/>
              <a:t> </a:t>
            </a:r>
            <a:r>
              <a:rPr dirty="0"/>
              <a:t>size: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amount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training </a:t>
            </a:r>
            <a:r>
              <a:rPr dirty="0" spc="-20"/>
              <a:t>data</a:t>
            </a:r>
          </a:p>
          <a:p>
            <a:pPr marL="354330" indent="-341630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"/>
              <a:buChar char="•"/>
              <a:tabLst>
                <a:tab pos="354330" algn="l"/>
              </a:tabLst>
            </a:pPr>
            <a:r>
              <a:rPr dirty="0"/>
              <a:t>Compute:</a:t>
            </a:r>
            <a:r>
              <a:rPr dirty="0" spc="20"/>
              <a:t> </a:t>
            </a:r>
            <a:r>
              <a:rPr dirty="0"/>
              <a:t>Amount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</a:t>
            </a:r>
            <a:r>
              <a:rPr dirty="0" spc="10"/>
              <a:t> </a:t>
            </a:r>
            <a:r>
              <a:rPr dirty="0"/>
              <a:t>(in</a:t>
            </a:r>
            <a:r>
              <a:rPr dirty="0" spc="25"/>
              <a:t> </a:t>
            </a:r>
            <a:r>
              <a:rPr dirty="0"/>
              <a:t>FLOPS</a:t>
            </a:r>
            <a:r>
              <a:rPr dirty="0" spc="20"/>
              <a:t> </a:t>
            </a:r>
            <a:r>
              <a:rPr dirty="0"/>
              <a:t>or</a:t>
            </a:r>
            <a:r>
              <a:rPr dirty="0" spc="20"/>
              <a:t> </a:t>
            </a:r>
            <a:r>
              <a:rPr dirty="0" spc="-25"/>
              <a:t>etc</a:t>
            </a:r>
          </a:p>
          <a:p>
            <a:pPr marL="22225" marR="377825" indent="-10160">
              <a:lnSpc>
                <a:spcPts val="4100"/>
              </a:lnSpc>
              <a:spcBef>
                <a:spcPts val="1360"/>
              </a:spcBef>
            </a:pPr>
            <a:r>
              <a:rPr dirty="0"/>
              <a:t>Can improve</a:t>
            </a:r>
            <a:r>
              <a:rPr dirty="0" spc="-15"/>
              <a:t> </a:t>
            </a:r>
            <a:r>
              <a:rPr dirty="0"/>
              <a:t>a model</a:t>
            </a:r>
            <a:r>
              <a:rPr dirty="0" spc="-10"/>
              <a:t> </a:t>
            </a:r>
            <a:r>
              <a:rPr dirty="0"/>
              <a:t>by</a:t>
            </a:r>
            <a:r>
              <a:rPr dirty="0" spc="-5"/>
              <a:t> </a:t>
            </a:r>
            <a:r>
              <a:rPr dirty="0"/>
              <a:t>adding</a:t>
            </a:r>
            <a:r>
              <a:rPr dirty="0" spc="840"/>
              <a:t> </a:t>
            </a:r>
            <a:r>
              <a:rPr dirty="0"/>
              <a:t>parameters</a:t>
            </a:r>
            <a:r>
              <a:rPr dirty="0" spc="-15"/>
              <a:t> </a:t>
            </a:r>
            <a:r>
              <a:rPr dirty="0"/>
              <a:t>(more</a:t>
            </a:r>
            <a:r>
              <a:rPr dirty="0" spc="-10"/>
              <a:t> layers, </a:t>
            </a:r>
            <a:r>
              <a:rPr dirty="0"/>
              <a:t>wider</a:t>
            </a:r>
            <a:r>
              <a:rPr dirty="0" spc="-30"/>
              <a:t> </a:t>
            </a:r>
            <a:r>
              <a:rPr dirty="0"/>
              <a:t>contexts),</a:t>
            </a:r>
            <a:r>
              <a:rPr dirty="0" spc="-30"/>
              <a:t> </a:t>
            </a:r>
            <a:r>
              <a:rPr dirty="0"/>
              <a:t>more</a:t>
            </a:r>
            <a:r>
              <a:rPr dirty="0" spc="-20"/>
              <a:t> </a:t>
            </a:r>
            <a:r>
              <a:rPr dirty="0"/>
              <a:t>data,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30"/>
              <a:t> </a:t>
            </a:r>
            <a:r>
              <a:rPr dirty="0"/>
              <a:t>training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more</a:t>
            </a:r>
            <a:r>
              <a:rPr dirty="0" spc="-25"/>
              <a:t> </a:t>
            </a:r>
            <a:r>
              <a:rPr dirty="0" spc="-10"/>
              <a:t>iterations</a:t>
            </a:r>
          </a:p>
          <a:p>
            <a:pPr marL="22225" marR="5080" indent="-10160">
              <a:lnSpc>
                <a:spcPts val="4100"/>
              </a:lnSpc>
              <a:spcBef>
                <a:spcPts val="1400"/>
              </a:spcBef>
            </a:pPr>
            <a:r>
              <a:rPr dirty="0"/>
              <a:t>The</a:t>
            </a:r>
            <a:r>
              <a:rPr dirty="0" spc="15"/>
              <a:t> </a:t>
            </a:r>
            <a:r>
              <a:rPr dirty="0"/>
              <a:t>performance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/>
              <a:t>large</a:t>
            </a:r>
            <a:r>
              <a:rPr dirty="0" spc="20"/>
              <a:t> </a:t>
            </a:r>
            <a:r>
              <a:rPr dirty="0"/>
              <a:t>language</a:t>
            </a:r>
            <a:r>
              <a:rPr dirty="0" spc="15"/>
              <a:t> </a:t>
            </a:r>
            <a:r>
              <a:rPr dirty="0"/>
              <a:t>model</a:t>
            </a:r>
            <a:r>
              <a:rPr dirty="0" spc="15"/>
              <a:t> </a:t>
            </a:r>
            <a:r>
              <a:rPr dirty="0"/>
              <a:t>(the</a:t>
            </a:r>
            <a:r>
              <a:rPr dirty="0" spc="15"/>
              <a:t> </a:t>
            </a:r>
            <a:r>
              <a:rPr dirty="0"/>
              <a:t>loss)</a:t>
            </a:r>
            <a:r>
              <a:rPr dirty="0" spc="20"/>
              <a:t> </a:t>
            </a:r>
            <a:r>
              <a:rPr dirty="0" spc="-10"/>
              <a:t>scales </a:t>
            </a:r>
            <a:r>
              <a:rPr dirty="0"/>
              <a:t>as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5"/>
              <a:t> </a:t>
            </a:r>
            <a:r>
              <a:rPr dirty="0" spc="-25"/>
              <a:t>power-</a:t>
            </a:r>
            <a:r>
              <a:rPr dirty="0"/>
              <a:t>law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40"/>
              <a:t> </a:t>
            </a:r>
            <a:r>
              <a:rPr dirty="0"/>
              <a:t>each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these</a:t>
            </a:r>
            <a:r>
              <a:rPr dirty="0" spc="25"/>
              <a:t> </a:t>
            </a:r>
            <a:r>
              <a:rPr dirty="0" spc="-10"/>
              <a:t>three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Scaling</a:t>
            </a:r>
            <a:r>
              <a:rPr dirty="0" spc="-210"/>
              <a:t> </a:t>
            </a:r>
            <a:r>
              <a:rPr dirty="0" spc="-20"/>
              <a:t>Laws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520952"/>
            <a:ext cx="1202372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Loss</a:t>
            </a:r>
            <a:r>
              <a:rPr dirty="0" sz="29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dirty="0" sz="2900" spc="-70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dirty="0" sz="29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9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function</a:t>
            </a:r>
            <a:r>
              <a:rPr dirty="0" sz="29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9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#</a:t>
            </a:r>
            <a:r>
              <a:rPr dirty="0" sz="29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404040"/>
                </a:solidFill>
                <a:latin typeface="Calibri"/>
                <a:cs typeface="Calibri"/>
              </a:rPr>
              <a:t>parameters</a:t>
            </a:r>
            <a:r>
              <a:rPr dirty="0" sz="29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29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dataset</a:t>
            </a:r>
            <a:r>
              <a:rPr dirty="0" sz="29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size</a:t>
            </a:r>
            <a:r>
              <a:rPr dirty="0" sz="29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29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compute</a:t>
            </a:r>
            <a:r>
              <a:rPr dirty="0" sz="29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budget</a:t>
            </a:r>
            <a:r>
              <a:rPr dirty="0" sz="29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dirty="0" sz="2900" spc="-80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29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other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3948" y="1914144"/>
            <a:ext cx="336359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dirty="0" sz="29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29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404040"/>
                </a:solidFill>
                <a:latin typeface="Calibri"/>
                <a:cs typeface="Calibri"/>
              </a:rPr>
              <a:t>held</a:t>
            </a:r>
            <a:r>
              <a:rPr dirty="0" sz="29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404040"/>
                </a:solidFill>
                <a:latin typeface="Calibri"/>
                <a:cs typeface="Calibri"/>
              </a:rPr>
              <a:t>constant)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7998" y="2554357"/>
            <a:ext cx="352425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0" i="1">
                <a:latin typeface="Times New Roman"/>
                <a:cs typeface="Times New Roman"/>
              </a:rPr>
              <a:t>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83613" y="2439153"/>
            <a:ext cx="26352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295" i="1">
                <a:latin typeface="Calibri"/>
                <a:cs typeface="Calibri"/>
              </a:rPr>
              <a:t>a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21392" y="2578418"/>
            <a:ext cx="229235" cy="390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 i="1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5302" y="2897473"/>
            <a:ext cx="1776730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70" i="1">
                <a:latin typeface="Times New Roman"/>
                <a:cs typeface="Times New Roman"/>
              </a:rPr>
              <a:t>L</a:t>
            </a:r>
            <a:r>
              <a:rPr dirty="0" sz="4000" spc="70">
                <a:latin typeface="Tahoma"/>
                <a:cs typeface="Tahoma"/>
              </a:rPr>
              <a:t>(</a:t>
            </a:r>
            <a:r>
              <a:rPr dirty="0" sz="4000" spc="70" i="1">
                <a:latin typeface="Times New Roman"/>
                <a:cs typeface="Times New Roman"/>
              </a:rPr>
              <a:t>N</a:t>
            </a:r>
            <a:r>
              <a:rPr dirty="0" sz="4000" spc="70">
                <a:latin typeface="Tahoma"/>
                <a:cs typeface="Tahoma"/>
              </a:rPr>
              <a:t>)</a:t>
            </a:r>
            <a:r>
              <a:rPr dirty="0" sz="4000" spc="-50">
                <a:latin typeface="Tahoma"/>
                <a:cs typeface="Tahoma"/>
              </a:rPr>
              <a:t>  </a:t>
            </a:r>
            <a:r>
              <a:rPr dirty="0" sz="4000" spc="120">
                <a:latin typeface="Tahoma"/>
                <a:cs typeface="Tahoma"/>
              </a:rPr>
              <a:t>=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54919" y="2762175"/>
            <a:ext cx="19304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50" i="1">
                <a:latin typeface="Times New Roman"/>
                <a:cs typeface="Times New Roman"/>
              </a:rPr>
              <a:t>c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40699" y="3290247"/>
            <a:ext cx="520065" cy="0"/>
          </a:xfrm>
          <a:custGeom>
            <a:avLst/>
            <a:gdLst/>
            <a:ahLst/>
            <a:cxnLst/>
            <a:rect l="l" t="t" r="r" b="b"/>
            <a:pathLst>
              <a:path w="520065" h="0">
                <a:moveTo>
                  <a:pt x="0" y="0"/>
                </a:moveTo>
                <a:lnTo>
                  <a:pt x="519669" y="0"/>
                </a:lnTo>
              </a:path>
            </a:pathLst>
          </a:custGeom>
          <a:ln w="202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102726" y="3245116"/>
            <a:ext cx="365125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0" i="1">
                <a:latin typeface="Times New Roman"/>
                <a:cs typeface="Times New Roman"/>
              </a:rPr>
              <a:t>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27998" y="4013705"/>
            <a:ext cx="393065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0" i="1">
                <a:latin typeface="Times New Roman"/>
                <a:cs typeface="Times New Roman"/>
              </a:rPr>
              <a:t>D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37857" y="4356820"/>
            <a:ext cx="1774189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i="1">
                <a:latin typeface="Times New Roman"/>
                <a:cs typeface="Times New Roman"/>
              </a:rPr>
              <a:t>L</a:t>
            </a:r>
            <a:r>
              <a:rPr dirty="0" sz="4000">
                <a:latin typeface="Tahoma"/>
                <a:cs typeface="Tahoma"/>
              </a:rPr>
              <a:t>(</a:t>
            </a:r>
            <a:r>
              <a:rPr dirty="0" sz="4000" i="1">
                <a:latin typeface="Times New Roman"/>
                <a:cs typeface="Times New Roman"/>
              </a:rPr>
              <a:t>D</a:t>
            </a:r>
            <a:r>
              <a:rPr dirty="0" sz="4000">
                <a:latin typeface="Tahoma"/>
                <a:cs typeface="Tahoma"/>
              </a:rPr>
              <a:t>)</a:t>
            </a:r>
            <a:r>
              <a:rPr dirty="0" sz="4000" spc="-30">
                <a:latin typeface="Tahoma"/>
                <a:cs typeface="Tahoma"/>
              </a:rPr>
              <a:t>  </a:t>
            </a:r>
            <a:r>
              <a:rPr dirty="0" sz="4000" spc="110">
                <a:latin typeface="Tahoma"/>
                <a:cs typeface="Tahoma"/>
              </a:rPr>
              <a:t>=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95656" y="4221523"/>
            <a:ext cx="19304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50" i="1">
                <a:latin typeface="Times New Roman"/>
                <a:cs typeface="Times New Roman"/>
              </a:rPr>
              <a:t>c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92052" y="2182907"/>
            <a:ext cx="1457960" cy="20929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29335" indent="-1016635">
              <a:lnSpc>
                <a:spcPct val="100000"/>
              </a:lnSpc>
              <a:spcBef>
                <a:spcPts val="90"/>
              </a:spcBef>
              <a:buChar char="✓"/>
              <a:tabLst>
                <a:tab pos="1029335" algn="l"/>
              </a:tabLst>
            </a:pPr>
            <a:r>
              <a:rPr dirty="0" sz="4000" spc="-1130">
                <a:latin typeface="BIZ UDGothic"/>
                <a:cs typeface="BIZ UDGothic"/>
              </a:rPr>
              <a:t>◆</a:t>
            </a:r>
            <a:endParaRPr sz="4000">
              <a:latin typeface="BIZ UDGothic"/>
              <a:cs typeface="BIZ UDGothic"/>
            </a:endParaRPr>
          </a:p>
          <a:p>
            <a:pPr>
              <a:lnSpc>
                <a:spcPct val="100000"/>
              </a:lnSpc>
              <a:spcBef>
                <a:spcPts val="1490"/>
              </a:spcBef>
              <a:buFont typeface="BIZ UDGothic"/>
              <a:buChar char="✓"/>
            </a:pPr>
            <a:endParaRPr sz="4000">
              <a:latin typeface="BIZ UDGothic"/>
              <a:cs typeface="BIZ UDGothic"/>
            </a:endParaRPr>
          </a:p>
          <a:p>
            <a:pPr marL="1069975" indent="-1057275">
              <a:lnSpc>
                <a:spcPct val="100000"/>
              </a:lnSpc>
              <a:buChar char="✓"/>
              <a:tabLst>
                <a:tab pos="1069975" algn="l"/>
              </a:tabLst>
            </a:pPr>
            <a:r>
              <a:rPr dirty="0" sz="4000" spc="-1130">
                <a:latin typeface="BIZ UDGothic"/>
                <a:cs typeface="BIZ UDGothic"/>
              </a:rPr>
              <a:t>◆</a:t>
            </a:r>
            <a:endParaRPr sz="4000">
              <a:latin typeface="BIZ UDGothic"/>
              <a:cs typeface="BIZ UD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24401" y="3898501"/>
            <a:ext cx="26352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295" i="1">
                <a:latin typeface="Calibri"/>
                <a:cs typeface="Calibri"/>
              </a:rPr>
              <a:t>a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62129" y="4037766"/>
            <a:ext cx="246379" cy="390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40699" y="4749595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 h="0">
                <a:moveTo>
                  <a:pt x="0" y="0"/>
                </a:moveTo>
                <a:lnTo>
                  <a:pt x="560406" y="0"/>
                </a:lnTo>
              </a:path>
            </a:pathLst>
          </a:custGeom>
          <a:ln w="202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124397" y="4704464"/>
            <a:ext cx="393065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0" i="1">
                <a:latin typeface="Times New Roman"/>
                <a:cs typeface="Times New Roman"/>
              </a:rPr>
              <a:t>D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02544" y="5473103"/>
            <a:ext cx="352425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0" i="1">
                <a:latin typeface="Times New Roman"/>
                <a:cs typeface="Times New Roman"/>
              </a:rPr>
              <a:t>C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0128" y="5816168"/>
            <a:ext cx="1732280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i="1">
                <a:latin typeface="Times New Roman"/>
                <a:cs typeface="Times New Roman"/>
              </a:rPr>
              <a:t>L</a:t>
            </a:r>
            <a:r>
              <a:rPr dirty="0" sz="4000">
                <a:latin typeface="Tahoma"/>
                <a:cs typeface="Tahoma"/>
              </a:rPr>
              <a:t>(</a:t>
            </a:r>
            <a:r>
              <a:rPr dirty="0" sz="4000" i="1">
                <a:latin typeface="Times New Roman"/>
                <a:cs typeface="Times New Roman"/>
              </a:rPr>
              <a:t>C</a:t>
            </a:r>
            <a:r>
              <a:rPr dirty="0" sz="4000">
                <a:latin typeface="Tahoma"/>
                <a:cs typeface="Tahoma"/>
              </a:rPr>
              <a:t>)</a:t>
            </a:r>
            <a:r>
              <a:rPr dirty="0" sz="4000" spc="-90">
                <a:latin typeface="Tahoma"/>
                <a:cs typeface="Tahoma"/>
              </a:rPr>
              <a:t>  </a:t>
            </a:r>
            <a:r>
              <a:rPr dirty="0" sz="4000" spc="120">
                <a:latin typeface="Tahoma"/>
                <a:cs typeface="Tahoma"/>
              </a:rPr>
              <a:t>=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29465" y="5680870"/>
            <a:ext cx="19304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50" i="1">
                <a:latin typeface="Times New Roman"/>
                <a:cs typeface="Times New Roman"/>
              </a:rPr>
              <a:t>c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92052" y="5101602"/>
            <a:ext cx="1391920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03300" indent="-990600">
              <a:lnSpc>
                <a:spcPct val="100000"/>
              </a:lnSpc>
              <a:spcBef>
                <a:spcPts val="90"/>
              </a:spcBef>
              <a:buChar char="✓"/>
              <a:tabLst>
                <a:tab pos="1003300" algn="l"/>
              </a:tabLst>
            </a:pPr>
            <a:r>
              <a:rPr dirty="0" sz="4000" spc="-1130">
                <a:latin typeface="BIZ UDGothic"/>
                <a:cs typeface="BIZ UDGothic"/>
              </a:rPr>
              <a:t>◆</a:t>
            </a:r>
            <a:endParaRPr sz="4000">
              <a:latin typeface="BIZ UDGothic"/>
              <a:cs typeface="BIZ UD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58159" y="5357848"/>
            <a:ext cx="25082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170" i="1">
                <a:latin typeface="Calibri"/>
                <a:cs typeface="Calibri"/>
              </a:rPr>
              <a:t>a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80655" y="5504134"/>
            <a:ext cx="229235" cy="390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40699" y="6208994"/>
            <a:ext cx="494665" cy="0"/>
          </a:xfrm>
          <a:custGeom>
            <a:avLst/>
            <a:gdLst/>
            <a:ahLst/>
            <a:cxnLst/>
            <a:rect l="l" t="t" r="r" b="b"/>
            <a:pathLst>
              <a:path w="494665" h="0">
                <a:moveTo>
                  <a:pt x="0" y="0"/>
                </a:moveTo>
                <a:lnTo>
                  <a:pt x="494215" y="0"/>
                </a:lnTo>
              </a:path>
            </a:pathLst>
          </a:custGeom>
          <a:ln w="202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086931" y="6163862"/>
            <a:ext cx="365125" cy="633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0" i="1">
                <a:latin typeface="Times New Roman"/>
                <a:cs typeface="Times New Roman"/>
              </a:rPr>
              <a:t>C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1486" y="7132320"/>
            <a:ext cx="12707620" cy="90043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410"/>
              </a:lnSpc>
              <a:spcBef>
                <a:spcPts val="265"/>
              </a:spcBef>
            </a:pPr>
            <a:r>
              <a:rPr dirty="0" sz="2900" spc="-10">
                <a:latin typeface="Calibri"/>
                <a:cs typeface="Calibri"/>
              </a:rPr>
              <a:t>Scaling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laws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can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be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used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early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in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training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to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predict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what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loss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would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be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if</a:t>
            </a:r>
            <a:r>
              <a:rPr dirty="0" sz="2900" spc="-7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we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were </a:t>
            </a:r>
            <a:r>
              <a:rPr dirty="0" sz="2900">
                <a:latin typeface="Calibri"/>
                <a:cs typeface="Calibri"/>
              </a:rPr>
              <a:t>to</a:t>
            </a:r>
            <a:r>
              <a:rPr dirty="0" sz="2900" spc="-11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add</a:t>
            </a:r>
            <a:r>
              <a:rPr dirty="0" sz="2900" spc="-10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more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data</a:t>
            </a:r>
            <a:r>
              <a:rPr dirty="0" sz="2900" spc="-10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or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increase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model</a:t>
            </a:r>
            <a:r>
              <a:rPr dirty="0" sz="2900" spc="-10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size.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Number</a:t>
            </a:r>
            <a:r>
              <a:rPr dirty="0" spc="-195"/>
              <a:t> </a:t>
            </a:r>
            <a:r>
              <a:rPr dirty="0"/>
              <a:t>of</a:t>
            </a:r>
            <a:r>
              <a:rPr dirty="0" spc="-200"/>
              <a:t> </a:t>
            </a:r>
            <a:r>
              <a:rPr dirty="0" spc="-55"/>
              <a:t>non-</a:t>
            </a:r>
            <a:r>
              <a:rPr dirty="0" spc="-20"/>
              <a:t>embedding</a:t>
            </a:r>
            <a:r>
              <a:rPr dirty="0" spc="-180"/>
              <a:t> </a:t>
            </a:r>
            <a:r>
              <a:rPr dirty="0" spc="-50"/>
              <a:t>parameters</a:t>
            </a:r>
            <a:r>
              <a:rPr dirty="0" spc="-190"/>
              <a:t> </a:t>
            </a:r>
            <a:r>
              <a:rPr dirty="0" spc="-5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5763" y="2676950"/>
            <a:ext cx="6076315" cy="65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32155" algn="l"/>
              </a:tabLst>
            </a:pPr>
            <a:r>
              <a:rPr dirty="0" sz="4150" spc="-50" i="1">
                <a:latin typeface="Times New Roman"/>
                <a:cs typeface="Times New Roman"/>
              </a:rPr>
              <a:t>N</a:t>
            </a:r>
            <a:r>
              <a:rPr dirty="0" sz="4150" i="1">
                <a:latin typeface="Times New Roman"/>
                <a:cs typeface="Times New Roman"/>
              </a:rPr>
              <a:t>	</a:t>
            </a:r>
            <a:r>
              <a:rPr dirty="0" sz="4150" spc="60" i="1">
                <a:latin typeface="DejaVu Sans Condensed"/>
                <a:cs typeface="DejaVu Sans Condensed"/>
              </a:rPr>
              <a:t>⇡</a:t>
            </a:r>
            <a:r>
              <a:rPr dirty="0" sz="4150" spc="55" i="1">
                <a:latin typeface="DejaVu Sans Condensed"/>
                <a:cs typeface="DejaVu Sans Condensed"/>
              </a:rPr>
              <a:t>  </a:t>
            </a:r>
            <a:r>
              <a:rPr dirty="0" sz="4150">
                <a:latin typeface="Times New Roman"/>
                <a:cs typeface="Times New Roman"/>
              </a:rPr>
              <a:t>2</a:t>
            </a:r>
            <a:r>
              <a:rPr dirty="0" sz="4150" spc="-114">
                <a:latin typeface="Times New Roman"/>
                <a:cs typeface="Times New Roman"/>
              </a:rPr>
              <a:t> </a:t>
            </a:r>
            <a:r>
              <a:rPr dirty="0" sz="4150" i="1">
                <a:latin typeface="Times New Roman"/>
                <a:cs typeface="Times New Roman"/>
              </a:rPr>
              <a:t>d</a:t>
            </a:r>
            <a:r>
              <a:rPr dirty="0" sz="4150" spc="105" i="1">
                <a:latin typeface="Times New Roman"/>
                <a:cs typeface="Times New Roman"/>
              </a:rPr>
              <a:t> </a:t>
            </a:r>
            <a:r>
              <a:rPr dirty="0" sz="4150" i="1">
                <a:latin typeface="Times New Roman"/>
                <a:cs typeface="Times New Roman"/>
              </a:rPr>
              <a:t>n</a:t>
            </a:r>
            <a:r>
              <a:rPr dirty="0" baseline="-11839" sz="4575">
                <a:latin typeface="Times New Roman"/>
                <a:cs typeface="Times New Roman"/>
              </a:rPr>
              <a:t>layer</a:t>
            </a:r>
            <a:r>
              <a:rPr dirty="0" sz="4150">
                <a:latin typeface="Tahoma"/>
                <a:cs typeface="Tahoma"/>
              </a:rPr>
              <a:t>(</a:t>
            </a:r>
            <a:r>
              <a:rPr dirty="0" sz="4150">
                <a:latin typeface="Times New Roman"/>
                <a:cs typeface="Times New Roman"/>
              </a:rPr>
              <a:t>2</a:t>
            </a:r>
            <a:r>
              <a:rPr dirty="0" sz="4150" spc="-120">
                <a:latin typeface="Times New Roman"/>
                <a:cs typeface="Times New Roman"/>
              </a:rPr>
              <a:t> </a:t>
            </a:r>
            <a:r>
              <a:rPr dirty="0" sz="4150" i="1">
                <a:latin typeface="Times New Roman"/>
                <a:cs typeface="Times New Roman"/>
              </a:rPr>
              <a:t>d</a:t>
            </a:r>
            <a:r>
              <a:rPr dirty="0" baseline="-10928" sz="4575">
                <a:latin typeface="Times New Roman"/>
                <a:cs typeface="Times New Roman"/>
              </a:rPr>
              <a:t>attn</a:t>
            </a:r>
            <a:r>
              <a:rPr dirty="0" baseline="-10928" sz="4575" spc="30">
                <a:latin typeface="Times New Roman"/>
                <a:cs typeface="Times New Roman"/>
              </a:rPr>
              <a:t> </a:t>
            </a:r>
            <a:r>
              <a:rPr dirty="0" sz="4150" spc="150">
                <a:latin typeface="Tahoma"/>
                <a:cs typeface="Tahoma"/>
              </a:rPr>
              <a:t>+</a:t>
            </a:r>
            <a:r>
              <a:rPr dirty="0" sz="4150" spc="-720">
                <a:latin typeface="Tahoma"/>
                <a:cs typeface="Tahoma"/>
              </a:rPr>
              <a:t> </a:t>
            </a:r>
            <a:r>
              <a:rPr dirty="0" sz="4150" spc="-20" i="1">
                <a:latin typeface="Times New Roman"/>
                <a:cs typeface="Times New Roman"/>
              </a:rPr>
              <a:t>d</a:t>
            </a:r>
            <a:r>
              <a:rPr dirty="0" baseline="-11839" sz="4575" spc="-30">
                <a:latin typeface="Times New Roman"/>
                <a:cs typeface="Times New Roman"/>
              </a:rPr>
              <a:t>ff</a:t>
            </a:r>
            <a:r>
              <a:rPr dirty="0" sz="4150" spc="-20">
                <a:latin typeface="Tahoma"/>
                <a:cs typeface="Tahoma"/>
              </a:rPr>
              <a:t>)</a:t>
            </a:r>
            <a:endParaRPr sz="41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60068" y="3535155"/>
            <a:ext cx="2875915" cy="65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4150" spc="60" i="1">
                <a:latin typeface="DejaVu Sans Condensed"/>
                <a:cs typeface="DejaVu Sans Condensed"/>
              </a:rPr>
              <a:t>⇡</a:t>
            </a:r>
            <a:r>
              <a:rPr dirty="0" sz="4150" spc="20" i="1">
                <a:latin typeface="DejaVu Sans Condensed"/>
                <a:cs typeface="DejaVu Sans Condensed"/>
              </a:rPr>
              <a:t>  </a:t>
            </a:r>
            <a:r>
              <a:rPr dirty="0" sz="4150">
                <a:latin typeface="Times New Roman"/>
                <a:cs typeface="Times New Roman"/>
              </a:rPr>
              <a:t>12</a:t>
            </a:r>
            <a:r>
              <a:rPr dirty="0" sz="4150" spc="-140">
                <a:latin typeface="Times New Roman"/>
                <a:cs typeface="Times New Roman"/>
              </a:rPr>
              <a:t> </a:t>
            </a:r>
            <a:r>
              <a:rPr dirty="0" sz="4150" i="1">
                <a:latin typeface="Times New Roman"/>
                <a:cs typeface="Times New Roman"/>
              </a:rPr>
              <a:t>n</a:t>
            </a:r>
            <a:r>
              <a:rPr dirty="0" baseline="-11839" sz="4575">
                <a:latin typeface="Times New Roman"/>
                <a:cs typeface="Times New Roman"/>
              </a:rPr>
              <a:t>layer</a:t>
            </a:r>
            <a:r>
              <a:rPr dirty="0" baseline="-11839" sz="4575" spc="517">
                <a:latin typeface="Times New Roman"/>
                <a:cs typeface="Times New Roman"/>
              </a:rPr>
              <a:t> </a:t>
            </a:r>
            <a:r>
              <a:rPr dirty="0" sz="4150" spc="-50" i="1">
                <a:latin typeface="Times New Roman"/>
                <a:cs typeface="Times New Roman"/>
              </a:rPr>
              <a:t>d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2319" y="3454575"/>
            <a:ext cx="219075" cy="493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50" spc="-50">
                <a:latin typeface="Times New Roman"/>
                <a:cs typeface="Times New Roman"/>
              </a:rPr>
              <a:t>2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0528" y="4325456"/>
            <a:ext cx="6186805" cy="65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4150">
                <a:latin typeface="Tahoma"/>
                <a:cs typeface="Tahoma"/>
              </a:rPr>
              <a:t>(</a:t>
            </a:r>
            <a:r>
              <a:rPr dirty="0" sz="4150">
                <a:latin typeface="Times New Roman"/>
                <a:cs typeface="Times New Roman"/>
              </a:rPr>
              <a:t>assuming</a:t>
            </a:r>
            <a:r>
              <a:rPr dirty="0" sz="4150" spc="645">
                <a:latin typeface="Times New Roman"/>
                <a:cs typeface="Times New Roman"/>
              </a:rPr>
              <a:t> </a:t>
            </a:r>
            <a:r>
              <a:rPr dirty="0" sz="4150" i="1">
                <a:latin typeface="Times New Roman"/>
                <a:cs typeface="Times New Roman"/>
              </a:rPr>
              <a:t>d</a:t>
            </a:r>
            <a:r>
              <a:rPr dirty="0" baseline="-10928" sz="4575">
                <a:latin typeface="Times New Roman"/>
                <a:cs typeface="Times New Roman"/>
              </a:rPr>
              <a:t>attn</a:t>
            </a:r>
            <a:r>
              <a:rPr dirty="0" baseline="-10928" sz="4575" spc="472">
                <a:latin typeface="Times New Roman"/>
                <a:cs typeface="Times New Roman"/>
              </a:rPr>
              <a:t> </a:t>
            </a:r>
            <a:r>
              <a:rPr dirty="0" sz="4150" spc="150">
                <a:latin typeface="Tahoma"/>
                <a:cs typeface="Tahoma"/>
              </a:rPr>
              <a:t>=</a:t>
            </a:r>
            <a:r>
              <a:rPr dirty="0" sz="4150" spc="-390">
                <a:latin typeface="Tahoma"/>
                <a:cs typeface="Tahoma"/>
              </a:rPr>
              <a:t> </a:t>
            </a:r>
            <a:r>
              <a:rPr dirty="0" sz="4150" spc="50" i="1">
                <a:latin typeface="Times New Roman"/>
                <a:cs typeface="Times New Roman"/>
              </a:rPr>
              <a:t>d</a:t>
            </a:r>
            <a:r>
              <a:rPr dirty="0" baseline="-11839" sz="4575" spc="75">
                <a:latin typeface="Times New Roman"/>
                <a:cs typeface="Times New Roman"/>
              </a:rPr>
              <a:t>ff</a:t>
            </a:r>
            <a:r>
              <a:rPr dirty="0" sz="4150" spc="50" i="1">
                <a:latin typeface="Verdana"/>
                <a:cs typeface="Verdana"/>
              </a:rPr>
              <a:t>/</a:t>
            </a:r>
            <a:r>
              <a:rPr dirty="0" sz="4150" spc="50">
                <a:latin typeface="Times New Roman"/>
                <a:cs typeface="Times New Roman"/>
              </a:rPr>
              <a:t>4</a:t>
            </a:r>
            <a:r>
              <a:rPr dirty="0" sz="4150" spc="-160">
                <a:latin typeface="Times New Roman"/>
                <a:cs typeface="Times New Roman"/>
              </a:rPr>
              <a:t> </a:t>
            </a:r>
            <a:r>
              <a:rPr dirty="0" sz="4150" spc="150">
                <a:latin typeface="Tahoma"/>
                <a:cs typeface="Tahoma"/>
              </a:rPr>
              <a:t>=</a:t>
            </a:r>
            <a:r>
              <a:rPr dirty="0" sz="4150" spc="-385">
                <a:latin typeface="Tahoma"/>
                <a:cs typeface="Tahoma"/>
              </a:rPr>
              <a:t> </a:t>
            </a:r>
            <a:r>
              <a:rPr dirty="0" sz="4150" spc="65" i="1">
                <a:latin typeface="Times New Roman"/>
                <a:cs typeface="Times New Roman"/>
              </a:rPr>
              <a:t>d</a:t>
            </a:r>
            <a:r>
              <a:rPr dirty="0" sz="4150" spc="65">
                <a:latin typeface="Tahoma"/>
                <a:cs typeface="Tahoma"/>
              </a:rPr>
              <a:t>)</a:t>
            </a:r>
            <a:endParaRPr sz="41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3763" y="6132576"/>
            <a:ext cx="11376025" cy="900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45"/>
              </a:lnSpc>
              <a:spcBef>
                <a:spcPts val="100"/>
              </a:spcBef>
            </a:pPr>
            <a:r>
              <a:rPr dirty="0" sz="2900">
                <a:latin typeface="Calibri"/>
                <a:cs typeface="Calibri"/>
              </a:rPr>
              <a:t>Thus</a:t>
            </a:r>
            <a:r>
              <a:rPr dirty="0" sz="2900" spc="-110">
                <a:latin typeface="Calibri"/>
                <a:cs typeface="Calibri"/>
              </a:rPr>
              <a:t> </a:t>
            </a:r>
            <a:r>
              <a:rPr dirty="0" sz="2900" spc="-80">
                <a:latin typeface="Calibri"/>
                <a:cs typeface="Calibri"/>
              </a:rPr>
              <a:t>GPT-</a:t>
            </a:r>
            <a:r>
              <a:rPr dirty="0" sz="2900">
                <a:latin typeface="Calibri"/>
                <a:cs typeface="Calibri"/>
              </a:rPr>
              <a:t>3,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with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n</a:t>
            </a:r>
            <a:r>
              <a:rPr dirty="0" sz="2900" spc="-65" i="1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=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96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layers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and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dimensionality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d</a:t>
            </a:r>
            <a:r>
              <a:rPr dirty="0" sz="2900" spc="-65" i="1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=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12288,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has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12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>
                <a:latin typeface="MS PGothic"/>
                <a:cs typeface="MS PGothic"/>
              </a:rPr>
              <a:t>×</a:t>
            </a:r>
            <a:r>
              <a:rPr dirty="0" sz="2900" spc="-260">
                <a:latin typeface="MS PGothic"/>
                <a:cs typeface="MS PGothic"/>
              </a:rPr>
              <a:t> </a:t>
            </a:r>
            <a:r>
              <a:rPr dirty="0" sz="2900">
                <a:latin typeface="Calibri"/>
                <a:cs typeface="Calibri"/>
              </a:rPr>
              <a:t>96</a:t>
            </a:r>
            <a:r>
              <a:rPr dirty="0" sz="2900" spc="-75">
                <a:latin typeface="Calibri"/>
                <a:cs typeface="Calibri"/>
              </a:rPr>
              <a:t> </a:t>
            </a:r>
            <a:r>
              <a:rPr dirty="0" sz="2900" spc="-50">
                <a:latin typeface="MS PGothic"/>
                <a:cs typeface="MS PGothic"/>
              </a:rPr>
              <a:t>×</a:t>
            </a:r>
            <a:endParaRPr sz="2900">
              <a:latin typeface="MS PGothic"/>
              <a:cs typeface="MS PGothic"/>
            </a:endParaRPr>
          </a:p>
          <a:p>
            <a:pPr marL="12700">
              <a:lnSpc>
                <a:spcPts val="3445"/>
              </a:lnSpc>
            </a:pPr>
            <a:r>
              <a:rPr dirty="0" sz="2900" spc="-10">
                <a:latin typeface="Calibri"/>
                <a:cs typeface="Calibri"/>
              </a:rPr>
              <a:t>122882</a:t>
            </a:r>
            <a:r>
              <a:rPr dirty="0" sz="2900" spc="-10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≈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175</a:t>
            </a:r>
            <a:r>
              <a:rPr dirty="0" sz="2900" spc="-10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billion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parameters.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2857" y="22859"/>
            <a:ext cx="237045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KV</a:t>
            </a:r>
            <a:r>
              <a:rPr dirty="0" spc="-155"/>
              <a:t> </a:t>
            </a:r>
            <a:r>
              <a:rPr dirty="0" spc="-2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35403"/>
            <a:ext cx="1109281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training,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compute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attention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very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efficiently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parallel: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6328" y="2432141"/>
            <a:ext cx="670560" cy="5168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95" b="1">
                <a:latin typeface="Arial"/>
                <a:cs typeface="Arial"/>
              </a:rPr>
              <a:t>QK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1360" y="2371201"/>
            <a:ext cx="195580" cy="389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-50">
                <a:latin typeface="Noto Kufi Arabic"/>
                <a:cs typeface="Noto Kufi Arabic"/>
              </a:rPr>
              <a:t>|</a:t>
            </a:r>
            <a:endParaRPr sz="2350">
              <a:latin typeface="Noto Kufi Arabic"/>
              <a:cs typeface="Noto Kufi Arab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81989" y="2131981"/>
            <a:ext cx="1570355" cy="5168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52220" indent="-1239520">
              <a:lnSpc>
                <a:spcPct val="100000"/>
              </a:lnSpc>
              <a:spcBef>
                <a:spcPts val="125"/>
              </a:spcBef>
              <a:buChar char="✓"/>
              <a:tabLst>
                <a:tab pos="1252220" algn="l"/>
              </a:tabLst>
            </a:pPr>
            <a:r>
              <a:rPr dirty="0" sz="3200" spc="-885">
                <a:latin typeface="BIZ UDGothic"/>
                <a:cs typeface="BIZ UDGothic"/>
              </a:rPr>
              <a:t>◆</a:t>
            </a:r>
            <a:endParaRPr sz="3200">
              <a:latin typeface="BIZ UDGothic"/>
              <a:cs typeface="BIZ UD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9029" y="3029151"/>
            <a:ext cx="836294" cy="0"/>
          </a:xfrm>
          <a:custGeom>
            <a:avLst/>
            <a:gdLst/>
            <a:ahLst/>
            <a:cxnLst/>
            <a:rect l="l" t="t" r="r" b="b"/>
            <a:pathLst>
              <a:path w="836295" h="0">
                <a:moveTo>
                  <a:pt x="0" y="0"/>
                </a:moveTo>
                <a:lnTo>
                  <a:pt x="835848" y="0"/>
                </a:lnTo>
              </a:path>
            </a:pathLst>
          </a:custGeom>
          <a:ln w="163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154926" y="3110448"/>
            <a:ext cx="368935" cy="0"/>
          </a:xfrm>
          <a:custGeom>
            <a:avLst/>
            <a:gdLst/>
            <a:ahLst/>
            <a:cxnLst/>
            <a:rect l="l" t="t" r="r" b="b"/>
            <a:pathLst>
              <a:path w="368934" h="0">
                <a:moveTo>
                  <a:pt x="0" y="0"/>
                </a:moveTo>
                <a:lnTo>
                  <a:pt x="368838" y="0"/>
                </a:lnTo>
              </a:path>
            </a:pathLst>
          </a:custGeom>
          <a:ln w="15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772083" y="2696255"/>
            <a:ext cx="763905" cy="5168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200" spc="280" i="1">
                <a:latin typeface="DejaVu Sans Condensed"/>
                <a:cs typeface="DejaVu Sans Condensed"/>
              </a:rPr>
              <a:t>p</a:t>
            </a:r>
            <a:r>
              <a:rPr dirty="0" baseline="-42534" sz="4800" spc="419" i="1">
                <a:latin typeface="Times New Roman"/>
                <a:cs typeface="Times New Roman"/>
              </a:rPr>
              <a:t>d</a:t>
            </a:r>
            <a:r>
              <a:rPr dirty="0" baseline="-70921" sz="3525" spc="419" i="1">
                <a:latin typeface="Times New Roman"/>
                <a:cs typeface="Times New Roman"/>
              </a:rPr>
              <a:t>k</a:t>
            </a:r>
            <a:endParaRPr baseline="-70921" sz="352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80633" y="2709366"/>
            <a:ext cx="4420870" cy="5168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104004" algn="l"/>
              </a:tabLst>
            </a:pPr>
            <a:r>
              <a:rPr dirty="0" sz="3200" spc="65" b="1">
                <a:latin typeface="Arial"/>
                <a:cs typeface="Arial"/>
              </a:rPr>
              <a:t>A</a:t>
            </a:r>
            <a:r>
              <a:rPr dirty="0" sz="3200" spc="85" b="1">
                <a:latin typeface="Arial"/>
                <a:cs typeface="Arial"/>
              </a:rPr>
              <a:t>  </a:t>
            </a:r>
            <a:r>
              <a:rPr dirty="0" sz="3200" spc="185">
                <a:latin typeface="Tahoma"/>
                <a:cs typeface="Tahoma"/>
              </a:rPr>
              <a:t>=</a:t>
            </a:r>
            <a:r>
              <a:rPr dirty="0" sz="3200" spc="-20">
                <a:latin typeface="Tahoma"/>
                <a:cs typeface="Tahoma"/>
              </a:rPr>
              <a:t>  </a:t>
            </a:r>
            <a:r>
              <a:rPr dirty="0" sz="3200" spc="-10">
                <a:latin typeface="Times New Roman"/>
                <a:cs typeface="Times New Roman"/>
              </a:rPr>
              <a:t>softmax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185" b="1">
                <a:latin typeface="Arial"/>
                <a:cs typeface="Arial"/>
              </a:rPr>
              <a:t>V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8642" y="3508755"/>
            <a:ext cx="12644120" cy="354584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inference!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generate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tokens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dirty="0" sz="3400" spc="-1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dirty="0" sz="3400" spc="-9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404040"/>
                </a:solidFill>
                <a:latin typeface="Calibri"/>
                <a:cs typeface="Calibri"/>
              </a:rPr>
              <a:t>time!</a:t>
            </a:r>
            <a:endParaRPr sz="3400">
              <a:latin typeface="Calibri"/>
              <a:cs typeface="Calibri"/>
            </a:endParaRPr>
          </a:p>
          <a:p>
            <a:pPr marL="47625" marR="30480" indent="-10160">
              <a:lnSpc>
                <a:spcPct val="78200"/>
              </a:lnSpc>
              <a:spcBef>
                <a:spcPts val="1320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token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x,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multiply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25252" sz="3300">
                <a:solidFill>
                  <a:srgbClr val="404040"/>
                </a:solidFill>
                <a:latin typeface="Calibri"/>
                <a:cs typeface="Calibri"/>
              </a:rPr>
              <a:t>Q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4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25252" sz="3300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25252" sz="330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dirty="0" baseline="25252" sz="3300" spc="337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45">
                <a:solidFill>
                  <a:srgbClr val="404040"/>
                </a:solidFill>
                <a:latin typeface="Calibri"/>
                <a:cs typeface="Calibri"/>
              </a:rPr>
              <a:t>query,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key,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endParaRPr sz="3400">
              <a:latin typeface="Calibri"/>
              <a:cs typeface="Calibri"/>
            </a:endParaRPr>
          </a:p>
          <a:p>
            <a:pPr marL="47625" marR="354330" indent="-10160">
              <a:lnSpc>
                <a:spcPts val="3290"/>
              </a:lnSpc>
              <a:spcBef>
                <a:spcPts val="1200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want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 b="1">
                <a:solidFill>
                  <a:srgbClr val="404040"/>
                </a:solidFill>
                <a:latin typeface="Calibri"/>
                <a:cs typeface="Calibri"/>
              </a:rPr>
              <a:t>recompute</a:t>
            </a:r>
            <a:r>
              <a:rPr dirty="0" sz="3400" spc="-1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value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vectors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prior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tokens</a:t>
            </a:r>
            <a:r>
              <a:rPr dirty="0" sz="3400" spc="-1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dirty="0" baseline="-17676" sz="3300" spc="-37">
                <a:solidFill>
                  <a:srgbClr val="404040"/>
                </a:solidFill>
                <a:latin typeface="Calibri"/>
                <a:cs typeface="Calibri"/>
              </a:rPr>
              <a:t>&lt;</a:t>
            </a:r>
            <a:r>
              <a:rPr dirty="0" baseline="-17676" sz="3300" spc="-37" i="1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endParaRPr baseline="-17676" sz="3300">
              <a:latin typeface="Calibri"/>
              <a:cs typeface="Calibri"/>
            </a:endParaRPr>
          </a:p>
          <a:p>
            <a:pPr marL="47625" marR="755015" indent="-10160">
              <a:lnSpc>
                <a:spcPct val="78200"/>
              </a:lnSpc>
              <a:spcBef>
                <a:spcPts val="1345"/>
              </a:spcBef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Instead,</a:t>
            </a:r>
            <a:r>
              <a:rPr dirty="0" sz="3400" spc="5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store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value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vectors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memory</a:t>
            </a:r>
            <a:r>
              <a:rPr dirty="0" sz="3400" spc="-1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KV</a:t>
            </a:r>
            <a:r>
              <a:rPr dirty="0" sz="3400" spc="-1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cache,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grab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them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cache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2857" y="22859"/>
            <a:ext cx="237045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KV</a:t>
            </a:r>
            <a:r>
              <a:rPr dirty="0" spc="-155"/>
              <a:t> </a:t>
            </a:r>
            <a:r>
              <a:rPr dirty="0" spc="-20"/>
              <a:t>Cache</a:t>
            </a:r>
          </a:p>
        </p:txBody>
      </p:sp>
      <p:sp>
        <p:nvSpPr>
          <p:cNvPr id="40" name="object 40"/>
          <p:cNvSpPr/>
          <p:nvPr/>
        </p:nvSpPr>
        <p:spPr>
          <a:xfrm>
            <a:off x="1744489" y="717755"/>
            <a:ext cx="7364095" cy="3455035"/>
          </a:xfrm>
          <a:custGeom>
            <a:avLst/>
            <a:gdLst/>
            <a:ahLst/>
            <a:cxnLst/>
            <a:rect l="l" t="t" r="r" b="b"/>
            <a:pathLst>
              <a:path w="7364095" h="3455035">
                <a:moveTo>
                  <a:pt x="7364097" y="0"/>
                </a:moveTo>
                <a:lnTo>
                  <a:pt x="0" y="0"/>
                </a:lnTo>
                <a:lnTo>
                  <a:pt x="0" y="3454788"/>
                </a:lnTo>
                <a:lnTo>
                  <a:pt x="7364097" y="3454788"/>
                </a:lnTo>
                <a:lnTo>
                  <a:pt x="73640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539131" y="696358"/>
            <a:ext cx="42037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5745" sz="3075" spc="-37">
                <a:latin typeface="Arial"/>
                <a:cs typeface="Arial"/>
              </a:rPr>
              <a:t>K</a:t>
            </a:r>
            <a:r>
              <a:rPr dirty="0" sz="2050" spc="-25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63574" y="868539"/>
            <a:ext cx="23622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50">
                <a:latin typeface="Arial"/>
                <a:cs typeface="Arial"/>
              </a:rPr>
              <a:t>Q</a:t>
            </a:r>
            <a:endParaRPr sz="2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65795" y="930168"/>
            <a:ext cx="63119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50" spc="-25">
                <a:latin typeface="Arial"/>
                <a:cs typeface="Arial"/>
              </a:rPr>
              <a:t>QK</a:t>
            </a:r>
            <a:r>
              <a:rPr dirty="0" baseline="25745" sz="3075" spc="-37">
                <a:latin typeface="Arial"/>
                <a:cs typeface="Arial"/>
              </a:rPr>
              <a:t>T</a:t>
            </a:r>
            <a:endParaRPr baseline="25745" sz="3075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25237" y="872597"/>
            <a:ext cx="187960" cy="3435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-50">
                <a:latin typeface="Arial"/>
                <a:cs typeface="Arial"/>
              </a:rPr>
              <a:t>V</a:t>
            </a:r>
            <a:endParaRPr sz="2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953724" y="859488"/>
            <a:ext cx="19939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latin typeface="Arial"/>
                <a:cs typeface="Arial"/>
              </a:rPr>
              <a:t>A</a:t>
            </a:r>
            <a:endParaRPr sz="2100">
              <a:latin typeface="Arial"/>
              <a:cs typeface="Arial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2183003" y="1363745"/>
          <a:ext cx="885190" cy="2136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9465"/>
              </a:tblGrid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350" spc="30" b="1">
                          <a:latin typeface="Arial"/>
                          <a:cs typeface="Arial"/>
                        </a:rPr>
                        <a:t>q1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319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FFFFF"/>
                    </a:solidFill>
                  </a:tcPr>
                </a:tc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350" spc="30" b="1">
                          <a:latin typeface="Arial"/>
                          <a:cs typeface="Arial"/>
                        </a:rPr>
                        <a:t>q2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319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FFFFF"/>
                    </a:solidFill>
                  </a:tcPr>
                </a:tc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350" spc="30" b="1">
                          <a:latin typeface="Arial"/>
                          <a:cs typeface="Arial"/>
                        </a:rPr>
                        <a:t>q3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319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FFFFF"/>
                    </a:solidFill>
                  </a:tcPr>
                </a:tc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350" spc="30" b="1">
                          <a:latin typeface="Arial"/>
                          <a:cs typeface="Arial"/>
                        </a:rPr>
                        <a:t>q4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319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FFFFF"/>
                    </a:solidFill>
                  </a:tcPr>
                </a:tc>
              </a:tr>
            </a:tbl>
          </a:graphicData>
        </a:graphic>
      </p:graphicFrame>
      <p:sp>
        <p:nvSpPr>
          <p:cNvPr id="47" name="object 47"/>
          <p:cNvSpPr txBox="1"/>
          <p:nvPr/>
        </p:nvSpPr>
        <p:spPr>
          <a:xfrm>
            <a:off x="3195250" y="1492059"/>
            <a:ext cx="193040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55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3610171" y="1363689"/>
          <a:ext cx="2360295" cy="673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265"/>
                <a:gridCol w="485140"/>
                <a:gridCol w="596265"/>
                <a:gridCol w="596264"/>
              </a:tblGrid>
              <a:tr h="673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450" spc="-25" b="1">
                          <a:latin typeface="Arial"/>
                          <a:cs typeface="Arial"/>
                        </a:rPr>
                        <a:t>k1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185420" vert="vert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450" spc="-25" b="1">
                          <a:latin typeface="Arial"/>
                          <a:cs typeface="Arial"/>
                        </a:rPr>
                        <a:t>k2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73660" vert="vert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450" spc="-25" b="1">
                          <a:latin typeface="Arial"/>
                          <a:cs typeface="Arial"/>
                        </a:rPr>
                        <a:t>k3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185420" vert="vert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450" spc="-25" b="1">
                          <a:latin typeface="Arial"/>
                          <a:cs typeface="Arial"/>
                        </a:rPr>
                        <a:t>k4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185420" vert="vert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FBFFF"/>
                    </a:solidFill>
                  </a:tcPr>
                </a:tc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6093406" y="1510230"/>
            <a:ext cx="219710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75"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6515922" y="1431652"/>
          <a:ext cx="2356485" cy="2136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/>
                <a:gridCol w="568959"/>
                <a:gridCol w="567689"/>
                <a:gridCol w="565785"/>
              </a:tblGrid>
              <a:tr h="53657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q1•k1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8669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q1•k2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95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q1•k3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95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q1•k4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q2•k1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256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q2•k2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2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q2•k3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2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q2•k4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256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q3•k1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7208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q3•k2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q3•k3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q3•k4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q4•k1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8275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q4•k2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8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q4•k3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8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350" spc="45" b="1">
                          <a:latin typeface="Arial"/>
                          <a:cs typeface="Arial"/>
                        </a:rPr>
                        <a:t>q4•k4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8275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</a:tr>
            </a:tbl>
          </a:graphicData>
        </a:graphic>
      </p:graphicFrame>
      <p:sp>
        <p:nvSpPr>
          <p:cNvPr id="49" name="object 49"/>
          <p:cNvSpPr/>
          <p:nvPr/>
        </p:nvSpPr>
        <p:spPr>
          <a:xfrm>
            <a:off x="1849464" y="789096"/>
            <a:ext cx="7183755" cy="3229610"/>
          </a:xfrm>
          <a:custGeom>
            <a:avLst/>
            <a:gdLst/>
            <a:ahLst/>
            <a:cxnLst/>
            <a:rect l="l" t="t" r="r" b="b"/>
            <a:pathLst>
              <a:path w="7183755" h="3229610">
                <a:moveTo>
                  <a:pt x="6680" y="0"/>
                </a:moveTo>
                <a:lnTo>
                  <a:pt x="0" y="3133624"/>
                </a:lnTo>
              </a:path>
              <a:path w="7183755" h="3229610">
                <a:moveTo>
                  <a:pt x="133606" y="0"/>
                </a:moveTo>
                <a:lnTo>
                  <a:pt x="6680" y="0"/>
                </a:lnTo>
              </a:path>
              <a:path w="7183755" h="3229610">
                <a:moveTo>
                  <a:pt x="126926" y="3133624"/>
                </a:moveTo>
                <a:lnTo>
                  <a:pt x="0" y="3133624"/>
                </a:lnTo>
              </a:path>
              <a:path w="7183755" h="3229610">
                <a:moveTo>
                  <a:pt x="7178065" y="146795"/>
                </a:moveTo>
                <a:lnTo>
                  <a:pt x="7183684" y="3229017"/>
                </a:lnTo>
              </a:path>
              <a:path w="7183755" h="3229610">
                <a:moveTo>
                  <a:pt x="7071290" y="146795"/>
                </a:moveTo>
                <a:lnTo>
                  <a:pt x="7178065" y="146795"/>
                </a:lnTo>
              </a:path>
              <a:path w="7183755" h="3229610">
                <a:moveTo>
                  <a:pt x="7076909" y="3229017"/>
                </a:moveTo>
                <a:lnTo>
                  <a:pt x="7183684" y="3229017"/>
                </a:lnTo>
              </a:path>
            </a:pathLst>
          </a:custGeom>
          <a:ln w="180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354322" y="1958877"/>
            <a:ext cx="186055" cy="396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1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9753324" y="1437860"/>
          <a:ext cx="807720" cy="2125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2630"/>
              </a:tblGrid>
              <a:tr h="531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v1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B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v2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B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v3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B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v4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BFFF"/>
                    </a:solidFill>
                  </a:tcPr>
                </a:tc>
              </a:tr>
            </a:tbl>
          </a:graphicData>
        </a:graphic>
      </p:graphicFrame>
      <p:sp>
        <p:nvSpPr>
          <p:cNvPr id="36" name="object 36"/>
          <p:cNvSpPr txBox="1"/>
          <p:nvPr/>
        </p:nvSpPr>
        <p:spPr>
          <a:xfrm>
            <a:off x="11223993" y="1949466"/>
            <a:ext cx="21272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50">
                <a:latin typeface="Arial"/>
                <a:cs typeface="Arial"/>
              </a:rPr>
              <a:t>=</a:t>
            </a:r>
            <a:endParaRPr sz="24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69661" y="3060391"/>
            <a:ext cx="88265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50" spc="125">
                <a:latin typeface="Arial"/>
                <a:cs typeface="Arial"/>
              </a:rPr>
              <a:t>d</a:t>
            </a:r>
            <a:r>
              <a:rPr dirty="0" baseline="-25745" sz="3075" spc="187">
                <a:latin typeface="Arial"/>
                <a:cs typeface="Arial"/>
              </a:rPr>
              <a:t>k</a:t>
            </a:r>
            <a:r>
              <a:rPr dirty="0" baseline="-25745" sz="3075" spc="52">
                <a:latin typeface="Arial"/>
                <a:cs typeface="Arial"/>
              </a:rPr>
              <a:t> </a:t>
            </a:r>
            <a:r>
              <a:rPr dirty="0" sz="2050" spc="100">
                <a:latin typeface="Arial"/>
                <a:cs typeface="Arial"/>
              </a:rPr>
              <a:t>x</a:t>
            </a:r>
            <a:r>
              <a:rPr dirty="0" sz="2050" spc="35">
                <a:latin typeface="Arial"/>
                <a:cs typeface="Arial"/>
              </a:rPr>
              <a:t> </a:t>
            </a:r>
            <a:r>
              <a:rPr dirty="0" sz="2050" spc="25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1685861" y="1424295"/>
          <a:ext cx="832485" cy="2141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7395"/>
              </a:tblGrid>
              <a:tr h="535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a1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875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DC6A1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a2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875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DC6A1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a3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875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DC6A1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a4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875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BDC6A1"/>
                    </a:solidFill>
                  </a:tcPr>
                </a:tc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2195589" y="3717791"/>
            <a:ext cx="88265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50" spc="85">
                <a:latin typeface="Arial"/>
                <a:cs typeface="Arial"/>
              </a:rPr>
              <a:t>N</a:t>
            </a:r>
            <a:r>
              <a:rPr dirty="0" sz="2050" spc="35">
                <a:latin typeface="Arial"/>
                <a:cs typeface="Arial"/>
              </a:rPr>
              <a:t> </a:t>
            </a:r>
            <a:r>
              <a:rPr dirty="0" sz="2050" spc="100">
                <a:latin typeface="Arial"/>
                <a:cs typeface="Arial"/>
              </a:rPr>
              <a:t>x</a:t>
            </a:r>
            <a:r>
              <a:rPr dirty="0" sz="2050" spc="40">
                <a:latin typeface="Arial"/>
                <a:cs typeface="Arial"/>
              </a:rPr>
              <a:t> </a:t>
            </a:r>
            <a:r>
              <a:rPr dirty="0" sz="2050" spc="100">
                <a:latin typeface="Arial"/>
                <a:cs typeface="Arial"/>
              </a:rPr>
              <a:t>d</a:t>
            </a:r>
            <a:r>
              <a:rPr dirty="0" baseline="-25745" sz="3075" spc="150">
                <a:latin typeface="Arial"/>
                <a:cs typeface="Arial"/>
              </a:rPr>
              <a:t>k</a:t>
            </a:r>
            <a:endParaRPr baseline="-25745" sz="3075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47847" y="3827196"/>
            <a:ext cx="72390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85">
                <a:latin typeface="Arial"/>
                <a:cs typeface="Arial"/>
              </a:rPr>
              <a:t>N</a:t>
            </a:r>
            <a:r>
              <a:rPr dirty="0" sz="2050" spc="35">
                <a:latin typeface="Arial"/>
                <a:cs typeface="Arial"/>
              </a:rPr>
              <a:t> </a:t>
            </a:r>
            <a:r>
              <a:rPr dirty="0" sz="2050" spc="100">
                <a:latin typeface="Arial"/>
                <a:cs typeface="Arial"/>
              </a:rPr>
              <a:t>x</a:t>
            </a:r>
            <a:r>
              <a:rPr dirty="0" sz="2050" spc="40">
                <a:latin typeface="Arial"/>
                <a:cs typeface="Arial"/>
              </a:rPr>
              <a:t> </a:t>
            </a:r>
            <a:r>
              <a:rPr dirty="0" sz="2050" spc="35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697525" y="3763328"/>
            <a:ext cx="843280" cy="3435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 spc="50">
                <a:latin typeface="Arial"/>
                <a:cs typeface="Arial"/>
              </a:rPr>
              <a:t>x</a:t>
            </a:r>
            <a:r>
              <a:rPr dirty="0" sz="2050" spc="25">
                <a:latin typeface="Arial"/>
                <a:cs typeface="Arial"/>
              </a:rPr>
              <a:t> d</a:t>
            </a:r>
            <a:r>
              <a:rPr dirty="0" baseline="-25745" sz="3075" spc="37">
                <a:latin typeface="Arial"/>
                <a:cs typeface="Arial"/>
              </a:rPr>
              <a:t>v</a:t>
            </a:r>
            <a:endParaRPr baseline="-25745" sz="3075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639274" y="3767961"/>
            <a:ext cx="84963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Arial"/>
                <a:cs typeface="Arial"/>
              </a:rPr>
              <a:t>N</a:t>
            </a:r>
            <a:r>
              <a:rPr dirty="0" sz="2100" spc="1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x</a:t>
            </a:r>
            <a:r>
              <a:rPr dirty="0" sz="2100" spc="15">
                <a:latin typeface="Arial"/>
                <a:cs typeface="Arial"/>
              </a:rPr>
              <a:t> </a:t>
            </a:r>
            <a:r>
              <a:rPr dirty="0" sz="2100" spc="-25">
                <a:latin typeface="Arial"/>
                <a:cs typeface="Arial"/>
              </a:rPr>
              <a:t>d</a:t>
            </a:r>
            <a:r>
              <a:rPr dirty="0" baseline="-26455" sz="3150" spc="-37">
                <a:latin typeface="Arial"/>
                <a:cs typeface="Arial"/>
              </a:rPr>
              <a:t>v</a:t>
            </a:r>
            <a:endParaRPr baseline="-26455" sz="31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02479" y="4654666"/>
            <a:ext cx="118745" cy="2921000"/>
          </a:xfrm>
          <a:custGeom>
            <a:avLst/>
            <a:gdLst/>
            <a:ahLst/>
            <a:cxnLst/>
            <a:rect l="l" t="t" r="r" b="b"/>
            <a:pathLst>
              <a:path w="118744" h="2921000">
                <a:moveTo>
                  <a:pt x="5931" y="0"/>
                </a:moveTo>
                <a:lnTo>
                  <a:pt x="0" y="2920792"/>
                </a:lnTo>
              </a:path>
              <a:path w="118744" h="2921000">
                <a:moveTo>
                  <a:pt x="118628" y="0"/>
                </a:moveTo>
                <a:lnTo>
                  <a:pt x="5931" y="0"/>
                </a:lnTo>
              </a:path>
              <a:path w="118744" h="2921000">
                <a:moveTo>
                  <a:pt x="112696" y="2920792"/>
                </a:moveTo>
                <a:lnTo>
                  <a:pt x="0" y="2920792"/>
                </a:lnTo>
              </a:path>
            </a:pathLst>
          </a:custGeom>
          <a:ln w="164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22754" y="4789677"/>
            <a:ext cx="212725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00" spc="-50">
                <a:latin typeface="Arial"/>
                <a:cs typeface="Arial"/>
              </a:rPr>
              <a:t>Q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83975" y="4789677"/>
            <a:ext cx="568960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900" spc="-25">
                <a:latin typeface="Arial"/>
                <a:cs typeface="Arial"/>
              </a:rPr>
              <a:t>QK</a:t>
            </a:r>
            <a:r>
              <a:rPr dirty="0" baseline="26315" sz="2850" spc="-37">
                <a:latin typeface="Arial"/>
                <a:cs typeface="Arial"/>
              </a:rPr>
              <a:t>T</a:t>
            </a:r>
            <a:endParaRPr baseline="26315" sz="2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38753" y="4674791"/>
            <a:ext cx="175895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00" spc="-50">
                <a:latin typeface="Arial"/>
                <a:cs typeface="Arial"/>
              </a:rPr>
              <a:t>V</a:t>
            </a:r>
            <a:endParaRPr sz="1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198318" y="4725164"/>
            <a:ext cx="185420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00" spc="-50">
                <a:latin typeface="Arial"/>
                <a:cs typeface="Arial"/>
              </a:rPr>
              <a:t>A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17304" y="5084845"/>
            <a:ext cx="382270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26315" sz="2850" spc="-37">
                <a:latin typeface="Arial"/>
                <a:cs typeface="Arial"/>
              </a:rPr>
              <a:t>K</a:t>
            </a:r>
            <a:r>
              <a:rPr dirty="0" sz="1900" spc="-25">
                <a:latin typeface="Arial"/>
                <a:cs typeface="Arial"/>
              </a:rPr>
              <a:t>T</a:t>
            </a:r>
            <a:endParaRPr sz="1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90722" y="5782520"/>
            <a:ext cx="17462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latin typeface="Arial"/>
                <a:cs typeface="Arial"/>
              </a:rPr>
              <a:t>x</a:t>
            </a:r>
            <a:endParaRPr sz="22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16591" y="5680909"/>
            <a:ext cx="2144395" cy="636905"/>
            <a:chOff x="3916591" y="5680909"/>
            <a:chExt cx="2144395" cy="636905"/>
          </a:xfrm>
        </p:grpSpPr>
        <p:sp>
          <p:nvSpPr>
            <p:cNvPr id="5" name="object 5"/>
            <p:cNvSpPr/>
            <p:nvPr/>
          </p:nvSpPr>
          <p:spPr>
            <a:xfrm>
              <a:off x="3920693" y="5685012"/>
              <a:ext cx="530225" cy="628650"/>
            </a:xfrm>
            <a:custGeom>
              <a:avLst/>
              <a:gdLst/>
              <a:ahLst/>
              <a:cxnLst/>
              <a:rect l="l" t="t" r="r" b="b"/>
              <a:pathLst>
                <a:path w="530225" h="628650">
                  <a:moveTo>
                    <a:pt x="529629" y="0"/>
                  </a:moveTo>
                  <a:lnTo>
                    <a:pt x="0" y="0"/>
                  </a:lnTo>
                  <a:lnTo>
                    <a:pt x="0" y="628343"/>
                  </a:lnTo>
                  <a:lnTo>
                    <a:pt x="529629" y="628343"/>
                  </a:lnTo>
                  <a:lnTo>
                    <a:pt x="529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20694" y="5685012"/>
              <a:ext cx="530225" cy="628650"/>
            </a:xfrm>
            <a:custGeom>
              <a:avLst/>
              <a:gdLst/>
              <a:ahLst/>
              <a:cxnLst/>
              <a:rect l="l" t="t" r="r" b="b"/>
              <a:pathLst>
                <a:path w="530225" h="628650">
                  <a:moveTo>
                    <a:pt x="0" y="0"/>
                  </a:moveTo>
                  <a:lnTo>
                    <a:pt x="529629" y="0"/>
                  </a:lnTo>
                  <a:lnTo>
                    <a:pt x="529629" y="628344"/>
                  </a:lnTo>
                  <a:lnTo>
                    <a:pt x="0" y="628344"/>
                  </a:lnTo>
                  <a:lnTo>
                    <a:pt x="0" y="0"/>
                  </a:lnTo>
                  <a:close/>
                </a:path>
              </a:pathLst>
            </a:custGeom>
            <a:ln w="820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50322" y="5685012"/>
              <a:ext cx="530225" cy="628650"/>
            </a:xfrm>
            <a:custGeom>
              <a:avLst/>
              <a:gdLst/>
              <a:ahLst/>
              <a:cxnLst/>
              <a:rect l="l" t="t" r="r" b="b"/>
              <a:pathLst>
                <a:path w="530225" h="628650">
                  <a:moveTo>
                    <a:pt x="529629" y="0"/>
                  </a:moveTo>
                  <a:lnTo>
                    <a:pt x="0" y="0"/>
                  </a:lnTo>
                  <a:lnTo>
                    <a:pt x="0" y="628343"/>
                  </a:lnTo>
                  <a:lnTo>
                    <a:pt x="529629" y="628343"/>
                  </a:lnTo>
                  <a:lnTo>
                    <a:pt x="529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50323" y="5685012"/>
              <a:ext cx="530225" cy="628650"/>
            </a:xfrm>
            <a:custGeom>
              <a:avLst/>
              <a:gdLst/>
              <a:ahLst/>
              <a:cxnLst/>
              <a:rect l="l" t="t" r="r" b="b"/>
              <a:pathLst>
                <a:path w="530225" h="628650">
                  <a:moveTo>
                    <a:pt x="0" y="0"/>
                  </a:moveTo>
                  <a:lnTo>
                    <a:pt x="529629" y="0"/>
                  </a:lnTo>
                  <a:lnTo>
                    <a:pt x="529629" y="628344"/>
                  </a:lnTo>
                  <a:lnTo>
                    <a:pt x="0" y="628344"/>
                  </a:lnTo>
                  <a:lnTo>
                    <a:pt x="0" y="0"/>
                  </a:lnTo>
                  <a:close/>
                </a:path>
              </a:pathLst>
            </a:custGeom>
            <a:ln w="820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26679" y="5685012"/>
              <a:ext cx="530225" cy="628650"/>
            </a:xfrm>
            <a:custGeom>
              <a:avLst/>
              <a:gdLst/>
              <a:ahLst/>
              <a:cxnLst/>
              <a:rect l="l" t="t" r="r" b="b"/>
              <a:pathLst>
                <a:path w="530225" h="628650">
                  <a:moveTo>
                    <a:pt x="529629" y="0"/>
                  </a:moveTo>
                  <a:lnTo>
                    <a:pt x="0" y="0"/>
                  </a:lnTo>
                  <a:lnTo>
                    <a:pt x="0" y="628343"/>
                  </a:lnTo>
                  <a:lnTo>
                    <a:pt x="529629" y="628343"/>
                  </a:lnTo>
                  <a:lnTo>
                    <a:pt x="52962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26679" y="5685012"/>
              <a:ext cx="530225" cy="628650"/>
            </a:xfrm>
            <a:custGeom>
              <a:avLst/>
              <a:gdLst/>
              <a:ahLst/>
              <a:cxnLst/>
              <a:rect l="l" t="t" r="r" b="b"/>
              <a:pathLst>
                <a:path w="530225" h="628650">
                  <a:moveTo>
                    <a:pt x="0" y="0"/>
                  </a:moveTo>
                  <a:lnTo>
                    <a:pt x="529629" y="0"/>
                  </a:lnTo>
                  <a:lnTo>
                    <a:pt x="529629" y="628344"/>
                  </a:lnTo>
                  <a:lnTo>
                    <a:pt x="0" y="628344"/>
                  </a:lnTo>
                  <a:lnTo>
                    <a:pt x="0" y="0"/>
                  </a:lnTo>
                  <a:close/>
                </a:path>
              </a:pathLst>
            </a:custGeom>
            <a:ln w="820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84398" y="5685012"/>
              <a:ext cx="530225" cy="628650"/>
            </a:xfrm>
            <a:custGeom>
              <a:avLst/>
              <a:gdLst/>
              <a:ahLst/>
              <a:cxnLst/>
              <a:rect l="l" t="t" r="r" b="b"/>
              <a:pathLst>
                <a:path w="530225" h="628650">
                  <a:moveTo>
                    <a:pt x="529628" y="0"/>
                  </a:moveTo>
                  <a:lnTo>
                    <a:pt x="0" y="0"/>
                  </a:lnTo>
                  <a:lnTo>
                    <a:pt x="0" y="628343"/>
                  </a:lnTo>
                  <a:lnTo>
                    <a:pt x="529628" y="628343"/>
                  </a:lnTo>
                  <a:lnTo>
                    <a:pt x="529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84397" y="5685012"/>
              <a:ext cx="530225" cy="628650"/>
            </a:xfrm>
            <a:custGeom>
              <a:avLst/>
              <a:gdLst/>
              <a:ahLst/>
              <a:cxnLst/>
              <a:rect l="l" t="t" r="r" b="b"/>
              <a:pathLst>
                <a:path w="530225" h="628650">
                  <a:moveTo>
                    <a:pt x="0" y="0"/>
                  </a:moveTo>
                  <a:lnTo>
                    <a:pt x="529629" y="0"/>
                  </a:lnTo>
                  <a:lnTo>
                    <a:pt x="529629" y="628344"/>
                  </a:lnTo>
                  <a:lnTo>
                    <a:pt x="0" y="628344"/>
                  </a:lnTo>
                  <a:lnTo>
                    <a:pt x="0" y="0"/>
                  </a:lnTo>
                  <a:close/>
                </a:path>
              </a:pathLst>
            </a:custGeom>
            <a:ln w="820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249914" y="5819550"/>
            <a:ext cx="19812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latin typeface="Arial"/>
                <a:cs typeface="Arial"/>
              </a:rPr>
              <a:t>=</a:t>
            </a:r>
            <a:endParaRPr sz="22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11017" y="5872107"/>
            <a:ext cx="17462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latin typeface="Arial"/>
                <a:cs typeface="Arial"/>
              </a:rPr>
              <a:t>x</a:t>
            </a:r>
            <a:endParaRPr sz="22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4083" y="6771311"/>
            <a:ext cx="709930" cy="498475"/>
          </a:xfrm>
          <a:prstGeom prst="rect">
            <a:avLst/>
          </a:prstGeom>
          <a:solidFill>
            <a:srgbClr val="FFFFBF"/>
          </a:solidFill>
          <a:ln w="8206">
            <a:solidFill>
              <a:srgbClr val="7F7F7F"/>
            </a:solidFill>
          </a:ln>
        </p:spPr>
        <p:txBody>
          <a:bodyPr wrap="square" lIns="0" tIns="1473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dirty="0" sz="1300" spc="-25" b="1">
                <a:latin typeface="Arial"/>
                <a:cs typeface="Arial"/>
              </a:rPr>
              <a:t>q4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630414" y="6764839"/>
          <a:ext cx="2104390" cy="500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5459"/>
                <a:gridCol w="507365"/>
                <a:gridCol w="504825"/>
                <a:gridCol w="502919"/>
              </a:tblGrid>
              <a:tr h="500380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q4•k1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q4•k2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q4•k3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q4•k4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9887461" y="5241303"/>
          <a:ext cx="755015" cy="197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925"/>
              </a:tblGrid>
              <a:tr h="493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447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447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447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v4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447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BFFF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1279310" y="5922479"/>
            <a:ext cx="19812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latin typeface="Arial"/>
                <a:cs typeface="Arial"/>
              </a:rPr>
              <a:t>=</a:t>
            </a:r>
            <a:endParaRPr sz="22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11574" y="6668744"/>
            <a:ext cx="792480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900" spc="65">
                <a:latin typeface="Arial"/>
                <a:cs typeface="Arial"/>
              </a:rPr>
              <a:t>d</a:t>
            </a:r>
            <a:r>
              <a:rPr dirty="0" baseline="-26315" sz="2850" spc="97">
                <a:latin typeface="Arial"/>
                <a:cs typeface="Arial"/>
              </a:rPr>
              <a:t>k</a:t>
            </a:r>
            <a:r>
              <a:rPr dirty="0" baseline="-26315" sz="2850" spc="52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x</a:t>
            </a:r>
            <a:r>
              <a:rPr dirty="0" sz="1900" spc="35">
                <a:latin typeface="Arial"/>
                <a:cs typeface="Arial"/>
              </a:rPr>
              <a:t> </a:t>
            </a:r>
            <a:r>
              <a:rPr dirty="0" sz="1900" spc="-50">
                <a:latin typeface="Arial"/>
                <a:cs typeface="Arial"/>
              </a:rPr>
              <a:t>N</a:t>
            </a:r>
            <a:endParaRPr sz="1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950972" y="4705039"/>
            <a:ext cx="100330" cy="2873375"/>
          </a:xfrm>
          <a:custGeom>
            <a:avLst/>
            <a:gdLst/>
            <a:ahLst/>
            <a:cxnLst/>
            <a:rect l="l" t="t" r="r" b="b"/>
            <a:pathLst>
              <a:path w="100329" h="2873375">
                <a:moveTo>
                  <a:pt x="94804" y="0"/>
                </a:moveTo>
                <a:lnTo>
                  <a:pt x="99794" y="2872881"/>
                </a:lnTo>
              </a:path>
              <a:path w="100329" h="2873375">
                <a:moveTo>
                  <a:pt x="0" y="0"/>
                </a:moveTo>
                <a:lnTo>
                  <a:pt x="94804" y="0"/>
                </a:lnTo>
              </a:path>
              <a:path w="100329" h="2873375">
                <a:moveTo>
                  <a:pt x="4989" y="2872881"/>
                </a:moveTo>
                <a:lnTo>
                  <a:pt x="99794" y="2872881"/>
                </a:lnTo>
              </a:path>
            </a:pathLst>
          </a:custGeom>
          <a:ln w="164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879940" y="6776858"/>
            <a:ext cx="687705" cy="494030"/>
          </a:xfrm>
          <a:prstGeom prst="rect">
            <a:avLst/>
          </a:prstGeom>
          <a:solidFill>
            <a:srgbClr val="BDC6A1"/>
          </a:solidFill>
          <a:ln w="8206">
            <a:solidFill>
              <a:srgbClr val="7F7F7F"/>
            </a:solidFill>
          </a:ln>
        </p:spPr>
        <p:txBody>
          <a:bodyPr wrap="square" lIns="0" tIns="1447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dirty="0" sz="1300" spc="-25" b="1">
                <a:latin typeface="Arial"/>
                <a:cs typeface="Arial"/>
              </a:rPr>
              <a:t>a4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92562" y="7475039"/>
            <a:ext cx="751840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900">
                <a:latin typeface="Arial"/>
                <a:cs typeface="Arial"/>
              </a:rPr>
              <a:t>1</a:t>
            </a:r>
            <a:r>
              <a:rPr dirty="0" sz="1900" spc="3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x</a:t>
            </a:r>
            <a:r>
              <a:rPr dirty="0" sz="1900" spc="40">
                <a:latin typeface="Arial"/>
                <a:cs typeface="Arial"/>
              </a:rPr>
              <a:t> d</a:t>
            </a:r>
            <a:r>
              <a:rPr dirty="0" baseline="-26315" sz="2850" spc="60">
                <a:latin typeface="Arial"/>
                <a:cs typeface="Arial"/>
              </a:rPr>
              <a:t>k</a:t>
            </a:r>
            <a:endParaRPr baseline="-26315" sz="2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02531" y="7504469"/>
            <a:ext cx="604520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00">
                <a:latin typeface="Arial"/>
                <a:cs typeface="Arial"/>
              </a:rPr>
              <a:t>1</a:t>
            </a:r>
            <a:r>
              <a:rPr dirty="0" sz="1900" spc="3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x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 spc="-50">
                <a:latin typeface="Arial"/>
                <a:cs typeface="Arial"/>
              </a:rPr>
              <a:t>N</a:t>
            </a:r>
            <a:endParaRPr sz="1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32948" y="7512386"/>
            <a:ext cx="788035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900">
                <a:latin typeface="Arial"/>
                <a:cs typeface="Arial"/>
              </a:rPr>
              <a:t>N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x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 spc="25">
                <a:latin typeface="Arial"/>
                <a:cs typeface="Arial"/>
              </a:rPr>
              <a:t>d</a:t>
            </a:r>
            <a:r>
              <a:rPr dirty="0" baseline="-26315" sz="2850" spc="37">
                <a:latin typeface="Arial"/>
                <a:cs typeface="Arial"/>
              </a:rPr>
              <a:t>v</a:t>
            </a:r>
            <a:endParaRPr baseline="-26315" sz="2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917501" y="7620201"/>
            <a:ext cx="746760" cy="321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900">
                <a:latin typeface="Arial"/>
                <a:cs typeface="Arial"/>
              </a:rPr>
              <a:t>1</a:t>
            </a:r>
            <a:r>
              <a:rPr dirty="0" sz="1900" spc="3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x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 spc="25">
                <a:latin typeface="Arial"/>
                <a:cs typeface="Arial"/>
              </a:rPr>
              <a:t>d</a:t>
            </a:r>
            <a:r>
              <a:rPr dirty="0" baseline="-26315" sz="2850" spc="37">
                <a:latin typeface="Arial"/>
                <a:cs typeface="Arial"/>
              </a:rPr>
              <a:t>v</a:t>
            </a:r>
            <a:endParaRPr baseline="-26315"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Parameter-</a:t>
            </a:r>
            <a:r>
              <a:rPr dirty="0" spc="-60"/>
              <a:t>Efficient</a:t>
            </a:r>
            <a:r>
              <a:rPr dirty="0" spc="-140"/>
              <a:t> </a:t>
            </a:r>
            <a:r>
              <a:rPr dirty="0" spc="-10"/>
              <a:t>Finetuning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12056745" cy="58413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2225" marR="302260" indent="-10160">
              <a:lnSpc>
                <a:spcPts val="3600"/>
              </a:lnSpc>
              <a:spcBef>
                <a:spcPts val="620"/>
              </a:spcBef>
            </a:pP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Adapting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domain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continued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pretraining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(finetuning)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34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5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problem</a:t>
            </a:r>
            <a:r>
              <a:rPr dirty="0" sz="34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dirty="0" sz="3400" spc="-1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huge</a:t>
            </a:r>
            <a:r>
              <a:rPr dirty="0" sz="3400" spc="-1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LLMs.</a:t>
            </a:r>
            <a:endParaRPr sz="34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894"/>
              </a:spcBef>
              <a:buClr>
                <a:srgbClr val="E48312"/>
              </a:buClr>
              <a:buFont typeface="Arial"/>
              <a:buChar char="•"/>
              <a:tabLst>
                <a:tab pos="356870" algn="l"/>
              </a:tabLst>
            </a:pP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Enormous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numbers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parameters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train</a:t>
            </a:r>
            <a:endParaRPr sz="3400">
              <a:latin typeface="Calibri"/>
              <a:cs typeface="Calibri"/>
            </a:endParaRPr>
          </a:p>
          <a:p>
            <a:pPr marL="355600" marR="205104" indent="-342900">
              <a:lnSpc>
                <a:spcPts val="3579"/>
              </a:lnSpc>
              <a:spcBef>
                <a:spcPts val="1350"/>
              </a:spcBef>
              <a:buFont typeface="Arial"/>
              <a:buChar char="•"/>
              <a:tabLst>
                <a:tab pos="355600" algn="l"/>
                <a:tab pos="356870" algn="l"/>
              </a:tabLst>
            </a:pPr>
            <a:r>
              <a:rPr dirty="0" sz="340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pass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batch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gradient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descent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404040"/>
                </a:solidFill>
                <a:latin typeface="Calibri"/>
                <a:cs typeface="Calibri"/>
              </a:rPr>
              <a:t>backpropagate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through many</a:t>
            </a:r>
            <a:r>
              <a:rPr dirty="0" sz="3400" spc="-1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dirty="0" sz="3400" spc="-1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huge</a:t>
            </a:r>
            <a:r>
              <a:rPr dirty="0" sz="3400" spc="-1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layers.</a:t>
            </a:r>
            <a:endParaRPr sz="3400">
              <a:latin typeface="Calibri"/>
              <a:cs typeface="Calibri"/>
            </a:endParaRPr>
          </a:p>
          <a:p>
            <a:pPr marL="12700" marR="2118995" indent="344170">
              <a:lnSpc>
                <a:spcPts val="4990"/>
              </a:lnSpc>
              <a:spcBef>
                <a:spcPts val="210"/>
              </a:spcBef>
              <a:buClr>
                <a:srgbClr val="E48312"/>
              </a:buClr>
              <a:buFont typeface="Arial"/>
              <a:buChar char="•"/>
              <a:tabLst>
                <a:tab pos="356870" algn="l"/>
              </a:tabLst>
            </a:pP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Expensive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70">
                <a:solidFill>
                  <a:srgbClr val="404040"/>
                </a:solidFill>
                <a:latin typeface="Calibri"/>
                <a:cs typeface="Calibri"/>
              </a:rPr>
              <a:t>power,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40">
                <a:solidFill>
                  <a:srgbClr val="404040"/>
                </a:solidFill>
                <a:latin typeface="Calibri"/>
                <a:cs typeface="Calibri"/>
              </a:rPr>
              <a:t>memory,</a:t>
            </a:r>
            <a:r>
              <a:rPr dirty="0" sz="34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time.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Instead,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50" b="1">
                <a:solidFill>
                  <a:srgbClr val="404040"/>
                </a:solidFill>
                <a:latin typeface="Calibri"/>
                <a:cs typeface="Calibri"/>
              </a:rPr>
              <a:t>parameter-</a:t>
            </a:r>
            <a:r>
              <a:rPr dirty="0" sz="3400" spc="-20" b="1">
                <a:solidFill>
                  <a:srgbClr val="404040"/>
                </a:solidFill>
                <a:latin typeface="Calibri"/>
                <a:cs typeface="Calibri"/>
              </a:rPr>
              <a:t>efficient</a:t>
            </a:r>
            <a:r>
              <a:rPr dirty="0" sz="3400" spc="-1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404040"/>
                </a:solidFill>
                <a:latin typeface="Calibri"/>
                <a:cs typeface="Calibri"/>
              </a:rPr>
              <a:t>fine</a:t>
            </a:r>
            <a:r>
              <a:rPr dirty="0" sz="3400" spc="-1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404040"/>
                </a:solidFill>
                <a:latin typeface="Calibri"/>
                <a:cs typeface="Calibri"/>
              </a:rPr>
              <a:t>tuning</a:t>
            </a:r>
            <a:r>
              <a:rPr dirty="0" sz="3400" spc="-114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(PEFT)</a:t>
            </a:r>
            <a:endParaRPr sz="34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00"/>
              </a:spcBef>
              <a:buClr>
                <a:srgbClr val="E48312"/>
              </a:buClr>
              <a:buFont typeface="Arial"/>
              <a:buChar char="•"/>
              <a:tabLst>
                <a:tab pos="356870" algn="l"/>
              </a:tabLst>
            </a:pP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Efficiently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select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subset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404040"/>
                </a:solidFill>
                <a:latin typeface="Calibri"/>
                <a:cs typeface="Calibri"/>
              </a:rPr>
              <a:t>parameters</a:t>
            </a:r>
            <a:r>
              <a:rPr dirty="0" sz="34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update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finetuning.</a:t>
            </a:r>
            <a:endParaRPr sz="34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"/>
              <a:buChar char="•"/>
              <a:tabLst>
                <a:tab pos="35687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E.g.,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0">
                <a:solidFill>
                  <a:srgbClr val="404040"/>
                </a:solidFill>
                <a:latin typeface="Calibri"/>
                <a:cs typeface="Calibri"/>
              </a:rPr>
              <a:t>freeze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34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404040"/>
                </a:solidFill>
                <a:latin typeface="Calibri"/>
                <a:cs typeface="Calibri"/>
              </a:rPr>
              <a:t>parameters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(don’t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change</a:t>
            </a:r>
            <a:r>
              <a:rPr dirty="0" sz="34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them),</a:t>
            </a:r>
            <a:endParaRPr sz="34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"/>
              <a:buChar char="•"/>
              <a:tabLst>
                <a:tab pos="356870" algn="l"/>
              </a:tabLst>
            </a:pP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404040"/>
                </a:solidFill>
                <a:latin typeface="Calibri"/>
                <a:cs typeface="Calibri"/>
              </a:rPr>
              <a:t>update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dirty="0" sz="34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4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404040"/>
                </a:solidFill>
                <a:latin typeface="Calibri"/>
                <a:cs typeface="Calibri"/>
              </a:rPr>
              <a:t>few</a:t>
            </a:r>
            <a:r>
              <a:rPr dirty="0" sz="34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404040"/>
                </a:solidFill>
                <a:latin typeface="Calibri"/>
                <a:cs typeface="Calibri"/>
              </a:rPr>
              <a:t>parameters.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LoRA</a:t>
            </a:r>
            <a:r>
              <a:rPr dirty="0" spc="-160"/>
              <a:t> </a:t>
            </a:r>
            <a:r>
              <a:rPr dirty="0" spc="-80"/>
              <a:t>(Low-</a:t>
            </a:r>
            <a:r>
              <a:rPr dirty="0"/>
              <a:t>Rank</a:t>
            </a:r>
            <a:r>
              <a:rPr dirty="0" spc="-155"/>
              <a:t> </a:t>
            </a:r>
            <a:r>
              <a:rPr dirty="0" spc="-25"/>
              <a:t>Adaptation)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0542" y="1861311"/>
            <a:ext cx="12040870" cy="434086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762000" marR="674370" indent="-685800">
              <a:lnSpc>
                <a:spcPts val="4700"/>
              </a:lnSpc>
              <a:spcBef>
                <a:spcPts val="640"/>
              </a:spcBef>
              <a:buClr>
                <a:srgbClr val="E48312"/>
              </a:buClr>
              <a:buFont typeface="Arial"/>
              <a:buChar char="•"/>
              <a:tabLst>
                <a:tab pos="762000" algn="l"/>
              </a:tabLst>
            </a:pPr>
            <a:r>
              <a:rPr dirty="0" sz="4300" spc="-45">
                <a:solidFill>
                  <a:srgbClr val="404040"/>
                </a:solidFill>
                <a:latin typeface="Calibri"/>
                <a:cs typeface="Calibri"/>
              </a:rPr>
              <a:t>Trransformers</a:t>
            </a:r>
            <a:r>
              <a:rPr dirty="0" sz="43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dirty="0" sz="43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dense</a:t>
            </a:r>
            <a:r>
              <a:rPr dirty="0" sz="43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matrix</a:t>
            </a:r>
            <a:r>
              <a:rPr dirty="0" sz="4300" spc="-1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multiply layers</a:t>
            </a:r>
            <a:endParaRPr sz="4300">
              <a:latin typeface="Calibri"/>
              <a:cs typeface="Calibri"/>
            </a:endParaRPr>
          </a:p>
          <a:p>
            <a:pPr lvl="1" marL="1237615" indent="-685165">
              <a:lnSpc>
                <a:spcPts val="4530"/>
              </a:lnSpc>
              <a:buClr>
                <a:srgbClr val="E48312"/>
              </a:buClr>
              <a:buFont typeface="Arial"/>
              <a:buChar char="•"/>
              <a:tabLst>
                <a:tab pos="12376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dirty="0" sz="38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25641" sz="3900" b="1">
                <a:solidFill>
                  <a:srgbClr val="404040"/>
                </a:solidFill>
                <a:latin typeface="Calibri"/>
                <a:cs typeface="Calibri"/>
              </a:rPr>
              <a:t>Q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8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25641" sz="3900" b="1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8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25641" sz="3900" b="1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38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b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baseline="25641" sz="3900" b="1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dirty="0" baseline="25641" sz="3900" spc="247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layers</a:t>
            </a:r>
            <a:r>
              <a:rPr dirty="0" sz="38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38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attention</a:t>
            </a:r>
            <a:endParaRPr sz="3800">
              <a:latin typeface="Calibri"/>
              <a:cs typeface="Calibri"/>
            </a:endParaRPr>
          </a:p>
          <a:p>
            <a:pPr marL="761365" indent="-68516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"/>
              <a:buChar char="•"/>
              <a:tabLst>
                <a:tab pos="761365" algn="l"/>
              </a:tabLst>
            </a:pP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dirty="0" sz="43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43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updating</a:t>
            </a:r>
            <a:r>
              <a:rPr dirty="0" sz="43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dirty="0" sz="43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layers</a:t>
            </a:r>
            <a:r>
              <a:rPr dirty="0" sz="43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404040"/>
                </a:solidFill>
                <a:latin typeface="Calibri"/>
                <a:cs typeface="Calibri"/>
              </a:rPr>
              <a:t>during</a:t>
            </a:r>
            <a:r>
              <a:rPr dirty="0" sz="43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404040"/>
                </a:solidFill>
                <a:latin typeface="Calibri"/>
                <a:cs typeface="Calibri"/>
              </a:rPr>
              <a:t>finetuning,</a:t>
            </a:r>
            <a:endParaRPr sz="4300">
              <a:latin typeface="Calibri"/>
              <a:cs typeface="Calibri"/>
            </a:endParaRPr>
          </a:p>
          <a:p>
            <a:pPr lvl="1" marL="1237615" indent="-685165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Font typeface="Arial"/>
              <a:buChar char="•"/>
              <a:tabLst>
                <a:tab pos="1237615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Freeze</a:t>
            </a:r>
            <a:r>
              <a:rPr dirty="0" sz="38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dirty="0" sz="3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layers</a:t>
            </a:r>
            <a:endParaRPr sz="3800">
              <a:latin typeface="Calibri"/>
              <a:cs typeface="Calibri"/>
            </a:endParaRPr>
          </a:p>
          <a:p>
            <a:pPr lvl="1" marL="1238250" marR="1919605" indent="-685800">
              <a:lnSpc>
                <a:spcPts val="4100"/>
              </a:lnSpc>
              <a:spcBef>
                <a:spcPts val="665"/>
              </a:spcBef>
              <a:buClr>
                <a:srgbClr val="E48312"/>
              </a:buClr>
              <a:buFont typeface="Arial"/>
              <a:buChar char="•"/>
              <a:tabLst>
                <a:tab pos="1238250" algn="l"/>
              </a:tabLst>
            </a:pP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Update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low-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rank</a:t>
            </a:r>
            <a:r>
              <a:rPr dirty="0" sz="3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404040"/>
                </a:solidFill>
                <a:latin typeface="Calibri"/>
                <a:cs typeface="Calibri"/>
              </a:rPr>
              <a:t>approximation with</a:t>
            </a:r>
            <a:r>
              <a:rPr dirty="0" sz="3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404040"/>
                </a:solidFill>
                <a:latin typeface="Calibri"/>
                <a:cs typeface="Calibri"/>
              </a:rPr>
              <a:t>fewer parameters.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LoRA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457452"/>
            <a:ext cx="118706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Font typeface="Arial"/>
              <a:buChar char="•"/>
              <a:tabLst>
                <a:tab pos="423545" algn="l"/>
              </a:tabLst>
            </a:pP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Consider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8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404040"/>
                </a:solidFill>
                <a:latin typeface="Calibri"/>
                <a:cs typeface="Calibri"/>
              </a:rPr>
              <a:t>matrix</a:t>
            </a:r>
            <a:r>
              <a:rPr dirty="0" sz="2800" spc="-8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sz="2800" spc="-1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(shape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[</a:t>
            </a:r>
            <a:r>
              <a:rPr dirty="0" sz="2800" i="1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dirty="0" sz="2800" spc="-90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×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])</a:t>
            </a:r>
            <a:r>
              <a:rPr dirty="0" sz="2800" spc="4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updated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during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finetuning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042" y="1750059"/>
            <a:ext cx="10915650" cy="2551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4180">
              <a:lnSpc>
                <a:spcPts val="3175"/>
              </a:lnSpc>
              <a:spcBef>
                <a:spcPts val="100"/>
              </a:spcBef>
            </a:pP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via</a:t>
            </a:r>
            <a:r>
              <a:rPr dirty="0" sz="28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gradient</a:t>
            </a:r>
            <a:r>
              <a:rPr dirty="0" sz="2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descent.</a:t>
            </a:r>
            <a:endParaRPr sz="2800">
              <a:latin typeface="Calibri"/>
              <a:cs typeface="Calibri"/>
            </a:endParaRPr>
          </a:p>
          <a:p>
            <a:pPr marL="899794" indent="-410845">
              <a:lnSpc>
                <a:spcPts val="2695"/>
              </a:lnSpc>
              <a:buClr>
                <a:srgbClr val="E48312"/>
              </a:buClr>
              <a:buFont typeface="Arial"/>
              <a:buChar char="•"/>
              <a:tabLst>
                <a:tab pos="899794" algn="l"/>
              </a:tabLst>
            </a:pP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Normally</a:t>
            </a:r>
            <a:r>
              <a:rPr dirty="0" sz="2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updates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∆W</a:t>
            </a:r>
            <a:r>
              <a:rPr dirty="0" sz="2400" spc="4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(shape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[</a:t>
            </a:r>
            <a:r>
              <a:rPr dirty="0" sz="2400" i="1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dirty="0" sz="2400" spc="-40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×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 spc="-25" i="1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dirty="0" sz="2400" spc="-25">
                <a:solidFill>
                  <a:srgbClr val="404040"/>
                </a:solidFill>
                <a:latin typeface="Calibri"/>
                <a:cs typeface="Calibri"/>
              </a:rPr>
              <a:t>])</a:t>
            </a:r>
            <a:endParaRPr sz="2400">
              <a:latin typeface="Calibri"/>
              <a:cs typeface="Calibri"/>
            </a:endParaRPr>
          </a:p>
          <a:p>
            <a:pPr marL="423545" indent="-410845">
              <a:lnSpc>
                <a:spcPts val="3130"/>
              </a:lnSpc>
              <a:spcBef>
                <a:spcPts val="440"/>
              </a:spcBef>
              <a:buClr>
                <a:srgbClr val="E48312"/>
              </a:buClr>
              <a:buFont typeface="Arial"/>
              <a:buChar char="•"/>
              <a:tabLst>
                <a:tab pos="423545" algn="l"/>
              </a:tabLst>
            </a:pP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LoRA,</a:t>
            </a:r>
            <a:r>
              <a:rPr dirty="0" sz="28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freeze</a:t>
            </a:r>
            <a:r>
              <a:rPr dirty="0" sz="2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sz="28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update</a:t>
            </a:r>
            <a:r>
              <a:rPr dirty="0" sz="2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dirty="0" sz="2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04040"/>
                </a:solidFill>
                <a:latin typeface="Calibri"/>
                <a:cs typeface="Calibri"/>
              </a:rPr>
              <a:t>low-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rank</a:t>
            </a:r>
            <a:r>
              <a:rPr dirty="0" sz="2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decomposition</a:t>
            </a:r>
            <a:r>
              <a:rPr dirty="0" sz="28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8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W:</a:t>
            </a:r>
            <a:endParaRPr sz="2800">
              <a:latin typeface="Calibri"/>
              <a:cs typeface="Calibri"/>
            </a:endParaRPr>
          </a:p>
          <a:p>
            <a:pPr lvl="1" marL="899794" indent="-410845">
              <a:lnSpc>
                <a:spcPts val="2505"/>
              </a:lnSpc>
              <a:buClr>
                <a:srgbClr val="E48312"/>
              </a:buClr>
              <a:buFont typeface="Arial"/>
              <a:buChar char="•"/>
              <a:tabLst>
                <a:tab pos="899794" algn="l"/>
              </a:tabLst>
            </a:pP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shape</a:t>
            </a:r>
            <a:r>
              <a:rPr dirty="0" sz="2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Calibri"/>
                <a:cs typeface="Calibri"/>
              </a:rPr>
              <a:t>[</a:t>
            </a:r>
            <a:r>
              <a:rPr dirty="0" sz="2400" spc="-10" i="1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dirty="0" sz="2400" spc="-10">
                <a:solidFill>
                  <a:srgbClr val="404040"/>
                </a:solidFill>
                <a:latin typeface="Calibri"/>
                <a:cs typeface="Calibri"/>
              </a:rPr>
              <a:t>×</a:t>
            </a:r>
            <a:r>
              <a:rPr dirty="0" sz="2400" spc="-10" i="1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dirty="0" sz="2400" spc="-10">
                <a:solidFill>
                  <a:srgbClr val="404040"/>
                </a:solidFill>
                <a:latin typeface="Calibri"/>
                <a:cs typeface="Calibri"/>
              </a:rPr>
              <a:t>],</a:t>
            </a:r>
            <a:endParaRPr sz="2400">
              <a:latin typeface="Calibri"/>
              <a:cs typeface="Calibri"/>
            </a:endParaRPr>
          </a:p>
          <a:p>
            <a:pPr lvl="1" marL="899794" indent="-410845">
              <a:lnSpc>
                <a:spcPts val="2590"/>
              </a:lnSpc>
              <a:buClr>
                <a:srgbClr val="E48312"/>
              </a:buClr>
              <a:buFont typeface="Arial"/>
              <a:buChar char="•"/>
              <a:tabLst>
                <a:tab pos="899794" algn="l"/>
              </a:tabLst>
            </a:pP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dirty="0" sz="2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shape</a:t>
            </a:r>
            <a:r>
              <a:rPr dirty="0" sz="2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[</a:t>
            </a:r>
            <a:r>
              <a:rPr dirty="0" sz="2400" i="1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×</a:t>
            </a:r>
            <a:r>
              <a:rPr dirty="0" sz="2400" i="1">
                <a:solidFill>
                  <a:srgbClr val="404040"/>
                </a:solidFill>
                <a:latin typeface="Calibri"/>
                <a:cs typeface="Calibri"/>
              </a:rPr>
              <a:t>d],</a:t>
            </a:r>
            <a:r>
              <a:rPr dirty="0" sz="2400" spc="-25" i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dirty="0" sz="2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2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very</a:t>
            </a:r>
            <a:r>
              <a:rPr dirty="0" sz="2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small</a:t>
            </a:r>
            <a:r>
              <a:rPr dirty="0" sz="2400" spc="4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(like</a:t>
            </a:r>
            <a:r>
              <a:rPr dirty="0" sz="2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dirty="0" sz="2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dirty="0" sz="2400" spc="-25">
                <a:solidFill>
                  <a:srgbClr val="404040"/>
                </a:solidFill>
                <a:latin typeface="Calibri"/>
                <a:cs typeface="Calibri"/>
              </a:rPr>
              <a:t> 2)</a:t>
            </a:r>
            <a:endParaRPr sz="2400">
              <a:latin typeface="Calibri"/>
              <a:cs typeface="Calibri"/>
            </a:endParaRPr>
          </a:p>
          <a:p>
            <a:pPr lvl="1" marL="899794" indent="-410845">
              <a:lnSpc>
                <a:spcPts val="2605"/>
              </a:lnSpc>
              <a:buClr>
                <a:srgbClr val="E48312"/>
              </a:buClr>
              <a:buFont typeface="Arial"/>
              <a:buChar char="•"/>
              <a:tabLst>
                <a:tab pos="899794" algn="l"/>
              </a:tabLst>
            </a:pP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is,</a:t>
            </a:r>
            <a:r>
              <a:rPr dirty="0" sz="2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during</a:t>
            </a:r>
            <a:r>
              <a:rPr dirty="0" sz="2400" spc="4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finetuning</a:t>
            </a:r>
            <a:r>
              <a:rPr dirty="0" sz="2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update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dirty="0" sz="2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04040"/>
                </a:solidFill>
                <a:latin typeface="Calibri"/>
                <a:cs typeface="Calibri"/>
              </a:rPr>
              <a:t>W.</a:t>
            </a:r>
            <a:endParaRPr sz="2400">
              <a:latin typeface="Calibri"/>
              <a:cs typeface="Calibri"/>
            </a:endParaRPr>
          </a:p>
          <a:p>
            <a:pPr lvl="1" marL="899794" indent="-410845">
              <a:lnSpc>
                <a:spcPts val="2750"/>
              </a:lnSpc>
              <a:buClr>
                <a:srgbClr val="E48312"/>
              </a:buClr>
              <a:buFont typeface="Arial"/>
              <a:buChar char="•"/>
              <a:tabLst>
                <a:tab pos="899794" algn="l"/>
              </a:tabLst>
            </a:pP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Replace</a:t>
            </a:r>
            <a:r>
              <a:rPr dirty="0" sz="2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dirty="0" sz="2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∆W</a:t>
            </a:r>
            <a:r>
              <a:rPr dirty="0" sz="2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dirty="0" sz="2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dirty="0" sz="2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dirty="0" sz="2400" spc="-25">
                <a:solidFill>
                  <a:srgbClr val="404040"/>
                </a:solidFill>
                <a:latin typeface="Calibri"/>
                <a:cs typeface="Calibri"/>
              </a:rPr>
              <a:t> BA.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4042" y="4755388"/>
            <a:ext cx="5229860" cy="186690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Forward</a:t>
            </a:r>
            <a:r>
              <a:rPr dirty="0" sz="28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pass:</a:t>
            </a:r>
            <a:r>
              <a:rPr dirty="0" sz="28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dirty="0" sz="2800" spc="-1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  <a:p>
            <a:pPr marL="3304540">
              <a:lnSpc>
                <a:spcPct val="100000"/>
              </a:lnSpc>
              <a:spcBef>
                <a:spcPts val="240"/>
              </a:spcBef>
            </a:pPr>
            <a:r>
              <a:rPr dirty="0" sz="2800" b="1">
                <a:solidFill>
                  <a:srgbClr val="404040"/>
                </a:solidFill>
                <a:latin typeface="Calibri"/>
                <a:cs typeface="Calibri"/>
              </a:rPr>
              <a:t>h</a:t>
            </a:r>
            <a:r>
              <a:rPr dirty="0" sz="28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404040"/>
                </a:solidFill>
                <a:latin typeface="Calibri"/>
                <a:cs typeface="Calibri"/>
              </a:rPr>
              <a:t>xW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dirty="0" sz="2800" spc="-1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endParaRPr sz="2800">
              <a:latin typeface="Calibri"/>
              <a:cs typeface="Calibri"/>
            </a:endParaRPr>
          </a:p>
          <a:p>
            <a:pPr marL="3304540">
              <a:lnSpc>
                <a:spcPct val="100000"/>
              </a:lnSpc>
              <a:spcBef>
                <a:spcPts val="240"/>
              </a:spcBef>
            </a:pPr>
            <a:r>
              <a:rPr dirty="0" sz="2800" b="1">
                <a:solidFill>
                  <a:srgbClr val="404040"/>
                </a:solidFill>
                <a:latin typeface="Calibri"/>
                <a:cs typeface="Calibri"/>
              </a:rPr>
              <a:t>h</a:t>
            </a:r>
            <a:r>
              <a:rPr dirty="0" sz="28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dirty="0" sz="28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404040"/>
                </a:solidFill>
                <a:latin typeface="Calibri"/>
                <a:cs typeface="Calibri"/>
              </a:rPr>
              <a:t>xW</a:t>
            </a:r>
            <a:r>
              <a:rPr dirty="0" sz="2800" spc="-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dirty="0" sz="28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404040"/>
                </a:solidFill>
                <a:latin typeface="Calibri"/>
                <a:cs typeface="Calibri"/>
              </a:rPr>
              <a:t>xAB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30937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LoRA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77139" y="638690"/>
            <a:ext cx="32194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-50" b="1">
                <a:latin typeface="Arial"/>
                <a:cs typeface="Arial"/>
              </a:rPr>
              <a:t>h</a:t>
            </a:r>
            <a:endParaRPr sz="3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18695" y="782017"/>
            <a:ext cx="2168525" cy="394335"/>
            <a:chOff x="7218695" y="782017"/>
            <a:chExt cx="2168525" cy="394335"/>
          </a:xfrm>
        </p:grpSpPr>
        <p:sp>
          <p:nvSpPr>
            <p:cNvPr id="4" name="object 4"/>
            <p:cNvSpPr/>
            <p:nvPr/>
          </p:nvSpPr>
          <p:spPr>
            <a:xfrm>
              <a:off x="7224945" y="788267"/>
              <a:ext cx="2155825" cy="381635"/>
            </a:xfrm>
            <a:custGeom>
              <a:avLst/>
              <a:gdLst/>
              <a:ahLst/>
              <a:cxnLst/>
              <a:rect l="l" t="t" r="r" b="b"/>
              <a:pathLst>
                <a:path w="2155825" h="381634">
                  <a:moveTo>
                    <a:pt x="2155682" y="0"/>
                  </a:moveTo>
                  <a:lnTo>
                    <a:pt x="0" y="0"/>
                  </a:lnTo>
                  <a:lnTo>
                    <a:pt x="0" y="381253"/>
                  </a:lnTo>
                  <a:lnTo>
                    <a:pt x="2155682" y="381253"/>
                  </a:lnTo>
                  <a:lnTo>
                    <a:pt x="2155682" y="0"/>
                  </a:lnTo>
                  <a:close/>
                </a:path>
              </a:pathLst>
            </a:custGeom>
            <a:solidFill>
              <a:srgbClr val="FFF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224945" y="788267"/>
              <a:ext cx="2155825" cy="381635"/>
            </a:xfrm>
            <a:custGeom>
              <a:avLst/>
              <a:gdLst/>
              <a:ahLst/>
              <a:cxnLst/>
              <a:rect l="l" t="t" r="r" b="b"/>
              <a:pathLst>
                <a:path w="2155825" h="381634">
                  <a:moveTo>
                    <a:pt x="0" y="0"/>
                  </a:moveTo>
                  <a:lnTo>
                    <a:pt x="2155683" y="0"/>
                  </a:lnTo>
                  <a:lnTo>
                    <a:pt x="2155683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ln w="125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120622" y="406062"/>
            <a:ext cx="194310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>
                <a:latin typeface="Arial"/>
                <a:cs typeface="Arial"/>
              </a:rPr>
              <a:t>k</a:t>
            </a:r>
            <a:endParaRPr sz="2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97640" y="787317"/>
            <a:ext cx="206375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50">
                <a:latin typeface="Arial"/>
                <a:cs typeface="Arial"/>
              </a:rPr>
              <a:t>1</a:t>
            </a:r>
            <a:endParaRPr sz="25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088625" y="1627771"/>
            <a:ext cx="393700" cy="419734"/>
          </a:xfrm>
          <a:custGeom>
            <a:avLst/>
            <a:gdLst/>
            <a:ahLst/>
            <a:cxnLst/>
            <a:rect l="l" t="t" r="r" b="b"/>
            <a:pathLst>
              <a:path w="393700" h="419735">
                <a:moveTo>
                  <a:pt x="0" y="139862"/>
                </a:moveTo>
                <a:lnTo>
                  <a:pt x="131194" y="139862"/>
                </a:lnTo>
                <a:lnTo>
                  <a:pt x="131194" y="0"/>
                </a:lnTo>
                <a:lnTo>
                  <a:pt x="262309" y="0"/>
                </a:lnTo>
                <a:lnTo>
                  <a:pt x="262309" y="139862"/>
                </a:lnTo>
                <a:lnTo>
                  <a:pt x="393504" y="139862"/>
                </a:lnTo>
                <a:lnTo>
                  <a:pt x="393504" y="279642"/>
                </a:lnTo>
                <a:lnTo>
                  <a:pt x="262309" y="279642"/>
                </a:lnTo>
                <a:lnTo>
                  <a:pt x="262309" y="419505"/>
                </a:lnTo>
                <a:lnTo>
                  <a:pt x="131194" y="419505"/>
                </a:lnTo>
                <a:lnTo>
                  <a:pt x="131194" y="279642"/>
                </a:lnTo>
                <a:lnTo>
                  <a:pt x="0" y="279642"/>
                </a:lnTo>
                <a:lnTo>
                  <a:pt x="0" y="139862"/>
                </a:lnTo>
                <a:close/>
              </a:path>
            </a:pathLst>
          </a:custGeom>
          <a:ln w="125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30956" y="2110178"/>
            <a:ext cx="521334" cy="544195"/>
          </a:xfrm>
          <a:custGeom>
            <a:avLst/>
            <a:gdLst/>
            <a:ahLst/>
            <a:cxnLst/>
            <a:rect l="l" t="t" r="r" b="b"/>
            <a:pathLst>
              <a:path w="521334" h="544194">
                <a:moveTo>
                  <a:pt x="146029" y="543839"/>
                </a:moveTo>
                <a:lnTo>
                  <a:pt x="0" y="421306"/>
                </a:lnTo>
                <a:lnTo>
                  <a:pt x="302110" y="61267"/>
                </a:lnTo>
                <a:lnTo>
                  <a:pt x="229095" y="0"/>
                </a:lnTo>
                <a:lnTo>
                  <a:pt x="463508" y="17200"/>
                </a:lnTo>
                <a:lnTo>
                  <a:pt x="521152" y="245065"/>
                </a:lnTo>
                <a:lnTo>
                  <a:pt x="448138" y="183799"/>
                </a:lnTo>
                <a:lnTo>
                  <a:pt x="146029" y="543839"/>
                </a:lnTo>
                <a:close/>
              </a:path>
            </a:pathLst>
          </a:custGeom>
          <a:ln w="125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027490" y="2128550"/>
            <a:ext cx="519430" cy="519430"/>
          </a:xfrm>
          <a:custGeom>
            <a:avLst/>
            <a:gdLst/>
            <a:ahLst/>
            <a:cxnLst/>
            <a:rect l="l" t="t" r="r" b="b"/>
            <a:pathLst>
              <a:path w="519429" h="519430">
                <a:moveTo>
                  <a:pt x="519337" y="384543"/>
                </a:moveTo>
                <a:lnTo>
                  <a:pt x="384543" y="519337"/>
                </a:lnTo>
                <a:lnTo>
                  <a:pt x="67397" y="202191"/>
                </a:lnTo>
                <a:lnTo>
                  <a:pt x="0" y="269588"/>
                </a:lnTo>
                <a:lnTo>
                  <a:pt x="37565" y="37565"/>
                </a:lnTo>
                <a:lnTo>
                  <a:pt x="269588" y="0"/>
                </a:lnTo>
                <a:lnTo>
                  <a:pt x="202191" y="67397"/>
                </a:lnTo>
                <a:lnTo>
                  <a:pt x="519337" y="384543"/>
                </a:lnTo>
                <a:close/>
              </a:path>
            </a:pathLst>
          </a:custGeom>
          <a:ln w="125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081953" y="2333080"/>
            <a:ext cx="194310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>
                <a:latin typeface="Arial"/>
                <a:cs typeface="Arial"/>
              </a:rPr>
              <a:t>k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41135" y="4045976"/>
            <a:ext cx="218440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45">
                <a:latin typeface="Arial"/>
                <a:cs typeface="Arial"/>
              </a:rPr>
              <a:t>d</a:t>
            </a:r>
            <a:endParaRPr sz="2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1499" y="2888850"/>
            <a:ext cx="2155825" cy="2819400"/>
          </a:xfrm>
          <a:prstGeom prst="rect">
            <a:avLst/>
          </a:prstGeom>
          <a:solidFill>
            <a:srgbClr val="BFFFBF"/>
          </a:solidFill>
          <a:ln w="12500">
            <a:solidFill>
              <a:srgbClr val="7F7F7F"/>
            </a:solidFill>
          </a:ln>
        </p:spPr>
        <p:txBody>
          <a:bodyPr wrap="square" lIns="0" tIns="198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60"/>
              </a:spcBef>
            </a:pPr>
            <a:endParaRPr sz="2450">
              <a:latin typeface="Times New Roman"/>
              <a:cs typeface="Times New Roman"/>
            </a:endParaRPr>
          </a:p>
          <a:p>
            <a:pPr algn="ctr" marL="360045" marR="352425">
              <a:lnSpc>
                <a:spcPts val="2920"/>
              </a:lnSpc>
            </a:pPr>
            <a:r>
              <a:rPr dirty="0" sz="2450" spc="-10">
                <a:latin typeface="Arial"/>
                <a:cs typeface="Arial"/>
              </a:rPr>
              <a:t>Pretrained Weights</a:t>
            </a:r>
            <a:endParaRPr sz="2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50"/>
              </a:spcBef>
            </a:pPr>
            <a:r>
              <a:rPr dirty="0" sz="2950" spc="-50" b="1">
                <a:latin typeface="Arial"/>
                <a:cs typeface="Arial"/>
              </a:rPr>
              <a:t>W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82379" y="2784035"/>
            <a:ext cx="406400" cy="2819400"/>
          </a:xfrm>
          <a:prstGeom prst="rect">
            <a:avLst/>
          </a:prstGeom>
          <a:solidFill>
            <a:srgbClr val="FF7F7F"/>
          </a:solidFill>
          <a:ln w="12500">
            <a:solidFill>
              <a:srgbClr val="7F7F7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0"/>
              </a:spcBef>
            </a:pPr>
            <a:endParaRPr sz="295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</a:pPr>
            <a:r>
              <a:rPr dirty="0" sz="2950" spc="-50" b="1">
                <a:latin typeface="Arial"/>
                <a:cs typeface="Arial"/>
              </a:rPr>
              <a:t>A</a:t>
            </a:r>
            <a:endParaRPr sz="2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29064" y="2704959"/>
            <a:ext cx="750570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65">
                <a:latin typeface="Arial"/>
                <a:cs typeface="Arial"/>
              </a:rPr>
              <a:t>×</a:t>
            </a:r>
            <a:r>
              <a:rPr dirty="0" sz="3900" spc="160">
                <a:latin typeface="Arial"/>
                <a:cs typeface="Arial"/>
              </a:rPr>
              <a:t>  </a:t>
            </a:r>
            <a:r>
              <a:rPr dirty="0" sz="2550" spc="-50">
                <a:latin typeface="Arial"/>
                <a:cs typeface="Arial"/>
              </a:rPr>
              <a:t>r</a:t>
            </a:r>
            <a:endParaRPr sz="2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01149" y="2796535"/>
            <a:ext cx="2155825" cy="511809"/>
          </a:xfrm>
          <a:prstGeom prst="rect">
            <a:avLst/>
          </a:prstGeom>
          <a:solidFill>
            <a:srgbClr val="FF7F7F"/>
          </a:solidFill>
          <a:ln w="12500">
            <a:solidFill>
              <a:srgbClr val="7F7F7F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950" spc="-50" b="1">
                <a:latin typeface="Arial"/>
                <a:cs typeface="Arial"/>
              </a:rPr>
              <a:t>B</a:t>
            </a:r>
            <a:endParaRPr sz="2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34937" y="3996350"/>
            <a:ext cx="218440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45">
                <a:latin typeface="Arial"/>
                <a:cs typeface="Arial"/>
              </a:rPr>
              <a:t>d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6928" y="5733872"/>
            <a:ext cx="194310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>
                <a:latin typeface="Arial"/>
                <a:cs typeface="Arial"/>
              </a:rPr>
              <a:t>k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18693" y="5733872"/>
            <a:ext cx="133985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50">
                <a:latin typeface="Arial"/>
                <a:cs typeface="Arial"/>
              </a:rPr>
              <a:t>r</a:t>
            </a:r>
            <a:endParaRPr sz="25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45189" y="6213305"/>
            <a:ext cx="519430" cy="519430"/>
          </a:xfrm>
          <a:custGeom>
            <a:avLst/>
            <a:gdLst/>
            <a:ahLst/>
            <a:cxnLst/>
            <a:rect l="l" t="t" r="r" b="b"/>
            <a:pathLst>
              <a:path w="519429" h="519429">
                <a:moveTo>
                  <a:pt x="519337" y="384543"/>
                </a:moveTo>
                <a:lnTo>
                  <a:pt x="384543" y="519337"/>
                </a:lnTo>
                <a:lnTo>
                  <a:pt x="67397" y="202190"/>
                </a:lnTo>
                <a:lnTo>
                  <a:pt x="0" y="269587"/>
                </a:lnTo>
                <a:lnTo>
                  <a:pt x="37565" y="37565"/>
                </a:lnTo>
                <a:lnTo>
                  <a:pt x="269587" y="0"/>
                </a:lnTo>
                <a:lnTo>
                  <a:pt x="202191" y="67397"/>
                </a:lnTo>
                <a:lnTo>
                  <a:pt x="519337" y="384543"/>
                </a:lnTo>
                <a:close/>
              </a:path>
            </a:pathLst>
          </a:custGeom>
          <a:ln w="125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860341" y="6221409"/>
            <a:ext cx="521334" cy="544195"/>
          </a:xfrm>
          <a:custGeom>
            <a:avLst/>
            <a:gdLst/>
            <a:ahLst/>
            <a:cxnLst/>
            <a:rect l="l" t="t" r="r" b="b"/>
            <a:pathLst>
              <a:path w="521334" h="544195">
                <a:moveTo>
                  <a:pt x="146029" y="543839"/>
                </a:moveTo>
                <a:lnTo>
                  <a:pt x="0" y="421306"/>
                </a:lnTo>
                <a:lnTo>
                  <a:pt x="302110" y="61265"/>
                </a:lnTo>
                <a:lnTo>
                  <a:pt x="229095" y="0"/>
                </a:lnTo>
                <a:lnTo>
                  <a:pt x="463508" y="17200"/>
                </a:lnTo>
                <a:lnTo>
                  <a:pt x="521152" y="245065"/>
                </a:lnTo>
                <a:lnTo>
                  <a:pt x="448138" y="183799"/>
                </a:lnTo>
                <a:lnTo>
                  <a:pt x="146029" y="543839"/>
                </a:lnTo>
                <a:close/>
              </a:path>
            </a:pathLst>
          </a:custGeom>
          <a:ln w="125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763383" y="6856738"/>
            <a:ext cx="29400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-50" b="1">
                <a:latin typeface="Arial"/>
                <a:cs typeface="Arial"/>
              </a:rPr>
              <a:t>x</a:t>
            </a:r>
            <a:endParaRPr sz="3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36290" y="7016740"/>
            <a:ext cx="206375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50">
                <a:latin typeface="Arial"/>
                <a:cs typeface="Arial"/>
              </a:rPr>
              <a:t>1</a:t>
            </a:r>
            <a:endParaRPr sz="25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44844" y="7011441"/>
            <a:ext cx="2831465" cy="394335"/>
            <a:chOff x="6644844" y="7011441"/>
            <a:chExt cx="2831465" cy="394335"/>
          </a:xfrm>
        </p:grpSpPr>
        <p:sp>
          <p:nvSpPr>
            <p:cNvPr id="16" name="object 16"/>
            <p:cNvSpPr/>
            <p:nvPr/>
          </p:nvSpPr>
          <p:spPr>
            <a:xfrm>
              <a:off x="6651094" y="7017690"/>
              <a:ext cx="2819400" cy="381635"/>
            </a:xfrm>
            <a:custGeom>
              <a:avLst/>
              <a:gdLst/>
              <a:ahLst/>
              <a:cxnLst/>
              <a:rect l="l" t="t" r="r" b="b"/>
              <a:pathLst>
                <a:path w="2819400" h="381634">
                  <a:moveTo>
                    <a:pt x="2818785" y="0"/>
                  </a:moveTo>
                  <a:lnTo>
                    <a:pt x="0" y="0"/>
                  </a:lnTo>
                  <a:lnTo>
                    <a:pt x="0" y="381254"/>
                  </a:lnTo>
                  <a:lnTo>
                    <a:pt x="2818785" y="381254"/>
                  </a:lnTo>
                  <a:lnTo>
                    <a:pt x="2818785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51094" y="7017691"/>
              <a:ext cx="2819400" cy="381635"/>
            </a:xfrm>
            <a:custGeom>
              <a:avLst/>
              <a:gdLst/>
              <a:ahLst/>
              <a:cxnLst/>
              <a:rect l="l" t="t" r="r" b="b"/>
              <a:pathLst>
                <a:path w="2819400" h="381634">
                  <a:moveTo>
                    <a:pt x="0" y="0"/>
                  </a:moveTo>
                  <a:lnTo>
                    <a:pt x="2818785" y="0"/>
                  </a:lnTo>
                  <a:lnTo>
                    <a:pt x="2818785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ln w="125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041174" y="7541245"/>
            <a:ext cx="218440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45">
                <a:latin typeface="Arial"/>
                <a:cs typeface="Arial"/>
              </a:rPr>
              <a:t>d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45212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Dealing</a:t>
            </a:r>
            <a:r>
              <a:rPr dirty="0" sz="4800" spc="-10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with</a:t>
            </a:r>
            <a:r>
              <a:rPr dirty="0" sz="4800" spc="-105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Scale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6249035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Harms</a:t>
            </a:r>
            <a:r>
              <a:rPr dirty="0" sz="4800" spc="-10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of</a:t>
            </a:r>
            <a:r>
              <a:rPr dirty="0" sz="4800" spc="-9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0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Language Models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3204" cy="8229600"/>
            <a:chOff x="0" y="0"/>
            <a:chExt cx="243204" cy="82296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2570" cy="8229600"/>
            </a:xfrm>
            <a:custGeom>
              <a:avLst/>
              <a:gdLst/>
              <a:ahLst/>
              <a:cxnLst/>
              <a:rect l="l" t="t" r="r" b="b"/>
              <a:pathLst>
                <a:path w="242570" h="8229600">
                  <a:moveTo>
                    <a:pt x="242012" y="0"/>
                  </a:moveTo>
                  <a:lnTo>
                    <a:pt x="242012" y="8229600"/>
                  </a:lnTo>
                  <a:lnTo>
                    <a:pt x="0" y="8229603"/>
                  </a:lnTo>
                  <a:lnTo>
                    <a:pt x="0" y="0"/>
                  </a:lnTo>
                  <a:lnTo>
                    <a:pt x="242012" y="0"/>
                  </a:lnTo>
                  <a:close/>
                </a:path>
              </a:pathLst>
            </a:custGeom>
            <a:solidFill>
              <a:srgbClr val="BD5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0059" y="17989"/>
              <a:ext cx="73660" cy="8211820"/>
            </a:xfrm>
            <a:custGeom>
              <a:avLst/>
              <a:gdLst/>
              <a:ahLst/>
              <a:cxnLst/>
              <a:rect l="l" t="t" r="r" b="b"/>
              <a:pathLst>
                <a:path w="73660" h="8211820">
                  <a:moveTo>
                    <a:pt x="73150" y="0"/>
                  </a:moveTo>
                  <a:lnTo>
                    <a:pt x="0" y="0"/>
                  </a:lnTo>
                  <a:lnTo>
                    <a:pt x="0" y="8211610"/>
                  </a:lnTo>
                  <a:lnTo>
                    <a:pt x="73150" y="8211610"/>
                  </a:lnTo>
                  <a:lnTo>
                    <a:pt x="7315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Hallucination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6106" y="396045"/>
            <a:ext cx="7391079" cy="12092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5428" y="2334361"/>
            <a:ext cx="9090756" cy="24645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5480" y="5520992"/>
            <a:ext cx="13177447" cy="163142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3204" cy="8229600"/>
            <a:chOff x="0" y="0"/>
            <a:chExt cx="243204" cy="82296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2570" cy="8229600"/>
            </a:xfrm>
            <a:custGeom>
              <a:avLst/>
              <a:gdLst/>
              <a:ahLst/>
              <a:cxnLst/>
              <a:rect l="l" t="t" r="r" b="b"/>
              <a:pathLst>
                <a:path w="242570" h="8229600">
                  <a:moveTo>
                    <a:pt x="242012" y="0"/>
                  </a:moveTo>
                  <a:lnTo>
                    <a:pt x="242012" y="8229600"/>
                  </a:lnTo>
                  <a:lnTo>
                    <a:pt x="0" y="8229603"/>
                  </a:lnTo>
                  <a:lnTo>
                    <a:pt x="0" y="0"/>
                  </a:lnTo>
                  <a:lnTo>
                    <a:pt x="242012" y="0"/>
                  </a:lnTo>
                  <a:close/>
                </a:path>
              </a:pathLst>
            </a:custGeom>
            <a:solidFill>
              <a:srgbClr val="BD5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0059" y="17989"/>
              <a:ext cx="73660" cy="8211820"/>
            </a:xfrm>
            <a:custGeom>
              <a:avLst/>
              <a:gdLst/>
              <a:ahLst/>
              <a:cxnLst/>
              <a:rect l="l" t="t" r="r" b="b"/>
              <a:pathLst>
                <a:path w="73660" h="8211820">
                  <a:moveTo>
                    <a:pt x="73150" y="0"/>
                  </a:moveTo>
                  <a:lnTo>
                    <a:pt x="0" y="0"/>
                  </a:lnTo>
                  <a:lnTo>
                    <a:pt x="0" y="8211610"/>
                  </a:lnTo>
                  <a:lnTo>
                    <a:pt x="73150" y="8211610"/>
                  </a:lnTo>
                  <a:lnTo>
                    <a:pt x="7315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Copyright</a:t>
            </a: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47347" y="347780"/>
            <a:ext cx="4798894" cy="16522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5713" y="2619703"/>
            <a:ext cx="9925194" cy="110689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57200" y="4372015"/>
            <a:ext cx="14130655" cy="3677920"/>
            <a:chOff x="457200" y="4372015"/>
            <a:chExt cx="14130655" cy="36779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3643" y="5066115"/>
              <a:ext cx="6163915" cy="29837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4372015"/>
              <a:ext cx="9326880" cy="24227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3204" cy="8229600"/>
            <a:chOff x="0" y="0"/>
            <a:chExt cx="243204" cy="82296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2570" cy="8229600"/>
            </a:xfrm>
            <a:custGeom>
              <a:avLst/>
              <a:gdLst/>
              <a:ahLst/>
              <a:cxnLst/>
              <a:rect l="l" t="t" r="r" b="b"/>
              <a:pathLst>
                <a:path w="242570" h="8229600">
                  <a:moveTo>
                    <a:pt x="242012" y="0"/>
                  </a:moveTo>
                  <a:lnTo>
                    <a:pt x="242012" y="8229600"/>
                  </a:lnTo>
                  <a:lnTo>
                    <a:pt x="0" y="8229603"/>
                  </a:lnTo>
                  <a:lnTo>
                    <a:pt x="0" y="0"/>
                  </a:lnTo>
                  <a:lnTo>
                    <a:pt x="242012" y="0"/>
                  </a:lnTo>
                  <a:close/>
                </a:path>
              </a:pathLst>
            </a:custGeom>
            <a:solidFill>
              <a:srgbClr val="BD5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0059" y="17989"/>
              <a:ext cx="73660" cy="8211820"/>
            </a:xfrm>
            <a:custGeom>
              <a:avLst/>
              <a:gdLst/>
              <a:ahLst/>
              <a:cxnLst/>
              <a:rect l="l" t="t" r="r" b="b"/>
              <a:pathLst>
                <a:path w="73660" h="8211820">
                  <a:moveTo>
                    <a:pt x="73150" y="0"/>
                  </a:moveTo>
                  <a:lnTo>
                    <a:pt x="0" y="0"/>
                  </a:lnTo>
                  <a:lnTo>
                    <a:pt x="0" y="8211610"/>
                  </a:lnTo>
                  <a:lnTo>
                    <a:pt x="73150" y="8211610"/>
                  </a:lnTo>
                  <a:lnTo>
                    <a:pt x="7315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Privacy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355" y="2595946"/>
            <a:ext cx="12952244" cy="206749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3204" cy="8229600"/>
            <a:chOff x="0" y="0"/>
            <a:chExt cx="243204" cy="82296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2570" cy="8229600"/>
            </a:xfrm>
            <a:custGeom>
              <a:avLst/>
              <a:gdLst/>
              <a:ahLst/>
              <a:cxnLst/>
              <a:rect l="l" t="t" r="r" b="b"/>
              <a:pathLst>
                <a:path w="242570" h="8229600">
                  <a:moveTo>
                    <a:pt x="242012" y="0"/>
                  </a:moveTo>
                  <a:lnTo>
                    <a:pt x="242012" y="8229600"/>
                  </a:lnTo>
                  <a:lnTo>
                    <a:pt x="0" y="8229603"/>
                  </a:lnTo>
                  <a:lnTo>
                    <a:pt x="0" y="0"/>
                  </a:lnTo>
                  <a:lnTo>
                    <a:pt x="242012" y="0"/>
                  </a:lnTo>
                  <a:close/>
                </a:path>
              </a:pathLst>
            </a:custGeom>
            <a:solidFill>
              <a:srgbClr val="BD5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0059" y="17989"/>
              <a:ext cx="73660" cy="8211820"/>
            </a:xfrm>
            <a:custGeom>
              <a:avLst/>
              <a:gdLst/>
              <a:ahLst/>
              <a:cxnLst/>
              <a:rect l="l" t="t" r="r" b="b"/>
              <a:pathLst>
                <a:path w="73660" h="8211820">
                  <a:moveTo>
                    <a:pt x="73150" y="0"/>
                  </a:moveTo>
                  <a:lnTo>
                    <a:pt x="0" y="0"/>
                  </a:lnTo>
                  <a:lnTo>
                    <a:pt x="0" y="8211610"/>
                  </a:lnTo>
                  <a:lnTo>
                    <a:pt x="73150" y="8211610"/>
                  </a:lnTo>
                  <a:lnTo>
                    <a:pt x="7315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Toxicity</a:t>
            </a:r>
            <a:r>
              <a:rPr dirty="0" spc="-160"/>
              <a:t> </a:t>
            </a:r>
            <a:r>
              <a:rPr dirty="0"/>
              <a:t>and</a:t>
            </a:r>
            <a:r>
              <a:rPr dirty="0" spc="-150"/>
              <a:t> </a:t>
            </a:r>
            <a:r>
              <a:rPr dirty="0" spc="-10"/>
              <a:t>Abuse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206" y="2566059"/>
            <a:ext cx="12302651" cy="5400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4937759"/>
            <a:ext cx="11612880" cy="222503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43204" cy="8229600"/>
            <a:chOff x="0" y="0"/>
            <a:chExt cx="243204" cy="82296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42570" cy="8229600"/>
            </a:xfrm>
            <a:custGeom>
              <a:avLst/>
              <a:gdLst/>
              <a:ahLst/>
              <a:cxnLst/>
              <a:rect l="l" t="t" r="r" b="b"/>
              <a:pathLst>
                <a:path w="242570" h="8229600">
                  <a:moveTo>
                    <a:pt x="242012" y="0"/>
                  </a:moveTo>
                  <a:lnTo>
                    <a:pt x="242012" y="8229600"/>
                  </a:lnTo>
                  <a:lnTo>
                    <a:pt x="0" y="8229603"/>
                  </a:lnTo>
                  <a:lnTo>
                    <a:pt x="0" y="0"/>
                  </a:lnTo>
                  <a:lnTo>
                    <a:pt x="242012" y="0"/>
                  </a:lnTo>
                  <a:close/>
                </a:path>
              </a:pathLst>
            </a:custGeom>
            <a:solidFill>
              <a:srgbClr val="BD5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0059" y="17989"/>
              <a:ext cx="73660" cy="8211820"/>
            </a:xfrm>
            <a:custGeom>
              <a:avLst/>
              <a:gdLst/>
              <a:ahLst/>
              <a:cxnLst/>
              <a:rect l="l" t="t" r="r" b="b"/>
              <a:pathLst>
                <a:path w="73660" h="8211820">
                  <a:moveTo>
                    <a:pt x="73150" y="0"/>
                  </a:moveTo>
                  <a:lnTo>
                    <a:pt x="0" y="0"/>
                  </a:lnTo>
                  <a:lnTo>
                    <a:pt x="0" y="8211610"/>
                  </a:lnTo>
                  <a:lnTo>
                    <a:pt x="73150" y="8211610"/>
                  </a:lnTo>
                  <a:lnTo>
                    <a:pt x="7315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Misinformation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2698504"/>
            <a:ext cx="11752578" cy="217805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6249035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Harms</a:t>
            </a:r>
            <a:r>
              <a:rPr dirty="0" sz="4800" spc="-10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of</a:t>
            </a:r>
            <a:r>
              <a:rPr dirty="0" sz="4800" spc="-9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b="0">
                <a:solidFill>
                  <a:srgbClr val="A4001D"/>
                </a:solidFill>
                <a:latin typeface="Calibri"/>
                <a:cs typeface="Calibri"/>
              </a:rPr>
              <a:t>Large</a:t>
            </a:r>
            <a:r>
              <a:rPr dirty="0" sz="4800" spc="-100" b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A4001D"/>
                </a:solidFill>
                <a:latin typeface="Calibri"/>
                <a:cs typeface="Calibri"/>
              </a:rPr>
              <a:t>Language Models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5668" y="1380235"/>
            <a:ext cx="2317750" cy="19888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Large </a:t>
            </a:r>
            <a:r>
              <a:rPr dirty="0" sz="4800" spc="-60" b="0">
                <a:solidFill>
                  <a:srgbClr val="FFFFFF"/>
                </a:solidFill>
                <a:latin typeface="Calibri Light"/>
                <a:cs typeface="Calibri Light"/>
              </a:rPr>
              <a:t>Language </a:t>
            </a:r>
            <a:r>
              <a:rPr dirty="0" sz="4800" spc="-10" b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2026-09-27T04:40:49Z</dcterms:created>
  <dcterms:modified xsi:type="dcterms:W3CDTF">2026-09-27T04:40:49Z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2024-08-20T00:00:00Z</vt:filetime>
  </property>
  <property fmtid="{D5CDD505-2E9C-101B-9397-08002B2CF9AE}" pid="4" name="Creator">
    <vt:lpwstr>PowerPoint</vt:lpwstr>
  </property>
  <property fmtid="{D5CDD505-2E9C-101B-9397-08002B2CF9AE}" pid="5" name="LastSaved">
    <vt:filetime>2026-09-27T00:00:00Z</vt:filetime>
  </property>
  <property fmtid="{D5CDD505-2E9C-101B-9397-08002B2CF9AE}" pid="6" name="Producer">
    <vt:lpwstr>macOS Version 14.6.1 (Build 23G93) Quartz PDFContext</vt:lpwstr>
  </property>
</Properties>
</file>